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3_5FC16D64.xml" ContentType="application/vnd.ms-powerpoint.comment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9" r:id="rId2"/>
    <p:sldId id="261" r:id="rId3"/>
    <p:sldId id="262" r:id="rId4"/>
    <p:sldId id="260" r:id="rId5"/>
    <p:sldId id="269" r:id="rId6"/>
    <p:sldId id="256" r:id="rId7"/>
    <p:sldId id="257" r:id="rId8"/>
    <p:sldId id="258" r:id="rId9"/>
    <p:sldId id="263" r:id="rId10"/>
    <p:sldId id="264" r:id="rId11"/>
    <p:sldId id="265" r:id="rId12"/>
    <p:sldId id="266" r:id="rId13"/>
  </p:sldIdLst>
  <p:sldSz cx="9525000" cy="88011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2883" autoAdjust="0"/>
  </p:normalViewPr>
  <p:slideViewPr>
    <p:cSldViewPr snapToGrid="0">
      <p:cViewPr varScale="1">
        <p:scale>
          <a:sx n="71" d="100"/>
          <a:sy n="71" d="100"/>
        </p:scale>
        <p:origin x="1944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omments/modernComment_103_5FC16D6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A0F771A-3291-42F9-A06B-3A86A0A5FC62}" authorId="{D3F71A66-0C34-DF1A-5236-FECDBC820DCB}" created="2026-09-29T08:25:24.784">
    <pc:sldMkLst xmlns:pc="http://schemas.microsoft.com/office/powerpoint/2013/main/command">
      <pc:docMk/>
      <pc:sldMk cId="1606511972" sldId="259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  <p188:cm id="{E8DBDAB6-CCA3-4476-B5E1-2739DA74F48E}" authorId="{D3F71A66-0C34-DF1A-5236-FECDBC820DCB}" created="2026-09-29T08:25:58.542">
    <pc:sldMkLst xmlns:pc="http://schemas.microsoft.com/office/powerpoint/2013/main/command">
      <pc:docMk/>
      <pc:sldMk cId="1606511972" sldId="259"/>
    </pc:sldMkLst>
    <p188:txBody>
      <a:bodyPr/>
      <a:lstStyle/>
      <a:p>
        <a:r>
          <a:rPr lang="zh-CN" altLang="en-US"/>
          <a:t>@@stage1全测试集条形图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CryoAtom2 / Gaussian, Emap2lig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point is one matched PDB. No point jitter or filtering. x = official Emap2lig, y = Find_1 F2–F1–Gaussian with CryoAtom2 receptor. Colour is experimental map resolution in Å, not receptor model accuracy. Higher/equal/lower counts = 160/7/12.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point is one matched PDB. No point jitter or filtering. x = official Emap2lig, y = Find_1 F2–F1–Gaussian with CryoAtom2 receptor. Colour is experimental map resolution in Å, not receptor model accuracy. Higher/equal/lower counts = 112/40/27.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Ten panels show all requested semantic, coverage and one-to-one Precision/Recall metrics. White centres indicate medians and thick lines indicate interquartile ranges. All 179 PDBs, including scores 0 and 1, remain visible. Violin contours use reflected Gaussian kernel density estimates clipped to [0,1].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deliberately selected test_0 examples, not a representative estimate of overall performance. 9z3d / SAH auth A:801 (occurrence 0); 9hjx / NAP auth B:500 (occurrence 0). Find_1 Gaussian results from f2_centered_gaussian_macro_selected; Emap2lig official Find-Li. All panels use real downloaded frozen outputs. The target is the formally selected blob with the largest intersection with occurrence 0. GT reference is not a model input. Other selected candidates remain embedded in the .cxs sessions, with separate all-selected views. Source paths and hashes: source_manifest.json in 画图/画图代码/stage1/case_study_20260922. Full workflow: README.md in that directory. Exact image camera states: 9z3d/camera.json and 9hjx/camera.json beside this deck. UCSF ChimeraX 1.10.1 installation, density contour_canonical, unmodified canonical grid, prediction binary isosurface 0.5. Labels and layout are editable in PowerPoint; molecular geometry and density are editable in the self-contained ChimeraX .cxs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</a:t>
            </a:r>
            <a:r>
              <a:rPr dirty="0" err="1"/>
              <a:t>IoU</a:t>
            </a:r>
            <a:r>
              <a:rPr dirty="0"/>
              <a:t>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  <a:p>
            <a:endParaRPr dirty="0"/>
          </a:p>
          <a:p>
            <a:r>
              <a:rPr dirty="0"/>
              <a:t>Source metrics (read-only server files):</a:t>
            </a:r>
          </a:p>
          <a:p>
            <a:r>
              <a:rPr dirty="0" err="1"/>
              <a:t>GT_gaussian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/artifacts/Find_1/held_out_test_0/evaluation/f2_centered_gaussian_macro_selected.metrics.json</a:t>
            </a:r>
          </a:p>
          <a:p>
            <a:r>
              <a:rPr dirty="0"/>
              <a:t>SHA256: f7ef612da12b62a14f2f92de37f966b2dc34807c3122a68084616743a0d73fd6</a:t>
            </a:r>
          </a:p>
          <a:p>
            <a:r>
              <a:rPr dirty="0" err="1"/>
              <a:t>GT_basic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/artifacts/Find_1/held_out_test_0/evaluation/f1_blobs_basic_macro_selected.metrics.json</a:t>
            </a:r>
          </a:p>
          <a:p>
            <a:r>
              <a:rPr dirty="0"/>
              <a:t>SHA256: 1288b47f69e2fc66fc217a47d13032343cef6ea92ea96a20888bfede9ff94b80</a:t>
            </a:r>
          </a:p>
          <a:p>
            <a:r>
              <a:rPr dirty="0" err="1"/>
              <a:t>Cryo_gaussian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/AdaLigand_stage1_inference/Find_1/CryoAtom2受体/artifacts/Find_1/held_out_test_0/evaluation/f2_centered_gaussian_macro_selected.metrics.json</a:t>
            </a:r>
          </a:p>
          <a:p>
            <a:r>
              <a:rPr dirty="0"/>
              <a:t>SHA256: 0a2c5878640d254efadfadd76e01852514d2200364169bd33f17604759f9b7f3</a:t>
            </a:r>
          </a:p>
          <a:p>
            <a:r>
              <a:rPr dirty="0" err="1"/>
              <a:t>Cryo_basic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/AdaLigand_stage1_inference/Find_1/CryoAtom2受体/artifacts/Find_1/held_out_test_0/evaluation/f1_blobs_basic_macro_selected.metrics.json</a:t>
            </a:r>
          </a:p>
          <a:p>
            <a:r>
              <a:rPr dirty="0"/>
              <a:t>SHA256: 3bc148c7035000d685850300ca113d506ca37d38d0f26fa5db47ba4ca31e6924</a:t>
            </a:r>
          </a:p>
          <a:p>
            <a:r>
              <a:rPr dirty="0"/>
              <a:t>unet_F1: /storage/</a:t>
            </a:r>
            <a:r>
              <a:rPr dirty="0" err="1"/>
              <a:t>penghongen</a:t>
            </a:r>
            <a:r>
              <a:rPr dirty="0"/>
              <a:t>/AdaLigand_stage1_inference/UNET/unet_c1_pdb_centric_v2/artifacts/unet_c1/held_out_test_0/evaluation/f1_blobs_basic_macro_selected.metrics.json</a:t>
            </a:r>
          </a:p>
          <a:p>
            <a:r>
              <a:rPr dirty="0"/>
              <a:t>SHA256: 4b216227a8b9d8b528afd8d610ddf48c4bafb95bfdaa71471ec647dedbaf765e</a:t>
            </a:r>
          </a:p>
          <a:p>
            <a:r>
              <a:rPr dirty="0"/>
              <a:t>Emap2lig: /storage/</a:t>
            </a:r>
            <a:r>
              <a:rPr dirty="0" err="1"/>
              <a:t>penghongen</a:t>
            </a:r>
            <a:r>
              <a:rPr dirty="0"/>
              <a:t>/AdaLigand_stage1_inference/Emap2lig/</a:t>
            </a:r>
            <a:r>
              <a:rPr dirty="0" err="1"/>
              <a:t>official_find_li</a:t>
            </a:r>
            <a:r>
              <a:rPr dirty="0"/>
              <a:t>/held_out_test_0/evaluation/</a:t>
            </a:r>
            <a:r>
              <a:rPr dirty="0" err="1"/>
              <a:t>official_find_li.metrics.json</a:t>
            </a:r>
            <a:endParaRPr dirty="0"/>
          </a:p>
          <a:p>
            <a:r>
              <a:rPr dirty="0"/>
              <a:t>SHA256: 19a0bca8380ea2ea708cc0eb1b1867b8d7b4c2c94e6c810bdeed6446a361d100</a:t>
            </a:r>
          </a:p>
          <a:p>
            <a:endParaRPr dirty="0"/>
          </a:p>
          <a:p>
            <a:r>
              <a:rPr dirty="0"/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GT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CryoAtom2 / Gaussian, Find_1 / CryoAtom2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5FC16D64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F1_main_prauc_10">
            <a:extLst>
              <a:ext uri="{FF2B5EF4-FFF2-40B4-BE49-F238E27FC236}">
                <a16:creationId xmlns:a16="http://schemas.microsoft.com/office/drawing/2014/main" id="{D92D2D5E-C799-42C6-86C7-0DE0F62DC602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1_main_prauc_11">
            <a:extLst>
              <a:ext uri="{FF2B5EF4-FFF2-40B4-BE49-F238E27FC236}">
                <a16:creationId xmlns:a16="http://schemas.microsoft.com/office/drawing/2014/main" id="{2EA63013-09F5-46A5-9264-0758B41C31C2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1_main_prauc_12">
            <a:extLst>
              <a:ext uri="{FF2B5EF4-FFF2-40B4-BE49-F238E27FC236}">
                <a16:creationId xmlns:a16="http://schemas.microsoft.com/office/drawing/2014/main" id="{39BCA372-F923-4836-B605-634AF9722B1D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3">
            <a:extLst>
              <a:ext uri="{FF2B5EF4-FFF2-40B4-BE49-F238E27FC236}">
                <a16:creationId xmlns:a16="http://schemas.microsoft.com/office/drawing/2014/main" id="{4E2A7889-C63B-476B-BB99-FFA98845633A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F1_main_prauc_14">
            <a:extLst>
              <a:ext uri="{FF2B5EF4-FFF2-40B4-BE49-F238E27FC236}">
                <a16:creationId xmlns:a16="http://schemas.microsoft.com/office/drawing/2014/main" id="{8C1CBA35-6FB5-40B7-8DB7-71D381081C5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5">
            <a:extLst>
              <a:ext uri="{FF2B5EF4-FFF2-40B4-BE49-F238E27FC236}">
                <a16:creationId xmlns:a16="http://schemas.microsoft.com/office/drawing/2014/main" id="{D8F1B0F4-896C-4DCA-84EB-8C9EDA858E42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6">
            <a:extLst>
              <a:ext uri="{FF2B5EF4-FFF2-40B4-BE49-F238E27FC236}">
                <a16:creationId xmlns:a16="http://schemas.microsoft.com/office/drawing/2014/main" id="{11CFC2FC-718C-47B2-B5DC-6ED9FFF3B6A5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F1_main_prauc_17">
            <a:extLst>
              <a:ext uri="{FF2B5EF4-FFF2-40B4-BE49-F238E27FC236}">
                <a16:creationId xmlns:a16="http://schemas.microsoft.com/office/drawing/2014/main" id="{37B468F4-59B8-466F-808E-C7D2252FFB13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8">
            <a:extLst>
              <a:ext uri="{FF2B5EF4-FFF2-40B4-BE49-F238E27FC236}">
                <a16:creationId xmlns:a16="http://schemas.microsoft.com/office/drawing/2014/main" id="{46C08A41-0E3B-435B-AF99-0714F7A43E6D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9">
            <a:extLst>
              <a:ext uri="{FF2B5EF4-FFF2-40B4-BE49-F238E27FC236}">
                <a16:creationId xmlns:a16="http://schemas.microsoft.com/office/drawing/2014/main" id="{9FD55C63-7394-41BB-8286-AC82B7CECAB3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F1_main_prauc_20">
            <a:extLst>
              <a:ext uri="{FF2B5EF4-FFF2-40B4-BE49-F238E27FC236}">
                <a16:creationId xmlns:a16="http://schemas.microsoft.com/office/drawing/2014/main" id="{C84C7089-D93E-45FF-A09C-395933C2CD6F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21">
            <a:extLst>
              <a:ext uri="{FF2B5EF4-FFF2-40B4-BE49-F238E27FC236}">
                <a16:creationId xmlns:a16="http://schemas.microsoft.com/office/drawing/2014/main" id="{749A295C-5A15-4E24-8E17-E71B63F494C0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22">
            <a:extLst>
              <a:ext uri="{FF2B5EF4-FFF2-40B4-BE49-F238E27FC236}">
                <a16:creationId xmlns:a16="http://schemas.microsoft.com/office/drawing/2014/main" id="{BB56A138-45BB-4BD7-A8E6-C4481747CFCF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F1_main_prauc_23">
            <a:extLst>
              <a:ext uri="{FF2B5EF4-FFF2-40B4-BE49-F238E27FC236}">
                <a16:creationId xmlns:a16="http://schemas.microsoft.com/office/drawing/2014/main" id="{33E52015-741C-4B34-B489-55BF3F4C7675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24">
            <a:extLst>
              <a:ext uri="{FF2B5EF4-FFF2-40B4-BE49-F238E27FC236}">
                <a16:creationId xmlns:a16="http://schemas.microsoft.com/office/drawing/2014/main" id="{E2609BFC-EF4B-4CC8-A07F-EA20691EB492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25">
            <a:extLst>
              <a:ext uri="{FF2B5EF4-FFF2-40B4-BE49-F238E27FC236}">
                <a16:creationId xmlns:a16="http://schemas.microsoft.com/office/drawing/2014/main" id="{8AB23FC2-7A0D-4DC2-95ED-A740B642889F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F1_main_prauc_26">
            <a:extLst>
              <a:ext uri="{FF2B5EF4-FFF2-40B4-BE49-F238E27FC236}">
                <a16:creationId xmlns:a16="http://schemas.microsoft.com/office/drawing/2014/main" id="{14E717FD-ED96-4EA9-9191-AC253AC46A87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F1_main_prauc_27">
            <a:extLst>
              <a:ext uri="{FF2B5EF4-FFF2-40B4-BE49-F238E27FC236}">
                <a16:creationId xmlns:a16="http://schemas.microsoft.com/office/drawing/2014/main" id="{D7884FB5-EC0C-4D9E-9495-FDECD25440A1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28">
            <a:extLst>
              <a:ext uri="{FF2B5EF4-FFF2-40B4-BE49-F238E27FC236}">
                <a16:creationId xmlns:a16="http://schemas.microsoft.com/office/drawing/2014/main" id="{CA374691-00EB-485D-84D0-BF18442571AC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F1_main_prauc_29">
            <a:extLst>
              <a:ext uri="{FF2B5EF4-FFF2-40B4-BE49-F238E27FC236}">
                <a16:creationId xmlns:a16="http://schemas.microsoft.com/office/drawing/2014/main" id="{19F502CA-43E2-4ECA-9B15-F9B33893F0D6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F1_main_prauc_30">
            <a:extLst>
              <a:ext uri="{FF2B5EF4-FFF2-40B4-BE49-F238E27FC236}">
                <a16:creationId xmlns:a16="http://schemas.microsoft.com/office/drawing/2014/main" id="{F377C8BB-DE6E-41FA-831E-6A73601C5C76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31">
            <a:extLst>
              <a:ext uri="{FF2B5EF4-FFF2-40B4-BE49-F238E27FC236}">
                <a16:creationId xmlns:a16="http://schemas.microsoft.com/office/drawing/2014/main" id="{ACECE0AA-03D8-490D-BAD2-249BE0F001E2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F1_main_prauc_32">
            <a:extLst>
              <a:ext uri="{FF2B5EF4-FFF2-40B4-BE49-F238E27FC236}">
                <a16:creationId xmlns:a16="http://schemas.microsoft.com/office/drawing/2014/main" id="{19863468-46AB-45AD-801E-09B2D0EA6823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F1_main_prauc_33">
            <a:extLst>
              <a:ext uri="{FF2B5EF4-FFF2-40B4-BE49-F238E27FC236}">
                <a16:creationId xmlns:a16="http://schemas.microsoft.com/office/drawing/2014/main" id="{CC86E056-195A-4463-8576-BB325130A2E4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34">
            <a:extLst>
              <a:ext uri="{FF2B5EF4-FFF2-40B4-BE49-F238E27FC236}">
                <a16:creationId xmlns:a16="http://schemas.microsoft.com/office/drawing/2014/main" id="{E9CE87DB-6A7E-4DFA-9414-27196C866D1A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F1_main_prauc_35">
            <a:extLst>
              <a:ext uri="{FF2B5EF4-FFF2-40B4-BE49-F238E27FC236}">
                <a16:creationId xmlns:a16="http://schemas.microsoft.com/office/drawing/2014/main" id="{A5F40DBF-19A1-451A-8E33-DE10ED156345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F1_main_prauc_36">
            <a:extLst>
              <a:ext uri="{FF2B5EF4-FFF2-40B4-BE49-F238E27FC236}">
                <a16:creationId xmlns:a16="http://schemas.microsoft.com/office/drawing/2014/main" id="{5DABC706-3E05-4501-BFEC-53B53107603A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37">
            <a:extLst>
              <a:ext uri="{FF2B5EF4-FFF2-40B4-BE49-F238E27FC236}">
                <a16:creationId xmlns:a16="http://schemas.microsoft.com/office/drawing/2014/main" id="{F79E46F0-9510-4790-83D5-50B072756066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F1_main_prauc_38">
            <a:extLst>
              <a:ext uri="{FF2B5EF4-FFF2-40B4-BE49-F238E27FC236}">
                <a16:creationId xmlns:a16="http://schemas.microsoft.com/office/drawing/2014/main" id="{050AC8E5-0C8F-4346-AA3F-3D4A3F584DDA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F1_main_prauc_39">
            <a:extLst>
              <a:ext uri="{FF2B5EF4-FFF2-40B4-BE49-F238E27FC236}">
                <a16:creationId xmlns:a16="http://schemas.microsoft.com/office/drawing/2014/main" id="{0DDC28B9-6187-4451-969A-F1ED6DEBC87F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40">
            <a:extLst>
              <a:ext uri="{FF2B5EF4-FFF2-40B4-BE49-F238E27FC236}">
                <a16:creationId xmlns:a16="http://schemas.microsoft.com/office/drawing/2014/main" id="{58DA6AE8-F239-4B1A-9551-7C49356140B8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F1_main_prauc_41">
            <a:extLst>
              <a:ext uri="{FF2B5EF4-FFF2-40B4-BE49-F238E27FC236}">
                <a16:creationId xmlns:a16="http://schemas.microsoft.com/office/drawing/2014/main" id="{843FAE6A-6118-4B32-80B5-5F19710A1EB0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F1_main_prauc_42">
            <a:extLst>
              <a:ext uri="{FF2B5EF4-FFF2-40B4-BE49-F238E27FC236}">
                <a16:creationId xmlns:a16="http://schemas.microsoft.com/office/drawing/2014/main" id="{52DA238A-E2E8-4C66-8786-CD90C06D5B2E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43">
            <a:extLst>
              <a:ext uri="{FF2B5EF4-FFF2-40B4-BE49-F238E27FC236}">
                <a16:creationId xmlns:a16="http://schemas.microsoft.com/office/drawing/2014/main" id="{54EEF601-6C01-48FA-9FBE-089E8AF7492A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44">
            <a:extLst>
              <a:ext uri="{FF2B5EF4-FFF2-40B4-BE49-F238E27FC236}">
                <a16:creationId xmlns:a16="http://schemas.microsoft.com/office/drawing/2014/main" id="{BE7A0A3C-16FE-47E2-ADBB-9A2F73349600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F1_main_prauc_45">
            <a:extLst>
              <a:ext uri="{FF2B5EF4-FFF2-40B4-BE49-F238E27FC236}">
                <a16:creationId xmlns:a16="http://schemas.microsoft.com/office/drawing/2014/main" id="{FE82D0CF-677C-40D8-92A5-8F71DE10A4EC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F1_main_prauc_46">
            <a:extLst>
              <a:ext uri="{FF2B5EF4-FFF2-40B4-BE49-F238E27FC236}">
                <a16:creationId xmlns:a16="http://schemas.microsoft.com/office/drawing/2014/main" id="{E1C68209-8D75-4C1E-AD52-2BDFB0E615E6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F1_main_prauc_47">
            <a:extLst>
              <a:ext uri="{FF2B5EF4-FFF2-40B4-BE49-F238E27FC236}">
                <a16:creationId xmlns:a16="http://schemas.microsoft.com/office/drawing/2014/main" id="{8AF340A9-C1BF-4138-A35D-FD4C8DEABAD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F1_main_prauc_48">
            <a:extLst>
              <a:ext uri="{FF2B5EF4-FFF2-40B4-BE49-F238E27FC236}">
                <a16:creationId xmlns:a16="http://schemas.microsoft.com/office/drawing/2014/main" id="{73BE6EA7-4556-4918-903B-77CAAC9B44FF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F1_main_prauc_49">
            <a:extLst>
              <a:ext uri="{FF2B5EF4-FFF2-40B4-BE49-F238E27FC236}">
                <a16:creationId xmlns:a16="http://schemas.microsoft.com/office/drawing/2014/main" id="{202FBE12-8DA6-4E0E-8C7C-13F47D3DD0DB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F1_main_prauc_50">
            <a:extLst>
              <a:ext uri="{FF2B5EF4-FFF2-40B4-BE49-F238E27FC236}">
                <a16:creationId xmlns:a16="http://schemas.microsoft.com/office/drawing/2014/main" id="{03B1D01F-CB10-4A38-AD05-7B1BDC802018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2" name="F1_main_prauc_51">
            <a:extLst>
              <a:ext uri="{FF2B5EF4-FFF2-40B4-BE49-F238E27FC236}">
                <a16:creationId xmlns:a16="http://schemas.microsoft.com/office/drawing/2014/main" id="{9427E8C4-A0E6-4F60-8DFC-A4981C0A782B}"/>
              </a:ext>
            </a:extLst>
          </p:cNvPr>
          <p:cNvSpPr>
            <a:spLocks noGrp="1"/>
          </p:cNvSpPr>
          <p:nvPr/>
        </p:nvSpPr>
        <p:spPr>
          <a:xfrm>
            <a:off x="3322966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3" name="F1_main_prauc_52">
            <a:extLst>
              <a:ext uri="{FF2B5EF4-FFF2-40B4-BE49-F238E27FC236}">
                <a16:creationId xmlns:a16="http://schemas.microsoft.com/office/drawing/2014/main" id="{A6EF9C3F-FCC4-4F83-9A84-C7FA561A23C8}"/>
              </a:ext>
            </a:extLst>
          </p:cNvPr>
          <p:cNvSpPr>
            <a:spLocks noGrp="1"/>
          </p:cNvSpPr>
          <p:nvPr/>
        </p:nvSpPr>
        <p:spPr>
          <a:xfrm>
            <a:off x="4896789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4" name="F1_main_prauc_53">
            <a:extLst>
              <a:ext uri="{FF2B5EF4-FFF2-40B4-BE49-F238E27FC236}">
                <a16:creationId xmlns:a16="http://schemas.microsoft.com/office/drawing/2014/main" id="{E53250E1-4A84-463E-A241-85E78754D1BD}"/>
              </a:ext>
            </a:extLst>
          </p:cNvPr>
          <p:cNvSpPr>
            <a:spLocks noGrp="1"/>
          </p:cNvSpPr>
          <p:nvPr/>
        </p:nvSpPr>
        <p:spPr>
          <a:xfrm>
            <a:off x="6470612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5" name="F1_main_prauc_54">
            <a:extLst>
              <a:ext uri="{FF2B5EF4-FFF2-40B4-BE49-F238E27FC236}">
                <a16:creationId xmlns:a16="http://schemas.microsoft.com/office/drawing/2014/main" id="{E47B46FC-16C9-4932-A4E2-7EB26C38E8C6}"/>
              </a:ext>
            </a:extLst>
          </p:cNvPr>
          <p:cNvSpPr>
            <a:spLocks noGrp="1"/>
          </p:cNvSpPr>
          <p:nvPr/>
        </p:nvSpPr>
        <p:spPr>
          <a:xfrm>
            <a:off x="8044435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6" name="F1_main_prauc_55">
            <a:extLst>
              <a:ext uri="{FF2B5EF4-FFF2-40B4-BE49-F238E27FC236}">
                <a16:creationId xmlns:a16="http://schemas.microsoft.com/office/drawing/2014/main" id="{D4FCA57D-7EA4-438C-BEDE-62E9F4092D2F}"/>
              </a:ext>
            </a:extLst>
          </p:cNvPr>
          <p:cNvSpPr>
            <a:spLocks noGrp="1"/>
          </p:cNvSpPr>
          <p:nvPr/>
        </p:nvSpPr>
        <p:spPr>
          <a:xfrm>
            <a:off x="2111122" y="5514784"/>
            <a:ext cx="325781" cy="600266"/>
          </a:xfrm>
          <a:custGeom>
            <a:avLst/>
            <a:gdLst/>
            <a:ahLst/>
            <a:cxnLst/>
            <a:rect l="0" t="0" r="0" b="0"/>
            <a:pathLst>
              <a:path w="325781" h="600266">
                <a:moveTo>
                  <a:pt x="0" y="600266"/>
                </a:moveTo>
                <a:lnTo>
                  <a:pt x="325781" y="600266"/>
                </a:lnTo>
                <a:lnTo>
                  <a:pt x="325781" y="0"/>
                </a:lnTo>
                <a:lnTo>
                  <a:pt x="0" y="0"/>
                </a:lnTo>
                <a:lnTo>
                  <a:pt x="0" y="60026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7" name="F1_main_prauc_56">
            <a:extLst>
              <a:ext uri="{FF2B5EF4-FFF2-40B4-BE49-F238E27FC236}">
                <a16:creationId xmlns:a16="http://schemas.microsoft.com/office/drawing/2014/main" id="{5BDB7687-BB40-4524-A366-66DCE707C36D}"/>
              </a:ext>
            </a:extLst>
          </p:cNvPr>
          <p:cNvSpPr>
            <a:spLocks noGrp="1"/>
          </p:cNvSpPr>
          <p:nvPr/>
        </p:nvSpPr>
        <p:spPr>
          <a:xfrm>
            <a:off x="3684946" y="5306194"/>
            <a:ext cx="325781" cy="808856"/>
          </a:xfrm>
          <a:custGeom>
            <a:avLst/>
            <a:gdLst/>
            <a:ahLst/>
            <a:cxnLst/>
            <a:rect l="0" t="0" r="0" b="0"/>
            <a:pathLst>
              <a:path w="325781" h="808856">
                <a:moveTo>
                  <a:pt x="0" y="808856"/>
                </a:moveTo>
                <a:lnTo>
                  <a:pt x="325781" y="808856"/>
                </a:lnTo>
                <a:lnTo>
                  <a:pt x="325781" y="0"/>
                </a:lnTo>
                <a:lnTo>
                  <a:pt x="0" y="0"/>
                </a:lnTo>
                <a:lnTo>
                  <a:pt x="0" y="80885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8" name="F1_main_prauc_57">
            <a:extLst>
              <a:ext uri="{FF2B5EF4-FFF2-40B4-BE49-F238E27FC236}">
                <a16:creationId xmlns:a16="http://schemas.microsoft.com/office/drawing/2014/main" id="{29286D9C-7DC4-4E9B-9679-72437826BC4A}"/>
              </a:ext>
            </a:extLst>
          </p:cNvPr>
          <p:cNvSpPr>
            <a:spLocks noGrp="1"/>
          </p:cNvSpPr>
          <p:nvPr/>
        </p:nvSpPr>
        <p:spPr>
          <a:xfrm>
            <a:off x="5258769" y="5311785"/>
            <a:ext cx="325781" cy="803265"/>
          </a:xfrm>
          <a:custGeom>
            <a:avLst/>
            <a:gdLst/>
            <a:ahLst/>
            <a:cxnLst/>
            <a:rect l="0" t="0" r="0" b="0"/>
            <a:pathLst>
              <a:path w="325781" h="803265">
                <a:moveTo>
                  <a:pt x="0" y="803265"/>
                </a:moveTo>
                <a:lnTo>
                  <a:pt x="325781" y="803265"/>
                </a:lnTo>
                <a:lnTo>
                  <a:pt x="325781" y="0"/>
                </a:lnTo>
                <a:lnTo>
                  <a:pt x="0" y="0"/>
                </a:lnTo>
                <a:lnTo>
                  <a:pt x="0" y="803265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9" name="F1_main_prauc_58">
            <a:extLst>
              <a:ext uri="{FF2B5EF4-FFF2-40B4-BE49-F238E27FC236}">
                <a16:creationId xmlns:a16="http://schemas.microsoft.com/office/drawing/2014/main" id="{503C0522-CE59-4B6A-9B49-E16D4E3DAB53}"/>
              </a:ext>
            </a:extLst>
          </p:cNvPr>
          <p:cNvSpPr>
            <a:spLocks noGrp="1"/>
          </p:cNvSpPr>
          <p:nvPr/>
        </p:nvSpPr>
        <p:spPr>
          <a:xfrm>
            <a:off x="6832592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0" name="F1_main_prauc_59">
            <a:extLst>
              <a:ext uri="{FF2B5EF4-FFF2-40B4-BE49-F238E27FC236}">
                <a16:creationId xmlns:a16="http://schemas.microsoft.com/office/drawing/2014/main" id="{51539F59-A8CA-4A1D-BB9E-57E06E1198B0}"/>
              </a:ext>
            </a:extLst>
          </p:cNvPr>
          <p:cNvSpPr>
            <a:spLocks noGrp="1"/>
          </p:cNvSpPr>
          <p:nvPr/>
        </p:nvSpPr>
        <p:spPr>
          <a:xfrm>
            <a:off x="8406415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1" name="F1_main_prauc_60">
            <a:extLst>
              <a:ext uri="{FF2B5EF4-FFF2-40B4-BE49-F238E27FC236}">
                <a16:creationId xmlns:a16="http://schemas.microsoft.com/office/drawing/2014/main" id="{663FF820-A23D-45F9-802C-723307B22E1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F1_main_prauc_61">
            <a:extLst>
              <a:ext uri="{FF2B5EF4-FFF2-40B4-BE49-F238E27FC236}">
                <a16:creationId xmlns:a16="http://schemas.microsoft.com/office/drawing/2014/main" id="{830DE51E-A9E1-46E7-ABBC-DB8C22D4C7D8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F1_main_prauc_62">
            <a:extLst>
              <a:ext uri="{FF2B5EF4-FFF2-40B4-BE49-F238E27FC236}">
                <a16:creationId xmlns:a16="http://schemas.microsoft.com/office/drawing/2014/main" id="{AEB62B4A-8DA3-4AE4-BE68-1FEA4071A1A3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F1_main_prauc_63">
            <a:extLst>
              <a:ext uri="{FF2B5EF4-FFF2-40B4-BE49-F238E27FC236}">
                <a16:creationId xmlns:a16="http://schemas.microsoft.com/office/drawing/2014/main" id="{EB76A141-A148-4543-B558-9D4A4A381CB3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F1_main_prauc_64">
            <a:extLst>
              <a:ext uri="{FF2B5EF4-FFF2-40B4-BE49-F238E27FC236}">
                <a16:creationId xmlns:a16="http://schemas.microsoft.com/office/drawing/2014/main" id="{42459664-6D9A-43CD-A22D-195662359374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F1_main_prauc_65">
            <a:extLst>
              <a:ext uri="{FF2B5EF4-FFF2-40B4-BE49-F238E27FC236}">
                <a16:creationId xmlns:a16="http://schemas.microsoft.com/office/drawing/2014/main" id="{3F4FC3BD-9622-409B-A1EB-7C3FBEDE9237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F1_main_prauc_66">
            <a:extLst>
              <a:ext uri="{FF2B5EF4-FFF2-40B4-BE49-F238E27FC236}">
                <a16:creationId xmlns:a16="http://schemas.microsoft.com/office/drawing/2014/main" id="{31E625F2-61D4-4AF7-BA1D-484F520F7DA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F1_main_prauc_67">
            <a:extLst>
              <a:ext uri="{FF2B5EF4-FFF2-40B4-BE49-F238E27FC236}">
                <a16:creationId xmlns:a16="http://schemas.microsoft.com/office/drawing/2014/main" id="{8C00AB9B-8BDC-441D-9E6A-9033579D4C98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F1_main_prauc_68">
            <a:extLst>
              <a:ext uri="{FF2B5EF4-FFF2-40B4-BE49-F238E27FC236}">
                <a16:creationId xmlns:a16="http://schemas.microsoft.com/office/drawing/2014/main" id="{0274664C-3852-404C-8C5A-4050C65F2AB8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F1_main_prauc_69">
            <a:extLst>
              <a:ext uri="{FF2B5EF4-FFF2-40B4-BE49-F238E27FC236}">
                <a16:creationId xmlns:a16="http://schemas.microsoft.com/office/drawing/2014/main" id="{C7C555EC-F99F-4CDE-95EC-FED52281E42A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F1_main_prauc_70">
            <a:extLst>
              <a:ext uri="{FF2B5EF4-FFF2-40B4-BE49-F238E27FC236}">
                <a16:creationId xmlns:a16="http://schemas.microsoft.com/office/drawing/2014/main" id="{70384756-3DD5-43C3-B97E-FBF90E294427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F1_main_prauc_71">
            <a:extLst>
              <a:ext uri="{FF2B5EF4-FFF2-40B4-BE49-F238E27FC236}">
                <a16:creationId xmlns:a16="http://schemas.microsoft.com/office/drawing/2014/main" id="{7586DE84-D534-4E21-B530-E8120802F87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F1_main_prauc_72">
            <a:extLst>
              <a:ext uri="{FF2B5EF4-FFF2-40B4-BE49-F238E27FC236}">
                <a16:creationId xmlns:a16="http://schemas.microsoft.com/office/drawing/2014/main" id="{B2AF1AFE-1A9D-417C-93B1-F8413622020C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F1_main_prauc_73">
            <a:extLst>
              <a:ext uri="{FF2B5EF4-FFF2-40B4-BE49-F238E27FC236}">
                <a16:creationId xmlns:a16="http://schemas.microsoft.com/office/drawing/2014/main" id="{8A23BF8E-97FE-4D82-A32E-FEE7DDD88FEB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F1_main_prauc_74">
            <a:extLst>
              <a:ext uri="{FF2B5EF4-FFF2-40B4-BE49-F238E27FC236}">
                <a16:creationId xmlns:a16="http://schemas.microsoft.com/office/drawing/2014/main" id="{BB0BB739-27FC-486F-BFFC-E3E90E054E1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F1_main_prauc_75">
            <a:extLst>
              <a:ext uri="{FF2B5EF4-FFF2-40B4-BE49-F238E27FC236}">
                <a16:creationId xmlns:a16="http://schemas.microsoft.com/office/drawing/2014/main" id="{C207F26E-9BC3-4EEE-84ED-24ACF6D97D5B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F1_main_prauc_76">
            <a:extLst>
              <a:ext uri="{FF2B5EF4-FFF2-40B4-BE49-F238E27FC236}">
                <a16:creationId xmlns:a16="http://schemas.microsoft.com/office/drawing/2014/main" id="{DD0B6269-7DD1-4EA9-B43B-71958C6CCE9B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F1_main_prauc_77">
            <a:extLst>
              <a:ext uri="{FF2B5EF4-FFF2-40B4-BE49-F238E27FC236}">
                <a16:creationId xmlns:a16="http://schemas.microsoft.com/office/drawing/2014/main" id="{CB2C425A-C1E7-4FD4-980F-A239811C9C6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F1_main_prauc_78">
            <a:extLst>
              <a:ext uri="{FF2B5EF4-FFF2-40B4-BE49-F238E27FC236}">
                <a16:creationId xmlns:a16="http://schemas.microsoft.com/office/drawing/2014/main" id="{253F396B-22A0-4206-B478-54626183E9D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F1_main_prauc_79">
            <a:extLst>
              <a:ext uri="{FF2B5EF4-FFF2-40B4-BE49-F238E27FC236}">
                <a16:creationId xmlns:a16="http://schemas.microsoft.com/office/drawing/2014/main" id="{60559421-6D35-4941-B91C-614BF3D5EEE0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F1_main_prauc_80">
            <a:extLst>
              <a:ext uri="{FF2B5EF4-FFF2-40B4-BE49-F238E27FC236}">
                <a16:creationId xmlns:a16="http://schemas.microsoft.com/office/drawing/2014/main" id="{ECC49F5D-7174-42E3-A3BA-06E3E67485C4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F1_main_prauc_81">
            <a:extLst>
              <a:ext uri="{FF2B5EF4-FFF2-40B4-BE49-F238E27FC236}">
                <a16:creationId xmlns:a16="http://schemas.microsoft.com/office/drawing/2014/main" id="{45C6E54F-9B7C-4F1C-9BA5-3C4D08DA265A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F1_main_prauc_82">
            <a:extLst>
              <a:ext uri="{FF2B5EF4-FFF2-40B4-BE49-F238E27FC236}">
                <a16:creationId xmlns:a16="http://schemas.microsoft.com/office/drawing/2014/main" id="{63E6F5B1-1B25-439A-9CCD-44846D1AE70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F1_main_prauc_83">
            <a:extLst>
              <a:ext uri="{FF2B5EF4-FFF2-40B4-BE49-F238E27FC236}">
                <a16:creationId xmlns:a16="http://schemas.microsoft.com/office/drawing/2014/main" id="{EE8A1AB9-D607-48C1-B1DD-F0A1CB607C44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F1_main_prauc_84">
            <a:extLst>
              <a:ext uri="{FF2B5EF4-FFF2-40B4-BE49-F238E27FC236}">
                <a16:creationId xmlns:a16="http://schemas.microsoft.com/office/drawing/2014/main" id="{E2DCC6D9-6DFE-4E14-B2DD-2AE8A5D905C6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F1_main_prauc_85">
            <a:extLst>
              <a:ext uri="{FF2B5EF4-FFF2-40B4-BE49-F238E27FC236}">
                <a16:creationId xmlns:a16="http://schemas.microsoft.com/office/drawing/2014/main" id="{18F24896-42F9-42EE-918A-588920F9C81A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F1_main_prauc_86">
            <a:extLst>
              <a:ext uri="{FF2B5EF4-FFF2-40B4-BE49-F238E27FC236}">
                <a16:creationId xmlns:a16="http://schemas.microsoft.com/office/drawing/2014/main" id="{238C3ABB-E522-4F17-90F4-CF7233065711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F1_main_prauc_87">
            <a:extLst>
              <a:ext uri="{FF2B5EF4-FFF2-40B4-BE49-F238E27FC236}">
                <a16:creationId xmlns:a16="http://schemas.microsoft.com/office/drawing/2014/main" id="{B44A8167-9200-404C-9BAE-8B770E372E8F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F1_main_prauc_88">
            <a:extLst>
              <a:ext uri="{FF2B5EF4-FFF2-40B4-BE49-F238E27FC236}">
                <a16:creationId xmlns:a16="http://schemas.microsoft.com/office/drawing/2014/main" id="{887AEE60-8774-4618-82FD-7107C93F0BE6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F1_main_prauc_89">
            <a:extLst>
              <a:ext uri="{FF2B5EF4-FFF2-40B4-BE49-F238E27FC236}">
                <a16:creationId xmlns:a16="http://schemas.microsoft.com/office/drawing/2014/main" id="{EF68C7FE-CE0E-4494-8211-67D11F014EDB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F1_main_prauc_90">
            <a:extLst>
              <a:ext uri="{FF2B5EF4-FFF2-40B4-BE49-F238E27FC236}">
                <a16:creationId xmlns:a16="http://schemas.microsoft.com/office/drawing/2014/main" id="{44E3786A-95FA-4335-92AA-C4BB9AFF7577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F1_main_prauc_91">
            <a:extLst>
              <a:ext uri="{FF2B5EF4-FFF2-40B4-BE49-F238E27FC236}">
                <a16:creationId xmlns:a16="http://schemas.microsoft.com/office/drawing/2014/main" id="{E693CC0D-F915-4A6A-9815-E0BFDC61110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F1_main_prauc_92">
            <a:extLst>
              <a:ext uri="{FF2B5EF4-FFF2-40B4-BE49-F238E27FC236}">
                <a16:creationId xmlns:a16="http://schemas.microsoft.com/office/drawing/2014/main" id="{2A2F095E-CA38-4473-B5E3-40A6B8AB42F6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F1_main_prauc_93">
            <a:extLst>
              <a:ext uri="{FF2B5EF4-FFF2-40B4-BE49-F238E27FC236}">
                <a16:creationId xmlns:a16="http://schemas.microsoft.com/office/drawing/2014/main" id="{3D890DF4-4BEA-4B7C-9782-F6295ACC1DB3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F1_main_prauc_94">
            <a:extLst>
              <a:ext uri="{FF2B5EF4-FFF2-40B4-BE49-F238E27FC236}">
                <a16:creationId xmlns:a16="http://schemas.microsoft.com/office/drawing/2014/main" id="{4FCAF9C6-2F06-4DE0-BD64-7C750899A5A2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F1_main_prauc_95">
            <a:extLst>
              <a:ext uri="{FF2B5EF4-FFF2-40B4-BE49-F238E27FC236}">
                <a16:creationId xmlns:a16="http://schemas.microsoft.com/office/drawing/2014/main" id="{69C9B33E-BA24-4961-8129-C137894BDD99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F1_main_prauc_96">
            <a:extLst>
              <a:ext uri="{FF2B5EF4-FFF2-40B4-BE49-F238E27FC236}">
                <a16:creationId xmlns:a16="http://schemas.microsoft.com/office/drawing/2014/main" id="{3D86D14B-6264-48F2-B8F8-E2D487184E06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F1_main_prauc_97">
            <a:extLst>
              <a:ext uri="{FF2B5EF4-FFF2-40B4-BE49-F238E27FC236}">
                <a16:creationId xmlns:a16="http://schemas.microsoft.com/office/drawing/2014/main" id="{21E9EFD9-8AB7-4E5A-B04B-26460FA88C5D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F1_main_prauc_98">
            <a:extLst>
              <a:ext uri="{FF2B5EF4-FFF2-40B4-BE49-F238E27FC236}">
                <a16:creationId xmlns:a16="http://schemas.microsoft.com/office/drawing/2014/main" id="{8E4A5059-0137-4770-A7C6-4F77EB9B2711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F1_main_prauc_99">
            <a:extLst>
              <a:ext uri="{FF2B5EF4-FFF2-40B4-BE49-F238E27FC236}">
                <a16:creationId xmlns:a16="http://schemas.microsoft.com/office/drawing/2014/main" id="{9876D455-9BA4-4388-9DB0-485DD125AF96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F1_main_prauc_100">
            <a:extLst>
              <a:ext uri="{FF2B5EF4-FFF2-40B4-BE49-F238E27FC236}">
                <a16:creationId xmlns:a16="http://schemas.microsoft.com/office/drawing/2014/main" id="{5AB629E3-E119-4833-A556-97BB0543897C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F1_main_prauc_101">
            <a:extLst>
              <a:ext uri="{FF2B5EF4-FFF2-40B4-BE49-F238E27FC236}">
                <a16:creationId xmlns:a16="http://schemas.microsoft.com/office/drawing/2014/main" id="{7F48438D-CFA8-4E21-BAC8-4E7CC8C517C5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F1_main_prauc_102">
            <a:extLst>
              <a:ext uri="{FF2B5EF4-FFF2-40B4-BE49-F238E27FC236}">
                <a16:creationId xmlns:a16="http://schemas.microsoft.com/office/drawing/2014/main" id="{FFE43A57-3F06-46BA-B7D7-0496685511F1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F1_main_prauc_103">
            <a:extLst>
              <a:ext uri="{FF2B5EF4-FFF2-40B4-BE49-F238E27FC236}">
                <a16:creationId xmlns:a16="http://schemas.microsoft.com/office/drawing/2014/main" id="{517684D4-AA13-4DD7-B476-B2B317924B7E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F1_main_prauc_104">
            <a:extLst>
              <a:ext uri="{FF2B5EF4-FFF2-40B4-BE49-F238E27FC236}">
                <a16:creationId xmlns:a16="http://schemas.microsoft.com/office/drawing/2014/main" id="{DF77A672-0001-4793-9177-26C549838DF6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F1_main_prauc_105">
            <a:extLst>
              <a:ext uri="{FF2B5EF4-FFF2-40B4-BE49-F238E27FC236}">
                <a16:creationId xmlns:a16="http://schemas.microsoft.com/office/drawing/2014/main" id="{B0BB78BF-C0B5-4C20-AEBF-D562F87A1546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F1_main_prauc_106">
            <a:extLst>
              <a:ext uri="{FF2B5EF4-FFF2-40B4-BE49-F238E27FC236}">
                <a16:creationId xmlns:a16="http://schemas.microsoft.com/office/drawing/2014/main" id="{3D802E92-E2EC-4E8C-B20A-432DA7684686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F1_main_prauc_107">
            <a:extLst>
              <a:ext uri="{FF2B5EF4-FFF2-40B4-BE49-F238E27FC236}">
                <a16:creationId xmlns:a16="http://schemas.microsoft.com/office/drawing/2014/main" id="{FA691078-652A-4F7C-A27B-D86131F72E36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F1_main_prauc_108">
            <a:extLst>
              <a:ext uri="{FF2B5EF4-FFF2-40B4-BE49-F238E27FC236}">
                <a16:creationId xmlns:a16="http://schemas.microsoft.com/office/drawing/2014/main" id="{8F6B6710-69B0-46A9-AE40-8BA26B50DBDD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F1_main_prauc_109">
            <a:extLst>
              <a:ext uri="{FF2B5EF4-FFF2-40B4-BE49-F238E27FC236}">
                <a16:creationId xmlns:a16="http://schemas.microsoft.com/office/drawing/2014/main" id="{EFD9ACFF-FA63-442F-A705-43810E50DAB7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F1_main_prauc_110">
            <a:extLst>
              <a:ext uri="{FF2B5EF4-FFF2-40B4-BE49-F238E27FC236}">
                <a16:creationId xmlns:a16="http://schemas.microsoft.com/office/drawing/2014/main" id="{880F8BCA-79A7-4A17-9C0E-D10534CE2F02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F1_main_prauc_111">
            <a:extLst>
              <a:ext uri="{FF2B5EF4-FFF2-40B4-BE49-F238E27FC236}">
                <a16:creationId xmlns:a16="http://schemas.microsoft.com/office/drawing/2014/main" id="{696E1EA9-FF73-42C7-BAE3-C10BFFADD85E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F1_main_prauc_112">
            <a:extLst>
              <a:ext uri="{FF2B5EF4-FFF2-40B4-BE49-F238E27FC236}">
                <a16:creationId xmlns:a16="http://schemas.microsoft.com/office/drawing/2014/main" id="{79EB319A-5AB2-4925-BD60-EB92975A9C3C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F1_main_prauc_113">
            <a:extLst>
              <a:ext uri="{FF2B5EF4-FFF2-40B4-BE49-F238E27FC236}">
                <a16:creationId xmlns:a16="http://schemas.microsoft.com/office/drawing/2014/main" id="{03A3A6E0-B91B-4B27-AF49-6E3916A6B8ED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F1_main_prauc_114">
            <a:extLst>
              <a:ext uri="{FF2B5EF4-FFF2-40B4-BE49-F238E27FC236}">
                <a16:creationId xmlns:a16="http://schemas.microsoft.com/office/drawing/2014/main" id="{96BCB064-C4FB-4B05-9939-F9FFF73084F7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F1_main_prauc_115">
            <a:extLst>
              <a:ext uri="{FF2B5EF4-FFF2-40B4-BE49-F238E27FC236}">
                <a16:creationId xmlns:a16="http://schemas.microsoft.com/office/drawing/2014/main" id="{7A11902B-3316-4CAB-A288-2950705DBFC7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F1_main_prauc_116">
            <a:extLst>
              <a:ext uri="{FF2B5EF4-FFF2-40B4-BE49-F238E27FC236}">
                <a16:creationId xmlns:a16="http://schemas.microsoft.com/office/drawing/2014/main" id="{27A3D6EB-077C-4BF8-ABAC-09C6E28A292B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F1_main_prauc_117">
            <a:extLst>
              <a:ext uri="{FF2B5EF4-FFF2-40B4-BE49-F238E27FC236}">
                <a16:creationId xmlns:a16="http://schemas.microsoft.com/office/drawing/2014/main" id="{DFCEDFF1-283D-4580-98F9-4AF4D09EC010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F1_main_prauc_118">
            <a:extLst>
              <a:ext uri="{FF2B5EF4-FFF2-40B4-BE49-F238E27FC236}">
                <a16:creationId xmlns:a16="http://schemas.microsoft.com/office/drawing/2014/main" id="{7CF9CDA7-2367-4287-816C-CED57DDAAD52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F1_main_prauc_119">
            <a:extLst>
              <a:ext uri="{FF2B5EF4-FFF2-40B4-BE49-F238E27FC236}">
                <a16:creationId xmlns:a16="http://schemas.microsoft.com/office/drawing/2014/main" id="{29B87DE2-07FB-495A-A566-6F6B0AC149E9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F1_main_prauc_120">
            <a:extLst>
              <a:ext uri="{FF2B5EF4-FFF2-40B4-BE49-F238E27FC236}">
                <a16:creationId xmlns:a16="http://schemas.microsoft.com/office/drawing/2014/main" id="{0D3DD716-F7D2-4EFF-9A2F-57E2C1D6DDB3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F1_main_prauc_121">
            <a:extLst>
              <a:ext uri="{FF2B5EF4-FFF2-40B4-BE49-F238E27FC236}">
                <a16:creationId xmlns:a16="http://schemas.microsoft.com/office/drawing/2014/main" id="{2DBA0F33-BE0E-469A-B0AA-5C35B4029DD8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F1_main_prauc_122">
            <a:extLst>
              <a:ext uri="{FF2B5EF4-FFF2-40B4-BE49-F238E27FC236}">
                <a16:creationId xmlns:a16="http://schemas.microsoft.com/office/drawing/2014/main" id="{264FA9BF-1129-419A-A112-580982CB02BC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F1_main_prauc_123">
            <a:extLst>
              <a:ext uri="{FF2B5EF4-FFF2-40B4-BE49-F238E27FC236}">
                <a16:creationId xmlns:a16="http://schemas.microsoft.com/office/drawing/2014/main" id="{93E2F395-2227-41D5-9B66-2D89E61752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F1_main_prauc_124">
            <a:extLst>
              <a:ext uri="{FF2B5EF4-FFF2-40B4-BE49-F238E27FC236}">
                <a16:creationId xmlns:a16="http://schemas.microsoft.com/office/drawing/2014/main" id="{6F3053B2-BBEA-4890-8A87-60877B1F76AF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F1_main_prauc_125">
            <a:extLst>
              <a:ext uri="{FF2B5EF4-FFF2-40B4-BE49-F238E27FC236}">
                <a16:creationId xmlns:a16="http://schemas.microsoft.com/office/drawing/2014/main" id="{F6581B50-26B7-42CF-9EA1-22E2D7E69133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F1_main_prauc_126">
            <a:extLst>
              <a:ext uri="{FF2B5EF4-FFF2-40B4-BE49-F238E27FC236}">
                <a16:creationId xmlns:a16="http://schemas.microsoft.com/office/drawing/2014/main" id="{53442DA8-C5E3-4FAA-B933-3B2788B45BA5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F1_main_prauc_127">
            <a:extLst>
              <a:ext uri="{FF2B5EF4-FFF2-40B4-BE49-F238E27FC236}">
                <a16:creationId xmlns:a16="http://schemas.microsoft.com/office/drawing/2014/main" id="{CDD89A3C-DF88-4F18-A225-7F2C0E49EE7F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F1_main_prauc_128">
            <a:extLst>
              <a:ext uri="{FF2B5EF4-FFF2-40B4-BE49-F238E27FC236}">
                <a16:creationId xmlns:a16="http://schemas.microsoft.com/office/drawing/2014/main" id="{B908E293-618A-45ED-92F3-860A8215B0DA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F1_main_prauc_129">
            <a:extLst>
              <a:ext uri="{FF2B5EF4-FFF2-40B4-BE49-F238E27FC236}">
                <a16:creationId xmlns:a16="http://schemas.microsoft.com/office/drawing/2014/main" id="{6B00A431-2B50-41C1-9678-786F04DF7FD3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F1_main_prauc_130">
            <a:extLst>
              <a:ext uri="{FF2B5EF4-FFF2-40B4-BE49-F238E27FC236}">
                <a16:creationId xmlns:a16="http://schemas.microsoft.com/office/drawing/2014/main" id="{1D7E0047-205D-4970-8420-B8DB1E5F8AA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F1_main_prauc_131">
            <a:extLst>
              <a:ext uri="{FF2B5EF4-FFF2-40B4-BE49-F238E27FC236}">
                <a16:creationId xmlns:a16="http://schemas.microsoft.com/office/drawing/2014/main" id="{40A4AE34-0586-437D-B5AF-5E5A3EF62E4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F1_main_prauc_132">
            <a:extLst>
              <a:ext uri="{FF2B5EF4-FFF2-40B4-BE49-F238E27FC236}">
                <a16:creationId xmlns:a16="http://schemas.microsoft.com/office/drawing/2014/main" id="{9127FC18-F902-4443-856B-1CCEBEFEDCA3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F1_main_prauc_133">
            <a:extLst>
              <a:ext uri="{FF2B5EF4-FFF2-40B4-BE49-F238E27FC236}">
                <a16:creationId xmlns:a16="http://schemas.microsoft.com/office/drawing/2014/main" id="{2C780575-44F6-41E3-B6D6-EAB2A8E3032A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F1_main_prauc_134">
            <a:extLst>
              <a:ext uri="{FF2B5EF4-FFF2-40B4-BE49-F238E27FC236}">
                <a16:creationId xmlns:a16="http://schemas.microsoft.com/office/drawing/2014/main" id="{99F0EF0E-3FE8-4105-ADDF-DEF0BC1708F7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F1_main_prauc_135">
            <a:extLst>
              <a:ext uri="{FF2B5EF4-FFF2-40B4-BE49-F238E27FC236}">
                <a16:creationId xmlns:a16="http://schemas.microsoft.com/office/drawing/2014/main" id="{03456E72-D975-47EF-B18E-92A9AFE3864D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F1_main_prauc_136">
            <a:extLst>
              <a:ext uri="{FF2B5EF4-FFF2-40B4-BE49-F238E27FC236}">
                <a16:creationId xmlns:a16="http://schemas.microsoft.com/office/drawing/2014/main" id="{DA58C6B1-932E-480D-98EE-EA45BB2A9F2B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F1_main_prauc_137">
            <a:extLst>
              <a:ext uri="{FF2B5EF4-FFF2-40B4-BE49-F238E27FC236}">
                <a16:creationId xmlns:a16="http://schemas.microsoft.com/office/drawing/2014/main" id="{97B3B849-BF71-4DA6-B522-0C0448C2E00B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F1_main_prauc_138">
            <a:extLst>
              <a:ext uri="{FF2B5EF4-FFF2-40B4-BE49-F238E27FC236}">
                <a16:creationId xmlns:a16="http://schemas.microsoft.com/office/drawing/2014/main" id="{032208E8-1785-4965-BD68-F81EC899A3A3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F1_main_prauc_139">
            <a:extLst>
              <a:ext uri="{FF2B5EF4-FFF2-40B4-BE49-F238E27FC236}">
                <a16:creationId xmlns:a16="http://schemas.microsoft.com/office/drawing/2014/main" id="{6A0653F7-A4AC-4D54-9E1B-CB524A7151D3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F1_main_prauc_140">
            <a:extLst>
              <a:ext uri="{FF2B5EF4-FFF2-40B4-BE49-F238E27FC236}">
                <a16:creationId xmlns:a16="http://schemas.microsoft.com/office/drawing/2014/main" id="{998CBA20-9055-4173-B3CD-1FF7F92097A0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F1_main_prauc_141">
            <a:extLst>
              <a:ext uri="{FF2B5EF4-FFF2-40B4-BE49-F238E27FC236}">
                <a16:creationId xmlns:a16="http://schemas.microsoft.com/office/drawing/2014/main" id="{12EA41F1-F4B8-4B1D-8CE9-A00465790CAB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F1_main_prauc_142">
            <a:extLst>
              <a:ext uri="{FF2B5EF4-FFF2-40B4-BE49-F238E27FC236}">
                <a16:creationId xmlns:a16="http://schemas.microsoft.com/office/drawing/2014/main" id="{C2F55FD3-32CE-4718-8A55-C68235CF46FB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F1_main_prauc_143">
            <a:extLst>
              <a:ext uri="{FF2B5EF4-FFF2-40B4-BE49-F238E27FC236}">
                <a16:creationId xmlns:a16="http://schemas.microsoft.com/office/drawing/2014/main" id="{6D1D7D5D-8856-458C-9EA8-26D43C90CE05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F1_main_prauc_144">
            <a:extLst>
              <a:ext uri="{FF2B5EF4-FFF2-40B4-BE49-F238E27FC236}">
                <a16:creationId xmlns:a16="http://schemas.microsoft.com/office/drawing/2014/main" id="{72B569F6-5E75-4C9E-BBED-FC9021C5A7BD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F1_main_prauc_145">
            <a:extLst>
              <a:ext uri="{FF2B5EF4-FFF2-40B4-BE49-F238E27FC236}">
                <a16:creationId xmlns:a16="http://schemas.microsoft.com/office/drawing/2014/main" id="{DAF23509-F031-4DB5-91B3-C131E541C0BF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F1_main_prauc_146">
            <a:extLst>
              <a:ext uri="{FF2B5EF4-FFF2-40B4-BE49-F238E27FC236}">
                <a16:creationId xmlns:a16="http://schemas.microsoft.com/office/drawing/2014/main" id="{525A7F3C-DBC8-4DEE-B7D4-878F6EF5F149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F1_main_prauc_147">
            <a:extLst>
              <a:ext uri="{FF2B5EF4-FFF2-40B4-BE49-F238E27FC236}">
                <a16:creationId xmlns:a16="http://schemas.microsoft.com/office/drawing/2014/main" id="{5D2A5B10-AB8B-4FEE-8B0A-28360423BF43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F1_main_prauc_148">
            <a:extLst>
              <a:ext uri="{FF2B5EF4-FFF2-40B4-BE49-F238E27FC236}">
                <a16:creationId xmlns:a16="http://schemas.microsoft.com/office/drawing/2014/main" id="{F4CA648D-1E49-47D8-9CB8-C0C8A0047DC5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F1_main_prauc_149">
            <a:extLst>
              <a:ext uri="{FF2B5EF4-FFF2-40B4-BE49-F238E27FC236}">
                <a16:creationId xmlns:a16="http://schemas.microsoft.com/office/drawing/2014/main" id="{313C9D70-EA9A-49BE-AFA0-D62CDDEE34F0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F1_main_prauc_150">
            <a:extLst>
              <a:ext uri="{FF2B5EF4-FFF2-40B4-BE49-F238E27FC236}">
                <a16:creationId xmlns:a16="http://schemas.microsoft.com/office/drawing/2014/main" id="{3B140E4B-F401-499D-BB6B-DEADE67B3CEB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F1_main_prauc_151">
            <a:extLst>
              <a:ext uri="{FF2B5EF4-FFF2-40B4-BE49-F238E27FC236}">
                <a16:creationId xmlns:a16="http://schemas.microsoft.com/office/drawing/2014/main" id="{5864A09B-C49F-4E71-98F4-1B0DA86D245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F1_main_prauc_152">
            <a:extLst>
              <a:ext uri="{FF2B5EF4-FFF2-40B4-BE49-F238E27FC236}">
                <a16:creationId xmlns:a16="http://schemas.microsoft.com/office/drawing/2014/main" id="{15552B03-118F-4596-AC94-896F31E67633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F1_main_prauc_153">
            <a:extLst>
              <a:ext uri="{FF2B5EF4-FFF2-40B4-BE49-F238E27FC236}">
                <a16:creationId xmlns:a16="http://schemas.microsoft.com/office/drawing/2014/main" id="{3650811C-2E63-4AC8-BBD9-3A4351FCBB89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F1_main_prauc_154">
            <a:extLst>
              <a:ext uri="{FF2B5EF4-FFF2-40B4-BE49-F238E27FC236}">
                <a16:creationId xmlns:a16="http://schemas.microsoft.com/office/drawing/2014/main" id="{3F09316A-C652-47B4-9929-0E7D17029E85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F1_main_prauc_155">
            <a:extLst>
              <a:ext uri="{FF2B5EF4-FFF2-40B4-BE49-F238E27FC236}">
                <a16:creationId xmlns:a16="http://schemas.microsoft.com/office/drawing/2014/main" id="{1E5A1946-FEB4-461A-8DFF-C96AD3AC27B7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F1_main_prauc_156">
            <a:extLst>
              <a:ext uri="{FF2B5EF4-FFF2-40B4-BE49-F238E27FC236}">
                <a16:creationId xmlns:a16="http://schemas.microsoft.com/office/drawing/2014/main" id="{A40289C9-6BA7-49AA-AE7C-4B42691DB433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F1_main_prauc_157">
            <a:extLst>
              <a:ext uri="{FF2B5EF4-FFF2-40B4-BE49-F238E27FC236}">
                <a16:creationId xmlns:a16="http://schemas.microsoft.com/office/drawing/2014/main" id="{479FB950-8DB1-423C-80E3-4F0C992E6C6E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F1_main_prauc_158">
            <a:extLst>
              <a:ext uri="{FF2B5EF4-FFF2-40B4-BE49-F238E27FC236}">
                <a16:creationId xmlns:a16="http://schemas.microsoft.com/office/drawing/2014/main" id="{56318B15-1281-44D0-B675-0195BEB07D80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F1_main_prauc_159">
            <a:extLst>
              <a:ext uri="{FF2B5EF4-FFF2-40B4-BE49-F238E27FC236}">
                <a16:creationId xmlns:a16="http://schemas.microsoft.com/office/drawing/2014/main" id="{53F48F47-B76F-4539-8F54-1D5E61A7F43F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F1_main_prauc_160">
            <a:extLst>
              <a:ext uri="{FF2B5EF4-FFF2-40B4-BE49-F238E27FC236}">
                <a16:creationId xmlns:a16="http://schemas.microsoft.com/office/drawing/2014/main" id="{AD733D65-E674-477C-9A5B-114ADD1EDF3E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F1_main_prauc_161">
            <a:extLst>
              <a:ext uri="{FF2B5EF4-FFF2-40B4-BE49-F238E27FC236}">
                <a16:creationId xmlns:a16="http://schemas.microsoft.com/office/drawing/2014/main" id="{ACE837C8-1E13-458D-B41A-09DFABFDB00E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F1_main_prauc_162">
            <a:extLst>
              <a:ext uri="{FF2B5EF4-FFF2-40B4-BE49-F238E27FC236}">
                <a16:creationId xmlns:a16="http://schemas.microsoft.com/office/drawing/2014/main" id="{D51BA5A6-A9BC-4E4F-B16C-54B2A19DBB0A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F1_main_prauc_163">
            <a:extLst>
              <a:ext uri="{FF2B5EF4-FFF2-40B4-BE49-F238E27FC236}">
                <a16:creationId xmlns:a16="http://schemas.microsoft.com/office/drawing/2014/main" id="{8502867A-6533-4691-BB5F-43FD84C5D6B3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F1_main_prauc_164">
            <a:extLst>
              <a:ext uri="{FF2B5EF4-FFF2-40B4-BE49-F238E27FC236}">
                <a16:creationId xmlns:a16="http://schemas.microsoft.com/office/drawing/2014/main" id="{653E1164-4964-40C7-A566-82FD6CC6FE0D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F1_main_prauc_165">
            <a:extLst>
              <a:ext uri="{FF2B5EF4-FFF2-40B4-BE49-F238E27FC236}">
                <a16:creationId xmlns:a16="http://schemas.microsoft.com/office/drawing/2014/main" id="{AE4BD12A-705F-4182-AD2F-ABA5F0F9D425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F1_main_prauc_166">
            <a:extLst>
              <a:ext uri="{FF2B5EF4-FFF2-40B4-BE49-F238E27FC236}">
                <a16:creationId xmlns:a16="http://schemas.microsoft.com/office/drawing/2014/main" id="{2C384E47-61AC-4798-A830-A580C20692F8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F1_main_prauc_167">
            <a:extLst>
              <a:ext uri="{FF2B5EF4-FFF2-40B4-BE49-F238E27FC236}">
                <a16:creationId xmlns:a16="http://schemas.microsoft.com/office/drawing/2014/main" id="{EC69891A-16FA-4D6F-BB23-247DA0F0BFF7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F1_main_prauc_168">
            <a:extLst>
              <a:ext uri="{FF2B5EF4-FFF2-40B4-BE49-F238E27FC236}">
                <a16:creationId xmlns:a16="http://schemas.microsoft.com/office/drawing/2014/main" id="{49FE7014-D425-4F2F-AF0C-C8BA4BD1D4AC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F1_main_prauc_169">
            <a:extLst>
              <a:ext uri="{FF2B5EF4-FFF2-40B4-BE49-F238E27FC236}">
                <a16:creationId xmlns:a16="http://schemas.microsoft.com/office/drawing/2014/main" id="{2EADB201-DCB6-45C5-AB09-BE1635061093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F1_main_prauc_170">
            <a:extLst>
              <a:ext uri="{FF2B5EF4-FFF2-40B4-BE49-F238E27FC236}">
                <a16:creationId xmlns:a16="http://schemas.microsoft.com/office/drawing/2014/main" id="{04C2F884-9542-49B6-83D7-02463470D174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F1_main_prauc_171">
            <a:extLst>
              <a:ext uri="{FF2B5EF4-FFF2-40B4-BE49-F238E27FC236}">
                <a16:creationId xmlns:a16="http://schemas.microsoft.com/office/drawing/2014/main" id="{D1DF2038-DB27-45BB-B193-136A900D1B37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F1_main_prauc_172">
            <a:extLst>
              <a:ext uri="{FF2B5EF4-FFF2-40B4-BE49-F238E27FC236}">
                <a16:creationId xmlns:a16="http://schemas.microsoft.com/office/drawing/2014/main" id="{D9FC156A-AF42-4EB5-8F25-5F9F23C31BEF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F1_main_prauc_173">
            <a:extLst>
              <a:ext uri="{FF2B5EF4-FFF2-40B4-BE49-F238E27FC236}">
                <a16:creationId xmlns:a16="http://schemas.microsoft.com/office/drawing/2014/main" id="{003B7A1E-B964-456E-8C7D-F6CFC29ABFD2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F1_main_prauc_174">
            <a:extLst>
              <a:ext uri="{FF2B5EF4-FFF2-40B4-BE49-F238E27FC236}">
                <a16:creationId xmlns:a16="http://schemas.microsoft.com/office/drawing/2014/main" id="{94F5D546-0721-4C1B-9A5A-0B33282FC3E5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F1_main_prauc_175">
            <a:extLst>
              <a:ext uri="{FF2B5EF4-FFF2-40B4-BE49-F238E27FC236}">
                <a16:creationId xmlns:a16="http://schemas.microsoft.com/office/drawing/2014/main" id="{3A6220FE-2DF4-4FD5-B84B-BFC17B83FDDC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F1_main_prauc_176">
            <a:extLst>
              <a:ext uri="{FF2B5EF4-FFF2-40B4-BE49-F238E27FC236}">
                <a16:creationId xmlns:a16="http://schemas.microsoft.com/office/drawing/2014/main" id="{BBDF60A0-7973-4866-AA14-B2422FC7FC18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F1_main_prauc_177">
            <a:extLst>
              <a:ext uri="{FF2B5EF4-FFF2-40B4-BE49-F238E27FC236}">
                <a16:creationId xmlns:a16="http://schemas.microsoft.com/office/drawing/2014/main" id="{BC07699D-FC12-4076-840B-5255AA5C48DE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F1_main_prauc_178">
            <a:extLst>
              <a:ext uri="{FF2B5EF4-FFF2-40B4-BE49-F238E27FC236}">
                <a16:creationId xmlns:a16="http://schemas.microsoft.com/office/drawing/2014/main" id="{FEC07717-5418-4A7C-9F82-B6B9C69BCFDC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F1_main_prauc_179">
            <a:extLst>
              <a:ext uri="{FF2B5EF4-FFF2-40B4-BE49-F238E27FC236}">
                <a16:creationId xmlns:a16="http://schemas.microsoft.com/office/drawing/2014/main" id="{6197FFC7-4D90-4429-A31C-9E15B8B9BBA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F1_main_prauc_180">
            <a:extLst>
              <a:ext uri="{FF2B5EF4-FFF2-40B4-BE49-F238E27FC236}">
                <a16:creationId xmlns:a16="http://schemas.microsoft.com/office/drawing/2014/main" id="{01642E56-9B08-4518-AFA2-6CECAAC0D785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F1_main_prauc_181">
            <a:extLst>
              <a:ext uri="{FF2B5EF4-FFF2-40B4-BE49-F238E27FC236}">
                <a16:creationId xmlns:a16="http://schemas.microsoft.com/office/drawing/2014/main" id="{49CAA87B-CE77-46D7-88C8-BEE1E50ADA6D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F1_main_prauc_182">
            <a:extLst>
              <a:ext uri="{FF2B5EF4-FFF2-40B4-BE49-F238E27FC236}">
                <a16:creationId xmlns:a16="http://schemas.microsoft.com/office/drawing/2014/main" id="{1C4575DB-4908-4215-A4F5-98600FC38E74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F1_main_prauc_183">
            <a:extLst>
              <a:ext uri="{FF2B5EF4-FFF2-40B4-BE49-F238E27FC236}">
                <a16:creationId xmlns:a16="http://schemas.microsoft.com/office/drawing/2014/main" id="{0D42561D-6F57-40C9-85CC-8A0EC3B89BD1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F1_main_prauc_184">
            <a:extLst>
              <a:ext uri="{FF2B5EF4-FFF2-40B4-BE49-F238E27FC236}">
                <a16:creationId xmlns:a16="http://schemas.microsoft.com/office/drawing/2014/main" id="{BE759E74-63BF-4805-A051-39BB6AD5199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F1_main_prauc_185">
            <a:extLst>
              <a:ext uri="{FF2B5EF4-FFF2-40B4-BE49-F238E27FC236}">
                <a16:creationId xmlns:a16="http://schemas.microsoft.com/office/drawing/2014/main" id="{B165A350-3D1E-4666-9DCB-06F9AAAEF3BA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F1_main_prauc_186">
            <a:extLst>
              <a:ext uri="{FF2B5EF4-FFF2-40B4-BE49-F238E27FC236}">
                <a16:creationId xmlns:a16="http://schemas.microsoft.com/office/drawing/2014/main" id="{9D8C29F5-7E2D-4632-815C-B93F32B90790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F1_main_prauc_187">
            <a:extLst>
              <a:ext uri="{FF2B5EF4-FFF2-40B4-BE49-F238E27FC236}">
                <a16:creationId xmlns:a16="http://schemas.microsoft.com/office/drawing/2014/main" id="{72C46444-ED6A-4628-B3DC-54AE1BE19708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F1_main_prauc_188">
            <a:extLst>
              <a:ext uri="{FF2B5EF4-FFF2-40B4-BE49-F238E27FC236}">
                <a16:creationId xmlns:a16="http://schemas.microsoft.com/office/drawing/2014/main" id="{2C9BFC1C-1213-407B-A020-F94E302F5F90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F1_main_prauc_189">
            <a:extLst>
              <a:ext uri="{FF2B5EF4-FFF2-40B4-BE49-F238E27FC236}">
                <a16:creationId xmlns:a16="http://schemas.microsoft.com/office/drawing/2014/main" id="{2F795DCB-2731-4743-8015-F4CE24EB1E32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F1_main_prauc_190">
            <a:extLst>
              <a:ext uri="{FF2B5EF4-FFF2-40B4-BE49-F238E27FC236}">
                <a16:creationId xmlns:a16="http://schemas.microsoft.com/office/drawing/2014/main" id="{D644DD93-F687-4481-8A7F-BC80340DE6E0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F1_main_prauc_191">
            <a:extLst>
              <a:ext uri="{FF2B5EF4-FFF2-40B4-BE49-F238E27FC236}">
                <a16:creationId xmlns:a16="http://schemas.microsoft.com/office/drawing/2014/main" id="{2E43EA1F-CBD9-4819-BEAC-ED858B085C2B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F1_main_prauc_192">
            <a:extLst>
              <a:ext uri="{FF2B5EF4-FFF2-40B4-BE49-F238E27FC236}">
                <a16:creationId xmlns:a16="http://schemas.microsoft.com/office/drawing/2014/main" id="{5A9F27D8-F037-46D8-BEEB-CE34C79E3278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F1_main_prauc_193">
            <a:extLst>
              <a:ext uri="{FF2B5EF4-FFF2-40B4-BE49-F238E27FC236}">
                <a16:creationId xmlns:a16="http://schemas.microsoft.com/office/drawing/2014/main" id="{43EE0A45-AE4A-46CD-8A7E-2A2D914BAA56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F1_main_prauc_194">
            <a:extLst>
              <a:ext uri="{FF2B5EF4-FFF2-40B4-BE49-F238E27FC236}">
                <a16:creationId xmlns:a16="http://schemas.microsoft.com/office/drawing/2014/main" id="{0E39FF87-7D1E-4BC5-AAC8-9F341D536245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F1_main_prauc_195">
            <a:extLst>
              <a:ext uri="{FF2B5EF4-FFF2-40B4-BE49-F238E27FC236}">
                <a16:creationId xmlns:a16="http://schemas.microsoft.com/office/drawing/2014/main" id="{61315DCE-3F39-4DA9-9E3F-4483E6907D5D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F1_main_prauc_196">
            <a:extLst>
              <a:ext uri="{FF2B5EF4-FFF2-40B4-BE49-F238E27FC236}">
                <a16:creationId xmlns:a16="http://schemas.microsoft.com/office/drawing/2014/main" id="{07CC63DA-063C-425B-8BFF-6335F72D9F86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F1_main_prauc_197">
            <a:extLst>
              <a:ext uri="{FF2B5EF4-FFF2-40B4-BE49-F238E27FC236}">
                <a16:creationId xmlns:a16="http://schemas.microsoft.com/office/drawing/2014/main" id="{1D48724B-2C49-43DB-A17B-22A3BD57241D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F1_main_prauc_198">
            <a:extLst>
              <a:ext uri="{FF2B5EF4-FFF2-40B4-BE49-F238E27FC236}">
                <a16:creationId xmlns:a16="http://schemas.microsoft.com/office/drawing/2014/main" id="{E0C93122-BED7-4EF1-8CE5-6EC9EF4D0AA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F1_main_prauc_199">
            <a:extLst>
              <a:ext uri="{FF2B5EF4-FFF2-40B4-BE49-F238E27FC236}">
                <a16:creationId xmlns:a16="http://schemas.microsoft.com/office/drawing/2014/main" id="{1DE14B91-D753-478A-8391-5C7AED2D4E7D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F1_main_prauc_200">
            <a:extLst>
              <a:ext uri="{FF2B5EF4-FFF2-40B4-BE49-F238E27FC236}">
                <a16:creationId xmlns:a16="http://schemas.microsoft.com/office/drawing/2014/main" id="{5541A457-DEE2-43FF-8116-D608ADA2320D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F1_main_prauc_201">
            <a:extLst>
              <a:ext uri="{FF2B5EF4-FFF2-40B4-BE49-F238E27FC236}">
                <a16:creationId xmlns:a16="http://schemas.microsoft.com/office/drawing/2014/main" id="{54106287-BCFD-4DBE-BBA8-B342EAFC1C4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F1_main_prauc_202">
            <a:extLst>
              <a:ext uri="{FF2B5EF4-FFF2-40B4-BE49-F238E27FC236}">
                <a16:creationId xmlns:a16="http://schemas.microsoft.com/office/drawing/2014/main" id="{EDE44232-529A-4CF2-8D81-569350A12DE0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F1_main_prauc_203">
            <a:extLst>
              <a:ext uri="{FF2B5EF4-FFF2-40B4-BE49-F238E27FC236}">
                <a16:creationId xmlns:a16="http://schemas.microsoft.com/office/drawing/2014/main" id="{4954F4FE-67C5-431B-934A-00B5FCE3BC14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F1_main_prauc_204">
            <a:extLst>
              <a:ext uri="{FF2B5EF4-FFF2-40B4-BE49-F238E27FC236}">
                <a16:creationId xmlns:a16="http://schemas.microsoft.com/office/drawing/2014/main" id="{139507C1-40CF-46EE-9981-D4F58D7A38A8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F1_main_prauc_205">
            <a:extLst>
              <a:ext uri="{FF2B5EF4-FFF2-40B4-BE49-F238E27FC236}">
                <a16:creationId xmlns:a16="http://schemas.microsoft.com/office/drawing/2014/main" id="{026F7EEC-913A-4AAB-8AFF-12799022588C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F1_main_prauc_206">
            <a:extLst>
              <a:ext uri="{FF2B5EF4-FFF2-40B4-BE49-F238E27FC236}">
                <a16:creationId xmlns:a16="http://schemas.microsoft.com/office/drawing/2014/main" id="{7A0A9895-7C69-4A7F-887F-574A6BAF11D6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F1_main_prauc_207">
            <a:extLst>
              <a:ext uri="{FF2B5EF4-FFF2-40B4-BE49-F238E27FC236}">
                <a16:creationId xmlns:a16="http://schemas.microsoft.com/office/drawing/2014/main" id="{CF4B0226-5E73-42A9-813D-612C5982559E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F1_main_prauc_208">
            <a:extLst>
              <a:ext uri="{FF2B5EF4-FFF2-40B4-BE49-F238E27FC236}">
                <a16:creationId xmlns:a16="http://schemas.microsoft.com/office/drawing/2014/main" id="{E3A4F75B-CD12-4D12-8152-5FC03FD3B917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F1_main_prauc_209">
            <a:extLst>
              <a:ext uri="{FF2B5EF4-FFF2-40B4-BE49-F238E27FC236}">
                <a16:creationId xmlns:a16="http://schemas.microsoft.com/office/drawing/2014/main" id="{46D8A0CF-2537-47B1-B636-D2A4A5FA0F27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F1_main_prauc_210">
            <a:extLst>
              <a:ext uri="{FF2B5EF4-FFF2-40B4-BE49-F238E27FC236}">
                <a16:creationId xmlns:a16="http://schemas.microsoft.com/office/drawing/2014/main" id="{A683CCD1-3DF7-4325-A54C-AC70B8C5395E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F1_main_prauc_211">
            <a:extLst>
              <a:ext uri="{FF2B5EF4-FFF2-40B4-BE49-F238E27FC236}">
                <a16:creationId xmlns:a16="http://schemas.microsoft.com/office/drawing/2014/main" id="{BDC080F7-DE0D-4B32-B184-AB1418F4FBCD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F1_main_prauc_212">
            <a:extLst>
              <a:ext uri="{FF2B5EF4-FFF2-40B4-BE49-F238E27FC236}">
                <a16:creationId xmlns:a16="http://schemas.microsoft.com/office/drawing/2014/main" id="{DF36E425-8469-4CCD-B510-ECB89AEA5F47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F1_main_prauc_213">
            <a:extLst>
              <a:ext uri="{FF2B5EF4-FFF2-40B4-BE49-F238E27FC236}">
                <a16:creationId xmlns:a16="http://schemas.microsoft.com/office/drawing/2014/main" id="{9ADF2CF6-6CA8-4D6F-9E7B-FFDD954229E3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F1_main_prauc_214">
            <a:extLst>
              <a:ext uri="{FF2B5EF4-FFF2-40B4-BE49-F238E27FC236}">
                <a16:creationId xmlns:a16="http://schemas.microsoft.com/office/drawing/2014/main" id="{4512C83E-53E2-444D-A679-243CD1481F19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F1_main_prauc_215">
            <a:extLst>
              <a:ext uri="{FF2B5EF4-FFF2-40B4-BE49-F238E27FC236}">
                <a16:creationId xmlns:a16="http://schemas.microsoft.com/office/drawing/2014/main" id="{AF6E72C2-5C59-4B63-B46C-6CCDB38748F6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F1_main_prauc_216">
            <a:extLst>
              <a:ext uri="{FF2B5EF4-FFF2-40B4-BE49-F238E27FC236}">
                <a16:creationId xmlns:a16="http://schemas.microsoft.com/office/drawing/2014/main" id="{5B896B31-1B11-46C8-A572-55D225C29CD4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F1_main_prauc_217">
            <a:extLst>
              <a:ext uri="{FF2B5EF4-FFF2-40B4-BE49-F238E27FC236}">
                <a16:creationId xmlns:a16="http://schemas.microsoft.com/office/drawing/2014/main" id="{F417F268-8C29-4525-BF09-9C0CD06D24F4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F1_main_prauc_218">
            <a:extLst>
              <a:ext uri="{FF2B5EF4-FFF2-40B4-BE49-F238E27FC236}">
                <a16:creationId xmlns:a16="http://schemas.microsoft.com/office/drawing/2014/main" id="{FD7BBD37-57FD-4F9B-B0A1-4DECD632B98D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F1_main_prauc_219">
            <a:extLst>
              <a:ext uri="{FF2B5EF4-FFF2-40B4-BE49-F238E27FC236}">
                <a16:creationId xmlns:a16="http://schemas.microsoft.com/office/drawing/2014/main" id="{F04C49D5-9C10-410A-BC80-1331F82F173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F1_main_prauc_220">
            <a:extLst>
              <a:ext uri="{FF2B5EF4-FFF2-40B4-BE49-F238E27FC236}">
                <a16:creationId xmlns:a16="http://schemas.microsoft.com/office/drawing/2014/main" id="{EEBEFD01-C39B-4C5F-8AC0-A035A3D14496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F1_main_prauc_221">
            <a:extLst>
              <a:ext uri="{FF2B5EF4-FFF2-40B4-BE49-F238E27FC236}">
                <a16:creationId xmlns:a16="http://schemas.microsoft.com/office/drawing/2014/main" id="{2B600507-00A6-4CB2-8AAC-FA7FFBB0FFE1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F1_main_prauc_222">
            <a:extLst>
              <a:ext uri="{FF2B5EF4-FFF2-40B4-BE49-F238E27FC236}">
                <a16:creationId xmlns:a16="http://schemas.microsoft.com/office/drawing/2014/main" id="{FD3C58F0-F536-4A1F-846C-5BB47D977054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F1_main_prauc_223">
            <a:extLst>
              <a:ext uri="{FF2B5EF4-FFF2-40B4-BE49-F238E27FC236}">
                <a16:creationId xmlns:a16="http://schemas.microsoft.com/office/drawing/2014/main" id="{A9D42D1F-323F-4311-A848-D36070B6D44D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F1_main_prauc_224">
            <a:extLst>
              <a:ext uri="{FF2B5EF4-FFF2-40B4-BE49-F238E27FC236}">
                <a16:creationId xmlns:a16="http://schemas.microsoft.com/office/drawing/2014/main" id="{E95F9BAA-A8B1-4B71-BAD9-600161919B3A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F1_main_prauc_225">
            <a:extLst>
              <a:ext uri="{FF2B5EF4-FFF2-40B4-BE49-F238E27FC236}">
                <a16:creationId xmlns:a16="http://schemas.microsoft.com/office/drawing/2014/main" id="{C1C44422-CE4A-4E25-AB9F-AD3717E77707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F1_main_prauc_226">
            <a:extLst>
              <a:ext uri="{FF2B5EF4-FFF2-40B4-BE49-F238E27FC236}">
                <a16:creationId xmlns:a16="http://schemas.microsoft.com/office/drawing/2014/main" id="{887C5F99-A908-466C-99AD-B652451F1709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F1_main_prauc_227">
            <a:extLst>
              <a:ext uri="{FF2B5EF4-FFF2-40B4-BE49-F238E27FC236}">
                <a16:creationId xmlns:a16="http://schemas.microsoft.com/office/drawing/2014/main" id="{27727CE5-714E-47A0-A6C5-6127249B00A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F1_main_prauc_228">
            <a:extLst>
              <a:ext uri="{FF2B5EF4-FFF2-40B4-BE49-F238E27FC236}">
                <a16:creationId xmlns:a16="http://schemas.microsoft.com/office/drawing/2014/main" id="{BC151BA9-E3CC-486F-9882-470F5F59E340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F1_main_prauc_229">
            <a:extLst>
              <a:ext uri="{FF2B5EF4-FFF2-40B4-BE49-F238E27FC236}">
                <a16:creationId xmlns:a16="http://schemas.microsoft.com/office/drawing/2014/main" id="{C65D9726-BD1E-4820-8FB8-82652787BA52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F1_main_prauc_230">
            <a:extLst>
              <a:ext uri="{FF2B5EF4-FFF2-40B4-BE49-F238E27FC236}">
                <a16:creationId xmlns:a16="http://schemas.microsoft.com/office/drawing/2014/main" id="{85A9658D-9DDD-4EC2-8D39-DBFC34803940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F1_main_prauc_231">
            <a:extLst>
              <a:ext uri="{FF2B5EF4-FFF2-40B4-BE49-F238E27FC236}">
                <a16:creationId xmlns:a16="http://schemas.microsoft.com/office/drawing/2014/main" id="{A1A26AC0-EC5B-4F39-9FA7-A3AC6159257F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F1_main_prauc_232">
            <a:extLst>
              <a:ext uri="{FF2B5EF4-FFF2-40B4-BE49-F238E27FC236}">
                <a16:creationId xmlns:a16="http://schemas.microsoft.com/office/drawing/2014/main" id="{FABA9348-AD84-455D-9F0C-17FFA30F8CD0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F1_main_prauc_233">
            <a:extLst>
              <a:ext uri="{FF2B5EF4-FFF2-40B4-BE49-F238E27FC236}">
                <a16:creationId xmlns:a16="http://schemas.microsoft.com/office/drawing/2014/main" id="{70578D22-DD08-4F62-BEF7-9E6BBA736B43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F1_main_prauc_234">
            <a:extLst>
              <a:ext uri="{FF2B5EF4-FFF2-40B4-BE49-F238E27FC236}">
                <a16:creationId xmlns:a16="http://schemas.microsoft.com/office/drawing/2014/main" id="{4D9BE776-8892-4929-AE5F-CBF1DFFDA0C9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F1_main_prauc_235">
            <a:extLst>
              <a:ext uri="{FF2B5EF4-FFF2-40B4-BE49-F238E27FC236}">
                <a16:creationId xmlns:a16="http://schemas.microsoft.com/office/drawing/2014/main" id="{BDDDAB2D-A440-4914-86A5-8BE38FB24677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F1_main_prauc_236">
            <a:extLst>
              <a:ext uri="{FF2B5EF4-FFF2-40B4-BE49-F238E27FC236}">
                <a16:creationId xmlns:a16="http://schemas.microsoft.com/office/drawing/2014/main" id="{7A7321EF-7756-47A5-89A7-5E15A6CAFD0C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F1_main_prauc_237">
            <a:extLst>
              <a:ext uri="{FF2B5EF4-FFF2-40B4-BE49-F238E27FC236}">
                <a16:creationId xmlns:a16="http://schemas.microsoft.com/office/drawing/2014/main" id="{06799203-1470-41F8-8852-F0CB628364C8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F1_main_prauc_238">
            <a:extLst>
              <a:ext uri="{FF2B5EF4-FFF2-40B4-BE49-F238E27FC236}">
                <a16:creationId xmlns:a16="http://schemas.microsoft.com/office/drawing/2014/main" id="{637A6422-199A-4C44-A321-73B1CDDBF071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F1_main_prauc_239">
            <a:extLst>
              <a:ext uri="{FF2B5EF4-FFF2-40B4-BE49-F238E27FC236}">
                <a16:creationId xmlns:a16="http://schemas.microsoft.com/office/drawing/2014/main" id="{2A074392-E3EA-4757-87FA-E9457A37FABB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F1_main_prauc_240">
            <a:extLst>
              <a:ext uri="{FF2B5EF4-FFF2-40B4-BE49-F238E27FC236}">
                <a16:creationId xmlns:a16="http://schemas.microsoft.com/office/drawing/2014/main" id="{D956EA49-AF4F-431B-8DD7-033CB453E58B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F1_main_prauc_241">
            <a:extLst>
              <a:ext uri="{FF2B5EF4-FFF2-40B4-BE49-F238E27FC236}">
                <a16:creationId xmlns:a16="http://schemas.microsoft.com/office/drawing/2014/main" id="{EA67BAF7-806F-48A9-940E-274BE2E14573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F1_main_prauc_242">
            <a:extLst>
              <a:ext uri="{FF2B5EF4-FFF2-40B4-BE49-F238E27FC236}">
                <a16:creationId xmlns:a16="http://schemas.microsoft.com/office/drawing/2014/main" id="{93976024-7DA1-4A65-9B23-CFC4E31C3227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F1_main_prauc_243">
            <a:extLst>
              <a:ext uri="{FF2B5EF4-FFF2-40B4-BE49-F238E27FC236}">
                <a16:creationId xmlns:a16="http://schemas.microsoft.com/office/drawing/2014/main" id="{619D7A76-4AB1-4203-828C-106D2228554A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F1_main_prauc_244">
            <a:extLst>
              <a:ext uri="{FF2B5EF4-FFF2-40B4-BE49-F238E27FC236}">
                <a16:creationId xmlns:a16="http://schemas.microsoft.com/office/drawing/2014/main" id="{15495FD0-14A4-476B-80B8-5189F3F5CAC6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F1_main_prauc_245">
            <a:extLst>
              <a:ext uri="{FF2B5EF4-FFF2-40B4-BE49-F238E27FC236}">
                <a16:creationId xmlns:a16="http://schemas.microsoft.com/office/drawing/2014/main" id="{997BDA56-DAE2-4B39-A793-E74E31CF9EC5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F1_main_prauc_246">
            <a:extLst>
              <a:ext uri="{FF2B5EF4-FFF2-40B4-BE49-F238E27FC236}">
                <a16:creationId xmlns:a16="http://schemas.microsoft.com/office/drawing/2014/main" id="{B90AA60C-E954-45BE-8404-C509C2E23F71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F1_main_prauc_247">
            <a:extLst>
              <a:ext uri="{FF2B5EF4-FFF2-40B4-BE49-F238E27FC236}">
                <a16:creationId xmlns:a16="http://schemas.microsoft.com/office/drawing/2014/main" id="{D6ABE3A1-7092-459C-B2D7-33FFA605882C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F1_main_prauc_248">
            <a:extLst>
              <a:ext uri="{FF2B5EF4-FFF2-40B4-BE49-F238E27FC236}">
                <a16:creationId xmlns:a16="http://schemas.microsoft.com/office/drawing/2014/main" id="{E18E77AC-EBDF-4939-A9DB-79EDB7E12EA9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F1_main_prauc_249">
            <a:extLst>
              <a:ext uri="{FF2B5EF4-FFF2-40B4-BE49-F238E27FC236}">
                <a16:creationId xmlns:a16="http://schemas.microsoft.com/office/drawing/2014/main" id="{0F1F5A04-62BE-407F-B9B2-6875941A26FF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F1_main_prauc_250">
            <a:extLst>
              <a:ext uri="{FF2B5EF4-FFF2-40B4-BE49-F238E27FC236}">
                <a16:creationId xmlns:a16="http://schemas.microsoft.com/office/drawing/2014/main" id="{BE2DF301-6EC2-4FDA-A781-C83CC61B7EAD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F1_main_prauc_251">
            <a:extLst>
              <a:ext uri="{FF2B5EF4-FFF2-40B4-BE49-F238E27FC236}">
                <a16:creationId xmlns:a16="http://schemas.microsoft.com/office/drawing/2014/main" id="{FF2B1E1F-8ADA-4FD1-89DB-9D54232E9B0F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F1_main_prauc_252">
            <a:extLst>
              <a:ext uri="{FF2B5EF4-FFF2-40B4-BE49-F238E27FC236}">
                <a16:creationId xmlns:a16="http://schemas.microsoft.com/office/drawing/2014/main" id="{52C542A9-A814-4CDB-BD96-DB08CB357E40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F1_main_prauc_253">
            <a:extLst>
              <a:ext uri="{FF2B5EF4-FFF2-40B4-BE49-F238E27FC236}">
                <a16:creationId xmlns:a16="http://schemas.microsoft.com/office/drawing/2014/main" id="{57721DC1-5EBD-4676-953A-37B53701630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F1_main_prauc_254">
            <a:extLst>
              <a:ext uri="{FF2B5EF4-FFF2-40B4-BE49-F238E27FC236}">
                <a16:creationId xmlns:a16="http://schemas.microsoft.com/office/drawing/2014/main" id="{F4142F74-1968-4CCE-A6E2-7936F639DAF2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F1_main_prauc_255">
            <a:extLst>
              <a:ext uri="{FF2B5EF4-FFF2-40B4-BE49-F238E27FC236}">
                <a16:creationId xmlns:a16="http://schemas.microsoft.com/office/drawing/2014/main" id="{6D8C62F1-CAE4-4842-ABCC-A0738BE4391A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F1_main_prauc_256">
            <a:extLst>
              <a:ext uri="{FF2B5EF4-FFF2-40B4-BE49-F238E27FC236}">
                <a16:creationId xmlns:a16="http://schemas.microsoft.com/office/drawing/2014/main" id="{914ADCF2-285C-4108-9EAC-50A487483906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F1_main_prauc_257">
            <a:extLst>
              <a:ext uri="{FF2B5EF4-FFF2-40B4-BE49-F238E27FC236}">
                <a16:creationId xmlns:a16="http://schemas.microsoft.com/office/drawing/2014/main" id="{63758BA5-DCE5-4FAB-9190-B646AD4CDBA3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F1_main_prauc_258">
            <a:extLst>
              <a:ext uri="{FF2B5EF4-FFF2-40B4-BE49-F238E27FC236}">
                <a16:creationId xmlns:a16="http://schemas.microsoft.com/office/drawing/2014/main" id="{6B6E6144-72D1-4EB0-AC8C-0BB989296156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F1_main_prauc_259">
            <a:extLst>
              <a:ext uri="{FF2B5EF4-FFF2-40B4-BE49-F238E27FC236}">
                <a16:creationId xmlns:a16="http://schemas.microsoft.com/office/drawing/2014/main" id="{58DDAEAF-7304-479E-B1CD-056F559FF5DF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F1_main_prauc_260">
            <a:extLst>
              <a:ext uri="{FF2B5EF4-FFF2-40B4-BE49-F238E27FC236}">
                <a16:creationId xmlns:a16="http://schemas.microsoft.com/office/drawing/2014/main" id="{19E39958-2B07-46BD-9E95-89F1B261E553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F1_main_prauc_261">
            <a:extLst>
              <a:ext uri="{FF2B5EF4-FFF2-40B4-BE49-F238E27FC236}">
                <a16:creationId xmlns:a16="http://schemas.microsoft.com/office/drawing/2014/main" id="{611B1939-F62D-483C-BF66-D2771EBE4F88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F1_main_prauc_262">
            <a:extLst>
              <a:ext uri="{FF2B5EF4-FFF2-40B4-BE49-F238E27FC236}">
                <a16:creationId xmlns:a16="http://schemas.microsoft.com/office/drawing/2014/main" id="{EFE33E13-AF56-4EEF-A2EA-F80C05119106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F1_main_prauc_263">
            <a:extLst>
              <a:ext uri="{FF2B5EF4-FFF2-40B4-BE49-F238E27FC236}">
                <a16:creationId xmlns:a16="http://schemas.microsoft.com/office/drawing/2014/main" id="{CE9D2E5A-71B8-462B-B431-7384ED3238ED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F1_main_prauc_264">
            <a:extLst>
              <a:ext uri="{FF2B5EF4-FFF2-40B4-BE49-F238E27FC236}">
                <a16:creationId xmlns:a16="http://schemas.microsoft.com/office/drawing/2014/main" id="{533FBFD0-D348-4255-AA87-C5B8FC196D78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F1_main_prauc_265">
            <a:extLst>
              <a:ext uri="{FF2B5EF4-FFF2-40B4-BE49-F238E27FC236}">
                <a16:creationId xmlns:a16="http://schemas.microsoft.com/office/drawing/2014/main" id="{B75202C0-3137-4BFE-8EE3-80ABEE22B33D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F1_main_prauc_266">
            <a:extLst>
              <a:ext uri="{FF2B5EF4-FFF2-40B4-BE49-F238E27FC236}">
                <a16:creationId xmlns:a16="http://schemas.microsoft.com/office/drawing/2014/main" id="{B84ED618-F6E3-477C-AFAD-D16D9CCA582C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F1_main_prauc_267">
            <a:extLst>
              <a:ext uri="{FF2B5EF4-FFF2-40B4-BE49-F238E27FC236}">
                <a16:creationId xmlns:a16="http://schemas.microsoft.com/office/drawing/2014/main" id="{20ADB830-897F-4B8F-A499-8B4036A220A4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F1_main_prauc_268">
            <a:extLst>
              <a:ext uri="{FF2B5EF4-FFF2-40B4-BE49-F238E27FC236}">
                <a16:creationId xmlns:a16="http://schemas.microsoft.com/office/drawing/2014/main" id="{83FE1FA6-DE65-4422-934D-9B4E5D4822A8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F1_main_prauc_269">
            <a:extLst>
              <a:ext uri="{FF2B5EF4-FFF2-40B4-BE49-F238E27FC236}">
                <a16:creationId xmlns:a16="http://schemas.microsoft.com/office/drawing/2014/main" id="{04159FAC-2F4C-4A2E-BF8B-69305EC7688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F1_main_prauc_270">
            <a:extLst>
              <a:ext uri="{FF2B5EF4-FFF2-40B4-BE49-F238E27FC236}">
                <a16:creationId xmlns:a16="http://schemas.microsoft.com/office/drawing/2014/main" id="{2C41D607-B416-409D-8CB3-9032ED1A8D4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F1_main_prauc_271">
            <a:extLst>
              <a:ext uri="{FF2B5EF4-FFF2-40B4-BE49-F238E27FC236}">
                <a16:creationId xmlns:a16="http://schemas.microsoft.com/office/drawing/2014/main" id="{C9E5CAC1-B3F5-40D4-BC79-763C8611C24F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F1_main_prauc_272">
            <a:extLst>
              <a:ext uri="{FF2B5EF4-FFF2-40B4-BE49-F238E27FC236}">
                <a16:creationId xmlns:a16="http://schemas.microsoft.com/office/drawing/2014/main" id="{B0C32622-6988-4A77-94C4-2BDF6291856C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F1_main_prauc_273">
            <a:extLst>
              <a:ext uri="{FF2B5EF4-FFF2-40B4-BE49-F238E27FC236}">
                <a16:creationId xmlns:a16="http://schemas.microsoft.com/office/drawing/2014/main" id="{A944C4B7-EF48-408B-9308-0C93CC3BDD31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F1_main_prauc_274">
            <a:extLst>
              <a:ext uri="{FF2B5EF4-FFF2-40B4-BE49-F238E27FC236}">
                <a16:creationId xmlns:a16="http://schemas.microsoft.com/office/drawing/2014/main" id="{A6470CCD-535B-4B22-9CCA-89CA4757DF0F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F1_main_prauc_275">
            <a:extLst>
              <a:ext uri="{FF2B5EF4-FFF2-40B4-BE49-F238E27FC236}">
                <a16:creationId xmlns:a16="http://schemas.microsoft.com/office/drawing/2014/main" id="{26172CF7-222F-4923-BCA6-2BA2EDBE673F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F1_main_prauc_276">
            <a:extLst>
              <a:ext uri="{FF2B5EF4-FFF2-40B4-BE49-F238E27FC236}">
                <a16:creationId xmlns:a16="http://schemas.microsoft.com/office/drawing/2014/main" id="{2A5652D6-61A3-4163-BF0F-4F9E9130CD09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F1_main_prauc_277">
            <a:extLst>
              <a:ext uri="{FF2B5EF4-FFF2-40B4-BE49-F238E27FC236}">
                <a16:creationId xmlns:a16="http://schemas.microsoft.com/office/drawing/2014/main" id="{4EDCC94E-4FB0-41C8-A08A-9E41814ADFAC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F1_main_prauc_278">
            <a:extLst>
              <a:ext uri="{FF2B5EF4-FFF2-40B4-BE49-F238E27FC236}">
                <a16:creationId xmlns:a16="http://schemas.microsoft.com/office/drawing/2014/main" id="{A73A0EDC-4372-48C3-9DA8-27F15DAB4700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F1_main_prauc_279">
            <a:extLst>
              <a:ext uri="{FF2B5EF4-FFF2-40B4-BE49-F238E27FC236}">
                <a16:creationId xmlns:a16="http://schemas.microsoft.com/office/drawing/2014/main" id="{67E14AFC-0735-4C04-895B-4BFE270783A4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F1_main_prauc_280">
            <a:extLst>
              <a:ext uri="{FF2B5EF4-FFF2-40B4-BE49-F238E27FC236}">
                <a16:creationId xmlns:a16="http://schemas.microsoft.com/office/drawing/2014/main" id="{E2B55A80-F7FC-4876-8DFD-F57650855F75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F1_main_prauc_281">
            <a:extLst>
              <a:ext uri="{FF2B5EF4-FFF2-40B4-BE49-F238E27FC236}">
                <a16:creationId xmlns:a16="http://schemas.microsoft.com/office/drawing/2014/main" id="{B0596352-39CC-4563-BA6A-D19107567DA6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F1_main_prauc_282">
            <a:extLst>
              <a:ext uri="{FF2B5EF4-FFF2-40B4-BE49-F238E27FC236}">
                <a16:creationId xmlns:a16="http://schemas.microsoft.com/office/drawing/2014/main" id="{96ECFCBC-3AEE-4942-AD48-206D45F5ADFF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F1_main_prauc_283">
            <a:extLst>
              <a:ext uri="{FF2B5EF4-FFF2-40B4-BE49-F238E27FC236}">
                <a16:creationId xmlns:a16="http://schemas.microsoft.com/office/drawing/2014/main" id="{08F2BBAB-DB54-485E-A557-433BF9B2911D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F1_main_prauc_284">
            <a:extLst>
              <a:ext uri="{FF2B5EF4-FFF2-40B4-BE49-F238E27FC236}">
                <a16:creationId xmlns:a16="http://schemas.microsoft.com/office/drawing/2014/main" id="{0A63C89C-597C-4BDA-8A3B-A6DBD9653C19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F1_main_prauc_285">
            <a:extLst>
              <a:ext uri="{FF2B5EF4-FFF2-40B4-BE49-F238E27FC236}">
                <a16:creationId xmlns:a16="http://schemas.microsoft.com/office/drawing/2014/main" id="{8E60C9E6-5159-493D-B755-ECE0722E7299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F1_main_prauc_286">
            <a:extLst>
              <a:ext uri="{FF2B5EF4-FFF2-40B4-BE49-F238E27FC236}">
                <a16:creationId xmlns:a16="http://schemas.microsoft.com/office/drawing/2014/main" id="{90B1CC82-7483-412B-B6AF-252FCE23922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F1_main_prauc_287">
            <a:extLst>
              <a:ext uri="{FF2B5EF4-FFF2-40B4-BE49-F238E27FC236}">
                <a16:creationId xmlns:a16="http://schemas.microsoft.com/office/drawing/2014/main" id="{36D8A7EC-CA03-47D7-B6B4-89DBE79977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F1_main_prauc_288">
            <a:extLst>
              <a:ext uri="{FF2B5EF4-FFF2-40B4-BE49-F238E27FC236}">
                <a16:creationId xmlns:a16="http://schemas.microsoft.com/office/drawing/2014/main" id="{13FA024A-5056-4A68-AAB2-7186FEFC81A8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F1_main_prauc_289">
            <a:extLst>
              <a:ext uri="{FF2B5EF4-FFF2-40B4-BE49-F238E27FC236}">
                <a16:creationId xmlns:a16="http://schemas.microsoft.com/office/drawing/2014/main" id="{DA82B131-FAEF-4117-B8DE-FAD45D68918B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F1_main_prauc_290">
            <a:extLst>
              <a:ext uri="{FF2B5EF4-FFF2-40B4-BE49-F238E27FC236}">
                <a16:creationId xmlns:a16="http://schemas.microsoft.com/office/drawing/2014/main" id="{BB1DAA6D-B1CB-4A98-AE99-8D3F7218563C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F1_main_prauc_291">
            <a:extLst>
              <a:ext uri="{FF2B5EF4-FFF2-40B4-BE49-F238E27FC236}">
                <a16:creationId xmlns:a16="http://schemas.microsoft.com/office/drawing/2014/main" id="{4041EAC5-9F38-449B-BC36-DD7429B6A2B0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F1_main_prauc_292">
            <a:extLst>
              <a:ext uri="{FF2B5EF4-FFF2-40B4-BE49-F238E27FC236}">
                <a16:creationId xmlns:a16="http://schemas.microsoft.com/office/drawing/2014/main" id="{2B76B1AC-0104-4932-9BA3-E104020F70AA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F1_main_prauc_293">
            <a:extLst>
              <a:ext uri="{FF2B5EF4-FFF2-40B4-BE49-F238E27FC236}">
                <a16:creationId xmlns:a16="http://schemas.microsoft.com/office/drawing/2014/main" id="{C91C5A30-796A-4D0D-B80D-619E8505F57C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F1_main_prauc_294">
            <a:extLst>
              <a:ext uri="{FF2B5EF4-FFF2-40B4-BE49-F238E27FC236}">
                <a16:creationId xmlns:a16="http://schemas.microsoft.com/office/drawing/2014/main" id="{E9F3E6FF-684C-45CB-B88A-F7456F8AFAF7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F1_main_prauc_295">
            <a:extLst>
              <a:ext uri="{FF2B5EF4-FFF2-40B4-BE49-F238E27FC236}">
                <a16:creationId xmlns:a16="http://schemas.microsoft.com/office/drawing/2014/main" id="{B00EB106-F0B3-43B1-8BCA-5C7773333E58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F1_main_prauc_296">
            <a:extLst>
              <a:ext uri="{FF2B5EF4-FFF2-40B4-BE49-F238E27FC236}">
                <a16:creationId xmlns:a16="http://schemas.microsoft.com/office/drawing/2014/main" id="{0788A8DC-AE89-49DC-A657-B4205B45EF72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F1_main_prauc_297">
            <a:extLst>
              <a:ext uri="{FF2B5EF4-FFF2-40B4-BE49-F238E27FC236}">
                <a16:creationId xmlns:a16="http://schemas.microsoft.com/office/drawing/2014/main" id="{648A849C-F13A-4525-8E7D-FBB55CE51166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F1_main_prauc_298">
            <a:extLst>
              <a:ext uri="{FF2B5EF4-FFF2-40B4-BE49-F238E27FC236}">
                <a16:creationId xmlns:a16="http://schemas.microsoft.com/office/drawing/2014/main" id="{C57317C9-603A-4968-8CAC-EB66391CB33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F1_main_prauc_299">
            <a:extLst>
              <a:ext uri="{FF2B5EF4-FFF2-40B4-BE49-F238E27FC236}">
                <a16:creationId xmlns:a16="http://schemas.microsoft.com/office/drawing/2014/main" id="{2C29F765-94F8-4AD9-BD13-A7C6A9B7107C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F1_main_prauc_300">
            <a:extLst>
              <a:ext uri="{FF2B5EF4-FFF2-40B4-BE49-F238E27FC236}">
                <a16:creationId xmlns:a16="http://schemas.microsoft.com/office/drawing/2014/main" id="{1758FDBF-0D6D-4623-BD2D-7D669B85D1CB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F1_main_prauc_301">
            <a:extLst>
              <a:ext uri="{FF2B5EF4-FFF2-40B4-BE49-F238E27FC236}">
                <a16:creationId xmlns:a16="http://schemas.microsoft.com/office/drawing/2014/main" id="{108396AC-209D-478C-B642-0C38AAA89681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F1_main_prauc_302">
            <a:extLst>
              <a:ext uri="{FF2B5EF4-FFF2-40B4-BE49-F238E27FC236}">
                <a16:creationId xmlns:a16="http://schemas.microsoft.com/office/drawing/2014/main" id="{1E240FE0-3E8D-4DE9-BDDC-028A90FDDBEA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F1_main_prauc_303">
            <a:extLst>
              <a:ext uri="{FF2B5EF4-FFF2-40B4-BE49-F238E27FC236}">
                <a16:creationId xmlns:a16="http://schemas.microsoft.com/office/drawing/2014/main" id="{AE6E7118-B655-4EC1-94FF-DBCABBC62575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F1_main_prauc_304">
            <a:extLst>
              <a:ext uri="{FF2B5EF4-FFF2-40B4-BE49-F238E27FC236}">
                <a16:creationId xmlns:a16="http://schemas.microsoft.com/office/drawing/2014/main" id="{17119D06-8B96-4A80-AF47-0FE85C1722A9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F1_main_prauc_305">
            <a:extLst>
              <a:ext uri="{FF2B5EF4-FFF2-40B4-BE49-F238E27FC236}">
                <a16:creationId xmlns:a16="http://schemas.microsoft.com/office/drawing/2014/main" id="{D640DC64-EB36-4038-8512-2818DC235864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F1_main_prauc_306">
            <a:extLst>
              <a:ext uri="{FF2B5EF4-FFF2-40B4-BE49-F238E27FC236}">
                <a16:creationId xmlns:a16="http://schemas.microsoft.com/office/drawing/2014/main" id="{9A957874-82FB-42F5-9689-D918ED0D395B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F1_main_prauc_307">
            <a:extLst>
              <a:ext uri="{FF2B5EF4-FFF2-40B4-BE49-F238E27FC236}">
                <a16:creationId xmlns:a16="http://schemas.microsoft.com/office/drawing/2014/main" id="{0138F1BD-AE45-4693-BC0A-3D34FC2D5750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F1_main_prauc_308">
            <a:extLst>
              <a:ext uri="{FF2B5EF4-FFF2-40B4-BE49-F238E27FC236}">
                <a16:creationId xmlns:a16="http://schemas.microsoft.com/office/drawing/2014/main" id="{D70479AA-234C-4955-A477-20A96F25E38C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F1_main_prauc_309">
            <a:extLst>
              <a:ext uri="{FF2B5EF4-FFF2-40B4-BE49-F238E27FC236}">
                <a16:creationId xmlns:a16="http://schemas.microsoft.com/office/drawing/2014/main" id="{C5B3F826-BC54-42D5-8712-AD1995A5B77C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F1_main_prauc_310">
            <a:extLst>
              <a:ext uri="{FF2B5EF4-FFF2-40B4-BE49-F238E27FC236}">
                <a16:creationId xmlns:a16="http://schemas.microsoft.com/office/drawing/2014/main" id="{71110BC8-4E3C-40D3-AB05-2AA09FF9D482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F1_main_prauc_311">
            <a:extLst>
              <a:ext uri="{FF2B5EF4-FFF2-40B4-BE49-F238E27FC236}">
                <a16:creationId xmlns:a16="http://schemas.microsoft.com/office/drawing/2014/main" id="{508E5A73-76C6-4551-BB50-E953250A24D0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F1_main_prauc_312">
            <a:extLst>
              <a:ext uri="{FF2B5EF4-FFF2-40B4-BE49-F238E27FC236}">
                <a16:creationId xmlns:a16="http://schemas.microsoft.com/office/drawing/2014/main" id="{875254D1-752C-4E10-8DA3-E389FB95596F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F1_main_prauc_313">
            <a:extLst>
              <a:ext uri="{FF2B5EF4-FFF2-40B4-BE49-F238E27FC236}">
                <a16:creationId xmlns:a16="http://schemas.microsoft.com/office/drawing/2014/main" id="{242BBE62-ED95-43E5-A471-A8139F9BFD02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F1_main_prauc_314">
            <a:extLst>
              <a:ext uri="{FF2B5EF4-FFF2-40B4-BE49-F238E27FC236}">
                <a16:creationId xmlns:a16="http://schemas.microsoft.com/office/drawing/2014/main" id="{2286D63E-1250-4FCD-A820-472F2599866D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F1_main_prauc_315">
            <a:extLst>
              <a:ext uri="{FF2B5EF4-FFF2-40B4-BE49-F238E27FC236}">
                <a16:creationId xmlns:a16="http://schemas.microsoft.com/office/drawing/2014/main" id="{A4333E63-A9B1-4416-8FD8-A83152E517FA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F1_main_prauc_316">
            <a:extLst>
              <a:ext uri="{FF2B5EF4-FFF2-40B4-BE49-F238E27FC236}">
                <a16:creationId xmlns:a16="http://schemas.microsoft.com/office/drawing/2014/main" id="{C0CE0500-B98F-48CC-8BF8-A52712FD27FC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F1_main_prauc_317">
            <a:extLst>
              <a:ext uri="{FF2B5EF4-FFF2-40B4-BE49-F238E27FC236}">
                <a16:creationId xmlns:a16="http://schemas.microsoft.com/office/drawing/2014/main" id="{698F65B8-96FF-4070-A9F1-9CCF7F21015C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F1_main_prauc_318">
            <a:extLst>
              <a:ext uri="{FF2B5EF4-FFF2-40B4-BE49-F238E27FC236}">
                <a16:creationId xmlns:a16="http://schemas.microsoft.com/office/drawing/2014/main" id="{CDE0F031-A55E-4CC2-9895-F5E46A7642FD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F1_main_prauc_319">
            <a:extLst>
              <a:ext uri="{FF2B5EF4-FFF2-40B4-BE49-F238E27FC236}">
                <a16:creationId xmlns:a16="http://schemas.microsoft.com/office/drawing/2014/main" id="{B3B5C0C8-5745-4CFE-9C8B-33BC1AD70710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F1_main_prauc_320">
            <a:extLst>
              <a:ext uri="{FF2B5EF4-FFF2-40B4-BE49-F238E27FC236}">
                <a16:creationId xmlns:a16="http://schemas.microsoft.com/office/drawing/2014/main" id="{631D7497-6EE1-4E97-A18E-102AE3F62D59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F1_main_prauc_321">
            <a:extLst>
              <a:ext uri="{FF2B5EF4-FFF2-40B4-BE49-F238E27FC236}">
                <a16:creationId xmlns:a16="http://schemas.microsoft.com/office/drawing/2014/main" id="{17182538-FEDB-47EA-828E-385D31652DDF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F1_main_prauc_322">
            <a:extLst>
              <a:ext uri="{FF2B5EF4-FFF2-40B4-BE49-F238E27FC236}">
                <a16:creationId xmlns:a16="http://schemas.microsoft.com/office/drawing/2014/main" id="{7462929E-381F-4CC2-8A55-F81BDDB32DFF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F1_main_prauc_323">
            <a:extLst>
              <a:ext uri="{FF2B5EF4-FFF2-40B4-BE49-F238E27FC236}">
                <a16:creationId xmlns:a16="http://schemas.microsoft.com/office/drawing/2014/main" id="{3DA01660-9762-4B04-8FC6-9BC49C9C9E14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F1_main_prauc_324">
            <a:extLst>
              <a:ext uri="{FF2B5EF4-FFF2-40B4-BE49-F238E27FC236}">
                <a16:creationId xmlns:a16="http://schemas.microsoft.com/office/drawing/2014/main" id="{0A21881C-741E-41B4-AEAE-88A6524F7033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F1_main_prauc_325">
            <a:extLst>
              <a:ext uri="{FF2B5EF4-FFF2-40B4-BE49-F238E27FC236}">
                <a16:creationId xmlns:a16="http://schemas.microsoft.com/office/drawing/2014/main" id="{381F742B-EE02-4F5E-94EF-A9E138DFE252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F1_main_prauc_326">
            <a:extLst>
              <a:ext uri="{FF2B5EF4-FFF2-40B4-BE49-F238E27FC236}">
                <a16:creationId xmlns:a16="http://schemas.microsoft.com/office/drawing/2014/main" id="{74EEA57C-5428-4217-A91C-EF7132A9C7B8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F1_main_prauc_327">
            <a:extLst>
              <a:ext uri="{FF2B5EF4-FFF2-40B4-BE49-F238E27FC236}">
                <a16:creationId xmlns:a16="http://schemas.microsoft.com/office/drawing/2014/main" id="{7F7BBAEE-F7B1-4CFE-9D62-2278F7C64DC6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F1_main_prauc_328">
            <a:extLst>
              <a:ext uri="{FF2B5EF4-FFF2-40B4-BE49-F238E27FC236}">
                <a16:creationId xmlns:a16="http://schemas.microsoft.com/office/drawing/2014/main" id="{8D1886A0-BE0B-4D48-BE12-700B67A371F3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F1_main_prauc_329">
            <a:extLst>
              <a:ext uri="{FF2B5EF4-FFF2-40B4-BE49-F238E27FC236}">
                <a16:creationId xmlns:a16="http://schemas.microsoft.com/office/drawing/2014/main" id="{5A29F6ED-5624-4464-A6EB-20406653A582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F1_main_prauc_330">
            <a:extLst>
              <a:ext uri="{FF2B5EF4-FFF2-40B4-BE49-F238E27FC236}">
                <a16:creationId xmlns:a16="http://schemas.microsoft.com/office/drawing/2014/main" id="{42029C9C-6C07-4B85-941F-88DCF4CFBE4C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F1_main_prauc_331">
            <a:extLst>
              <a:ext uri="{FF2B5EF4-FFF2-40B4-BE49-F238E27FC236}">
                <a16:creationId xmlns:a16="http://schemas.microsoft.com/office/drawing/2014/main" id="{54D71C6B-8A33-42F7-9750-975EBFED5894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F1_main_prauc_332">
            <a:extLst>
              <a:ext uri="{FF2B5EF4-FFF2-40B4-BE49-F238E27FC236}">
                <a16:creationId xmlns:a16="http://schemas.microsoft.com/office/drawing/2014/main" id="{6CA116EF-C7CE-48BE-BC79-D0DA6463B8E1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F1_main_prauc_333">
            <a:extLst>
              <a:ext uri="{FF2B5EF4-FFF2-40B4-BE49-F238E27FC236}">
                <a16:creationId xmlns:a16="http://schemas.microsoft.com/office/drawing/2014/main" id="{CAD6FC05-0098-49EE-91BD-29B19FBD26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F1_main_prauc_334">
            <a:extLst>
              <a:ext uri="{FF2B5EF4-FFF2-40B4-BE49-F238E27FC236}">
                <a16:creationId xmlns:a16="http://schemas.microsoft.com/office/drawing/2014/main" id="{1F30812E-3B71-4EED-A2C5-48F4AFE53181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F1_main_prauc_335">
            <a:extLst>
              <a:ext uri="{FF2B5EF4-FFF2-40B4-BE49-F238E27FC236}">
                <a16:creationId xmlns:a16="http://schemas.microsoft.com/office/drawing/2014/main" id="{C2E742BE-479D-4FC4-942F-1E8BF0F57628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F1_main_prauc_336">
            <a:extLst>
              <a:ext uri="{FF2B5EF4-FFF2-40B4-BE49-F238E27FC236}">
                <a16:creationId xmlns:a16="http://schemas.microsoft.com/office/drawing/2014/main" id="{70440F98-E3F0-4C3E-80E4-65855EA2F8D3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F1_main_prauc_337">
            <a:extLst>
              <a:ext uri="{FF2B5EF4-FFF2-40B4-BE49-F238E27FC236}">
                <a16:creationId xmlns:a16="http://schemas.microsoft.com/office/drawing/2014/main" id="{6D7B88AA-BA6D-4A35-9554-133FC340BF5F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F1_main_prauc_338">
            <a:extLst>
              <a:ext uri="{FF2B5EF4-FFF2-40B4-BE49-F238E27FC236}">
                <a16:creationId xmlns:a16="http://schemas.microsoft.com/office/drawing/2014/main" id="{EFDF5FE7-6FDE-49D0-AF1D-8D5156879EE9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F1_main_prauc_339">
            <a:extLst>
              <a:ext uri="{FF2B5EF4-FFF2-40B4-BE49-F238E27FC236}">
                <a16:creationId xmlns:a16="http://schemas.microsoft.com/office/drawing/2014/main" id="{4D671D63-8EB0-4211-A0D6-D9FADA78C28A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F1_main_prauc_340">
            <a:extLst>
              <a:ext uri="{FF2B5EF4-FFF2-40B4-BE49-F238E27FC236}">
                <a16:creationId xmlns:a16="http://schemas.microsoft.com/office/drawing/2014/main" id="{D803F6B7-E5BD-4BB6-A078-78C06501CD03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F1_main_prauc_341">
            <a:extLst>
              <a:ext uri="{FF2B5EF4-FFF2-40B4-BE49-F238E27FC236}">
                <a16:creationId xmlns:a16="http://schemas.microsoft.com/office/drawing/2014/main" id="{731F2A76-EF97-40C2-A56B-02EF066D11AF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F1_main_prauc_342">
            <a:extLst>
              <a:ext uri="{FF2B5EF4-FFF2-40B4-BE49-F238E27FC236}">
                <a16:creationId xmlns:a16="http://schemas.microsoft.com/office/drawing/2014/main" id="{00E14B4C-2A02-4FB9-9AB6-BC712EF46CFF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F1_main_prauc_343">
            <a:extLst>
              <a:ext uri="{FF2B5EF4-FFF2-40B4-BE49-F238E27FC236}">
                <a16:creationId xmlns:a16="http://schemas.microsoft.com/office/drawing/2014/main" id="{FE68F04B-C03B-4465-80AC-DF32836B4D62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F1_main_prauc_344">
            <a:extLst>
              <a:ext uri="{FF2B5EF4-FFF2-40B4-BE49-F238E27FC236}">
                <a16:creationId xmlns:a16="http://schemas.microsoft.com/office/drawing/2014/main" id="{398CEC6E-8459-4761-BFA4-FC4BE78ECEA7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F1_main_prauc_345">
            <a:extLst>
              <a:ext uri="{FF2B5EF4-FFF2-40B4-BE49-F238E27FC236}">
                <a16:creationId xmlns:a16="http://schemas.microsoft.com/office/drawing/2014/main" id="{22853EFB-6615-4AA5-8E9D-7325A37FBE43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F1_main_prauc_346">
            <a:extLst>
              <a:ext uri="{FF2B5EF4-FFF2-40B4-BE49-F238E27FC236}">
                <a16:creationId xmlns:a16="http://schemas.microsoft.com/office/drawing/2014/main" id="{C6389AAD-DB00-44AC-ADD8-4C94A2837FE9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F1_main_prauc_347">
            <a:extLst>
              <a:ext uri="{FF2B5EF4-FFF2-40B4-BE49-F238E27FC236}">
                <a16:creationId xmlns:a16="http://schemas.microsoft.com/office/drawing/2014/main" id="{2967FF07-52B2-4653-BBCF-9002680D3401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F1_main_prauc_348">
            <a:extLst>
              <a:ext uri="{FF2B5EF4-FFF2-40B4-BE49-F238E27FC236}">
                <a16:creationId xmlns:a16="http://schemas.microsoft.com/office/drawing/2014/main" id="{F2C2291A-F234-448C-828B-BA68F3F7AA48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F1_main_prauc_349">
            <a:extLst>
              <a:ext uri="{FF2B5EF4-FFF2-40B4-BE49-F238E27FC236}">
                <a16:creationId xmlns:a16="http://schemas.microsoft.com/office/drawing/2014/main" id="{BE97D159-9F68-43FE-B95B-6EB32C83343A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F1_main_prauc_350">
            <a:extLst>
              <a:ext uri="{FF2B5EF4-FFF2-40B4-BE49-F238E27FC236}">
                <a16:creationId xmlns:a16="http://schemas.microsoft.com/office/drawing/2014/main" id="{9F075E8F-7B33-474B-B377-4F7C3992D7B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F1_main_prauc_351">
            <a:extLst>
              <a:ext uri="{FF2B5EF4-FFF2-40B4-BE49-F238E27FC236}">
                <a16:creationId xmlns:a16="http://schemas.microsoft.com/office/drawing/2014/main" id="{DD2954A3-5CC1-41BC-B0A7-F8F13E53B41D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F1_main_prauc_352">
            <a:extLst>
              <a:ext uri="{FF2B5EF4-FFF2-40B4-BE49-F238E27FC236}">
                <a16:creationId xmlns:a16="http://schemas.microsoft.com/office/drawing/2014/main" id="{CCF6664B-FF2E-454B-8FB3-630042E34D0B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F1_main_prauc_353">
            <a:extLst>
              <a:ext uri="{FF2B5EF4-FFF2-40B4-BE49-F238E27FC236}">
                <a16:creationId xmlns:a16="http://schemas.microsoft.com/office/drawing/2014/main" id="{FA08A547-3278-46D1-854F-28F3CDF06516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F1_main_prauc_354">
            <a:extLst>
              <a:ext uri="{FF2B5EF4-FFF2-40B4-BE49-F238E27FC236}">
                <a16:creationId xmlns:a16="http://schemas.microsoft.com/office/drawing/2014/main" id="{5A858A15-69B3-4DB0-855D-E1ADE9561EB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F1_main_prauc_355">
            <a:extLst>
              <a:ext uri="{FF2B5EF4-FFF2-40B4-BE49-F238E27FC236}">
                <a16:creationId xmlns:a16="http://schemas.microsoft.com/office/drawing/2014/main" id="{5BFAEB65-EE86-4224-9408-024368B4E46E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F1_main_prauc_356">
            <a:extLst>
              <a:ext uri="{FF2B5EF4-FFF2-40B4-BE49-F238E27FC236}">
                <a16:creationId xmlns:a16="http://schemas.microsoft.com/office/drawing/2014/main" id="{C228F28A-96E4-4DC5-AD81-95DCFC192D21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F1_main_prauc_357">
            <a:extLst>
              <a:ext uri="{FF2B5EF4-FFF2-40B4-BE49-F238E27FC236}">
                <a16:creationId xmlns:a16="http://schemas.microsoft.com/office/drawing/2014/main" id="{71792244-A077-4C6B-ACEB-DA489FCD9C16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F1_main_prauc_358">
            <a:extLst>
              <a:ext uri="{FF2B5EF4-FFF2-40B4-BE49-F238E27FC236}">
                <a16:creationId xmlns:a16="http://schemas.microsoft.com/office/drawing/2014/main" id="{11D97704-9045-4837-A397-9AA31D281204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F1_main_prauc_359">
            <a:extLst>
              <a:ext uri="{FF2B5EF4-FFF2-40B4-BE49-F238E27FC236}">
                <a16:creationId xmlns:a16="http://schemas.microsoft.com/office/drawing/2014/main" id="{D299ED93-4F9C-44F9-92FE-4F6F64F1CF0C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F1_main_prauc_360">
            <a:extLst>
              <a:ext uri="{FF2B5EF4-FFF2-40B4-BE49-F238E27FC236}">
                <a16:creationId xmlns:a16="http://schemas.microsoft.com/office/drawing/2014/main" id="{AEAA9231-B633-4CAF-A1B7-E150666BA1DC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F1_main_prauc_361">
            <a:extLst>
              <a:ext uri="{FF2B5EF4-FFF2-40B4-BE49-F238E27FC236}">
                <a16:creationId xmlns:a16="http://schemas.microsoft.com/office/drawing/2014/main" id="{4AE49264-0077-4F0A-BBC4-87025AF8EFE4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F1_main_prauc_362">
            <a:extLst>
              <a:ext uri="{FF2B5EF4-FFF2-40B4-BE49-F238E27FC236}">
                <a16:creationId xmlns:a16="http://schemas.microsoft.com/office/drawing/2014/main" id="{65D4D131-EEEE-4BAF-A197-A459BB644278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F1_main_prauc_363">
            <a:extLst>
              <a:ext uri="{FF2B5EF4-FFF2-40B4-BE49-F238E27FC236}">
                <a16:creationId xmlns:a16="http://schemas.microsoft.com/office/drawing/2014/main" id="{C34C59E4-0324-4282-B9D9-89D5083BDB2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F1_main_prauc_364">
            <a:extLst>
              <a:ext uri="{FF2B5EF4-FFF2-40B4-BE49-F238E27FC236}">
                <a16:creationId xmlns:a16="http://schemas.microsoft.com/office/drawing/2014/main" id="{590AA947-D747-4E33-B0D2-5432DECF8F9A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F1_main_prauc_365">
            <a:extLst>
              <a:ext uri="{FF2B5EF4-FFF2-40B4-BE49-F238E27FC236}">
                <a16:creationId xmlns:a16="http://schemas.microsoft.com/office/drawing/2014/main" id="{3672BBF6-F0BB-42DA-AF63-BC0A0D1BBA1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F1_main_prauc_366">
            <a:extLst>
              <a:ext uri="{FF2B5EF4-FFF2-40B4-BE49-F238E27FC236}">
                <a16:creationId xmlns:a16="http://schemas.microsoft.com/office/drawing/2014/main" id="{F05B7247-7B2C-4FE5-9110-07E6E5DC11F9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F1_main_prauc_367">
            <a:extLst>
              <a:ext uri="{FF2B5EF4-FFF2-40B4-BE49-F238E27FC236}">
                <a16:creationId xmlns:a16="http://schemas.microsoft.com/office/drawing/2014/main" id="{E4F789FC-CAF4-4E75-8FCC-1670996211FC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F1_main_prauc_368">
            <a:extLst>
              <a:ext uri="{FF2B5EF4-FFF2-40B4-BE49-F238E27FC236}">
                <a16:creationId xmlns:a16="http://schemas.microsoft.com/office/drawing/2014/main" id="{3C944C37-D541-4B2B-90CD-717BC0A91FE2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F1_main_prauc_369">
            <a:extLst>
              <a:ext uri="{FF2B5EF4-FFF2-40B4-BE49-F238E27FC236}">
                <a16:creationId xmlns:a16="http://schemas.microsoft.com/office/drawing/2014/main" id="{F08708FB-C91B-480B-AB7D-7C2849F22027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F1_main_prauc_370">
            <a:extLst>
              <a:ext uri="{FF2B5EF4-FFF2-40B4-BE49-F238E27FC236}">
                <a16:creationId xmlns:a16="http://schemas.microsoft.com/office/drawing/2014/main" id="{59C5D42B-746F-47B3-A815-E5B06A60B6C0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F1_main_prauc_371">
            <a:extLst>
              <a:ext uri="{FF2B5EF4-FFF2-40B4-BE49-F238E27FC236}">
                <a16:creationId xmlns:a16="http://schemas.microsoft.com/office/drawing/2014/main" id="{7606C6C2-9231-4F9D-9C0F-012737FC5A3A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F1_main_prauc_372">
            <a:extLst>
              <a:ext uri="{FF2B5EF4-FFF2-40B4-BE49-F238E27FC236}">
                <a16:creationId xmlns:a16="http://schemas.microsoft.com/office/drawing/2014/main" id="{E4EA3D77-B057-4632-AC0C-1801B6EF91D4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F1_main_prauc_373">
            <a:extLst>
              <a:ext uri="{FF2B5EF4-FFF2-40B4-BE49-F238E27FC236}">
                <a16:creationId xmlns:a16="http://schemas.microsoft.com/office/drawing/2014/main" id="{99C2818E-0F9B-47D2-A095-E7E0000D0F7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F1_main_prauc_374">
            <a:extLst>
              <a:ext uri="{FF2B5EF4-FFF2-40B4-BE49-F238E27FC236}">
                <a16:creationId xmlns:a16="http://schemas.microsoft.com/office/drawing/2014/main" id="{7BF6660F-F75F-4401-A6F1-E6D36477009C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F1_main_prauc_375">
            <a:extLst>
              <a:ext uri="{FF2B5EF4-FFF2-40B4-BE49-F238E27FC236}">
                <a16:creationId xmlns:a16="http://schemas.microsoft.com/office/drawing/2014/main" id="{C8F33049-CE44-4802-A812-F263053169DD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F1_main_prauc_376">
            <a:extLst>
              <a:ext uri="{FF2B5EF4-FFF2-40B4-BE49-F238E27FC236}">
                <a16:creationId xmlns:a16="http://schemas.microsoft.com/office/drawing/2014/main" id="{53A42D7F-ADE8-4FD6-BAE0-201B774BE950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F1_main_prauc_377">
            <a:extLst>
              <a:ext uri="{FF2B5EF4-FFF2-40B4-BE49-F238E27FC236}">
                <a16:creationId xmlns:a16="http://schemas.microsoft.com/office/drawing/2014/main" id="{7C854CD8-056D-4234-BA76-8928AA47AA58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F1_main_prauc_378">
            <a:extLst>
              <a:ext uri="{FF2B5EF4-FFF2-40B4-BE49-F238E27FC236}">
                <a16:creationId xmlns:a16="http://schemas.microsoft.com/office/drawing/2014/main" id="{E0545CA7-F29A-467C-AA18-955A873CD8B9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F1_main_prauc_379">
            <a:extLst>
              <a:ext uri="{FF2B5EF4-FFF2-40B4-BE49-F238E27FC236}">
                <a16:creationId xmlns:a16="http://schemas.microsoft.com/office/drawing/2014/main" id="{8D0F86DE-2AB9-4414-B2B1-5116F150127A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F1_main_prauc_380">
            <a:extLst>
              <a:ext uri="{FF2B5EF4-FFF2-40B4-BE49-F238E27FC236}">
                <a16:creationId xmlns:a16="http://schemas.microsoft.com/office/drawing/2014/main" id="{A37DBD60-24E0-481F-AAA8-30A6998D6EAE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F1_main_prauc_381">
            <a:extLst>
              <a:ext uri="{FF2B5EF4-FFF2-40B4-BE49-F238E27FC236}">
                <a16:creationId xmlns:a16="http://schemas.microsoft.com/office/drawing/2014/main" id="{7C948C28-4DBA-4AE7-A64B-53572439D3A7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F1_main_prauc_382">
            <a:extLst>
              <a:ext uri="{FF2B5EF4-FFF2-40B4-BE49-F238E27FC236}">
                <a16:creationId xmlns:a16="http://schemas.microsoft.com/office/drawing/2014/main" id="{EA784A98-3B4A-4F64-A108-3686F5274F73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F1_main_prauc_383">
            <a:extLst>
              <a:ext uri="{FF2B5EF4-FFF2-40B4-BE49-F238E27FC236}">
                <a16:creationId xmlns:a16="http://schemas.microsoft.com/office/drawing/2014/main" id="{433AAE87-020E-4A3F-9D38-81AF15F17A3D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F1_main_prauc_384">
            <a:extLst>
              <a:ext uri="{FF2B5EF4-FFF2-40B4-BE49-F238E27FC236}">
                <a16:creationId xmlns:a16="http://schemas.microsoft.com/office/drawing/2014/main" id="{59EDDF0A-82BA-42A8-8EE8-1B80DCFBF1CC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F1_main_prauc_385">
            <a:extLst>
              <a:ext uri="{FF2B5EF4-FFF2-40B4-BE49-F238E27FC236}">
                <a16:creationId xmlns:a16="http://schemas.microsoft.com/office/drawing/2014/main" id="{247AD03F-1A43-47AF-B57C-5C05A32A35A7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F1_main_prauc_386">
            <a:extLst>
              <a:ext uri="{FF2B5EF4-FFF2-40B4-BE49-F238E27FC236}">
                <a16:creationId xmlns:a16="http://schemas.microsoft.com/office/drawing/2014/main" id="{56A583AB-B4C6-4966-B79E-2279CBCB3C90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F1_main_prauc_387">
            <a:extLst>
              <a:ext uri="{FF2B5EF4-FFF2-40B4-BE49-F238E27FC236}">
                <a16:creationId xmlns:a16="http://schemas.microsoft.com/office/drawing/2014/main" id="{89F97AEE-DA94-42C3-AF12-62592BFD37D7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F1_main_prauc_388">
            <a:extLst>
              <a:ext uri="{FF2B5EF4-FFF2-40B4-BE49-F238E27FC236}">
                <a16:creationId xmlns:a16="http://schemas.microsoft.com/office/drawing/2014/main" id="{E1B6A601-EA5A-4C7B-991C-F8F3F0B8C226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F1_main_prauc_389">
            <a:extLst>
              <a:ext uri="{FF2B5EF4-FFF2-40B4-BE49-F238E27FC236}">
                <a16:creationId xmlns:a16="http://schemas.microsoft.com/office/drawing/2014/main" id="{95656120-DC19-48DC-A3B1-FE66BDA12621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F1_main_prauc_390">
            <a:extLst>
              <a:ext uri="{FF2B5EF4-FFF2-40B4-BE49-F238E27FC236}">
                <a16:creationId xmlns:a16="http://schemas.microsoft.com/office/drawing/2014/main" id="{84ABE12A-DEEB-4130-A0D5-8E0FD248E6FE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F1_main_prauc_391">
            <a:extLst>
              <a:ext uri="{FF2B5EF4-FFF2-40B4-BE49-F238E27FC236}">
                <a16:creationId xmlns:a16="http://schemas.microsoft.com/office/drawing/2014/main" id="{439F1066-4A95-4E77-9F62-C52A7DD89839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F1_main_prauc_392">
            <a:extLst>
              <a:ext uri="{FF2B5EF4-FFF2-40B4-BE49-F238E27FC236}">
                <a16:creationId xmlns:a16="http://schemas.microsoft.com/office/drawing/2014/main" id="{EF7F8432-C3FB-4C08-8A82-45A86009F8B0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F1_main_prauc_393">
            <a:extLst>
              <a:ext uri="{FF2B5EF4-FFF2-40B4-BE49-F238E27FC236}">
                <a16:creationId xmlns:a16="http://schemas.microsoft.com/office/drawing/2014/main" id="{F8131B24-46CB-4C79-90E9-B24678C76727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F1_main_prauc_394">
            <a:extLst>
              <a:ext uri="{FF2B5EF4-FFF2-40B4-BE49-F238E27FC236}">
                <a16:creationId xmlns:a16="http://schemas.microsoft.com/office/drawing/2014/main" id="{5FDDEBAD-DE77-4CBA-B24F-03F9D7717F72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F1_main_prauc_395">
            <a:extLst>
              <a:ext uri="{FF2B5EF4-FFF2-40B4-BE49-F238E27FC236}">
                <a16:creationId xmlns:a16="http://schemas.microsoft.com/office/drawing/2014/main" id="{BBD0232C-5654-45D8-BFF3-17F0AC34DBCB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F1_main_prauc_396">
            <a:extLst>
              <a:ext uri="{FF2B5EF4-FFF2-40B4-BE49-F238E27FC236}">
                <a16:creationId xmlns:a16="http://schemas.microsoft.com/office/drawing/2014/main" id="{5A334373-E65E-4D6F-9D6B-BD1BCEBEB4E0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F1_main_prauc_397">
            <a:extLst>
              <a:ext uri="{FF2B5EF4-FFF2-40B4-BE49-F238E27FC236}">
                <a16:creationId xmlns:a16="http://schemas.microsoft.com/office/drawing/2014/main" id="{2DB14E88-3ED5-468A-AAA0-183EE36526A9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F1_main_prauc_398">
            <a:extLst>
              <a:ext uri="{FF2B5EF4-FFF2-40B4-BE49-F238E27FC236}">
                <a16:creationId xmlns:a16="http://schemas.microsoft.com/office/drawing/2014/main" id="{D133F8E9-6744-4EFC-B0FE-2CD767872F7F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F1_main_prauc_399">
            <a:extLst>
              <a:ext uri="{FF2B5EF4-FFF2-40B4-BE49-F238E27FC236}">
                <a16:creationId xmlns:a16="http://schemas.microsoft.com/office/drawing/2014/main" id="{82729A2F-76F8-4B6E-A982-78F350807308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F1_main_prauc_400">
            <a:extLst>
              <a:ext uri="{FF2B5EF4-FFF2-40B4-BE49-F238E27FC236}">
                <a16:creationId xmlns:a16="http://schemas.microsoft.com/office/drawing/2014/main" id="{4B857A0A-B2E9-47B3-BFF8-5C9C23A9BDF3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F1_main_prauc_401">
            <a:extLst>
              <a:ext uri="{FF2B5EF4-FFF2-40B4-BE49-F238E27FC236}">
                <a16:creationId xmlns:a16="http://schemas.microsoft.com/office/drawing/2014/main" id="{A6FF2478-F177-4505-A315-B1C57944F654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F1_main_prauc_402">
            <a:extLst>
              <a:ext uri="{FF2B5EF4-FFF2-40B4-BE49-F238E27FC236}">
                <a16:creationId xmlns:a16="http://schemas.microsoft.com/office/drawing/2014/main" id="{1D89B87B-E8A7-40AC-B67E-CB549CB45475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F1_main_prauc_403">
            <a:extLst>
              <a:ext uri="{FF2B5EF4-FFF2-40B4-BE49-F238E27FC236}">
                <a16:creationId xmlns:a16="http://schemas.microsoft.com/office/drawing/2014/main" id="{F5B05BA5-8605-452B-B9F0-D1EEE13DAF97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F1_main_prauc_404">
            <a:extLst>
              <a:ext uri="{FF2B5EF4-FFF2-40B4-BE49-F238E27FC236}">
                <a16:creationId xmlns:a16="http://schemas.microsoft.com/office/drawing/2014/main" id="{BEE32DFC-7E8E-4BE2-A4AF-4F60A17EC87B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F1_main_prauc_405">
            <a:extLst>
              <a:ext uri="{FF2B5EF4-FFF2-40B4-BE49-F238E27FC236}">
                <a16:creationId xmlns:a16="http://schemas.microsoft.com/office/drawing/2014/main" id="{9A1BAA17-333D-456B-A37B-2526F7B05A4C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F1_main_prauc_406">
            <a:extLst>
              <a:ext uri="{FF2B5EF4-FFF2-40B4-BE49-F238E27FC236}">
                <a16:creationId xmlns:a16="http://schemas.microsoft.com/office/drawing/2014/main" id="{CFC3340E-33D1-4512-AF2D-20344A8C2679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F1_main_prauc_407">
            <a:extLst>
              <a:ext uri="{FF2B5EF4-FFF2-40B4-BE49-F238E27FC236}">
                <a16:creationId xmlns:a16="http://schemas.microsoft.com/office/drawing/2014/main" id="{54D36541-F341-4F72-B1D3-F80BB18165B3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F1_main_prauc_408">
            <a:extLst>
              <a:ext uri="{FF2B5EF4-FFF2-40B4-BE49-F238E27FC236}">
                <a16:creationId xmlns:a16="http://schemas.microsoft.com/office/drawing/2014/main" id="{1AEAF14E-D8CC-44A9-AB41-050B7F473291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F1_main_prauc_409">
            <a:extLst>
              <a:ext uri="{FF2B5EF4-FFF2-40B4-BE49-F238E27FC236}">
                <a16:creationId xmlns:a16="http://schemas.microsoft.com/office/drawing/2014/main" id="{D60F6D9C-3EBF-41EC-A1DA-772E96532D5C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F1_main_prauc_410">
            <a:extLst>
              <a:ext uri="{FF2B5EF4-FFF2-40B4-BE49-F238E27FC236}">
                <a16:creationId xmlns:a16="http://schemas.microsoft.com/office/drawing/2014/main" id="{2AF9BAA1-343E-42FB-8C2E-36046C76F3F0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F1_main_prauc_411">
            <a:extLst>
              <a:ext uri="{FF2B5EF4-FFF2-40B4-BE49-F238E27FC236}">
                <a16:creationId xmlns:a16="http://schemas.microsoft.com/office/drawing/2014/main" id="{F5C156E7-C072-48C6-9F20-7E36BCA29EA5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F1_main_prauc_412">
            <a:extLst>
              <a:ext uri="{FF2B5EF4-FFF2-40B4-BE49-F238E27FC236}">
                <a16:creationId xmlns:a16="http://schemas.microsoft.com/office/drawing/2014/main" id="{F4EA6C34-6121-4E53-97D2-2C29FA0360FA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F1_main_prauc_413">
            <a:extLst>
              <a:ext uri="{FF2B5EF4-FFF2-40B4-BE49-F238E27FC236}">
                <a16:creationId xmlns:a16="http://schemas.microsoft.com/office/drawing/2014/main" id="{D56DE1BE-15AF-4254-938A-832BDD4687BB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F1_main_prauc_414">
            <a:extLst>
              <a:ext uri="{FF2B5EF4-FFF2-40B4-BE49-F238E27FC236}">
                <a16:creationId xmlns:a16="http://schemas.microsoft.com/office/drawing/2014/main" id="{158AA6FB-C7BE-45BF-8BDA-3A6967C19B4E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F1_main_prauc_415">
            <a:extLst>
              <a:ext uri="{FF2B5EF4-FFF2-40B4-BE49-F238E27FC236}">
                <a16:creationId xmlns:a16="http://schemas.microsoft.com/office/drawing/2014/main" id="{FE20DCD0-CC02-4659-87A4-2209882BF1B9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F1_main_prauc_416">
            <a:extLst>
              <a:ext uri="{FF2B5EF4-FFF2-40B4-BE49-F238E27FC236}">
                <a16:creationId xmlns:a16="http://schemas.microsoft.com/office/drawing/2014/main" id="{722284AC-566A-4BEB-8EAE-95C6F4BD0AF3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F1_main_prauc_417">
            <a:extLst>
              <a:ext uri="{FF2B5EF4-FFF2-40B4-BE49-F238E27FC236}">
                <a16:creationId xmlns:a16="http://schemas.microsoft.com/office/drawing/2014/main" id="{F4A83DE7-4D06-43D4-92C5-97BED50D9EC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F1_main_prauc_418">
            <a:extLst>
              <a:ext uri="{FF2B5EF4-FFF2-40B4-BE49-F238E27FC236}">
                <a16:creationId xmlns:a16="http://schemas.microsoft.com/office/drawing/2014/main" id="{8A8C7CD5-D324-4B78-BD18-EF87A789691A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F1_main_prauc_419">
            <a:extLst>
              <a:ext uri="{FF2B5EF4-FFF2-40B4-BE49-F238E27FC236}">
                <a16:creationId xmlns:a16="http://schemas.microsoft.com/office/drawing/2014/main" id="{3E6C64E3-8FAC-4109-B230-C1F77360CE61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F1_main_prauc_420">
            <a:extLst>
              <a:ext uri="{FF2B5EF4-FFF2-40B4-BE49-F238E27FC236}">
                <a16:creationId xmlns:a16="http://schemas.microsoft.com/office/drawing/2014/main" id="{A5CA44F8-62DA-48B9-AB5F-1A7EABA08911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F1_main_prauc_421">
            <a:extLst>
              <a:ext uri="{FF2B5EF4-FFF2-40B4-BE49-F238E27FC236}">
                <a16:creationId xmlns:a16="http://schemas.microsoft.com/office/drawing/2014/main" id="{7A16B973-490A-43B0-B017-E9BD5F238D69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F1_main_prauc_422">
            <a:extLst>
              <a:ext uri="{FF2B5EF4-FFF2-40B4-BE49-F238E27FC236}">
                <a16:creationId xmlns:a16="http://schemas.microsoft.com/office/drawing/2014/main" id="{A7160EBE-EFF2-4457-B0D7-A10BCC3D450A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F1_main_prauc_423">
            <a:extLst>
              <a:ext uri="{FF2B5EF4-FFF2-40B4-BE49-F238E27FC236}">
                <a16:creationId xmlns:a16="http://schemas.microsoft.com/office/drawing/2014/main" id="{C55ED51B-0A1F-4B73-951C-102C7CA031E7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F1_main_prauc_424">
            <a:extLst>
              <a:ext uri="{FF2B5EF4-FFF2-40B4-BE49-F238E27FC236}">
                <a16:creationId xmlns:a16="http://schemas.microsoft.com/office/drawing/2014/main" id="{8DC8688A-46D0-4BE9-9F58-652EECA8C82F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F1_main_prauc_425">
            <a:extLst>
              <a:ext uri="{FF2B5EF4-FFF2-40B4-BE49-F238E27FC236}">
                <a16:creationId xmlns:a16="http://schemas.microsoft.com/office/drawing/2014/main" id="{A67AE157-3918-4530-ADAB-CD6BD6DBF507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F1_main_prauc_426">
            <a:extLst>
              <a:ext uri="{FF2B5EF4-FFF2-40B4-BE49-F238E27FC236}">
                <a16:creationId xmlns:a16="http://schemas.microsoft.com/office/drawing/2014/main" id="{9745FB42-E0D2-4DFA-A6E4-9770C04AAB76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F1_main_prauc_427">
            <a:extLst>
              <a:ext uri="{FF2B5EF4-FFF2-40B4-BE49-F238E27FC236}">
                <a16:creationId xmlns:a16="http://schemas.microsoft.com/office/drawing/2014/main" id="{EDA2F969-1109-4552-A6A2-B3F50FE04AEA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F1_main_prauc_428">
            <a:extLst>
              <a:ext uri="{FF2B5EF4-FFF2-40B4-BE49-F238E27FC236}">
                <a16:creationId xmlns:a16="http://schemas.microsoft.com/office/drawing/2014/main" id="{98ED04B4-9038-4C90-9FAA-4FB6425CC65B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F1_main_prauc_429">
            <a:extLst>
              <a:ext uri="{FF2B5EF4-FFF2-40B4-BE49-F238E27FC236}">
                <a16:creationId xmlns:a16="http://schemas.microsoft.com/office/drawing/2014/main" id="{8CEFE34E-867A-424E-A0A0-DF06CB4D11F5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F1_main_prauc_430">
            <a:extLst>
              <a:ext uri="{FF2B5EF4-FFF2-40B4-BE49-F238E27FC236}">
                <a16:creationId xmlns:a16="http://schemas.microsoft.com/office/drawing/2014/main" id="{9DDDE5F3-9026-4353-9F10-29ABC5CE8ADB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F1_main_prauc_431">
            <a:extLst>
              <a:ext uri="{FF2B5EF4-FFF2-40B4-BE49-F238E27FC236}">
                <a16:creationId xmlns:a16="http://schemas.microsoft.com/office/drawing/2014/main" id="{F72B15F9-4ED1-400B-85D9-28425F2D0F64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F1_main_prauc_432">
            <a:extLst>
              <a:ext uri="{FF2B5EF4-FFF2-40B4-BE49-F238E27FC236}">
                <a16:creationId xmlns:a16="http://schemas.microsoft.com/office/drawing/2014/main" id="{F4417F56-8B01-4367-9BA4-D9C8535F2C19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F1_main_prauc_433">
            <a:extLst>
              <a:ext uri="{FF2B5EF4-FFF2-40B4-BE49-F238E27FC236}">
                <a16:creationId xmlns:a16="http://schemas.microsoft.com/office/drawing/2014/main" id="{C4EB35AE-086A-472B-BE0A-6EE7CF611A7E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F1_main_prauc_434">
            <a:extLst>
              <a:ext uri="{FF2B5EF4-FFF2-40B4-BE49-F238E27FC236}">
                <a16:creationId xmlns:a16="http://schemas.microsoft.com/office/drawing/2014/main" id="{EA153115-DB4F-4E35-8F46-19C239DA87D9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F1_main_prauc_435">
            <a:extLst>
              <a:ext uri="{FF2B5EF4-FFF2-40B4-BE49-F238E27FC236}">
                <a16:creationId xmlns:a16="http://schemas.microsoft.com/office/drawing/2014/main" id="{457F08D4-BA1D-43F2-86F7-2B5C8456D13B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F1_main_prauc_436">
            <a:extLst>
              <a:ext uri="{FF2B5EF4-FFF2-40B4-BE49-F238E27FC236}">
                <a16:creationId xmlns:a16="http://schemas.microsoft.com/office/drawing/2014/main" id="{508641D8-F03D-4C0D-B889-DCB68B07ECE1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F1_main_prauc_437">
            <a:extLst>
              <a:ext uri="{FF2B5EF4-FFF2-40B4-BE49-F238E27FC236}">
                <a16:creationId xmlns:a16="http://schemas.microsoft.com/office/drawing/2014/main" id="{7E4D8864-54F3-48CA-8B26-4C2766EBA23D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F1_main_prauc_438">
            <a:extLst>
              <a:ext uri="{FF2B5EF4-FFF2-40B4-BE49-F238E27FC236}">
                <a16:creationId xmlns:a16="http://schemas.microsoft.com/office/drawing/2014/main" id="{325C75DA-0E29-41C2-8CA8-57DF650B9F07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F1_main_prauc_439">
            <a:extLst>
              <a:ext uri="{FF2B5EF4-FFF2-40B4-BE49-F238E27FC236}">
                <a16:creationId xmlns:a16="http://schemas.microsoft.com/office/drawing/2014/main" id="{9C6C0E5C-C6E9-407E-A006-8B692EE6DFCD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F1_main_prauc_440">
            <a:extLst>
              <a:ext uri="{FF2B5EF4-FFF2-40B4-BE49-F238E27FC236}">
                <a16:creationId xmlns:a16="http://schemas.microsoft.com/office/drawing/2014/main" id="{AD5BFF9E-101C-4B2F-994E-6261FFDA6A6F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F1_main_prauc_441">
            <a:extLst>
              <a:ext uri="{FF2B5EF4-FFF2-40B4-BE49-F238E27FC236}">
                <a16:creationId xmlns:a16="http://schemas.microsoft.com/office/drawing/2014/main" id="{17BB52F6-26A0-4FCD-8151-0B60B732D95A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F1_main_prauc_442">
            <a:extLst>
              <a:ext uri="{FF2B5EF4-FFF2-40B4-BE49-F238E27FC236}">
                <a16:creationId xmlns:a16="http://schemas.microsoft.com/office/drawing/2014/main" id="{DB17AFEC-86D3-4CE4-A1B5-57C79A5239AE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F1_main_prauc_443">
            <a:extLst>
              <a:ext uri="{FF2B5EF4-FFF2-40B4-BE49-F238E27FC236}">
                <a16:creationId xmlns:a16="http://schemas.microsoft.com/office/drawing/2014/main" id="{2894CB79-27BE-407D-8657-F8EF73B934EA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F1_main_prauc_444">
            <a:extLst>
              <a:ext uri="{FF2B5EF4-FFF2-40B4-BE49-F238E27FC236}">
                <a16:creationId xmlns:a16="http://schemas.microsoft.com/office/drawing/2014/main" id="{B5D1F8FE-6CF3-481B-889F-FB19A84660D9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F1_main_prauc_445">
            <a:extLst>
              <a:ext uri="{FF2B5EF4-FFF2-40B4-BE49-F238E27FC236}">
                <a16:creationId xmlns:a16="http://schemas.microsoft.com/office/drawing/2014/main" id="{88D0A572-7ADE-4ABD-8506-0A4F83A17B3E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F1_main_prauc_446">
            <a:extLst>
              <a:ext uri="{FF2B5EF4-FFF2-40B4-BE49-F238E27FC236}">
                <a16:creationId xmlns:a16="http://schemas.microsoft.com/office/drawing/2014/main" id="{1109769D-BC26-48BD-A7AB-3EC49C032F1E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F1_main_prauc_447">
            <a:extLst>
              <a:ext uri="{FF2B5EF4-FFF2-40B4-BE49-F238E27FC236}">
                <a16:creationId xmlns:a16="http://schemas.microsoft.com/office/drawing/2014/main" id="{F16646A9-1ED9-4ED0-8627-53EF4215D133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F1_main_prauc_448">
            <a:extLst>
              <a:ext uri="{FF2B5EF4-FFF2-40B4-BE49-F238E27FC236}">
                <a16:creationId xmlns:a16="http://schemas.microsoft.com/office/drawing/2014/main" id="{3F8E0B43-A722-482A-818E-A306827C80D3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F1_main_prauc_449">
            <a:extLst>
              <a:ext uri="{FF2B5EF4-FFF2-40B4-BE49-F238E27FC236}">
                <a16:creationId xmlns:a16="http://schemas.microsoft.com/office/drawing/2014/main" id="{AB215201-06D6-4F77-AFA2-D6924E6B086B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F1_main_prauc_450">
            <a:extLst>
              <a:ext uri="{FF2B5EF4-FFF2-40B4-BE49-F238E27FC236}">
                <a16:creationId xmlns:a16="http://schemas.microsoft.com/office/drawing/2014/main" id="{838302AA-1D04-4133-8BA6-E9D3EDF1090E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F1_main_prauc_451">
            <a:extLst>
              <a:ext uri="{FF2B5EF4-FFF2-40B4-BE49-F238E27FC236}">
                <a16:creationId xmlns:a16="http://schemas.microsoft.com/office/drawing/2014/main" id="{679CAC60-5C79-4085-8A81-97D76BD7F94D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F1_main_prauc_452">
            <a:extLst>
              <a:ext uri="{FF2B5EF4-FFF2-40B4-BE49-F238E27FC236}">
                <a16:creationId xmlns:a16="http://schemas.microsoft.com/office/drawing/2014/main" id="{20590BD5-1EFC-4FB7-965E-B0A6745CD7F4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F1_main_prauc_453">
            <a:extLst>
              <a:ext uri="{FF2B5EF4-FFF2-40B4-BE49-F238E27FC236}">
                <a16:creationId xmlns:a16="http://schemas.microsoft.com/office/drawing/2014/main" id="{52603376-388D-4F48-9CD0-F33B58236AC4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F1_main_prauc_454">
            <a:extLst>
              <a:ext uri="{FF2B5EF4-FFF2-40B4-BE49-F238E27FC236}">
                <a16:creationId xmlns:a16="http://schemas.microsoft.com/office/drawing/2014/main" id="{6B0052F8-FDA5-4A9D-BFFE-590BB71772F5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F1_main_prauc_455">
            <a:extLst>
              <a:ext uri="{FF2B5EF4-FFF2-40B4-BE49-F238E27FC236}">
                <a16:creationId xmlns:a16="http://schemas.microsoft.com/office/drawing/2014/main" id="{FE13FBFC-86A3-473D-86BD-69C1986B11D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F1_main_prauc_456">
            <a:extLst>
              <a:ext uri="{FF2B5EF4-FFF2-40B4-BE49-F238E27FC236}">
                <a16:creationId xmlns:a16="http://schemas.microsoft.com/office/drawing/2014/main" id="{AAD4B220-A831-4DD9-8E68-8D1AE3ABC30D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F1_main_prauc_457">
            <a:extLst>
              <a:ext uri="{FF2B5EF4-FFF2-40B4-BE49-F238E27FC236}">
                <a16:creationId xmlns:a16="http://schemas.microsoft.com/office/drawing/2014/main" id="{6C2C523A-70F7-4AC3-ADA2-B8C353257F5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F1_main_prauc_458">
            <a:extLst>
              <a:ext uri="{FF2B5EF4-FFF2-40B4-BE49-F238E27FC236}">
                <a16:creationId xmlns:a16="http://schemas.microsoft.com/office/drawing/2014/main" id="{D4AA2935-6668-45AB-AE45-08CBCBBAD1A2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F1_main_prauc_459">
            <a:extLst>
              <a:ext uri="{FF2B5EF4-FFF2-40B4-BE49-F238E27FC236}">
                <a16:creationId xmlns:a16="http://schemas.microsoft.com/office/drawing/2014/main" id="{D9B2B20F-BEE6-4896-BAB3-FE74F692AD32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F1_main_prauc_460">
            <a:extLst>
              <a:ext uri="{FF2B5EF4-FFF2-40B4-BE49-F238E27FC236}">
                <a16:creationId xmlns:a16="http://schemas.microsoft.com/office/drawing/2014/main" id="{04CD7652-2014-4064-979B-1BE30DE18A90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F1_main_prauc_461">
            <a:extLst>
              <a:ext uri="{FF2B5EF4-FFF2-40B4-BE49-F238E27FC236}">
                <a16:creationId xmlns:a16="http://schemas.microsoft.com/office/drawing/2014/main" id="{A6C7555E-FDF6-4147-A9E7-36D8058D7031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F1_main_prauc_462">
            <a:extLst>
              <a:ext uri="{FF2B5EF4-FFF2-40B4-BE49-F238E27FC236}">
                <a16:creationId xmlns:a16="http://schemas.microsoft.com/office/drawing/2014/main" id="{AF80D2F8-2A5D-436E-97FB-C2A5D1A6EE31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F1_main_prauc_463">
            <a:extLst>
              <a:ext uri="{FF2B5EF4-FFF2-40B4-BE49-F238E27FC236}">
                <a16:creationId xmlns:a16="http://schemas.microsoft.com/office/drawing/2014/main" id="{ED2F9FE1-8903-45AE-846D-D4731B088234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F1_main_prauc_464">
            <a:extLst>
              <a:ext uri="{FF2B5EF4-FFF2-40B4-BE49-F238E27FC236}">
                <a16:creationId xmlns:a16="http://schemas.microsoft.com/office/drawing/2014/main" id="{61760FA3-D2C2-4155-BBB8-13229417E935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F1_main_prauc_465">
            <a:extLst>
              <a:ext uri="{FF2B5EF4-FFF2-40B4-BE49-F238E27FC236}">
                <a16:creationId xmlns:a16="http://schemas.microsoft.com/office/drawing/2014/main" id="{62E3B619-49FF-4B70-9E98-E9A9C0F33DB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F1_main_prauc_466">
            <a:extLst>
              <a:ext uri="{FF2B5EF4-FFF2-40B4-BE49-F238E27FC236}">
                <a16:creationId xmlns:a16="http://schemas.microsoft.com/office/drawing/2014/main" id="{DFD49577-E72A-40C1-85A3-603E86BC4D38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F1_main_prauc_467">
            <a:extLst>
              <a:ext uri="{FF2B5EF4-FFF2-40B4-BE49-F238E27FC236}">
                <a16:creationId xmlns:a16="http://schemas.microsoft.com/office/drawing/2014/main" id="{9EB6264A-6D10-4432-B6AC-85F385CD8B16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F1_main_prauc_468">
            <a:extLst>
              <a:ext uri="{FF2B5EF4-FFF2-40B4-BE49-F238E27FC236}">
                <a16:creationId xmlns:a16="http://schemas.microsoft.com/office/drawing/2014/main" id="{B2EF0E96-C9FF-498D-BFE0-72E216ECC9BA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F1_main_prauc_469">
            <a:extLst>
              <a:ext uri="{FF2B5EF4-FFF2-40B4-BE49-F238E27FC236}">
                <a16:creationId xmlns:a16="http://schemas.microsoft.com/office/drawing/2014/main" id="{FDB13E9C-76E2-4000-9F61-AB576C73016F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F1_main_prauc_470">
            <a:extLst>
              <a:ext uri="{FF2B5EF4-FFF2-40B4-BE49-F238E27FC236}">
                <a16:creationId xmlns:a16="http://schemas.microsoft.com/office/drawing/2014/main" id="{4C716F19-4302-4033-A1DE-E4BAE467F15E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F1_main_prauc_471">
            <a:extLst>
              <a:ext uri="{FF2B5EF4-FFF2-40B4-BE49-F238E27FC236}">
                <a16:creationId xmlns:a16="http://schemas.microsoft.com/office/drawing/2014/main" id="{4E670BF9-0E1D-44BF-AABF-60C1490478C2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F1_main_prauc_472">
            <a:extLst>
              <a:ext uri="{FF2B5EF4-FFF2-40B4-BE49-F238E27FC236}">
                <a16:creationId xmlns:a16="http://schemas.microsoft.com/office/drawing/2014/main" id="{F9199407-2B02-48C9-A360-57B88A070A6E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F1_main_prauc_473">
            <a:extLst>
              <a:ext uri="{FF2B5EF4-FFF2-40B4-BE49-F238E27FC236}">
                <a16:creationId xmlns:a16="http://schemas.microsoft.com/office/drawing/2014/main" id="{6FA39DB5-F81F-4BDA-8D4E-28CB489CC385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F1_main_prauc_474">
            <a:extLst>
              <a:ext uri="{FF2B5EF4-FFF2-40B4-BE49-F238E27FC236}">
                <a16:creationId xmlns:a16="http://schemas.microsoft.com/office/drawing/2014/main" id="{6CC68A10-FCC1-4896-AE96-F49369693124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F1_main_prauc_475">
            <a:extLst>
              <a:ext uri="{FF2B5EF4-FFF2-40B4-BE49-F238E27FC236}">
                <a16:creationId xmlns:a16="http://schemas.microsoft.com/office/drawing/2014/main" id="{21FF95CE-010C-4683-9CEA-878816C40FB8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F1_main_prauc_476">
            <a:extLst>
              <a:ext uri="{FF2B5EF4-FFF2-40B4-BE49-F238E27FC236}">
                <a16:creationId xmlns:a16="http://schemas.microsoft.com/office/drawing/2014/main" id="{53D6F53D-3470-4350-86CE-DB850C27D356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F1_main_prauc_477">
            <a:extLst>
              <a:ext uri="{FF2B5EF4-FFF2-40B4-BE49-F238E27FC236}">
                <a16:creationId xmlns:a16="http://schemas.microsoft.com/office/drawing/2014/main" id="{4940EFF6-DEB4-43A4-B67E-5E15C0F2DE77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F1_main_prauc_478">
            <a:extLst>
              <a:ext uri="{FF2B5EF4-FFF2-40B4-BE49-F238E27FC236}">
                <a16:creationId xmlns:a16="http://schemas.microsoft.com/office/drawing/2014/main" id="{09C59EFB-2DCC-4CD7-916C-67986D1C2505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F1_main_prauc_479">
            <a:extLst>
              <a:ext uri="{FF2B5EF4-FFF2-40B4-BE49-F238E27FC236}">
                <a16:creationId xmlns:a16="http://schemas.microsoft.com/office/drawing/2014/main" id="{22F52022-8F93-46FB-A5FC-138067FBC67E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F1_main_prauc_480">
            <a:extLst>
              <a:ext uri="{FF2B5EF4-FFF2-40B4-BE49-F238E27FC236}">
                <a16:creationId xmlns:a16="http://schemas.microsoft.com/office/drawing/2014/main" id="{5742BE98-5B62-45A2-BFFB-5184E3C0F1DB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F1_main_prauc_481">
            <a:extLst>
              <a:ext uri="{FF2B5EF4-FFF2-40B4-BE49-F238E27FC236}">
                <a16:creationId xmlns:a16="http://schemas.microsoft.com/office/drawing/2014/main" id="{47195FBD-0350-4BF4-BEFE-6E7916D99D3D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F1_main_prauc_482">
            <a:extLst>
              <a:ext uri="{FF2B5EF4-FFF2-40B4-BE49-F238E27FC236}">
                <a16:creationId xmlns:a16="http://schemas.microsoft.com/office/drawing/2014/main" id="{B6EBF661-4D29-40F8-94CB-21F7C50E8DA6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F1_main_prauc_483">
            <a:extLst>
              <a:ext uri="{FF2B5EF4-FFF2-40B4-BE49-F238E27FC236}">
                <a16:creationId xmlns:a16="http://schemas.microsoft.com/office/drawing/2014/main" id="{4BA38C1C-80F6-4B56-9CA7-A0F9CB11EFC1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F1_main_prauc_484">
            <a:extLst>
              <a:ext uri="{FF2B5EF4-FFF2-40B4-BE49-F238E27FC236}">
                <a16:creationId xmlns:a16="http://schemas.microsoft.com/office/drawing/2014/main" id="{9D87632C-363D-42EF-8482-3DBA6FC56E57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F1_main_prauc_485">
            <a:extLst>
              <a:ext uri="{FF2B5EF4-FFF2-40B4-BE49-F238E27FC236}">
                <a16:creationId xmlns:a16="http://schemas.microsoft.com/office/drawing/2014/main" id="{CFA3CC80-6E7B-4F5F-AA9A-593895BA6100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F1_main_prauc_486">
            <a:extLst>
              <a:ext uri="{FF2B5EF4-FFF2-40B4-BE49-F238E27FC236}">
                <a16:creationId xmlns:a16="http://schemas.microsoft.com/office/drawing/2014/main" id="{DBD48A09-B9D7-45A8-86C1-F94CE506E70C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F1_main_prauc_487">
            <a:extLst>
              <a:ext uri="{FF2B5EF4-FFF2-40B4-BE49-F238E27FC236}">
                <a16:creationId xmlns:a16="http://schemas.microsoft.com/office/drawing/2014/main" id="{8C1775E9-5E08-446C-BDB9-2AD3A3C61789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F1_main_prauc_488">
            <a:extLst>
              <a:ext uri="{FF2B5EF4-FFF2-40B4-BE49-F238E27FC236}">
                <a16:creationId xmlns:a16="http://schemas.microsoft.com/office/drawing/2014/main" id="{5F24907D-3B28-4891-A3CF-5CB8E6947BE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F1_main_prauc_489">
            <a:extLst>
              <a:ext uri="{FF2B5EF4-FFF2-40B4-BE49-F238E27FC236}">
                <a16:creationId xmlns:a16="http://schemas.microsoft.com/office/drawing/2014/main" id="{A8674560-5A58-4E0D-BE77-1577611EDB41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F1_main_prauc_490">
            <a:extLst>
              <a:ext uri="{FF2B5EF4-FFF2-40B4-BE49-F238E27FC236}">
                <a16:creationId xmlns:a16="http://schemas.microsoft.com/office/drawing/2014/main" id="{EB8CE2A5-3FB8-4E20-8EC3-B39DA07560F6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F1_main_prauc_491">
            <a:extLst>
              <a:ext uri="{FF2B5EF4-FFF2-40B4-BE49-F238E27FC236}">
                <a16:creationId xmlns:a16="http://schemas.microsoft.com/office/drawing/2014/main" id="{820ACA48-785E-4F75-A824-F068C76623D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F1_main_prauc_492">
            <a:extLst>
              <a:ext uri="{FF2B5EF4-FFF2-40B4-BE49-F238E27FC236}">
                <a16:creationId xmlns:a16="http://schemas.microsoft.com/office/drawing/2014/main" id="{C0F82889-8B93-4EA5-B7CD-362D9EEBABD0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F1_main_prauc_493">
            <a:extLst>
              <a:ext uri="{FF2B5EF4-FFF2-40B4-BE49-F238E27FC236}">
                <a16:creationId xmlns:a16="http://schemas.microsoft.com/office/drawing/2014/main" id="{461024B7-48BC-4FD7-B13F-16604EE4E5BC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F1_main_prauc_494">
            <a:extLst>
              <a:ext uri="{FF2B5EF4-FFF2-40B4-BE49-F238E27FC236}">
                <a16:creationId xmlns:a16="http://schemas.microsoft.com/office/drawing/2014/main" id="{09C7ACE3-B5AB-46B1-BA58-29D42B0FF497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F1_main_prauc_495">
            <a:extLst>
              <a:ext uri="{FF2B5EF4-FFF2-40B4-BE49-F238E27FC236}">
                <a16:creationId xmlns:a16="http://schemas.microsoft.com/office/drawing/2014/main" id="{C04E67F4-2C3C-478E-ADCF-63841301E510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F1_main_prauc_496">
            <a:extLst>
              <a:ext uri="{FF2B5EF4-FFF2-40B4-BE49-F238E27FC236}">
                <a16:creationId xmlns:a16="http://schemas.microsoft.com/office/drawing/2014/main" id="{C8828326-2E67-414D-830B-92394052A05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F1_main_prauc_497">
            <a:extLst>
              <a:ext uri="{FF2B5EF4-FFF2-40B4-BE49-F238E27FC236}">
                <a16:creationId xmlns:a16="http://schemas.microsoft.com/office/drawing/2014/main" id="{AE73C213-D51A-479D-AD04-84758322470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F1_main_prauc_498">
            <a:extLst>
              <a:ext uri="{FF2B5EF4-FFF2-40B4-BE49-F238E27FC236}">
                <a16:creationId xmlns:a16="http://schemas.microsoft.com/office/drawing/2014/main" id="{CA7907A5-B2D1-47AF-BC5A-58C14ABA2256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F1_main_prauc_499">
            <a:extLst>
              <a:ext uri="{FF2B5EF4-FFF2-40B4-BE49-F238E27FC236}">
                <a16:creationId xmlns:a16="http://schemas.microsoft.com/office/drawing/2014/main" id="{EAFC4617-9AC6-4199-BBDF-D9EFAEFF65A0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F1_main_prauc_500">
            <a:extLst>
              <a:ext uri="{FF2B5EF4-FFF2-40B4-BE49-F238E27FC236}">
                <a16:creationId xmlns:a16="http://schemas.microsoft.com/office/drawing/2014/main" id="{A3F4BE9F-4022-42E9-8950-2D664524145C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F1_main_prauc_501">
            <a:extLst>
              <a:ext uri="{FF2B5EF4-FFF2-40B4-BE49-F238E27FC236}">
                <a16:creationId xmlns:a16="http://schemas.microsoft.com/office/drawing/2014/main" id="{27632785-9B27-478F-A75E-3FF048807A1C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F1_main_prauc_502">
            <a:extLst>
              <a:ext uri="{FF2B5EF4-FFF2-40B4-BE49-F238E27FC236}">
                <a16:creationId xmlns:a16="http://schemas.microsoft.com/office/drawing/2014/main" id="{64221C48-BB02-44B3-ABA4-CF5A9E8AEE32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F1_main_prauc_503">
            <a:extLst>
              <a:ext uri="{FF2B5EF4-FFF2-40B4-BE49-F238E27FC236}">
                <a16:creationId xmlns:a16="http://schemas.microsoft.com/office/drawing/2014/main" id="{4EE7F722-2C94-4803-81A1-0CC15EC0BC81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F1_main_prauc_504">
            <a:extLst>
              <a:ext uri="{FF2B5EF4-FFF2-40B4-BE49-F238E27FC236}">
                <a16:creationId xmlns:a16="http://schemas.microsoft.com/office/drawing/2014/main" id="{EB5188C3-F340-4E35-B7B1-E9676BD099BA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F1_main_prauc_505">
            <a:extLst>
              <a:ext uri="{FF2B5EF4-FFF2-40B4-BE49-F238E27FC236}">
                <a16:creationId xmlns:a16="http://schemas.microsoft.com/office/drawing/2014/main" id="{90B81BE0-6A2B-4A15-937E-FF09C81B479F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F1_main_prauc_506">
            <a:extLst>
              <a:ext uri="{FF2B5EF4-FFF2-40B4-BE49-F238E27FC236}">
                <a16:creationId xmlns:a16="http://schemas.microsoft.com/office/drawing/2014/main" id="{DD74BA72-93A2-4BA3-A11D-E76056EB942D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F1_main_prauc_507">
            <a:extLst>
              <a:ext uri="{FF2B5EF4-FFF2-40B4-BE49-F238E27FC236}">
                <a16:creationId xmlns:a16="http://schemas.microsoft.com/office/drawing/2014/main" id="{4CF2CBBA-30A8-4B91-8E01-DD91FE029E6C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F1_main_prauc_508">
            <a:extLst>
              <a:ext uri="{FF2B5EF4-FFF2-40B4-BE49-F238E27FC236}">
                <a16:creationId xmlns:a16="http://schemas.microsoft.com/office/drawing/2014/main" id="{093724F1-05A9-4E10-A0EE-EFA68B173528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F1_main_prauc_509">
            <a:extLst>
              <a:ext uri="{FF2B5EF4-FFF2-40B4-BE49-F238E27FC236}">
                <a16:creationId xmlns:a16="http://schemas.microsoft.com/office/drawing/2014/main" id="{8C13F9F2-0F3C-45B1-93FD-8B12084C9EB8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F1_main_prauc_510">
            <a:extLst>
              <a:ext uri="{FF2B5EF4-FFF2-40B4-BE49-F238E27FC236}">
                <a16:creationId xmlns:a16="http://schemas.microsoft.com/office/drawing/2014/main" id="{6763238B-5547-401E-BA6D-DCEA94D8CAFC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F1_main_prauc_511">
            <a:extLst>
              <a:ext uri="{FF2B5EF4-FFF2-40B4-BE49-F238E27FC236}">
                <a16:creationId xmlns:a16="http://schemas.microsoft.com/office/drawing/2014/main" id="{02B1C7BB-8659-457A-9A5C-06E5BB919F49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F1_main_prauc_512">
            <a:extLst>
              <a:ext uri="{FF2B5EF4-FFF2-40B4-BE49-F238E27FC236}">
                <a16:creationId xmlns:a16="http://schemas.microsoft.com/office/drawing/2014/main" id="{F35184CE-B7DF-4F74-91B2-08DD161ABF6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F1_main_prauc_513">
            <a:extLst>
              <a:ext uri="{FF2B5EF4-FFF2-40B4-BE49-F238E27FC236}">
                <a16:creationId xmlns:a16="http://schemas.microsoft.com/office/drawing/2014/main" id="{9C64A709-6EC7-41BD-8492-37143865A1FA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F1_main_prauc_514">
            <a:extLst>
              <a:ext uri="{FF2B5EF4-FFF2-40B4-BE49-F238E27FC236}">
                <a16:creationId xmlns:a16="http://schemas.microsoft.com/office/drawing/2014/main" id="{F5DC9796-8653-4DE2-8A93-BA51951152AB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F1_main_prauc_515">
            <a:extLst>
              <a:ext uri="{FF2B5EF4-FFF2-40B4-BE49-F238E27FC236}">
                <a16:creationId xmlns:a16="http://schemas.microsoft.com/office/drawing/2014/main" id="{B7ADF8BD-1705-4C63-9FC7-1F3A648BDEB1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F1_main_prauc_516">
            <a:extLst>
              <a:ext uri="{FF2B5EF4-FFF2-40B4-BE49-F238E27FC236}">
                <a16:creationId xmlns:a16="http://schemas.microsoft.com/office/drawing/2014/main" id="{B4EB90DA-A369-4E23-A17F-10D58BE72615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F1_main_prauc_517">
            <a:extLst>
              <a:ext uri="{FF2B5EF4-FFF2-40B4-BE49-F238E27FC236}">
                <a16:creationId xmlns:a16="http://schemas.microsoft.com/office/drawing/2014/main" id="{93D8B120-D565-46D9-B216-99892B295C02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F1_main_prauc_518">
            <a:extLst>
              <a:ext uri="{FF2B5EF4-FFF2-40B4-BE49-F238E27FC236}">
                <a16:creationId xmlns:a16="http://schemas.microsoft.com/office/drawing/2014/main" id="{D89D3A04-518E-4B19-BE91-B359A97D1D7C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F1_main_prauc_519">
            <a:extLst>
              <a:ext uri="{FF2B5EF4-FFF2-40B4-BE49-F238E27FC236}">
                <a16:creationId xmlns:a16="http://schemas.microsoft.com/office/drawing/2014/main" id="{497D0BF2-CD19-44D8-917B-A25CC94A923F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F1_main_prauc_520">
            <a:extLst>
              <a:ext uri="{FF2B5EF4-FFF2-40B4-BE49-F238E27FC236}">
                <a16:creationId xmlns:a16="http://schemas.microsoft.com/office/drawing/2014/main" id="{E6A870BF-CC61-42CE-A5EB-1E403A5145D1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F1_main_prauc_521">
            <a:extLst>
              <a:ext uri="{FF2B5EF4-FFF2-40B4-BE49-F238E27FC236}">
                <a16:creationId xmlns:a16="http://schemas.microsoft.com/office/drawing/2014/main" id="{C0CE4B8C-999A-46C7-9C91-44F5689E0752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F1_main_prauc_522">
            <a:extLst>
              <a:ext uri="{FF2B5EF4-FFF2-40B4-BE49-F238E27FC236}">
                <a16:creationId xmlns:a16="http://schemas.microsoft.com/office/drawing/2014/main" id="{6FCAB38E-E609-4303-B207-99CCE84C762E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F1_main_prauc_523">
            <a:extLst>
              <a:ext uri="{FF2B5EF4-FFF2-40B4-BE49-F238E27FC236}">
                <a16:creationId xmlns:a16="http://schemas.microsoft.com/office/drawing/2014/main" id="{F2A46B74-C718-42E1-BE56-ACD37CE94A27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F1_main_prauc_524">
            <a:extLst>
              <a:ext uri="{FF2B5EF4-FFF2-40B4-BE49-F238E27FC236}">
                <a16:creationId xmlns:a16="http://schemas.microsoft.com/office/drawing/2014/main" id="{7525CC01-3479-4676-8CD8-C6777515E3FF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F1_main_prauc_525">
            <a:extLst>
              <a:ext uri="{FF2B5EF4-FFF2-40B4-BE49-F238E27FC236}">
                <a16:creationId xmlns:a16="http://schemas.microsoft.com/office/drawing/2014/main" id="{F5ADCC8E-CE62-4312-A092-939A0059F970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F1_main_prauc_526">
            <a:extLst>
              <a:ext uri="{FF2B5EF4-FFF2-40B4-BE49-F238E27FC236}">
                <a16:creationId xmlns:a16="http://schemas.microsoft.com/office/drawing/2014/main" id="{97E4C31B-D318-4CAD-AACA-8E1CEC446BDA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F1_main_prauc_527">
            <a:extLst>
              <a:ext uri="{FF2B5EF4-FFF2-40B4-BE49-F238E27FC236}">
                <a16:creationId xmlns:a16="http://schemas.microsoft.com/office/drawing/2014/main" id="{86FDD4D8-0F00-49D0-938A-6F8396C507AF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F1_main_prauc_528">
            <a:extLst>
              <a:ext uri="{FF2B5EF4-FFF2-40B4-BE49-F238E27FC236}">
                <a16:creationId xmlns:a16="http://schemas.microsoft.com/office/drawing/2014/main" id="{851DFAD4-9441-4FE3-B9EA-D0731C190CF1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F1_main_prauc_529">
            <a:extLst>
              <a:ext uri="{FF2B5EF4-FFF2-40B4-BE49-F238E27FC236}">
                <a16:creationId xmlns:a16="http://schemas.microsoft.com/office/drawing/2014/main" id="{7661C81B-533C-4D05-946C-6F2F6DE4A53C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F1_main_prauc_530">
            <a:extLst>
              <a:ext uri="{FF2B5EF4-FFF2-40B4-BE49-F238E27FC236}">
                <a16:creationId xmlns:a16="http://schemas.microsoft.com/office/drawing/2014/main" id="{F9592456-3C56-4A70-9AE2-98EB776A363B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F1_main_prauc_531">
            <a:extLst>
              <a:ext uri="{FF2B5EF4-FFF2-40B4-BE49-F238E27FC236}">
                <a16:creationId xmlns:a16="http://schemas.microsoft.com/office/drawing/2014/main" id="{70D976CD-D0BB-4E56-92C9-D0904050A5B5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F1_main_prauc_532">
            <a:extLst>
              <a:ext uri="{FF2B5EF4-FFF2-40B4-BE49-F238E27FC236}">
                <a16:creationId xmlns:a16="http://schemas.microsoft.com/office/drawing/2014/main" id="{FA8AE9AB-1D34-46FC-B6C0-41F615B363BD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F1_main_prauc_533">
            <a:extLst>
              <a:ext uri="{FF2B5EF4-FFF2-40B4-BE49-F238E27FC236}">
                <a16:creationId xmlns:a16="http://schemas.microsoft.com/office/drawing/2014/main" id="{AE4141AA-1EEB-42C2-8B4F-0240FBEA769E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F1_main_prauc_534">
            <a:extLst>
              <a:ext uri="{FF2B5EF4-FFF2-40B4-BE49-F238E27FC236}">
                <a16:creationId xmlns:a16="http://schemas.microsoft.com/office/drawing/2014/main" id="{B7B0F3A7-EC2F-4A4E-BA6C-594A958C2F20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F1_main_prauc_535">
            <a:extLst>
              <a:ext uri="{FF2B5EF4-FFF2-40B4-BE49-F238E27FC236}">
                <a16:creationId xmlns:a16="http://schemas.microsoft.com/office/drawing/2014/main" id="{FCF5F94C-31FF-4275-A7AE-1DD32AE7B772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F1_main_prauc_536">
            <a:extLst>
              <a:ext uri="{FF2B5EF4-FFF2-40B4-BE49-F238E27FC236}">
                <a16:creationId xmlns:a16="http://schemas.microsoft.com/office/drawing/2014/main" id="{3A02FB6E-E890-4B42-8678-6088ADD8798E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F1_main_prauc_537">
            <a:extLst>
              <a:ext uri="{FF2B5EF4-FFF2-40B4-BE49-F238E27FC236}">
                <a16:creationId xmlns:a16="http://schemas.microsoft.com/office/drawing/2014/main" id="{AB7CEB44-8A82-4923-865E-260C6BA36119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F1_main_prauc_538">
            <a:extLst>
              <a:ext uri="{FF2B5EF4-FFF2-40B4-BE49-F238E27FC236}">
                <a16:creationId xmlns:a16="http://schemas.microsoft.com/office/drawing/2014/main" id="{56AFC1F4-F78B-419E-9E19-D34F4681197C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F1_main_prauc_539">
            <a:extLst>
              <a:ext uri="{FF2B5EF4-FFF2-40B4-BE49-F238E27FC236}">
                <a16:creationId xmlns:a16="http://schemas.microsoft.com/office/drawing/2014/main" id="{8AD5CF28-35BE-430F-8F5B-2A55A9ADBA9A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F1_main_prauc_540">
            <a:extLst>
              <a:ext uri="{FF2B5EF4-FFF2-40B4-BE49-F238E27FC236}">
                <a16:creationId xmlns:a16="http://schemas.microsoft.com/office/drawing/2014/main" id="{24241C9B-38FF-4083-91CE-53BE89CDC6A1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F1_main_prauc_541">
            <a:extLst>
              <a:ext uri="{FF2B5EF4-FFF2-40B4-BE49-F238E27FC236}">
                <a16:creationId xmlns:a16="http://schemas.microsoft.com/office/drawing/2014/main" id="{EB1CFB83-4598-4018-95B1-88B0E8F44BBB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F1_main_prauc_542">
            <a:extLst>
              <a:ext uri="{FF2B5EF4-FFF2-40B4-BE49-F238E27FC236}">
                <a16:creationId xmlns:a16="http://schemas.microsoft.com/office/drawing/2014/main" id="{7AEA47C0-0DD0-4109-96B7-B8C545E421C8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F1_main_prauc_543">
            <a:extLst>
              <a:ext uri="{FF2B5EF4-FFF2-40B4-BE49-F238E27FC236}">
                <a16:creationId xmlns:a16="http://schemas.microsoft.com/office/drawing/2014/main" id="{982A11D0-03D2-4E35-AA96-DA1C218BD682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F1_main_prauc_544">
            <a:extLst>
              <a:ext uri="{FF2B5EF4-FFF2-40B4-BE49-F238E27FC236}">
                <a16:creationId xmlns:a16="http://schemas.microsoft.com/office/drawing/2014/main" id="{87B73E3F-407D-45B0-92DC-5972E4379BAE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F1_main_prauc_545">
            <a:extLst>
              <a:ext uri="{FF2B5EF4-FFF2-40B4-BE49-F238E27FC236}">
                <a16:creationId xmlns:a16="http://schemas.microsoft.com/office/drawing/2014/main" id="{FF1D4C89-8B12-4162-9365-E94B81932E69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F1_main_prauc_546">
            <a:extLst>
              <a:ext uri="{FF2B5EF4-FFF2-40B4-BE49-F238E27FC236}">
                <a16:creationId xmlns:a16="http://schemas.microsoft.com/office/drawing/2014/main" id="{B94D3E0C-B56B-48A4-B813-9E22BED3BE2E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F1_main_prauc_547">
            <a:extLst>
              <a:ext uri="{FF2B5EF4-FFF2-40B4-BE49-F238E27FC236}">
                <a16:creationId xmlns:a16="http://schemas.microsoft.com/office/drawing/2014/main" id="{D6DC78DE-6400-439D-95E9-9331377B05A8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F1_main_prauc_548">
            <a:extLst>
              <a:ext uri="{FF2B5EF4-FFF2-40B4-BE49-F238E27FC236}">
                <a16:creationId xmlns:a16="http://schemas.microsoft.com/office/drawing/2014/main" id="{496ECC3C-F14F-4911-B24D-CC99BC7D01EB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F1_main_prauc_549">
            <a:extLst>
              <a:ext uri="{FF2B5EF4-FFF2-40B4-BE49-F238E27FC236}">
                <a16:creationId xmlns:a16="http://schemas.microsoft.com/office/drawing/2014/main" id="{248E3E10-A80F-445D-AFBC-68D5671E8D63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F1_main_prauc_550">
            <a:extLst>
              <a:ext uri="{FF2B5EF4-FFF2-40B4-BE49-F238E27FC236}">
                <a16:creationId xmlns:a16="http://schemas.microsoft.com/office/drawing/2014/main" id="{0F025B99-7E45-46B7-8055-1BC087117060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F1_main_prauc_551">
            <a:extLst>
              <a:ext uri="{FF2B5EF4-FFF2-40B4-BE49-F238E27FC236}">
                <a16:creationId xmlns:a16="http://schemas.microsoft.com/office/drawing/2014/main" id="{7CAFFB69-2D48-4E66-BCA1-B5489DC694AF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F1_main_prauc_552">
            <a:extLst>
              <a:ext uri="{FF2B5EF4-FFF2-40B4-BE49-F238E27FC236}">
                <a16:creationId xmlns:a16="http://schemas.microsoft.com/office/drawing/2014/main" id="{EFE1A045-5F89-4167-BFDC-EDFE7E4CE0F4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F1_main_prauc_553">
            <a:extLst>
              <a:ext uri="{FF2B5EF4-FFF2-40B4-BE49-F238E27FC236}">
                <a16:creationId xmlns:a16="http://schemas.microsoft.com/office/drawing/2014/main" id="{E3DA17C4-C8AE-4918-805E-2DAE0F0DF49E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F1_main_prauc_554">
            <a:extLst>
              <a:ext uri="{FF2B5EF4-FFF2-40B4-BE49-F238E27FC236}">
                <a16:creationId xmlns:a16="http://schemas.microsoft.com/office/drawing/2014/main" id="{AB29F1D5-16EE-4760-833A-6302FFCB2196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F1_main_prauc_555">
            <a:extLst>
              <a:ext uri="{FF2B5EF4-FFF2-40B4-BE49-F238E27FC236}">
                <a16:creationId xmlns:a16="http://schemas.microsoft.com/office/drawing/2014/main" id="{272C6004-A53E-4E00-A763-2D055854B08D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F1_main_prauc_556">
            <a:extLst>
              <a:ext uri="{FF2B5EF4-FFF2-40B4-BE49-F238E27FC236}">
                <a16:creationId xmlns:a16="http://schemas.microsoft.com/office/drawing/2014/main" id="{F4E0E765-F2D3-4741-B32B-DB04CA4E58C6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F1_main_prauc_557">
            <a:extLst>
              <a:ext uri="{FF2B5EF4-FFF2-40B4-BE49-F238E27FC236}">
                <a16:creationId xmlns:a16="http://schemas.microsoft.com/office/drawing/2014/main" id="{DBF2DF86-4372-47D1-884E-15CDD75AC161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F1_main_prauc_558">
            <a:extLst>
              <a:ext uri="{FF2B5EF4-FFF2-40B4-BE49-F238E27FC236}">
                <a16:creationId xmlns:a16="http://schemas.microsoft.com/office/drawing/2014/main" id="{496FBFB0-070F-4984-BEB7-1398568E5653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F1_main_prauc_559">
            <a:extLst>
              <a:ext uri="{FF2B5EF4-FFF2-40B4-BE49-F238E27FC236}">
                <a16:creationId xmlns:a16="http://schemas.microsoft.com/office/drawing/2014/main" id="{5DC04307-F8C6-4A7D-9E61-5FD014567BF3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F1_main_prauc_560">
            <a:extLst>
              <a:ext uri="{FF2B5EF4-FFF2-40B4-BE49-F238E27FC236}">
                <a16:creationId xmlns:a16="http://schemas.microsoft.com/office/drawing/2014/main" id="{E4C7869B-AAEC-4CFD-BA1F-3C6D822E344C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F1_main_prauc_561">
            <a:extLst>
              <a:ext uri="{FF2B5EF4-FFF2-40B4-BE49-F238E27FC236}">
                <a16:creationId xmlns:a16="http://schemas.microsoft.com/office/drawing/2014/main" id="{5F08FE68-DC7A-4B46-9C16-51130C3D1BB6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F1_main_prauc_562">
            <a:extLst>
              <a:ext uri="{FF2B5EF4-FFF2-40B4-BE49-F238E27FC236}">
                <a16:creationId xmlns:a16="http://schemas.microsoft.com/office/drawing/2014/main" id="{C13D2688-2F7A-4B8D-A080-91552FF23A52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F1_main_prauc_563">
            <a:extLst>
              <a:ext uri="{FF2B5EF4-FFF2-40B4-BE49-F238E27FC236}">
                <a16:creationId xmlns:a16="http://schemas.microsoft.com/office/drawing/2014/main" id="{FB85ECA8-2E08-4EDE-AC00-6A6E7C68631F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F1_main_prauc_564">
            <a:extLst>
              <a:ext uri="{FF2B5EF4-FFF2-40B4-BE49-F238E27FC236}">
                <a16:creationId xmlns:a16="http://schemas.microsoft.com/office/drawing/2014/main" id="{87701334-E9B8-4100-A4DC-3B055585EE56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F1_main_prauc_565">
            <a:extLst>
              <a:ext uri="{FF2B5EF4-FFF2-40B4-BE49-F238E27FC236}">
                <a16:creationId xmlns:a16="http://schemas.microsoft.com/office/drawing/2014/main" id="{6D3DE251-9E3B-4014-9ADC-3EAC2C31899B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F1_main_prauc_566">
            <a:extLst>
              <a:ext uri="{FF2B5EF4-FFF2-40B4-BE49-F238E27FC236}">
                <a16:creationId xmlns:a16="http://schemas.microsoft.com/office/drawing/2014/main" id="{DFA6FC4C-DA6E-4001-84C9-2C0F0C0D836E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F1_main_prauc_567">
            <a:extLst>
              <a:ext uri="{FF2B5EF4-FFF2-40B4-BE49-F238E27FC236}">
                <a16:creationId xmlns:a16="http://schemas.microsoft.com/office/drawing/2014/main" id="{11BA669A-C7F8-4C78-9E8D-34F30B0A0481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F1_main_prauc_568">
            <a:extLst>
              <a:ext uri="{FF2B5EF4-FFF2-40B4-BE49-F238E27FC236}">
                <a16:creationId xmlns:a16="http://schemas.microsoft.com/office/drawing/2014/main" id="{BF862E73-0A7D-4D21-A706-6A69A94B7145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F1_main_prauc_569">
            <a:extLst>
              <a:ext uri="{FF2B5EF4-FFF2-40B4-BE49-F238E27FC236}">
                <a16:creationId xmlns:a16="http://schemas.microsoft.com/office/drawing/2014/main" id="{4D7ABF8C-C5B9-41B5-B0A0-313AFA4FE2E4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F1_main_prauc_570">
            <a:extLst>
              <a:ext uri="{FF2B5EF4-FFF2-40B4-BE49-F238E27FC236}">
                <a16:creationId xmlns:a16="http://schemas.microsoft.com/office/drawing/2014/main" id="{3FBB75C6-6C19-45A8-8CF2-32ED5590931D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F1_main_prauc_571">
            <a:extLst>
              <a:ext uri="{FF2B5EF4-FFF2-40B4-BE49-F238E27FC236}">
                <a16:creationId xmlns:a16="http://schemas.microsoft.com/office/drawing/2014/main" id="{EF635E65-3F70-42EE-AE18-06E15F68F978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F1_main_prauc_572">
            <a:extLst>
              <a:ext uri="{FF2B5EF4-FFF2-40B4-BE49-F238E27FC236}">
                <a16:creationId xmlns:a16="http://schemas.microsoft.com/office/drawing/2014/main" id="{8C070E03-EFB7-4B9E-BDED-9BBA04FAE43D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F1_main_prauc_573">
            <a:extLst>
              <a:ext uri="{FF2B5EF4-FFF2-40B4-BE49-F238E27FC236}">
                <a16:creationId xmlns:a16="http://schemas.microsoft.com/office/drawing/2014/main" id="{FD506F89-9220-4CEF-9834-91721E49DAAE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F1_main_prauc_574">
            <a:extLst>
              <a:ext uri="{FF2B5EF4-FFF2-40B4-BE49-F238E27FC236}">
                <a16:creationId xmlns:a16="http://schemas.microsoft.com/office/drawing/2014/main" id="{B26C2188-30B7-498B-9729-7A27AA9177C1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F1_main_prauc_575">
            <a:extLst>
              <a:ext uri="{FF2B5EF4-FFF2-40B4-BE49-F238E27FC236}">
                <a16:creationId xmlns:a16="http://schemas.microsoft.com/office/drawing/2014/main" id="{43FB0159-4E42-4F13-BDAA-02CCF99C058B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F1_main_prauc_576">
            <a:extLst>
              <a:ext uri="{FF2B5EF4-FFF2-40B4-BE49-F238E27FC236}">
                <a16:creationId xmlns:a16="http://schemas.microsoft.com/office/drawing/2014/main" id="{F49F45AA-B5A8-48D0-8909-56B0F58BA817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F1_main_prauc_577">
            <a:extLst>
              <a:ext uri="{FF2B5EF4-FFF2-40B4-BE49-F238E27FC236}">
                <a16:creationId xmlns:a16="http://schemas.microsoft.com/office/drawing/2014/main" id="{703EC377-119B-4FBD-B367-3FBB3D5EAF45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F1_main_prauc_578">
            <a:extLst>
              <a:ext uri="{FF2B5EF4-FFF2-40B4-BE49-F238E27FC236}">
                <a16:creationId xmlns:a16="http://schemas.microsoft.com/office/drawing/2014/main" id="{CF26E765-CFE9-41DD-9791-488E121F643C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F1_main_prauc_579">
            <a:extLst>
              <a:ext uri="{FF2B5EF4-FFF2-40B4-BE49-F238E27FC236}">
                <a16:creationId xmlns:a16="http://schemas.microsoft.com/office/drawing/2014/main" id="{DF94F57A-EC1D-4F0D-8869-E8F2633A77F1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F1_main_prauc_580">
            <a:extLst>
              <a:ext uri="{FF2B5EF4-FFF2-40B4-BE49-F238E27FC236}">
                <a16:creationId xmlns:a16="http://schemas.microsoft.com/office/drawing/2014/main" id="{E6488722-56CE-4EB2-BBB0-BE1767FB5108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F1_main_prauc_581">
            <a:extLst>
              <a:ext uri="{FF2B5EF4-FFF2-40B4-BE49-F238E27FC236}">
                <a16:creationId xmlns:a16="http://schemas.microsoft.com/office/drawing/2014/main" id="{05FE1D4D-F598-4D86-BD4A-E5D2B9411AE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F1_main_prauc_582">
            <a:extLst>
              <a:ext uri="{FF2B5EF4-FFF2-40B4-BE49-F238E27FC236}">
                <a16:creationId xmlns:a16="http://schemas.microsoft.com/office/drawing/2014/main" id="{1C3BA7AD-C3D6-4FD3-BAD9-CA4CE64B009A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F1_main_prauc_583">
            <a:extLst>
              <a:ext uri="{FF2B5EF4-FFF2-40B4-BE49-F238E27FC236}">
                <a16:creationId xmlns:a16="http://schemas.microsoft.com/office/drawing/2014/main" id="{1B27E6A2-BA5E-49D3-B2A9-0369D4DB4B4F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F1_main_prauc_584">
            <a:extLst>
              <a:ext uri="{FF2B5EF4-FFF2-40B4-BE49-F238E27FC236}">
                <a16:creationId xmlns:a16="http://schemas.microsoft.com/office/drawing/2014/main" id="{E111B6B6-E190-4211-8461-EAF160D4998A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F1_main_prauc_585">
            <a:extLst>
              <a:ext uri="{FF2B5EF4-FFF2-40B4-BE49-F238E27FC236}">
                <a16:creationId xmlns:a16="http://schemas.microsoft.com/office/drawing/2014/main" id="{3E6CC77F-566E-4A45-972B-0ED4FF403359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F1_main_prauc_586">
            <a:extLst>
              <a:ext uri="{FF2B5EF4-FFF2-40B4-BE49-F238E27FC236}">
                <a16:creationId xmlns:a16="http://schemas.microsoft.com/office/drawing/2014/main" id="{87D5D379-A686-4945-8DA3-69BD9E66C2AF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F1_main_prauc_587">
            <a:extLst>
              <a:ext uri="{FF2B5EF4-FFF2-40B4-BE49-F238E27FC236}">
                <a16:creationId xmlns:a16="http://schemas.microsoft.com/office/drawing/2014/main" id="{F5580551-B3F4-42CE-A193-5A5E3D375658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F1_main_prauc_588">
            <a:extLst>
              <a:ext uri="{FF2B5EF4-FFF2-40B4-BE49-F238E27FC236}">
                <a16:creationId xmlns:a16="http://schemas.microsoft.com/office/drawing/2014/main" id="{BF081EB4-C389-4A3D-B646-7C33082F40B7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F1_main_prauc_589">
            <a:extLst>
              <a:ext uri="{FF2B5EF4-FFF2-40B4-BE49-F238E27FC236}">
                <a16:creationId xmlns:a16="http://schemas.microsoft.com/office/drawing/2014/main" id="{3449B952-CB7B-4829-98A7-ED4856D0CC1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F1_main_prauc_590">
            <a:extLst>
              <a:ext uri="{FF2B5EF4-FFF2-40B4-BE49-F238E27FC236}">
                <a16:creationId xmlns:a16="http://schemas.microsoft.com/office/drawing/2014/main" id="{A4AB34BE-3BC8-435F-8C2D-BAB979780E67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F1_main_prauc_591">
            <a:extLst>
              <a:ext uri="{FF2B5EF4-FFF2-40B4-BE49-F238E27FC236}">
                <a16:creationId xmlns:a16="http://schemas.microsoft.com/office/drawing/2014/main" id="{47430310-C697-49FE-938B-07ED8B9D80AF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F1_main_prauc_592">
            <a:extLst>
              <a:ext uri="{FF2B5EF4-FFF2-40B4-BE49-F238E27FC236}">
                <a16:creationId xmlns:a16="http://schemas.microsoft.com/office/drawing/2014/main" id="{8294B360-874A-40AA-91BE-9D9975DEB370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F1_main_prauc_593">
            <a:extLst>
              <a:ext uri="{FF2B5EF4-FFF2-40B4-BE49-F238E27FC236}">
                <a16:creationId xmlns:a16="http://schemas.microsoft.com/office/drawing/2014/main" id="{BB8A201D-3ED5-4345-A093-F96CFFA8DDDA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F1_main_prauc_594">
            <a:extLst>
              <a:ext uri="{FF2B5EF4-FFF2-40B4-BE49-F238E27FC236}">
                <a16:creationId xmlns:a16="http://schemas.microsoft.com/office/drawing/2014/main" id="{83A318DB-C5CA-4E15-837A-6E6C055A4ADD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F1_main_prauc_595">
            <a:extLst>
              <a:ext uri="{FF2B5EF4-FFF2-40B4-BE49-F238E27FC236}">
                <a16:creationId xmlns:a16="http://schemas.microsoft.com/office/drawing/2014/main" id="{57BA8D93-2749-4463-92E2-48A2956AD104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F1_main_prauc_596">
            <a:extLst>
              <a:ext uri="{FF2B5EF4-FFF2-40B4-BE49-F238E27FC236}">
                <a16:creationId xmlns:a16="http://schemas.microsoft.com/office/drawing/2014/main" id="{1B7C8E42-888C-42DA-953B-505250C6386A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F1_main_prauc_597">
            <a:extLst>
              <a:ext uri="{FF2B5EF4-FFF2-40B4-BE49-F238E27FC236}">
                <a16:creationId xmlns:a16="http://schemas.microsoft.com/office/drawing/2014/main" id="{3C33945B-C038-4F13-A1DA-914DCEA4995C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F1_main_prauc_598">
            <a:extLst>
              <a:ext uri="{FF2B5EF4-FFF2-40B4-BE49-F238E27FC236}">
                <a16:creationId xmlns:a16="http://schemas.microsoft.com/office/drawing/2014/main" id="{2834ADB3-D902-4EAC-A7DF-EBB638954F8D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F1_main_prauc_599">
            <a:extLst>
              <a:ext uri="{FF2B5EF4-FFF2-40B4-BE49-F238E27FC236}">
                <a16:creationId xmlns:a16="http://schemas.microsoft.com/office/drawing/2014/main" id="{C6D1FB1B-7982-4ECB-B9B6-DDE31ADC2630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F1_main_prauc_600">
            <a:extLst>
              <a:ext uri="{FF2B5EF4-FFF2-40B4-BE49-F238E27FC236}">
                <a16:creationId xmlns:a16="http://schemas.microsoft.com/office/drawing/2014/main" id="{48074E68-51C3-4E8A-9DA6-ABF76D9395E1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F1_main_prauc_601">
            <a:extLst>
              <a:ext uri="{FF2B5EF4-FFF2-40B4-BE49-F238E27FC236}">
                <a16:creationId xmlns:a16="http://schemas.microsoft.com/office/drawing/2014/main" id="{C5D592A0-36D0-4AFD-BF12-095A471706D0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F1_main_prauc_602">
            <a:extLst>
              <a:ext uri="{FF2B5EF4-FFF2-40B4-BE49-F238E27FC236}">
                <a16:creationId xmlns:a16="http://schemas.microsoft.com/office/drawing/2014/main" id="{F2C7F4B3-B2F1-4B1D-AD08-0CDE3D4CD166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F1_main_prauc_603">
            <a:extLst>
              <a:ext uri="{FF2B5EF4-FFF2-40B4-BE49-F238E27FC236}">
                <a16:creationId xmlns:a16="http://schemas.microsoft.com/office/drawing/2014/main" id="{A7E35482-B4F4-4A5A-BB34-E858186EFBAF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F1_main_prauc_604">
            <a:extLst>
              <a:ext uri="{FF2B5EF4-FFF2-40B4-BE49-F238E27FC236}">
                <a16:creationId xmlns:a16="http://schemas.microsoft.com/office/drawing/2014/main" id="{0C2E278C-E97C-4702-A992-73F1F948FA47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F1_main_prauc_605">
            <a:extLst>
              <a:ext uri="{FF2B5EF4-FFF2-40B4-BE49-F238E27FC236}">
                <a16:creationId xmlns:a16="http://schemas.microsoft.com/office/drawing/2014/main" id="{AD1B40D8-94C3-433C-9C8B-3B9CC96C968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F1_main_prauc_606">
            <a:extLst>
              <a:ext uri="{FF2B5EF4-FFF2-40B4-BE49-F238E27FC236}">
                <a16:creationId xmlns:a16="http://schemas.microsoft.com/office/drawing/2014/main" id="{BBBFC2A4-4EB2-4318-9313-40E4761E6EE0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F1_main_prauc_607">
            <a:extLst>
              <a:ext uri="{FF2B5EF4-FFF2-40B4-BE49-F238E27FC236}">
                <a16:creationId xmlns:a16="http://schemas.microsoft.com/office/drawing/2014/main" id="{05AC9D8F-6CAF-466D-A959-C2C733967D97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F1_main_prauc_608">
            <a:extLst>
              <a:ext uri="{FF2B5EF4-FFF2-40B4-BE49-F238E27FC236}">
                <a16:creationId xmlns:a16="http://schemas.microsoft.com/office/drawing/2014/main" id="{F45BE4BE-3363-4E19-B1D4-4E76915A24CF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F1_main_prauc_609">
            <a:extLst>
              <a:ext uri="{FF2B5EF4-FFF2-40B4-BE49-F238E27FC236}">
                <a16:creationId xmlns:a16="http://schemas.microsoft.com/office/drawing/2014/main" id="{22EB5DAC-D9C8-4366-AB1B-7C7CEA7091FA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F1_main_prauc_610">
            <a:extLst>
              <a:ext uri="{FF2B5EF4-FFF2-40B4-BE49-F238E27FC236}">
                <a16:creationId xmlns:a16="http://schemas.microsoft.com/office/drawing/2014/main" id="{238510ED-2695-4D82-8FCA-39215766669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F1_main_prauc_611">
            <a:extLst>
              <a:ext uri="{FF2B5EF4-FFF2-40B4-BE49-F238E27FC236}">
                <a16:creationId xmlns:a16="http://schemas.microsoft.com/office/drawing/2014/main" id="{2B3894CA-78C9-47E2-8128-14098E26CFC3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F1_main_prauc_612">
            <a:extLst>
              <a:ext uri="{FF2B5EF4-FFF2-40B4-BE49-F238E27FC236}">
                <a16:creationId xmlns:a16="http://schemas.microsoft.com/office/drawing/2014/main" id="{2F761118-2CF5-40D4-8C9A-BB3C84DA2078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F1_main_prauc_613">
            <a:extLst>
              <a:ext uri="{FF2B5EF4-FFF2-40B4-BE49-F238E27FC236}">
                <a16:creationId xmlns:a16="http://schemas.microsoft.com/office/drawing/2014/main" id="{46CE4CE5-7BEA-4F25-BF3C-21DEE1905556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F1_main_prauc_614">
            <a:extLst>
              <a:ext uri="{FF2B5EF4-FFF2-40B4-BE49-F238E27FC236}">
                <a16:creationId xmlns:a16="http://schemas.microsoft.com/office/drawing/2014/main" id="{590F0166-3986-456A-9B29-7D10ED093784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F1_main_prauc_615">
            <a:extLst>
              <a:ext uri="{FF2B5EF4-FFF2-40B4-BE49-F238E27FC236}">
                <a16:creationId xmlns:a16="http://schemas.microsoft.com/office/drawing/2014/main" id="{E84551B0-F0F4-45DD-BFBC-D2BAFE39C655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F1_main_prauc_616">
            <a:extLst>
              <a:ext uri="{FF2B5EF4-FFF2-40B4-BE49-F238E27FC236}">
                <a16:creationId xmlns:a16="http://schemas.microsoft.com/office/drawing/2014/main" id="{AC271A48-06D0-451E-BFF6-EBB63566EC27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F1_main_prauc_617">
            <a:extLst>
              <a:ext uri="{FF2B5EF4-FFF2-40B4-BE49-F238E27FC236}">
                <a16:creationId xmlns:a16="http://schemas.microsoft.com/office/drawing/2014/main" id="{1810BABB-3A03-41B1-95DA-AE4200A1F914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F1_main_prauc_618">
            <a:extLst>
              <a:ext uri="{FF2B5EF4-FFF2-40B4-BE49-F238E27FC236}">
                <a16:creationId xmlns:a16="http://schemas.microsoft.com/office/drawing/2014/main" id="{B02D3D72-3FD7-4AA8-9AF8-86C617CA6147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F1_main_prauc_619">
            <a:extLst>
              <a:ext uri="{FF2B5EF4-FFF2-40B4-BE49-F238E27FC236}">
                <a16:creationId xmlns:a16="http://schemas.microsoft.com/office/drawing/2014/main" id="{E023E1B7-229F-4DD0-929B-54333D62800C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F1_main_prauc_620">
            <a:extLst>
              <a:ext uri="{FF2B5EF4-FFF2-40B4-BE49-F238E27FC236}">
                <a16:creationId xmlns:a16="http://schemas.microsoft.com/office/drawing/2014/main" id="{B284E632-8244-473B-B11E-6BA676B293D7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F1_main_prauc_621">
            <a:extLst>
              <a:ext uri="{FF2B5EF4-FFF2-40B4-BE49-F238E27FC236}">
                <a16:creationId xmlns:a16="http://schemas.microsoft.com/office/drawing/2014/main" id="{7F97AF6E-A752-4853-897E-877EF5862D14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F1_main_prauc_622">
            <a:extLst>
              <a:ext uri="{FF2B5EF4-FFF2-40B4-BE49-F238E27FC236}">
                <a16:creationId xmlns:a16="http://schemas.microsoft.com/office/drawing/2014/main" id="{8867E804-935C-47EF-80D2-624B1307980C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F1_main_prauc_623">
            <a:extLst>
              <a:ext uri="{FF2B5EF4-FFF2-40B4-BE49-F238E27FC236}">
                <a16:creationId xmlns:a16="http://schemas.microsoft.com/office/drawing/2014/main" id="{EA6F9158-2CBA-406B-95D9-C6B8B635F904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F1_main_prauc_624">
            <a:extLst>
              <a:ext uri="{FF2B5EF4-FFF2-40B4-BE49-F238E27FC236}">
                <a16:creationId xmlns:a16="http://schemas.microsoft.com/office/drawing/2014/main" id="{E1BCD4E4-F104-4A21-89C9-E8B198DC82F6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F1_main_prauc_625">
            <a:extLst>
              <a:ext uri="{FF2B5EF4-FFF2-40B4-BE49-F238E27FC236}">
                <a16:creationId xmlns:a16="http://schemas.microsoft.com/office/drawing/2014/main" id="{815241BE-B491-49A2-8A65-38103FCA8714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F1_main_prauc_626">
            <a:extLst>
              <a:ext uri="{FF2B5EF4-FFF2-40B4-BE49-F238E27FC236}">
                <a16:creationId xmlns:a16="http://schemas.microsoft.com/office/drawing/2014/main" id="{E76FBD82-6069-471D-82C2-BB119AD4B8CD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F1_main_prauc_627">
            <a:extLst>
              <a:ext uri="{FF2B5EF4-FFF2-40B4-BE49-F238E27FC236}">
                <a16:creationId xmlns:a16="http://schemas.microsoft.com/office/drawing/2014/main" id="{B63BC87B-0F42-41BE-BF9C-46404A461011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F1_main_prauc_628">
            <a:extLst>
              <a:ext uri="{FF2B5EF4-FFF2-40B4-BE49-F238E27FC236}">
                <a16:creationId xmlns:a16="http://schemas.microsoft.com/office/drawing/2014/main" id="{5BAEFB24-F71E-4F3F-92EC-9913CA1348C4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F1_main_prauc_629">
            <a:extLst>
              <a:ext uri="{FF2B5EF4-FFF2-40B4-BE49-F238E27FC236}">
                <a16:creationId xmlns:a16="http://schemas.microsoft.com/office/drawing/2014/main" id="{3CCB7037-06EC-4570-8535-6570157B417D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F1_main_prauc_630">
            <a:extLst>
              <a:ext uri="{FF2B5EF4-FFF2-40B4-BE49-F238E27FC236}">
                <a16:creationId xmlns:a16="http://schemas.microsoft.com/office/drawing/2014/main" id="{33B9C326-3380-498B-B3AB-9EEBF7F49EBB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F1_main_prauc_631">
            <a:extLst>
              <a:ext uri="{FF2B5EF4-FFF2-40B4-BE49-F238E27FC236}">
                <a16:creationId xmlns:a16="http://schemas.microsoft.com/office/drawing/2014/main" id="{F2C8513F-AFFB-470E-84B4-F78F511C1096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F1_main_prauc_632">
            <a:extLst>
              <a:ext uri="{FF2B5EF4-FFF2-40B4-BE49-F238E27FC236}">
                <a16:creationId xmlns:a16="http://schemas.microsoft.com/office/drawing/2014/main" id="{1255BC9D-2866-41C5-8F22-8F556E7924D2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F1_main_prauc_633">
            <a:extLst>
              <a:ext uri="{FF2B5EF4-FFF2-40B4-BE49-F238E27FC236}">
                <a16:creationId xmlns:a16="http://schemas.microsoft.com/office/drawing/2014/main" id="{8B60855C-0995-4127-B45C-95BFBA18C1FF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F1_main_prauc_634">
            <a:extLst>
              <a:ext uri="{FF2B5EF4-FFF2-40B4-BE49-F238E27FC236}">
                <a16:creationId xmlns:a16="http://schemas.microsoft.com/office/drawing/2014/main" id="{DBDAC5E3-CA24-4903-B160-84E010EDAB9F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F1_main_prauc_635">
            <a:extLst>
              <a:ext uri="{FF2B5EF4-FFF2-40B4-BE49-F238E27FC236}">
                <a16:creationId xmlns:a16="http://schemas.microsoft.com/office/drawing/2014/main" id="{571C5949-326A-45DF-8A40-6A66BF73A135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F1_main_prauc_636">
            <a:extLst>
              <a:ext uri="{FF2B5EF4-FFF2-40B4-BE49-F238E27FC236}">
                <a16:creationId xmlns:a16="http://schemas.microsoft.com/office/drawing/2014/main" id="{6CFA948A-DB43-46EB-96AB-6ABF931753F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F1_main_prauc_637">
            <a:extLst>
              <a:ext uri="{FF2B5EF4-FFF2-40B4-BE49-F238E27FC236}">
                <a16:creationId xmlns:a16="http://schemas.microsoft.com/office/drawing/2014/main" id="{04DB6495-7557-46CC-8C74-EEE7343BE9B9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F1_main_prauc_638">
            <a:extLst>
              <a:ext uri="{FF2B5EF4-FFF2-40B4-BE49-F238E27FC236}">
                <a16:creationId xmlns:a16="http://schemas.microsoft.com/office/drawing/2014/main" id="{1558A443-E0AB-430C-AB08-9D1120B6A1C3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F1_main_prauc_639">
            <a:extLst>
              <a:ext uri="{FF2B5EF4-FFF2-40B4-BE49-F238E27FC236}">
                <a16:creationId xmlns:a16="http://schemas.microsoft.com/office/drawing/2014/main" id="{463E99D5-3664-4443-8BE4-3C1AEDD31FF2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F1_main_prauc_640">
            <a:extLst>
              <a:ext uri="{FF2B5EF4-FFF2-40B4-BE49-F238E27FC236}">
                <a16:creationId xmlns:a16="http://schemas.microsoft.com/office/drawing/2014/main" id="{A9F4AB89-618F-45BF-8E9C-11F51B6A7966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F1_main_prauc_641">
            <a:extLst>
              <a:ext uri="{FF2B5EF4-FFF2-40B4-BE49-F238E27FC236}">
                <a16:creationId xmlns:a16="http://schemas.microsoft.com/office/drawing/2014/main" id="{B2CC9E03-5E15-4C6C-9FA7-89A7ADE7B8B5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F1_main_prauc_642">
            <a:extLst>
              <a:ext uri="{FF2B5EF4-FFF2-40B4-BE49-F238E27FC236}">
                <a16:creationId xmlns:a16="http://schemas.microsoft.com/office/drawing/2014/main" id="{F0F19BE8-F721-4715-9319-F0907A420981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F1_main_prauc_643">
            <a:extLst>
              <a:ext uri="{FF2B5EF4-FFF2-40B4-BE49-F238E27FC236}">
                <a16:creationId xmlns:a16="http://schemas.microsoft.com/office/drawing/2014/main" id="{67CFC8DD-0673-4DD6-AF7A-99897FA1A6F0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F1_main_prauc_644">
            <a:extLst>
              <a:ext uri="{FF2B5EF4-FFF2-40B4-BE49-F238E27FC236}">
                <a16:creationId xmlns:a16="http://schemas.microsoft.com/office/drawing/2014/main" id="{F2D21AE9-8D51-4A84-B9D2-2C038BBCAF91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F1_main_prauc_645">
            <a:extLst>
              <a:ext uri="{FF2B5EF4-FFF2-40B4-BE49-F238E27FC236}">
                <a16:creationId xmlns:a16="http://schemas.microsoft.com/office/drawing/2014/main" id="{22902012-31AD-4651-B4CC-7636229F5D30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F1_main_prauc_646">
            <a:extLst>
              <a:ext uri="{FF2B5EF4-FFF2-40B4-BE49-F238E27FC236}">
                <a16:creationId xmlns:a16="http://schemas.microsoft.com/office/drawing/2014/main" id="{2F190301-CF83-4679-8450-739C9D095F9F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F1_main_prauc_647">
            <a:extLst>
              <a:ext uri="{FF2B5EF4-FFF2-40B4-BE49-F238E27FC236}">
                <a16:creationId xmlns:a16="http://schemas.microsoft.com/office/drawing/2014/main" id="{E4BE663A-44A0-4CBE-92BB-CF1B70D0781D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F1_main_prauc_648">
            <a:extLst>
              <a:ext uri="{FF2B5EF4-FFF2-40B4-BE49-F238E27FC236}">
                <a16:creationId xmlns:a16="http://schemas.microsoft.com/office/drawing/2014/main" id="{F9853CFE-9E4B-4C1C-BD65-70C5F9EB7582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F1_main_prauc_649">
            <a:extLst>
              <a:ext uri="{FF2B5EF4-FFF2-40B4-BE49-F238E27FC236}">
                <a16:creationId xmlns:a16="http://schemas.microsoft.com/office/drawing/2014/main" id="{5BB090B5-8695-4B47-9862-BEC345B1BF74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F1_main_prauc_650">
            <a:extLst>
              <a:ext uri="{FF2B5EF4-FFF2-40B4-BE49-F238E27FC236}">
                <a16:creationId xmlns:a16="http://schemas.microsoft.com/office/drawing/2014/main" id="{208200DD-6F10-4585-88EE-1CD21982C92F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F1_main_prauc_651">
            <a:extLst>
              <a:ext uri="{FF2B5EF4-FFF2-40B4-BE49-F238E27FC236}">
                <a16:creationId xmlns:a16="http://schemas.microsoft.com/office/drawing/2014/main" id="{A85D395E-5065-4BD3-AA7C-4D0F555DD75D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F1_main_prauc_652">
            <a:extLst>
              <a:ext uri="{FF2B5EF4-FFF2-40B4-BE49-F238E27FC236}">
                <a16:creationId xmlns:a16="http://schemas.microsoft.com/office/drawing/2014/main" id="{D4303737-8DC2-4027-A0CD-F98B104BED7E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F1_main_prauc_653">
            <a:extLst>
              <a:ext uri="{FF2B5EF4-FFF2-40B4-BE49-F238E27FC236}">
                <a16:creationId xmlns:a16="http://schemas.microsoft.com/office/drawing/2014/main" id="{C761347E-78B9-449D-BC1B-C0FE6B563AFC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F1_main_prauc_654">
            <a:extLst>
              <a:ext uri="{FF2B5EF4-FFF2-40B4-BE49-F238E27FC236}">
                <a16:creationId xmlns:a16="http://schemas.microsoft.com/office/drawing/2014/main" id="{9EF25D24-0338-4975-96FB-F6F5ECC6716D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F1_main_prauc_655">
            <a:extLst>
              <a:ext uri="{FF2B5EF4-FFF2-40B4-BE49-F238E27FC236}">
                <a16:creationId xmlns:a16="http://schemas.microsoft.com/office/drawing/2014/main" id="{20DAF074-F0B2-4061-A73C-24C94BF6E825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F1_main_prauc_656">
            <a:extLst>
              <a:ext uri="{FF2B5EF4-FFF2-40B4-BE49-F238E27FC236}">
                <a16:creationId xmlns:a16="http://schemas.microsoft.com/office/drawing/2014/main" id="{8FD001B3-D2B1-45A2-ABFC-00BF09A40FA2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F1_main_prauc_657">
            <a:extLst>
              <a:ext uri="{FF2B5EF4-FFF2-40B4-BE49-F238E27FC236}">
                <a16:creationId xmlns:a16="http://schemas.microsoft.com/office/drawing/2014/main" id="{6B7A77D3-55FD-4C39-B5C7-8A10F99CB62A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F1_main_prauc_658">
            <a:extLst>
              <a:ext uri="{FF2B5EF4-FFF2-40B4-BE49-F238E27FC236}">
                <a16:creationId xmlns:a16="http://schemas.microsoft.com/office/drawing/2014/main" id="{38C1FF9F-3973-4FED-9CCA-A5F151FE3CFF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F1_main_prauc_659">
            <a:extLst>
              <a:ext uri="{FF2B5EF4-FFF2-40B4-BE49-F238E27FC236}">
                <a16:creationId xmlns:a16="http://schemas.microsoft.com/office/drawing/2014/main" id="{466CEE81-17A7-490B-842C-B8BFD4B4BFA9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F1_main_prauc_660">
            <a:extLst>
              <a:ext uri="{FF2B5EF4-FFF2-40B4-BE49-F238E27FC236}">
                <a16:creationId xmlns:a16="http://schemas.microsoft.com/office/drawing/2014/main" id="{2B97E09C-0B85-438B-A75A-2D6024A4DBF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F1_main_prauc_661">
            <a:extLst>
              <a:ext uri="{FF2B5EF4-FFF2-40B4-BE49-F238E27FC236}">
                <a16:creationId xmlns:a16="http://schemas.microsoft.com/office/drawing/2014/main" id="{94D7A7FB-C3D3-496A-BDF9-D0071749FF8A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F1_main_prauc_662">
            <a:extLst>
              <a:ext uri="{FF2B5EF4-FFF2-40B4-BE49-F238E27FC236}">
                <a16:creationId xmlns:a16="http://schemas.microsoft.com/office/drawing/2014/main" id="{45FED3CD-99F3-47C4-A173-0CBE86761152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F1_main_prauc_663">
            <a:extLst>
              <a:ext uri="{FF2B5EF4-FFF2-40B4-BE49-F238E27FC236}">
                <a16:creationId xmlns:a16="http://schemas.microsoft.com/office/drawing/2014/main" id="{A0DB1213-B4D1-45A8-83FF-833416307A3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F1_main_prauc_664">
            <a:extLst>
              <a:ext uri="{FF2B5EF4-FFF2-40B4-BE49-F238E27FC236}">
                <a16:creationId xmlns:a16="http://schemas.microsoft.com/office/drawing/2014/main" id="{3C6D99F1-F3C0-4A3F-934E-8F003DF4A71A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F1_main_prauc_665">
            <a:extLst>
              <a:ext uri="{FF2B5EF4-FFF2-40B4-BE49-F238E27FC236}">
                <a16:creationId xmlns:a16="http://schemas.microsoft.com/office/drawing/2014/main" id="{46E07118-B8C6-47DB-B407-AE1A78ADA203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F1_main_prauc_666">
            <a:extLst>
              <a:ext uri="{FF2B5EF4-FFF2-40B4-BE49-F238E27FC236}">
                <a16:creationId xmlns:a16="http://schemas.microsoft.com/office/drawing/2014/main" id="{11724976-907F-4027-84E2-82364D0D7264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F1_main_prauc_667">
            <a:extLst>
              <a:ext uri="{FF2B5EF4-FFF2-40B4-BE49-F238E27FC236}">
                <a16:creationId xmlns:a16="http://schemas.microsoft.com/office/drawing/2014/main" id="{CA3C1BB1-5686-42F8-B8DF-2DF4B8A98E42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F1_main_prauc_668">
            <a:extLst>
              <a:ext uri="{FF2B5EF4-FFF2-40B4-BE49-F238E27FC236}">
                <a16:creationId xmlns:a16="http://schemas.microsoft.com/office/drawing/2014/main" id="{0F51DBCB-A0F7-4865-AB5A-F51361247A94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F1_main_prauc_669">
            <a:extLst>
              <a:ext uri="{FF2B5EF4-FFF2-40B4-BE49-F238E27FC236}">
                <a16:creationId xmlns:a16="http://schemas.microsoft.com/office/drawing/2014/main" id="{FB20E8F7-75E9-4F3C-B566-59074B7BEB62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F1_main_prauc_670">
            <a:extLst>
              <a:ext uri="{FF2B5EF4-FFF2-40B4-BE49-F238E27FC236}">
                <a16:creationId xmlns:a16="http://schemas.microsoft.com/office/drawing/2014/main" id="{06528F32-FEDF-4131-A9AE-6C7D7751085D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F1_main_prauc_671">
            <a:extLst>
              <a:ext uri="{FF2B5EF4-FFF2-40B4-BE49-F238E27FC236}">
                <a16:creationId xmlns:a16="http://schemas.microsoft.com/office/drawing/2014/main" id="{A31F0A1D-311C-4448-825D-F060A01D782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F1_main_prauc_672">
            <a:extLst>
              <a:ext uri="{FF2B5EF4-FFF2-40B4-BE49-F238E27FC236}">
                <a16:creationId xmlns:a16="http://schemas.microsoft.com/office/drawing/2014/main" id="{5B247C64-BE83-4D37-B66D-C4830889B4B8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F1_main_prauc_673">
            <a:extLst>
              <a:ext uri="{FF2B5EF4-FFF2-40B4-BE49-F238E27FC236}">
                <a16:creationId xmlns:a16="http://schemas.microsoft.com/office/drawing/2014/main" id="{9452E9E1-68DD-4D16-894D-B0E09A4CF68D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F1_main_prauc_674">
            <a:extLst>
              <a:ext uri="{FF2B5EF4-FFF2-40B4-BE49-F238E27FC236}">
                <a16:creationId xmlns:a16="http://schemas.microsoft.com/office/drawing/2014/main" id="{47E8367A-E4E7-4594-BAFD-76113E254CE0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F1_main_prauc_675">
            <a:extLst>
              <a:ext uri="{FF2B5EF4-FFF2-40B4-BE49-F238E27FC236}">
                <a16:creationId xmlns:a16="http://schemas.microsoft.com/office/drawing/2014/main" id="{2C9BE8A1-F1A6-4AAC-8DC2-D23516D7C8D5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F1_main_prauc_676">
            <a:extLst>
              <a:ext uri="{FF2B5EF4-FFF2-40B4-BE49-F238E27FC236}">
                <a16:creationId xmlns:a16="http://schemas.microsoft.com/office/drawing/2014/main" id="{3B794EF9-2B62-498B-9DB0-DF4548B64E10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F1_main_prauc_677">
            <a:extLst>
              <a:ext uri="{FF2B5EF4-FFF2-40B4-BE49-F238E27FC236}">
                <a16:creationId xmlns:a16="http://schemas.microsoft.com/office/drawing/2014/main" id="{F3D278E7-CACC-448E-837E-D4E18833EAB4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F1_main_prauc_678">
            <a:extLst>
              <a:ext uri="{FF2B5EF4-FFF2-40B4-BE49-F238E27FC236}">
                <a16:creationId xmlns:a16="http://schemas.microsoft.com/office/drawing/2014/main" id="{306B03B9-04E5-4491-981E-43A33D2F00A1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F1_main_prauc_679">
            <a:extLst>
              <a:ext uri="{FF2B5EF4-FFF2-40B4-BE49-F238E27FC236}">
                <a16:creationId xmlns:a16="http://schemas.microsoft.com/office/drawing/2014/main" id="{AB5F1035-D2B6-4B63-849D-4BBB9CC3059D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F1_main_prauc_680">
            <a:extLst>
              <a:ext uri="{FF2B5EF4-FFF2-40B4-BE49-F238E27FC236}">
                <a16:creationId xmlns:a16="http://schemas.microsoft.com/office/drawing/2014/main" id="{6903CE8C-0626-4C59-B15B-F9BA9B3E3F55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F1_main_prauc_681">
            <a:extLst>
              <a:ext uri="{FF2B5EF4-FFF2-40B4-BE49-F238E27FC236}">
                <a16:creationId xmlns:a16="http://schemas.microsoft.com/office/drawing/2014/main" id="{356DCF2A-4609-49F2-83A7-0632DF721833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F1_main_prauc_682">
            <a:extLst>
              <a:ext uri="{FF2B5EF4-FFF2-40B4-BE49-F238E27FC236}">
                <a16:creationId xmlns:a16="http://schemas.microsoft.com/office/drawing/2014/main" id="{0801CA0F-0992-4E03-A188-862104EB217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F1_main_prauc_683">
            <a:extLst>
              <a:ext uri="{FF2B5EF4-FFF2-40B4-BE49-F238E27FC236}">
                <a16:creationId xmlns:a16="http://schemas.microsoft.com/office/drawing/2014/main" id="{1EAC5823-FDA6-4A6E-94C1-00BC123E0547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F1_main_prauc_684">
            <a:extLst>
              <a:ext uri="{FF2B5EF4-FFF2-40B4-BE49-F238E27FC236}">
                <a16:creationId xmlns:a16="http://schemas.microsoft.com/office/drawing/2014/main" id="{9F9F793F-A871-4761-A0C9-D8BED6F21B4F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F1_main_prauc_685">
            <a:extLst>
              <a:ext uri="{FF2B5EF4-FFF2-40B4-BE49-F238E27FC236}">
                <a16:creationId xmlns:a16="http://schemas.microsoft.com/office/drawing/2014/main" id="{A069E284-5D4E-49C4-8BE9-A4E0156A27B1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F1_main_prauc_686">
            <a:extLst>
              <a:ext uri="{FF2B5EF4-FFF2-40B4-BE49-F238E27FC236}">
                <a16:creationId xmlns:a16="http://schemas.microsoft.com/office/drawing/2014/main" id="{50748A4C-079A-4B7D-92E8-95882ACD7504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F1_main_prauc_687">
            <a:extLst>
              <a:ext uri="{FF2B5EF4-FFF2-40B4-BE49-F238E27FC236}">
                <a16:creationId xmlns:a16="http://schemas.microsoft.com/office/drawing/2014/main" id="{2647F651-0B32-4965-AD07-4061ECA86332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F1_main_prauc_688">
            <a:extLst>
              <a:ext uri="{FF2B5EF4-FFF2-40B4-BE49-F238E27FC236}">
                <a16:creationId xmlns:a16="http://schemas.microsoft.com/office/drawing/2014/main" id="{081A2E8B-6326-4F6B-BFB2-CC04EE55CEA0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F1_main_prauc_689">
            <a:extLst>
              <a:ext uri="{FF2B5EF4-FFF2-40B4-BE49-F238E27FC236}">
                <a16:creationId xmlns:a16="http://schemas.microsoft.com/office/drawing/2014/main" id="{5754CB3D-330E-46EE-955B-F692D50B5850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F1_main_prauc_690">
            <a:extLst>
              <a:ext uri="{FF2B5EF4-FFF2-40B4-BE49-F238E27FC236}">
                <a16:creationId xmlns:a16="http://schemas.microsoft.com/office/drawing/2014/main" id="{775570FA-FA81-45BF-8E5A-B42BD79A4E95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F1_main_prauc_691">
            <a:extLst>
              <a:ext uri="{FF2B5EF4-FFF2-40B4-BE49-F238E27FC236}">
                <a16:creationId xmlns:a16="http://schemas.microsoft.com/office/drawing/2014/main" id="{7636B180-C216-48AC-8913-3FAD375E938B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F1_main_prauc_692">
            <a:extLst>
              <a:ext uri="{FF2B5EF4-FFF2-40B4-BE49-F238E27FC236}">
                <a16:creationId xmlns:a16="http://schemas.microsoft.com/office/drawing/2014/main" id="{BC2660B8-A9BE-4235-890B-A6089AAF8907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F1_main_prauc_693">
            <a:extLst>
              <a:ext uri="{FF2B5EF4-FFF2-40B4-BE49-F238E27FC236}">
                <a16:creationId xmlns:a16="http://schemas.microsoft.com/office/drawing/2014/main" id="{A3F91FA9-E071-4CD0-BC35-17976CDE3F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F1_main_prauc_694">
            <a:extLst>
              <a:ext uri="{FF2B5EF4-FFF2-40B4-BE49-F238E27FC236}">
                <a16:creationId xmlns:a16="http://schemas.microsoft.com/office/drawing/2014/main" id="{42D60DFB-9690-434E-9CF2-7CA4F540B533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F1_main_prauc_695">
            <a:extLst>
              <a:ext uri="{FF2B5EF4-FFF2-40B4-BE49-F238E27FC236}">
                <a16:creationId xmlns:a16="http://schemas.microsoft.com/office/drawing/2014/main" id="{10375280-BD0E-4969-BA2C-02675D94F0E8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F1_main_prauc_696">
            <a:extLst>
              <a:ext uri="{FF2B5EF4-FFF2-40B4-BE49-F238E27FC236}">
                <a16:creationId xmlns:a16="http://schemas.microsoft.com/office/drawing/2014/main" id="{06DF375F-A885-48E1-9F18-1ADB432FEA61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F1_main_prauc_697">
            <a:extLst>
              <a:ext uri="{FF2B5EF4-FFF2-40B4-BE49-F238E27FC236}">
                <a16:creationId xmlns:a16="http://schemas.microsoft.com/office/drawing/2014/main" id="{20B71CB8-5351-42CC-BE78-C95FC69948ED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F1_main_prauc_698">
            <a:extLst>
              <a:ext uri="{FF2B5EF4-FFF2-40B4-BE49-F238E27FC236}">
                <a16:creationId xmlns:a16="http://schemas.microsoft.com/office/drawing/2014/main" id="{FCA79007-46F1-4CFA-A861-636A5D168C6E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F1_main_prauc_699">
            <a:extLst>
              <a:ext uri="{FF2B5EF4-FFF2-40B4-BE49-F238E27FC236}">
                <a16:creationId xmlns:a16="http://schemas.microsoft.com/office/drawing/2014/main" id="{76E6072F-9D69-4B79-A67E-3F2D7538CC94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F1_main_prauc_700">
            <a:extLst>
              <a:ext uri="{FF2B5EF4-FFF2-40B4-BE49-F238E27FC236}">
                <a16:creationId xmlns:a16="http://schemas.microsoft.com/office/drawing/2014/main" id="{7BEB5B37-1A11-48C1-B166-48F0D26444AF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F1_main_prauc_701">
            <a:extLst>
              <a:ext uri="{FF2B5EF4-FFF2-40B4-BE49-F238E27FC236}">
                <a16:creationId xmlns:a16="http://schemas.microsoft.com/office/drawing/2014/main" id="{82523E53-CC15-423E-BFE2-BBDAD094A391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F1_main_prauc_702">
            <a:extLst>
              <a:ext uri="{FF2B5EF4-FFF2-40B4-BE49-F238E27FC236}">
                <a16:creationId xmlns:a16="http://schemas.microsoft.com/office/drawing/2014/main" id="{7ED67FC6-0FCB-4D85-AA2F-C70B19CC782E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F1_main_prauc_703">
            <a:extLst>
              <a:ext uri="{FF2B5EF4-FFF2-40B4-BE49-F238E27FC236}">
                <a16:creationId xmlns:a16="http://schemas.microsoft.com/office/drawing/2014/main" id="{018406A1-5792-469B-BF2E-DFC3DC4B18DE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F1_main_prauc_704">
            <a:extLst>
              <a:ext uri="{FF2B5EF4-FFF2-40B4-BE49-F238E27FC236}">
                <a16:creationId xmlns:a16="http://schemas.microsoft.com/office/drawing/2014/main" id="{9FCE08F4-DED1-45C0-99B4-E215FD7D9AC1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F1_main_prauc_705">
            <a:extLst>
              <a:ext uri="{FF2B5EF4-FFF2-40B4-BE49-F238E27FC236}">
                <a16:creationId xmlns:a16="http://schemas.microsoft.com/office/drawing/2014/main" id="{E4F0FDB3-251A-424C-96ED-567CAD5D3359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F1_main_prauc_706">
            <a:extLst>
              <a:ext uri="{FF2B5EF4-FFF2-40B4-BE49-F238E27FC236}">
                <a16:creationId xmlns:a16="http://schemas.microsoft.com/office/drawing/2014/main" id="{B1F13F01-396D-4691-8C31-35A116F1269A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F1_main_prauc_707">
            <a:extLst>
              <a:ext uri="{FF2B5EF4-FFF2-40B4-BE49-F238E27FC236}">
                <a16:creationId xmlns:a16="http://schemas.microsoft.com/office/drawing/2014/main" id="{B990E8E4-C5D7-4EB8-82AC-3390D5340C8E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F1_main_prauc_708">
            <a:extLst>
              <a:ext uri="{FF2B5EF4-FFF2-40B4-BE49-F238E27FC236}">
                <a16:creationId xmlns:a16="http://schemas.microsoft.com/office/drawing/2014/main" id="{51242427-35B8-4A85-99DB-CFB2A0D60867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F1_main_prauc_709">
            <a:extLst>
              <a:ext uri="{FF2B5EF4-FFF2-40B4-BE49-F238E27FC236}">
                <a16:creationId xmlns:a16="http://schemas.microsoft.com/office/drawing/2014/main" id="{DD891E04-567C-4595-8BEB-B594E45D1D0F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F1_main_prauc_710">
            <a:extLst>
              <a:ext uri="{FF2B5EF4-FFF2-40B4-BE49-F238E27FC236}">
                <a16:creationId xmlns:a16="http://schemas.microsoft.com/office/drawing/2014/main" id="{1403B0DD-A024-40D3-A4DF-4A678F5DC13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F1_main_prauc_711">
            <a:extLst>
              <a:ext uri="{FF2B5EF4-FFF2-40B4-BE49-F238E27FC236}">
                <a16:creationId xmlns:a16="http://schemas.microsoft.com/office/drawing/2014/main" id="{3E76149F-F620-4ADB-A7AE-2FA1782D1DE5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F1_main_prauc_712">
            <a:extLst>
              <a:ext uri="{FF2B5EF4-FFF2-40B4-BE49-F238E27FC236}">
                <a16:creationId xmlns:a16="http://schemas.microsoft.com/office/drawing/2014/main" id="{FCC7CD32-0454-47BA-AFD7-7DE57AAACF9C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F1_main_prauc_713">
            <a:extLst>
              <a:ext uri="{FF2B5EF4-FFF2-40B4-BE49-F238E27FC236}">
                <a16:creationId xmlns:a16="http://schemas.microsoft.com/office/drawing/2014/main" id="{6FD0AF16-FD54-4D11-90AC-75636A79E24F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F1_main_prauc_714">
            <a:extLst>
              <a:ext uri="{FF2B5EF4-FFF2-40B4-BE49-F238E27FC236}">
                <a16:creationId xmlns:a16="http://schemas.microsoft.com/office/drawing/2014/main" id="{95C551F4-8DB8-4D2F-8443-0D8E8E19C673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F1_main_prauc_715">
            <a:extLst>
              <a:ext uri="{FF2B5EF4-FFF2-40B4-BE49-F238E27FC236}">
                <a16:creationId xmlns:a16="http://schemas.microsoft.com/office/drawing/2014/main" id="{2CBE2801-670A-4D44-B5BA-751A75EEA3D4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F1_main_prauc_716">
            <a:extLst>
              <a:ext uri="{FF2B5EF4-FFF2-40B4-BE49-F238E27FC236}">
                <a16:creationId xmlns:a16="http://schemas.microsoft.com/office/drawing/2014/main" id="{AEBE6EA7-1D7E-4195-82C7-D39B869BD504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F1_main_prauc_717">
            <a:extLst>
              <a:ext uri="{FF2B5EF4-FFF2-40B4-BE49-F238E27FC236}">
                <a16:creationId xmlns:a16="http://schemas.microsoft.com/office/drawing/2014/main" id="{C3EDDA0C-90F0-412A-87AE-7B1DC851E713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F1_main_prauc_718">
            <a:extLst>
              <a:ext uri="{FF2B5EF4-FFF2-40B4-BE49-F238E27FC236}">
                <a16:creationId xmlns:a16="http://schemas.microsoft.com/office/drawing/2014/main" id="{97E39EDF-E936-49FC-86BF-DACC6099CC30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F1_main_prauc_719">
            <a:extLst>
              <a:ext uri="{FF2B5EF4-FFF2-40B4-BE49-F238E27FC236}">
                <a16:creationId xmlns:a16="http://schemas.microsoft.com/office/drawing/2014/main" id="{7A2134A3-F457-4312-B0FC-B92843CFB841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F1_main_prauc_720">
            <a:extLst>
              <a:ext uri="{FF2B5EF4-FFF2-40B4-BE49-F238E27FC236}">
                <a16:creationId xmlns:a16="http://schemas.microsoft.com/office/drawing/2014/main" id="{7FBA866E-488E-435E-8A11-F45F76FF7DF0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F1_main_prauc_721">
            <a:extLst>
              <a:ext uri="{FF2B5EF4-FFF2-40B4-BE49-F238E27FC236}">
                <a16:creationId xmlns:a16="http://schemas.microsoft.com/office/drawing/2014/main" id="{187A277F-79F7-462B-991D-9FAB7E5E1EF8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F1_main_prauc_722">
            <a:extLst>
              <a:ext uri="{FF2B5EF4-FFF2-40B4-BE49-F238E27FC236}">
                <a16:creationId xmlns:a16="http://schemas.microsoft.com/office/drawing/2014/main" id="{860CB7CF-0F35-4D00-8E95-5AB5CCFCB0A4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F1_main_prauc_723">
            <a:extLst>
              <a:ext uri="{FF2B5EF4-FFF2-40B4-BE49-F238E27FC236}">
                <a16:creationId xmlns:a16="http://schemas.microsoft.com/office/drawing/2014/main" id="{D504CDAC-A870-44B6-A85D-F88A709B2E9F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F1_main_prauc_724">
            <a:extLst>
              <a:ext uri="{FF2B5EF4-FFF2-40B4-BE49-F238E27FC236}">
                <a16:creationId xmlns:a16="http://schemas.microsoft.com/office/drawing/2014/main" id="{5EDDE3D4-53A9-42A4-B624-AF2473D05CDB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F1_main_prauc_725">
            <a:extLst>
              <a:ext uri="{FF2B5EF4-FFF2-40B4-BE49-F238E27FC236}">
                <a16:creationId xmlns:a16="http://schemas.microsoft.com/office/drawing/2014/main" id="{94E06AA3-8132-412F-93AB-94133EC28E7D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F1_main_prauc_726">
            <a:extLst>
              <a:ext uri="{FF2B5EF4-FFF2-40B4-BE49-F238E27FC236}">
                <a16:creationId xmlns:a16="http://schemas.microsoft.com/office/drawing/2014/main" id="{9BE3ED75-F9E6-4B94-93D5-9C9F5664B42B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F1_main_prauc_727">
            <a:extLst>
              <a:ext uri="{FF2B5EF4-FFF2-40B4-BE49-F238E27FC236}">
                <a16:creationId xmlns:a16="http://schemas.microsoft.com/office/drawing/2014/main" id="{04A75DA9-27FE-42DD-82F7-C09AA1B064BD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F1_main_prauc_728">
            <a:extLst>
              <a:ext uri="{FF2B5EF4-FFF2-40B4-BE49-F238E27FC236}">
                <a16:creationId xmlns:a16="http://schemas.microsoft.com/office/drawing/2014/main" id="{AFCFD055-7BEB-4B7F-807A-BAE138BF2B0E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F1_main_prauc_729">
            <a:extLst>
              <a:ext uri="{FF2B5EF4-FFF2-40B4-BE49-F238E27FC236}">
                <a16:creationId xmlns:a16="http://schemas.microsoft.com/office/drawing/2014/main" id="{275741BA-B356-4A09-B09F-33250E425E41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F1_main_prauc_730">
            <a:extLst>
              <a:ext uri="{FF2B5EF4-FFF2-40B4-BE49-F238E27FC236}">
                <a16:creationId xmlns:a16="http://schemas.microsoft.com/office/drawing/2014/main" id="{2CEEB324-8C27-48B9-97DF-98682854466B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F1_main_prauc_731">
            <a:extLst>
              <a:ext uri="{FF2B5EF4-FFF2-40B4-BE49-F238E27FC236}">
                <a16:creationId xmlns:a16="http://schemas.microsoft.com/office/drawing/2014/main" id="{7ECE02E5-C517-4DE9-B8A5-4B7B2558FC7E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F1_main_prauc_732">
            <a:extLst>
              <a:ext uri="{FF2B5EF4-FFF2-40B4-BE49-F238E27FC236}">
                <a16:creationId xmlns:a16="http://schemas.microsoft.com/office/drawing/2014/main" id="{D68D0280-54B4-4F50-81AE-7B88B28266BE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F1_main_prauc_733">
            <a:extLst>
              <a:ext uri="{FF2B5EF4-FFF2-40B4-BE49-F238E27FC236}">
                <a16:creationId xmlns:a16="http://schemas.microsoft.com/office/drawing/2014/main" id="{DC769B93-ABEC-480F-B8AB-FE603FDDF685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F1_main_prauc_734">
            <a:extLst>
              <a:ext uri="{FF2B5EF4-FFF2-40B4-BE49-F238E27FC236}">
                <a16:creationId xmlns:a16="http://schemas.microsoft.com/office/drawing/2014/main" id="{09F2A5E5-DCBB-46F2-AC01-BD028090CB12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F1_main_prauc_735">
            <a:extLst>
              <a:ext uri="{FF2B5EF4-FFF2-40B4-BE49-F238E27FC236}">
                <a16:creationId xmlns:a16="http://schemas.microsoft.com/office/drawing/2014/main" id="{93471C99-81A3-4E31-973C-BB6B5D4E5E8D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F1_main_prauc_736">
            <a:extLst>
              <a:ext uri="{FF2B5EF4-FFF2-40B4-BE49-F238E27FC236}">
                <a16:creationId xmlns:a16="http://schemas.microsoft.com/office/drawing/2014/main" id="{6711B9F2-B075-4055-9DAA-93A1E9C4141D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F1_main_prauc_737">
            <a:extLst>
              <a:ext uri="{FF2B5EF4-FFF2-40B4-BE49-F238E27FC236}">
                <a16:creationId xmlns:a16="http://schemas.microsoft.com/office/drawing/2014/main" id="{9B45DDB0-8CE5-425B-8FAF-DFB0E330BBFF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F1_main_prauc_738">
            <a:extLst>
              <a:ext uri="{FF2B5EF4-FFF2-40B4-BE49-F238E27FC236}">
                <a16:creationId xmlns:a16="http://schemas.microsoft.com/office/drawing/2014/main" id="{8CCB302E-575A-4B0B-A3B1-F6EFFC79CD31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F1_main_prauc_739">
            <a:extLst>
              <a:ext uri="{FF2B5EF4-FFF2-40B4-BE49-F238E27FC236}">
                <a16:creationId xmlns:a16="http://schemas.microsoft.com/office/drawing/2014/main" id="{3B0989D5-64E9-49A0-AC44-EDD01C89736C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F1_main_prauc_740">
            <a:extLst>
              <a:ext uri="{FF2B5EF4-FFF2-40B4-BE49-F238E27FC236}">
                <a16:creationId xmlns:a16="http://schemas.microsoft.com/office/drawing/2014/main" id="{75D32290-41A1-4C95-BF1E-EFE3948E142D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F1_main_prauc_741">
            <a:extLst>
              <a:ext uri="{FF2B5EF4-FFF2-40B4-BE49-F238E27FC236}">
                <a16:creationId xmlns:a16="http://schemas.microsoft.com/office/drawing/2014/main" id="{FAB2631B-C5C6-41A4-B5C4-30866CAF3558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F1_main_prauc_742">
            <a:extLst>
              <a:ext uri="{FF2B5EF4-FFF2-40B4-BE49-F238E27FC236}">
                <a16:creationId xmlns:a16="http://schemas.microsoft.com/office/drawing/2014/main" id="{C879ECA9-AEB5-4248-9A76-191FE0587C03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F1_main_prauc_743">
            <a:extLst>
              <a:ext uri="{FF2B5EF4-FFF2-40B4-BE49-F238E27FC236}">
                <a16:creationId xmlns:a16="http://schemas.microsoft.com/office/drawing/2014/main" id="{69A9E071-DA04-4F76-AD07-61B36B921D8A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F1_main_prauc_744">
            <a:extLst>
              <a:ext uri="{FF2B5EF4-FFF2-40B4-BE49-F238E27FC236}">
                <a16:creationId xmlns:a16="http://schemas.microsoft.com/office/drawing/2014/main" id="{5EEBB27B-632B-4106-9355-26CDB704291E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F1_main_prauc_745">
            <a:extLst>
              <a:ext uri="{FF2B5EF4-FFF2-40B4-BE49-F238E27FC236}">
                <a16:creationId xmlns:a16="http://schemas.microsoft.com/office/drawing/2014/main" id="{9A75D480-38E8-4911-9A62-03D02C4453E4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F1_main_prauc_746">
            <a:extLst>
              <a:ext uri="{FF2B5EF4-FFF2-40B4-BE49-F238E27FC236}">
                <a16:creationId xmlns:a16="http://schemas.microsoft.com/office/drawing/2014/main" id="{C3489186-0C69-49EA-ABFA-F5980354BBDA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F1_main_prauc_747">
            <a:extLst>
              <a:ext uri="{FF2B5EF4-FFF2-40B4-BE49-F238E27FC236}">
                <a16:creationId xmlns:a16="http://schemas.microsoft.com/office/drawing/2014/main" id="{E8C5B36D-49B4-41E5-B5F1-EB0F068F0E90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F1_main_prauc_748">
            <a:extLst>
              <a:ext uri="{FF2B5EF4-FFF2-40B4-BE49-F238E27FC236}">
                <a16:creationId xmlns:a16="http://schemas.microsoft.com/office/drawing/2014/main" id="{295A9F75-BAAF-4396-82A2-F700861B31EA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F1_main_prauc_749">
            <a:extLst>
              <a:ext uri="{FF2B5EF4-FFF2-40B4-BE49-F238E27FC236}">
                <a16:creationId xmlns:a16="http://schemas.microsoft.com/office/drawing/2014/main" id="{8861019B-C7E9-454B-8174-5F8416D79E1D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F1_main_prauc_750">
            <a:extLst>
              <a:ext uri="{FF2B5EF4-FFF2-40B4-BE49-F238E27FC236}">
                <a16:creationId xmlns:a16="http://schemas.microsoft.com/office/drawing/2014/main" id="{3016BEAE-8C38-400D-9D22-83250E966CA3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F1_main_prauc_751">
            <a:extLst>
              <a:ext uri="{FF2B5EF4-FFF2-40B4-BE49-F238E27FC236}">
                <a16:creationId xmlns:a16="http://schemas.microsoft.com/office/drawing/2014/main" id="{9ED10B8E-8F21-4E30-8FCE-006A27DA4087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F1_main_prauc_752">
            <a:extLst>
              <a:ext uri="{FF2B5EF4-FFF2-40B4-BE49-F238E27FC236}">
                <a16:creationId xmlns:a16="http://schemas.microsoft.com/office/drawing/2014/main" id="{CEF8B913-0BC7-452F-B84A-9E3168784539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F1_main_prauc_753">
            <a:extLst>
              <a:ext uri="{FF2B5EF4-FFF2-40B4-BE49-F238E27FC236}">
                <a16:creationId xmlns:a16="http://schemas.microsoft.com/office/drawing/2014/main" id="{39CEB490-45B5-46FE-A92F-A061007286CF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F1_main_prauc_754">
            <a:extLst>
              <a:ext uri="{FF2B5EF4-FFF2-40B4-BE49-F238E27FC236}">
                <a16:creationId xmlns:a16="http://schemas.microsoft.com/office/drawing/2014/main" id="{EF64602A-38CC-4037-A608-6AD9965820BF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F1_main_prauc_755">
            <a:extLst>
              <a:ext uri="{FF2B5EF4-FFF2-40B4-BE49-F238E27FC236}">
                <a16:creationId xmlns:a16="http://schemas.microsoft.com/office/drawing/2014/main" id="{919984E4-BBD1-4A5D-9D52-C7E904D63E1B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F1_main_prauc_756">
            <a:extLst>
              <a:ext uri="{FF2B5EF4-FFF2-40B4-BE49-F238E27FC236}">
                <a16:creationId xmlns:a16="http://schemas.microsoft.com/office/drawing/2014/main" id="{E761EC6A-EECF-45F4-93D0-E2FD3E8AB0B7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F1_main_prauc_757">
            <a:extLst>
              <a:ext uri="{FF2B5EF4-FFF2-40B4-BE49-F238E27FC236}">
                <a16:creationId xmlns:a16="http://schemas.microsoft.com/office/drawing/2014/main" id="{6C7F03B9-D4C4-4C96-B625-29E987E02EE6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F1_main_prauc_758">
            <a:extLst>
              <a:ext uri="{FF2B5EF4-FFF2-40B4-BE49-F238E27FC236}">
                <a16:creationId xmlns:a16="http://schemas.microsoft.com/office/drawing/2014/main" id="{789F0924-E4F4-4A38-80F3-F0A56D090E41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F1_main_prauc_759">
            <a:extLst>
              <a:ext uri="{FF2B5EF4-FFF2-40B4-BE49-F238E27FC236}">
                <a16:creationId xmlns:a16="http://schemas.microsoft.com/office/drawing/2014/main" id="{6D85FF52-A254-4CEF-9881-35081438929E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F1_main_prauc_760">
            <a:extLst>
              <a:ext uri="{FF2B5EF4-FFF2-40B4-BE49-F238E27FC236}">
                <a16:creationId xmlns:a16="http://schemas.microsoft.com/office/drawing/2014/main" id="{5E9FC5E5-EB99-4F67-93F1-88DCD604DA60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F1_main_prauc_761">
            <a:extLst>
              <a:ext uri="{FF2B5EF4-FFF2-40B4-BE49-F238E27FC236}">
                <a16:creationId xmlns:a16="http://schemas.microsoft.com/office/drawing/2014/main" id="{9C6D03B9-9512-4091-B95B-5AC2EAB1ACBB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F1_main_prauc_762">
            <a:extLst>
              <a:ext uri="{FF2B5EF4-FFF2-40B4-BE49-F238E27FC236}">
                <a16:creationId xmlns:a16="http://schemas.microsoft.com/office/drawing/2014/main" id="{9EA1BD4B-99BD-43EB-AB2A-03DA3B1ACA5D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F1_main_prauc_763">
            <a:extLst>
              <a:ext uri="{FF2B5EF4-FFF2-40B4-BE49-F238E27FC236}">
                <a16:creationId xmlns:a16="http://schemas.microsoft.com/office/drawing/2014/main" id="{B3233322-4BD9-46EA-A607-EE0F00FA44F0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F1_main_prauc_764">
            <a:extLst>
              <a:ext uri="{FF2B5EF4-FFF2-40B4-BE49-F238E27FC236}">
                <a16:creationId xmlns:a16="http://schemas.microsoft.com/office/drawing/2014/main" id="{C13D167C-38E3-4403-BA2D-D9D82AAAA2B9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F1_main_prauc_765">
            <a:extLst>
              <a:ext uri="{FF2B5EF4-FFF2-40B4-BE49-F238E27FC236}">
                <a16:creationId xmlns:a16="http://schemas.microsoft.com/office/drawing/2014/main" id="{1F22F2A7-5628-4DF0-B484-B2DCE53A4002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F1_main_prauc_766">
            <a:extLst>
              <a:ext uri="{FF2B5EF4-FFF2-40B4-BE49-F238E27FC236}">
                <a16:creationId xmlns:a16="http://schemas.microsoft.com/office/drawing/2014/main" id="{C7A953C0-7A75-49B0-8B60-0F12A2760C8A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F1_main_prauc_767">
            <a:extLst>
              <a:ext uri="{FF2B5EF4-FFF2-40B4-BE49-F238E27FC236}">
                <a16:creationId xmlns:a16="http://schemas.microsoft.com/office/drawing/2014/main" id="{C96B88CC-88B0-4EC6-8309-73A03087A253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F1_main_prauc_768">
            <a:extLst>
              <a:ext uri="{FF2B5EF4-FFF2-40B4-BE49-F238E27FC236}">
                <a16:creationId xmlns:a16="http://schemas.microsoft.com/office/drawing/2014/main" id="{49473C21-6748-4FDB-83F9-DC09DAA61059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F1_main_prauc_769">
            <a:extLst>
              <a:ext uri="{FF2B5EF4-FFF2-40B4-BE49-F238E27FC236}">
                <a16:creationId xmlns:a16="http://schemas.microsoft.com/office/drawing/2014/main" id="{F5B1F76E-C4D8-4AE9-BA94-8FBC092F0C50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F1_main_prauc_770">
            <a:extLst>
              <a:ext uri="{FF2B5EF4-FFF2-40B4-BE49-F238E27FC236}">
                <a16:creationId xmlns:a16="http://schemas.microsoft.com/office/drawing/2014/main" id="{49D2D035-2E32-4024-A53F-BDFB3E9BFB39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F1_main_prauc_771">
            <a:extLst>
              <a:ext uri="{FF2B5EF4-FFF2-40B4-BE49-F238E27FC236}">
                <a16:creationId xmlns:a16="http://schemas.microsoft.com/office/drawing/2014/main" id="{AADBC412-1993-46AD-B6AB-13AF898040CA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F1_main_prauc_772">
            <a:extLst>
              <a:ext uri="{FF2B5EF4-FFF2-40B4-BE49-F238E27FC236}">
                <a16:creationId xmlns:a16="http://schemas.microsoft.com/office/drawing/2014/main" id="{0E82BBB3-0C52-4683-A83C-72C2DF09B110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F1_main_prauc_773">
            <a:extLst>
              <a:ext uri="{FF2B5EF4-FFF2-40B4-BE49-F238E27FC236}">
                <a16:creationId xmlns:a16="http://schemas.microsoft.com/office/drawing/2014/main" id="{8699B4FE-531D-4223-9052-FD96F7A84EA9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F1_main_prauc_774">
            <a:extLst>
              <a:ext uri="{FF2B5EF4-FFF2-40B4-BE49-F238E27FC236}">
                <a16:creationId xmlns:a16="http://schemas.microsoft.com/office/drawing/2014/main" id="{CB2C7CDB-F75A-4A84-BCC0-9851CFA58714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F1_main_prauc_775">
            <a:extLst>
              <a:ext uri="{FF2B5EF4-FFF2-40B4-BE49-F238E27FC236}">
                <a16:creationId xmlns:a16="http://schemas.microsoft.com/office/drawing/2014/main" id="{70449FBB-E8C1-4328-BA84-0064E8D17EDD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F1_main_prauc_776">
            <a:extLst>
              <a:ext uri="{FF2B5EF4-FFF2-40B4-BE49-F238E27FC236}">
                <a16:creationId xmlns:a16="http://schemas.microsoft.com/office/drawing/2014/main" id="{A1F9C3E2-8A88-4EAB-8358-02184BDF3783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F1_main_prauc_777">
            <a:extLst>
              <a:ext uri="{FF2B5EF4-FFF2-40B4-BE49-F238E27FC236}">
                <a16:creationId xmlns:a16="http://schemas.microsoft.com/office/drawing/2014/main" id="{BB8CB7F1-C448-4E7A-B658-F8201E9C5135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F1_main_prauc_778">
            <a:extLst>
              <a:ext uri="{FF2B5EF4-FFF2-40B4-BE49-F238E27FC236}">
                <a16:creationId xmlns:a16="http://schemas.microsoft.com/office/drawing/2014/main" id="{CB98FA13-F117-408B-9817-58A18871CBC5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F1_main_prauc_779">
            <a:extLst>
              <a:ext uri="{FF2B5EF4-FFF2-40B4-BE49-F238E27FC236}">
                <a16:creationId xmlns:a16="http://schemas.microsoft.com/office/drawing/2014/main" id="{BB2D1A88-3DBD-47C6-BFD9-B04D82FE92F5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F1_main_prauc_780">
            <a:extLst>
              <a:ext uri="{FF2B5EF4-FFF2-40B4-BE49-F238E27FC236}">
                <a16:creationId xmlns:a16="http://schemas.microsoft.com/office/drawing/2014/main" id="{78D502CE-96C2-4A9D-8459-B7A889E1FE10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F1_main_prauc_781">
            <a:extLst>
              <a:ext uri="{FF2B5EF4-FFF2-40B4-BE49-F238E27FC236}">
                <a16:creationId xmlns:a16="http://schemas.microsoft.com/office/drawing/2014/main" id="{906ED590-B693-4653-A3E6-2BABA5DDA663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F1_main_prauc_782">
            <a:extLst>
              <a:ext uri="{FF2B5EF4-FFF2-40B4-BE49-F238E27FC236}">
                <a16:creationId xmlns:a16="http://schemas.microsoft.com/office/drawing/2014/main" id="{25672B50-E80C-45E6-AE32-90EBBC8C60F7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F1_main_prauc_783">
            <a:extLst>
              <a:ext uri="{FF2B5EF4-FFF2-40B4-BE49-F238E27FC236}">
                <a16:creationId xmlns:a16="http://schemas.microsoft.com/office/drawing/2014/main" id="{9D2CEA56-E05F-4EF0-8EE9-8783F54FE573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F1_main_prauc_784">
            <a:extLst>
              <a:ext uri="{FF2B5EF4-FFF2-40B4-BE49-F238E27FC236}">
                <a16:creationId xmlns:a16="http://schemas.microsoft.com/office/drawing/2014/main" id="{9B226240-BF59-42C0-9831-8CF5E9E5C773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F1_main_prauc_785">
            <a:extLst>
              <a:ext uri="{FF2B5EF4-FFF2-40B4-BE49-F238E27FC236}">
                <a16:creationId xmlns:a16="http://schemas.microsoft.com/office/drawing/2014/main" id="{D7763F23-97F6-419D-AFEE-D85294BC5263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F1_main_prauc_786">
            <a:extLst>
              <a:ext uri="{FF2B5EF4-FFF2-40B4-BE49-F238E27FC236}">
                <a16:creationId xmlns:a16="http://schemas.microsoft.com/office/drawing/2014/main" id="{C9461676-0883-4BD5-BE0A-B3A63B264C2B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F1_main_prauc_787">
            <a:extLst>
              <a:ext uri="{FF2B5EF4-FFF2-40B4-BE49-F238E27FC236}">
                <a16:creationId xmlns:a16="http://schemas.microsoft.com/office/drawing/2014/main" id="{DDADD015-A1F9-49E4-8A4D-84BC58468052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F1_main_prauc_788">
            <a:extLst>
              <a:ext uri="{FF2B5EF4-FFF2-40B4-BE49-F238E27FC236}">
                <a16:creationId xmlns:a16="http://schemas.microsoft.com/office/drawing/2014/main" id="{4AE7A52B-8866-4F6F-B9F7-A197C5CA1B33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F1_main_prauc_789">
            <a:extLst>
              <a:ext uri="{FF2B5EF4-FFF2-40B4-BE49-F238E27FC236}">
                <a16:creationId xmlns:a16="http://schemas.microsoft.com/office/drawing/2014/main" id="{F173A755-FF8F-4836-A939-88AC73272E64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F1_main_prauc_790">
            <a:extLst>
              <a:ext uri="{FF2B5EF4-FFF2-40B4-BE49-F238E27FC236}">
                <a16:creationId xmlns:a16="http://schemas.microsoft.com/office/drawing/2014/main" id="{60FCC518-970F-495F-9C90-B79FE1946C6D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F1_main_prauc_791">
            <a:extLst>
              <a:ext uri="{FF2B5EF4-FFF2-40B4-BE49-F238E27FC236}">
                <a16:creationId xmlns:a16="http://schemas.microsoft.com/office/drawing/2014/main" id="{35AF9A20-80D2-4DD0-B9A7-D9FD50B461D2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F1_main_prauc_792">
            <a:extLst>
              <a:ext uri="{FF2B5EF4-FFF2-40B4-BE49-F238E27FC236}">
                <a16:creationId xmlns:a16="http://schemas.microsoft.com/office/drawing/2014/main" id="{15DBAED3-6DE1-4BC7-9EC7-257D6B4E42C4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F1_main_prauc_793">
            <a:extLst>
              <a:ext uri="{FF2B5EF4-FFF2-40B4-BE49-F238E27FC236}">
                <a16:creationId xmlns:a16="http://schemas.microsoft.com/office/drawing/2014/main" id="{6BBB9498-549F-410B-A80B-A1A050D18151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F1_main_prauc_794">
            <a:extLst>
              <a:ext uri="{FF2B5EF4-FFF2-40B4-BE49-F238E27FC236}">
                <a16:creationId xmlns:a16="http://schemas.microsoft.com/office/drawing/2014/main" id="{B4F3F591-6078-47BF-A76C-FA6C46E8DE0D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F1_main_prauc_795">
            <a:extLst>
              <a:ext uri="{FF2B5EF4-FFF2-40B4-BE49-F238E27FC236}">
                <a16:creationId xmlns:a16="http://schemas.microsoft.com/office/drawing/2014/main" id="{A231D03E-E044-4A8A-95B9-26E90C213452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F1_main_prauc_796">
            <a:extLst>
              <a:ext uri="{FF2B5EF4-FFF2-40B4-BE49-F238E27FC236}">
                <a16:creationId xmlns:a16="http://schemas.microsoft.com/office/drawing/2014/main" id="{5BA8C5A8-46D1-4325-8708-F99128E19A52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F1_main_prauc_797">
            <a:extLst>
              <a:ext uri="{FF2B5EF4-FFF2-40B4-BE49-F238E27FC236}">
                <a16:creationId xmlns:a16="http://schemas.microsoft.com/office/drawing/2014/main" id="{20609941-D2F4-4176-96D4-862FD60DFCB9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F1_main_prauc_798">
            <a:extLst>
              <a:ext uri="{FF2B5EF4-FFF2-40B4-BE49-F238E27FC236}">
                <a16:creationId xmlns:a16="http://schemas.microsoft.com/office/drawing/2014/main" id="{D954AB60-D3AA-424A-A397-6C3EF5609610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F1_main_prauc_799">
            <a:extLst>
              <a:ext uri="{FF2B5EF4-FFF2-40B4-BE49-F238E27FC236}">
                <a16:creationId xmlns:a16="http://schemas.microsoft.com/office/drawing/2014/main" id="{8FCA85AE-49CA-4EE0-9129-E18EDC9BDC40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F1_main_prauc_800">
            <a:extLst>
              <a:ext uri="{FF2B5EF4-FFF2-40B4-BE49-F238E27FC236}">
                <a16:creationId xmlns:a16="http://schemas.microsoft.com/office/drawing/2014/main" id="{440D8B2C-9C93-4432-8FC5-5F20CDC87F8C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F1_main_prauc_801">
            <a:extLst>
              <a:ext uri="{FF2B5EF4-FFF2-40B4-BE49-F238E27FC236}">
                <a16:creationId xmlns:a16="http://schemas.microsoft.com/office/drawing/2014/main" id="{581AE7D1-39FD-46EC-9BFA-9107664A1C9D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F1_main_prauc_802">
            <a:extLst>
              <a:ext uri="{FF2B5EF4-FFF2-40B4-BE49-F238E27FC236}">
                <a16:creationId xmlns:a16="http://schemas.microsoft.com/office/drawing/2014/main" id="{8C331540-33B8-4040-96CC-CC27BF70E0B1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F1_main_prauc_803">
            <a:extLst>
              <a:ext uri="{FF2B5EF4-FFF2-40B4-BE49-F238E27FC236}">
                <a16:creationId xmlns:a16="http://schemas.microsoft.com/office/drawing/2014/main" id="{8E015E60-E2D3-43CA-A4DB-E5B25C312B09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F1_main_prauc_804">
            <a:extLst>
              <a:ext uri="{FF2B5EF4-FFF2-40B4-BE49-F238E27FC236}">
                <a16:creationId xmlns:a16="http://schemas.microsoft.com/office/drawing/2014/main" id="{FBAC5E6D-B128-424F-8A28-A08C1C5FF1EA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F1_main_prauc_805">
            <a:extLst>
              <a:ext uri="{FF2B5EF4-FFF2-40B4-BE49-F238E27FC236}">
                <a16:creationId xmlns:a16="http://schemas.microsoft.com/office/drawing/2014/main" id="{899B5A93-2CAE-4DED-AEF2-9688AEFF7101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F1_main_prauc_806">
            <a:extLst>
              <a:ext uri="{FF2B5EF4-FFF2-40B4-BE49-F238E27FC236}">
                <a16:creationId xmlns:a16="http://schemas.microsoft.com/office/drawing/2014/main" id="{18BB5B8E-E781-4CE9-9466-EF37DEA38B4C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F1_main_prauc_807">
            <a:extLst>
              <a:ext uri="{FF2B5EF4-FFF2-40B4-BE49-F238E27FC236}">
                <a16:creationId xmlns:a16="http://schemas.microsoft.com/office/drawing/2014/main" id="{35442949-D5A4-4F13-9283-9B34CDFCB86A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F1_main_prauc_808">
            <a:extLst>
              <a:ext uri="{FF2B5EF4-FFF2-40B4-BE49-F238E27FC236}">
                <a16:creationId xmlns:a16="http://schemas.microsoft.com/office/drawing/2014/main" id="{58FA6169-7E1C-4576-9D5A-833831E943DA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F1_main_prauc_809">
            <a:extLst>
              <a:ext uri="{FF2B5EF4-FFF2-40B4-BE49-F238E27FC236}">
                <a16:creationId xmlns:a16="http://schemas.microsoft.com/office/drawing/2014/main" id="{14839854-9B8C-4AB8-89AE-87CCE77DF4CA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F1_main_prauc_810">
            <a:extLst>
              <a:ext uri="{FF2B5EF4-FFF2-40B4-BE49-F238E27FC236}">
                <a16:creationId xmlns:a16="http://schemas.microsoft.com/office/drawing/2014/main" id="{80ECCFF9-6A42-43CF-8B90-0C4F08196FF1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F1_main_prauc_811">
            <a:extLst>
              <a:ext uri="{FF2B5EF4-FFF2-40B4-BE49-F238E27FC236}">
                <a16:creationId xmlns:a16="http://schemas.microsoft.com/office/drawing/2014/main" id="{523B6B90-0D36-4956-87DD-E46A163C4C9B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F1_main_prauc_812">
            <a:extLst>
              <a:ext uri="{FF2B5EF4-FFF2-40B4-BE49-F238E27FC236}">
                <a16:creationId xmlns:a16="http://schemas.microsoft.com/office/drawing/2014/main" id="{CCFA6C54-9635-4C88-84B4-76379EC7BC7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F1_main_prauc_813">
            <a:extLst>
              <a:ext uri="{FF2B5EF4-FFF2-40B4-BE49-F238E27FC236}">
                <a16:creationId xmlns:a16="http://schemas.microsoft.com/office/drawing/2014/main" id="{50B366B3-A48C-43B6-9C51-8B5E3505CB05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F1_main_prauc_814">
            <a:extLst>
              <a:ext uri="{FF2B5EF4-FFF2-40B4-BE49-F238E27FC236}">
                <a16:creationId xmlns:a16="http://schemas.microsoft.com/office/drawing/2014/main" id="{275D5814-1379-426F-ABA0-EF0DF835379F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F1_main_prauc_815">
            <a:extLst>
              <a:ext uri="{FF2B5EF4-FFF2-40B4-BE49-F238E27FC236}">
                <a16:creationId xmlns:a16="http://schemas.microsoft.com/office/drawing/2014/main" id="{E22073CF-E083-41C5-85DE-7C1C0DCBFA27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F1_main_prauc_816">
            <a:extLst>
              <a:ext uri="{FF2B5EF4-FFF2-40B4-BE49-F238E27FC236}">
                <a16:creationId xmlns:a16="http://schemas.microsoft.com/office/drawing/2014/main" id="{F964647D-B160-4CF0-A41E-9FE820EA4522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F1_main_prauc_817">
            <a:extLst>
              <a:ext uri="{FF2B5EF4-FFF2-40B4-BE49-F238E27FC236}">
                <a16:creationId xmlns:a16="http://schemas.microsoft.com/office/drawing/2014/main" id="{34D81A10-E086-4651-9B4D-2C28497F466C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F1_main_prauc_818">
            <a:extLst>
              <a:ext uri="{FF2B5EF4-FFF2-40B4-BE49-F238E27FC236}">
                <a16:creationId xmlns:a16="http://schemas.microsoft.com/office/drawing/2014/main" id="{59D9BC90-9298-4601-AA84-AA10A66BCCD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F1_main_prauc_819">
            <a:extLst>
              <a:ext uri="{FF2B5EF4-FFF2-40B4-BE49-F238E27FC236}">
                <a16:creationId xmlns:a16="http://schemas.microsoft.com/office/drawing/2014/main" id="{A73703A2-BA80-4BD3-9CEA-06AB7122B023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F1_main_prauc_820">
            <a:extLst>
              <a:ext uri="{FF2B5EF4-FFF2-40B4-BE49-F238E27FC236}">
                <a16:creationId xmlns:a16="http://schemas.microsoft.com/office/drawing/2014/main" id="{65CD90F0-B0F3-4D2C-8B69-D2F86B71B14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F1_main_prauc_821">
            <a:extLst>
              <a:ext uri="{FF2B5EF4-FFF2-40B4-BE49-F238E27FC236}">
                <a16:creationId xmlns:a16="http://schemas.microsoft.com/office/drawing/2014/main" id="{8C254B4B-46EE-497F-9145-5C6AF36246BA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F1_main_prauc_822">
            <a:extLst>
              <a:ext uri="{FF2B5EF4-FFF2-40B4-BE49-F238E27FC236}">
                <a16:creationId xmlns:a16="http://schemas.microsoft.com/office/drawing/2014/main" id="{17895BCA-4A2E-4B21-A9D4-EA44E91BF5ED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F1_main_prauc_823">
            <a:extLst>
              <a:ext uri="{FF2B5EF4-FFF2-40B4-BE49-F238E27FC236}">
                <a16:creationId xmlns:a16="http://schemas.microsoft.com/office/drawing/2014/main" id="{80F934DD-9345-4CA6-B80C-B2B09E47E4A9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F1_main_prauc_824">
            <a:extLst>
              <a:ext uri="{FF2B5EF4-FFF2-40B4-BE49-F238E27FC236}">
                <a16:creationId xmlns:a16="http://schemas.microsoft.com/office/drawing/2014/main" id="{C379C7CF-38B9-44B6-BBE6-5AAD65FD638A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F1_main_prauc_825">
            <a:extLst>
              <a:ext uri="{FF2B5EF4-FFF2-40B4-BE49-F238E27FC236}">
                <a16:creationId xmlns:a16="http://schemas.microsoft.com/office/drawing/2014/main" id="{32CC641B-1616-48F2-96D5-D0285F4480CF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F1_main_prauc_826">
            <a:extLst>
              <a:ext uri="{FF2B5EF4-FFF2-40B4-BE49-F238E27FC236}">
                <a16:creationId xmlns:a16="http://schemas.microsoft.com/office/drawing/2014/main" id="{EE92CF40-B51D-46EF-983A-466F303A1967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F1_main_prauc_827">
            <a:extLst>
              <a:ext uri="{FF2B5EF4-FFF2-40B4-BE49-F238E27FC236}">
                <a16:creationId xmlns:a16="http://schemas.microsoft.com/office/drawing/2014/main" id="{7611A1CC-428D-4053-B58D-DAB8A4D9353C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F1_main_prauc_828">
            <a:extLst>
              <a:ext uri="{FF2B5EF4-FFF2-40B4-BE49-F238E27FC236}">
                <a16:creationId xmlns:a16="http://schemas.microsoft.com/office/drawing/2014/main" id="{CABFBBE6-7195-4B8F-AFCB-14C08FD4379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F1_main_prauc_829">
            <a:extLst>
              <a:ext uri="{FF2B5EF4-FFF2-40B4-BE49-F238E27FC236}">
                <a16:creationId xmlns:a16="http://schemas.microsoft.com/office/drawing/2014/main" id="{45E67F8D-CA93-476E-B1B4-9B3F806F8367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F1_main_prauc_830">
            <a:extLst>
              <a:ext uri="{FF2B5EF4-FFF2-40B4-BE49-F238E27FC236}">
                <a16:creationId xmlns:a16="http://schemas.microsoft.com/office/drawing/2014/main" id="{88BD1924-24CC-43DE-B0AA-FFC800FA254D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F1_main_prauc_831">
            <a:extLst>
              <a:ext uri="{FF2B5EF4-FFF2-40B4-BE49-F238E27FC236}">
                <a16:creationId xmlns:a16="http://schemas.microsoft.com/office/drawing/2014/main" id="{0D32D9DF-7393-4412-9EEE-82AE532FEFA7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F1_main_prauc_832">
            <a:extLst>
              <a:ext uri="{FF2B5EF4-FFF2-40B4-BE49-F238E27FC236}">
                <a16:creationId xmlns:a16="http://schemas.microsoft.com/office/drawing/2014/main" id="{5D9C725C-9DD3-464D-851C-5E026ADF1BA5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F1_main_prauc_833">
            <a:extLst>
              <a:ext uri="{FF2B5EF4-FFF2-40B4-BE49-F238E27FC236}">
                <a16:creationId xmlns:a16="http://schemas.microsoft.com/office/drawing/2014/main" id="{4387ABEF-ACC3-49AC-A885-8F8303C94565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F1_main_prauc_834">
            <a:extLst>
              <a:ext uri="{FF2B5EF4-FFF2-40B4-BE49-F238E27FC236}">
                <a16:creationId xmlns:a16="http://schemas.microsoft.com/office/drawing/2014/main" id="{1583C1DA-7301-4F4C-BD9F-CFF202AC07FB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F1_main_prauc_835">
            <a:extLst>
              <a:ext uri="{FF2B5EF4-FFF2-40B4-BE49-F238E27FC236}">
                <a16:creationId xmlns:a16="http://schemas.microsoft.com/office/drawing/2014/main" id="{0FA9D0BA-1FAD-4C76-A171-6AF7F82A8122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F1_main_prauc_836">
            <a:extLst>
              <a:ext uri="{FF2B5EF4-FFF2-40B4-BE49-F238E27FC236}">
                <a16:creationId xmlns:a16="http://schemas.microsoft.com/office/drawing/2014/main" id="{10DC681D-8250-4C76-9807-C93ACF3EC7D3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F1_main_prauc_837">
            <a:extLst>
              <a:ext uri="{FF2B5EF4-FFF2-40B4-BE49-F238E27FC236}">
                <a16:creationId xmlns:a16="http://schemas.microsoft.com/office/drawing/2014/main" id="{3C4D6BED-B01D-45CF-981C-0525ED3EC634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F1_main_prauc_838">
            <a:extLst>
              <a:ext uri="{FF2B5EF4-FFF2-40B4-BE49-F238E27FC236}">
                <a16:creationId xmlns:a16="http://schemas.microsoft.com/office/drawing/2014/main" id="{D6EFA2E5-A63D-4548-8873-344539DFEA1E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F1_main_prauc_839">
            <a:extLst>
              <a:ext uri="{FF2B5EF4-FFF2-40B4-BE49-F238E27FC236}">
                <a16:creationId xmlns:a16="http://schemas.microsoft.com/office/drawing/2014/main" id="{5212F6E1-6F7D-420C-B4FC-76084B34EDC4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F1_main_prauc_840">
            <a:extLst>
              <a:ext uri="{FF2B5EF4-FFF2-40B4-BE49-F238E27FC236}">
                <a16:creationId xmlns:a16="http://schemas.microsoft.com/office/drawing/2014/main" id="{B5459BEC-EBA5-44CF-894F-A17A4B1CB415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F1_main_prauc_841">
            <a:extLst>
              <a:ext uri="{FF2B5EF4-FFF2-40B4-BE49-F238E27FC236}">
                <a16:creationId xmlns:a16="http://schemas.microsoft.com/office/drawing/2014/main" id="{63613DE6-D2E4-43D6-B9EC-EA9E7C046428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F1_main_prauc_842">
            <a:extLst>
              <a:ext uri="{FF2B5EF4-FFF2-40B4-BE49-F238E27FC236}">
                <a16:creationId xmlns:a16="http://schemas.microsoft.com/office/drawing/2014/main" id="{9BBA81B1-E759-46BB-8038-99A0A7F7028D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F1_main_prauc_843">
            <a:extLst>
              <a:ext uri="{FF2B5EF4-FFF2-40B4-BE49-F238E27FC236}">
                <a16:creationId xmlns:a16="http://schemas.microsoft.com/office/drawing/2014/main" id="{26795576-0BBA-4CD5-A356-6A13AC483273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F1_main_prauc_844">
            <a:extLst>
              <a:ext uri="{FF2B5EF4-FFF2-40B4-BE49-F238E27FC236}">
                <a16:creationId xmlns:a16="http://schemas.microsoft.com/office/drawing/2014/main" id="{C9E1B9F5-9833-4CCE-9677-2D42D5F22251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F1_main_prauc_845">
            <a:extLst>
              <a:ext uri="{FF2B5EF4-FFF2-40B4-BE49-F238E27FC236}">
                <a16:creationId xmlns:a16="http://schemas.microsoft.com/office/drawing/2014/main" id="{5C344894-8A95-4579-9B06-768E357145F1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F1_main_prauc_846">
            <a:extLst>
              <a:ext uri="{FF2B5EF4-FFF2-40B4-BE49-F238E27FC236}">
                <a16:creationId xmlns:a16="http://schemas.microsoft.com/office/drawing/2014/main" id="{A68A5B87-5F2E-4EE4-AF4B-4B986E9B0AFC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F1_main_prauc_847">
            <a:extLst>
              <a:ext uri="{FF2B5EF4-FFF2-40B4-BE49-F238E27FC236}">
                <a16:creationId xmlns:a16="http://schemas.microsoft.com/office/drawing/2014/main" id="{1AE36E18-B3FD-4FE9-9B79-75900189A25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F1_main_prauc_848">
            <a:extLst>
              <a:ext uri="{FF2B5EF4-FFF2-40B4-BE49-F238E27FC236}">
                <a16:creationId xmlns:a16="http://schemas.microsoft.com/office/drawing/2014/main" id="{0BD57CB5-2CF5-4933-90B8-1C52F787660F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F1_main_prauc_849">
            <a:extLst>
              <a:ext uri="{FF2B5EF4-FFF2-40B4-BE49-F238E27FC236}">
                <a16:creationId xmlns:a16="http://schemas.microsoft.com/office/drawing/2014/main" id="{437BF178-D1CC-4A1F-8112-08CBD4C6D6DB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F1_main_prauc_850">
            <a:extLst>
              <a:ext uri="{FF2B5EF4-FFF2-40B4-BE49-F238E27FC236}">
                <a16:creationId xmlns:a16="http://schemas.microsoft.com/office/drawing/2014/main" id="{D31B6582-E7A3-4BAC-9848-D6A9653D1F9D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F1_main_prauc_851">
            <a:extLst>
              <a:ext uri="{FF2B5EF4-FFF2-40B4-BE49-F238E27FC236}">
                <a16:creationId xmlns:a16="http://schemas.microsoft.com/office/drawing/2014/main" id="{39D879BA-40E3-4351-BA96-6BB37638F5B0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F1_main_prauc_852">
            <a:extLst>
              <a:ext uri="{FF2B5EF4-FFF2-40B4-BE49-F238E27FC236}">
                <a16:creationId xmlns:a16="http://schemas.microsoft.com/office/drawing/2014/main" id="{A113C98E-262E-4E68-8A3F-576D3F0E72B2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F1_main_prauc_853">
            <a:extLst>
              <a:ext uri="{FF2B5EF4-FFF2-40B4-BE49-F238E27FC236}">
                <a16:creationId xmlns:a16="http://schemas.microsoft.com/office/drawing/2014/main" id="{C3721DFB-7468-4B67-A46A-D3E7464C90AE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F1_main_prauc_854">
            <a:extLst>
              <a:ext uri="{FF2B5EF4-FFF2-40B4-BE49-F238E27FC236}">
                <a16:creationId xmlns:a16="http://schemas.microsoft.com/office/drawing/2014/main" id="{200F61A1-2856-448B-B2D8-471F9B0A5B39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F1_main_prauc_855">
            <a:extLst>
              <a:ext uri="{FF2B5EF4-FFF2-40B4-BE49-F238E27FC236}">
                <a16:creationId xmlns:a16="http://schemas.microsoft.com/office/drawing/2014/main" id="{7CF136BF-E601-4008-9F84-E9753016E19F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F1_main_prauc_856">
            <a:extLst>
              <a:ext uri="{FF2B5EF4-FFF2-40B4-BE49-F238E27FC236}">
                <a16:creationId xmlns:a16="http://schemas.microsoft.com/office/drawing/2014/main" id="{5E8AF883-FC9C-4D36-AC8C-CE8DB2BB931A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F1_main_prauc_857">
            <a:extLst>
              <a:ext uri="{FF2B5EF4-FFF2-40B4-BE49-F238E27FC236}">
                <a16:creationId xmlns:a16="http://schemas.microsoft.com/office/drawing/2014/main" id="{31748618-D2E4-4566-A118-3EE3068C9B65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F1_main_prauc_858">
            <a:extLst>
              <a:ext uri="{FF2B5EF4-FFF2-40B4-BE49-F238E27FC236}">
                <a16:creationId xmlns:a16="http://schemas.microsoft.com/office/drawing/2014/main" id="{C53F39A6-5D30-4D79-A502-AE4DE50BBED0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F1_main_prauc_859">
            <a:extLst>
              <a:ext uri="{FF2B5EF4-FFF2-40B4-BE49-F238E27FC236}">
                <a16:creationId xmlns:a16="http://schemas.microsoft.com/office/drawing/2014/main" id="{95B15946-606C-4FED-B866-10DF1C101F1B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F1_main_prauc_860">
            <a:extLst>
              <a:ext uri="{FF2B5EF4-FFF2-40B4-BE49-F238E27FC236}">
                <a16:creationId xmlns:a16="http://schemas.microsoft.com/office/drawing/2014/main" id="{3E8A0A5C-A082-4FDA-A2C5-6DD35C8F3D32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F1_main_prauc_861">
            <a:extLst>
              <a:ext uri="{FF2B5EF4-FFF2-40B4-BE49-F238E27FC236}">
                <a16:creationId xmlns:a16="http://schemas.microsoft.com/office/drawing/2014/main" id="{22CB9E28-A55B-4C15-9D4F-7C7CEF636BB3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F1_main_prauc_862">
            <a:extLst>
              <a:ext uri="{FF2B5EF4-FFF2-40B4-BE49-F238E27FC236}">
                <a16:creationId xmlns:a16="http://schemas.microsoft.com/office/drawing/2014/main" id="{2E25DB9D-451A-40A1-B186-8FCDBEA48307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F1_main_prauc_863">
            <a:extLst>
              <a:ext uri="{FF2B5EF4-FFF2-40B4-BE49-F238E27FC236}">
                <a16:creationId xmlns:a16="http://schemas.microsoft.com/office/drawing/2014/main" id="{D1697BA1-0A65-455C-AEB4-AC7942B0EAC4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F1_main_prauc_864">
            <a:extLst>
              <a:ext uri="{FF2B5EF4-FFF2-40B4-BE49-F238E27FC236}">
                <a16:creationId xmlns:a16="http://schemas.microsoft.com/office/drawing/2014/main" id="{0FBB6542-3BB8-4F3C-9F45-1A92E0A78511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F1_main_prauc_865">
            <a:extLst>
              <a:ext uri="{FF2B5EF4-FFF2-40B4-BE49-F238E27FC236}">
                <a16:creationId xmlns:a16="http://schemas.microsoft.com/office/drawing/2014/main" id="{DFFDE4FD-849D-4F9A-8EF1-7EC09D187675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F1_main_prauc_866">
            <a:extLst>
              <a:ext uri="{FF2B5EF4-FFF2-40B4-BE49-F238E27FC236}">
                <a16:creationId xmlns:a16="http://schemas.microsoft.com/office/drawing/2014/main" id="{1288F3BB-4FB1-48AE-85D0-CDB8519DDD20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F1_main_prauc_867">
            <a:extLst>
              <a:ext uri="{FF2B5EF4-FFF2-40B4-BE49-F238E27FC236}">
                <a16:creationId xmlns:a16="http://schemas.microsoft.com/office/drawing/2014/main" id="{5FDF7090-8A18-4A23-BD6A-AACD222B166B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F1_main_prauc_868">
            <a:extLst>
              <a:ext uri="{FF2B5EF4-FFF2-40B4-BE49-F238E27FC236}">
                <a16:creationId xmlns:a16="http://schemas.microsoft.com/office/drawing/2014/main" id="{AFB070E0-FDA3-470C-A5F7-59347633ED92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F1_main_prauc_869">
            <a:extLst>
              <a:ext uri="{FF2B5EF4-FFF2-40B4-BE49-F238E27FC236}">
                <a16:creationId xmlns:a16="http://schemas.microsoft.com/office/drawing/2014/main" id="{2DF81E70-5BE0-42A2-B8DB-DD021C5C3C2D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F1_main_prauc_870">
            <a:extLst>
              <a:ext uri="{FF2B5EF4-FFF2-40B4-BE49-F238E27FC236}">
                <a16:creationId xmlns:a16="http://schemas.microsoft.com/office/drawing/2014/main" id="{64F14628-7FD1-416D-BCE5-FAB949822A12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F1_main_prauc_871">
            <a:extLst>
              <a:ext uri="{FF2B5EF4-FFF2-40B4-BE49-F238E27FC236}">
                <a16:creationId xmlns:a16="http://schemas.microsoft.com/office/drawing/2014/main" id="{1091798D-B0A4-4498-88C6-05F9269EBA3B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F1_main_prauc_872">
            <a:extLst>
              <a:ext uri="{FF2B5EF4-FFF2-40B4-BE49-F238E27FC236}">
                <a16:creationId xmlns:a16="http://schemas.microsoft.com/office/drawing/2014/main" id="{8B90CFDA-E90F-4DF5-ACEC-434052E17ADA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F1_main_prauc_873">
            <a:extLst>
              <a:ext uri="{FF2B5EF4-FFF2-40B4-BE49-F238E27FC236}">
                <a16:creationId xmlns:a16="http://schemas.microsoft.com/office/drawing/2014/main" id="{84A354D9-09EB-4B0B-A157-DC40194A8D0B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F1_main_prauc_874">
            <a:extLst>
              <a:ext uri="{FF2B5EF4-FFF2-40B4-BE49-F238E27FC236}">
                <a16:creationId xmlns:a16="http://schemas.microsoft.com/office/drawing/2014/main" id="{C720D32B-4D73-4D98-8F63-03AE14DC6518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F1_main_prauc_875">
            <a:extLst>
              <a:ext uri="{FF2B5EF4-FFF2-40B4-BE49-F238E27FC236}">
                <a16:creationId xmlns:a16="http://schemas.microsoft.com/office/drawing/2014/main" id="{900F2D9D-D819-4C6F-A19F-E6C5F44DBCBB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F1_main_prauc_876">
            <a:extLst>
              <a:ext uri="{FF2B5EF4-FFF2-40B4-BE49-F238E27FC236}">
                <a16:creationId xmlns:a16="http://schemas.microsoft.com/office/drawing/2014/main" id="{126156A8-C555-4227-9236-DCAD8BFC2958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F1_main_prauc_877">
            <a:extLst>
              <a:ext uri="{FF2B5EF4-FFF2-40B4-BE49-F238E27FC236}">
                <a16:creationId xmlns:a16="http://schemas.microsoft.com/office/drawing/2014/main" id="{3C2E1CF8-9322-4375-B7AB-0335B5069DE3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F1_main_prauc_878">
            <a:extLst>
              <a:ext uri="{FF2B5EF4-FFF2-40B4-BE49-F238E27FC236}">
                <a16:creationId xmlns:a16="http://schemas.microsoft.com/office/drawing/2014/main" id="{ADC27821-1A40-488B-AF06-EE75D9351D98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F1_main_prauc_879">
            <a:extLst>
              <a:ext uri="{FF2B5EF4-FFF2-40B4-BE49-F238E27FC236}">
                <a16:creationId xmlns:a16="http://schemas.microsoft.com/office/drawing/2014/main" id="{C8F6A098-1DFB-4AB6-93B2-4173F5965D88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F1_main_prauc_880">
            <a:extLst>
              <a:ext uri="{FF2B5EF4-FFF2-40B4-BE49-F238E27FC236}">
                <a16:creationId xmlns:a16="http://schemas.microsoft.com/office/drawing/2014/main" id="{7727D8C6-54BB-446D-9E1C-9A57C970DAAF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F1_main_prauc_881">
            <a:extLst>
              <a:ext uri="{FF2B5EF4-FFF2-40B4-BE49-F238E27FC236}">
                <a16:creationId xmlns:a16="http://schemas.microsoft.com/office/drawing/2014/main" id="{FCDA0C5B-8159-4249-ADEF-A608CAAF2D79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F1_main_prauc_882">
            <a:extLst>
              <a:ext uri="{FF2B5EF4-FFF2-40B4-BE49-F238E27FC236}">
                <a16:creationId xmlns:a16="http://schemas.microsoft.com/office/drawing/2014/main" id="{14FBDEAF-5171-43F1-A9BA-20116508C2DE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F1_main_prauc_883">
            <a:extLst>
              <a:ext uri="{FF2B5EF4-FFF2-40B4-BE49-F238E27FC236}">
                <a16:creationId xmlns:a16="http://schemas.microsoft.com/office/drawing/2014/main" id="{8EE3823B-5B12-4136-BC22-C2626990176C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F1_main_prauc_884">
            <a:extLst>
              <a:ext uri="{FF2B5EF4-FFF2-40B4-BE49-F238E27FC236}">
                <a16:creationId xmlns:a16="http://schemas.microsoft.com/office/drawing/2014/main" id="{52B8844F-75CA-46B6-A603-6645626501F2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F1_main_prauc_885">
            <a:extLst>
              <a:ext uri="{FF2B5EF4-FFF2-40B4-BE49-F238E27FC236}">
                <a16:creationId xmlns:a16="http://schemas.microsoft.com/office/drawing/2014/main" id="{9DAF46B1-DE90-457F-A877-A39210EE7F3C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F1_main_prauc_886">
            <a:extLst>
              <a:ext uri="{FF2B5EF4-FFF2-40B4-BE49-F238E27FC236}">
                <a16:creationId xmlns:a16="http://schemas.microsoft.com/office/drawing/2014/main" id="{F72A5CAE-BFF5-4376-B644-C26646D73FF5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F1_main_prauc_887">
            <a:extLst>
              <a:ext uri="{FF2B5EF4-FFF2-40B4-BE49-F238E27FC236}">
                <a16:creationId xmlns:a16="http://schemas.microsoft.com/office/drawing/2014/main" id="{0E42B4B0-53C2-4757-9619-D0C457F93AA9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F1_main_prauc_888">
            <a:extLst>
              <a:ext uri="{FF2B5EF4-FFF2-40B4-BE49-F238E27FC236}">
                <a16:creationId xmlns:a16="http://schemas.microsoft.com/office/drawing/2014/main" id="{036B9FBB-F16D-4668-942A-1417BA7DB1FD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F1_main_prauc_889">
            <a:extLst>
              <a:ext uri="{FF2B5EF4-FFF2-40B4-BE49-F238E27FC236}">
                <a16:creationId xmlns:a16="http://schemas.microsoft.com/office/drawing/2014/main" id="{03D29313-D8F9-4F33-9DCE-9FD241BEB62B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F1_main_prauc_890">
            <a:extLst>
              <a:ext uri="{FF2B5EF4-FFF2-40B4-BE49-F238E27FC236}">
                <a16:creationId xmlns:a16="http://schemas.microsoft.com/office/drawing/2014/main" id="{0534DB70-C5A5-4BD4-B0D4-1DD474671098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F1_main_prauc_891">
            <a:extLst>
              <a:ext uri="{FF2B5EF4-FFF2-40B4-BE49-F238E27FC236}">
                <a16:creationId xmlns:a16="http://schemas.microsoft.com/office/drawing/2014/main" id="{2285A68B-B79A-47FE-85EC-AEC40A1961CD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F1_main_prauc_892">
            <a:extLst>
              <a:ext uri="{FF2B5EF4-FFF2-40B4-BE49-F238E27FC236}">
                <a16:creationId xmlns:a16="http://schemas.microsoft.com/office/drawing/2014/main" id="{BABB75FD-CF70-4895-BBD9-C51DB14B1A79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F1_main_prauc_893">
            <a:extLst>
              <a:ext uri="{FF2B5EF4-FFF2-40B4-BE49-F238E27FC236}">
                <a16:creationId xmlns:a16="http://schemas.microsoft.com/office/drawing/2014/main" id="{D693CACA-B110-4CDD-9AA6-F9218E09F1B7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F1_main_prauc_894">
            <a:extLst>
              <a:ext uri="{FF2B5EF4-FFF2-40B4-BE49-F238E27FC236}">
                <a16:creationId xmlns:a16="http://schemas.microsoft.com/office/drawing/2014/main" id="{E6B6A749-8A7E-40CD-B18C-3E06C6B533AA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F1_main_prauc_895">
            <a:extLst>
              <a:ext uri="{FF2B5EF4-FFF2-40B4-BE49-F238E27FC236}">
                <a16:creationId xmlns:a16="http://schemas.microsoft.com/office/drawing/2014/main" id="{00B7B44B-91ED-412D-BA36-A0FF5872A61C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F1_main_prauc_896">
            <a:extLst>
              <a:ext uri="{FF2B5EF4-FFF2-40B4-BE49-F238E27FC236}">
                <a16:creationId xmlns:a16="http://schemas.microsoft.com/office/drawing/2014/main" id="{482664A3-78CD-45D8-819E-578198816A80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F1_main_prauc_897">
            <a:extLst>
              <a:ext uri="{FF2B5EF4-FFF2-40B4-BE49-F238E27FC236}">
                <a16:creationId xmlns:a16="http://schemas.microsoft.com/office/drawing/2014/main" id="{008149B0-C28D-4E1E-9A36-90919BFAECFF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F1_main_prauc_898">
            <a:extLst>
              <a:ext uri="{FF2B5EF4-FFF2-40B4-BE49-F238E27FC236}">
                <a16:creationId xmlns:a16="http://schemas.microsoft.com/office/drawing/2014/main" id="{58FCD5E0-537D-425F-B808-C8C5824E6F69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F1_main_prauc_899">
            <a:extLst>
              <a:ext uri="{FF2B5EF4-FFF2-40B4-BE49-F238E27FC236}">
                <a16:creationId xmlns:a16="http://schemas.microsoft.com/office/drawing/2014/main" id="{97294709-B5CC-4B07-B10F-24B12A172349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F1_main_prauc_900">
            <a:extLst>
              <a:ext uri="{FF2B5EF4-FFF2-40B4-BE49-F238E27FC236}">
                <a16:creationId xmlns:a16="http://schemas.microsoft.com/office/drawing/2014/main" id="{815DE6B0-38D5-4A02-9329-44F9F3387BDE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F1_main_prauc_901">
            <a:extLst>
              <a:ext uri="{FF2B5EF4-FFF2-40B4-BE49-F238E27FC236}">
                <a16:creationId xmlns:a16="http://schemas.microsoft.com/office/drawing/2014/main" id="{9929979D-D624-4FCB-946F-B9604B24BBDC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F1_main_prauc_902">
            <a:extLst>
              <a:ext uri="{FF2B5EF4-FFF2-40B4-BE49-F238E27FC236}">
                <a16:creationId xmlns:a16="http://schemas.microsoft.com/office/drawing/2014/main" id="{7585C4AA-DAD6-41C4-B9AF-F93070D53443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F1_main_prauc_903">
            <a:extLst>
              <a:ext uri="{FF2B5EF4-FFF2-40B4-BE49-F238E27FC236}">
                <a16:creationId xmlns:a16="http://schemas.microsoft.com/office/drawing/2014/main" id="{1AD473C1-08C7-473B-B96D-E66CC7820CD8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F1_main_prauc_904">
            <a:extLst>
              <a:ext uri="{FF2B5EF4-FFF2-40B4-BE49-F238E27FC236}">
                <a16:creationId xmlns:a16="http://schemas.microsoft.com/office/drawing/2014/main" id="{B786F309-0F5B-49DD-964E-657D322130B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F1_main_prauc_905">
            <a:extLst>
              <a:ext uri="{FF2B5EF4-FFF2-40B4-BE49-F238E27FC236}">
                <a16:creationId xmlns:a16="http://schemas.microsoft.com/office/drawing/2014/main" id="{7978D995-CC19-442B-B334-CF578BC70FEC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F1_main_prauc_906">
            <a:extLst>
              <a:ext uri="{FF2B5EF4-FFF2-40B4-BE49-F238E27FC236}">
                <a16:creationId xmlns:a16="http://schemas.microsoft.com/office/drawing/2014/main" id="{9112AA79-858D-4970-AC97-90AF1C7EBF1F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F1_main_prauc_907">
            <a:extLst>
              <a:ext uri="{FF2B5EF4-FFF2-40B4-BE49-F238E27FC236}">
                <a16:creationId xmlns:a16="http://schemas.microsoft.com/office/drawing/2014/main" id="{D59931EF-C44C-45A9-863D-5C75A90BC51F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F1_main_prauc_908">
            <a:extLst>
              <a:ext uri="{FF2B5EF4-FFF2-40B4-BE49-F238E27FC236}">
                <a16:creationId xmlns:a16="http://schemas.microsoft.com/office/drawing/2014/main" id="{5D1C7574-FB03-45FB-8A63-C5026632CE53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F1_main_prauc_909">
            <a:extLst>
              <a:ext uri="{FF2B5EF4-FFF2-40B4-BE49-F238E27FC236}">
                <a16:creationId xmlns:a16="http://schemas.microsoft.com/office/drawing/2014/main" id="{31334BF7-6022-48E8-AF78-F66D0C7D37FA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F1_main_prauc_910">
            <a:extLst>
              <a:ext uri="{FF2B5EF4-FFF2-40B4-BE49-F238E27FC236}">
                <a16:creationId xmlns:a16="http://schemas.microsoft.com/office/drawing/2014/main" id="{0E45EC87-7AED-4BEA-B6EC-4F14999BA34A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F1_main_prauc_911">
            <a:extLst>
              <a:ext uri="{FF2B5EF4-FFF2-40B4-BE49-F238E27FC236}">
                <a16:creationId xmlns:a16="http://schemas.microsoft.com/office/drawing/2014/main" id="{F5C54145-6F63-49CB-B7DD-73C02152BFEA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F1_main_prauc_912">
            <a:extLst>
              <a:ext uri="{FF2B5EF4-FFF2-40B4-BE49-F238E27FC236}">
                <a16:creationId xmlns:a16="http://schemas.microsoft.com/office/drawing/2014/main" id="{8F23AB22-719F-4A05-8435-8CA3A7A633E2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F1_main_prauc_913">
            <a:extLst>
              <a:ext uri="{FF2B5EF4-FFF2-40B4-BE49-F238E27FC236}">
                <a16:creationId xmlns:a16="http://schemas.microsoft.com/office/drawing/2014/main" id="{4536710F-B38A-463C-BCF9-7648EF111C54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F1_main_prauc_914">
            <a:extLst>
              <a:ext uri="{FF2B5EF4-FFF2-40B4-BE49-F238E27FC236}">
                <a16:creationId xmlns:a16="http://schemas.microsoft.com/office/drawing/2014/main" id="{473B9F8D-55AE-473E-9B43-5967D9BC4432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F1_main_prauc_915">
            <a:extLst>
              <a:ext uri="{FF2B5EF4-FFF2-40B4-BE49-F238E27FC236}">
                <a16:creationId xmlns:a16="http://schemas.microsoft.com/office/drawing/2014/main" id="{453230A4-A07D-47D1-B3E8-88A89399032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F1_main_prauc_916">
            <a:extLst>
              <a:ext uri="{FF2B5EF4-FFF2-40B4-BE49-F238E27FC236}">
                <a16:creationId xmlns:a16="http://schemas.microsoft.com/office/drawing/2014/main" id="{1989B6B9-27DC-46B2-8274-D99831D09832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F1_main_prauc_917">
            <a:extLst>
              <a:ext uri="{FF2B5EF4-FFF2-40B4-BE49-F238E27FC236}">
                <a16:creationId xmlns:a16="http://schemas.microsoft.com/office/drawing/2014/main" id="{D1FC4384-0F71-4315-A308-454FED1DDBEE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F1_main_prauc_918">
            <a:extLst>
              <a:ext uri="{FF2B5EF4-FFF2-40B4-BE49-F238E27FC236}">
                <a16:creationId xmlns:a16="http://schemas.microsoft.com/office/drawing/2014/main" id="{8C1E6887-2E91-425A-A9C1-6AE1CA800867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F1_main_prauc_919">
            <a:extLst>
              <a:ext uri="{FF2B5EF4-FFF2-40B4-BE49-F238E27FC236}">
                <a16:creationId xmlns:a16="http://schemas.microsoft.com/office/drawing/2014/main" id="{94553967-AC18-4CF1-9D31-9DA291F798FB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F1_main_prauc_920">
            <a:extLst>
              <a:ext uri="{FF2B5EF4-FFF2-40B4-BE49-F238E27FC236}">
                <a16:creationId xmlns:a16="http://schemas.microsoft.com/office/drawing/2014/main" id="{9308ACDC-728B-4D51-A82F-EC2D66ED68EB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F1_main_prauc_921">
            <a:extLst>
              <a:ext uri="{FF2B5EF4-FFF2-40B4-BE49-F238E27FC236}">
                <a16:creationId xmlns:a16="http://schemas.microsoft.com/office/drawing/2014/main" id="{12D6541B-9EBB-4018-83CA-F8F567EB39E1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F1_main_prauc_922">
            <a:extLst>
              <a:ext uri="{FF2B5EF4-FFF2-40B4-BE49-F238E27FC236}">
                <a16:creationId xmlns:a16="http://schemas.microsoft.com/office/drawing/2014/main" id="{BA4818A3-E0A6-4ECC-9F88-A756AEADD030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F1_main_prauc_923">
            <a:extLst>
              <a:ext uri="{FF2B5EF4-FFF2-40B4-BE49-F238E27FC236}">
                <a16:creationId xmlns:a16="http://schemas.microsoft.com/office/drawing/2014/main" id="{71C80EEA-6F47-46CD-ABDB-1349FF3093A3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F1_main_prauc_924">
            <a:extLst>
              <a:ext uri="{FF2B5EF4-FFF2-40B4-BE49-F238E27FC236}">
                <a16:creationId xmlns:a16="http://schemas.microsoft.com/office/drawing/2014/main" id="{2B99B208-35D6-4520-BCBA-6305093C8C28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F1_main_prauc_925">
            <a:extLst>
              <a:ext uri="{FF2B5EF4-FFF2-40B4-BE49-F238E27FC236}">
                <a16:creationId xmlns:a16="http://schemas.microsoft.com/office/drawing/2014/main" id="{DDF6AD96-B225-4034-8B97-406A5CCA8B9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F1_main_prauc_926">
            <a:extLst>
              <a:ext uri="{FF2B5EF4-FFF2-40B4-BE49-F238E27FC236}">
                <a16:creationId xmlns:a16="http://schemas.microsoft.com/office/drawing/2014/main" id="{4FC67F84-C336-462F-A2F2-7A890889013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F1_main_prauc_927">
            <a:extLst>
              <a:ext uri="{FF2B5EF4-FFF2-40B4-BE49-F238E27FC236}">
                <a16:creationId xmlns:a16="http://schemas.microsoft.com/office/drawing/2014/main" id="{AAAE26CD-E44A-465F-AFC7-F546A1923D01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F1_main_prauc_928">
            <a:extLst>
              <a:ext uri="{FF2B5EF4-FFF2-40B4-BE49-F238E27FC236}">
                <a16:creationId xmlns:a16="http://schemas.microsoft.com/office/drawing/2014/main" id="{4FB1E0C6-EAE7-403D-9317-F52BF8330DF4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F1_main_prauc_929">
            <a:extLst>
              <a:ext uri="{FF2B5EF4-FFF2-40B4-BE49-F238E27FC236}">
                <a16:creationId xmlns:a16="http://schemas.microsoft.com/office/drawing/2014/main" id="{45FCDE15-46FE-4E92-A023-63C4DEE09D7C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F1_main_prauc_930">
            <a:extLst>
              <a:ext uri="{FF2B5EF4-FFF2-40B4-BE49-F238E27FC236}">
                <a16:creationId xmlns:a16="http://schemas.microsoft.com/office/drawing/2014/main" id="{443DD6DA-C918-439E-88A2-EF8683EFB1AD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F1_main_prauc_931">
            <a:extLst>
              <a:ext uri="{FF2B5EF4-FFF2-40B4-BE49-F238E27FC236}">
                <a16:creationId xmlns:a16="http://schemas.microsoft.com/office/drawing/2014/main" id="{D8138A36-C5C0-4073-9B3F-32AE13897DCD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F1_main_prauc_932">
            <a:extLst>
              <a:ext uri="{FF2B5EF4-FFF2-40B4-BE49-F238E27FC236}">
                <a16:creationId xmlns:a16="http://schemas.microsoft.com/office/drawing/2014/main" id="{9D7703E3-FA8C-4773-8BEE-409BF7C0E23A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F1_main_prauc_933">
            <a:extLst>
              <a:ext uri="{FF2B5EF4-FFF2-40B4-BE49-F238E27FC236}">
                <a16:creationId xmlns:a16="http://schemas.microsoft.com/office/drawing/2014/main" id="{0A4A518B-501B-42AF-A74B-6FA8501795CB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F1_main_prauc_934">
            <a:extLst>
              <a:ext uri="{FF2B5EF4-FFF2-40B4-BE49-F238E27FC236}">
                <a16:creationId xmlns:a16="http://schemas.microsoft.com/office/drawing/2014/main" id="{3801E419-4097-4927-96DC-902FEBABD10F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F1_main_prauc_935">
            <a:extLst>
              <a:ext uri="{FF2B5EF4-FFF2-40B4-BE49-F238E27FC236}">
                <a16:creationId xmlns:a16="http://schemas.microsoft.com/office/drawing/2014/main" id="{590916FF-E937-4C39-9E30-67B6539DDBAA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F1_main_prauc_936">
            <a:extLst>
              <a:ext uri="{FF2B5EF4-FFF2-40B4-BE49-F238E27FC236}">
                <a16:creationId xmlns:a16="http://schemas.microsoft.com/office/drawing/2014/main" id="{32C703FC-57B2-4FB5-8BDE-20BA2B0DEF07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F1_main_prauc_937">
            <a:extLst>
              <a:ext uri="{FF2B5EF4-FFF2-40B4-BE49-F238E27FC236}">
                <a16:creationId xmlns:a16="http://schemas.microsoft.com/office/drawing/2014/main" id="{0D5E0C65-D1F7-4B42-8415-7CD194D5FC7E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F1_main_prauc_938">
            <a:extLst>
              <a:ext uri="{FF2B5EF4-FFF2-40B4-BE49-F238E27FC236}">
                <a16:creationId xmlns:a16="http://schemas.microsoft.com/office/drawing/2014/main" id="{B556272D-4EE3-414E-8056-2A3931D7D74D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F1_main_prauc_939">
            <a:extLst>
              <a:ext uri="{FF2B5EF4-FFF2-40B4-BE49-F238E27FC236}">
                <a16:creationId xmlns:a16="http://schemas.microsoft.com/office/drawing/2014/main" id="{5D3C32C5-1F8C-4C38-8DA6-77E4764AB9C8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F1_main_prauc_940">
            <a:extLst>
              <a:ext uri="{FF2B5EF4-FFF2-40B4-BE49-F238E27FC236}">
                <a16:creationId xmlns:a16="http://schemas.microsoft.com/office/drawing/2014/main" id="{EA25DE1A-480B-4FC9-BD6D-75B44F9C1D53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F1_main_prauc_941">
            <a:extLst>
              <a:ext uri="{FF2B5EF4-FFF2-40B4-BE49-F238E27FC236}">
                <a16:creationId xmlns:a16="http://schemas.microsoft.com/office/drawing/2014/main" id="{6525BB10-29D2-48E1-921A-1A2BA1CD1F88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F1_main_prauc_942">
            <a:extLst>
              <a:ext uri="{FF2B5EF4-FFF2-40B4-BE49-F238E27FC236}">
                <a16:creationId xmlns:a16="http://schemas.microsoft.com/office/drawing/2014/main" id="{DD87C411-3E20-498D-906D-DABAC502FECF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F1_main_prauc_943">
            <a:extLst>
              <a:ext uri="{FF2B5EF4-FFF2-40B4-BE49-F238E27FC236}">
                <a16:creationId xmlns:a16="http://schemas.microsoft.com/office/drawing/2014/main" id="{E00405BD-FBE9-4514-88D0-70727D606AD6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F1_main_prauc_944">
            <a:extLst>
              <a:ext uri="{FF2B5EF4-FFF2-40B4-BE49-F238E27FC236}">
                <a16:creationId xmlns:a16="http://schemas.microsoft.com/office/drawing/2014/main" id="{903FB428-6535-4A7D-8B86-9B875F8C53E3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F1_main_prauc_945">
            <a:extLst>
              <a:ext uri="{FF2B5EF4-FFF2-40B4-BE49-F238E27FC236}">
                <a16:creationId xmlns:a16="http://schemas.microsoft.com/office/drawing/2014/main" id="{5DF91AF9-F456-48AE-AAB3-8CEAC2280384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F1_main_prauc_946">
            <a:extLst>
              <a:ext uri="{FF2B5EF4-FFF2-40B4-BE49-F238E27FC236}">
                <a16:creationId xmlns:a16="http://schemas.microsoft.com/office/drawing/2014/main" id="{384E4045-4222-4B9F-9CCC-C9B4C2FC84DC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F1_main_prauc_947">
            <a:extLst>
              <a:ext uri="{FF2B5EF4-FFF2-40B4-BE49-F238E27FC236}">
                <a16:creationId xmlns:a16="http://schemas.microsoft.com/office/drawing/2014/main" id="{A00B01B5-E9E6-4903-BAA2-29C883DB9771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F1_main_prauc_948">
            <a:extLst>
              <a:ext uri="{FF2B5EF4-FFF2-40B4-BE49-F238E27FC236}">
                <a16:creationId xmlns:a16="http://schemas.microsoft.com/office/drawing/2014/main" id="{F62C07EC-82DC-4EFA-94CF-FFEFC33E7B2C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F1_main_prauc_949">
            <a:extLst>
              <a:ext uri="{FF2B5EF4-FFF2-40B4-BE49-F238E27FC236}">
                <a16:creationId xmlns:a16="http://schemas.microsoft.com/office/drawing/2014/main" id="{3AE80785-B453-41D8-B7EC-9B99B6B90AE8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F1_main_prauc_950">
            <a:extLst>
              <a:ext uri="{FF2B5EF4-FFF2-40B4-BE49-F238E27FC236}">
                <a16:creationId xmlns:a16="http://schemas.microsoft.com/office/drawing/2014/main" id="{C3487087-4859-49AD-9868-9E0E4D5CE214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F1_main_prauc_951">
            <a:extLst>
              <a:ext uri="{FF2B5EF4-FFF2-40B4-BE49-F238E27FC236}">
                <a16:creationId xmlns:a16="http://schemas.microsoft.com/office/drawing/2014/main" id="{1E370D58-DFAB-4176-BA16-1AE628527672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F1_main_prauc_952">
            <a:extLst>
              <a:ext uri="{FF2B5EF4-FFF2-40B4-BE49-F238E27FC236}">
                <a16:creationId xmlns:a16="http://schemas.microsoft.com/office/drawing/2014/main" id="{406BDA02-5C55-4FE8-9618-1A22FDE9E67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F1_main_prauc_953">
            <a:extLst>
              <a:ext uri="{FF2B5EF4-FFF2-40B4-BE49-F238E27FC236}">
                <a16:creationId xmlns:a16="http://schemas.microsoft.com/office/drawing/2014/main" id="{435A6817-1303-4408-91F6-A0ED537E0191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F1_main_prauc_954">
            <a:extLst>
              <a:ext uri="{FF2B5EF4-FFF2-40B4-BE49-F238E27FC236}">
                <a16:creationId xmlns:a16="http://schemas.microsoft.com/office/drawing/2014/main" id="{1C8E84C9-1C09-4366-AB5F-592EC109A86D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F1_main_prauc_955">
            <a:extLst>
              <a:ext uri="{FF2B5EF4-FFF2-40B4-BE49-F238E27FC236}">
                <a16:creationId xmlns:a16="http://schemas.microsoft.com/office/drawing/2014/main" id="{D17EB064-4A69-4527-B358-3EBAAE5C5487}"/>
              </a:ext>
            </a:extLst>
          </p:cNvPr>
          <p:cNvSpPr>
            <a:spLocks noGrp="1"/>
          </p:cNvSpPr>
          <p:nvPr/>
        </p:nvSpPr>
        <p:spPr>
          <a:xfrm>
            <a:off x="1886418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F1_main_prauc_956">
            <a:extLst>
              <a:ext uri="{FF2B5EF4-FFF2-40B4-BE49-F238E27FC236}">
                <a16:creationId xmlns:a16="http://schemas.microsoft.com/office/drawing/2014/main" id="{F703B5CE-5E10-4F63-954D-4C532D8E7166}"/>
              </a:ext>
            </a:extLst>
          </p:cNvPr>
          <p:cNvSpPr>
            <a:spLocks noGrp="1"/>
          </p:cNvSpPr>
          <p:nvPr/>
        </p:nvSpPr>
        <p:spPr>
          <a:xfrm>
            <a:off x="1908740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F1_main_prauc_957">
            <a:extLst>
              <a:ext uri="{FF2B5EF4-FFF2-40B4-BE49-F238E27FC236}">
                <a16:creationId xmlns:a16="http://schemas.microsoft.com/office/drawing/2014/main" id="{DA1669D9-E58B-42D3-923B-FDE3318DE26C}"/>
              </a:ext>
            </a:extLst>
          </p:cNvPr>
          <p:cNvSpPr>
            <a:spLocks noGrp="1"/>
          </p:cNvSpPr>
          <p:nvPr/>
        </p:nvSpPr>
        <p:spPr>
          <a:xfrm>
            <a:off x="1822620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F1_main_prauc_958">
            <a:extLst>
              <a:ext uri="{FF2B5EF4-FFF2-40B4-BE49-F238E27FC236}">
                <a16:creationId xmlns:a16="http://schemas.microsoft.com/office/drawing/2014/main" id="{BCF9F3E2-EA4A-4033-8609-F9EE895F65C0}"/>
              </a:ext>
            </a:extLst>
          </p:cNvPr>
          <p:cNvSpPr>
            <a:spLocks noGrp="1"/>
          </p:cNvSpPr>
          <p:nvPr/>
        </p:nvSpPr>
        <p:spPr>
          <a:xfrm>
            <a:off x="1822824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F1_main_prauc_959">
            <a:extLst>
              <a:ext uri="{FF2B5EF4-FFF2-40B4-BE49-F238E27FC236}">
                <a16:creationId xmlns:a16="http://schemas.microsoft.com/office/drawing/2014/main" id="{90D580F5-652F-4FFE-A505-7F7E7381E656}"/>
              </a:ext>
            </a:extLst>
          </p:cNvPr>
          <p:cNvSpPr>
            <a:spLocks noGrp="1"/>
          </p:cNvSpPr>
          <p:nvPr/>
        </p:nvSpPr>
        <p:spPr>
          <a:xfrm>
            <a:off x="1841849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F1_main_prauc_960">
            <a:extLst>
              <a:ext uri="{FF2B5EF4-FFF2-40B4-BE49-F238E27FC236}">
                <a16:creationId xmlns:a16="http://schemas.microsoft.com/office/drawing/2014/main" id="{8583303B-2BDA-4D5D-A6A2-85F085A4B8F5}"/>
              </a:ext>
            </a:extLst>
          </p:cNvPr>
          <p:cNvSpPr>
            <a:spLocks noGrp="1"/>
          </p:cNvSpPr>
          <p:nvPr/>
        </p:nvSpPr>
        <p:spPr>
          <a:xfrm>
            <a:off x="194485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F1_main_prauc_961">
            <a:extLst>
              <a:ext uri="{FF2B5EF4-FFF2-40B4-BE49-F238E27FC236}">
                <a16:creationId xmlns:a16="http://schemas.microsoft.com/office/drawing/2014/main" id="{FF51ACDA-7945-43A1-AB77-BB1C3178525A}"/>
              </a:ext>
            </a:extLst>
          </p:cNvPr>
          <p:cNvSpPr>
            <a:spLocks noGrp="1"/>
          </p:cNvSpPr>
          <p:nvPr/>
        </p:nvSpPr>
        <p:spPr>
          <a:xfrm>
            <a:off x="2004399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F1_main_prauc_962">
            <a:extLst>
              <a:ext uri="{FF2B5EF4-FFF2-40B4-BE49-F238E27FC236}">
                <a16:creationId xmlns:a16="http://schemas.microsoft.com/office/drawing/2014/main" id="{3E379AAE-6747-4DA7-BAC9-60B2243B6589}"/>
              </a:ext>
            </a:extLst>
          </p:cNvPr>
          <p:cNvSpPr>
            <a:spLocks noGrp="1"/>
          </p:cNvSpPr>
          <p:nvPr/>
        </p:nvSpPr>
        <p:spPr>
          <a:xfrm>
            <a:off x="1870979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F1_main_prauc_963">
            <a:extLst>
              <a:ext uri="{FF2B5EF4-FFF2-40B4-BE49-F238E27FC236}">
                <a16:creationId xmlns:a16="http://schemas.microsoft.com/office/drawing/2014/main" id="{1BE8F8FE-114F-4A17-8F19-0453D6A76969}"/>
              </a:ext>
            </a:extLst>
          </p:cNvPr>
          <p:cNvSpPr>
            <a:spLocks noGrp="1"/>
          </p:cNvSpPr>
          <p:nvPr/>
        </p:nvSpPr>
        <p:spPr>
          <a:xfrm>
            <a:off x="200636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F1_main_prauc_964">
            <a:extLst>
              <a:ext uri="{FF2B5EF4-FFF2-40B4-BE49-F238E27FC236}">
                <a16:creationId xmlns:a16="http://schemas.microsoft.com/office/drawing/2014/main" id="{58D10337-E985-409A-B4CA-E6B24FACDAD5}"/>
              </a:ext>
            </a:extLst>
          </p:cNvPr>
          <p:cNvSpPr>
            <a:spLocks noGrp="1"/>
          </p:cNvSpPr>
          <p:nvPr/>
        </p:nvSpPr>
        <p:spPr>
          <a:xfrm>
            <a:off x="200545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F1_main_prauc_965">
            <a:extLst>
              <a:ext uri="{FF2B5EF4-FFF2-40B4-BE49-F238E27FC236}">
                <a16:creationId xmlns:a16="http://schemas.microsoft.com/office/drawing/2014/main" id="{2CAF287D-E3E3-473F-A008-1212B0F83391}"/>
              </a:ext>
            </a:extLst>
          </p:cNvPr>
          <p:cNvSpPr>
            <a:spLocks noGrp="1"/>
          </p:cNvSpPr>
          <p:nvPr/>
        </p:nvSpPr>
        <p:spPr>
          <a:xfrm>
            <a:off x="182279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F1_main_prauc_966">
            <a:extLst>
              <a:ext uri="{FF2B5EF4-FFF2-40B4-BE49-F238E27FC236}">
                <a16:creationId xmlns:a16="http://schemas.microsoft.com/office/drawing/2014/main" id="{380B36B0-F2BF-4E70-890D-4AB97AD9E167}"/>
              </a:ext>
            </a:extLst>
          </p:cNvPr>
          <p:cNvSpPr>
            <a:spLocks noGrp="1"/>
          </p:cNvSpPr>
          <p:nvPr/>
        </p:nvSpPr>
        <p:spPr>
          <a:xfrm>
            <a:off x="1809565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F1_main_prauc_967">
            <a:extLst>
              <a:ext uri="{FF2B5EF4-FFF2-40B4-BE49-F238E27FC236}">
                <a16:creationId xmlns:a16="http://schemas.microsoft.com/office/drawing/2014/main" id="{C9DF7B68-EC59-4896-AB1D-E0D1B1415F11}"/>
              </a:ext>
            </a:extLst>
          </p:cNvPr>
          <p:cNvSpPr>
            <a:spLocks noGrp="1"/>
          </p:cNvSpPr>
          <p:nvPr/>
        </p:nvSpPr>
        <p:spPr>
          <a:xfrm>
            <a:off x="1903219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F1_main_prauc_968">
            <a:extLst>
              <a:ext uri="{FF2B5EF4-FFF2-40B4-BE49-F238E27FC236}">
                <a16:creationId xmlns:a16="http://schemas.microsoft.com/office/drawing/2014/main" id="{87B0BE1C-940A-4CA6-A2AE-D35A636152FA}"/>
              </a:ext>
            </a:extLst>
          </p:cNvPr>
          <p:cNvSpPr>
            <a:spLocks noGrp="1"/>
          </p:cNvSpPr>
          <p:nvPr/>
        </p:nvSpPr>
        <p:spPr>
          <a:xfrm>
            <a:off x="1860471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F1_main_prauc_969">
            <a:extLst>
              <a:ext uri="{FF2B5EF4-FFF2-40B4-BE49-F238E27FC236}">
                <a16:creationId xmlns:a16="http://schemas.microsoft.com/office/drawing/2014/main" id="{FCF3B2CF-257F-42CB-950D-B8B9F6D5E718}"/>
              </a:ext>
            </a:extLst>
          </p:cNvPr>
          <p:cNvSpPr>
            <a:spLocks noGrp="1"/>
          </p:cNvSpPr>
          <p:nvPr/>
        </p:nvSpPr>
        <p:spPr>
          <a:xfrm>
            <a:off x="1860600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F1_main_prauc_970">
            <a:extLst>
              <a:ext uri="{FF2B5EF4-FFF2-40B4-BE49-F238E27FC236}">
                <a16:creationId xmlns:a16="http://schemas.microsoft.com/office/drawing/2014/main" id="{F8C93B5A-C3A6-4E9C-848D-ADE26E2F8082}"/>
              </a:ext>
            </a:extLst>
          </p:cNvPr>
          <p:cNvSpPr>
            <a:spLocks noGrp="1"/>
          </p:cNvSpPr>
          <p:nvPr/>
        </p:nvSpPr>
        <p:spPr>
          <a:xfrm>
            <a:off x="191458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F1_main_prauc_971">
            <a:extLst>
              <a:ext uri="{FF2B5EF4-FFF2-40B4-BE49-F238E27FC236}">
                <a16:creationId xmlns:a16="http://schemas.microsoft.com/office/drawing/2014/main" id="{51D44FE4-862D-46BE-AEBA-84801BBB1A27}"/>
              </a:ext>
            </a:extLst>
          </p:cNvPr>
          <p:cNvSpPr>
            <a:spLocks noGrp="1"/>
          </p:cNvSpPr>
          <p:nvPr/>
        </p:nvSpPr>
        <p:spPr>
          <a:xfrm>
            <a:off x="197963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F1_main_prauc_972">
            <a:extLst>
              <a:ext uri="{FF2B5EF4-FFF2-40B4-BE49-F238E27FC236}">
                <a16:creationId xmlns:a16="http://schemas.microsoft.com/office/drawing/2014/main" id="{A3E31502-6FA7-4E8A-83E0-686AC386E7CF}"/>
              </a:ext>
            </a:extLst>
          </p:cNvPr>
          <p:cNvSpPr>
            <a:spLocks noGrp="1"/>
          </p:cNvSpPr>
          <p:nvPr/>
        </p:nvSpPr>
        <p:spPr>
          <a:xfrm>
            <a:off x="1814158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F1_main_prauc_973">
            <a:extLst>
              <a:ext uri="{FF2B5EF4-FFF2-40B4-BE49-F238E27FC236}">
                <a16:creationId xmlns:a16="http://schemas.microsoft.com/office/drawing/2014/main" id="{CFE70ED0-D4A7-4BE8-BDB9-24DCC71CCCDE}"/>
              </a:ext>
            </a:extLst>
          </p:cNvPr>
          <p:cNvSpPr>
            <a:spLocks noGrp="1"/>
          </p:cNvSpPr>
          <p:nvPr/>
        </p:nvSpPr>
        <p:spPr>
          <a:xfrm>
            <a:off x="1801171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F1_main_prauc_974">
            <a:extLst>
              <a:ext uri="{FF2B5EF4-FFF2-40B4-BE49-F238E27FC236}">
                <a16:creationId xmlns:a16="http://schemas.microsoft.com/office/drawing/2014/main" id="{016CF25D-B7C8-4EFA-B8E6-3E492FF3A6C5}"/>
              </a:ext>
            </a:extLst>
          </p:cNvPr>
          <p:cNvSpPr>
            <a:spLocks noGrp="1"/>
          </p:cNvSpPr>
          <p:nvPr/>
        </p:nvSpPr>
        <p:spPr>
          <a:xfrm>
            <a:off x="1787777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F1_main_prauc_975">
            <a:extLst>
              <a:ext uri="{FF2B5EF4-FFF2-40B4-BE49-F238E27FC236}">
                <a16:creationId xmlns:a16="http://schemas.microsoft.com/office/drawing/2014/main" id="{8485BA7C-A62A-4532-B03D-0F9F2E3F1F48}"/>
              </a:ext>
            </a:extLst>
          </p:cNvPr>
          <p:cNvSpPr>
            <a:spLocks noGrp="1"/>
          </p:cNvSpPr>
          <p:nvPr/>
        </p:nvSpPr>
        <p:spPr>
          <a:xfrm>
            <a:off x="1914121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F1_main_prauc_976">
            <a:extLst>
              <a:ext uri="{FF2B5EF4-FFF2-40B4-BE49-F238E27FC236}">
                <a16:creationId xmlns:a16="http://schemas.microsoft.com/office/drawing/2014/main" id="{A7F72349-17FE-4276-A68E-194EBDE9F4A0}"/>
              </a:ext>
            </a:extLst>
          </p:cNvPr>
          <p:cNvSpPr>
            <a:spLocks noGrp="1"/>
          </p:cNvSpPr>
          <p:nvPr/>
        </p:nvSpPr>
        <p:spPr>
          <a:xfrm>
            <a:off x="1856574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F1_main_prauc_977">
            <a:extLst>
              <a:ext uri="{FF2B5EF4-FFF2-40B4-BE49-F238E27FC236}">
                <a16:creationId xmlns:a16="http://schemas.microsoft.com/office/drawing/2014/main" id="{BE9CF41B-7BE6-47CB-972A-E08D14DFAD57}"/>
              </a:ext>
            </a:extLst>
          </p:cNvPr>
          <p:cNvSpPr>
            <a:spLocks noGrp="1"/>
          </p:cNvSpPr>
          <p:nvPr/>
        </p:nvSpPr>
        <p:spPr>
          <a:xfrm>
            <a:off x="196981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F1_main_prauc_978">
            <a:extLst>
              <a:ext uri="{FF2B5EF4-FFF2-40B4-BE49-F238E27FC236}">
                <a16:creationId xmlns:a16="http://schemas.microsoft.com/office/drawing/2014/main" id="{C376E3A9-57AB-48A0-8B48-D42E1B089ED6}"/>
              </a:ext>
            </a:extLst>
          </p:cNvPr>
          <p:cNvSpPr>
            <a:spLocks noGrp="1"/>
          </p:cNvSpPr>
          <p:nvPr/>
        </p:nvSpPr>
        <p:spPr>
          <a:xfrm>
            <a:off x="2010135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F1_main_prauc_979">
            <a:extLst>
              <a:ext uri="{FF2B5EF4-FFF2-40B4-BE49-F238E27FC236}">
                <a16:creationId xmlns:a16="http://schemas.microsoft.com/office/drawing/2014/main" id="{DA1B6C1A-ECB6-4AD9-8BA2-9262476713AA}"/>
              </a:ext>
            </a:extLst>
          </p:cNvPr>
          <p:cNvSpPr>
            <a:spLocks noGrp="1"/>
          </p:cNvSpPr>
          <p:nvPr/>
        </p:nvSpPr>
        <p:spPr>
          <a:xfrm>
            <a:off x="178581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F1_main_prauc_980">
            <a:extLst>
              <a:ext uri="{FF2B5EF4-FFF2-40B4-BE49-F238E27FC236}">
                <a16:creationId xmlns:a16="http://schemas.microsoft.com/office/drawing/2014/main" id="{ACCC6F6C-6099-4483-B060-E14EDA3C7CAA}"/>
              </a:ext>
            </a:extLst>
          </p:cNvPr>
          <p:cNvSpPr>
            <a:spLocks noGrp="1"/>
          </p:cNvSpPr>
          <p:nvPr/>
        </p:nvSpPr>
        <p:spPr>
          <a:xfrm>
            <a:off x="1999605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F1_main_prauc_981">
            <a:extLst>
              <a:ext uri="{FF2B5EF4-FFF2-40B4-BE49-F238E27FC236}">
                <a16:creationId xmlns:a16="http://schemas.microsoft.com/office/drawing/2014/main" id="{C7ECC499-65BA-435C-A6FF-7CAA4F4BF55F}"/>
              </a:ext>
            </a:extLst>
          </p:cNvPr>
          <p:cNvSpPr>
            <a:spLocks noGrp="1"/>
          </p:cNvSpPr>
          <p:nvPr/>
        </p:nvSpPr>
        <p:spPr>
          <a:xfrm>
            <a:off x="1846102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F1_main_prauc_982">
            <a:extLst>
              <a:ext uri="{FF2B5EF4-FFF2-40B4-BE49-F238E27FC236}">
                <a16:creationId xmlns:a16="http://schemas.microsoft.com/office/drawing/2014/main" id="{BB25E0A8-DF7A-4326-A419-B6E46845AE29}"/>
              </a:ext>
            </a:extLst>
          </p:cNvPr>
          <p:cNvSpPr>
            <a:spLocks noGrp="1"/>
          </p:cNvSpPr>
          <p:nvPr/>
        </p:nvSpPr>
        <p:spPr>
          <a:xfrm>
            <a:off x="193718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F1_main_prauc_983">
            <a:extLst>
              <a:ext uri="{FF2B5EF4-FFF2-40B4-BE49-F238E27FC236}">
                <a16:creationId xmlns:a16="http://schemas.microsoft.com/office/drawing/2014/main" id="{A9351EC8-49E1-4EBD-8DAB-AF6BF8424A97}"/>
              </a:ext>
            </a:extLst>
          </p:cNvPr>
          <p:cNvSpPr>
            <a:spLocks noGrp="1"/>
          </p:cNvSpPr>
          <p:nvPr/>
        </p:nvSpPr>
        <p:spPr>
          <a:xfrm>
            <a:off x="1797166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F1_main_prauc_984">
            <a:extLst>
              <a:ext uri="{FF2B5EF4-FFF2-40B4-BE49-F238E27FC236}">
                <a16:creationId xmlns:a16="http://schemas.microsoft.com/office/drawing/2014/main" id="{D0403717-B601-4908-B000-7F93C3329F28}"/>
              </a:ext>
            </a:extLst>
          </p:cNvPr>
          <p:cNvSpPr>
            <a:spLocks noGrp="1"/>
          </p:cNvSpPr>
          <p:nvPr/>
        </p:nvSpPr>
        <p:spPr>
          <a:xfrm>
            <a:off x="1874551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F1_main_prauc_985">
            <a:extLst>
              <a:ext uri="{FF2B5EF4-FFF2-40B4-BE49-F238E27FC236}">
                <a16:creationId xmlns:a16="http://schemas.microsoft.com/office/drawing/2014/main" id="{A5554E8C-4D30-4366-AF12-26A4DDD17ACE}"/>
              </a:ext>
            </a:extLst>
          </p:cNvPr>
          <p:cNvSpPr>
            <a:spLocks noGrp="1"/>
          </p:cNvSpPr>
          <p:nvPr/>
        </p:nvSpPr>
        <p:spPr>
          <a:xfrm>
            <a:off x="2011207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F1_main_prauc_986">
            <a:extLst>
              <a:ext uri="{FF2B5EF4-FFF2-40B4-BE49-F238E27FC236}">
                <a16:creationId xmlns:a16="http://schemas.microsoft.com/office/drawing/2014/main" id="{0C71E887-D535-4278-A3CA-354D62018BBB}"/>
              </a:ext>
            </a:extLst>
          </p:cNvPr>
          <p:cNvSpPr>
            <a:spLocks noGrp="1"/>
          </p:cNvSpPr>
          <p:nvPr/>
        </p:nvSpPr>
        <p:spPr>
          <a:xfrm>
            <a:off x="1974756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F1_main_prauc_987">
            <a:extLst>
              <a:ext uri="{FF2B5EF4-FFF2-40B4-BE49-F238E27FC236}">
                <a16:creationId xmlns:a16="http://schemas.microsoft.com/office/drawing/2014/main" id="{6DB64ACB-7B02-4BAE-BAE1-98D6D79D9EEA}"/>
              </a:ext>
            </a:extLst>
          </p:cNvPr>
          <p:cNvSpPr>
            <a:spLocks noGrp="1"/>
          </p:cNvSpPr>
          <p:nvPr/>
        </p:nvSpPr>
        <p:spPr>
          <a:xfrm>
            <a:off x="1938371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F1_main_prauc_988">
            <a:extLst>
              <a:ext uri="{FF2B5EF4-FFF2-40B4-BE49-F238E27FC236}">
                <a16:creationId xmlns:a16="http://schemas.microsoft.com/office/drawing/2014/main" id="{F775A745-0088-48D7-A0F5-F5E8C26CA759}"/>
              </a:ext>
            </a:extLst>
          </p:cNvPr>
          <p:cNvSpPr>
            <a:spLocks noGrp="1"/>
          </p:cNvSpPr>
          <p:nvPr/>
        </p:nvSpPr>
        <p:spPr>
          <a:xfrm>
            <a:off x="1910706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F1_main_prauc_989">
            <a:extLst>
              <a:ext uri="{FF2B5EF4-FFF2-40B4-BE49-F238E27FC236}">
                <a16:creationId xmlns:a16="http://schemas.microsoft.com/office/drawing/2014/main" id="{6E4A79D2-6039-459C-89FA-D9EDA7728C63}"/>
              </a:ext>
            </a:extLst>
          </p:cNvPr>
          <p:cNvSpPr>
            <a:spLocks noGrp="1"/>
          </p:cNvSpPr>
          <p:nvPr/>
        </p:nvSpPr>
        <p:spPr>
          <a:xfrm>
            <a:off x="2010535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F1_main_prauc_990">
            <a:extLst>
              <a:ext uri="{FF2B5EF4-FFF2-40B4-BE49-F238E27FC236}">
                <a16:creationId xmlns:a16="http://schemas.microsoft.com/office/drawing/2014/main" id="{067CAF2D-117C-4ECF-BA60-8F3C42C7A9DA}"/>
              </a:ext>
            </a:extLst>
          </p:cNvPr>
          <p:cNvSpPr>
            <a:spLocks noGrp="1"/>
          </p:cNvSpPr>
          <p:nvPr/>
        </p:nvSpPr>
        <p:spPr>
          <a:xfrm>
            <a:off x="2018224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F1_main_prauc_991">
            <a:extLst>
              <a:ext uri="{FF2B5EF4-FFF2-40B4-BE49-F238E27FC236}">
                <a16:creationId xmlns:a16="http://schemas.microsoft.com/office/drawing/2014/main" id="{05619AAB-FDA4-452F-AF6B-8B2F8A53D677}"/>
              </a:ext>
            </a:extLst>
          </p:cNvPr>
          <p:cNvSpPr>
            <a:spLocks noGrp="1"/>
          </p:cNvSpPr>
          <p:nvPr/>
        </p:nvSpPr>
        <p:spPr>
          <a:xfrm>
            <a:off x="1861556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F1_main_prauc_992">
            <a:extLst>
              <a:ext uri="{FF2B5EF4-FFF2-40B4-BE49-F238E27FC236}">
                <a16:creationId xmlns:a16="http://schemas.microsoft.com/office/drawing/2014/main" id="{6BCD28DD-5A08-4838-A9B6-9C8DD32EA746}"/>
              </a:ext>
            </a:extLst>
          </p:cNvPr>
          <p:cNvSpPr>
            <a:spLocks noGrp="1"/>
          </p:cNvSpPr>
          <p:nvPr/>
        </p:nvSpPr>
        <p:spPr>
          <a:xfrm>
            <a:off x="1850168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F1_main_prauc_993">
            <a:extLst>
              <a:ext uri="{FF2B5EF4-FFF2-40B4-BE49-F238E27FC236}">
                <a16:creationId xmlns:a16="http://schemas.microsoft.com/office/drawing/2014/main" id="{383BBF61-F41D-4290-A6BF-2622D8E6A65E}"/>
              </a:ext>
            </a:extLst>
          </p:cNvPr>
          <p:cNvSpPr>
            <a:spLocks noGrp="1"/>
          </p:cNvSpPr>
          <p:nvPr/>
        </p:nvSpPr>
        <p:spPr>
          <a:xfrm>
            <a:off x="1884082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F1_main_prauc_994">
            <a:extLst>
              <a:ext uri="{FF2B5EF4-FFF2-40B4-BE49-F238E27FC236}">
                <a16:creationId xmlns:a16="http://schemas.microsoft.com/office/drawing/2014/main" id="{9BF7CEA5-B668-4830-9E57-E2A2B6CFE850}"/>
              </a:ext>
            </a:extLst>
          </p:cNvPr>
          <p:cNvSpPr>
            <a:spLocks noGrp="1"/>
          </p:cNvSpPr>
          <p:nvPr/>
        </p:nvSpPr>
        <p:spPr>
          <a:xfrm>
            <a:off x="2008298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F1_main_prauc_995">
            <a:extLst>
              <a:ext uri="{FF2B5EF4-FFF2-40B4-BE49-F238E27FC236}">
                <a16:creationId xmlns:a16="http://schemas.microsoft.com/office/drawing/2014/main" id="{93FF9725-A367-465C-A687-805AC23E45C7}"/>
              </a:ext>
            </a:extLst>
          </p:cNvPr>
          <p:cNvSpPr>
            <a:spLocks noGrp="1"/>
          </p:cNvSpPr>
          <p:nvPr/>
        </p:nvSpPr>
        <p:spPr>
          <a:xfrm>
            <a:off x="1897358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F1_main_prauc_996">
            <a:extLst>
              <a:ext uri="{FF2B5EF4-FFF2-40B4-BE49-F238E27FC236}">
                <a16:creationId xmlns:a16="http://schemas.microsoft.com/office/drawing/2014/main" id="{ED94C00F-674E-4331-BE67-FEA3509F31D4}"/>
              </a:ext>
            </a:extLst>
          </p:cNvPr>
          <p:cNvSpPr>
            <a:spLocks noGrp="1"/>
          </p:cNvSpPr>
          <p:nvPr/>
        </p:nvSpPr>
        <p:spPr>
          <a:xfrm>
            <a:off x="1822617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F1_main_prauc_997">
            <a:extLst>
              <a:ext uri="{FF2B5EF4-FFF2-40B4-BE49-F238E27FC236}">
                <a16:creationId xmlns:a16="http://schemas.microsoft.com/office/drawing/2014/main" id="{909D8C8E-27CD-4EDE-8D3D-9C33F0010425}"/>
              </a:ext>
            </a:extLst>
          </p:cNvPr>
          <p:cNvSpPr>
            <a:spLocks noGrp="1"/>
          </p:cNvSpPr>
          <p:nvPr/>
        </p:nvSpPr>
        <p:spPr>
          <a:xfrm>
            <a:off x="1844426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F1_main_prauc_998">
            <a:extLst>
              <a:ext uri="{FF2B5EF4-FFF2-40B4-BE49-F238E27FC236}">
                <a16:creationId xmlns:a16="http://schemas.microsoft.com/office/drawing/2014/main" id="{62EBC62E-5475-46A7-A244-5B5F92A9E48D}"/>
              </a:ext>
            </a:extLst>
          </p:cNvPr>
          <p:cNvSpPr>
            <a:spLocks noGrp="1"/>
          </p:cNvSpPr>
          <p:nvPr/>
        </p:nvSpPr>
        <p:spPr>
          <a:xfrm>
            <a:off x="200704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F1_main_prauc_999">
            <a:extLst>
              <a:ext uri="{FF2B5EF4-FFF2-40B4-BE49-F238E27FC236}">
                <a16:creationId xmlns:a16="http://schemas.microsoft.com/office/drawing/2014/main" id="{4C470BD0-5ECE-4CE7-A8C8-F12789D71118}"/>
              </a:ext>
            </a:extLst>
          </p:cNvPr>
          <p:cNvSpPr>
            <a:spLocks noGrp="1"/>
          </p:cNvSpPr>
          <p:nvPr/>
        </p:nvSpPr>
        <p:spPr>
          <a:xfrm>
            <a:off x="1838660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F1_main_prauc_1000">
            <a:extLst>
              <a:ext uri="{FF2B5EF4-FFF2-40B4-BE49-F238E27FC236}">
                <a16:creationId xmlns:a16="http://schemas.microsoft.com/office/drawing/2014/main" id="{F51B980A-7754-4A96-A4A3-58914AF80070}"/>
              </a:ext>
            </a:extLst>
          </p:cNvPr>
          <p:cNvSpPr>
            <a:spLocks noGrp="1"/>
          </p:cNvSpPr>
          <p:nvPr/>
        </p:nvSpPr>
        <p:spPr>
          <a:xfrm>
            <a:off x="201004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F1_main_prauc_1001">
            <a:extLst>
              <a:ext uri="{FF2B5EF4-FFF2-40B4-BE49-F238E27FC236}">
                <a16:creationId xmlns:a16="http://schemas.microsoft.com/office/drawing/2014/main" id="{B4830AAA-8414-4434-99F5-A3BA32D40EA1}"/>
              </a:ext>
            </a:extLst>
          </p:cNvPr>
          <p:cNvSpPr>
            <a:spLocks noGrp="1"/>
          </p:cNvSpPr>
          <p:nvPr/>
        </p:nvSpPr>
        <p:spPr>
          <a:xfrm>
            <a:off x="179931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F1_main_prauc_1002">
            <a:extLst>
              <a:ext uri="{FF2B5EF4-FFF2-40B4-BE49-F238E27FC236}">
                <a16:creationId xmlns:a16="http://schemas.microsoft.com/office/drawing/2014/main" id="{A84A6695-FD6C-4DD0-B984-3EA43DE19E74}"/>
              </a:ext>
            </a:extLst>
          </p:cNvPr>
          <p:cNvSpPr>
            <a:spLocks noGrp="1"/>
          </p:cNvSpPr>
          <p:nvPr/>
        </p:nvSpPr>
        <p:spPr>
          <a:xfrm>
            <a:off x="1864943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F1_main_prauc_1003">
            <a:extLst>
              <a:ext uri="{FF2B5EF4-FFF2-40B4-BE49-F238E27FC236}">
                <a16:creationId xmlns:a16="http://schemas.microsoft.com/office/drawing/2014/main" id="{C0C34B19-2985-43E4-B1A8-66FAC32379CE}"/>
              </a:ext>
            </a:extLst>
          </p:cNvPr>
          <p:cNvSpPr>
            <a:spLocks noGrp="1"/>
          </p:cNvSpPr>
          <p:nvPr/>
        </p:nvSpPr>
        <p:spPr>
          <a:xfrm>
            <a:off x="1823695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F1_main_prauc_1004">
            <a:extLst>
              <a:ext uri="{FF2B5EF4-FFF2-40B4-BE49-F238E27FC236}">
                <a16:creationId xmlns:a16="http://schemas.microsoft.com/office/drawing/2014/main" id="{1D0E7DCE-2CCE-49C0-AB93-A02DA514D8CC}"/>
              </a:ext>
            </a:extLst>
          </p:cNvPr>
          <p:cNvSpPr>
            <a:spLocks noGrp="1"/>
          </p:cNvSpPr>
          <p:nvPr/>
        </p:nvSpPr>
        <p:spPr>
          <a:xfrm>
            <a:off x="1952871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F1_main_prauc_1005">
            <a:extLst>
              <a:ext uri="{FF2B5EF4-FFF2-40B4-BE49-F238E27FC236}">
                <a16:creationId xmlns:a16="http://schemas.microsoft.com/office/drawing/2014/main" id="{3C8679EB-1D31-47AE-904A-DDE85AFD1A63}"/>
              </a:ext>
            </a:extLst>
          </p:cNvPr>
          <p:cNvSpPr>
            <a:spLocks noGrp="1"/>
          </p:cNvSpPr>
          <p:nvPr/>
        </p:nvSpPr>
        <p:spPr>
          <a:xfrm>
            <a:off x="2020573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F1_main_prauc_1006">
            <a:extLst>
              <a:ext uri="{FF2B5EF4-FFF2-40B4-BE49-F238E27FC236}">
                <a16:creationId xmlns:a16="http://schemas.microsoft.com/office/drawing/2014/main" id="{72635C51-ACEF-4A19-B935-055A96C2C90D}"/>
              </a:ext>
            </a:extLst>
          </p:cNvPr>
          <p:cNvSpPr>
            <a:spLocks noGrp="1"/>
          </p:cNvSpPr>
          <p:nvPr/>
        </p:nvSpPr>
        <p:spPr>
          <a:xfrm>
            <a:off x="1904270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F1_main_prauc_1007">
            <a:extLst>
              <a:ext uri="{FF2B5EF4-FFF2-40B4-BE49-F238E27FC236}">
                <a16:creationId xmlns:a16="http://schemas.microsoft.com/office/drawing/2014/main" id="{97293414-4C05-402B-B1BC-62F762BF8D61}"/>
              </a:ext>
            </a:extLst>
          </p:cNvPr>
          <p:cNvSpPr>
            <a:spLocks noGrp="1"/>
          </p:cNvSpPr>
          <p:nvPr/>
        </p:nvSpPr>
        <p:spPr>
          <a:xfrm>
            <a:off x="1980490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F1_main_prauc_1008">
            <a:extLst>
              <a:ext uri="{FF2B5EF4-FFF2-40B4-BE49-F238E27FC236}">
                <a16:creationId xmlns:a16="http://schemas.microsoft.com/office/drawing/2014/main" id="{DCAC5737-1304-49DE-95C3-F1E99F128F68}"/>
              </a:ext>
            </a:extLst>
          </p:cNvPr>
          <p:cNvSpPr>
            <a:spLocks noGrp="1"/>
          </p:cNvSpPr>
          <p:nvPr/>
        </p:nvSpPr>
        <p:spPr>
          <a:xfrm>
            <a:off x="187927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F1_main_prauc_1009">
            <a:extLst>
              <a:ext uri="{FF2B5EF4-FFF2-40B4-BE49-F238E27FC236}">
                <a16:creationId xmlns:a16="http://schemas.microsoft.com/office/drawing/2014/main" id="{DC186C62-4A26-4F6B-B1C5-93A4DE3A1ABB}"/>
              </a:ext>
            </a:extLst>
          </p:cNvPr>
          <p:cNvSpPr>
            <a:spLocks noGrp="1"/>
          </p:cNvSpPr>
          <p:nvPr/>
        </p:nvSpPr>
        <p:spPr>
          <a:xfrm>
            <a:off x="1906122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F1_main_prauc_1010">
            <a:extLst>
              <a:ext uri="{FF2B5EF4-FFF2-40B4-BE49-F238E27FC236}">
                <a16:creationId xmlns:a16="http://schemas.microsoft.com/office/drawing/2014/main" id="{09C87B6A-2C62-4991-AC32-C714F5EA9977}"/>
              </a:ext>
            </a:extLst>
          </p:cNvPr>
          <p:cNvSpPr>
            <a:spLocks noGrp="1"/>
          </p:cNvSpPr>
          <p:nvPr/>
        </p:nvSpPr>
        <p:spPr>
          <a:xfrm>
            <a:off x="1774577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F1_main_prauc_1011">
            <a:extLst>
              <a:ext uri="{FF2B5EF4-FFF2-40B4-BE49-F238E27FC236}">
                <a16:creationId xmlns:a16="http://schemas.microsoft.com/office/drawing/2014/main" id="{9B34D3C6-9349-4FEA-A05B-E2E438CE69D0}"/>
              </a:ext>
            </a:extLst>
          </p:cNvPr>
          <p:cNvSpPr>
            <a:spLocks noGrp="1"/>
          </p:cNvSpPr>
          <p:nvPr/>
        </p:nvSpPr>
        <p:spPr>
          <a:xfrm>
            <a:off x="185804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F1_main_prauc_1012">
            <a:extLst>
              <a:ext uri="{FF2B5EF4-FFF2-40B4-BE49-F238E27FC236}">
                <a16:creationId xmlns:a16="http://schemas.microsoft.com/office/drawing/2014/main" id="{789E8CAA-F50D-42F0-8005-8504CBD99495}"/>
              </a:ext>
            </a:extLst>
          </p:cNvPr>
          <p:cNvSpPr>
            <a:spLocks noGrp="1"/>
          </p:cNvSpPr>
          <p:nvPr/>
        </p:nvSpPr>
        <p:spPr>
          <a:xfrm>
            <a:off x="199513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F1_main_prauc_1013">
            <a:extLst>
              <a:ext uri="{FF2B5EF4-FFF2-40B4-BE49-F238E27FC236}">
                <a16:creationId xmlns:a16="http://schemas.microsoft.com/office/drawing/2014/main" id="{4A575759-EBFF-43EC-988D-EEE6E20896F0}"/>
              </a:ext>
            </a:extLst>
          </p:cNvPr>
          <p:cNvSpPr>
            <a:spLocks noGrp="1"/>
          </p:cNvSpPr>
          <p:nvPr/>
        </p:nvSpPr>
        <p:spPr>
          <a:xfrm>
            <a:off x="1995100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F1_main_prauc_1014">
            <a:extLst>
              <a:ext uri="{FF2B5EF4-FFF2-40B4-BE49-F238E27FC236}">
                <a16:creationId xmlns:a16="http://schemas.microsoft.com/office/drawing/2014/main" id="{57407FB1-0895-4ED7-B3C0-E7D3D6C78E76}"/>
              </a:ext>
            </a:extLst>
          </p:cNvPr>
          <p:cNvSpPr>
            <a:spLocks noGrp="1"/>
          </p:cNvSpPr>
          <p:nvPr/>
        </p:nvSpPr>
        <p:spPr>
          <a:xfrm>
            <a:off x="1841831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F1_main_prauc_1015">
            <a:extLst>
              <a:ext uri="{FF2B5EF4-FFF2-40B4-BE49-F238E27FC236}">
                <a16:creationId xmlns:a16="http://schemas.microsoft.com/office/drawing/2014/main" id="{EE5CF292-9812-4819-8883-41191DA939CD}"/>
              </a:ext>
            </a:extLst>
          </p:cNvPr>
          <p:cNvSpPr>
            <a:spLocks noGrp="1"/>
          </p:cNvSpPr>
          <p:nvPr/>
        </p:nvSpPr>
        <p:spPr>
          <a:xfrm>
            <a:off x="1819876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F1_main_prauc_1016">
            <a:extLst>
              <a:ext uri="{FF2B5EF4-FFF2-40B4-BE49-F238E27FC236}">
                <a16:creationId xmlns:a16="http://schemas.microsoft.com/office/drawing/2014/main" id="{75306ACD-29A6-424E-B909-74F5DAB1B40D}"/>
              </a:ext>
            </a:extLst>
          </p:cNvPr>
          <p:cNvSpPr>
            <a:spLocks noGrp="1"/>
          </p:cNvSpPr>
          <p:nvPr/>
        </p:nvSpPr>
        <p:spPr>
          <a:xfrm>
            <a:off x="1845349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F1_main_prauc_1017">
            <a:extLst>
              <a:ext uri="{FF2B5EF4-FFF2-40B4-BE49-F238E27FC236}">
                <a16:creationId xmlns:a16="http://schemas.microsoft.com/office/drawing/2014/main" id="{79F9312A-D591-4147-8E00-3D7D2C971F6C}"/>
              </a:ext>
            </a:extLst>
          </p:cNvPr>
          <p:cNvSpPr>
            <a:spLocks noGrp="1"/>
          </p:cNvSpPr>
          <p:nvPr/>
        </p:nvSpPr>
        <p:spPr>
          <a:xfrm>
            <a:off x="1998101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F1_main_prauc_1018">
            <a:extLst>
              <a:ext uri="{FF2B5EF4-FFF2-40B4-BE49-F238E27FC236}">
                <a16:creationId xmlns:a16="http://schemas.microsoft.com/office/drawing/2014/main" id="{7B4F5BE2-9417-4862-AAA0-FE5B083C125A}"/>
              </a:ext>
            </a:extLst>
          </p:cNvPr>
          <p:cNvSpPr>
            <a:spLocks noGrp="1"/>
          </p:cNvSpPr>
          <p:nvPr/>
        </p:nvSpPr>
        <p:spPr>
          <a:xfrm>
            <a:off x="1913435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F1_main_prauc_1019">
            <a:extLst>
              <a:ext uri="{FF2B5EF4-FFF2-40B4-BE49-F238E27FC236}">
                <a16:creationId xmlns:a16="http://schemas.microsoft.com/office/drawing/2014/main" id="{237F0C93-DEBF-4150-8E82-E3C173B0E558}"/>
              </a:ext>
            </a:extLst>
          </p:cNvPr>
          <p:cNvSpPr>
            <a:spLocks noGrp="1"/>
          </p:cNvSpPr>
          <p:nvPr/>
        </p:nvSpPr>
        <p:spPr>
          <a:xfrm>
            <a:off x="1990423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F1_main_prauc_1020">
            <a:extLst>
              <a:ext uri="{FF2B5EF4-FFF2-40B4-BE49-F238E27FC236}">
                <a16:creationId xmlns:a16="http://schemas.microsoft.com/office/drawing/2014/main" id="{79A63344-2E09-471A-8FDE-0167B24BE486}"/>
              </a:ext>
            </a:extLst>
          </p:cNvPr>
          <p:cNvSpPr>
            <a:spLocks noGrp="1"/>
          </p:cNvSpPr>
          <p:nvPr/>
        </p:nvSpPr>
        <p:spPr>
          <a:xfrm>
            <a:off x="1837880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F1_main_prauc_1021">
            <a:extLst>
              <a:ext uri="{FF2B5EF4-FFF2-40B4-BE49-F238E27FC236}">
                <a16:creationId xmlns:a16="http://schemas.microsoft.com/office/drawing/2014/main" id="{075B4D04-EAE1-4757-8AC4-2D3EAE2EDD41}"/>
              </a:ext>
            </a:extLst>
          </p:cNvPr>
          <p:cNvSpPr>
            <a:spLocks noGrp="1"/>
          </p:cNvSpPr>
          <p:nvPr/>
        </p:nvSpPr>
        <p:spPr>
          <a:xfrm>
            <a:off x="1840692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F1_main_prauc_1022">
            <a:extLst>
              <a:ext uri="{FF2B5EF4-FFF2-40B4-BE49-F238E27FC236}">
                <a16:creationId xmlns:a16="http://schemas.microsoft.com/office/drawing/2014/main" id="{5856648C-D1A0-4DC5-AFB4-011A0EC75241}"/>
              </a:ext>
            </a:extLst>
          </p:cNvPr>
          <p:cNvSpPr>
            <a:spLocks noGrp="1"/>
          </p:cNvSpPr>
          <p:nvPr/>
        </p:nvSpPr>
        <p:spPr>
          <a:xfrm>
            <a:off x="1768840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F1_main_prauc_1023">
            <a:extLst>
              <a:ext uri="{FF2B5EF4-FFF2-40B4-BE49-F238E27FC236}">
                <a16:creationId xmlns:a16="http://schemas.microsoft.com/office/drawing/2014/main" id="{7DCC0EE0-127A-4654-9B4A-189266D8F469}"/>
              </a:ext>
            </a:extLst>
          </p:cNvPr>
          <p:cNvSpPr>
            <a:spLocks noGrp="1"/>
          </p:cNvSpPr>
          <p:nvPr/>
        </p:nvSpPr>
        <p:spPr>
          <a:xfrm>
            <a:off x="185485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F1_main_prauc_1024">
            <a:extLst>
              <a:ext uri="{FF2B5EF4-FFF2-40B4-BE49-F238E27FC236}">
                <a16:creationId xmlns:a16="http://schemas.microsoft.com/office/drawing/2014/main" id="{E1A71AAB-8138-4178-B571-86D970F01FE5}"/>
              </a:ext>
            </a:extLst>
          </p:cNvPr>
          <p:cNvSpPr>
            <a:spLocks noGrp="1"/>
          </p:cNvSpPr>
          <p:nvPr/>
        </p:nvSpPr>
        <p:spPr>
          <a:xfrm>
            <a:off x="196589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F1_main_prauc_1025">
            <a:extLst>
              <a:ext uri="{FF2B5EF4-FFF2-40B4-BE49-F238E27FC236}">
                <a16:creationId xmlns:a16="http://schemas.microsoft.com/office/drawing/2014/main" id="{2BD8DDDF-BEB0-48E2-BD5B-0E5E016F9B01}"/>
              </a:ext>
            </a:extLst>
          </p:cNvPr>
          <p:cNvSpPr>
            <a:spLocks noGrp="1"/>
          </p:cNvSpPr>
          <p:nvPr/>
        </p:nvSpPr>
        <p:spPr>
          <a:xfrm>
            <a:off x="1849789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F1_main_prauc_1026">
            <a:extLst>
              <a:ext uri="{FF2B5EF4-FFF2-40B4-BE49-F238E27FC236}">
                <a16:creationId xmlns:a16="http://schemas.microsoft.com/office/drawing/2014/main" id="{8CE00524-7247-443A-981C-F079C3BC2BA3}"/>
              </a:ext>
            </a:extLst>
          </p:cNvPr>
          <p:cNvSpPr>
            <a:spLocks noGrp="1"/>
          </p:cNvSpPr>
          <p:nvPr/>
        </p:nvSpPr>
        <p:spPr>
          <a:xfrm>
            <a:off x="199427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F1_main_prauc_1027">
            <a:extLst>
              <a:ext uri="{FF2B5EF4-FFF2-40B4-BE49-F238E27FC236}">
                <a16:creationId xmlns:a16="http://schemas.microsoft.com/office/drawing/2014/main" id="{17408B1A-93DB-458E-B998-B46851EA0951}"/>
              </a:ext>
            </a:extLst>
          </p:cNvPr>
          <p:cNvSpPr>
            <a:spLocks noGrp="1"/>
          </p:cNvSpPr>
          <p:nvPr/>
        </p:nvSpPr>
        <p:spPr>
          <a:xfrm>
            <a:off x="1989498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F1_main_prauc_1028">
            <a:extLst>
              <a:ext uri="{FF2B5EF4-FFF2-40B4-BE49-F238E27FC236}">
                <a16:creationId xmlns:a16="http://schemas.microsoft.com/office/drawing/2014/main" id="{7F7164CC-2E38-4E86-9DB4-63E09447AD32}"/>
              </a:ext>
            </a:extLst>
          </p:cNvPr>
          <p:cNvSpPr>
            <a:spLocks noGrp="1"/>
          </p:cNvSpPr>
          <p:nvPr/>
        </p:nvSpPr>
        <p:spPr>
          <a:xfrm>
            <a:off x="1895932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F1_main_prauc_1029">
            <a:extLst>
              <a:ext uri="{FF2B5EF4-FFF2-40B4-BE49-F238E27FC236}">
                <a16:creationId xmlns:a16="http://schemas.microsoft.com/office/drawing/2014/main" id="{7341F181-A2EC-43B1-B4EF-A87D61812671}"/>
              </a:ext>
            </a:extLst>
          </p:cNvPr>
          <p:cNvSpPr>
            <a:spLocks noGrp="1"/>
          </p:cNvSpPr>
          <p:nvPr/>
        </p:nvSpPr>
        <p:spPr>
          <a:xfrm>
            <a:off x="193572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F1_main_prauc_1030">
            <a:extLst>
              <a:ext uri="{FF2B5EF4-FFF2-40B4-BE49-F238E27FC236}">
                <a16:creationId xmlns:a16="http://schemas.microsoft.com/office/drawing/2014/main" id="{43B257DE-DBE6-4919-84F9-DBEDB3FB6131}"/>
              </a:ext>
            </a:extLst>
          </p:cNvPr>
          <p:cNvSpPr>
            <a:spLocks noGrp="1"/>
          </p:cNvSpPr>
          <p:nvPr/>
        </p:nvSpPr>
        <p:spPr>
          <a:xfrm>
            <a:off x="1807292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F1_main_prauc_1031">
            <a:extLst>
              <a:ext uri="{FF2B5EF4-FFF2-40B4-BE49-F238E27FC236}">
                <a16:creationId xmlns:a16="http://schemas.microsoft.com/office/drawing/2014/main" id="{E4DB1F60-51F4-42F7-B990-74553E0277E5}"/>
              </a:ext>
            </a:extLst>
          </p:cNvPr>
          <p:cNvSpPr>
            <a:spLocks noGrp="1"/>
          </p:cNvSpPr>
          <p:nvPr/>
        </p:nvSpPr>
        <p:spPr>
          <a:xfrm>
            <a:off x="1915489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F1_main_prauc_1032">
            <a:extLst>
              <a:ext uri="{FF2B5EF4-FFF2-40B4-BE49-F238E27FC236}">
                <a16:creationId xmlns:a16="http://schemas.microsoft.com/office/drawing/2014/main" id="{0EC6D9F4-485E-4B89-B2E4-EE1695245930}"/>
              </a:ext>
            </a:extLst>
          </p:cNvPr>
          <p:cNvSpPr>
            <a:spLocks noGrp="1"/>
          </p:cNvSpPr>
          <p:nvPr/>
        </p:nvSpPr>
        <p:spPr>
          <a:xfrm>
            <a:off x="1936601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F1_main_prauc_1033">
            <a:extLst>
              <a:ext uri="{FF2B5EF4-FFF2-40B4-BE49-F238E27FC236}">
                <a16:creationId xmlns:a16="http://schemas.microsoft.com/office/drawing/2014/main" id="{172D266F-416F-4E03-BAA1-1657AF48699B}"/>
              </a:ext>
            </a:extLst>
          </p:cNvPr>
          <p:cNvSpPr>
            <a:spLocks noGrp="1"/>
          </p:cNvSpPr>
          <p:nvPr/>
        </p:nvSpPr>
        <p:spPr>
          <a:xfrm>
            <a:off x="196495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F1_main_prauc_1034">
            <a:extLst>
              <a:ext uri="{FF2B5EF4-FFF2-40B4-BE49-F238E27FC236}">
                <a16:creationId xmlns:a16="http://schemas.microsoft.com/office/drawing/2014/main" id="{D6C644FD-9503-4DA6-B7AD-6DC254660696}"/>
              </a:ext>
            </a:extLst>
          </p:cNvPr>
          <p:cNvSpPr>
            <a:spLocks noGrp="1"/>
          </p:cNvSpPr>
          <p:nvPr/>
        </p:nvSpPr>
        <p:spPr>
          <a:xfrm>
            <a:off x="1962277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F1_main_prauc_1035">
            <a:extLst>
              <a:ext uri="{FF2B5EF4-FFF2-40B4-BE49-F238E27FC236}">
                <a16:creationId xmlns:a16="http://schemas.microsoft.com/office/drawing/2014/main" id="{5F791BA4-19A5-40E7-880E-29FBAC0AD63F}"/>
              </a:ext>
            </a:extLst>
          </p:cNvPr>
          <p:cNvSpPr>
            <a:spLocks noGrp="1"/>
          </p:cNvSpPr>
          <p:nvPr/>
        </p:nvSpPr>
        <p:spPr>
          <a:xfrm>
            <a:off x="197866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F1_main_prauc_1036">
            <a:extLst>
              <a:ext uri="{FF2B5EF4-FFF2-40B4-BE49-F238E27FC236}">
                <a16:creationId xmlns:a16="http://schemas.microsoft.com/office/drawing/2014/main" id="{A565FBFB-9C51-4CBF-A31D-BD09516E00E0}"/>
              </a:ext>
            </a:extLst>
          </p:cNvPr>
          <p:cNvSpPr>
            <a:spLocks noGrp="1"/>
          </p:cNvSpPr>
          <p:nvPr/>
        </p:nvSpPr>
        <p:spPr>
          <a:xfrm>
            <a:off x="1959962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F1_main_prauc_1037">
            <a:extLst>
              <a:ext uri="{FF2B5EF4-FFF2-40B4-BE49-F238E27FC236}">
                <a16:creationId xmlns:a16="http://schemas.microsoft.com/office/drawing/2014/main" id="{CF257AD4-9230-472D-A77B-F87EB0BBB724}"/>
              </a:ext>
            </a:extLst>
          </p:cNvPr>
          <p:cNvSpPr>
            <a:spLocks noGrp="1"/>
          </p:cNvSpPr>
          <p:nvPr/>
        </p:nvSpPr>
        <p:spPr>
          <a:xfrm>
            <a:off x="1803241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F1_main_prauc_1038">
            <a:extLst>
              <a:ext uri="{FF2B5EF4-FFF2-40B4-BE49-F238E27FC236}">
                <a16:creationId xmlns:a16="http://schemas.microsoft.com/office/drawing/2014/main" id="{E826462D-4B8E-4A79-AED5-4654788CCBE4}"/>
              </a:ext>
            </a:extLst>
          </p:cNvPr>
          <p:cNvSpPr>
            <a:spLocks noGrp="1"/>
          </p:cNvSpPr>
          <p:nvPr/>
        </p:nvSpPr>
        <p:spPr>
          <a:xfrm>
            <a:off x="1798797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F1_main_prauc_1039">
            <a:extLst>
              <a:ext uri="{FF2B5EF4-FFF2-40B4-BE49-F238E27FC236}">
                <a16:creationId xmlns:a16="http://schemas.microsoft.com/office/drawing/2014/main" id="{0CD1D9E1-8E70-47D3-9630-346AFA302A31}"/>
              </a:ext>
            </a:extLst>
          </p:cNvPr>
          <p:cNvSpPr>
            <a:spLocks noGrp="1"/>
          </p:cNvSpPr>
          <p:nvPr/>
        </p:nvSpPr>
        <p:spPr>
          <a:xfrm>
            <a:off x="1926812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F1_main_prauc_1040">
            <a:extLst>
              <a:ext uri="{FF2B5EF4-FFF2-40B4-BE49-F238E27FC236}">
                <a16:creationId xmlns:a16="http://schemas.microsoft.com/office/drawing/2014/main" id="{FACCFD59-A032-4A5A-9105-1A6FCCF2CC55}"/>
              </a:ext>
            </a:extLst>
          </p:cNvPr>
          <p:cNvSpPr>
            <a:spLocks noGrp="1"/>
          </p:cNvSpPr>
          <p:nvPr/>
        </p:nvSpPr>
        <p:spPr>
          <a:xfrm>
            <a:off x="2018334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F1_main_prauc_1041">
            <a:extLst>
              <a:ext uri="{FF2B5EF4-FFF2-40B4-BE49-F238E27FC236}">
                <a16:creationId xmlns:a16="http://schemas.microsoft.com/office/drawing/2014/main" id="{8E60B52B-0910-4252-87B8-80BFE6B87BBE}"/>
              </a:ext>
            </a:extLst>
          </p:cNvPr>
          <p:cNvSpPr>
            <a:spLocks noGrp="1"/>
          </p:cNvSpPr>
          <p:nvPr/>
        </p:nvSpPr>
        <p:spPr>
          <a:xfrm>
            <a:off x="1790173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F1_main_prauc_1042">
            <a:extLst>
              <a:ext uri="{FF2B5EF4-FFF2-40B4-BE49-F238E27FC236}">
                <a16:creationId xmlns:a16="http://schemas.microsoft.com/office/drawing/2014/main" id="{D5500289-1359-4C2C-A437-384CAAC238E5}"/>
              </a:ext>
            </a:extLst>
          </p:cNvPr>
          <p:cNvSpPr>
            <a:spLocks noGrp="1"/>
          </p:cNvSpPr>
          <p:nvPr/>
        </p:nvSpPr>
        <p:spPr>
          <a:xfrm>
            <a:off x="188191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F1_main_prauc_1043">
            <a:extLst>
              <a:ext uri="{FF2B5EF4-FFF2-40B4-BE49-F238E27FC236}">
                <a16:creationId xmlns:a16="http://schemas.microsoft.com/office/drawing/2014/main" id="{E4B482CE-3087-48DD-8B4F-C2DA1BD6916F}"/>
              </a:ext>
            </a:extLst>
          </p:cNvPr>
          <p:cNvSpPr>
            <a:spLocks noGrp="1"/>
          </p:cNvSpPr>
          <p:nvPr/>
        </p:nvSpPr>
        <p:spPr>
          <a:xfrm>
            <a:off x="185799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F1_main_prauc_1044">
            <a:extLst>
              <a:ext uri="{FF2B5EF4-FFF2-40B4-BE49-F238E27FC236}">
                <a16:creationId xmlns:a16="http://schemas.microsoft.com/office/drawing/2014/main" id="{75A44A7A-3F00-482F-910E-1E0B1714106E}"/>
              </a:ext>
            </a:extLst>
          </p:cNvPr>
          <p:cNvSpPr>
            <a:spLocks noGrp="1"/>
          </p:cNvSpPr>
          <p:nvPr/>
        </p:nvSpPr>
        <p:spPr>
          <a:xfrm>
            <a:off x="1955803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F1_main_prauc_1045">
            <a:extLst>
              <a:ext uri="{FF2B5EF4-FFF2-40B4-BE49-F238E27FC236}">
                <a16:creationId xmlns:a16="http://schemas.microsoft.com/office/drawing/2014/main" id="{7A5B2407-B456-4B69-968F-8822031EE473}"/>
              </a:ext>
            </a:extLst>
          </p:cNvPr>
          <p:cNvSpPr>
            <a:spLocks noGrp="1"/>
          </p:cNvSpPr>
          <p:nvPr/>
        </p:nvSpPr>
        <p:spPr>
          <a:xfrm>
            <a:off x="192336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F1_main_prauc_1046">
            <a:extLst>
              <a:ext uri="{FF2B5EF4-FFF2-40B4-BE49-F238E27FC236}">
                <a16:creationId xmlns:a16="http://schemas.microsoft.com/office/drawing/2014/main" id="{E22CBAB2-89A1-4E17-8C7B-7ECA3DB53425}"/>
              </a:ext>
            </a:extLst>
          </p:cNvPr>
          <p:cNvSpPr>
            <a:spLocks noGrp="1"/>
          </p:cNvSpPr>
          <p:nvPr/>
        </p:nvSpPr>
        <p:spPr>
          <a:xfrm>
            <a:off x="181808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F1_main_prauc_1047">
            <a:extLst>
              <a:ext uri="{FF2B5EF4-FFF2-40B4-BE49-F238E27FC236}">
                <a16:creationId xmlns:a16="http://schemas.microsoft.com/office/drawing/2014/main" id="{5C5C32C5-2B75-4EF9-82AC-5BCFAAB953B7}"/>
              </a:ext>
            </a:extLst>
          </p:cNvPr>
          <p:cNvSpPr>
            <a:spLocks noGrp="1"/>
          </p:cNvSpPr>
          <p:nvPr/>
        </p:nvSpPr>
        <p:spPr>
          <a:xfrm>
            <a:off x="1805355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F1_main_prauc_1048">
            <a:extLst>
              <a:ext uri="{FF2B5EF4-FFF2-40B4-BE49-F238E27FC236}">
                <a16:creationId xmlns:a16="http://schemas.microsoft.com/office/drawing/2014/main" id="{860565D4-CA03-4DBE-B415-0D0229FD7FB4}"/>
              </a:ext>
            </a:extLst>
          </p:cNvPr>
          <p:cNvSpPr>
            <a:spLocks noGrp="1"/>
          </p:cNvSpPr>
          <p:nvPr/>
        </p:nvSpPr>
        <p:spPr>
          <a:xfrm>
            <a:off x="1896610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F1_main_prauc_1049">
            <a:extLst>
              <a:ext uri="{FF2B5EF4-FFF2-40B4-BE49-F238E27FC236}">
                <a16:creationId xmlns:a16="http://schemas.microsoft.com/office/drawing/2014/main" id="{F982ABE0-808E-411A-962C-C028AC646802}"/>
              </a:ext>
            </a:extLst>
          </p:cNvPr>
          <p:cNvSpPr>
            <a:spLocks noGrp="1"/>
          </p:cNvSpPr>
          <p:nvPr/>
        </p:nvSpPr>
        <p:spPr>
          <a:xfrm>
            <a:off x="178977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F1_main_prauc_1050">
            <a:extLst>
              <a:ext uri="{FF2B5EF4-FFF2-40B4-BE49-F238E27FC236}">
                <a16:creationId xmlns:a16="http://schemas.microsoft.com/office/drawing/2014/main" id="{BE877489-ADEB-4571-BC33-3BD75CD268D3}"/>
              </a:ext>
            </a:extLst>
          </p:cNvPr>
          <p:cNvSpPr>
            <a:spLocks noGrp="1"/>
          </p:cNvSpPr>
          <p:nvPr/>
        </p:nvSpPr>
        <p:spPr>
          <a:xfrm>
            <a:off x="1966703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F1_main_prauc_1051">
            <a:extLst>
              <a:ext uri="{FF2B5EF4-FFF2-40B4-BE49-F238E27FC236}">
                <a16:creationId xmlns:a16="http://schemas.microsoft.com/office/drawing/2014/main" id="{9C047D0B-5BAC-4C08-B6B7-AF34DE3B146C}"/>
              </a:ext>
            </a:extLst>
          </p:cNvPr>
          <p:cNvSpPr>
            <a:spLocks noGrp="1"/>
          </p:cNvSpPr>
          <p:nvPr/>
        </p:nvSpPr>
        <p:spPr>
          <a:xfrm>
            <a:off x="181923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F1_main_prauc_1052">
            <a:extLst>
              <a:ext uri="{FF2B5EF4-FFF2-40B4-BE49-F238E27FC236}">
                <a16:creationId xmlns:a16="http://schemas.microsoft.com/office/drawing/2014/main" id="{96DA8ABA-7010-4B07-8D3D-F41900D14E2C}"/>
              </a:ext>
            </a:extLst>
          </p:cNvPr>
          <p:cNvSpPr>
            <a:spLocks noGrp="1"/>
          </p:cNvSpPr>
          <p:nvPr/>
        </p:nvSpPr>
        <p:spPr>
          <a:xfrm>
            <a:off x="1918898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F1_main_prauc_1053">
            <a:extLst>
              <a:ext uri="{FF2B5EF4-FFF2-40B4-BE49-F238E27FC236}">
                <a16:creationId xmlns:a16="http://schemas.microsoft.com/office/drawing/2014/main" id="{8393F9B8-FCA5-4FD0-AB9F-CDB269875970}"/>
              </a:ext>
            </a:extLst>
          </p:cNvPr>
          <p:cNvSpPr>
            <a:spLocks noGrp="1"/>
          </p:cNvSpPr>
          <p:nvPr/>
        </p:nvSpPr>
        <p:spPr>
          <a:xfrm>
            <a:off x="180939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F1_main_prauc_1054">
            <a:extLst>
              <a:ext uri="{FF2B5EF4-FFF2-40B4-BE49-F238E27FC236}">
                <a16:creationId xmlns:a16="http://schemas.microsoft.com/office/drawing/2014/main" id="{D478D4ED-3820-4BA1-8074-D70EC6C81A45}"/>
              </a:ext>
            </a:extLst>
          </p:cNvPr>
          <p:cNvSpPr>
            <a:spLocks noGrp="1"/>
          </p:cNvSpPr>
          <p:nvPr/>
        </p:nvSpPr>
        <p:spPr>
          <a:xfrm>
            <a:off x="1849808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F1_main_prauc_1055">
            <a:extLst>
              <a:ext uri="{FF2B5EF4-FFF2-40B4-BE49-F238E27FC236}">
                <a16:creationId xmlns:a16="http://schemas.microsoft.com/office/drawing/2014/main" id="{B7ABBCC9-6C74-42CF-8C36-ECF356060527}"/>
              </a:ext>
            </a:extLst>
          </p:cNvPr>
          <p:cNvSpPr>
            <a:spLocks noGrp="1"/>
          </p:cNvSpPr>
          <p:nvPr/>
        </p:nvSpPr>
        <p:spPr>
          <a:xfrm>
            <a:off x="1811389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F1_main_prauc_1056">
            <a:extLst>
              <a:ext uri="{FF2B5EF4-FFF2-40B4-BE49-F238E27FC236}">
                <a16:creationId xmlns:a16="http://schemas.microsoft.com/office/drawing/2014/main" id="{F5884DC1-F7F1-4995-A7FE-1192738FE610}"/>
              </a:ext>
            </a:extLst>
          </p:cNvPr>
          <p:cNvSpPr>
            <a:spLocks noGrp="1"/>
          </p:cNvSpPr>
          <p:nvPr/>
        </p:nvSpPr>
        <p:spPr>
          <a:xfrm>
            <a:off x="1896640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F1_main_prauc_1057">
            <a:extLst>
              <a:ext uri="{FF2B5EF4-FFF2-40B4-BE49-F238E27FC236}">
                <a16:creationId xmlns:a16="http://schemas.microsoft.com/office/drawing/2014/main" id="{9A0ECEAE-C64B-4844-8A81-86A021F068FF}"/>
              </a:ext>
            </a:extLst>
          </p:cNvPr>
          <p:cNvSpPr>
            <a:spLocks noGrp="1"/>
          </p:cNvSpPr>
          <p:nvPr/>
        </p:nvSpPr>
        <p:spPr>
          <a:xfrm>
            <a:off x="186365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F1_main_prauc_1058">
            <a:extLst>
              <a:ext uri="{FF2B5EF4-FFF2-40B4-BE49-F238E27FC236}">
                <a16:creationId xmlns:a16="http://schemas.microsoft.com/office/drawing/2014/main" id="{659D699F-1152-4C95-94CF-8FE48B53B2FF}"/>
              </a:ext>
            </a:extLst>
          </p:cNvPr>
          <p:cNvSpPr>
            <a:spLocks noGrp="1"/>
          </p:cNvSpPr>
          <p:nvPr/>
        </p:nvSpPr>
        <p:spPr>
          <a:xfrm>
            <a:off x="1985664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F1_main_prauc_1059">
            <a:extLst>
              <a:ext uri="{FF2B5EF4-FFF2-40B4-BE49-F238E27FC236}">
                <a16:creationId xmlns:a16="http://schemas.microsoft.com/office/drawing/2014/main" id="{1AC589FC-1843-406F-9360-C36FA93F0708}"/>
              </a:ext>
            </a:extLst>
          </p:cNvPr>
          <p:cNvSpPr>
            <a:spLocks noGrp="1"/>
          </p:cNvSpPr>
          <p:nvPr/>
        </p:nvSpPr>
        <p:spPr>
          <a:xfrm>
            <a:off x="1794774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F1_main_prauc_1060">
            <a:extLst>
              <a:ext uri="{FF2B5EF4-FFF2-40B4-BE49-F238E27FC236}">
                <a16:creationId xmlns:a16="http://schemas.microsoft.com/office/drawing/2014/main" id="{BD602D75-11F6-40DD-A3F5-D589C07C4EA8}"/>
              </a:ext>
            </a:extLst>
          </p:cNvPr>
          <p:cNvSpPr>
            <a:spLocks noGrp="1"/>
          </p:cNvSpPr>
          <p:nvPr/>
        </p:nvSpPr>
        <p:spPr>
          <a:xfrm>
            <a:off x="1936639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F1_main_prauc_1061">
            <a:extLst>
              <a:ext uri="{FF2B5EF4-FFF2-40B4-BE49-F238E27FC236}">
                <a16:creationId xmlns:a16="http://schemas.microsoft.com/office/drawing/2014/main" id="{13FB563E-CBC9-4859-9AC4-B5B011E2981D}"/>
              </a:ext>
            </a:extLst>
          </p:cNvPr>
          <p:cNvSpPr>
            <a:spLocks noGrp="1"/>
          </p:cNvSpPr>
          <p:nvPr/>
        </p:nvSpPr>
        <p:spPr>
          <a:xfrm>
            <a:off x="198338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F1_main_prauc_1062">
            <a:extLst>
              <a:ext uri="{FF2B5EF4-FFF2-40B4-BE49-F238E27FC236}">
                <a16:creationId xmlns:a16="http://schemas.microsoft.com/office/drawing/2014/main" id="{4867506E-8F97-4752-B34F-B682987FF113}"/>
              </a:ext>
            </a:extLst>
          </p:cNvPr>
          <p:cNvSpPr>
            <a:spLocks noGrp="1"/>
          </p:cNvSpPr>
          <p:nvPr/>
        </p:nvSpPr>
        <p:spPr>
          <a:xfrm>
            <a:off x="196430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F1_main_prauc_1063">
            <a:extLst>
              <a:ext uri="{FF2B5EF4-FFF2-40B4-BE49-F238E27FC236}">
                <a16:creationId xmlns:a16="http://schemas.microsoft.com/office/drawing/2014/main" id="{FCB6A0F3-486E-4F52-9532-9EFBFE039284}"/>
              </a:ext>
            </a:extLst>
          </p:cNvPr>
          <p:cNvSpPr>
            <a:spLocks noGrp="1"/>
          </p:cNvSpPr>
          <p:nvPr/>
        </p:nvSpPr>
        <p:spPr>
          <a:xfrm>
            <a:off x="1903198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F1_main_prauc_1064">
            <a:extLst>
              <a:ext uri="{FF2B5EF4-FFF2-40B4-BE49-F238E27FC236}">
                <a16:creationId xmlns:a16="http://schemas.microsoft.com/office/drawing/2014/main" id="{35B22E7A-6B9B-472C-A839-69E3DDAB959B}"/>
              </a:ext>
            </a:extLst>
          </p:cNvPr>
          <p:cNvSpPr>
            <a:spLocks noGrp="1"/>
          </p:cNvSpPr>
          <p:nvPr/>
        </p:nvSpPr>
        <p:spPr>
          <a:xfrm>
            <a:off x="2001373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F1_main_prauc_1065">
            <a:extLst>
              <a:ext uri="{FF2B5EF4-FFF2-40B4-BE49-F238E27FC236}">
                <a16:creationId xmlns:a16="http://schemas.microsoft.com/office/drawing/2014/main" id="{31335F42-D472-49CE-8233-32B61B861575}"/>
              </a:ext>
            </a:extLst>
          </p:cNvPr>
          <p:cNvSpPr>
            <a:spLocks noGrp="1"/>
          </p:cNvSpPr>
          <p:nvPr/>
        </p:nvSpPr>
        <p:spPr>
          <a:xfrm>
            <a:off x="199012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F1_main_prauc_1066">
            <a:extLst>
              <a:ext uri="{FF2B5EF4-FFF2-40B4-BE49-F238E27FC236}">
                <a16:creationId xmlns:a16="http://schemas.microsoft.com/office/drawing/2014/main" id="{625E2FFE-AD90-44E7-9573-183DD2EA4F86}"/>
              </a:ext>
            </a:extLst>
          </p:cNvPr>
          <p:cNvSpPr>
            <a:spLocks noGrp="1"/>
          </p:cNvSpPr>
          <p:nvPr/>
        </p:nvSpPr>
        <p:spPr>
          <a:xfrm>
            <a:off x="201541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F1_main_prauc_1067">
            <a:extLst>
              <a:ext uri="{FF2B5EF4-FFF2-40B4-BE49-F238E27FC236}">
                <a16:creationId xmlns:a16="http://schemas.microsoft.com/office/drawing/2014/main" id="{18EE72BA-8FE4-4C51-B242-3553DFB01F0E}"/>
              </a:ext>
            </a:extLst>
          </p:cNvPr>
          <p:cNvSpPr>
            <a:spLocks noGrp="1"/>
          </p:cNvSpPr>
          <p:nvPr/>
        </p:nvSpPr>
        <p:spPr>
          <a:xfrm>
            <a:off x="1962132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F1_main_prauc_1068">
            <a:extLst>
              <a:ext uri="{FF2B5EF4-FFF2-40B4-BE49-F238E27FC236}">
                <a16:creationId xmlns:a16="http://schemas.microsoft.com/office/drawing/2014/main" id="{720F4841-4E53-4C12-A6EB-F12B6C6D2D0C}"/>
              </a:ext>
            </a:extLst>
          </p:cNvPr>
          <p:cNvSpPr>
            <a:spLocks noGrp="1"/>
          </p:cNvSpPr>
          <p:nvPr/>
        </p:nvSpPr>
        <p:spPr>
          <a:xfrm>
            <a:off x="1851338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F1_main_prauc_1069">
            <a:extLst>
              <a:ext uri="{FF2B5EF4-FFF2-40B4-BE49-F238E27FC236}">
                <a16:creationId xmlns:a16="http://schemas.microsoft.com/office/drawing/2014/main" id="{F85EBCC1-962E-4760-8DB4-3C0130266DD2}"/>
              </a:ext>
            </a:extLst>
          </p:cNvPr>
          <p:cNvSpPr>
            <a:spLocks noGrp="1"/>
          </p:cNvSpPr>
          <p:nvPr/>
        </p:nvSpPr>
        <p:spPr>
          <a:xfrm>
            <a:off x="180011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F1_main_prauc_1070">
            <a:extLst>
              <a:ext uri="{FF2B5EF4-FFF2-40B4-BE49-F238E27FC236}">
                <a16:creationId xmlns:a16="http://schemas.microsoft.com/office/drawing/2014/main" id="{9C8F6263-2D5B-4842-B261-171F7AD7966C}"/>
              </a:ext>
            </a:extLst>
          </p:cNvPr>
          <p:cNvSpPr>
            <a:spLocks noGrp="1"/>
          </p:cNvSpPr>
          <p:nvPr/>
        </p:nvSpPr>
        <p:spPr>
          <a:xfrm>
            <a:off x="1988523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F1_main_prauc_1071">
            <a:extLst>
              <a:ext uri="{FF2B5EF4-FFF2-40B4-BE49-F238E27FC236}">
                <a16:creationId xmlns:a16="http://schemas.microsoft.com/office/drawing/2014/main" id="{1721CBF5-9EC0-46F2-BA90-9A9B36CEA190}"/>
              </a:ext>
            </a:extLst>
          </p:cNvPr>
          <p:cNvSpPr>
            <a:spLocks noGrp="1"/>
          </p:cNvSpPr>
          <p:nvPr/>
        </p:nvSpPr>
        <p:spPr>
          <a:xfrm>
            <a:off x="1788331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F1_main_prauc_1072">
            <a:extLst>
              <a:ext uri="{FF2B5EF4-FFF2-40B4-BE49-F238E27FC236}">
                <a16:creationId xmlns:a16="http://schemas.microsoft.com/office/drawing/2014/main" id="{0BBA53C8-FDD4-42F5-929F-7AED5C79AF08}"/>
              </a:ext>
            </a:extLst>
          </p:cNvPr>
          <p:cNvSpPr>
            <a:spLocks noGrp="1"/>
          </p:cNvSpPr>
          <p:nvPr/>
        </p:nvSpPr>
        <p:spPr>
          <a:xfrm>
            <a:off x="1787126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F1_main_prauc_1073">
            <a:extLst>
              <a:ext uri="{FF2B5EF4-FFF2-40B4-BE49-F238E27FC236}">
                <a16:creationId xmlns:a16="http://schemas.microsoft.com/office/drawing/2014/main" id="{5BFFD155-14A0-48D6-9891-21C2EA93ED36}"/>
              </a:ext>
            </a:extLst>
          </p:cNvPr>
          <p:cNvSpPr>
            <a:spLocks noGrp="1"/>
          </p:cNvSpPr>
          <p:nvPr/>
        </p:nvSpPr>
        <p:spPr>
          <a:xfrm>
            <a:off x="189748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F1_main_prauc_1074">
            <a:extLst>
              <a:ext uri="{FF2B5EF4-FFF2-40B4-BE49-F238E27FC236}">
                <a16:creationId xmlns:a16="http://schemas.microsoft.com/office/drawing/2014/main" id="{A0A2722C-E54C-46BA-BF53-A6324396058C}"/>
              </a:ext>
            </a:extLst>
          </p:cNvPr>
          <p:cNvSpPr>
            <a:spLocks noGrp="1"/>
          </p:cNvSpPr>
          <p:nvPr/>
        </p:nvSpPr>
        <p:spPr>
          <a:xfrm>
            <a:off x="190363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F1_main_prauc_1075">
            <a:extLst>
              <a:ext uri="{FF2B5EF4-FFF2-40B4-BE49-F238E27FC236}">
                <a16:creationId xmlns:a16="http://schemas.microsoft.com/office/drawing/2014/main" id="{6C55A13B-40CD-4DF4-8C01-0506455963E7}"/>
              </a:ext>
            </a:extLst>
          </p:cNvPr>
          <p:cNvSpPr>
            <a:spLocks noGrp="1"/>
          </p:cNvSpPr>
          <p:nvPr/>
        </p:nvSpPr>
        <p:spPr>
          <a:xfrm>
            <a:off x="1852663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F1_main_prauc_1076">
            <a:extLst>
              <a:ext uri="{FF2B5EF4-FFF2-40B4-BE49-F238E27FC236}">
                <a16:creationId xmlns:a16="http://schemas.microsoft.com/office/drawing/2014/main" id="{A8582164-6204-4031-8A21-D405228012C0}"/>
              </a:ext>
            </a:extLst>
          </p:cNvPr>
          <p:cNvSpPr>
            <a:spLocks noGrp="1"/>
          </p:cNvSpPr>
          <p:nvPr/>
        </p:nvSpPr>
        <p:spPr>
          <a:xfrm>
            <a:off x="1997626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F1_main_prauc_1077">
            <a:extLst>
              <a:ext uri="{FF2B5EF4-FFF2-40B4-BE49-F238E27FC236}">
                <a16:creationId xmlns:a16="http://schemas.microsoft.com/office/drawing/2014/main" id="{7404F056-B7C5-484F-9FD5-DF00138C4365}"/>
              </a:ext>
            </a:extLst>
          </p:cNvPr>
          <p:cNvSpPr>
            <a:spLocks noGrp="1"/>
          </p:cNvSpPr>
          <p:nvPr/>
        </p:nvSpPr>
        <p:spPr>
          <a:xfrm>
            <a:off x="1993617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F1_main_prauc_1078">
            <a:extLst>
              <a:ext uri="{FF2B5EF4-FFF2-40B4-BE49-F238E27FC236}">
                <a16:creationId xmlns:a16="http://schemas.microsoft.com/office/drawing/2014/main" id="{82E422A0-97A4-4E7F-88B2-439352E08342}"/>
              </a:ext>
            </a:extLst>
          </p:cNvPr>
          <p:cNvSpPr>
            <a:spLocks noGrp="1"/>
          </p:cNvSpPr>
          <p:nvPr/>
        </p:nvSpPr>
        <p:spPr>
          <a:xfrm>
            <a:off x="192282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F1_main_prauc_1079">
            <a:extLst>
              <a:ext uri="{FF2B5EF4-FFF2-40B4-BE49-F238E27FC236}">
                <a16:creationId xmlns:a16="http://schemas.microsoft.com/office/drawing/2014/main" id="{84DF9594-211F-4249-9F89-6D085DC4439D}"/>
              </a:ext>
            </a:extLst>
          </p:cNvPr>
          <p:cNvSpPr>
            <a:spLocks noGrp="1"/>
          </p:cNvSpPr>
          <p:nvPr/>
        </p:nvSpPr>
        <p:spPr>
          <a:xfrm>
            <a:off x="1923679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F1_main_prauc_1080">
            <a:extLst>
              <a:ext uri="{FF2B5EF4-FFF2-40B4-BE49-F238E27FC236}">
                <a16:creationId xmlns:a16="http://schemas.microsoft.com/office/drawing/2014/main" id="{D4D07707-FE74-4398-B6E1-0E00A17DA39C}"/>
              </a:ext>
            </a:extLst>
          </p:cNvPr>
          <p:cNvSpPr>
            <a:spLocks noGrp="1"/>
          </p:cNvSpPr>
          <p:nvPr/>
        </p:nvSpPr>
        <p:spPr>
          <a:xfrm>
            <a:off x="1932968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F1_main_prauc_1081">
            <a:extLst>
              <a:ext uri="{FF2B5EF4-FFF2-40B4-BE49-F238E27FC236}">
                <a16:creationId xmlns:a16="http://schemas.microsoft.com/office/drawing/2014/main" id="{880E533E-42A8-4AC2-AF02-D83D43E1439A}"/>
              </a:ext>
            </a:extLst>
          </p:cNvPr>
          <p:cNvSpPr>
            <a:spLocks noGrp="1"/>
          </p:cNvSpPr>
          <p:nvPr/>
        </p:nvSpPr>
        <p:spPr>
          <a:xfrm>
            <a:off x="1876809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F1_main_prauc_1082">
            <a:extLst>
              <a:ext uri="{FF2B5EF4-FFF2-40B4-BE49-F238E27FC236}">
                <a16:creationId xmlns:a16="http://schemas.microsoft.com/office/drawing/2014/main" id="{95BFB268-4AD6-472F-AC3D-E90B61C877DB}"/>
              </a:ext>
            </a:extLst>
          </p:cNvPr>
          <p:cNvSpPr>
            <a:spLocks noGrp="1"/>
          </p:cNvSpPr>
          <p:nvPr/>
        </p:nvSpPr>
        <p:spPr>
          <a:xfrm>
            <a:off x="181035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F1_main_prauc_1083">
            <a:extLst>
              <a:ext uri="{FF2B5EF4-FFF2-40B4-BE49-F238E27FC236}">
                <a16:creationId xmlns:a16="http://schemas.microsoft.com/office/drawing/2014/main" id="{399C982E-B0FB-4E02-9EE9-1B416C82DD70}"/>
              </a:ext>
            </a:extLst>
          </p:cNvPr>
          <p:cNvSpPr>
            <a:spLocks noGrp="1"/>
          </p:cNvSpPr>
          <p:nvPr/>
        </p:nvSpPr>
        <p:spPr>
          <a:xfrm>
            <a:off x="1782525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F1_main_prauc_1084">
            <a:extLst>
              <a:ext uri="{FF2B5EF4-FFF2-40B4-BE49-F238E27FC236}">
                <a16:creationId xmlns:a16="http://schemas.microsoft.com/office/drawing/2014/main" id="{D4FDA150-C119-4C46-8048-2DD8B6B99917}"/>
              </a:ext>
            </a:extLst>
          </p:cNvPr>
          <p:cNvSpPr>
            <a:spLocks noGrp="1"/>
          </p:cNvSpPr>
          <p:nvPr/>
        </p:nvSpPr>
        <p:spPr>
          <a:xfrm>
            <a:off x="187038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F1_main_prauc_1085">
            <a:extLst>
              <a:ext uri="{FF2B5EF4-FFF2-40B4-BE49-F238E27FC236}">
                <a16:creationId xmlns:a16="http://schemas.microsoft.com/office/drawing/2014/main" id="{A35173C0-1FE2-48A7-8424-9E5060C98043}"/>
              </a:ext>
            </a:extLst>
          </p:cNvPr>
          <p:cNvSpPr>
            <a:spLocks noGrp="1"/>
          </p:cNvSpPr>
          <p:nvPr/>
        </p:nvSpPr>
        <p:spPr>
          <a:xfrm>
            <a:off x="1779687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F1_main_prauc_1086">
            <a:extLst>
              <a:ext uri="{FF2B5EF4-FFF2-40B4-BE49-F238E27FC236}">
                <a16:creationId xmlns:a16="http://schemas.microsoft.com/office/drawing/2014/main" id="{3CC2420D-19A6-41F4-8974-07E48400588B}"/>
              </a:ext>
            </a:extLst>
          </p:cNvPr>
          <p:cNvSpPr>
            <a:spLocks noGrp="1"/>
          </p:cNvSpPr>
          <p:nvPr/>
        </p:nvSpPr>
        <p:spPr>
          <a:xfrm>
            <a:off x="2001161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F1_main_prauc_1087">
            <a:extLst>
              <a:ext uri="{FF2B5EF4-FFF2-40B4-BE49-F238E27FC236}">
                <a16:creationId xmlns:a16="http://schemas.microsoft.com/office/drawing/2014/main" id="{2A8C8A39-C518-4F72-A378-A8CD3993882A}"/>
              </a:ext>
            </a:extLst>
          </p:cNvPr>
          <p:cNvSpPr>
            <a:spLocks noGrp="1"/>
          </p:cNvSpPr>
          <p:nvPr/>
        </p:nvSpPr>
        <p:spPr>
          <a:xfrm>
            <a:off x="1868801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F1_main_prauc_1088">
            <a:extLst>
              <a:ext uri="{FF2B5EF4-FFF2-40B4-BE49-F238E27FC236}">
                <a16:creationId xmlns:a16="http://schemas.microsoft.com/office/drawing/2014/main" id="{B34ABF6A-80DF-430A-9C6B-3095D814B83B}"/>
              </a:ext>
            </a:extLst>
          </p:cNvPr>
          <p:cNvSpPr>
            <a:spLocks noGrp="1"/>
          </p:cNvSpPr>
          <p:nvPr/>
        </p:nvSpPr>
        <p:spPr>
          <a:xfrm>
            <a:off x="1888450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F1_main_prauc_1089">
            <a:extLst>
              <a:ext uri="{FF2B5EF4-FFF2-40B4-BE49-F238E27FC236}">
                <a16:creationId xmlns:a16="http://schemas.microsoft.com/office/drawing/2014/main" id="{AB1E6B37-0573-4136-895A-4DB78F7C1E33}"/>
              </a:ext>
            </a:extLst>
          </p:cNvPr>
          <p:cNvSpPr>
            <a:spLocks noGrp="1"/>
          </p:cNvSpPr>
          <p:nvPr/>
        </p:nvSpPr>
        <p:spPr>
          <a:xfrm>
            <a:off x="1939610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F1_main_prauc_1090">
            <a:extLst>
              <a:ext uri="{FF2B5EF4-FFF2-40B4-BE49-F238E27FC236}">
                <a16:creationId xmlns:a16="http://schemas.microsoft.com/office/drawing/2014/main" id="{17140900-5ABF-45E7-B244-63B9B4979226}"/>
              </a:ext>
            </a:extLst>
          </p:cNvPr>
          <p:cNvSpPr>
            <a:spLocks noGrp="1"/>
          </p:cNvSpPr>
          <p:nvPr/>
        </p:nvSpPr>
        <p:spPr>
          <a:xfrm>
            <a:off x="187413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F1_main_prauc_1091">
            <a:extLst>
              <a:ext uri="{FF2B5EF4-FFF2-40B4-BE49-F238E27FC236}">
                <a16:creationId xmlns:a16="http://schemas.microsoft.com/office/drawing/2014/main" id="{9F90283E-71A9-44EC-8194-7632888EE0EB}"/>
              </a:ext>
            </a:extLst>
          </p:cNvPr>
          <p:cNvSpPr>
            <a:spLocks noGrp="1"/>
          </p:cNvSpPr>
          <p:nvPr/>
        </p:nvSpPr>
        <p:spPr>
          <a:xfrm>
            <a:off x="1836179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F1_main_prauc_1092">
            <a:extLst>
              <a:ext uri="{FF2B5EF4-FFF2-40B4-BE49-F238E27FC236}">
                <a16:creationId xmlns:a16="http://schemas.microsoft.com/office/drawing/2014/main" id="{2A045ABC-01B2-4355-A2DF-2CE4ACED4819}"/>
              </a:ext>
            </a:extLst>
          </p:cNvPr>
          <p:cNvSpPr>
            <a:spLocks noGrp="1"/>
          </p:cNvSpPr>
          <p:nvPr/>
        </p:nvSpPr>
        <p:spPr>
          <a:xfrm>
            <a:off x="1986504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F1_main_prauc_1093">
            <a:extLst>
              <a:ext uri="{FF2B5EF4-FFF2-40B4-BE49-F238E27FC236}">
                <a16:creationId xmlns:a16="http://schemas.microsoft.com/office/drawing/2014/main" id="{85EDEDC5-9D79-4D7C-94A5-B28AFADF4C54}"/>
              </a:ext>
            </a:extLst>
          </p:cNvPr>
          <p:cNvSpPr>
            <a:spLocks noGrp="1"/>
          </p:cNvSpPr>
          <p:nvPr/>
        </p:nvSpPr>
        <p:spPr>
          <a:xfrm>
            <a:off x="182829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F1_main_prauc_1094">
            <a:extLst>
              <a:ext uri="{FF2B5EF4-FFF2-40B4-BE49-F238E27FC236}">
                <a16:creationId xmlns:a16="http://schemas.microsoft.com/office/drawing/2014/main" id="{4A578C7A-8C77-4973-B58B-7702CE3E0666}"/>
              </a:ext>
            </a:extLst>
          </p:cNvPr>
          <p:cNvSpPr>
            <a:spLocks noGrp="1"/>
          </p:cNvSpPr>
          <p:nvPr/>
        </p:nvSpPr>
        <p:spPr>
          <a:xfrm>
            <a:off x="1836507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F1_main_prauc_1095">
            <a:extLst>
              <a:ext uri="{FF2B5EF4-FFF2-40B4-BE49-F238E27FC236}">
                <a16:creationId xmlns:a16="http://schemas.microsoft.com/office/drawing/2014/main" id="{B7151E32-5F72-4746-A160-1CA427DE8B4C}"/>
              </a:ext>
            </a:extLst>
          </p:cNvPr>
          <p:cNvSpPr>
            <a:spLocks noGrp="1"/>
          </p:cNvSpPr>
          <p:nvPr/>
        </p:nvSpPr>
        <p:spPr>
          <a:xfrm>
            <a:off x="185461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F1_main_prauc_1096">
            <a:extLst>
              <a:ext uri="{FF2B5EF4-FFF2-40B4-BE49-F238E27FC236}">
                <a16:creationId xmlns:a16="http://schemas.microsoft.com/office/drawing/2014/main" id="{16BD3EDE-D476-4B56-BA71-D83D672506B1}"/>
              </a:ext>
            </a:extLst>
          </p:cNvPr>
          <p:cNvSpPr>
            <a:spLocks noGrp="1"/>
          </p:cNvSpPr>
          <p:nvPr/>
        </p:nvSpPr>
        <p:spPr>
          <a:xfrm>
            <a:off x="1880580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F1_main_prauc_1097">
            <a:extLst>
              <a:ext uri="{FF2B5EF4-FFF2-40B4-BE49-F238E27FC236}">
                <a16:creationId xmlns:a16="http://schemas.microsoft.com/office/drawing/2014/main" id="{351F9672-712B-4D1A-87DF-FA05AC39F94C}"/>
              </a:ext>
            </a:extLst>
          </p:cNvPr>
          <p:cNvSpPr>
            <a:spLocks noGrp="1"/>
          </p:cNvSpPr>
          <p:nvPr/>
        </p:nvSpPr>
        <p:spPr>
          <a:xfrm>
            <a:off x="177757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F1_main_prauc_1098">
            <a:extLst>
              <a:ext uri="{FF2B5EF4-FFF2-40B4-BE49-F238E27FC236}">
                <a16:creationId xmlns:a16="http://schemas.microsoft.com/office/drawing/2014/main" id="{5C9A644B-B841-46F8-ABE0-D4734D5580B8}"/>
              </a:ext>
            </a:extLst>
          </p:cNvPr>
          <p:cNvSpPr>
            <a:spLocks noGrp="1"/>
          </p:cNvSpPr>
          <p:nvPr/>
        </p:nvSpPr>
        <p:spPr>
          <a:xfrm>
            <a:off x="200588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F1_main_prauc_1099">
            <a:extLst>
              <a:ext uri="{FF2B5EF4-FFF2-40B4-BE49-F238E27FC236}">
                <a16:creationId xmlns:a16="http://schemas.microsoft.com/office/drawing/2014/main" id="{056C0D4B-968F-487C-8694-99E2582E3473}"/>
              </a:ext>
            </a:extLst>
          </p:cNvPr>
          <p:cNvSpPr>
            <a:spLocks noGrp="1"/>
          </p:cNvSpPr>
          <p:nvPr/>
        </p:nvSpPr>
        <p:spPr>
          <a:xfrm>
            <a:off x="190714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F1_main_prauc_1100">
            <a:extLst>
              <a:ext uri="{FF2B5EF4-FFF2-40B4-BE49-F238E27FC236}">
                <a16:creationId xmlns:a16="http://schemas.microsoft.com/office/drawing/2014/main" id="{C5BBB096-5DF1-48A6-A21E-E124EA22EDF1}"/>
              </a:ext>
            </a:extLst>
          </p:cNvPr>
          <p:cNvSpPr>
            <a:spLocks noGrp="1"/>
          </p:cNvSpPr>
          <p:nvPr/>
        </p:nvSpPr>
        <p:spPr>
          <a:xfrm>
            <a:off x="1974787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F1_main_prauc_1101">
            <a:extLst>
              <a:ext uri="{FF2B5EF4-FFF2-40B4-BE49-F238E27FC236}">
                <a16:creationId xmlns:a16="http://schemas.microsoft.com/office/drawing/2014/main" id="{B70677AE-D054-408F-86E7-B216331F1E39}"/>
              </a:ext>
            </a:extLst>
          </p:cNvPr>
          <p:cNvSpPr>
            <a:spLocks noGrp="1"/>
          </p:cNvSpPr>
          <p:nvPr/>
        </p:nvSpPr>
        <p:spPr>
          <a:xfrm>
            <a:off x="191869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F1_main_prauc_1102">
            <a:extLst>
              <a:ext uri="{FF2B5EF4-FFF2-40B4-BE49-F238E27FC236}">
                <a16:creationId xmlns:a16="http://schemas.microsoft.com/office/drawing/2014/main" id="{F48D900A-3FB9-4CB6-8F40-1E5DEE89C01A}"/>
              </a:ext>
            </a:extLst>
          </p:cNvPr>
          <p:cNvSpPr>
            <a:spLocks noGrp="1"/>
          </p:cNvSpPr>
          <p:nvPr/>
        </p:nvSpPr>
        <p:spPr>
          <a:xfrm>
            <a:off x="199845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F1_main_prauc_1103">
            <a:extLst>
              <a:ext uri="{FF2B5EF4-FFF2-40B4-BE49-F238E27FC236}">
                <a16:creationId xmlns:a16="http://schemas.microsoft.com/office/drawing/2014/main" id="{51E12472-CF6A-4C10-A941-D69AE1F4A5BA}"/>
              </a:ext>
            </a:extLst>
          </p:cNvPr>
          <p:cNvSpPr>
            <a:spLocks noGrp="1"/>
          </p:cNvSpPr>
          <p:nvPr/>
        </p:nvSpPr>
        <p:spPr>
          <a:xfrm>
            <a:off x="1809765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F1_main_prauc_1104">
            <a:extLst>
              <a:ext uri="{FF2B5EF4-FFF2-40B4-BE49-F238E27FC236}">
                <a16:creationId xmlns:a16="http://schemas.microsoft.com/office/drawing/2014/main" id="{7FDDE1D2-E62B-4BB4-B425-D2DEFC5E9657}"/>
              </a:ext>
            </a:extLst>
          </p:cNvPr>
          <p:cNvSpPr>
            <a:spLocks noGrp="1"/>
          </p:cNvSpPr>
          <p:nvPr/>
        </p:nvSpPr>
        <p:spPr>
          <a:xfrm>
            <a:off x="1921311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F1_main_prauc_1105">
            <a:extLst>
              <a:ext uri="{FF2B5EF4-FFF2-40B4-BE49-F238E27FC236}">
                <a16:creationId xmlns:a16="http://schemas.microsoft.com/office/drawing/2014/main" id="{63B7D10E-60E0-4AC8-BD7F-BAF4AF727780}"/>
              </a:ext>
            </a:extLst>
          </p:cNvPr>
          <p:cNvSpPr>
            <a:spLocks noGrp="1"/>
          </p:cNvSpPr>
          <p:nvPr/>
        </p:nvSpPr>
        <p:spPr>
          <a:xfrm>
            <a:off x="185983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F1_main_prauc_1106">
            <a:extLst>
              <a:ext uri="{FF2B5EF4-FFF2-40B4-BE49-F238E27FC236}">
                <a16:creationId xmlns:a16="http://schemas.microsoft.com/office/drawing/2014/main" id="{E80457B1-0248-4641-86B2-3BFA21CF2AF0}"/>
              </a:ext>
            </a:extLst>
          </p:cNvPr>
          <p:cNvSpPr>
            <a:spLocks noGrp="1"/>
          </p:cNvSpPr>
          <p:nvPr/>
        </p:nvSpPr>
        <p:spPr>
          <a:xfrm>
            <a:off x="177518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F1_main_prauc_1107">
            <a:extLst>
              <a:ext uri="{FF2B5EF4-FFF2-40B4-BE49-F238E27FC236}">
                <a16:creationId xmlns:a16="http://schemas.microsoft.com/office/drawing/2014/main" id="{92DC5C99-5E15-474D-BFF1-90981F311CC8}"/>
              </a:ext>
            </a:extLst>
          </p:cNvPr>
          <p:cNvSpPr>
            <a:spLocks noGrp="1"/>
          </p:cNvSpPr>
          <p:nvPr/>
        </p:nvSpPr>
        <p:spPr>
          <a:xfrm>
            <a:off x="1917277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F1_main_prauc_1108">
            <a:extLst>
              <a:ext uri="{FF2B5EF4-FFF2-40B4-BE49-F238E27FC236}">
                <a16:creationId xmlns:a16="http://schemas.microsoft.com/office/drawing/2014/main" id="{9086E9E2-466E-4A3A-B023-89463DA04979}"/>
              </a:ext>
            </a:extLst>
          </p:cNvPr>
          <p:cNvSpPr>
            <a:spLocks noGrp="1"/>
          </p:cNvSpPr>
          <p:nvPr/>
        </p:nvSpPr>
        <p:spPr>
          <a:xfrm>
            <a:off x="1921050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F1_main_prauc_1109">
            <a:extLst>
              <a:ext uri="{FF2B5EF4-FFF2-40B4-BE49-F238E27FC236}">
                <a16:creationId xmlns:a16="http://schemas.microsoft.com/office/drawing/2014/main" id="{735D508A-798A-412B-BD84-12915E86DEBF}"/>
              </a:ext>
            </a:extLst>
          </p:cNvPr>
          <p:cNvSpPr>
            <a:spLocks noGrp="1"/>
          </p:cNvSpPr>
          <p:nvPr/>
        </p:nvSpPr>
        <p:spPr>
          <a:xfrm>
            <a:off x="1798061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F1_main_prauc_1110">
            <a:extLst>
              <a:ext uri="{FF2B5EF4-FFF2-40B4-BE49-F238E27FC236}">
                <a16:creationId xmlns:a16="http://schemas.microsoft.com/office/drawing/2014/main" id="{0B4400DA-2DCE-4D41-A41D-93569D9C72EF}"/>
              </a:ext>
            </a:extLst>
          </p:cNvPr>
          <p:cNvSpPr>
            <a:spLocks noGrp="1"/>
          </p:cNvSpPr>
          <p:nvPr/>
        </p:nvSpPr>
        <p:spPr>
          <a:xfrm>
            <a:off x="1864670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F1_main_prauc_1111">
            <a:extLst>
              <a:ext uri="{FF2B5EF4-FFF2-40B4-BE49-F238E27FC236}">
                <a16:creationId xmlns:a16="http://schemas.microsoft.com/office/drawing/2014/main" id="{F55ACC68-2D70-484A-8B89-93938AF2D2E0}"/>
              </a:ext>
            </a:extLst>
          </p:cNvPr>
          <p:cNvSpPr>
            <a:spLocks noGrp="1"/>
          </p:cNvSpPr>
          <p:nvPr/>
        </p:nvSpPr>
        <p:spPr>
          <a:xfrm>
            <a:off x="188166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F1_main_prauc_1112">
            <a:extLst>
              <a:ext uri="{FF2B5EF4-FFF2-40B4-BE49-F238E27FC236}">
                <a16:creationId xmlns:a16="http://schemas.microsoft.com/office/drawing/2014/main" id="{BD4E4AF7-8669-4163-8B6F-629DBF2B8131}"/>
              </a:ext>
            </a:extLst>
          </p:cNvPr>
          <p:cNvSpPr>
            <a:spLocks noGrp="1"/>
          </p:cNvSpPr>
          <p:nvPr/>
        </p:nvSpPr>
        <p:spPr>
          <a:xfrm>
            <a:off x="179309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F1_main_prauc_1113">
            <a:extLst>
              <a:ext uri="{FF2B5EF4-FFF2-40B4-BE49-F238E27FC236}">
                <a16:creationId xmlns:a16="http://schemas.microsoft.com/office/drawing/2014/main" id="{AEF23E83-3DB9-465D-92B4-6CCF0D7556AD}"/>
              </a:ext>
            </a:extLst>
          </p:cNvPr>
          <p:cNvSpPr>
            <a:spLocks noGrp="1"/>
          </p:cNvSpPr>
          <p:nvPr/>
        </p:nvSpPr>
        <p:spPr>
          <a:xfrm>
            <a:off x="191981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F1_main_prauc_1114">
            <a:extLst>
              <a:ext uri="{FF2B5EF4-FFF2-40B4-BE49-F238E27FC236}">
                <a16:creationId xmlns:a16="http://schemas.microsoft.com/office/drawing/2014/main" id="{43ECB83A-8259-4238-8725-770780272308}"/>
              </a:ext>
            </a:extLst>
          </p:cNvPr>
          <p:cNvSpPr>
            <a:spLocks noGrp="1"/>
          </p:cNvSpPr>
          <p:nvPr/>
        </p:nvSpPr>
        <p:spPr>
          <a:xfrm>
            <a:off x="1885565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F1_main_prauc_1115">
            <a:extLst>
              <a:ext uri="{FF2B5EF4-FFF2-40B4-BE49-F238E27FC236}">
                <a16:creationId xmlns:a16="http://schemas.microsoft.com/office/drawing/2014/main" id="{62BD2317-BFD0-4F51-B04A-C72A9A2B9685}"/>
              </a:ext>
            </a:extLst>
          </p:cNvPr>
          <p:cNvSpPr>
            <a:spLocks noGrp="1"/>
          </p:cNvSpPr>
          <p:nvPr/>
        </p:nvSpPr>
        <p:spPr>
          <a:xfrm>
            <a:off x="1996905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F1_main_prauc_1116">
            <a:extLst>
              <a:ext uri="{FF2B5EF4-FFF2-40B4-BE49-F238E27FC236}">
                <a16:creationId xmlns:a16="http://schemas.microsoft.com/office/drawing/2014/main" id="{4697632F-FA7A-4725-A5CF-9DA85F1B4D67}"/>
              </a:ext>
            </a:extLst>
          </p:cNvPr>
          <p:cNvSpPr>
            <a:spLocks noGrp="1"/>
          </p:cNvSpPr>
          <p:nvPr/>
        </p:nvSpPr>
        <p:spPr>
          <a:xfrm>
            <a:off x="1982193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F1_main_prauc_1117">
            <a:extLst>
              <a:ext uri="{FF2B5EF4-FFF2-40B4-BE49-F238E27FC236}">
                <a16:creationId xmlns:a16="http://schemas.microsoft.com/office/drawing/2014/main" id="{E78C2F9E-AE3D-4E52-8763-12B1584F879E}"/>
              </a:ext>
            </a:extLst>
          </p:cNvPr>
          <p:cNvSpPr>
            <a:spLocks noGrp="1"/>
          </p:cNvSpPr>
          <p:nvPr/>
        </p:nvSpPr>
        <p:spPr>
          <a:xfrm>
            <a:off x="2007295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F1_main_prauc_1118">
            <a:extLst>
              <a:ext uri="{FF2B5EF4-FFF2-40B4-BE49-F238E27FC236}">
                <a16:creationId xmlns:a16="http://schemas.microsoft.com/office/drawing/2014/main" id="{060685AF-00F9-48F6-93C8-4715A7DD261D}"/>
              </a:ext>
            </a:extLst>
          </p:cNvPr>
          <p:cNvSpPr>
            <a:spLocks noGrp="1"/>
          </p:cNvSpPr>
          <p:nvPr/>
        </p:nvSpPr>
        <p:spPr>
          <a:xfrm>
            <a:off x="1777112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F1_main_prauc_1119">
            <a:extLst>
              <a:ext uri="{FF2B5EF4-FFF2-40B4-BE49-F238E27FC236}">
                <a16:creationId xmlns:a16="http://schemas.microsoft.com/office/drawing/2014/main" id="{B3308297-558C-4DED-9A87-817AE4433C10}"/>
              </a:ext>
            </a:extLst>
          </p:cNvPr>
          <p:cNvSpPr>
            <a:spLocks noGrp="1"/>
          </p:cNvSpPr>
          <p:nvPr/>
        </p:nvSpPr>
        <p:spPr>
          <a:xfrm>
            <a:off x="1927971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F1_main_prauc_1120">
            <a:extLst>
              <a:ext uri="{FF2B5EF4-FFF2-40B4-BE49-F238E27FC236}">
                <a16:creationId xmlns:a16="http://schemas.microsoft.com/office/drawing/2014/main" id="{C5E95B07-2810-44D3-9963-FA6AA0209483}"/>
              </a:ext>
            </a:extLst>
          </p:cNvPr>
          <p:cNvSpPr>
            <a:spLocks noGrp="1"/>
          </p:cNvSpPr>
          <p:nvPr/>
        </p:nvSpPr>
        <p:spPr>
          <a:xfrm>
            <a:off x="1956949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F1_main_prauc_1121">
            <a:extLst>
              <a:ext uri="{FF2B5EF4-FFF2-40B4-BE49-F238E27FC236}">
                <a16:creationId xmlns:a16="http://schemas.microsoft.com/office/drawing/2014/main" id="{98A9A9FB-5927-47E2-BBFB-97CCDD630D04}"/>
              </a:ext>
            </a:extLst>
          </p:cNvPr>
          <p:cNvSpPr>
            <a:spLocks noGrp="1"/>
          </p:cNvSpPr>
          <p:nvPr/>
        </p:nvSpPr>
        <p:spPr>
          <a:xfrm>
            <a:off x="1966980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F1_main_prauc_1122">
            <a:extLst>
              <a:ext uri="{FF2B5EF4-FFF2-40B4-BE49-F238E27FC236}">
                <a16:creationId xmlns:a16="http://schemas.microsoft.com/office/drawing/2014/main" id="{C8CB7AA1-3BF1-4FE3-AA04-075DFB0A1E2D}"/>
              </a:ext>
            </a:extLst>
          </p:cNvPr>
          <p:cNvSpPr>
            <a:spLocks noGrp="1"/>
          </p:cNvSpPr>
          <p:nvPr/>
        </p:nvSpPr>
        <p:spPr>
          <a:xfrm>
            <a:off x="1824817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F1_main_prauc_1123">
            <a:extLst>
              <a:ext uri="{FF2B5EF4-FFF2-40B4-BE49-F238E27FC236}">
                <a16:creationId xmlns:a16="http://schemas.microsoft.com/office/drawing/2014/main" id="{8CBA33AA-AFA6-40FE-8C67-61BF37252B20}"/>
              </a:ext>
            </a:extLst>
          </p:cNvPr>
          <p:cNvSpPr>
            <a:spLocks noGrp="1"/>
          </p:cNvSpPr>
          <p:nvPr/>
        </p:nvSpPr>
        <p:spPr>
          <a:xfrm>
            <a:off x="1779073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F1_main_prauc_1124">
            <a:extLst>
              <a:ext uri="{FF2B5EF4-FFF2-40B4-BE49-F238E27FC236}">
                <a16:creationId xmlns:a16="http://schemas.microsoft.com/office/drawing/2014/main" id="{DD9E6503-0ABF-420C-A2AE-260C0730F33A}"/>
              </a:ext>
            </a:extLst>
          </p:cNvPr>
          <p:cNvSpPr>
            <a:spLocks noGrp="1"/>
          </p:cNvSpPr>
          <p:nvPr/>
        </p:nvSpPr>
        <p:spPr>
          <a:xfrm>
            <a:off x="1964192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F1_main_prauc_1125">
            <a:extLst>
              <a:ext uri="{FF2B5EF4-FFF2-40B4-BE49-F238E27FC236}">
                <a16:creationId xmlns:a16="http://schemas.microsoft.com/office/drawing/2014/main" id="{A0B55734-E524-4B03-8735-184FA42186B5}"/>
              </a:ext>
            </a:extLst>
          </p:cNvPr>
          <p:cNvSpPr>
            <a:spLocks noGrp="1"/>
          </p:cNvSpPr>
          <p:nvPr/>
        </p:nvSpPr>
        <p:spPr>
          <a:xfrm>
            <a:off x="1939995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F1_main_prauc_1126">
            <a:extLst>
              <a:ext uri="{FF2B5EF4-FFF2-40B4-BE49-F238E27FC236}">
                <a16:creationId xmlns:a16="http://schemas.microsoft.com/office/drawing/2014/main" id="{4132CE2E-B2F5-475C-8D73-CBDEC8943DC8}"/>
              </a:ext>
            </a:extLst>
          </p:cNvPr>
          <p:cNvSpPr>
            <a:spLocks noGrp="1"/>
          </p:cNvSpPr>
          <p:nvPr/>
        </p:nvSpPr>
        <p:spPr>
          <a:xfrm>
            <a:off x="1879244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F1_main_prauc_1127">
            <a:extLst>
              <a:ext uri="{FF2B5EF4-FFF2-40B4-BE49-F238E27FC236}">
                <a16:creationId xmlns:a16="http://schemas.microsoft.com/office/drawing/2014/main" id="{E3E2D3AD-F470-4080-B11A-4A7BB1D58BE4}"/>
              </a:ext>
            </a:extLst>
          </p:cNvPr>
          <p:cNvSpPr>
            <a:spLocks noGrp="1"/>
          </p:cNvSpPr>
          <p:nvPr/>
        </p:nvSpPr>
        <p:spPr>
          <a:xfrm>
            <a:off x="2009307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F1_main_prauc_1128">
            <a:extLst>
              <a:ext uri="{FF2B5EF4-FFF2-40B4-BE49-F238E27FC236}">
                <a16:creationId xmlns:a16="http://schemas.microsoft.com/office/drawing/2014/main" id="{5AB2CAC5-CF37-42CF-8E42-2CA3BD78B82E}"/>
              </a:ext>
            </a:extLst>
          </p:cNvPr>
          <p:cNvSpPr>
            <a:spLocks noGrp="1"/>
          </p:cNvSpPr>
          <p:nvPr/>
        </p:nvSpPr>
        <p:spPr>
          <a:xfrm>
            <a:off x="1957777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F1_main_prauc_1129">
            <a:extLst>
              <a:ext uri="{FF2B5EF4-FFF2-40B4-BE49-F238E27FC236}">
                <a16:creationId xmlns:a16="http://schemas.microsoft.com/office/drawing/2014/main" id="{6FF7706A-2869-4BA4-9563-851D5DDBA8DE}"/>
              </a:ext>
            </a:extLst>
          </p:cNvPr>
          <p:cNvSpPr>
            <a:spLocks noGrp="1"/>
          </p:cNvSpPr>
          <p:nvPr/>
        </p:nvSpPr>
        <p:spPr>
          <a:xfrm>
            <a:off x="179567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F1_main_prauc_1130">
            <a:extLst>
              <a:ext uri="{FF2B5EF4-FFF2-40B4-BE49-F238E27FC236}">
                <a16:creationId xmlns:a16="http://schemas.microsoft.com/office/drawing/2014/main" id="{B86427A7-B106-41C7-8B52-08D80E163E5B}"/>
              </a:ext>
            </a:extLst>
          </p:cNvPr>
          <p:cNvSpPr>
            <a:spLocks noGrp="1"/>
          </p:cNvSpPr>
          <p:nvPr/>
        </p:nvSpPr>
        <p:spPr>
          <a:xfrm>
            <a:off x="1773031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F1_main_prauc_1131">
            <a:extLst>
              <a:ext uri="{FF2B5EF4-FFF2-40B4-BE49-F238E27FC236}">
                <a16:creationId xmlns:a16="http://schemas.microsoft.com/office/drawing/2014/main" id="{0F6E29BA-01B6-4B46-A1B1-EB5405928D0E}"/>
              </a:ext>
            </a:extLst>
          </p:cNvPr>
          <p:cNvSpPr>
            <a:spLocks noGrp="1"/>
          </p:cNvSpPr>
          <p:nvPr/>
        </p:nvSpPr>
        <p:spPr>
          <a:xfrm>
            <a:off x="1889808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F1_main_prauc_1132">
            <a:extLst>
              <a:ext uri="{FF2B5EF4-FFF2-40B4-BE49-F238E27FC236}">
                <a16:creationId xmlns:a16="http://schemas.microsoft.com/office/drawing/2014/main" id="{5853B867-90BD-4255-8BAF-11337081D1E1}"/>
              </a:ext>
            </a:extLst>
          </p:cNvPr>
          <p:cNvSpPr>
            <a:spLocks noGrp="1"/>
          </p:cNvSpPr>
          <p:nvPr/>
        </p:nvSpPr>
        <p:spPr>
          <a:xfrm>
            <a:off x="1979987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F1_main_prauc_1133">
            <a:extLst>
              <a:ext uri="{FF2B5EF4-FFF2-40B4-BE49-F238E27FC236}">
                <a16:creationId xmlns:a16="http://schemas.microsoft.com/office/drawing/2014/main" id="{47C02436-974D-436A-8DA9-8AB7094D10FE}"/>
              </a:ext>
            </a:extLst>
          </p:cNvPr>
          <p:cNvSpPr>
            <a:spLocks noGrp="1"/>
          </p:cNvSpPr>
          <p:nvPr/>
        </p:nvSpPr>
        <p:spPr>
          <a:xfrm>
            <a:off x="1809232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F1_main_prauc_1134">
            <a:extLst>
              <a:ext uri="{FF2B5EF4-FFF2-40B4-BE49-F238E27FC236}">
                <a16:creationId xmlns:a16="http://schemas.microsoft.com/office/drawing/2014/main" id="{E69AF1AF-5C1E-4EAF-AB6B-41AD1C999E49}"/>
              </a:ext>
            </a:extLst>
          </p:cNvPr>
          <p:cNvSpPr>
            <a:spLocks noGrp="1"/>
          </p:cNvSpPr>
          <p:nvPr/>
        </p:nvSpPr>
        <p:spPr>
          <a:xfrm>
            <a:off x="34977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F1_main_prauc_1135">
            <a:extLst>
              <a:ext uri="{FF2B5EF4-FFF2-40B4-BE49-F238E27FC236}">
                <a16:creationId xmlns:a16="http://schemas.microsoft.com/office/drawing/2014/main" id="{7DDC1538-AD0C-4890-9AA0-E1D4ED1EE52C}"/>
              </a:ext>
            </a:extLst>
          </p:cNvPr>
          <p:cNvSpPr>
            <a:spLocks noGrp="1"/>
          </p:cNvSpPr>
          <p:nvPr/>
        </p:nvSpPr>
        <p:spPr>
          <a:xfrm>
            <a:off x="351359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F1_main_prauc_1136">
            <a:extLst>
              <a:ext uri="{FF2B5EF4-FFF2-40B4-BE49-F238E27FC236}">
                <a16:creationId xmlns:a16="http://schemas.microsoft.com/office/drawing/2014/main" id="{AC13B073-EAF8-4429-98DA-28A43E584338}"/>
              </a:ext>
            </a:extLst>
          </p:cNvPr>
          <p:cNvSpPr>
            <a:spLocks noGrp="1"/>
          </p:cNvSpPr>
          <p:nvPr/>
        </p:nvSpPr>
        <p:spPr>
          <a:xfrm>
            <a:off x="34253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F1_main_prauc_1137">
            <a:extLst>
              <a:ext uri="{FF2B5EF4-FFF2-40B4-BE49-F238E27FC236}">
                <a16:creationId xmlns:a16="http://schemas.microsoft.com/office/drawing/2014/main" id="{40C7DC87-C7ED-47B9-A020-6EB48ED1BECA}"/>
              </a:ext>
            </a:extLst>
          </p:cNvPr>
          <p:cNvSpPr>
            <a:spLocks noGrp="1"/>
          </p:cNvSpPr>
          <p:nvPr/>
        </p:nvSpPr>
        <p:spPr>
          <a:xfrm>
            <a:off x="34608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F1_main_prauc_1138">
            <a:extLst>
              <a:ext uri="{FF2B5EF4-FFF2-40B4-BE49-F238E27FC236}">
                <a16:creationId xmlns:a16="http://schemas.microsoft.com/office/drawing/2014/main" id="{3D4CA040-6032-48A3-AC0A-F0491E25A2D9}"/>
              </a:ext>
            </a:extLst>
          </p:cNvPr>
          <p:cNvSpPr>
            <a:spLocks noGrp="1"/>
          </p:cNvSpPr>
          <p:nvPr/>
        </p:nvSpPr>
        <p:spPr>
          <a:xfrm>
            <a:off x="337094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F1_main_prauc_1139">
            <a:extLst>
              <a:ext uri="{FF2B5EF4-FFF2-40B4-BE49-F238E27FC236}">
                <a16:creationId xmlns:a16="http://schemas.microsoft.com/office/drawing/2014/main" id="{6DA3D678-37B1-42BD-B93B-D266AEC4CA53}"/>
              </a:ext>
            </a:extLst>
          </p:cNvPr>
          <p:cNvSpPr>
            <a:spLocks noGrp="1"/>
          </p:cNvSpPr>
          <p:nvPr/>
        </p:nvSpPr>
        <p:spPr>
          <a:xfrm>
            <a:off x="3564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F1_main_prauc_1140">
            <a:extLst>
              <a:ext uri="{FF2B5EF4-FFF2-40B4-BE49-F238E27FC236}">
                <a16:creationId xmlns:a16="http://schemas.microsoft.com/office/drawing/2014/main" id="{811B34BB-1DD6-447A-B1D7-23452A9C9300}"/>
              </a:ext>
            </a:extLst>
          </p:cNvPr>
          <p:cNvSpPr>
            <a:spLocks noGrp="1"/>
          </p:cNvSpPr>
          <p:nvPr/>
        </p:nvSpPr>
        <p:spPr>
          <a:xfrm>
            <a:off x="33485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F1_main_prauc_1141">
            <a:extLst>
              <a:ext uri="{FF2B5EF4-FFF2-40B4-BE49-F238E27FC236}">
                <a16:creationId xmlns:a16="http://schemas.microsoft.com/office/drawing/2014/main" id="{17443F82-9269-49A6-A620-38B6822EC3F2}"/>
              </a:ext>
            </a:extLst>
          </p:cNvPr>
          <p:cNvSpPr>
            <a:spLocks noGrp="1"/>
          </p:cNvSpPr>
          <p:nvPr/>
        </p:nvSpPr>
        <p:spPr>
          <a:xfrm>
            <a:off x="34148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F1_main_prauc_1142">
            <a:extLst>
              <a:ext uri="{FF2B5EF4-FFF2-40B4-BE49-F238E27FC236}">
                <a16:creationId xmlns:a16="http://schemas.microsoft.com/office/drawing/2014/main" id="{1826B98E-973B-4BAF-9579-313BCC7FE277}"/>
              </a:ext>
            </a:extLst>
          </p:cNvPr>
          <p:cNvSpPr>
            <a:spLocks noGrp="1"/>
          </p:cNvSpPr>
          <p:nvPr/>
        </p:nvSpPr>
        <p:spPr>
          <a:xfrm>
            <a:off x="3531608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F1_main_prauc_1143">
            <a:extLst>
              <a:ext uri="{FF2B5EF4-FFF2-40B4-BE49-F238E27FC236}">
                <a16:creationId xmlns:a16="http://schemas.microsoft.com/office/drawing/2014/main" id="{D76A0B67-6F1B-4BBD-B246-17C4D23C9565}"/>
              </a:ext>
            </a:extLst>
          </p:cNvPr>
          <p:cNvSpPr>
            <a:spLocks noGrp="1"/>
          </p:cNvSpPr>
          <p:nvPr/>
        </p:nvSpPr>
        <p:spPr>
          <a:xfrm>
            <a:off x="358378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F1_main_prauc_1144">
            <a:extLst>
              <a:ext uri="{FF2B5EF4-FFF2-40B4-BE49-F238E27FC236}">
                <a16:creationId xmlns:a16="http://schemas.microsoft.com/office/drawing/2014/main" id="{3711C2AD-5633-42D1-A00D-F65A8BB2B3B8}"/>
              </a:ext>
            </a:extLst>
          </p:cNvPr>
          <p:cNvSpPr>
            <a:spLocks noGrp="1"/>
          </p:cNvSpPr>
          <p:nvPr/>
        </p:nvSpPr>
        <p:spPr>
          <a:xfrm>
            <a:off x="3574994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F1_main_prauc_1145">
            <a:extLst>
              <a:ext uri="{FF2B5EF4-FFF2-40B4-BE49-F238E27FC236}">
                <a16:creationId xmlns:a16="http://schemas.microsoft.com/office/drawing/2014/main" id="{23155D70-CF55-4936-831E-EF7A10443888}"/>
              </a:ext>
            </a:extLst>
          </p:cNvPr>
          <p:cNvSpPr>
            <a:spLocks noGrp="1"/>
          </p:cNvSpPr>
          <p:nvPr/>
        </p:nvSpPr>
        <p:spPr>
          <a:xfrm>
            <a:off x="3527747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F1_main_prauc_1146">
            <a:extLst>
              <a:ext uri="{FF2B5EF4-FFF2-40B4-BE49-F238E27FC236}">
                <a16:creationId xmlns:a16="http://schemas.microsoft.com/office/drawing/2014/main" id="{381A7CA8-A33B-43D4-AE85-B47C9C9C3C60}"/>
              </a:ext>
            </a:extLst>
          </p:cNvPr>
          <p:cNvSpPr>
            <a:spLocks noGrp="1"/>
          </p:cNvSpPr>
          <p:nvPr/>
        </p:nvSpPr>
        <p:spPr>
          <a:xfrm>
            <a:off x="338148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F1_main_prauc_1147">
            <a:extLst>
              <a:ext uri="{FF2B5EF4-FFF2-40B4-BE49-F238E27FC236}">
                <a16:creationId xmlns:a16="http://schemas.microsoft.com/office/drawing/2014/main" id="{C0514709-7FBF-467A-A6A1-4901090F6194}"/>
              </a:ext>
            </a:extLst>
          </p:cNvPr>
          <p:cNvSpPr>
            <a:spLocks noGrp="1"/>
          </p:cNvSpPr>
          <p:nvPr/>
        </p:nvSpPr>
        <p:spPr>
          <a:xfrm>
            <a:off x="357428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F1_main_prauc_1148">
            <a:extLst>
              <a:ext uri="{FF2B5EF4-FFF2-40B4-BE49-F238E27FC236}">
                <a16:creationId xmlns:a16="http://schemas.microsoft.com/office/drawing/2014/main" id="{4C2AA513-AD0C-4F3E-ACBC-BFCC39AB8888}"/>
              </a:ext>
            </a:extLst>
          </p:cNvPr>
          <p:cNvSpPr>
            <a:spLocks noGrp="1"/>
          </p:cNvSpPr>
          <p:nvPr/>
        </p:nvSpPr>
        <p:spPr>
          <a:xfrm>
            <a:off x="338164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F1_main_prauc_1149">
            <a:extLst>
              <a:ext uri="{FF2B5EF4-FFF2-40B4-BE49-F238E27FC236}">
                <a16:creationId xmlns:a16="http://schemas.microsoft.com/office/drawing/2014/main" id="{88D5239C-267D-4E8F-81B1-AA56BBEE0CBD}"/>
              </a:ext>
            </a:extLst>
          </p:cNvPr>
          <p:cNvSpPr>
            <a:spLocks noGrp="1"/>
          </p:cNvSpPr>
          <p:nvPr/>
        </p:nvSpPr>
        <p:spPr>
          <a:xfrm>
            <a:off x="350816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F1_main_prauc_1150">
            <a:extLst>
              <a:ext uri="{FF2B5EF4-FFF2-40B4-BE49-F238E27FC236}">
                <a16:creationId xmlns:a16="http://schemas.microsoft.com/office/drawing/2014/main" id="{CD368E0B-1A29-40EF-9EB8-1EDC3121B5CE}"/>
              </a:ext>
            </a:extLst>
          </p:cNvPr>
          <p:cNvSpPr>
            <a:spLocks noGrp="1"/>
          </p:cNvSpPr>
          <p:nvPr/>
        </p:nvSpPr>
        <p:spPr>
          <a:xfrm>
            <a:off x="359231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F1_main_prauc_1151">
            <a:extLst>
              <a:ext uri="{FF2B5EF4-FFF2-40B4-BE49-F238E27FC236}">
                <a16:creationId xmlns:a16="http://schemas.microsoft.com/office/drawing/2014/main" id="{4B14A18C-FDE1-4B9F-82A4-6DBF3914B1AA}"/>
              </a:ext>
            </a:extLst>
          </p:cNvPr>
          <p:cNvSpPr>
            <a:spLocks noGrp="1"/>
          </p:cNvSpPr>
          <p:nvPr/>
        </p:nvSpPr>
        <p:spPr>
          <a:xfrm>
            <a:off x="346844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F1_main_prauc_1152">
            <a:extLst>
              <a:ext uri="{FF2B5EF4-FFF2-40B4-BE49-F238E27FC236}">
                <a16:creationId xmlns:a16="http://schemas.microsoft.com/office/drawing/2014/main" id="{4D50F023-1D72-445D-BF82-7886E97870FE}"/>
              </a:ext>
            </a:extLst>
          </p:cNvPr>
          <p:cNvSpPr>
            <a:spLocks noGrp="1"/>
          </p:cNvSpPr>
          <p:nvPr/>
        </p:nvSpPr>
        <p:spPr>
          <a:xfrm>
            <a:off x="3583944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F1_main_prauc_1153">
            <a:extLst>
              <a:ext uri="{FF2B5EF4-FFF2-40B4-BE49-F238E27FC236}">
                <a16:creationId xmlns:a16="http://schemas.microsoft.com/office/drawing/2014/main" id="{E8D2384C-AE83-4723-9E5E-C4A952748356}"/>
              </a:ext>
            </a:extLst>
          </p:cNvPr>
          <p:cNvSpPr>
            <a:spLocks noGrp="1"/>
          </p:cNvSpPr>
          <p:nvPr/>
        </p:nvSpPr>
        <p:spPr>
          <a:xfrm>
            <a:off x="33702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F1_main_prauc_1154">
            <a:extLst>
              <a:ext uri="{FF2B5EF4-FFF2-40B4-BE49-F238E27FC236}">
                <a16:creationId xmlns:a16="http://schemas.microsoft.com/office/drawing/2014/main" id="{37B8D181-2EDD-40BC-8C93-21803A1424DE}"/>
              </a:ext>
            </a:extLst>
          </p:cNvPr>
          <p:cNvSpPr>
            <a:spLocks noGrp="1"/>
          </p:cNvSpPr>
          <p:nvPr/>
        </p:nvSpPr>
        <p:spPr>
          <a:xfrm>
            <a:off x="358031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F1_main_prauc_1155">
            <a:extLst>
              <a:ext uri="{FF2B5EF4-FFF2-40B4-BE49-F238E27FC236}">
                <a16:creationId xmlns:a16="http://schemas.microsoft.com/office/drawing/2014/main" id="{918A2B4C-CA1C-42EB-A6B9-C1A7EDFCD360}"/>
              </a:ext>
            </a:extLst>
          </p:cNvPr>
          <p:cNvSpPr>
            <a:spLocks noGrp="1"/>
          </p:cNvSpPr>
          <p:nvPr/>
        </p:nvSpPr>
        <p:spPr>
          <a:xfrm>
            <a:off x="340683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F1_main_prauc_1156">
            <a:extLst>
              <a:ext uri="{FF2B5EF4-FFF2-40B4-BE49-F238E27FC236}">
                <a16:creationId xmlns:a16="http://schemas.microsoft.com/office/drawing/2014/main" id="{2AB28D6E-E5C5-44EA-9400-D9A815A58C76}"/>
              </a:ext>
            </a:extLst>
          </p:cNvPr>
          <p:cNvSpPr>
            <a:spLocks noGrp="1"/>
          </p:cNvSpPr>
          <p:nvPr/>
        </p:nvSpPr>
        <p:spPr>
          <a:xfrm>
            <a:off x="3584824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F1_main_prauc_1157">
            <a:extLst>
              <a:ext uri="{FF2B5EF4-FFF2-40B4-BE49-F238E27FC236}">
                <a16:creationId xmlns:a16="http://schemas.microsoft.com/office/drawing/2014/main" id="{B2DBD28D-2922-4C5B-9E6F-19678D62A71E}"/>
              </a:ext>
            </a:extLst>
          </p:cNvPr>
          <p:cNvSpPr>
            <a:spLocks noGrp="1"/>
          </p:cNvSpPr>
          <p:nvPr/>
        </p:nvSpPr>
        <p:spPr>
          <a:xfrm>
            <a:off x="342149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F1_main_prauc_1158">
            <a:extLst>
              <a:ext uri="{FF2B5EF4-FFF2-40B4-BE49-F238E27FC236}">
                <a16:creationId xmlns:a16="http://schemas.microsoft.com/office/drawing/2014/main" id="{55A2D9DD-B7D2-406F-90E4-A6F86F3F9A2D}"/>
              </a:ext>
            </a:extLst>
          </p:cNvPr>
          <p:cNvSpPr>
            <a:spLocks noGrp="1"/>
          </p:cNvSpPr>
          <p:nvPr/>
        </p:nvSpPr>
        <p:spPr>
          <a:xfrm>
            <a:off x="347105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F1_main_prauc_1159">
            <a:extLst>
              <a:ext uri="{FF2B5EF4-FFF2-40B4-BE49-F238E27FC236}">
                <a16:creationId xmlns:a16="http://schemas.microsoft.com/office/drawing/2014/main" id="{6DB9EA8C-82E3-417C-88C3-18803BFFAAE5}"/>
              </a:ext>
            </a:extLst>
          </p:cNvPr>
          <p:cNvSpPr>
            <a:spLocks noGrp="1"/>
          </p:cNvSpPr>
          <p:nvPr/>
        </p:nvSpPr>
        <p:spPr>
          <a:xfrm>
            <a:off x="35637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F1_main_prauc_1160">
            <a:extLst>
              <a:ext uri="{FF2B5EF4-FFF2-40B4-BE49-F238E27FC236}">
                <a16:creationId xmlns:a16="http://schemas.microsoft.com/office/drawing/2014/main" id="{92A9B17B-ED9A-4C80-A4B0-5F62989C3F4E}"/>
              </a:ext>
            </a:extLst>
          </p:cNvPr>
          <p:cNvSpPr>
            <a:spLocks noGrp="1"/>
          </p:cNvSpPr>
          <p:nvPr/>
        </p:nvSpPr>
        <p:spPr>
          <a:xfrm>
            <a:off x="3390995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F1_main_prauc_1161">
            <a:extLst>
              <a:ext uri="{FF2B5EF4-FFF2-40B4-BE49-F238E27FC236}">
                <a16:creationId xmlns:a16="http://schemas.microsoft.com/office/drawing/2014/main" id="{D222AB63-398E-464E-8C2B-6E738B62D061}"/>
              </a:ext>
            </a:extLst>
          </p:cNvPr>
          <p:cNvSpPr>
            <a:spLocks noGrp="1"/>
          </p:cNvSpPr>
          <p:nvPr/>
        </p:nvSpPr>
        <p:spPr>
          <a:xfrm>
            <a:off x="347520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F1_main_prauc_1162">
            <a:extLst>
              <a:ext uri="{FF2B5EF4-FFF2-40B4-BE49-F238E27FC236}">
                <a16:creationId xmlns:a16="http://schemas.microsoft.com/office/drawing/2014/main" id="{2761A59B-269C-4995-88EF-FCBA9EED9E81}"/>
              </a:ext>
            </a:extLst>
          </p:cNvPr>
          <p:cNvSpPr>
            <a:spLocks noGrp="1"/>
          </p:cNvSpPr>
          <p:nvPr/>
        </p:nvSpPr>
        <p:spPr>
          <a:xfrm>
            <a:off x="34695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F1_main_prauc_1163">
            <a:extLst>
              <a:ext uri="{FF2B5EF4-FFF2-40B4-BE49-F238E27FC236}">
                <a16:creationId xmlns:a16="http://schemas.microsoft.com/office/drawing/2014/main" id="{6DBA815C-156E-4725-A599-CFF9BFAB972C}"/>
              </a:ext>
            </a:extLst>
          </p:cNvPr>
          <p:cNvSpPr>
            <a:spLocks noGrp="1"/>
          </p:cNvSpPr>
          <p:nvPr/>
        </p:nvSpPr>
        <p:spPr>
          <a:xfrm>
            <a:off x="34457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F1_main_prauc_1164">
            <a:extLst>
              <a:ext uri="{FF2B5EF4-FFF2-40B4-BE49-F238E27FC236}">
                <a16:creationId xmlns:a16="http://schemas.microsoft.com/office/drawing/2014/main" id="{D6D08D31-1E09-4FB6-A378-465FFC084463}"/>
              </a:ext>
            </a:extLst>
          </p:cNvPr>
          <p:cNvSpPr>
            <a:spLocks noGrp="1"/>
          </p:cNvSpPr>
          <p:nvPr/>
        </p:nvSpPr>
        <p:spPr>
          <a:xfrm>
            <a:off x="3439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F1_main_prauc_1165">
            <a:extLst>
              <a:ext uri="{FF2B5EF4-FFF2-40B4-BE49-F238E27FC236}">
                <a16:creationId xmlns:a16="http://schemas.microsoft.com/office/drawing/2014/main" id="{4F693E7D-79AA-48F3-B1DE-C895B8CC1D24}"/>
              </a:ext>
            </a:extLst>
          </p:cNvPr>
          <p:cNvSpPr>
            <a:spLocks noGrp="1"/>
          </p:cNvSpPr>
          <p:nvPr/>
        </p:nvSpPr>
        <p:spPr>
          <a:xfrm>
            <a:off x="340483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F1_main_prauc_1166">
            <a:extLst>
              <a:ext uri="{FF2B5EF4-FFF2-40B4-BE49-F238E27FC236}">
                <a16:creationId xmlns:a16="http://schemas.microsoft.com/office/drawing/2014/main" id="{4503DB3A-CE8A-41AE-8B5F-0A7AF812590C}"/>
              </a:ext>
            </a:extLst>
          </p:cNvPr>
          <p:cNvSpPr>
            <a:spLocks noGrp="1"/>
          </p:cNvSpPr>
          <p:nvPr/>
        </p:nvSpPr>
        <p:spPr>
          <a:xfrm>
            <a:off x="35800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F1_main_prauc_1167">
            <a:extLst>
              <a:ext uri="{FF2B5EF4-FFF2-40B4-BE49-F238E27FC236}">
                <a16:creationId xmlns:a16="http://schemas.microsoft.com/office/drawing/2014/main" id="{F737A46C-D46A-4B82-A7F8-25EBCBA9F27C}"/>
              </a:ext>
            </a:extLst>
          </p:cNvPr>
          <p:cNvSpPr>
            <a:spLocks noGrp="1"/>
          </p:cNvSpPr>
          <p:nvPr/>
        </p:nvSpPr>
        <p:spPr>
          <a:xfrm>
            <a:off x="35820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F1_main_prauc_1168">
            <a:extLst>
              <a:ext uri="{FF2B5EF4-FFF2-40B4-BE49-F238E27FC236}">
                <a16:creationId xmlns:a16="http://schemas.microsoft.com/office/drawing/2014/main" id="{B7DE4015-36FC-4AA5-AFD8-CB5D7ECEA1D7}"/>
              </a:ext>
            </a:extLst>
          </p:cNvPr>
          <p:cNvSpPr>
            <a:spLocks noGrp="1"/>
          </p:cNvSpPr>
          <p:nvPr/>
        </p:nvSpPr>
        <p:spPr>
          <a:xfrm>
            <a:off x="35780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F1_main_prauc_1169">
            <a:extLst>
              <a:ext uri="{FF2B5EF4-FFF2-40B4-BE49-F238E27FC236}">
                <a16:creationId xmlns:a16="http://schemas.microsoft.com/office/drawing/2014/main" id="{7CAB8F65-8DD9-458B-8743-C4F164384BAB}"/>
              </a:ext>
            </a:extLst>
          </p:cNvPr>
          <p:cNvSpPr>
            <a:spLocks noGrp="1"/>
          </p:cNvSpPr>
          <p:nvPr/>
        </p:nvSpPr>
        <p:spPr>
          <a:xfrm>
            <a:off x="35288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F1_main_prauc_1170">
            <a:extLst>
              <a:ext uri="{FF2B5EF4-FFF2-40B4-BE49-F238E27FC236}">
                <a16:creationId xmlns:a16="http://schemas.microsoft.com/office/drawing/2014/main" id="{F4B4773E-E838-4706-8F91-014AFBE30DBF}"/>
              </a:ext>
            </a:extLst>
          </p:cNvPr>
          <p:cNvSpPr>
            <a:spLocks noGrp="1"/>
          </p:cNvSpPr>
          <p:nvPr/>
        </p:nvSpPr>
        <p:spPr>
          <a:xfrm>
            <a:off x="35704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F1_main_prauc_1171">
            <a:extLst>
              <a:ext uri="{FF2B5EF4-FFF2-40B4-BE49-F238E27FC236}">
                <a16:creationId xmlns:a16="http://schemas.microsoft.com/office/drawing/2014/main" id="{2C2A8FAD-AB50-45F8-945C-F3D75EA33392}"/>
              </a:ext>
            </a:extLst>
          </p:cNvPr>
          <p:cNvSpPr>
            <a:spLocks noGrp="1"/>
          </p:cNvSpPr>
          <p:nvPr/>
        </p:nvSpPr>
        <p:spPr>
          <a:xfrm>
            <a:off x="3359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F1_main_prauc_1172">
            <a:extLst>
              <a:ext uri="{FF2B5EF4-FFF2-40B4-BE49-F238E27FC236}">
                <a16:creationId xmlns:a16="http://schemas.microsoft.com/office/drawing/2014/main" id="{05A9A3EF-4521-4F05-B13D-20028DF94541}"/>
              </a:ext>
            </a:extLst>
          </p:cNvPr>
          <p:cNvSpPr>
            <a:spLocks noGrp="1"/>
          </p:cNvSpPr>
          <p:nvPr/>
        </p:nvSpPr>
        <p:spPr>
          <a:xfrm>
            <a:off x="3346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F1_main_prauc_1173">
            <a:extLst>
              <a:ext uri="{FF2B5EF4-FFF2-40B4-BE49-F238E27FC236}">
                <a16:creationId xmlns:a16="http://schemas.microsoft.com/office/drawing/2014/main" id="{CABD0D9A-2BEB-4E06-837F-D52EB0A8802E}"/>
              </a:ext>
            </a:extLst>
          </p:cNvPr>
          <p:cNvSpPr>
            <a:spLocks noGrp="1"/>
          </p:cNvSpPr>
          <p:nvPr/>
        </p:nvSpPr>
        <p:spPr>
          <a:xfrm>
            <a:off x="3518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F1_main_prauc_1174">
            <a:extLst>
              <a:ext uri="{FF2B5EF4-FFF2-40B4-BE49-F238E27FC236}">
                <a16:creationId xmlns:a16="http://schemas.microsoft.com/office/drawing/2014/main" id="{A15124C2-7223-4592-9249-6E2A0997028C}"/>
              </a:ext>
            </a:extLst>
          </p:cNvPr>
          <p:cNvSpPr>
            <a:spLocks noGrp="1"/>
          </p:cNvSpPr>
          <p:nvPr/>
        </p:nvSpPr>
        <p:spPr>
          <a:xfrm>
            <a:off x="3490911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F1_main_prauc_1175">
            <a:extLst>
              <a:ext uri="{FF2B5EF4-FFF2-40B4-BE49-F238E27FC236}">
                <a16:creationId xmlns:a16="http://schemas.microsoft.com/office/drawing/2014/main" id="{18B0A9C1-E97B-4B6E-AD2C-24C915AAD1C9}"/>
              </a:ext>
            </a:extLst>
          </p:cNvPr>
          <p:cNvSpPr>
            <a:spLocks noGrp="1"/>
          </p:cNvSpPr>
          <p:nvPr/>
        </p:nvSpPr>
        <p:spPr>
          <a:xfrm>
            <a:off x="35046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F1_main_prauc_1176">
            <a:extLst>
              <a:ext uri="{FF2B5EF4-FFF2-40B4-BE49-F238E27FC236}">
                <a16:creationId xmlns:a16="http://schemas.microsoft.com/office/drawing/2014/main" id="{B615557C-F222-4980-B743-20319284EBAE}"/>
              </a:ext>
            </a:extLst>
          </p:cNvPr>
          <p:cNvSpPr>
            <a:spLocks noGrp="1"/>
          </p:cNvSpPr>
          <p:nvPr/>
        </p:nvSpPr>
        <p:spPr>
          <a:xfrm>
            <a:off x="35084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F1_main_prauc_1177">
            <a:extLst>
              <a:ext uri="{FF2B5EF4-FFF2-40B4-BE49-F238E27FC236}">
                <a16:creationId xmlns:a16="http://schemas.microsoft.com/office/drawing/2014/main" id="{A4D802D9-926A-427A-943B-844A7A7EF3DA}"/>
              </a:ext>
            </a:extLst>
          </p:cNvPr>
          <p:cNvSpPr>
            <a:spLocks noGrp="1"/>
          </p:cNvSpPr>
          <p:nvPr/>
        </p:nvSpPr>
        <p:spPr>
          <a:xfrm>
            <a:off x="3472408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F1_main_prauc_1178">
            <a:extLst>
              <a:ext uri="{FF2B5EF4-FFF2-40B4-BE49-F238E27FC236}">
                <a16:creationId xmlns:a16="http://schemas.microsoft.com/office/drawing/2014/main" id="{9CEEE136-CDEB-4E9B-AA83-CFBBFCD3F932}"/>
              </a:ext>
            </a:extLst>
          </p:cNvPr>
          <p:cNvSpPr>
            <a:spLocks noGrp="1"/>
          </p:cNvSpPr>
          <p:nvPr/>
        </p:nvSpPr>
        <p:spPr>
          <a:xfrm>
            <a:off x="34192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F1_main_prauc_1179">
            <a:extLst>
              <a:ext uri="{FF2B5EF4-FFF2-40B4-BE49-F238E27FC236}">
                <a16:creationId xmlns:a16="http://schemas.microsoft.com/office/drawing/2014/main" id="{D5599465-5020-4639-B8E1-40BB9FF9DF32}"/>
              </a:ext>
            </a:extLst>
          </p:cNvPr>
          <p:cNvSpPr>
            <a:spLocks noGrp="1"/>
          </p:cNvSpPr>
          <p:nvPr/>
        </p:nvSpPr>
        <p:spPr>
          <a:xfrm>
            <a:off x="35424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F1_main_prauc_1180">
            <a:extLst>
              <a:ext uri="{FF2B5EF4-FFF2-40B4-BE49-F238E27FC236}">
                <a16:creationId xmlns:a16="http://schemas.microsoft.com/office/drawing/2014/main" id="{FADFF5C7-291C-499A-A2F2-9BD0A2DBD3AD}"/>
              </a:ext>
            </a:extLst>
          </p:cNvPr>
          <p:cNvSpPr>
            <a:spLocks noGrp="1"/>
          </p:cNvSpPr>
          <p:nvPr/>
        </p:nvSpPr>
        <p:spPr>
          <a:xfrm>
            <a:off x="3476939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F1_main_prauc_1181">
            <a:extLst>
              <a:ext uri="{FF2B5EF4-FFF2-40B4-BE49-F238E27FC236}">
                <a16:creationId xmlns:a16="http://schemas.microsoft.com/office/drawing/2014/main" id="{9E7326D3-667D-4B7E-A0A4-946EEA5535F1}"/>
              </a:ext>
            </a:extLst>
          </p:cNvPr>
          <p:cNvSpPr>
            <a:spLocks noGrp="1"/>
          </p:cNvSpPr>
          <p:nvPr/>
        </p:nvSpPr>
        <p:spPr>
          <a:xfrm>
            <a:off x="335164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F1_main_prauc_1182">
            <a:extLst>
              <a:ext uri="{FF2B5EF4-FFF2-40B4-BE49-F238E27FC236}">
                <a16:creationId xmlns:a16="http://schemas.microsoft.com/office/drawing/2014/main" id="{43E91C1C-41CF-4E4E-92E1-81B64A328E8C}"/>
              </a:ext>
            </a:extLst>
          </p:cNvPr>
          <p:cNvSpPr>
            <a:spLocks noGrp="1"/>
          </p:cNvSpPr>
          <p:nvPr/>
        </p:nvSpPr>
        <p:spPr>
          <a:xfrm>
            <a:off x="340233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F1_main_prauc_1183">
            <a:extLst>
              <a:ext uri="{FF2B5EF4-FFF2-40B4-BE49-F238E27FC236}">
                <a16:creationId xmlns:a16="http://schemas.microsoft.com/office/drawing/2014/main" id="{1DD9EFCA-4322-4D6A-8202-A7E468AE6C0B}"/>
              </a:ext>
            </a:extLst>
          </p:cNvPr>
          <p:cNvSpPr>
            <a:spLocks noGrp="1"/>
          </p:cNvSpPr>
          <p:nvPr/>
        </p:nvSpPr>
        <p:spPr>
          <a:xfrm>
            <a:off x="344075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F1_main_prauc_1184">
            <a:extLst>
              <a:ext uri="{FF2B5EF4-FFF2-40B4-BE49-F238E27FC236}">
                <a16:creationId xmlns:a16="http://schemas.microsoft.com/office/drawing/2014/main" id="{93690650-CCA8-419D-A818-1DE1B1E4555D}"/>
              </a:ext>
            </a:extLst>
          </p:cNvPr>
          <p:cNvSpPr>
            <a:spLocks noGrp="1"/>
          </p:cNvSpPr>
          <p:nvPr/>
        </p:nvSpPr>
        <p:spPr>
          <a:xfrm>
            <a:off x="3459787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F1_main_prauc_1185">
            <a:extLst>
              <a:ext uri="{FF2B5EF4-FFF2-40B4-BE49-F238E27FC236}">
                <a16:creationId xmlns:a16="http://schemas.microsoft.com/office/drawing/2014/main" id="{DEE8B110-4964-49FB-BBD6-6F95D737837F}"/>
              </a:ext>
            </a:extLst>
          </p:cNvPr>
          <p:cNvSpPr>
            <a:spLocks noGrp="1"/>
          </p:cNvSpPr>
          <p:nvPr/>
        </p:nvSpPr>
        <p:spPr>
          <a:xfrm>
            <a:off x="35886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F1_main_prauc_1186">
            <a:extLst>
              <a:ext uri="{FF2B5EF4-FFF2-40B4-BE49-F238E27FC236}">
                <a16:creationId xmlns:a16="http://schemas.microsoft.com/office/drawing/2014/main" id="{1595290F-F200-4845-823C-56D65FCA9D9F}"/>
              </a:ext>
            </a:extLst>
          </p:cNvPr>
          <p:cNvSpPr>
            <a:spLocks noGrp="1"/>
          </p:cNvSpPr>
          <p:nvPr/>
        </p:nvSpPr>
        <p:spPr>
          <a:xfrm>
            <a:off x="353839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F1_main_prauc_1187">
            <a:extLst>
              <a:ext uri="{FF2B5EF4-FFF2-40B4-BE49-F238E27FC236}">
                <a16:creationId xmlns:a16="http://schemas.microsoft.com/office/drawing/2014/main" id="{539CA843-1590-431B-8AA6-B2C2124C7D73}"/>
              </a:ext>
            </a:extLst>
          </p:cNvPr>
          <p:cNvSpPr>
            <a:spLocks noGrp="1"/>
          </p:cNvSpPr>
          <p:nvPr/>
        </p:nvSpPr>
        <p:spPr>
          <a:xfrm>
            <a:off x="3579054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F1_main_prauc_1188">
            <a:extLst>
              <a:ext uri="{FF2B5EF4-FFF2-40B4-BE49-F238E27FC236}">
                <a16:creationId xmlns:a16="http://schemas.microsoft.com/office/drawing/2014/main" id="{BB251F95-B8BE-4AA2-B2EF-4F9BAD350ECE}"/>
              </a:ext>
            </a:extLst>
          </p:cNvPr>
          <p:cNvSpPr>
            <a:spLocks noGrp="1"/>
          </p:cNvSpPr>
          <p:nvPr/>
        </p:nvSpPr>
        <p:spPr>
          <a:xfrm>
            <a:off x="344076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F1_main_prauc_1189">
            <a:extLst>
              <a:ext uri="{FF2B5EF4-FFF2-40B4-BE49-F238E27FC236}">
                <a16:creationId xmlns:a16="http://schemas.microsoft.com/office/drawing/2014/main" id="{80822B4A-7DAB-409D-93B0-3F7826F1C4D5}"/>
              </a:ext>
            </a:extLst>
          </p:cNvPr>
          <p:cNvSpPr>
            <a:spLocks noGrp="1"/>
          </p:cNvSpPr>
          <p:nvPr/>
        </p:nvSpPr>
        <p:spPr>
          <a:xfrm>
            <a:off x="3530303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F1_main_prauc_1190">
            <a:extLst>
              <a:ext uri="{FF2B5EF4-FFF2-40B4-BE49-F238E27FC236}">
                <a16:creationId xmlns:a16="http://schemas.microsoft.com/office/drawing/2014/main" id="{C6BB6119-71E4-48F3-AF79-6DB158F51DE2}"/>
              </a:ext>
            </a:extLst>
          </p:cNvPr>
          <p:cNvSpPr>
            <a:spLocks noGrp="1"/>
          </p:cNvSpPr>
          <p:nvPr/>
        </p:nvSpPr>
        <p:spPr>
          <a:xfrm>
            <a:off x="3555548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F1_main_prauc_1191">
            <a:extLst>
              <a:ext uri="{FF2B5EF4-FFF2-40B4-BE49-F238E27FC236}">
                <a16:creationId xmlns:a16="http://schemas.microsoft.com/office/drawing/2014/main" id="{9E4F04C5-5C90-4BD7-B342-05DF671B976E}"/>
              </a:ext>
            </a:extLst>
          </p:cNvPr>
          <p:cNvSpPr>
            <a:spLocks noGrp="1"/>
          </p:cNvSpPr>
          <p:nvPr/>
        </p:nvSpPr>
        <p:spPr>
          <a:xfrm>
            <a:off x="34966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F1_main_prauc_1192">
            <a:extLst>
              <a:ext uri="{FF2B5EF4-FFF2-40B4-BE49-F238E27FC236}">
                <a16:creationId xmlns:a16="http://schemas.microsoft.com/office/drawing/2014/main" id="{6580F185-B8B8-433F-B85E-0FA3972AE4CE}"/>
              </a:ext>
            </a:extLst>
          </p:cNvPr>
          <p:cNvSpPr>
            <a:spLocks noGrp="1"/>
          </p:cNvSpPr>
          <p:nvPr/>
        </p:nvSpPr>
        <p:spPr>
          <a:xfrm>
            <a:off x="3580084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F1_main_prauc_1193">
            <a:extLst>
              <a:ext uri="{FF2B5EF4-FFF2-40B4-BE49-F238E27FC236}">
                <a16:creationId xmlns:a16="http://schemas.microsoft.com/office/drawing/2014/main" id="{98EB84C9-0BCA-4721-A39C-BCFA9E4D4A88}"/>
              </a:ext>
            </a:extLst>
          </p:cNvPr>
          <p:cNvSpPr>
            <a:spLocks noGrp="1"/>
          </p:cNvSpPr>
          <p:nvPr/>
        </p:nvSpPr>
        <p:spPr>
          <a:xfrm>
            <a:off x="335313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F1_main_prauc_1194">
            <a:extLst>
              <a:ext uri="{FF2B5EF4-FFF2-40B4-BE49-F238E27FC236}">
                <a16:creationId xmlns:a16="http://schemas.microsoft.com/office/drawing/2014/main" id="{26B9DCB2-683F-4DC5-BD28-B06E5EDAABCC}"/>
              </a:ext>
            </a:extLst>
          </p:cNvPr>
          <p:cNvSpPr>
            <a:spLocks noGrp="1"/>
          </p:cNvSpPr>
          <p:nvPr/>
        </p:nvSpPr>
        <p:spPr>
          <a:xfrm>
            <a:off x="342642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F1_main_prauc_1195">
            <a:extLst>
              <a:ext uri="{FF2B5EF4-FFF2-40B4-BE49-F238E27FC236}">
                <a16:creationId xmlns:a16="http://schemas.microsoft.com/office/drawing/2014/main" id="{B6F61321-E711-4AB5-B03E-0AE93CA1A4AF}"/>
              </a:ext>
            </a:extLst>
          </p:cNvPr>
          <p:cNvSpPr>
            <a:spLocks noGrp="1"/>
          </p:cNvSpPr>
          <p:nvPr/>
        </p:nvSpPr>
        <p:spPr>
          <a:xfrm>
            <a:off x="35461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F1_main_prauc_1196">
            <a:extLst>
              <a:ext uri="{FF2B5EF4-FFF2-40B4-BE49-F238E27FC236}">
                <a16:creationId xmlns:a16="http://schemas.microsoft.com/office/drawing/2014/main" id="{D5952CBE-9402-454C-B62D-DD7B616CFF62}"/>
              </a:ext>
            </a:extLst>
          </p:cNvPr>
          <p:cNvSpPr>
            <a:spLocks noGrp="1"/>
          </p:cNvSpPr>
          <p:nvPr/>
        </p:nvSpPr>
        <p:spPr>
          <a:xfrm>
            <a:off x="34240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F1_main_prauc_1197">
            <a:extLst>
              <a:ext uri="{FF2B5EF4-FFF2-40B4-BE49-F238E27FC236}">
                <a16:creationId xmlns:a16="http://schemas.microsoft.com/office/drawing/2014/main" id="{9085851E-02BC-4E0D-B1C5-5D3AB008741C}"/>
              </a:ext>
            </a:extLst>
          </p:cNvPr>
          <p:cNvSpPr>
            <a:spLocks noGrp="1"/>
          </p:cNvSpPr>
          <p:nvPr/>
        </p:nvSpPr>
        <p:spPr>
          <a:xfrm>
            <a:off x="345353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F1_main_prauc_1198">
            <a:extLst>
              <a:ext uri="{FF2B5EF4-FFF2-40B4-BE49-F238E27FC236}">
                <a16:creationId xmlns:a16="http://schemas.microsoft.com/office/drawing/2014/main" id="{697F4F93-C2C8-4560-A54A-802D7EEFE1FF}"/>
              </a:ext>
            </a:extLst>
          </p:cNvPr>
          <p:cNvSpPr>
            <a:spLocks noGrp="1"/>
          </p:cNvSpPr>
          <p:nvPr/>
        </p:nvSpPr>
        <p:spPr>
          <a:xfrm>
            <a:off x="3526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F1_main_prauc_1199">
            <a:extLst>
              <a:ext uri="{FF2B5EF4-FFF2-40B4-BE49-F238E27FC236}">
                <a16:creationId xmlns:a16="http://schemas.microsoft.com/office/drawing/2014/main" id="{5BE6C87A-50AA-47D3-ABF6-0A91D32E06E5}"/>
              </a:ext>
            </a:extLst>
          </p:cNvPr>
          <p:cNvSpPr>
            <a:spLocks noGrp="1"/>
          </p:cNvSpPr>
          <p:nvPr/>
        </p:nvSpPr>
        <p:spPr>
          <a:xfrm>
            <a:off x="3498910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F1_main_prauc_1200">
            <a:extLst>
              <a:ext uri="{FF2B5EF4-FFF2-40B4-BE49-F238E27FC236}">
                <a16:creationId xmlns:a16="http://schemas.microsoft.com/office/drawing/2014/main" id="{154037BE-50A6-401C-86BB-B863B65089CD}"/>
              </a:ext>
            </a:extLst>
          </p:cNvPr>
          <p:cNvSpPr>
            <a:spLocks noGrp="1"/>
          </p:cNvSpPr>
          <p:nvPr/>
        </p:nvSpPr>
        <p:spPr>
          <a:xfrm>
            <a:off x="346281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F1_main_prauc_1201">
            <a:extLst>
              <a:ext uri="{FF2B5EF4-FFF2-40B4-BE49-F238E27FC236}">
                <a16:creationId xmlns:a16="http://schemas.microsoft.com/office/drawing/2014/main" id="{7351EB50-9207-45BF-A69F-0CD4CF44B068}"/>
              </a:ext>
            </a:extLst>
          </p:cNvPr>
          <p:cNvSpPr>
            <a:spLocks noGrp="1"/>
          </p:cNvSpPr>
          <p:nvPr/>
        </p:nvSpPr>
        <p:spPr>
          <a:xfrm>
            <a:off x="35096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F1_main_prauc_1202">
            <a:extLst>
              <a:ext uri="{FF2B5EF4-FFF2-40B4-BE49-F238E27FC236}">
                <a16:creationId xmlns:a16="http://schemas.microsoft.com/office/drawing/2014/main" id="{FA746D3F-F9A1-429C-9F7B-53294236CE91}"/>
              </a:ext>
            </a:extLst>
          </p:cNvPr>
          <p:cNvSpPr>
            <a:spLocks noGrp="1"/>
          </p:cNvSpPr>
          <p:nvPr/>
        </p:nvSpPr>
        <p:spPr>
          <a:xfrm>
            <a:off x="35248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F1_main_prauc_1203">
            <a:extLst>
              <a:ext uri="{FF2B5EF4-FFF2-40B4-BE49-F238E27FC236}">
                <a16:creationId xmlns:a16="http://schemas.microsoft.com/office/drawing/2014/main" id="{AB4B8652-9F5D-4D1B-A83D-50C96CD5264B}"/>
              </a:ext>
            </a:extLst>
          </p:cNvPr>
          <p:cNvSpPr>
            <a:spLocks noGrp="1"/>
          </p:cNvSpPr>
          <p:nvPr/>
        </p:nvSpPr>
        <p:spPr>
          <a:xfrm>
            <a:off x="3390150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F1_main_prauc_1204">
            <a:extLst>
              <a:ext uri="{FF2B5EF4-FFF2-40B4-BE49-F238E27FC236}">
                <a16:creationId xmlns:a16="http://schemas.microsoft.com/office/drawing/2014/main" id="{E333C298-AB13-4527-941D-A5E39E2CFFCB}"/>
              </a:ext>
            </a:extLst>
          </p:cNvPr>
          <p:cNvSpPr>
            <a:spLocks noGrp="1"/>
          </p:cNvSpPr>
          <p:nvPr/>
        </p:nvSpPr>
        <p:spPr>
          <a:xfrm>
            <a:off x="34447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F1_main_prauc_1205">
            <a:extLst>
              <a:ext uri="{FF2B5EF4-FFF2-40B4-BE49-F238E27FC236}">
                <a16:creationId xmlns:a16="http://schemas.microsoft.com/office/drawing/2014/main" id="{D4AD96A9-FF31-4CBE-9531-E719B6936BC0}"/>
              </a:ext>
            </a:extLst>
          </p:cNvPr>
          <p:cNvSpPr>
            <a:spLocks noGrp="1"/>
          </p:cNvSpPr>
          <p:nvPr/>
        </p:nvSpPr>
        <p:spPr>
          <a:xfrm>
            <a:off x="3355402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F1_main_prauc_1206">
            <a:extLst>
              <a:ext uri="{FF2B5EF4-FFF2-40B4-BE49-F238E27FC236}">
                <a16:creationId xmlns:a16="http://schemas.microsoft.com/office/drawing/2014/main" id="{A235F793-6A2E-4222-A9F9-5A08EA2A2157}"/>
              </a:ext>
            </a:extLst>
          </p:cNvPr>
          <p:cNvSpPr>
            <a:spLocks noGrp="1"/>
          </p:cNvSpPr>
          <p:nvPr/>
        </p:nvSpPr>
        <p:spPr>
          <a:xfrm>
            <a:off x="3559826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F1_main_prauc_1207">
            <a:extLst>
              <a:ext uri="{FF2B5EF4-FFF2-40B4-BE49-F238E27FC236}">
                <a16:creationId xmlns:a16="http://schemas.microsoft.com/office/drawing/2014/main" id="{7FC8B63F-E874-446F-9452-D4F72FACB14F}"/>
              </a:ext>
            </a:extLst>
          </p:cNvPr>
          <p:cNvSpPr>
            <a:spLocks noGrp="1"/>
          </p:cNvSpPr>
          <p:nvPr/>
        </p:nvSpPr>
        <p:spPr>
          <a:xfrm>
            <a:off x="3493938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F1_main_prauc_1208">
            <a:extLst>
              <a:ext uri="{FF2B5EF4-FFF2-40B4-BE49-F238E27FC236}">
                <a16:creationId xmlns:a16="http://schemas.microsoft.com/office/drawing/2014/main" id="{A460C9BD-BA07-43F9-901D-F8955252CF82}"/>
              </a:ext>
            </a:extLst>
          </p:cNvPr>
          <p:cNvSpPr>
            <a:spLocks noGrp="1"/>
          </p:cNvSpPr>
          <p:nvPr/>
        </p:nvSpPr>
        <p:spPr>
          <a:xfrm>
            <a:off x="340852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F1_main_prauc_1209">
            <a:extLst>
              <a:ext uri="{FF2B5EF4-FFF2-40B4-BE49-F238E27FC236}">
                <a16:creationId xmlns:a16="http://schemas.microsoft.com/office/drawing/2014/main" id="{C58E815C-F39C-4744-9BF8-6D35077F3D4B}"/>
              </a:ext>
            </a:extLst>
          </p:cNvPr>
          <p:cNvSpPr>
            <a:spLocks noGrp="1"/>
          </p:cNvSpPr>
          <p:nvPr/>
        </p:nvSpPr>
        <p:spPr>
          <a:xfrm>
            <a:off x="3423901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F1_main_prauc_1210">
            <a:extLst>
              <a:ext uri="{FF2B5EF4-FFF2-40B4-BE49-F238E27FC236}">
                <a16:creationId xmlns:a16="http://schemas.microsoft.com/office/drawing/2014/main" id="{4DB9448E-2EC3-470E-9032-50BBD1874A33}"/>
              </a:ext>
            </a:extLst>
          </p:cNvPr>
          <p:cNvSpPr>
            <a:spLocks noGrp="1"/>
          </p:cNvSpPr>
          <p:nvPr/>
        </p:nvSpPr>
        <p:spPr>
          <a:xfrm>
            <a:off x="35563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F1_main_prauc_1211">
            <a:extLst>
              <a:ext uri="{FF2B5EF4-FFF2-40B4-BE49-F238E27FC236}">
                <a16:creationId xmlns:a16="http://schemas.microsoft.com/office/drawing/2014/main" id="{950D99F3-E599-409C-AC90-120670E59D78}"/>
              </a:ext>
            </a:extLst>
          </p:cNvPr>
          <p:cNvSpPr>
            <a:spLocks noGrp="1"/>
          </p:cNvSpPr>
          <p:nvPr/>
        </p:nvSpPr>
        <p:spPr>
          <a:xfrm>
            <a:off x="353397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F1_main_prauc_1212">
            <a:extLst>
              <a:ext uri="{FF2B5EF4-FFF2-40B4-BE49-F238E27FC236}">
                <a16:creationId xmlns:a16="http://schemas.microsoft.com/office/drawing/2014/main" id="{44ACE072-2C00-4AC0-9FD9-80734B9F45B9}"/>
              </a:ext>
            </a:extLst>
          </p:cNvPr>
          <p:cNvSpPr>
            <a:spLocks noGrp="1"/>
          </p:cNvSpPr>
          <p:nvPr/>
        </p:nvSpPr>
        <p:spPr>
          <a:xfrm>
            <a:off x="343090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F1_main_prauc_1213">
            <a:extLst>
              <a:ext uri="{FF2B5EF4-FFF2-40B4-BE49-F238E27FC236}">
                <a16:creationId xmlns:a16="http://schemas.microsoft.com/office/drawing/2014/main" id="{8AF3393F-AD6B-4DCF-B0AF-DDFB7D7BF5D3}"/>
              </a:ext>
            </a:extLst>
          </p:cNvPr>
          <p:cNvSpPr>
            <a:spLocks noGrp="1"/>
          </p:cNvSpPr>
          <p:nvPr/>
        </p:nvSpPr>
        <p:spPr>
          <a:xfrm>
            <a:off x="3407096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F1_main_prauc_1214">
            <a:extLst>
              <a:ext uri="{FF2B5EF4-FFF2-40B4-BE49-F238E27FC236}">
                <a16:creationId xmlns:a16="http://schemas.microsoft.com/office/drawing/2014/main" id="{82C091FC-C9E6-4B9D-BB1D-83829943AC61}"/>
              </a:ext>
            </a:extLst>
          </p:cNvPr>
          <p:cNvSpPr>
            <a:spLocks noGrp="1"/>
          </p:cNvSpPr>
          <p:nvPr/>
        </p:nvSpPr>
        <p:spPr>
          <a:xfrm>
            <a:off x="35026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F1_main_prauc_1215">
            <a:extLst>
              <a:ext uri="{FF2B5EF4-FFF2-40B4-BE49-F238E27FC236}">
                <a16:creationId xmlns:a16="http://schemas.microsoft.com/office/drawing/2014/main" id="{A7970191-A938-4980-8672-FE98F567F3D4}"/>
              </a:ext>
            </a:extLst>
          </p:cNvPr>
          <p:cNvSpPr>
            <a:spLocks noGrp="1"/>
          </p:cNvSpPr>
          <p:nvPr/>
        </p:nvSpPr>
        <p:spPr>
          <a:xfrm>
            <a:off x="3494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F1_main_prauc_1216">
            <a:extLst>
              <a:ext uri="{FF2B5EF4-FFF2-40B4-BE49-F238E27FC236}">
                <a16:creationId xmlns:a16="http://schemas.microsoft.com/office/drawing/2014/main" id="{76C539C9-C53D-4BFB-9064-5C20A8374C5C}"/>
              </a:ext>
            </a:extLst>
          </p:cNvPr>
          <p:cNvSpPr>
            <a:spLocks noGrp="1"/>
          </p:cNvSpPr>
          <p:nvPr/>
        </p:nvSpPr>
        <p:spPr>
          <a:xfrm>
            <a:off x="33988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F1_main_prauc_1217">
            <a:extLst>
              <a:ext uri="{FF2B5EF4-FFF2-40B4-BE49-F238E27FC236}">
                <a16:creationId xmlns:a16="http://schemas.microsoft.com/office/drawing/2014/main" id="{2E338602-A3CE-4C3F-A827-2523D784F4AA}"/>
              </a:ext>
            </a:extLst>
          </p:cNvPr>
          <p:cNvSpPr>
            <a:spLocks noGrp="1"/>
          </p:cNvSpPr>
          <p:nvPr/>
        </p:nvSpPr>
        <p:spPr>
          <a:xfrm>
            <a:off x="35685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F1_main_prauc_1218">
            <a:extLst>
              <a:ext uri="{FF2B5EF4-FFF2-40B4-BE49-F238E27FC236}">
                <a16:creationId xmlns:a16="http://schemas.microsoft.com/office/drawing/2014/main" id="{6883EAAF-E19D-413E-9DCC-D3BE2B683DAC}"/>
              </a:ext>
            </a:extLst>
          </p:cNvPr>
          <p:cNvSpPr>
            <a:spLocks noGrp="1"/>
          </p:cNvSpPr>
          <p:nvPr/>
        </p:nvSpPr>
        <p:spPr>
          <a:xfrm>
            <a:off x="34618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F1_main_prauc_1219">
            <a:extLst>
              <a:ext uri="{FF2B5EF4-FFF2-40B4-BE49-F238E27FC236}">
                <a16:creationId xmlns:a16="http://schemas.microsoft.com/office/drawing/2014/main" id="{E06260B0-C2BE-4669-8EB9-67D3A2E3F02C}"/>
              </a:ext>
            </a:extLst>
          </p:cNvPr>
          <p:cNvSpPr>
            <a:spLocks noGrp="1"/>
          </p:cNvSpPr>
          <p:nvPr/>
        </p:nvSpPr>
        <p:spPr>
          <a:xfrm>
            <a:off x="3413648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F1_main_prauc_1220">
            <a:extLst>
              <a:ext uri="{FF2B5EF4-FFF2-40B4-BE49-F238E27FC236}">
                <a16:creationId xmlns:a16="http://schemas.microsoft.com/office/drawing/2014/main" id="{1D9BEF66-AA69-404B-AA21-9B53F210F4AD}"/>
              </a:ext>
            </a:extLst>
          </p:cNvPr>
          <p:cNvSpPr>
            <a:spLocks noGrp="1"/>
          </p:cNvSpPr>
          <p:nvPr/>
        </p:nvSpPr>
        <p:spPr>
          <a:xfrm>
            <a:off x="34681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F1_main_prauc_1221">
            <a:extLst>
              <a:ext uri="{FF2B5EF4-FFF2-40B4-BE49-F238E27FC236}">
                <a16:creationId xmlns:a16="http://schemas.microsoft.com/office/drawing/2014/main" id="{AEABAA8F-ED2B-4A32-979C-81B746BF47F1}"/>
              </a:ext>
            </a:extLst>
          </p:cNvPr>
          <p:cNvSpPr>
            <a:spLocks noGrp="1"/>
          </p:cNvSpPr>
          <p:nvPr/>
        </p:nvSpPr>
        <p:spPr>
          <a:xfrm>
            <a:off x="3353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F1_main_prauc_1222">
            <a:extLst>
              <a:ext uri="{FF2B5EF4-FFF2-40B4-BE49-F238E27FC236}">
                <a16:creationId xmlns:a16="http://schemas.microsoft.com/office/drawing/2014/main" id="{88C61F77-ADAA-49B5-9150-B23FA83CD547}"/>
              </a:ext>
            </a:extLst>
          </p:cNvPr>
          <p:cNvSpPr>
            <a:spLocks noGrp="1"/>
          </p:cNvSpPr>
          <p:nvPr/>
        </p:nvSpPr>
        <p:spPr>
          <a:xfrm>
            <a:off x="3359655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F1_main_prauc_1223">
            <a:extLst>
              <a:ext uri="{FF2B5EF4-FFF2-40B4-BE49-F238E27FC236}">
                <a16:creationId xmlns:a16="http://schemas.microsoft.com/office/drawing/2014/main" id="{01D10B0C-2810-4CA6-8E99-360DDB93DC29}"/>
              </a:ext>
            </a:extLst>
          </p:cNvPr>
          <p:cNvSpPr>
            <a:spLocks noGrp="1"/>
          </p:cNvSpPr>
          <p:nvPr/>
        </p:nvSpPr>
        <p:spPr>
          <a:xfrm>
            <a:off x="342786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F1_main_prauc_1224">
            <a:extLst>
              <a:ext uri="{FF2B5EF4-FFF2-40B4-BE49-F238E27FC236}">
                <a16:creationId xmlns:a16="http://schemas.microsoft.com/office/drawing/2014/main" id="{4CFE6CE7-73F4-4CA0-BCB3-D2E5968E8064}"/>
              </a:ext>
            </a:extLst>
          </p:cNvPr>
          <p:cNvSpPr>
            <a:spLocks noGrp="1"/>
          </p:cNvSpPr>
          <p:nvPr/>
        </p:nvSpPr>
        <p:spPr>
          <a:xfrm>
            <a:off x="33512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F1_main_prauc_1225">
            <a:extLst>
              <a:ext uri="{FF2B5EF4-FFF2-40B4-BE49-F238E27FC236}">
                <a16:creationId xmlns:a16="http://schemas.microsoft.com/office/drawing/2014/main" id="{EFC24172-0A66-4A7C-8E62-BA1BAC3B76D4}"/>
              </a:ext>
            </a:extLst>
          </p:cNvPr>
          <p:cNvSpPr>
            <a:spLocks noGrp="1"/>
          </p:cNvSpPr>
          <p:nvPr/>
        </p:nvSpPr>
        <p:spPr>
          <a:xfrm>
            <a:off x="34266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F1_main_prauc_1226">
            <a:extLst>
              <a:ext uri="{FF2B5EF4-FFF2-40B4-BE49-F238E27FC236}">
                <a16:creationId xmlns:a16="http://schemas.microsoft.com/office/drawing/2014/main" id="{0DB7F463-45C1-412D-9903-6128B433B36D}"/>
              </a:ext>
            </a:extLst>
          </p:cNvPr>
          <p:cNvSpPr>
            <a:spLocks noGrp="1"/>
          </p:cNvSpPr>
          <p:nvPr/>
        </p:nvSpPr>
        <p:spPr>
          <a:xfrm>
            <a:off x="337545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F1_main_prauc_1227">
            <a:extLst>
              <a:ext uri="{FF2B5EF4-FFF2-40B4-BE49-F238E27FC236}">
                <a16:creationId xmlns:a16="http://schemas.microsoft.com/office/drawing/2014/main" id="{040AE84B-412E-463D-8023-61641AFA701D}"/>
              </a:ext>
            </a:extLst>
          </p:cNvPr>
          <p:cNvSpPr>
            <a:spLocks noGrp="1"/>
          </p:cNvSpPr>
          <p:nvPr/>
        </p:nvSpPr>
        <p:spPr>
          <a:xfrm>
            <a:off x="349402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F1_main_prauc_1228">
            <a:extLst>
              <a:ext uri="{FF2B5EF4-FFF2-40B4-BE49-F238E27FC236}">
                <a16:creationId xmlns:a16="http://schemas.microsoft.com/office/drawing/2014/main" id="{689CFF36-196E-489F-A448-E73FCD319046}"/>
              </a:ext>
            </a:extLst>
          </p:cNvPr>
          <p:cNvSpPr>
            <a:spLocks noGrp="1"/>
          </p:cNvSpPr>
          <p:nvPr/>
        </p:nvSpPr>
        <p:spPr>
          <a:xfrm>
            <a:off x="354132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F1_main_prauc_1229">
            <a:extLst>
              <a:ext uri="{FF2B5EF4-FFF2-40B4-BE49-F238E27FC236}">
                <a16:creationId xmlns:a16="http://schemas.microsoft.com/office/drawing/2014/main" id="{7B89BC83-6A3F-434D-BFBB-DEBAC3A2D99F}"/>
              </a:ext>
            </a:extLst>
          </p:cNvPr>
          <p:cNvSpPr>
            <a:spLocks noGrp="1"/>
          </p:cNvSpPr>
          <p:nvPr/>
        </p:nvSpPr>
        <p:spPr>
          <a:xfrm>
            <a:off x="3372456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F1_main_prauc_1230">
            <a:extLst>
              <a:ext uri="{FF2B5EF4-FFF2-40B4-BE49-F238E27FC236}">
                <a16:creationId xmlns:a16="http://schemas.microsoft.com/office/drawing/2014/main" id="{80AFD3DE-39C1-49AE-96AE-A48AEAA27FBA}"/>
              </a:ext>
            </a:extLst>
          </p:cNvPr>
          <p:cNvSpPr>
            <a:spLocks noGrp="1"/>
          </p:cNvSpPr>
          <p:nvPr/>
        </p:nvSpPr>
        <p:spPr>
          <a:xfrm>
            <a:off x="34091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F1_main_prauc_1231">
            <a:extLst>
              <a:ext uri="{FF2B5EF4-FFF2-40B4-BE49-F238E27FC236}">
                <a16:creationId xmlns:a16="http://schemas.microsoft.com/office/drawing/2014/main" id="{DC34F2CA-A599-4177-8E51-0E7A76C1A929}"/>
              </a:ext>
            </a:extLst>
          </p:cNvPr>
          <p:cNvSpPr>
            <a:spLocks noGrp="1"/>
          </p:cNvSpPr>
          <p:nvPr/>
        </p:nvSpPr>
        <p:spPr>
          <a:xfrm>
            <a:off x="35099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F1_main_prauc_1232">
            <a:extLst>
              <a:ext uri="{FF2B5EF4-FFF2-40B4-BE49-F238E27FC236}">
                <a16:creationId xmlns:a16="http://schemas.microsoft.com/office/drawing/2014/main" id="{AE257779-0DCD-4911-A778-38C79CF80882}"/>
              </a:ext>
            </a:extLst>
          </p:cNvPr>
          <p:cNvSpPr>
            <a:spLocks noGrp="1"/>
          </p:cNvSpPr>
          <p:nvPr/>
        </p:nvSpPr>
        <p:spPr>
          <a:xfrm>
            <a:off x="3425879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F1_main_prauc_1233">
            <a:extLst>
              <a:ext uri="{FF2B5EF4-FFF2-40B4-BE49-F238E27FC236}">
                <a16:creationId xmlns:a16="http://schemas.microsoft.com/office/drawing/2014/main" id="{2E255741-749B-456C-96ED-1FB3D9CF9B6B}"/>
              </a:ext>
            </a:extLst>
          </p:cNvPr>
          <p:cNvSpPr>
            <a:spLocks noGrp="1"/>
          </p:cNvSpPr>
          <p:nvPr/>
        </p:nvSpPr>
        <p:spPr>
          <a:xfrm>
            <a:off x="3391241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F1_main_prauc_1234">
            <a:extLst>
              <a:ext uri="{FF2B5EF4-FFF2-40B4-BE49-F238E27FC236}">
                <a16:creationId xmlns:a16="http://schemas.microsoft.com/office/drawing/2014/main" id="{DC174CCE-C974-42DB-8776-CC00260ABF22}"/>
              </a:ext>
            </a:extLst>
          </p:cNvPr>
          <p:cNvSpPr>
            <a:spLocks noGrp="1"/>
          </p:cNvSpPr>
          <p:nvPr/>
        </p:nvSpPr>
        <p:spPr>
          <a:xfrm>
            <a:off x="3593927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F1_main_prauc_1235">
            <a:extLst>
              <a:ext uri="{FF2B5EF4-FFF2-40B4-BE49-F238E27FC236}">
                <a16:creationId xmlns:a16="http://schemas.microsoft.com/office/drawing/2014/main" id="{A44C6D22-CE45-4FAA-9670-383E2B90B628}"/>
              </a:ext>
            </a:extLst>
          </p:cNvPr>
          <p:cNvSpPr>
            <a:spLocks noGrp="1"/>
          </p:cNvSpPr>
          <p:nvPr/>
        </p:nvSpPr>
        <p:spPr>
          <a:xfrm>
            <a:off x="334846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F1_main_prauc_1236">
            <a:extLst>
              <a:ext uri="{FF2B5EF4-FFF2-40B4-BE49-F238E27FC236}">
                <a16:creationId xmlns:a16="http://schemas.microsoft.com/office/drawing/2014/main" id="{5EEFC6BB-5D6A-439C-9CA9-336119D69AAD}"/>
              </a:ext>
            </a:extLst>
          </p:cNvPr>
          <p:cNvSpPr>
            <a:spLocks noGrp="1"/>
          </p:cNvSpPr>
          <p:nvPr/>
        </p:nvSpPr>
        <p:spPr>
          <a:xfrm>
            <a:off x="35347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F1_main_prauc_1237">
            <a:extLst>
              <a:ext uri="{FF2B5EF4-FFF2-40B4-BE49-F238E27FC236}">
                <a16:creationId xmlns:a16="http://schemas.microsoft.com/office/drawing/2014/main" id="{258ECA30-52C1-4C09-ADC7-F0A0847E45B3}"/>
              </a:ext>
            </a:extLst>
          </p:cNvPr>
          <p:cNvSpPr>
            <a:spLocks noGrp="1"/>
          </p:cNvSpPr>
          <p:nvPr/>
        </p:nvSpPr>
        <p:spPr>
          <a:xfrm>
            <a:off x="33839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F1_main_prauc_1238">
            <a:extLst>
              <a:ext uri="{FF2B5EF4-FFF2-40B4-BE49-F238E27FC236}">
                <a16:creationId xmlns:a16="http://schemas.microsoft.com/office/drawing/2014/main" id="{7A436383-2BBE-468B-B202-9FFA77CD20CF}"/>
              </a:ext>
            </a:extLst>
          </p:cNvPr>
          <p:cNvSpPr>
            <a:spLocks noGrp="1"/>
          </p:cNvSpPr>
          <p:nvPr/>
        </p:nvSpPr>
        <p:spPr>
          <a:xfrm>
            <a:off x="3344887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F1_main_prauc_1239">
            <a:extLst>
              <a:ext uri="{FF2B5EF4-FFF2-40B4-BE49-F238E27FC236}">
                <a16:creationId xmlns:a16="http://schemas.microsoft.com/office/drawing/2014/main" id="{997EEE5E-86C7-4B33-880E-4A18DE718BD6}"/>
              </a:ext>
            </a:extLst>
          </p:cNvPr>
          <p:cNvSpPr>
            <a:spLocks noGrp="1"/>
          </p:cNvSpPr>
          <p:nvPr/>
        </p:nvSpPr>
        <p:spPr>
          <a:xfrm>
            <a:off x="356956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F1_main_prauc_1240">
            <a:extLst>
              <a:ext uri="{FF2B5EF4-FFF2-40B4-BE49-F238E27FC236}">
                <a16:creationId xmlns:a16="http://schemas.microsoft.com/office/drawing/2014/main" id="{13C540ED-1E0A-4360-BB76-AC50D10D145D}"/>
              </a:ext>
            </a:extLst>
          </p:cNvPr>
          <p:cNvSpPr>
            <a:spLocks noGrp="1"/>
          </p:cNvSpPr>
          <p:nvPr/>
        </p:nvSpPr>
        <p:spPr>
          <a:xfrm>
            <a:off x="34080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F1_main_prauc_1241">
            <a:extLst>
              <a:ext uri="{FF2B5EF4-FFF2-40B4-BE49-F238E27FC236}">
                <a16:creationId xmlns:a16="http://schemas.microsoft.com/office/drawing/2014/main" id="{C2066BA0-856D-4664-ACD7-F70035CCBE2A}"/>
              </a:ext>
            </a:extLst>
          </p:cNvPr>
          <p:cNvSpPr>
            <a:spLocks noGrp="1"/>
          </p:cNvSpPr>
          <p:nvPr/>
        </p:nvSpPr>
        <p:spPr>
          <a:xfrm>
            <a:off x="3451703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F1_main_prauc_1242">
            <a:extLst>
              <a:ext uri="{FF2B5EF4-FFF2-40B4-BE49-F238E27FC236}">
                <a16:creationId xmlns:a16="http://schemas.microsoft.com/office/drawing/2014/main" id="{985F43E9-3894-4515-9C80-5DE17D7C9AD2}"/>
              </a:ext>
            </a:extLst>
          </p:cNvPr>
          <p:cNvSpPr>
            <a:spLocks noGrp="1"/>
          </p:cNvSpPr>
          <p:nvPr/>
        </p:nvSpPr>
        <p:spPr>
          <a:xfrm>
            <a:off x="336486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F1_main_prauc_1243">
            <a:extLst>
              <a:ext uri="{FF2B5EF4-FFF2-40B4-BE49-F238E27FC236}">
                <a16:creationId xmlns:a16="http://schemas.microsoft.com/office/drawing/2014/main" id="{1210909E-C00E-4012-8BB6-2385BD0F9CC1}"/>
              </a:ext>
            </a:extLst>
          </p:cNvPr>
          <p:cNvSpPr>
            <a:spLocks noGrp="1"/>
          </p:cNvSpPr>
          <p:nvPr/>
        </p:nvSpPr>
        <p:spPr>
          <a:xfrm>
            <a:off x="33726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F1_main_prauc_1244">
            <a:extLst>
              <a:ext uri="{FF2B5EF4-FFF2-40B4-BE49-F238E27FC236}">
                <a16:creationId xmlns:a16="http://schemas.microsoft.com/office/drawing/2014/main" id="{AA737DEF-DD79-4C88-8BD4-80B676427554}"/>
              </a:ext>
            </a:extLst>
          </p:cNvPr>
          <p:cNvSpPr>
            <a:spLocks noGrp="1"/>
          </p:cNvSpPr>
          <p:nvPr/>
        </p:nvSpPr>
        <p:spPr>
          <a:xfrm>
            <a:off x="35398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F1_main_prauc_1245">
            <a:extLst>
              <a:ext uri="{FF2B5EF4-FFF2-40B4-BE49-F238E27FC236}">
                <a16:creationId xmlns:a16="http://schemas.microsoft.com/office/drawing/2014/main" id="{50821969-C77B-4EFA-BB61-AEE3E01C496C}"/>
              </a:ext>
            </a:extLst>
          </p:cNvPr>
          <p:cNvSpPr>
            <a:spLocks noGrp="1"/>
          </p:cNvSpPr>
          <p:nvPr/>
        </p:nvSpPr>
        <p:spPr>
          <a:xfrm>
            <a:off x="3449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F1_main_prauc_1246">
            <a:extLst>
              <a:ext uri="{FF2B5EF4-FFF2-40B4-BE49-F238E27FC236}">
                <a16:creationId xmlns:a16="http://schemas.microsoft.com/office/drawing/2014/main" id="{B89F4ACF-8626-4482-8D1D-94DC8EA70813}"/>
              </a:ext>
            </a:extLst>
          </p:cNvPr>
          <p:cNvSpPr>
            <a:spLocks noGrp="1"/>
          </p:cNvSpPr>
          <p:nvPr/>
        </p:nvSpPr>
        <p:spPr>
          <a:xfrm>
            <a:off x="3549925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F1_main_prauc_1247">
            <a:extLst>
              <a:ext uri="{FF2B5EF4-FFF2-40B4-BE49-F238E27FC236}">
                <a16:creationId xmlns:a16="http://schemas.microsoft.com/office/drawing/2014/main" id="{DE8C2DF2-BBDE-46DD-BC18-D8FC034D5D9C}"/>
              </a:ext>
            </a:extLst>
          </p:cNvPr>
          <p:cNvSpPr>
            <a:spLocks noGrp="1"/>
          </p:cNvSpPr>
          <p:nvPr/>
        </p:nvSpPr>
        <p:spPr>
          <a:xfrm>
            <a:off x="349708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F1_main_prauc_1248">
            <a:extLst>
              <a:ext uri="{FF2B5EF4-FFF2-40B4-BE49-F238E27FC236}">
                <a16:creationId xmlns:a16="http://schemas.microsoft.com/office/drawing/2014/main" id="{177202EF-15F3-4EB8-B0B7-C4E3EB61EAA1}"/>
              </a:ext>
            </a:extLst>
          </p:cNvPr>
          <p:cNvSpPr>
            <a:spLocks noGrp="1"/>
          </p:cNvSpPr>
          <p:nvPr/>
        </p:nvSpPr>
        <p:spPr>
          <a:xfrm>
            <a:off x="33912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F1_main_prauc_1249">
            <a:extLst>
              <a:ext uri="{FF2B5EF4-FFF2-40B4-BE49-F238E27FC236}">
                <a16:creationId xmlns:a16="http://schemas.microsoft.com/office/drawing/2014/main" id="{3D3BC1CB-D443-4CF1-A8F3-952CB28DBE96}"/>
              </a:ext>
            </a:extLst>
          </p:cNvPr>
          <p:cNvSpPr>
            <a:spLocks noGrp="1"/>
          </p:cNvSpPr>
          <p:nvPr/>
        </p:nvSpPr>
        <p:spPr>
          <a:xfrm>
            <a:off x="345691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F1_main_prauc_1250">
            <a:extLst>
              <a:ext uri="{FF2B5EF4-FFF2-40B4-BE49-F238E27FC236}">
                <a16:creationId xmlns:a16="http://schemas.microsoft.com/office/drawing/2014/main" id="{4D109E57-C963-49C8-8FB5-DD2CBDBA061B}"/>
              </a:ext>
            </a:extLst>
          </p:cNvPr>
          <p:cNvSpPr>
            <a:spLocks noGrp="1"/>
          </p:cNvSpPr>
          <p:nvPr/>
        </p:nvSpPr>
        <p:spPr>
          <a:xfrm>
            <a:off x="3473734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F1_main_prauc_1251">
            <a:extLst>
              <a:ext uri="{FF2B5EF4-FFF2-40B4-BE49-F238E27FC236}">
                <a16:creationId xmlns:a16="http://schemas.microsoft.com/office/drawing/2014/main" id="{5473F0E3-D6E8-437F-8435-A1F0A300B644}"/>
              </a:ext>
            </a:extLst>
          </p:cNvPr>
          <p:cNvSpPr>
            <a:spLocks noGrp="1"/>
          </p:cNvSpPr>
          <p:nvPr/>
        </p:nvSpPr>
        <p:spPr>
          <a:xfrm>
            <a:off x="34285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F1_main_prauc_1252">
            <a:extLst>
              <a:ext uri="{FF2B5EF4-FFF2-40B4-BE49-F238E27FC236}">
                <a16:creationId xmlns:a16="http://schemas.microsoft.com/office/drawing/2014/main" id="{D794D548-9CC2-415E-81E2-8A4DF31AAEDC}"/>
              </a:ext>
            </a:extLst>
          </p:cNvPr>
          <p:cNvSpPr>
            <a:spLocks noGrp="1"/>
          </p:cNvSpPr>
          <p:nvPr/>
        </p:nvSpPr>
        <p:spPr>
          <a:xfrm>
            <a:off x="35441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F1_main_prauc_1253">
            <a:extLst>
              <a:ext uri="{FF2B5EF4-FFF2-40B4-BE49-F238E27FC236}">
                <a16:creationId xmlns:a16="http://schemas.microsoft.com/office/drawing/2014/main" id="{0AE88270-FBE0-4F04-B507-54C81EBF0942}"/>
              </a:ext>
            </a:extLst>
          </p:cNvPr>
          <p:cNvSpPr>
            <a:spLocks noGrp="1"/>
          </p:cNvSpPr>
          <p:nvPr/>
        </p:nvSpPr>
        <p:spPr>
          <a:xfrm>
            <a:off x="3481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F1_main_prauc_1254">
            <a:extLst>
              <a:ext uri="{FF2B5EF4-FFF2-40B4-BE49-F238E27FC236}">
                <a16:creationId xmlns:a16="http://schemas.microsoft.com/office/drawing/2014/main" id="{6385CB13-1B62-450F-A074-36806A57241D}"/>
              </a:ext>
            </a:extLst>
          </p:cNvPr>
          <p:cNvSpPr>
            <a:spLocks noGrp="1"/>
          </p:cNvSpPr>
          <p:nvPr/>
        </p:nvSpPr>
        <p:spPr>
          <a:xfrm>
            <a:off x="3349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F1_main_prauc_1255">
            <a:extLst>
              <a:ext uri="{FF2B5EF4-FFF2-40B4-BE49-F238E27FC236}">
                <a16:creationId xmlns:a16="http://schemas.microsoft.com/office/drawing/2014/main" id="{5F45C621-B068-4345-A802-4A7D0FAF8F3D}"/>
              </a:ext>
            </a:extLst>
          </p:cNvPr>
          <p:cNvSpPr>
            <a:spLocks noGrp="1"/>
          </p:cNvSpPr>
          <p:nvPr/>
        </p:nvSpPr>
        <p:spPr>
          <a:xfrm>
            <a:off x="349273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F1_main_prauc_1256">
            <a:extLst>
              <a:ext uri="{FF2B5EF4-FFF2-40B4-BE49-F238E27FC236}">
                <a16:creationId xmlns:a16="http://schemas.microsoft.com/office/drawing/2014/main" id="{BA9ADA11-AF9B-4853-9468-36F587E7220E}"/>
              </a:ext>
            </a:extLst>
          </p:cNvPr>
          <p:cNvSpPr>
            <a:spLocks noGrp="1"/>
          </p:cNvSpPr>
          <p:nvPr/>
        </p:nvSpPr>
        <p:spPr>
          <a:xfrm>
            <a:off x="3431302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F1_main_prauc_1257">
            <a:extLst>
              <a:ext uri="{FF2B5EF4-FFF2-40B4-BE49-F238E27FC236}">
                <a16:creationId xmlns:a16="http://schemas.microsoft.com/office/drawing/2014/main" id="{5F24EA0B-CD31-448D-91AA-EE115D2F649B}"/>
              </a:ext>
            </a:extLst>
          </p:cNvPr>
          <p:cNvSpPr>
            <a:spLocks noGrp="1"/>
          </p:cNvSpPr>
          <p:nvPr/>
        </p:nvSpPr>
        <p:spPr>
          <a:xfrm>
            <a:off x="3513798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F1_main_prauc_1258">
            <a:extLst>
              <a:ext uri="{FF2B5EF4-FFF2-40B4-BE49-F238E27FC236}">
                <a16:creationId xmlns:a16="http://schemas.microsoft.com/office/drawing/2014/main" id="{6108A0A5-A8BC-4AE9-ACD6-70FB1DF69E7B}"/>
              </a:ext>
            </a:extLst>
          </p:cNvPr>
          <p:cNvSpPr>
            <a:spLocks noGrp="1"/>
          </p:cNvSpPr>
          <p:nvPr/>
        </p:nvSpPr>
        <p:spPr>
          <a:xfrm>
            <a:off x="34938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F1_main_prauc_1259">
            <a:extLst>
              <a:ext uri="{FF2B5EF4-FFF2-40B4-BE49-F238E27FC236}">
                <a16:creationId xmlns:a16="http://schemas.microsoft.com/office/drawing/2014/main" id="{1E267060-03C9-4D0D-91D0-4D0FA993F5A0}"/>
              </a:ext>
            </a:extLst>
          </p:cNvPr>
          <p:cNvSpPr>
            <a:spLocks noGrp="1"/>
          </p:cNvSpPr>
          <p:nvPr/>
        </p:nvSpPr>
        <p:spPr>
          <a:xfrm>
            <a:off x="34838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F1_main_prauc_1260">
            <a:extLst>
              <a:ext uri="{FF2B5EF4-FFF2-40B4-BE49-F238E27FC236}">
                <a16:creationId xmlns:a16="http://schemas.microsoft.com/office/drawing/2014/main" id="{C057308F-0922-490B-BD48-7AC23F290FA8}"/>
              </a:ext>
            </a:extLst>
          </p:cNvPr>
          <p:cNvSpPr>
            <a:spLocks noGrp="1"/>
          </p:cNvSpPr>
          <p:nvPr/>
        </p:nvSpPr>
        <p:spPr>
          <a:xfrm>
            <a:off x="3465785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F1_main_prauc_1261">
            <a:extLst>
              <a:ext uri="{FF2B5EF4-FFF2-40B4-BE49-F238E27FC236}">
                <a16:creationId xmlns:a16="http://schemas.microsoft.com/office/drawing/2014/main" id="{1F451CC4-9255-4F57-B626-7E8334E63CE5}"/>
              </a:ext>
            </a:extLst>
          </p:cNvPr>
          <p:cNvSpPr>
            <a:spLocks noGrp="1"/>
          </p:cNvSpPr>
          <p:nvPr/>
        </p:nvSpPr>
        <p:spPr>
          <a:xfrm>
            <a:off x="34824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F1_main_prauc_1262">
            <a:extLst>
              <a:ext uri="{FF2B5EF4-FFF2-40B4-BE49-F238E27FC236}">
                <a16:creationId xmlns:a16="http://schemas.microsoft.com/office/drawing/2014/main" id="{DEE354B8-8932-4156-A428-2E5C92388010}"/>
              </a:ext>
            </a:extLst>
          </p:cNvPr>
          <p:cNvSpPr>
            <a:spLocks noGrp="1"/>
          </p:cNvSpPr>
          <p:nvPr/>
        </p:nvSpPr>
        <p:spPr>
          <a:xfrm>
            <a:off x="3368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F1_main_prauc_1263">
            <a:extLst>
              <a:ext uri="{FF2B5EF4-FFF2-40B4-BE49-F238E27FC236}">
                <a16:creationId xmlns:a16="http://schemas.microsoft.com/office/drawing/2014/main" id="{47D759FA-7F9E-4CC0-8F43-16557A20D5B0}"/>
              </a:ext>
            </a:extLst>
          </p:cNvPr>
          <p:cNvSpPr>
            <a:spLocks noGrp="1"/>
          </p:cNvSpPr>
          <p:nvPr/>
        </p:nvSpPr>
        <p:spPr>
          <a:xfrm>
            <a:off x="33488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F1_main_prauc_1264">
            <a:extLst>
              <a:ext uri="{FF2B5EF4-FFF2-40B4-BE49-F238E27FC236}">
                <a16:creationId xmlns:a16="http://schemas.microsoft.com/office/drawing/2014/main" id="{7B188679-C591-45A2-92ED-CB9BEC58C19C}"/>
              </a:ext>
            </a:extLst>
          </p:cNvPr>
          <p:cNvSpPr>
            <a:spLocks noGrp="1"/>
          </p:cNvSpPr>
          <p:nvPr/>
        </p:nvSpPr>
        <p:spPr>
          <a:xfrm>
            <a:off x="3431728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F1_main_prauc_1265">
            <a:extLst>
              <a:ext uri="{FF2B5EF4-FFF2-40B4-BE49-F238E27FC236}">
                <a16:creationId xmlns:a16="http://schemas.microsoft.com/office/drawing/2014/main" id="{2181F56D-4C2E-4528-8D8C-925D866FB243}"/>
              </a:ext>
            </a:extLst>
          </p:cNvPr>
          <p:cNvSpPr>
            <a:spLocks noGrp="1"/>
          </p:cNvSpPr>
          <p:nvPr/>
        </p:nvSpPr>
        <p:spPr>
          <a:xfrm>
            <a:off x="356021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F1_main_prauc_1266">
            <a:extLst>
              <a:ext uri="{FF2B5EF4-FFF2-40B4-BE49-F238E27FC236}">
                <a16:creationId xmlns:a16="http://schemas.microsoft.com/office/drawing/2014/main" id="{343DD472-A0EA-4608-97B2-55FA5A452F87}"/>
              </a:ext>
            </a:extLst>
          </p:cNvPr>
          <p:cNvSpPr>
            <a:spLocks noGrp="1"/>
          </p:cNvSpPr>
          <p:nvPr/>
        </p:nvSpPr>
        <p:spPr>
          <a:xfrm>
            <a:off x="34140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F1_main_prauc_1267">
            <a:extLst>
              <a:ext uri="{FF2B5EF4-FFF2-40B4-BE49-F238E27FC236}">
                <a16:creationId xmlns:a16="http://schemas.microsoft.com/office/drawing/2014/main" id="{E0427CD7-89DA-4937-9A9A-D4CCB166C1E5}"/>
              </a:ext>
            </a:extLst>
          </p:cNvPr>
          <p:cNvSpPr>
            <a:spLocks noGrp="1"/>
          </p:cNvSpPr>
          <p:nvPr/>
        </p:nvSpPr>
        <p:spPr>
          <a:xfrm>
            <a:off x="340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F1_main_prauc_1268">
            <a:extLst>
              <a:ext uri="{FF2B5EF4-FFF2-40B4-BE49-F238E27FC236}">
                <a16:creationId xmlns:a16="http://schemas.microsoft.com/office/drawing/2014/main" id="{164692F0-937F-490E-80CC-55B79FA86C4C}"/>
              </a:ext>
            </a:extLst>
          </p:cNvPr>
          <p:cNvSpPr>
            <a:spLocks noGrp="1"/>
          </p:cNvSpPr>
          <p:nvPr/>
        </p:nvSpPr>
        <p:spPr>
          <a:xfrm>
            <a:off x="345220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F1_main_prauc_1269">
            <a:extLst>
              <a:ext uri="{FF2B5EF4-FFF2-40B4-BE49-F238E27FC236}">
                <a16:creationId xmlns:a16="http://schemas.microsoft.com/office/drawing/2014/main" id="{7FB40953-2AFB-40DA-81C5-EA19E7B8826C}"/>
              </a:ext>
            </a:extLst>
          </p:cNvPr>
          <p:cNvSpPr>
            <a:spLocks noGrp="1"/>
          </p:cNvSpPr>
          <p:nvPr/>
        </p:nvSpPr>
        <p:spPr>
          <a:xfrm>
            <a:off x="3429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F1_main_prauc_1270">
            <a:extLst>
              <a:ext uri="{FF2B5EF4-FFF2-40B4-BE49-F238E27FC236}">
                <a16:creationId xmlns:a16="http://schemas.microsoft.com/office/drawing/2014/main" id="{2A71C65A-138A-4A10-BAAC-22540DA73556}"/>
              </a:ext>
            </a:extLst>
          </p:cNvPr>
          <p:cNvSpPr>
            <a:spLocks noGrp="1"/>
          </p:cNvSpPr>
          <p:nvPr/>
        </p:nvSpPr>
        <p:spPr>
          <a:xfrm>
            <a:off x="345591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F1_main_prauc_1271">
            <a:extLst>
              <a:ext uri="{FF2B5EF4-FFF2-40B4-BE49-F238E27FC236}">
                <a16:creationId xmlns:a16="http://schemas.microsoft.com/office/drawing/2014/main" id="{4D8F644D-4763-45E2-882E-647DFDC1743A}"/>
              </a:ext>
            </a:extLst>
          </p:cNvPr>
          <p:cNvSpPr>
            <a:spLocks noGrp="1"/>
          </p:cNvSpPr>
          <p:nvPr/>
        </p:nvSpPr>
        <p:spPr>
          <a:xfrm>
            <a:off x="359294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F1_main_prauc_1272">
            <a:extLst>
              <a:ext uri="{FF2B5EF4-FFF2-40B4-BE49-F238E27FC236}">
                <a16:creationId xmlns:a16="http://schemas.microsoft.com/office/drawing/2014/main" id="{FE3E6B23-4B7E-4065-A2A7-4A936F6ED760}"/>
              </a:ext>
            </a:extLst>
          </p:cNvPr>
          <p:cNvSpPr>
            <a:spLocks noGrp="1"/>
          </p:cNvSpPr>
          <p:nvPr/>
        </p:nvSpPr>
        <p:spPr>
          <a:xfrm>
            <a:off x="33439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F1_main_prauc_1273">
            <a:extLst>
              <a:ext uri="{FF2B5EF4-FFF2-40B4-BE49-F238E27FC236}">
                <a16:creationId xmlns:a16="http://schemas.microsoft.com/office/drawing/2014/main" id="{46E12233-FBA5-4969-9043-4F4A9A1EFE44}"/>
              </a:ext>
            </a:extLst>
          </p:cNvPr>
          <p:cNvSpPr>
            <a:spLocks noGrp="1"/>
          </p:cNvSpPr>
          <p:nvPr/>
        </p:nvSpPr>
        <p:spPr>
          <a:xfrm>
            <a:off x="342838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F1_main_prauc_1274">
            <a:extLst>
              <a:ext uri="{FF2B5EF4-FFF2-40B4-BE49-F238E27FC236}">
                <a16:creationId xmlns:a16="http://schemas.microsoft.com/office/drawing/2014/main" id="{808AA802-6039-4527-8E63-EB055CE6A473}"/>
              </a:ext>
            </a:extLst>
          </p:cNvPr>
          <p:cNvSpPr>
            <a:spLocks noGrp="1"/>
          </p:cNvSpPr>
          <p:nvPr/>
        </p:nvSpPr>
        <p:spPr>
          <a:xfrm>
            <a:off x="33516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F1_main_prauc_1275">
            <a:extLst>
              <a:ext uri="{FF2B5EF4-FFF2-40B4-BE49-F238E27FC236}">
                <a16:creationId xmlns:a16="http://schemas.microsoft.com/office/drawing/2014/main" id="{9A3E1428-0AEA-413F-BE08-A6E47C6C50EB}"/>
              </a:ext>
            </a:extLst>
          </p:cNvPr>
          <p:cNvSpPr>
            <a:spLocks noGrp="1"/>
          </p:cNvSpPr>
          <p:nvPr/>
        </p:nvSpPr>
        <p:spPr>
          <a:xfrm>
            <a:off x="3343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F1_main_prauc_1276">
            <a:extLst>
              <a:ext uri="{FF2B5EF4-FFF2-40B4-BE49-F238E27FC236}">
                <a16:creationId xmlns:a16="http://schemas.microsoft.com/office/drawing/2014/main" id="{90EBDB37-CB58-42C7-B9A5-1115BD9B3ABB}"/>
              </a:ext>
            </a:extLst>
          </p:cNvPr>
          <p:cNvSpPr>
            <a:spLocks noGrp="1"/>
          </p:cNvSpPr>
          <p:nvPr/>
        </p:nvSpPr>
        <p:spPr>
          <a:xfrm>
            <a:off x="335267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F1_main_prauc_1277">
            <a:extLst>
              <a:ext uri="{FF2B5EF4-FFF2-40B4-BE49-F238E27FC236}">
                <a16:creationId xmlns:a16="http://schemas.microsoft.com/office/drawing/2014/main" id="{70A4EA1E-455D-40F9-BD48-D46E2E6C0216}"/>
              </a:ext>
            </a:extLst>
          </p:cNvPr>
          <p:cNvSpPr>
            <a:spLocks noGrp="1"/>
          </p:cNvSpPr>
          <p:nvPr/>
        </p:nvSpPr>
        <p:spPr>
          <a:xfrm>
            <a:off x="33656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F1_main_prauc_1278">
            <a:extLst>
              <a:ext uri="{FF2B5EF4-FFF2-40B4-BE49-F238E27FC236}">
                <a16:creationId xmlns:a16="http://schemas.microsoft.com/office/drawing/2014/main" id="{F21FC5FC-FD21-46BE-AF42-AF31577FDD52}"/>
              </a:ext>
            </a:extLst>
          </p:cNvPr>
          <p:cNvSpPr>
            <a:spLocks noGrp="1"/>
          </p:cNvSpPr>
          <p:nvPr/>
        </p:nvSpPr>
        <p:spPr>
          <a:xfrm>
            <a:off x="3558625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F1_main_prauc_1279">
            <a:extLst>
              <a:ext uri="{FF2B5EF4-FFF2-40B4-BE49-F238E27FC236}">
                <a16:creationId xmlns:a16="http://schemas.microsoft.com/office/drawing/2014/main" id="{EDE3C0CC-0ED4-45C2-8412-ABB1E9193DD1}"/>
              </a:ext>
            </a:extLst>
          </p:cNvPr>
          <p:cNvSpPr>
            <a:spLocks noGrp="1"/>
          </p:cNvSpPr>
          <p:nvPr/>
        </p:nvSpPr>
        <p:spPr>
          <a:xfrm>
            <a:off x="3546035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F1_main_prauc_1280">
            <a:extLst>
              <a:ext uri="{FF2B5EF4-FFF2-40B4-BE49-F238E27FC236}">
                <a16:creationId xmlns:a16="http://schemas.microsoft.com/office/drawing/2014/main" id="{51EA65A9-F14F-4A13-9495-6183361B03C9}"/>
              </a:ext>
            </a:extLst>
          </p:cNvPr>
          <p:cNvSpPr>
            <a:spLocks noGrp="1"/>
          </p:cNvSpPr>
          <p:nvPr/>
        </p:nvSpPr>
        <p:spPr>
          <a:xfrm>
            <a:off x="3432803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F1_main_prauc_1281">
            <a:extLst>
              <a:ext uri="{FF2B5EF4-FFF2-40B4-BE49-F238E27FC236}">
                <a16:creationId xmlns:a16="http://schemas.microsoft.com/office/drawing/2014/main" id="{FB3CDC23-19B3-45E3-8C85-1191A2D09F90}"/>
              </a:ext>
            </a:extLst>
          </p:cNvPr>
          <p:cNvSpPr>
            <a:spLocks noGrp="1"/>
          </p:cNvSpPr>
          <p:nvPr/>
        </p:nvSpPr>
        <p:spPr>
          <a:xfrm>
            <a:off x="34241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F1_main_prauc_1282">
            <a:extLst>
              <a:ext uri="{FF2B5EF4-FFF2-40B4-BE49-F238E27FC236}">
                <a16:creationId xmlns:a16="http://schemas.microsoft.com/office/drawing/2014/main" id="{135C4A8E-2374-4680-838C-D0FB8B9FFE8D}"/>
              </a:ext>
            </a:extLst>
          </p:cNvPr>
          <p:cNvSpPr>
            <a:spLocks noGrp="1"/>
          </p:cNvSpPr>
          <p:nvPr/>
        </p:nvSpPr>
        <p:spPr>
          <a:xfrm>
            <a:off x="35461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F1_main_prauc_1283">
            <a:extLst>
              <a:ext uri="{FF2B5EF4-FFF2-40B4-BE49-F238E27FC236}">
                <a16:creationId xmlns:a16="http://schemas.microsoft.com/office/drawing/2014/main" id="{B1296AEE-A7EB-4C0A-9C4E-A5C64EB3D2B8}"/>
              </a:ext>
            </a:extLst>
          </p:cNvPr>
          <p:cNvSpPr>
            <a:spLocks noGrp="1"/>
          </p:cNvSpPr>
          <p:nvPr/>
        </p:nvSpPr>
        <p:spPr>
          <a:xfrm>
            <a:off x="35750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F1_main_prauc_1284">
            <a:extLst>
              <a:ext uri="{FF2B5EF4-FFF2-40B4-BE49-F238E27FC236}">
                <a16:creationId xmlns:a16="http://schemas.microsoft.com/office/drawing/2014/main" id="{598A2AE5-D4EC-483D-AD0F-F675B02C135B}"/>
              </a:ext>
            </a:extLst>
          </p:cNvPr>
          <p:cNvSpPr>
            <a:spLocks noGrp="1"/>
          </p:cNvSpPr>
          <p:nvPr/>
        </p:nvSpPr>
        <p:spPr>
          <a:xfrm>
            <a:off x="35522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F1_main_prauc_1285">
            <a:extLst>
              <a:ext uri="{FF2B5EF4-FFF2-40B4-BE49-F238E27FC236}">
                <a16:creationId xmlns:a16="http://schemas.microsoft.com/office/drawing/2014/main" id="{1FABF677-123F-4971-93CB-EFA743972073}"/>
              </a:ext>
            </a:extLst>
          </p:cNvPr>
          <p:cNvSpPr>
            <a:spLocks noGrp="1"/>
          </p:cNvSpPr>
          <p:nvPr/>
        </p:nvSpPr>
        <p:spPr>
          <a:xfrm>
            <a:off x="33889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F1_main_prauc_1286">
            <a:extLst>
              <a:ext uri="{FF2B5EF4-FFF2-40B4-BE49-F238E27FC236}">
                <a16:creationId xmlns:a16="http://schemas.microsoft.com/office/drawing/2014/main" id="{5DDEA1EC-10E4-48BE-99EF-F6420FED4ADD}"/>
              </a:ext>
            </a:extLst>
          </p:cNvPr>
          <p:cNvSpPr>
            <a:spLocks noGrp="1"/>
          </p:cNvSpPr>
          <p:nvPr/>
        </p:nvSpPr>
        <p:spPr>
          <a:xfrm>
            <a:off x="348612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F1_main_prauc_1287">
            <a:extLst>
              <a:ext uri="{FF2B5EF4-FFF2-40B4-BE49-F238E27FC236}">
                <a16:creationId xmlns:a16="http://schemas.microsoft.com/office/drawing/2014/main" id="{2C0DA4EC-9FE7-4089-B4B0-96BBED2CDFDF}"/>
              </a:ext>
            </a:extLst>
          </p:cNvPr>
          <p:cNvSpPr>
            <a:spLocks noGrp="1"/>
          </p:cNvSpPr>
          <p:nvPr/>
        </p:nvSpPr>
        <p:spPr>
          <a:xfrm>
            <a:off x="357333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F1_main_prauc_1288">
            <a:extLst>
              <a:ext uri="{FF2B5EF4-FFF2-40B4-BE49-F238E27FC236}">
                <a16:creationId xmlns:a16="http://schemas.microsoft.com/office/drawing/2014/main" id="{9E6A5127-6FF8-46B0-9E4E-A755E55735A0}"/>
              </a:ext>
            </a:extLst>
          </p:cNvPr>
          <p:cNvSpPr>
            <a:spLocks noGrp="1"/>
          </p:cNvSpPr>
          <p:nvPr/>
        </p:nvSpPr>
        <p:spPr>
          <a:xfrm>
            <a:off x="358616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F1_main_prauc_1289">
            <a:extLst>
              <a:ext uri="{FF2B5EF4-FFF2-40B4-BE49-F238E27FC236}">
                <a16:creationId xmlns:a16="http://schemas.microsoft.com/office/drawing/2014/main" id="{F3083E25-A5E1-48B2-874B-716CE37D6206}"/>
              </a:ext>
            </a:extLst>
          </p:cNvPr>
          <p:cNvSpPr>
            <a:spLocks noGrp="1"/>
          </p:cNvSpPr>
          <p:nvPr/>
        </p:nvSpPr>
        <p:spPr>
          <a:xfrm>
            <a:off x="35261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F1_main_prauc_1290">
            <a:extLst>
              <a:ext uri="{FF2B5EF4-FFF2-40B4-BE49-F238E27FC236}">
                <a16:creationId xmlns:a16="http://schemas.microsoft.com/office/drawing/2014/main" id="{09EB843C-ACED-49B4-B245-00F0242AC5E1}"/>
              </a:ext>
            </a:extLst>
          </p:cNvPr>
          <p:cNvSpPr>
            <a:spLocks noGrp="1"/>
          </p:cNvSpPr>
          <p:nvPr/>
        </p:nvSpPr>
        <p:spPr>
          <a:xfrm>
            <a:off x="34370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F1_main_prauc_1291">
            <a:extLst>
              <a:ext uri="{FF2B5EF4-FFF2-40B4-BE49-F238E27FC236}">
                <a16:creationId xmlns:a16="http://schemas.microsoft.com/office/drawing/2014/main" id="{88A769BD-BC37-422C-9286-42AB4AA76F95}"/>
              </a:ext>
            </a:extLst>
          </p:cNvPr>
          <p:cNvSpPr>
            <a:spLocks noGrp="1"/>
          </p:cNvSpPr>
          <p:nvPr/>
        </p:nvSpPr>
        <p:spPr>
          <a:xfrm>
            <a:off x="353818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F1_main_prauc_1292">
            <a:extLst>
              <a:ext uri="{FF2B5EF4-FFF2-40B4-BE49-F238E27FC236}">
                <a16:creationId xmlns:a16="http://schemas.microsoft.com/office/drawing/2014/main" id="{20486A7B-ED8C-408D-9D0C-9A34D50F6610}"/>
              </a:ext>
            </a:extLst>
          </p:cNvPr>
          <p:cNvSpPr>
            <a:spLocks noGrp="1"/>
          </p:cNvSpPr>
          <p:nvPr/>
        </p:nvSpPr>
        <p:spPr>
          <a:xfrm>
            <a:off x="3516051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F1_main_prauc_1293">
            <a:extLst>
              <a:ext uri="{FF2B5EF4-FFF2-40B4-BE49-F238E27FC236}">
                <a16:creationId xmlns:a16="http://schemas.microsoft.com/office/drawing/2014/main" id="{A201FFC3-6A14-426D-9A02-B182989662B4}"/>
              </a:ext>
            </a:extLst>
          </p:cNvPr>
          <p:cNvSpPr>
            <a:spLocks noGrp="1"/>
          </p:cNvSpPr>
          <p:nvPr/>
        </p:nvSpPr>
        <p:spPr>
          <a:xfrm>
            <a:off x="359329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F1_main_prauc_1294">
            <a:extLst>
              <a:ext uri="{FF2B5EF4-FFF2-40B4-BE49-F238E27FC236}">
                <a16:creationId xmlns:a16="http://schemas.microsoft.com/office/drawing/2014/main" id="{6D2C970B-D1EC-42A8-BBC8-57DAAAB92639}"/>
              </a:ext>
            </a:extLst>
          </p:cNvPr>
          <p:cNvSpPr>
            <a:spLocks noGrp="1"/>
          </p:cNvSpPr>
          <p:nvPr/>
        </p:nvSpPr>
        <p:spPr>
          <a:xfrm>
            <a:off x="33870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F1_main_prauc_1295">
            <a:extLst>
              <a:ext uri="{FF2B5EF4-FFF2-40B4-BE49-F238E27FC236}">
                <a16:creationId xmlns:a16="http://schemas.microsoft.com/office/drawing/2014/main" id="{94C0A777-60F8-4196-B0D9-5F9C0CE47B43}"/>
              </a:ext>
            </a:extLst>
          </p:cNvPr>
          <p:cNvSpPr>
            <a:spLocks noGrp="1"/>
          </p:cNvSpPr>
          <p:nvPr/>
        </p:nvSpPr>
        <p:spPr>
          <a:xfrm>
            <a:off x="35200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F1_main_prauc_1296">
            <a:extLst>
              <a:ext uri="{FF2B5EF4-FFF2-40B4-BE49-F238E27FC236}">
                <a16:creationId xmlns:a16="http://schemas.microsoft.com/office/drawing/2014/main" id="{2D2A650F-2BFF-4908-9631-29494F185CA6}"/>
              </a:ext>
            </a:extLst>
          </p:cNvPr>
          <p:cNvSpPr>
            <a:spLocks noGrp="1"/>
          </p:cNvSpPr>
          <p:nvPr/>
        </p:nvSpPr>
        <p:spPr>
          <a:xfrm>
            <a:off x="351212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F1_main_prauc_1297">
            <a:extLst>
              <a:ext uri="{FF2B5EF4-FFF2-40B4-BE49-F238E27FC236}">
                <a16:creationId xmlns:a16="http://schemas.microsoft.com/office/drawing/2014/main" id="{6F48D098-7E11-4C1A-9468-CC39869B065B}"/>
              </a:ext>
            </a:extLst>
          </p:cNvPr>
          <p:cNvSpPr>
            <a:spLocks noGrp="1"/>
          </p:cNvSpPr>
          <p:nvPr/>
        </p:nvSpPr>
        <p:spPr>
          <a:xfrm>
            <a:off x="3463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F1_main_prauc_1298">
            <a:extLst>
              <a:ext uri="{FF2B5EF4-FFF2-40B4-BE49-F238E27FC236}">
                <a16:creationId xmlns:a16="http://schemas.microsoft.com/office/drawing/2014/main" id="{D07AEDEB-7B68-493B-AB53-79C06E1B79C6}"/>
              </a:ext>
            </a:extLst>
          </p:cNvPr>
          <p:cNvSpPr>
            <a:spLocks noGrp="1"/>
          </p:cNvSpPr>
          <p:nvPr/>
        </p:nvSpPr>
        <p:spPr>
          <a:xfrm>
            <a:off x="3450843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F1_main_prauc_1299">
            <a:extLst>
              <a:ext uri="{FF2B5EF4-FFF2-40B4-BE49-F238E27FC236}">
                <a16:creationId xmlns:a16="http://schemas.microsoft.com/office/drawing/2014/main" id="{7A7D082D-9594-4FB2-B223-848C8AA6C13E}"/>
              </a:ext>
            </a:extLst>
          </p:cNvPr>
          <p:cNvSpPr>
            <a:spLocks noGrp="1"/>
          </p:cNvSpPr>
          <p:nvPr/>
        </p:nvSpPr>
        <p:spPr>
          <a:xfrm>
            <a:off x="351651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F1_main_prauc_1300">
            <a:extLst>
              <a:ext uri="{FF2B5EF4-FFF2-40B4-BE49-F238E27FC236}">
                <a16:creationId xmlns:a16="http://schemas.microsoft.com/office/drawing/2014/main" id="{83A7CB59-677E-4CD9-AD1F-EF40AD8157E3}"/>
              </a:ext>
            </a:extLst>
          </p:cNvPr>
          <p:cNvSpPr>
            <a:spLocks noGrp="1"/>
          </p:cNvSpPr>
          <p:nvPr/>
        </p:nvSpPr>
        <p:spPr>
          <a:xfrm>
            <a:off x="338374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F1_main_prauc_1301">
            <a:extLst>
              <a:ext uri="{FF2B5EF4-FFF2-40B4-BE49-F238E27FC236}">
                <a16:creationId xmlns:a16="http://schemas.microsoft.com/office/drawing/2014/main" id="{A3EC928B-500B-4DAE-90DE-D8BC72137B02}"/>
              </a:ext>
            </a:extLst>
          </p:cNvPr>
          <p:cNvSpPr>
            <a:spLocks noGrp="1"/>
          </p:cNvSpPr>
          <p:nvPr/>
        </p:nvSpPr>
        <p:spPr>
          <a:xfrm>
            <a:off x="34076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F1_main_prauc_1302">
            <a:extLst>
              <a:ext uri="{FF2B5EF4-FFF2-40B4-BE49-F238E27FC236}">
                <a16:creationId xmlns:a16="http://schemas.microsoft.com/office/drawing/2014/main" id="{5F4F0229-CA45-4D2A-86F7-5E314E6946A7}"/>
              </a:ext>
            </a:extLst>
          </p:cNvPr>
          <p:cNvSpPr>
            <a:spLocks noGrp="1"/>
          </p:cNvSpPr>
          <p:nvPr/>
        </p:nvSpPr>
        <p:spPr>
          <a:xfrm>
            <a:off x="3524672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F1_main_prauc_1303">
            <a:extLst>
              <a:ext uri="{FF2B5EF4-FFF2-40B4-BE49-F238E27FC236}">
                <a16:creationId xmlns:a16="http://schemas.microsoft.com/office/drawing/2014/main" id="{0FC1B2B6-70A3-4386-8869-C3D82E62E5D8}"/>
              </a:ext>
            </a:extLst>
          </p:cNvPr>
          <p:cNvSpPr>
            <a:spLocks noGrp="1"/>
          </p:cNvSpPr>
          <p:nvPr/>
        </p:nvSpPr>
        <p:spPr>
          <a:xfrm>
            <a:off x="352013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F1_main_prauc_1304">
            <a:extLst>
              <a:ext uri="{FF2B5EF4-FFF2-40B4-BE49-F238E27FC236}">
                <a16:creationId xmlns:a16="http://schemas.microsoft.com/office/drawing/2014/main" id="{8E85D5AB-A8BA-4B45-AE8C-5EC59E6D59C5}"/>
              </a:ext>
            </a:extLst>
          </p:cNvPr>
          <p:cNvSpPr>
            <a:spLocks noGrp="1"/>
          </p:cNvSpPr>
          <p:nvPr/>
        </p:nvSpPr>
        <p:spPr>
          <a:xfrm>
            <a:off x="34484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F1_main_prauc_1305">
            <a:extLst>
              <a:ext uri="{FF2B5EF4-FFF2-40B4-BE49-F238E27FC236}">
                <a16:creationId xmlns:a16="http://schemas.microsoft.com/office/drawing/2014/main" id="{7D917020-2123-48ED-BA69-30A86DD52AF3}"/>
              </a:ext>
            </a:extLst>
          </p:cNvPr>
          <p:cNvSpPr>
            <a:spLocks noGrp="1"/>
          </p:cNvSpPr>
          <p:nvPr/>
        </p:nvSpPr>
        <p:spPr>
          <a:xfrm>
            <a:off x="3419030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F1_main_prauc_1306">
            <a:extLst>
              <a:ext uri="{FF2B5EF4-FFF2-40B4-BE49-F238E27FC236}">
                <a16:creationId xmlns:a16="http://schemas.microsoft.com/office/drawing/2014/main" id="{EE34FCB0-063E-4672-AE7C-0CBBE9534E11}"/>
              </a:ext>
            </a:extLst>
          </p:cNvPr>
          <p:cNvSpPr>
            <a:spLocks noGrp="1"/>
          </p:cNvSpPr>
          <p:nvPr/>
        </p:nvSpPr>
        <p:spPr>
          <a:xfrm>
            <a:off x="343720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F1_main_prauc_1307">
            <a:extLst>
              <a:ext uri="{FF2B5EF4-FFF2-40B4-BE49-F238E27FC236}">
                <a16:creationId xmlns:a16="http://schemas.microsoft.com/office/drawing/2014/main" id="{A150C97B-EE0F-4318-8552-244978A300E2}"/>
              </a:ext>
            </a:extLst>
          </p:cNvPr>
          <p:cNvSpPr>
            <a:spLocks noGrp="1"/>
          </p:cNvSpPr>
          <p:nvPr/>
        </p:nvSpPr>
        <p:spPr>
          <a:xfrm>
            <a:off x="35711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F1_main_prauc_1308">
            <a:extLst>
              <a:ext uri="{FF2B5EF4-FFF2-40B4-BE49-F238E27FC236}">
                <a16:creationId xmlns:a16="http://schemas.microsoft.com/office/drawing/2014/main" id="{4A346858-B71C-48B4-BA9C-97BFB6633A70}"/>
              </a:ext>
            </a:extLst>
          </p:cNvPr>
          <p:cNvSpPr>
            <a:spLocks noGrp="1"/>
          </p:cNvSpPr>
          <p:nvPr/>
        </p:nvSpPr>
        <p:spPr>
          <a:xfrm>
            <a:off x="35635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F1_main_prauc_1309">
            <a:extLst>
              <a:ext uri="{FF2B5EF4-FFF2-40B4-BE49-F238E27FC236}">
                <a16:creationId xmlns:a16="http://schemas.microsoft.com/office/drawing/2014/main" id="{0C803EC2-988B-4836-AD89-6D001A2688AB}"/>
              </a:ext>
            </a:extLst>
          </p:cNvPr>
          <p:cNvSpPr>
            <a:spLocks noGrp="1"/>
          </p:cNvSpPr>
          <p:nvPr/>
        </p:nvSpPr>
        <p:spPr>
          <a:xfrm>
            <a:off x="35545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F1_main_prauc_1310">
            <a:extLst>
              <a:ext uri="{FF2B5EF4-FFF2-40B4-BE49-F238E27FC236}">
                <a16:creationId xmlns:a16="http://schemas.microsoft.com/office/drawing/2014/main" id="{E9DFE604-BD99-4EB3-8E9A-FD8105B931DF}"/>
              </a:ext>
            </a:extLst>
          </p:cNvPr>
          <p:cNvSpPr>
            <a:spLocks noGrp="1"/>
          </p:cNvSpPr>
          <p:nvPr/>
        </p:nvSpPr>
        <p:spPr>
          <a:xfrm>
            <a:off x="3531046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F1_main_prauc_1311">
            <a:extLst>
              <a:ext uri="{FF2B5EF4-FFF2-40B4-BE49-F238E27FC236}">
                <a16:creationId xmlns:a16="http://schemas.microsoft.com/office/drawing/2014/main" id="{B3416051-72DD-4F0A-B638-9D6A661E4E5D}"/>
              </a:ext>
            </a:extLst>
          </p:cNvPr>
          <p:cNvSpPr>
            <a:spLocks noGrp="1"/>
          </p:cNvSpPr>
          <p:nvPr/>
        </p:nvSpPr>
        <p:spPr>
          <a:xfrm>
            <a:off x="33589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F1_main_prauc_1312">
            <a:extLst>
              <a:ext uri="{FF2B5EF4-FFF2-40B4-BE49-F238E27FC236}">
                <a16:creationId xmlns:a16="http://schemas.microsoft.com/office/drawing/2014/main" id="{AD69A56B-B74A-4BA4-BE14-0A961978AE66}"/>
              </a:ext>
            </a:extLst>
          </p:cNvPr>
          <p:cNvSpPr>
            <a:spLocks noGrp="1"/>
          </p:cNvSpPr>
          <p:nvPr/>
        </p:nvSpPr>
        <p:spPr>
          <a:xfrm>
            <a:off x="3403264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F1_main_prauc_1313">
            <a:extLst>
              <a:ext uri="{FF2B5EF4-FFF2-40B4-BE49-F238E27FC236}">
                <a16:creationId xmlns:a16="http://schemas.microsoft.com/office/drawing/2014/main" id="{C01FBFAF-2266-4FC3-9921-D973F03285E3}"/>
              </a:ext>
            </a:extLst>
          </p:cNvPr>
          <p:cNvSpPr>
            <a:spLocks noGrp="1"/>
          </p:cNvSpPr>
          <p:nvPr/>
        </p:nvSpPr>
        <p:spPr>
          <a:xfrm>
            <a:off x="50357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F1_main_prauc_1314">
            <a:extLst>
              <a:ext uri="{FF2B5EF4-FFF2-40B4-BE49-F238E27FC236}">
                <a16:creationId xmlns:a16="http://schemas.microsoft.com/office/drawing/2014/main" id="{B29BC3BF-AD1A-4FDC-B40A-F6C94BACD0BE}"/>
              </a:ext>
            </a:extLst>
          </p:cNvPr>
          <p:cNvSpPr>
            <a:spLocks noGrp="1"/>
          </p:cNvSpPr>
          <p:nvPr/>
        </p:nvSpPr>
        <p:spPr>
          <a:xfrm>
            <a:off x="4915990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F1_main_prauc_1315">
            <a:extLst>
              <a:ext uri="{FF2B5EF4-FFF2-40B4-BE49-F238E27FC236}">
                <a16:creationId xmlns:a16="http://schemas.microsoft.com/office/drawing/2014/main" id="{AA4D2099-D3D6-4D32-A4E9-F141089E02E7}"/>
              </a:ext>
            </a:extLst>
          </p:cNvPr>
          <p:cNvSpPr>
            <a:spLocks noGrp="1"/>
          </p:cNvSpPr>
          <p:nvPr/>
        </p:nvSpPr>
        <p:spPr>
          <a:xfrm>
            <a:off x="50872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F1_main_prauc_1316">
            <a:extLst>
              <a:ext uri="{FF2B5EF4-FFF2-40B4-BE49-F238E27FC236}">
                <a16:creationId xmlns:a16="http://schemas.microsoft.com/office/drawing/2014/main" id="{3DF460A0-3DE8-4F6C-919A-0815C246FB2E}"/>
              </a:ext>
            </a:extLst>
          </p:cNvPr>
          <p:cNvSpPr>
            <a:spLocks noGrp="1"/>
          </p:cNvSpPr>
          <p:nvPr/>
        </p:nvSpPr>
        <p:spPr>
          <a:xfrm>
            <a:off x="50213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F1_main_prauc_1317">
            <a:extLst>
              <a:ext uri="{FF2B5EF4-FFF2-40B4-BE49-F238E27FC236}">
                <a16:creationId xmlns:a16="http://schemas.microsoft.com/office/drawing/2014/main" id="{652C2AC2-96BE-4D7A-A5AD-78CB82B9CCE3}"/>
              </a:ext>
            </a:extLst>
          </p:cNvPr>
          <p:cNvSpPr>
            <a:spLocks noGrp="1"/>
          </p:cNvSpPr>
          <p:nvPr/>
        </p:nvSpPr>
        <p:spPr>
          <a:xfrm>
            <a:off x="5004494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F1_main_prauc_1318">
            <a:extLst>
              <a:ext uri="{FF2B5EF4-FFF2-40B4-BE49-F238E27FC236}">
                <a16:creationId xmlns:a16="http://schemas.microsoft.com/office/drawing/2014/main" id="{60F7AEAF-BDAC-4B9D-83AE-1008003DBDF7}"/>
              </a:ext>
            </a:extLst>
          </p:cNvPr>
          <p:cNvSpPr>
            <a:spLocks noGrp="1"/>
          </p:cNvSpPr>
          <p:nvPr/>
        </p:nvSpPr>
        <p:spPr>
          <a:xfrm>
            <a:off x="49687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F1_main_prauc_1319">
            <a:extLst>
              <a:ext uri="{FF2B5EF4-FFF2-40B4-BE49-F238E27FC236}">
                <a16:creationId xmlns:a16="http://schemas.microsoft.com/office/drawing/2014/main" id="{A9984D63-4BC5-4F55-90B5-912E03F5F5A8}"/>
              </a:ext>
            </a:extLst>
          </p:cNvPr>
          <p:cNvSpPr>
            <a:spLocks noGrp="1"/>
          </p:cNvSpPr>
          <p:nvPr/>
        </p:nvSpPr>
        <p:spPr>
          <a:xfrm>
            <a:off x="4989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F1_main_prauc_1320">
            <a:extLst>
              <a:ext uri="{FF2B5EF4-FFF2-40B4-BE49-F238E27FC236}">
                <a16:creationId xmlns:a16="http://schemas.microsoft.com/office/drawing/2014/main" id="{D3E765E3-029F-449C-BCCA-6A5AE67F06EB}"/>
              </a:ext>
            </a:extLst>
          </p:cNvPr>
          <p:cNvSpPr>
            <a:spLocks noGrp="1"/>
          </p:cNvSpPr>
          <p:nvPr/>
        </p:nvSpPr>
        <p:spPr>
          <a:xfrm>
            <a:off x="49779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F1_main_prauc_1321">
            <a:extLst>
              <a:ext uri="{FF2B5EF4-FFF2-40B4-BE49-F238E27FC236}">
                <a16:creationId xmlns:a16="http://schemas.microsoft.com/office/drawing/2014/main" id="{806DA6BA-C661-488A-AC78-ABE4F429783F}"/>
              </a:ext>
            </a:extLst>
          </p:cNvPr>
          <p:cNvSpPr>
            <a:spLocks noGrp="1"/>
          </p:cNvSpPr>
          <p:nvPr/>
        </p:nvSpPr>
        <p:spPr>
          <a:xfrm>
            <a:off x="4965629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F1_main_prauc_1322">
            <a:extLst>
              <a:ext uri="{FF2B5EF4-FFF2-40B4-BE49-F238E27FC236}">
                <a16:creationId xmlns:a16="http://schemas.microsoft.com/office/drawing/2014/main" id="{347C92AC-5442-424C-ADB7-FDCB45CEFCF7}"/>
              </a:ext>
            </a:extLst>
          </p:cNvPr>
          <p:cNvSpPr>
            <a:spLocks noGrp="1"/>
          </p:cNvSpPr>
          <p:nvPr/>
        </p:nvSpPr>
        <p:spPr>
          <a:xfrm>
            <a:off x="51220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F1_main_prauc_1323">
            <a:extLst>
              <a:ext uri="{FF2B5EF4-FFF2-40B4-BE49-F238E27FC236}">
                <a16:creationId xmlns:a16="http://schemas.microsoft.com/office/drawing/2014/main" id="{8E031C0F-63C0-4C62-9814-79E72BABD72D}"/>
              </a:ext>
            </a:extLst>
          </p:cNvPr>
          <p:cNvSpPr>
            <a:spLocks noGrp="1"/>
          </p:cNvSpPr>
          <p:nvPr/>
        </p:nvSpPr>
        <p:spPr>
          <a:xfrm>
            <a:off x="5067431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F1_main_prauc_1324">
            <a:extLst>
              <a:ext uri="{FF2B5EF4-FFF2-40B4-BE49-F238E27FC236}">
                <a16:creationId xmlns:a16="http://schemas.microsoft.com/office/drawing/2014/main" id="{C86DDFD9-27DB-4275-A3A7-D334CF6AF043}"/>
              </a:ext>
            </a:extLst>
          </p:cNvPr>
          <p:cNvSpPr>
            <a:spLocks noGrp="1"/>
          </p:cNvSpPr>
          <p:nvPr/>
        </p:nvSpPr>
        <p:spPr>
          <a:xfrm>
            <a:off x="502599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F1_main_prauc_1325">
            <a:extLst>
              <a:ext uri="{FF2B5EF4-FFF2-40B4-BE49-F238E27FC236}">
                <a16:creationId xmlns:a16="http://schemas.microsoft.com/office/drawing/2014/main" id="{0FD0C8C4-6F5D-45EE-A390-036EF9C170BE}"/>
              </a:ext>
            </a:extLst>
          </p:cNvPr>
          <p:cNvSpPr>
            <a:spLocks noGrp="1"/>
          </p:cNvSpPr>
          <p:nvPr/>
        </p:nvSpPr>
        <p:spPr>
          <a:xfrm>
            <a:off x="507790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F1_main_prauc_1326">
            <a:extLst>
              <a:ext uri="{FF2B5EF4-FFF2-40B4-BE49-F238E27FC236}">
                <a16:creationId xmlns:a16="http://schemas.microsoft.com/office/drawing/2014/main" id="{F75CC0EB-66C7-4FBA-909A-62A8B3FF49D8}"/>
              </a:ext>
            </a:extLst>
          </p:cNvPr>
          <p:cNvSpPr>
            <a:spLocks noGrp="1"/>
          </p:cNvSpPr>
          <p:nvPr/>
        </p:nvSpPr>
        <p:spPr>
          <a:xfrm>
            <a:off x="505130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F1_main_prauc_1327">
            <a:extLst>
              <a:ext uri="{FF2B5EF4-FFF2-40B4-BE49-F238E27FC236}">
                <a16:creationId xmlns:a16="http://schemas.microsoft.com/office/drawing/2014/main" id="{E419D702-9D84-43BF-9359-06D99F7A8EFB}"/>
              </a:ext>
            </a:extLst>
          </p:cNvPr>
          <p:cNvSpPr>
            <a:spLocks noGrp="1"/>
          </p:cNvSpPr>
          <p:nvPr/>
        </p:nvSpPr>
        <p:spPr>
          <a:xfrm>
            <a:off x="506601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F1_main_prauc_1328">
            <a:extLst>
              <a:ext uri="{FF2B5EF4-FFF2-40B4-BE49-F238E27FC236}">
                <a16:creationId xmlns:a16="http://schemas.microsoft.com/office/drawing/2014/main" id="{FB8DADB7-5961-498A-9400-4439BD093EE7}"/>
              </a:ext>
            </a:extLst>
          </p:cNvPr>
          <p:cNvSpPr>
            <a:spLocks noGrp="1"/>
          </p:cNvSpPr>
          <p:nvPr/>
        </p:nvSpPr>
        <p:spPr>
          <a:xfrm>
            <a:off x="49953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F1_main_prauc_1329">
            <a:extLst>
              <a:ext uri="{FF2B5EF4-FFF2-40B4-BE49-F238E27FC236}">
                <a16:creationId xmlns:a16="http://schemas.microsoft.com/office/drawing/2014/main" id="{69BA7983-2487-418E-A2B0-AE8FDC04990E}"/>
              </a:ext>
            </a:extLst>
          </p:cNvPr>
          <p:cNvSpPr>
            <a:spLocks noGrp="1"/>
          </p:cNvSpPr>
          <p:nvPr/>
        </p:nvSpPr>
        <p:spPr>
          <a:xfrm>
            <a:off x="50533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F1_main_prauc_1330">
            <a:extLst>
              <a:ext uri="{FF2B5EF4-FFF2-40B4-BE49-F238E27FC236}">
                <a16:creationId xmlns:a16="http://schemas.microsoft.com/office/drawing/2014/main" id="{6EA9F583-03C8-4BDE-BA2E-0E14AC925EDF}"/>
              </a:ext>
            </a:extLst>
          </p:cNvPr>
          <p:cNvSpPr>
            <a:spLocks noGrp="1"/>
          </p:cNvSpPr>
          <p:nvPr/>
        </p:nvSpPr>
        <p:spPr>
          <a:xfrm>
            <a:off x="5038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F1_main_prauc_1331">
            <a:extLst>
              <a:ext uri="{FF2B5EF4-FFF2-40B4-BE49-F238E27FC236}">
                <a16:creationId xmlns:a16="http://schemas.microsoft.com/office/drawing/2014/main" id="{15A7583A-ACED-40EC-B099-D90CBC4FB372}"/>
              </a:ext>
            </a:extLst>
          </p:cNvPr>
          <p:cNvSpPr>
            <a:spLocks noGrp="1"/>
          </p:cNvSpPr>
          <p:nvPr/>
        </p:nvSpPr>
        <p:spPr>
          <a:xfrm>
            <a:off x="503746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F1_main_prauc_1332">
            <a:extLst>
              <a:ext uri="{FF2B5EF4-FFF2-40B4-BE49-F238E27FC236}">
                <a16:creationId xmlns:a16="http://schemas.microsoft.com/office/drawing/2014/main" id="{DEEECB78-029E-43F1-8407-B0DD2732C3C3}"/>
              </a:ext>
            </a:extLst>
          </p:cNvPr>
          <p:cNvSpPr>
            <a:spLocks noGrp="1"/>
          </p:cNvSpPr>
          <p:nvPr/>
        </p:nvSpPr>
        <p:spPr>
          <a:xfrm>
            <a:off x="514207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F1_main_prauc_1333">
            <a:extLst>
              <a:ext uri="{FF2B5EF4-FFF2-40B4-BE49-F238E27FC236}">
                <a16:creationId xmlns:a16="http://schemas.microsoft.com/office/drawing/2014/main" id="{CAAD95AB-F1B5-4FE5-AFC0-8C5F0B875B5B}"/>
              </a:ext>
            </a:extLst>
          </p:cNvPr>
          <p:cNvSpPr>
            <a:spLocks noGrp="1"/>
          </p:cNvSpPr>
          <p:nvPr/>
        </p:nvSpPr>
        <p:spPr>
          <a:xfrm>
            <a:off x="5090194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F1_main_prauc_1334">
            <a:extLst>
              <a:ext uri="{FF2B5EF4-FFF2-40B4-BE49-F238E27FC236}">
                <a16:creationId xmlns:a16="http://schemas.microsoft.com/office/drawing/2014/main" id="{73020468-FF5D-44AD-B0CF-B58081F3E6C5}"/>
              </a:ext>
            </a:extLst>
          </p:cNvPr>
          <p:cNvSpPr>
            <a:spLocks noGrp="1"/>
          </p:cNvSpPr>
          <p:nvPr/>
        </p:nvSpPr>
        <p:spPr>
          <a:xfrm>
            <a:off x="502547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F1_main_prauc_1335">
            <a:extLst>
              <a:ext uri="{FF2B5EF4-FFF2-40B4-BE49-F238E27FC236}">
                <a16:creationId xmlns:a16="http://schemas.microsoft.com/office/drawing/2014/main" id="{E66DD511-A79F-48D4-84BB-72BF90350608}"/>
              </a:ext>
            </a:extLst>
          </p:cNvPr>
          <p:cNvSpPr>
            <a:spLocks noGrp="1"/>
          </p:cNvSpPr>
          <p:nvPr/>
        </p:nvSpPr>
        <p:spPr>
          <a:xfrm>
            <a:off x="4967610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F1_main_prauc_1336">
            <a:extLst>
              <a:ext uri="{FF2B5EF4-FFF2-40B4-BE49-F238E27FC236}">
                <a16:creationId xmlns:a16="http://schemas.microsoft.com/office/drawing/2014/main" id="{6B981A4C-21ED-4170-B807-548706DFD844}"/>
              </a:ext>
            </a:extLst>
          </p:cNvPr>
          <p:cNvSpPr>
            <a:spLocks noGrp="1"/>
          </p:cNvSpPr>
          <p:nvPr/>
        </p:nvSpPr>
        <p:spPr>
          <a:xfrm>
            <a:off x="4955265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F1_main_prauc_1337">
            <a:extLst>
              <a:ext uri="{FF2B5EF4-FFF2-40B4-BE49-F238E27FC236}">
                <a16:creationId xmlns:a16="http://schemas.microsoft.com/office/drawing/2014/main" id="{F82F0187-B859-46A7-99F2-84313979823A}"/>
              </a:ext>
            </a:extLst>
          </p:cNvPr>
          <p:cNvSpPr>
            <a:spLocks noGrp="1"/>
          </p:cNvSpPr>
          <p:nvPr/>
        </p:nvSpPr>
        <p:spPr>
          <a:xfrm>
            <a:off x="507310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F1_main_prauc_1338">
            <a:extLst>
              <a:ext uri="{FF2B5EF4-FFF2-40B4-BE49-F238E27FC236}">
                <a16:creationId xmlns:a16="http://schemas.microsoft.com/office/drawing/2014/main" id="{5AEC39C4-6681-4B15-AF42-FE79DDFACF54}"/>
              </a:ext>
            </a:extLst>
          </p:cNvPr>
          <p:cNvSpPr>
            <a:spLocks noGrp="1"/>
          </p:cNvSpPr>
          <p:nvPr/>
        </p:nvSpPr>
        <p:spPr>
          <a:xfrm>
            <a:off x="50101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F1_main_prauc_1339">
            <a:extLst>
              <a:ext uri="{FF2B5EF4-FFF2-40B4-BE49-F238E27FC236}">
                <a16:creationId xmlns:a16="http://schemas.microsoft.com/office/drawing/2014/main" id="{FCA17557-5897-402D-81C4-1E73CF37F41E}"/>
              </a:ext>
            </a:extLst>
          </p:cNvPr>
          <p:cNvSpPr>
            <a:spLocks noGrp="1"/>
          </p:cNvSpPr>
          <p:nvPr/>
        </p:nvSpPr>
        <p:spPr>
          <a:xfrm>
            <a:off x="5129240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F1_main_prauc_1340">
            <a:extLst>
              <a:ext uri="{FF2B5EF4-FFF2-40B4-BE49-F238E27FC236}">
                <a16:creationId xmlns:a16="http://schemas.microsoft.com/office/drawing/2014/main" id="{CD1ECEB4-FD19-463C-900E-99D7FAE14D57}"/>
              </a:ext>
            </a:extLst>
          </p:cNvPr>
          <p:cNvSpPr>
            <a:spLocks noGrp="1"/>
          </p:cNvSpPr>
          <p:nvPr/>
        </p:nvSpPr>
        <p:spPr>
          <a:xfrm>
            <a:off x="51276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F1_main_prauc_1341">
            <a:extLst>
              <a:ext uri="{FF2B5EF4-FFF2-40B4-BE49-F238E27FC236}">
                <a16:creationId xmlns:a16="http://schemas.microsoft.com/office/drawing/2014/main" id="{9E19DA72-8488-4E43-B059-D641A62070E7}"/>
              </a:ext>
            </a:extLst>
          </p:cNvPr>
          <p:cNvSpPr>
            <a:spLocks noGrp="1"/>
          </p:cNvSpPr>
          <p:nvPr/>
        </p:nvSpPr>
        <p:spPr>
          <a:xfrm>
            <a:off x="5045397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F1_main_prauc_1342">
            <a:extLst>
              <a:ext uri="{FF2B5EF4-FFF2-40B4-BE49-F238E27FC236}">
                <a16:creationId xmlns:a16="http://schemas.microsoft.com/office/drawing/2014/main" id="{0927A2F8-386C-4815-AFB6-C4E6CDF9CB3C}"/>
              </a:ext>
            </a:extLst>
          </p:cNvPr>
          <p:cNvSpPr>
            <a:spLocks noGrp="1"/>
          </p:cNvSpPr>
          <p:nvPr/>
        </p:nvSpPr>
        <p:spPr>
          <a:xfrm>
            <a:off x="49175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F1_main_prauc_1343">
            <a:extLst>
              <a:ext uri="{FF2B5EF4-FFF2-40B4-BE49-F238E27FC236}">
                <a16:creationId xmlns:a16="http://schemas.microsoft.com/office/drawing/2014/main" id="{7D9A3543-EC91-4FCC-A741-9F8F71D80FC7}"/>
              </a:ext>
            </a:extLst>
          </p:cNvPr>
          <p:cNvSpPr>
            <a:spLocks noGrp="1"/>
          </p:cNvSpPr>
          <p:nvPr/>
        </p:nvSpPr>
        <p:spPr>
          <a:xfrm>
            <a:off x="5149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F1_main_prauc_1344">
            <a:extLst>
              <a:ext uri="{FF2B5EF4-FFF2-40B4-BE49-F238E27FC236}">
                <a16:creationId xmlns:a16="http://schemas.microsoft.com/office/drawing/2014/main" id="{9A0C5ED9-220A-4888-A37C-2909C79AB5DD}"/>
              </a:ext>
            </a:extLst>
          </p:cNvPr>
          <p:cNvSpPr>
            <a:spLocks noGrp="1"/>
          </p:cNvSpPr>
          <p:nvPr/>
        </p:nvSpPr>
        <p:spPr>
          <a:xfrm>
            <a:off x="497029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F1_main_prauc_1345">
            <a:extLst>
              <a:ext uri="{FF2B5EF4-FFF2-40B4-BE49-F238E27FC236}">
                <a16:creationId xmlns:a16="http://schemas.microsoft.com/office/drawing/2014/main" id="{0CB84416-FE7A-4DC2-9D01-F3B5D9BDE83B}"/>
              </a:ext>
            </a:extLst>
          </p:cNvPr>
          <p:cNvSpPr>
            <a:spLocks noGrp="1"/>
          </p:cNvSpPr>
          <p:nvPr/>
        </p:nvSpPr>
        <p:spPr>
          <a:xfrm>
            <a:off x="50122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F1_main_prauc_1346">
            <a:extLst>
              <a:ext uri="{FF2B5EF4-FFF2-40B4-BE49-F238E27FC236}">
                <a16:creationId xmlns:a16="http://schemas.microsoft.com/office/drawing/2014/main" id="{5AF9137F-A5EB-40ED-8010-D9116C46A1CC}"/>
              </a:ext>
            </a:extLst>
          </p:cNvPr>
          <p:cNvSpPr>
            <a:spLocks noGrp="1"/>
          </p:cNvSpPr>
          <p:nvPr/>
        </p:nvSpPr>
        <p:spPr>
          <a:xfrm>
            <a:off x="501292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F1_main_prauc_1347">
            <a:extLst>
              <a:ext uri="{FF2B5EF4-FFF2-40B4-BE49-F238E27FC236}">
                <a16:creationId xmlns:a16="http://schemas.microsoft.com/office/drawing/2014/main" id="{16F99F10-E1CE-422C-83B6-449258FB5A9E}"/>
              </a:ext>
            </a:extLst>
          </p:cNvPr>
          <p:cNvSpPr>
            <a:spLocks noGrp="1"/>
          </p:cNvSpPr>
          <p:nvPr/>
        </p:nvSpPr>
        <p:spPr>
          <a:xfrm>
            <a:off x="49517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F1_main_prauc_1348">
            <a:extLst>
              <a:ext uri="{FF2B5EF4-FFF2-40B4-BE49-F238E27FC236}">
                <a16:creationId xmlns:a16="http://schemas.microsoft.com/office/drawing/2014/main" id="{D34CEA64-8724-434F-8320-1284203427DA}"/>
              </a:ext>
            </a:extLst>
          </p:cNvPr>
          <p:cNvSpPr>
            <a:spLocks noGrp="1"/>
          </p:cNvSpPr>
          <p:nvPr/>
        </p:nvSpPr>
        <p:spPr>
          <a:xfrm>
            <a:off x="49958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F1_main_prauc_1349">
            <a:extLst>
              <a:ext uri="{FF2B5EF4-FFF2-40B4-BE49-F238E27FC236}">
                <a16:creationId xmlns:a16="http://schemas.microsoft.com/office/drawing/2014/main" id="{76BC35BA-3676-4024-9286-76E9FD5C6A90}"/>
              </a:ext>
            </a:extLst>
          </p:cNvPr>
          <p:cNvSpPr>
            <a:spLocks noGrp="1"/>
          </p:cNvSpPr>
          <p:nvPr/>
        </p:nvSpPr>
        <p:spPr>
          <a:xfrm>
            <a:off x="49995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F1_main_prauc_1350">
            <a:extLst>
              <a:ext uri="{FF2B5EF4-FFF2-40B4-BE49-F238E27FC236}">
                <a16:creationId xmlns:a16="http://schemas.microsoft.com/office/drawing/2014/main" id="{DBA395D6-2195-4583-8FBD-32F9C7C6B6D4}"/>
              </a:ext>
            </a:extLst>
          </p:cNvPr>
          <p:cNvSpPr>
            <a:spLocks noGrp="1"/>
          </p:cNvSpPr>
          <p:nvPr/>
        </p:nvSpPr>
        <p:spPr>
          <a:xfrm>
            <a:off x="50768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F1_main_prauc_1351">
            <a:extLst>
              <a:ext uri="{FF2B5EF4-FFF2-40B4-BE49-F238E27FC236}">
                <a16:creationId xmlns:a16="http://schemas.microsoft.com/office/drawing/2014/main" id="{9B2D2297-2326-4962-8E09-D8F46DE4E605}"/>
              </a:ext>
            </a:extLst>
          </p:cNvPr>
          <p:cNvSpPr>
            <a:spLocks noGrp="1"/>
          </p:cNvSpPr>
          <p:nvPr/>
        </p:nvSpPr>
        <p:spPr>
          <a:xfrm>
            <a:off x="492352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F1_main_prauc_1352">
            <a:extLst>
              <a:ext uri="{FF2B5EF4-FFF2-40B4-BE49-F238E27FC236}">
                <a16:creationId xmlns:a16="http://schemas.microsoft.com/office/drawing/2014/main" id="{AE2948E5-394E-4C2A-BE7F-C4593BC8CF83}"/>
              </a:ext>
            </a:extLst>
          </p:cNvPr>
          <p:cNvSpPr>
            <a:spLocks noGrp="1"/>
          </p:cNvSpPr>
          <p:nvPr/>
        </p:nvSpPr>
        <p:spPr>
          <a:xfrm>
            <a:off x="5096001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F1_main_prauc_1353">
            <a:extLst>
              <a:ext uri="{FF2B5EF4-FFF2-40B4-BE49-F238E27FC236}">
                <a16:creationId xmlns:a16="http://schemas.microsoft.com/office/drawing/2014/main" id="{31E5EAF6-60E9-4741-9307-649943C39AEE}"/>
              </a:ext>
            </a:extLst>
          </p:cNvPr>
          <p:cNvSpPr>
            <a:spLocks noGrp="1"/>
          </p:cNvSpPr>
          <p:nvPr/>
        </p:nvSpPr>
        <p:spPr>
          <a:xfrm>
            <a:off x="493354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F1_main_prauc_1354">
            <a:extLst>
              <a:ext uri="{FF2B5EF4-FFF2-40B4-BE49-F238E27FC236}">
                <a16:creationId xmlns:a16="http://schemas.microsoft.com/office/drawing/2014/main" id="{B68359F7-FD71-433D-9026-AA3CF000DDB9}"/>
              </a:ext>
            </a:extLst>
          </p:cNvPr>
          <p:cNvSpPr>
            <a:spLocks noGrp="1"/>
          </p:cNvSpPr>
          <p:nvPr/>
        </p:nvSpPr>
        <p:spPr>
          <a:xfrm>
            <a:off x="516718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F1_main_prauc_1355">
            <a:extLst>
              <a:ext uri="{FF2B5EF4-FFF2-40B4-BE49-F238E27FC236}">
                <a16:creationId xmlns:a16="http://schemas.microsoft.com/office/drawing/2014/main" id="{6CB9251A-53A6-4E0F-B1BA-83F67D2E0DDB}"/>
              </a:ext>
            </a:extLst>
          </p:cNvPr>
          <p:cNvSpPr>
            <a:spLocks noGrp="1"/>
          </p:cNvSpPr>
          <p:nvPr/>
        </p:nvSpPr>
        <p:spPr>
          <a:xfrm>
            <a:off x="49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F1_main_prauc_1356">
            <a:extLst>
              <a:ext uri="{FF2B5EF4-FFF2-40B4-BE49-F238E27FC236}">
                <a16:creationId xmlns:a16="http://schemas.microsoft.com/office/drawing/2014/main" id="{A50AE476-A775-4397-B75D-F566237D9D2D}"/>
              </a:ext>
            </a:extLst>
          </p:cNvPr>
          <p:cNvSpPr>
            <a:spLocks noGrp="1"/>
          </p:cNvSpPr>
          <p:nvPr/>
        </p:nvSpPr>
        <p:spPr>
          <a:xfrm>
            <a:off x="5064841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F1_main_prauc_1357">
            <a:extLst>
              <a:ext uri="{FF2B5EF4-FFF2-40B4-BE49-F238E27FC236}">
                <a16:creationId xmlns:a16="http://schemas.microsoft.com/office/drawing/2014/main" id="{CFDF6553-F072-4804-909A-3D0511013A0F}"/>
              </a:ext>
            </a:extLst>
          </p:cNvPr>
          <p:cNvSpPr>
            <a:spLocks noGrp="1"/>
          </p:cNvSpPr>
          <p:nvPr/>
        </p:nvSpPr>
        <p:spPr>
          <a:xfrm>
            <a:off x="51157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F1_main_prauc_1358">
            <a:extLst>
              <a:ext uri="{FF2B5EF4-FFF2-40B4-BE49-F238E27FC236}">
                <a16:creationId xmlns:a16="http://schemas.microsoft.com/office/drawing/2014/main" id="{300CE515-740A-4A7F-8F48-EABF98EF73F5}"/>
              </a:ext>
            </a:extLst>
          </p:cNvPr>
          <p:cNvSpPr>
            <a:spLocks noGrp="1"/>
          </p:cNvSpPr>
          <p:nvPr/>
        </p:nvSpPr>
        <p:spPr>
          <a:xfrm>
            <a:off x="5128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F1_main_prauc_1359">
            <a:extLst>
              <a:ext uri="{FF2B5EF4-FFF2-40B4-BE49-F238E27FC236}">
                <a16:creationId xmlns:a16="http://schemas.microsoft.com/office/drawing/2014/main" id="{9892D772-149D-45CD-879B-09E11F09ABBF}"/>
              </a:ext>
            </a:extLst>
          </p:cNvPr>
          <p:cNvSpPr>
            <a:spLocks noGrp="1"/>
          </p:cNvSpPr>
          <p:nvPr/>
        </p:nvSpPr>
        <p:spPr>
          <a:xfrm>
            <a:off x="4995495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F1_main_prauc_1360">
            <a:extLst>
              <a:ext uri="{FF2B5EF4-FFF2-40B4-BE49-F238E27FC236}">
                <a16:creationId xmlns:a16="http://schemas.microsoft.com/office/drawing/2014/main" id="{F2A36DEC-9810-443E-8CC8-95CE8EF0A687}"/>
              </a:ext>
            </a:extLst>
          </p:cNvPr>
          <p:cNvSpPr>
            <a:spLocks noGrp="1"/>
          </p:cNvSpPr>
          <p:nvPr/>
        </p:nvSpPr>
        <p:spPr>
          <a:xfrm>
            <a:off x="50039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F1_main_prauc_1361">
            <a:extLst>
              <a:ext uri="{FF2B5EF4-FFF2-40B4-BE49-F238E27FC236}">
                <a16:creationId xmlns:a16="http://schemas.microsoft.com/office/drawing/2014/main" id="{A0F33946-16FA-43AC-B711-6781E32D4971}"/>
              </a:ext>
            </a:extLst>
          </p:cNvPr>
          <p:cNvSpPr>
            <a:spLocks noGrp="1"/>
          </p:cNvSpPr>
          <p:nvPr/>
        </p:nvSpPr>
        <p:spPr>
          <a:xfrm>
            <a:off x="505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F1_main_prauc_1362">
            <a:extLst>
              <a:ext uri="{FF2B5EF4-FFF2-40B4-BE49-F238E27FC236}">
                <a16:creationId xmlns:a16="http://schemas.microsoft.com/office/drawing/2014/main" id="{253531FC-C036-40E0-8CB2-C0773DB46166}"/>
              </a:ext>
            </a:extLst>
          </p:cNvPr>
          <p:cNvSpPr>
            <a:spLocks noGrp="1"/>
          </p:cNvSpPr>
          <p:nvPr/>
        </p:nvSpPr>
        <p:spPr>
          <a:xfrm>
            <a:off x="4966752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F1_main_prauc_1363">
            <a:extLst>
              <a:ext uri="{FF2B5EF4-FFF2-40B4-BE49-F238E27FC236}">
                <a16:creationId xmlns:a16="http://schemas.microsoft.com/office/drawing/2014/main" id="{2FFF5247-1031-4401-BAE1-FEEAE051FD77}"/>
              </a:ext>
            </a:extLst>
          </p:cNvPr>
          <p:cNvSpPr>
            <a:spLocks noGrp="1"/>
          </p:cNvSpPr>
          <p:nvPr/>
        </p:nvSpPr>
        <p:spPr>
          <a:xfrm>
            <a:off x="5061943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F1_main_prauc_1364">
            <a:extLst>
              <a:ext uri="{FF2B5EF4-FFF2-40B4-BE49-F238E27FC236}">
                <a16:creationId xmlns:a16="http://schemas.microsoft.com/office/drawing/2014/main" id="{8AE21687-B4C7-4DB3-857B-BD66640EF500}"/>
              </a:ext>
            </a:extLst>
          </p:cNvPr>
          <p:cNvSpPr>
            <a:spLocks noGrp="1"/>
          </p:cNvSpPr>
          <p:nvPr/>
        </p:nvSpPr>
        <p:spPr>
          <a:xfrm>
            <a:off x="49230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F1_main_prauc_1365">
            <a:extLst>
              <a:ext uri="{FF2B5EF4-FFF2-40B4-BE49-F238E27FC236}">
                <a16:creationId xmlns:a16="http://schemas.microsoft.com/office/drawing/2014/main" id="{2F882257-11B0-47E2-A594-F0B465A7A0D7}"/>
              </a:ext>
            </a:extLst>
          </p:cNvPr>
          <p:cNvSpPr>
            <a:spLocks noGrp="1"/>
          </p:cNvSpPr>
          <p:nvPr/>
        </p:nvSpPr>
        <p:spPr>
          <a:xfrm>
            <a:off x="4967546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F1_main_prauc_1366">
            <a:extLst>
              <a:ext uri="{FF2B5EF4-FFF2-40B4-BE49-F238E27FC236}">
                <a16:creationId xmlns:a16="http://schemas.microsoft.com/office/drawing/2014/main" id="{EFE2B5E9-E116-4D8D-A9CB-CDEDABEB8519}"/>
              </a:ext>
            </a:extLst>
          </p:cNvPr>
          <p:cNvSpPr>
            <a:spLocks noGrp="1"/>
          </p:cNvSpPr>
          <p:nvPr/>
        </p:nvSpPr>
        <p:spPr>
          <a:xfrm>
            <a:off x="5117907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F1_main_prauc_1367">
            <a:extLst>
              <a:ext uri="{FF2B5EF4-FFF2-40B4-BE49-F238E27FC236}">
                <a16:creationId xmlns:a16="http://schemas.microsoft.com/office/drawing/2014/main" id="{45E69B64-C424-4846-A50A-7621D2F8A439}"/>
              </a:ext>
            </a:extLst>
          </p:cNvPr>
          <p:cNvSpPr>
            <a:spLocks noGrp="1"/>
          </p:cNvSpPr>
          <p:nvPr/>
        </p:nvSpPr>
        <p:spPr>
          <a:xfrm>
            <a:off x="5024428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F1_main_prauc_1368">
            <a:extLst>
              <a:ext uri="{FF2B5EF4-FFF2-40B4-BE49-F238E27FC236}">
                <a16:creationId xmlns:a16="http://schemas.microsoft.com/office/drawing/2014/main" id="{00145A79-FD5B-4349-AEBF-73627C46EA4B}"/>
              </a:ext>
            </a:extLst>
          </p:cNvPr>
          <p:cNvSpPr>
            <a:spLocks noGrp="1"/>
          </p:cNvSpPr>
          <p:nvPr/>
        </p:nvSpPr>
        <p:spPr>
          <a:xfrm>
            <a:off x="508988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F1_main_prauc_1369">
            <a:extLst>
              <a:ext uri="{FF2B5EF4-FFF2-40B4-BE49-F238E27FC236}">
                <a16:creationId xmlns:a16="http://schemas.microsoft.com/office/drawing/2014/main" id="{2EEE7054-537B-4851-A5EB-767D4BB18E01}"/>
              </a:ext>
            </a:extLst>
          </p:cNvPr>
          <p:cNvSpPr>
            <a:spLocks noGrp="1"/>
          </p:cNvSpPr>
          <p:nvPr/>
        </p:nvSpPr>
        <p:spPr>
          <a:xfrm>
            <a:off x="49627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F1_main_prauc_1370">
            <a:extLst>
              <a:ext uri="{FF2B5EF4-FFF2-40B4-BE49-F238E27FC236}">
                <a16:creationId xmlns:a16="http://schemas.microsoft.com/office/drawing/2014/main" id="{BE30F7AD-9350-4395-8E46-65609A4AE581}"/>
              </a:ext>
            </a:extLst>
          </p:cNvPr>
          <p:cNvSpPr>
            <a:spLocks noGrp="1"/>
          </p:cNvSpPr>
          <p:nvPr/>
        </p:nvSpPr>
        <p:spPr>
          <a:xfrm>
            <a:off x="50067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F1_main_prauc_1371">
            <a:extLst>
              <a:ext uri="{FF2B5EF4-FFF2-40B4-BE49-F238E27FC236}">
                <a16:creationId xmlns:a16="http://schemas.microsoft.com/office/drawing/2014/main" id="{391611E8-802E-4C9F-B804-946248B7AD8D}"/>
              </a:ext>
            </a:extLst>
          </p:cNvPr>
          <p:cNvSpPr>
            <a:spLocks noGrp="1"/>
          </p:cNvSpPr>
          <p:nvPr/>
        </p:nvSpPr>
        <p:spPr>
          <a:xfrm>
            <a:off x="504619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F1_main_prauc_1372">
            <a:extLst>
              <a:ext uri="{FF2B5EF4-FFF2-40B4-BE49-F238E27FC236}">
                <a16:creationId xmlns:a16="http://schemas.microsoft.com/office/drawing/2014/main" id="{90D49940-9107-498D-9C4F-1D1F637A8D4A}"/>
              </a:ext>
            </a:extLst>
          </p:cNvPr>
          <p:cNvSpPr>
            <a:spLocks noGrp="1"/>
          </p:cNvSpPr>
          <p:nvPr/>
        </p:nvSpPr>
        <p:spPr>
          <a:xfrm>
            <a:off x="49608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F1_main_prauc_1373">
            <a:extLst>
              <a:ext uri="{FF2B5EF4-FFF2-40B4-BE49-F238E27FC236}">
                <a16:creationId xmlns:a16="http://schemas.microsoft.com/office/drawing/2014/main" id="{887815EC-AEE2-4361-B22D-D3852FF5C7A6}"/>
              </a:ext>
            </a:extLst>
          </p:cNvPr>
          <p:cNvSpPr>
            <a:spLocks noGrp="1"/>
          </p:cNvSpPr>
          <p:nvPr/>
        </p:nvSpPr>
        <p:spPr>
          <a:xfrm>
            <a:off x="5023619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F1_main_prauc_1374">
            <a:extLst>
              <a:ext uri="{FF2B5EF4-FFF2-40B4-BE49-F238E27FC236}">
                <a16:creationId xmlns:a16="http://schemas.microsoft.com/office/drawing/2014/main" id="{3D7238F5-4D2D-4BCD-9258-8DB9EC5E32D9}"/>
              </a:ext>
            </a:extLst>
          </p:cNvPr>
          <p:cNvSpPr>
            <a:spLocks noGrp="1"/>
          </p:cNvSpPr>
          <p:nvPr/>
        </p:nvSpPr>
        <p:spPr>
          <a:xfrm>
            <a:off x="49983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F1_main_prauc_1375">
            <a:extLst>
              <a:ext uri="{FF2B5EF4-FFF2-40B4-BE49-F238E27FC236}">
                <a16:creationId xmlns:a16="http://schemas.microsoft.com/office/drawing/2014/main" id="{C50AFA85-C1F2-42C7-8208-2583FF34E4F2}"/>
              </a:ext>
            </a:extLst>
          </p:cNvPr>
          <p:cNvSpPr>
            <a:spLocks noGrp="1"/>
          </p:cNvSpPr>
          <p:nvPr/>
        </p:nvSpPr>
        <p:spPr>
          <a:xfrm>
            <a:off x="49210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F1_main_prauc_1376">
            <a:extLst>
              <a:ext uri="{FF2B5EF4-FFF2-40B4-BE49-F238E27FC236}">
                <a16:creationId xmlns:a16="http://schemas.microsoft.com/office/drawing/2014/main" id="{F5338681-FA49-44B5-A6C8-566FA663213E}"/>
              </a:ext>
            </a:extLst>
          </p:cNvPr>
          <p:cNvSpPr>
            <a:spLocks noGrp="1"/>
          </p:cNvSpPr>
          <p:nvPr/>
        </p:nvSpPr>
        <p:spPr>
          <a:xfrm>
            <a:off x="500325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F1_main_prauc_1377">
            <a:extLst>
              <a:ext uri="{FF2B5EF4-FFF2-40B4-BE49-F238E27FC236}">
                <a16:creationId xmlns:a16="http://schemas.microsoft.com/office/drawing/2014/main" id="{5EB81C89-7F57-43AB-A1D4-D8FE6BFD7C67}"/>
              </a:ext>
            </a:extLst>
          </p:cNvPr>
          <p:cNvSpPr>
            <a:spLocks noGrp="1"/>
          </p:cNvSpPr>
          <p:nvPr/>
        </p:nvSpPr>
        <p:spPr>
          <a:xfrm>
            <a:off x="49987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F1_main_prauc_1378">
            <a:extLst>
              <a:ext uri="{FF2B5EF4-FFF2-40B4-BE49-F238E27FC236}">
                <a16:creationId xmlns:a16="http://schemas.microsoft.com/office/drawing/2014/main" id="{5AC8A95B-F62D-4621-BE9E-4B47EE027090}"/>
              </a:ext>
            </a:extLst>
          </p:cNvPr>
          <p:cNvSpPr>
            <a:spLocks noGrp="1"/>
          </p:cNvSpPr>
          <p:nvPr/>
        </p:nvSpPr>
        <p:spPr>
          <a:xfrm>
            <a:off x="510909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F1_main_prauc_1379">
            <a:extLst>
              <a:ext uri="{FF2B5EF4-FFF2-40B4-BE49-F238E27FC236}">
                <a16:creationId xmlns:a16="http://schemas.microsoft.com/office/drawing/2014/main" id="{A79917CD-39B6-4BDA-93EF-30912FE92C7C}"/>
              </a:ext>
            </a:extLst>
          </p:cNvPr>
          <p:cNvSpPr>
            <a:spLocks noGrp="1"/>
          </p:cNvSpPr>
          <p:nvPr/>
        </p:nvSpPr>
        <p:spPr>
          <a:xfrm>
            <a:off x="4927230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F1_main_prauc_1380">
            <a:extLst>
              <a:ext uri="{FF2B5EF4-FFF2-40B4-BE49-F238E27FC236}">
                <a16:creationId xmlns:a16="http://schemas.microsoft.com/office/drawing/2014/main" id="{215B2179-D5B1-4FCE-8877-FE99A2C4DF71}"/>
              </a:ext>
            </a:extLst>
          </p:cNvPr>
          <p:cNvSpPr>
            <a:spLocks noGrp="1"/>
          </p:cNvSpPr>
          <p:nvPr/>
        </p:nvSpPr>
        <p:spPr>
          <a:xfrm>
            <a:off x="5098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F1_main_prauc_1381">
            <a:extLst>
              <a:ext uri="{FF2B5EF4-FFF2-40B4-BE49-F238E27FC236}">
                <a16:creationId xmlns:a16="http://schemas.microsoft.com/office/drawing/2014/main" id="{23580311-CCED-4645-9F11-FDB59CB263DD}"/>
              </a:ext>
            </a:extLst>
          </p:cNvPr>
          <p:cNvSpPr>
            <a:spLocks noGrp="1"/>
          </p:cNvSpPr>
          <p:nvPr/>
        </p:nvSpPr>
        <p:spPr>
          <a:xfrm>
            <a:off x="50495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F1_main_prauc_1382">
            <a:extLst>
              <a:ext uri="{FF2B5EF4-FFF2-40B4-BE49-F238E27FC236}">
                <a16:creationId xmlns:a16="http://schemas.microsoft.com/office/drawing/2014/main" id="{6F8DDA59-C07F-440F-A789-4BB2A9708D3B}"/>
              </a:ext>
            </a:extLst>
          </p:cNvPr>
          <p:cNvSpPr>
            <a:spLocks noGrp="1"/>
          </p:cNvSpPr>
          <p:nvPr/>
        </p:nvSpPr>
        <p:spPr>
          <a:xfrm>
            <a:off x="493266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F1_main_prauc_1383">
            <a:extLst>
              <a:ext uri="{FF2B5EF4-FFF2-40B4-BE49-F238E27FC236}">
                <a16:creationId xmlns:a16="http://schemas.microsoft.com/office/drawing/2014/main" id="{384089D5-E6DB-42AE-B522-8335B52D2A75}"/>
              </a:ext>
            </a:extLst>
          </p:cNvPr>
          <p:cNvSpPr>
            <a:spLocks noGrp="1"/>
          </p:cNvSpPr>
          <p:nvPr/>
        </p:nvSpPr>
        <p:spPr>
          <a:xfrm>
            <a:off x="505050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F1_main_prauc_1384">
            <a:extLst>
              <a:ext uri="{FF2B5EF4-FFF2-40B4-BE49-F238E27FC236}">
                <a16:creationId xmlns:a16="http://schemas.microsoft.com/office/drawing/2014/main" id="{0C04B5C3-8DF4-48AC-8D77-37BBEB4F718B}"/>
              </a:ext>
            </a:extLst>
          </p:cNvPr>
          <p:cNvSpPr>
            <a:spLocks noGrp="1"/>
          </p:cNvSpPr>
          <p:nvPr/>
        </p:nvSpPr>
        <p:spPr>
          <a:xfrm>
            <a:off x="503448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F1_main_prauc_1385">
            <a:extLst>
              <a:ext uri="{FF2B5EF4-FFF2-40B4-BE49-F238E27FC236}">
                <a16:creationId xmlns:a16="http://schemas.microsoft.com/office/drawing/2014/main" id="{80399693-E43E-42A2-95BF-B1942B6D289D}"/>
              </a:ext>
            </a:extLst>
          </p:cNvPr>
          <p:cNvSpPr>
            <a:spLocks noGrp="1"/>
          </p:cNvSpPr>
          <p:nvPr/>
        </p:nvSpPr>
        <p:spPr>
          <a:xfrm>
            <a:off x="496052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F1_main_prauc_1386">
            <a:extLst>
              <a:ext uri="{FF2B5EF4-FFF2-40B4-BE49-F238E27FC236}">
                <a16:creationId xmlns:a16="http://schemas.microsoft.com/office/drawing/2014/main" id="{4A3F919B-F866-495F-AA75-29A796AE3B81}"/>
              </a:ext>
            </a:extLst>
          </p:cNvPr>
          <p:cNvSpPr>
            <a:spLocks noGrp="1"/>
          </p:cNvSpPr>
          <p:nvPr/>
        </p:nvSpPr>
        <p:spPr>
          <a:xfrm>
            <a:off x="49931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F1_main_prauc_1387">
            <a:extLst>
              <a:ext uri="{FF2B5EF4-FFF2-40B4-BE49-F238E27FC236}">
                <a16:creationId xmlns:a16="http://schemas.microsoft.com/office/drawing/2014/main" id="{BC77EA49-4B07-4AAE-B25C-ADAD1DD5F08B}"/>
              </a:ext>
            </a:extLst>
          </p:cNvPr>
          <p:cNvSpPr>
            <a:spLocks noGrp="1"/>
          </p:cNvSpPr>
          <p:nvPr/>
        </p:nvSpPr>
        <p:spPr>
          <a:xfrm>
            <a:off x="5003855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F1_main_prauc_1388">
            <a:extLst>
              <a:ext uri="{FF2B5EF4-FFF2-40B4-BE49-F238E27FC236}">
                <a16:creationId xmlns:a16="http://schemas.microsoft.com/office/drawing/2014/main" id="{32DCAFB5-F746-4EED-AC76-2183115B8EA5}"/>
              </a:ext>
            </a:extLst>
          </p:cNvPr>
          <p:cNvSpPr>
            <a:spLocks noGrp="1"/>
          </p:cNvSpPr>
          <p:nvPr/>
        </p:nvSpPr>
        <p:spPr>
          <a:xfrm>
            <a:off x="5030313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F1_main_prauc_1389">
            <a:extLst>
              <a:ext uri="{FF2B5EF4-FFF2-40B4-BE49-F238E27FC236}">
                <a16:creationId xmlns:a16="http://schemas.microsoft.com/office/drawing/2014/main" id="{1B68AC5F-4D38-4139-8BA5-42260CC73575}"/>
              </a:ext>
            </a:extLst>
          </p:cNvPr>
          <p:cNvSpPr>
            <a:spLocks noGrp="1"/>
          </p:cNvSpPr>
          <p:nvPr/>
        </p:nvSpPr>
        <p:spPr>
          <a:xfrm>
            <a:off x="4968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F1_main_prauc_1390">
            <a:extLst>
              <a:ext uri="{FF2B5EF4-FFF2-40B4-BE49-F238E27FC236}">
                <a16:creationId xmlns:a16="http://schemas.microsoft.com/office/drawing/2014/main" id="{686C4BF4-F3C4-4F02-A5B4-03BE595062D7}"/>
              </a:ext>
            </a:extLst>
          </p:cNvPr>
          <p:cNvSpPr>
            <a:spLocks noGrp="1"/>
          </p:cNvSpPr>
          <p:nvPr/>
        </p:nvSpPr>
        <p:spPr>
          <a:xfrm>
            <a:off x="51667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F1_main_prauc_1391">
            <a:extLst>
              <a:ext uri="{FF2B5EF4-FFF2-40B4-BE49-F238E27FC236}">
                <a16:creationId xmlns:a16="http://schemas.microsoft.com/office/drawing/2014/main" id="{178CD6C5-0AAF-4E36-941C-CF7F55FECA33}"/>
              </a:ext>
            </a:extLst>
          </p:cNvPr>
          <p:cNvSpPr>
            <a:spLocks noGrp="1"/>
          </p:cNvSpPr>
          <p:nvPr/>
        </p:nvSpPr>
        <p:spPr>
          <a:xfrm>
            <a:off x="513789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F1_main_prauc_1392">
            <a:extLst>
              <a:ext uri="{FF2B5EF4-FFF2-40B4-BE49-F238E27FC236}">
                <a16:creationId xmlns:a16="http://schemas.microsoft.com/office/drawing/2014/main" id="{0687C45D-043F-4677-87B1-8DDDD3D15FB2}"/>
              </a:ext>
            </a:extLst>
          </p:cNvPr>
          <p:cNvSpPr>
            <a:spLocks noGrp="1"/>
          </p:cNvSpPr>
          <p:nvPr/>
        </p:nvSpPr>
        <p:spPr>
          <a:xfrm>
            <a:off x="5075761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F1_main_prauc_1393">
            <a:extLst>
              <a:ext uri="{FF2B5EF4-FFF2-40B4-BE49-F238E27FC236}">
                <a16:creationId xmlns:a16="http://schemas.microsoft.com/office/drawing/2014/main" id="{8ADB6007-2EA9-4738-A315-4D69BDA0AB71}"/>
              </a:ext>
            </a:extLst>
          </p:cNvPr>
          <p:cNvSpPr>
            <a:spLocks noGrp="1"/>
          </p:cNvSpPr>
          <p:nvPr/>
        </p:nvSpPr>
        <p:spPr>
          <a:xfrm>
            <a:off x="494721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F1_main_prauc_1394">
            <a:extLst>
              <a:ext uri="{FF2B5EF4-FFF2-40B4-BE49-F238E27FC236}">
                <a16:creationId xmlns:a16="http://schemas.microsoft.com/office/drawing/2014/main" id="{0E6A5ADD-BB3E-42A2-9153-83DF868AA1AD}"/>
              </a:ext>
            </a:extLst>
          </p:cNvPr>
          <p:cNvSpPr>
            <a:spLocks noGrp="1"/>
          </p:cNvSpPr>
          <p:nvPr/>
        </p:nvSpPr>
        <p:spPr>
          <a:xfrm>
            <a:off x="514881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F1_main_prauc_1395">
            <a:extLst>
              <a:ext uri="{FF2B5EF4-FFF2-40B4-BE49-F238E27FC236}">
                <a16:creationId xmlns:a16="http://schemas.microsoft.com/office/drawing/2014/main" id="{A9F1FD0E-BD65-4989-842E-8CC1F5DD728C}"/>
              </a:ext>
            </a:extLst>
          </p:cNvPr>
          <p:cNvSpPr>
            <a:spLocks noGrp="1"/>
          </p:cNvSpPr>
          <p:nvPr/>
        </p:nvSpPr>
        <p:spPr>
          <a:xfrm>
            <a:off x="5120242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F1_main_prauc_1396">
            <a:extLst>
              <a:ext uri="{FF2B5EF4-FFF2-40B4-BE49-F238E27FC236}">
                <a16:creationId xmlns:a16="http://schemas.microsoft.com/office/drawing/2014/main" id="{FB8CE0DF-E342-43EE-9B44-01C5D3B09B00}"/>
              </a:ext>
            </a:extLst>
          </p:cNvPr>
          <p:cNvSpPr>
            <a:spLocks noGrp="1"/>
          </p:cNvSpPr>
          <p:nvPr/>
        </p:nvSpPr>
        <p:spPr>
          <a:xfrm>
            <a:off x="49271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F1_main_prauc_1397">
            <a:extLst>
              <a:ext uri="{FF2B5EF4-FFF2-40B4-BE49-F238E27FC236}">
                <a16:creationId xmlns:a16="http://schemas.microsoft.com/office/drawing/2014/main" id="{42A8EA44-3BB7-4E16-8B95-BA780447A609}"/>
              </a:ext>
            </a:extLst>
          </p:cNvPr>
          <p:cNvSpPr>
            <a:spLocks noGrp="1"/>
          </p:cNvSpPr>
          <p:nvPr/>
        </p:nvSpPr>
        <p:spPr>
          <a:xfrm>
            <a:off x="4974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F1_main_prauc_1398">
            <a:extLst>
              <a:ext uri="{FF2B5EF4-FFF2-40B4-BE49-F238E27FC236}">
                <a16:creationId xmlns:a16="http://schemas.microsoft.com/office/drawing/2014/main" id="{71E829CE-55A1-415E-BB72-650986C03F25}"/>
              </a:ext>
            </a:extLst>
          </p:cNvPr>
          <p:cNvSpPr>
            <a:spLocks noGrp="1"/>
          </p:cNvSpPr>
          <p:nvPr/>
        </p:nvSpPr>
        <p:spPr>
          <a:xfrm>
            <a:off x="4995188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F1_main_prauc_1399">
            <a:extLst>
              <a:ext uri="{FF2B5EF4-FFF2-40B4-BE49-F238E27FC236}">
                <a16:creationId xmlns:a16="http://schemas.microsoft.com/office/drawing/2014/main" id="{55123043-0B3C-4953-B731-2DDF8AA908F4}"/>
              </a:ext>
            </a:extLst>
          </p:cNvPr>
          <p:cNvSpPr>
            <a:spLocks noGrp="1"/>
          </p:cNvSpPr>
          <p:nvPr/>
        </p:nvSpPr>
        <p:spPr>
          <a:xfrm>
            <a:off x="502438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F1_main_prauc_1400">
            <a:extLst>
              <a:ext uri="{FF2B5EF4-FFF2-40B4-BE49-F238E27FC236}">
                <a16:creationId xmlns:a16="http://schemas.microsoft.com/office/drawing/2014/main" id="{B1E42E35-21E3-4BFD-A9CF-3B4372A60506}"/>
              </a:ext>
            </a:extLst>
          </p:cNvPr>
          <p:cNvSpPr>
            <a:spLocks noGrp="1"/>
          </p:cNvSpPr>
          <p:nvPr/>
        </p:nvSpPr>
        <p:spPr>
          <a:xfrm>
            <a:off x="4987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F1_main_prauc_1401">
            <a:extLst>
              <a:ext uri="{FF2B5EF4-FFF2-40B4-BE49-F238E27FC236}">
                <a16:creationId xmlns:a16="http://schemas.microsoft.com/office/drawing/2014/main" id="{1CB6F40E-21F7-4ABE-B7DF-F24218287598}"/>
              </a:ext>
            </a:extLst>
          </p:cNvPr>
          <p:cNvSpPr>
            <a:spLocks noGrp="1"/>
          </p:cNvSpPr>
          <p:nvPr/>
        </p:nvSpPr>
        <p:spPr>
          <a:xfrm>
            <a:off x="5142979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F1_main_prauc_1402">
            <a:extLst>
              <a:ext uri="{FF2B5EF4-FFF2-40B4-BE49-F238E27FC236}">
                <a16:creationId xmlns:a16="http://schemas.microsoft.com/office/drawing/2014/main" id="{99FB28FF-055A-4F32-8B92-2AF60E81A31C}"/>
              </a:ext>
            </a:extLst>
          </p:cNvPr>
          <p:cNvSpPr>
            <a:spLocks noGrp="1"/>
          </p:cNvSpPr>
          <p:nvPr/>
        </p:nvSpPr>
        <p:spPr>
          <a:xfrm>
            <a:off x="494966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F1_main_prauc_1403">
            <a:extLst>
              <a:ext uri="{FF2B5EF4-FFF2-40B4-BE49-F238E27FC236}">
                <a16:creationId xmlns:a16="http://schemas.microsoft.com/office/drawing/2014/main" id="{B4B29343-6DC2-45C2-B3E1-84FC3772E43F}"/>
              </a:ext>
            </a:extLst>
          </p:cNvPr>
          <p:cNvSpPr>
            <a:spLocks noGrp="1"/>
          </p:cNvSpPr>
          <p:nvPr/>
        </p:nvSpPr>
        <p:spPr>
          <a:xfrm>
            <a:off x="51376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F1_main_prauc_1404">
            <a:extLst>
              <a:ext uri="{FF2B5EF4-FFF2-40B4-BE49-F238E27FC236}">
                <a16:creationId xmlns:a16="http://schemas.microsoft.com/office/drawing/2014/main" id="{D5175B7D-6324-4727-8E5F-8817DB1DCFE4}"/>
              </a:ext>
            </a:extLst>
          </p:cNvPr>
          <p:cNvSpPr>
            <a:spLocks noGrp="1"/>
          </p:cNvSpPr>
          <p:nvPr/>
        </p:nvSpPr>
        <p:spPr>
          <a:xfrm>
            <a:off x="500048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F1_main_prauc_1405">
            <a:extLst>
              <a:ext uri="{FF2B5EF4-FFF2-40B4-BE49-F238E27FC236}">
                <a16:creationId xmlns:a16="http://schemas.microsoft.com/office/drawing/2014/main" id="{13933FC1-2DFD-4315-86D2-1D77DEF92CD8}"/>
              </a:ext>
            </a:extLst>
          </p:cNvPr>
          <p:cNvSpPr>
            <a:spLocks noGrp="1"/>
          </p:cNvSpPr>
          <p:nvPr/>
        </p:nvSpPr>
        <p:spPr>
          <a:xfrm>
            <a:off x="51211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F1_main_prauc_1406">
            <a:extLst>
              <a:ext uri="{FF2B5EF4-FFF2-40B4-BE49-F238E27FC236}">
                <a16:creationId xmlns:a16="http://schemas.microsoft.com/office/drawing/2014/main" id="{856669DB-0406-46F8-A9D8-056454092580}"/>
              </a:ext>
            </a:extLst>
          </p:cNvPr>
          <p:cNvSpPr>
            <a:spLocks noGrp="1"/>
          </p:cNvSpPr>
          <p:nvPr/>
        </p:nvSpPr>
        <p:spPr>
          <a:xfrm>
            <a:off x="5108181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F1_main_prauc_1407">
            <a:extLst>
              <a:ext uri="{FF2B5EF4-FFF2-40B4-BE49-F238E27FC236}">
                <a16:creationId xmlns:a16="http://schemas.microsoft.com/office/drawing/2014/main" id="{386DCD1D-2686-4D6B-952E-87D88E8575E1}"/>
              </a:ext>
            </a:extLst>
          </p:cNvPr>
          <p:cNvSpPr>
            <a:spLocks noGrp="1"/>
          </p:cNvSpPr>
          <p:nvPr/>
        </p:nvSpPr>
        <p:spPr>
          <a:xfrm>
            <a:off x="49372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F1_main_prauc_1408">
            <a:extLst>
              <a:ext uri="{FF2B5EF4-FFF2-40B4-BE49-F238E27FC236}">
                <a16:creationId xmlns:a16="http://schemas.microsoft.com/office/drawing/2014/main" id="{13441FC1-ACFF-42D8-BAEF-BDD8B062E2AA}"/>
              </a:ext>
            </a:extLst>
          </p:cNvPr>
          <p:cNvSpPr>
            <a:spLocks noGrp="1"/>
          </p:cNvSpPr>
          <p:nvPr/>
        </p:nvSpPr>
        <p:spPr>
          <a:xfrm>
            <a:off x="5155749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F1_main_prauc_1409">
            <a:extLst>
              <a:ext uri="{FF2B5EF4-FFF2-40B4-BE49-F238E27FC236}">
                <a16:creationId xmlns:a16="http://schemas.microsoft.com/office/drawing/2014/main" id="{B3EFBC5F-F580-48C3-970F-6744890ACE1E}"/>
              </a:ext>
            </a:extLst>
          </p:cNvPr>
          <p:cNvSpPr>
            <a:spLocks noGrp="1"/>
          </p:cNvSpPr>
          <p:nvPr/>
        </p:nvSpPr>
        <p:spPr>
          <a:xfrm>
            <a:off x="515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F1_main_prauc_1410">
            <a:extLst>
              <a:ext uri="{FF2B5EF4-FFF2-40B4-BE49-F238E27FC236}">
                <a16:creationId xmlns:a16="http://schemas.microsoft.com/office/drawing/2014/main" id="{95DE7E12-DA24-42D5-A8BC-54E1512E3D76}"/>
              </a:ext>
            </a:extLst>
          </p:cNvPr>
          <p:cNvSpPr>
            <a:spLocks noGrp="1"/>
          </p:cNvSpPr>
          <p:nvPr/>
        </p:nvSpPr>
        <p:spPr>
          <a:xfrm>
            <a:off x="50997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F1_main_prauc_1411">
            <a:extLst>
              <a:ext uri="{FF2B5EF4-FFF2-40B4-BE49-F238E27FC236}">
                <a16:creationId xmlns:a16="http://schemas.microsoft.com/office/drawing/2014/main" id="{EBC16C15-4DDB-445E-9CB4-3454754EAEA0}"/>
              </a:ext>
            </a:extLst>
          </p:cNvPr>
          <p:cNvSpPr>
            <a:spLocks noGrp="1"/>
          </p:cNvSpPr>
          <p:nvPr/>
        </p:nvSpPr>
        <p:spPr>
          <a:xfrm>
            <a:off x="500292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F1_main_prauc_1412">
            <a:extLst>
              <a:ext uri="{FF2B5EF4-FFF2-40B4-BE49-F238E27FC236}">
                <a16:creationId xmlns:a16="http://schemas.microsoft.com/office/drawing/2014/main" id="{E4150F88-6059-49BB-A128-BF8E0ABAC999}"/>
              </a:ext>
            </a:extLst>
          </p:cNvPr>
          <p:cNvSpPr>
            <a:spLocks noGrp="1"/>
          </p:cNvSpPr>
          <p:nvPr/>
        </p:nvSpPr>
        <p:spPr>
          <a:xfrm>
            <a:off x="5100798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F1_main_prauc_1413">
            <a:extLst>
              <a:ext uri="{FF2B5EF4-FFF2-40B4-BE49-F238E27FC236}">
                <a16:creationId xmlns:a16="http://schemas.microsoft.com/office/drawing/2014/main" id="{B87B29D8-19AC-4CE1-BF1B-34341E546031}"/>
              </a:ext>
            </a:extLst>
          </p:cNvPr>
          <p:cNvSpPr>
            <a:spLocks noGrp="1"/>
          </p:cNvSpPr>
          <p:nvPr/>
        </p:nvSpPr>
        <p:spPr>
          <a:xfrm>
            <a:off x="501493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F1_main_prauc_1414">
            <a:extLst>
              <a:ext uri="{FF2B5EF4-FFF2-40B4-BE49-F238E27FC236}">
                <a16:creationId xmlns:a16="http://schemas.microsoft.com/office/drawing/2014/main" id="{02742736-9B59-40CA-B8A6-5AFBC03CA611}"/>
              </a:ext>
            </a:extLst>
          </p:cNvPr>
          <p:cNvSpPr>
            <a:spLocks noGrp="1"/>
          </p:cNvSpPr>
          <p:nvPr/>
        </p:nvSpPr>
        <p:spPr>
          <a:xfrm>
            <a:off x="512974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F1_main_prauc_1415">
            <a:extLst>
              <a:ext uri="{FF2B5EF4-FFF2-40B4-BE49-F238E27FC236}">
                <a16:creationId xmlns:a16="http://schemas.microsoft.com/office/drawing/2014/main" id="{F43219C0-2B31-488C-9115-D94DD7AB9749}"/>
              </a:ext>
            </a:extLst>
          </p:cNvPr>
          <p:cNvSpPr>
            <a:spLocks noGrp="1"/>
          </p:cNvSpPr>
          <p:nvPr/>
        </p:nvSpPr>
        <p:spPr>
          <a:xfrm>
            <a:off x="49858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F1_main_prauc_1416">
            <a:extLst>
              <a:ext uri="{FF2B5EF4-FFF2-40B4-BE49-F238E27FC236}">
                <a16:creationId xmlns:a16="http://schemas.microsoft.com/office/drawing/2014/main" id="{82E6C7E8-0F3C-4AE6-8BE0-B537F60A5036}"/>
              </a:ext>
            </a:extLst>
          </p:cNvPr>
          <p:cNvSpPr>
            <a:spLocks noGrp="1"/>
          </p:cNvSpPr>
          <p:nvPr/>
        </p:nvSpPr>
        <p:spPr>
          <a:xfrm>
            <a:off x="50028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F1_main_prauc_1417">
            <a:extLst>
              <a:ext uri="{FF2B5EF4-FFF2-40B4-BE49-F238E27FC236}">
                <a16:creationId xmlns:a16="http://schemas.microsoft.com/office/drawing/2014/main" id="{DFA359C8-23C7-4E8B-866C-6E7AEE189334}"/>
              </a:ext>
            </a:extLst>
          </p:cNvPr>
          <p:cNvSpPr>
            <a:spLocks noGrp="1"/>
          </p:cNvSpPr>
          <p:nvPr/>
        </p:nvSpPr>
        <p:spPr>
          <a:xfrm>
            <a:off x="5132129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F1_main_prauc_1418">
            <a:extLst>
              <a:ext uri="{FF2B5EF4-FFF2-40B4-BE49-F238E27FC236}">
                <a16:creationId xmlns:a16="http://schemas.microsoft.com/office/drawing/2014/main" id="{C167E7B2-8D61-4D4E-8E26-1A5E52A6D02F}"/>
              </a:ext>
            </a:extLst>
          </p:cNvPr>
          <p:cNvSpPr>
            <a:spLocks noGrp="1"/>
          </p:cNvSpPr>
          <p:nvPr/>
        </p:nvSpPr>
        <p:spPr>
          <a:xfrm>
            <a:off x="493197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F1_main_prauc_1419">
            <a:extLst>
              <a:ext uri="{FF2B5EF4-FFF2-40B4-BE49-F238E27FC236}">
                <a16:creationId xmlns:a16="http://schemas.microsoft.com/office/drawing/2014/main" id="{79918FF3-B05B-410D-8B6F-CF4F5974E6CA}"/>
              </a:ext>
            </a:extLst>
          </p:cNvPr>
          <p:cNvSpPr>
            <a:spLocks noGrp="1"/>
          </p:cNvSpPr>
          <p:nvPr/>
        </p:nvSpPr>
        <p:spPr>
          <a:xfrm>
            <a:off x="50629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F1_main_prauc_1420">
            <a:extLst>
              <a:ext uri="{FF2B5EF4-FFF2-40B4-BE49-F238E27FC236}">
                <a16:creationId xmlns:a16="http://schemas.microsoft.com/office/drawing/2014/main" id="{3D8905BA-FCE0-4A7D-AFAA-77F59DE734FA}"/>
              </a:ext>
            </a:extLst>
          </p:cNvPr>
          <p:cNvSpPr>
            <a:spLocks noGrp="1"/>
          </p:cNvSpPr>
          <p:nvPr/>
        </p:nvSpPr>
        <p:spPr>
          <a:xfrm>
            <a:off x="508534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F1_main_prauc_1421">
            <a:extLst>
              <a:ext uri="{FF2B5EF4-FFF2-40B4-BE49-F238E27FC236}">
                <a16:creationId xmlns:a16="http://schemas.microsoft.com/office/drawing/2014/main" id="{C9A33A9A-7422-4A10-BF07-AF143C0D42B7}"/>
              </a:ext>
            </a:extLst>
          </p:cNvPr>
          <p:cNvSpPr>
            <a:spLocks noGrp="1"/>
          </p:cNvSpPr>
          <p:nvPr/>
        </p:nvSpPr>
        <p:spPr>
          <a:xfrm>
            <a:off x="504844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F1_main_prauc_1422">
            <a:extLst>
              <a:ext uri="{FF2B5EF4-FFF2-40B4-BE49-F238E27FC236}">
                <a16:creationId xmlns:a16="http://schemas.microsoft.com/office/drawing/2014/main" id="{A8B609EA-6DF2-444F-B02C-4325CEBF6CE3}"/>
              </a:ext>
            </a:extLst>
          </p:cNvPr>
          <p:cNvSpPr>
            <a:spLocks noGrp="1"/>
          </p:cNvSpPr>
          <p:nvPr/>
        </p:nvSpPr>
        <p:spPr>
          <a:xfrm>
            <a:off x="503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F1_main_prauc_1423">
            <a:extLst>
              <a:ext uri="{FF2B5EF4-FFF2-40B4-BE49-F238E27FC236}">
                <a16:creationId xmlns:a16="http://schemas.microsoft.com/office/drawing/2014/main" id="{8DD6CF10-1B5E-4693-80BF-F682DB9A4E52}"/>
              </a:ext>
            </a:extLst>
          </p:cNvPr>
          <p:cNvSpPr>
            <a:spLocks noGrp="1"/>
          </p:cNvSpPr>
          <p:nvPr/>
        </p:nvSpPr>
        <p:spPr>
          <a:xfrm>
            <a:off x="493216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F1_main_prauc_1424">
            <a:extLst>
              <a:ext uri="{FF2B5EF4-FFF2-40B4-BE49-F238E27FC236}">
                <a16:creationId xmlns:a16="http://schemas.microsoft.com/office/drawing/2014/main" id="{7BFC23B4-B895-4C39-A831-3FBCF79136AB}"/>
              </a:ext>
            </a:extLst>
          </p:cNvPr>
          <p:cNvSpPr>
            <a:spLocks noGrp="1"/>
          </p:cNvSpPr>
          <p:nvPr/>
        </p:nvSpPr>
        <p:spPr>
          <a:xfrm>
            <a:off x="51443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F1_main_prauc_1425">
            <a:extLst>
              <a:ext uri="{FF2B5EF4-FFF2-40B4-BE49-F238E27FC236}">
                <a16:creationId xmlns:a16="http://schemas.microsoft.com/office/drawing/2014/main" id="{24162740-6D1E-4A8E-A964-B1D7820CC11C}"/>
              </a:ext>
            </a:extLst>
          </p:cNvPr>
          <p:cNvSpPr>
            <a:spLocks noGrp="1"/>
          </p:cNvSpPr>
          <p:nvPr/>
        </p:nvSpPr>
        <p:spPr>
          <a:xfrm>
            <a:off x="494432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F1_main_prauc_1426">
            <a:extLst>
              <a:ext uri="{FF2B5EF4-FFF2-40B4-BE49-F238E27FC236}">
                <a16:creationId xmlns:a16="http://schemas.microsoft.com/office/drawing/2014/main" id="{742A4F9A-DEDB-4008-AC8C-25DCB97D6A91}"/>
              </a:ext>
            </a:extLst>
          </p:cNvPr>
          <p:cNvSpPr>
            <a:spLocks noGrp="1"/>
          </p:cNvSpPr>
          <p:nvPr/>
        </p:nvSpPr>
        <p:spPr>
          <a:xfrm>
            <a:off x="5009745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F1_main_prauc_1427">
            <a:extLst>
              <a:ext uri="{FF2B5EF4-FFF2-40B4-BE49-F238E27FC236}">
                <a16:creationId xmlns:a16="http://schemas.microsoft.com/office/drawing/2014/main" id="{56E7E9B7-3D15-42CF-A0E1-45C3B852E1EE}"/>
              </a:ext>
            </a:extLst>
          </p:cNvPr>
          <p:cNvSpPr>
            <a:spLocks noGrp="1"/>
          </p:cNvSpPr>
          <p:nvPr/>
        </p:nvSpPr>
        <p:spPr>
          <a:xfrm>
            <a:off x="5037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F1_main_prauc_1428">
            <a:extLst>
              <a:ext uri="{FF2B5EF4-FFF2-40B4-BE49-F238E27FC236}">
                <a16:creationId xmlns:a16="http://schemas.microsoft.com/office/drawing/2014/main" id="{8E63AC75-952A-43BC-AD88-B3A60BB9306D}"/>
              </a:ext>
            </a:extLst>
          </p:cNvPr>
          <p:cNvSpPr>
            <a:spLocks noGrp="1"/>
          </p:cNvSpPr>
          <p:nvPr/>
        </p:nvSpPr>
        <p:spPr>
          <a:xfrm>
            <a:off x="51042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F1_main_prauc_1429">
            <a:extLst>
              <a:ext uri="{FF2B5EF4-FFF2-40B4-BE49-F238E27FC236}">
                <a16:creationId xmlns:a16="http://schemas.microsoft.com/office/drawing/2014/main" id="{D06AF33F-D1F7-420E-9504-B343FAE99BDC}"/>
              </a:ext>
            </a:extLst>
          </p:cNvPr>
          <p:cNvSpPr>
            <a:spLocks noGrp="1"/>
          </p:cNvSpPr>
          <p:nvPr/>
        </p:nvSpPr>
        <p:spPr>
          <a:xfrm>
            <a:off x="494817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F1_main_prauc_1430">
            <a:extLst>
              <a:ext uri="{FF2B5EF4-FFF2-40B4-BE49-F238E27FC236}">
                <a16:creationId xmlns:a16="http://schemas.microsoft.com/office/drawing/2014/main" id="{B8B94998-7B82-4B0B-B746-D8499F374C9B}"/>
              </a:ext>
            </a:extLst>
          </p:cNvPr>
          <p:cNvSpPr>
            <a:spLocks noGrp="1"/>
          </p:cNvSpPr>
          <p:nvPr/>
        </p:nvSpPr>
        <p:spPr>
          <a:xfrm>
            <a:off x="51232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F1_main_prauc_1431">
            <a:extLst>
              <a:ext uri="{FF2B5EF4-FFF2-40B4-BE49-F238E27FC236}">
                <a16:creationId xmlns:a16="http://schemas.microsoft.com/office/drawing/2014/main" id="{4C85C239-5FFE-45AB-84EC-50D68A495B94}"/>
              </a:ext>
            </a:extLst>
          </p:cNvPr>
          <p:cNvSpPr>
            <a:spLocks noGrp="1"/>
          </p:cNvSpPr>
          <p:nvPr/>
        </p:nvSpPr>
        <p:spPr>
          <a:xfrm>
            <a:off x="50028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F1_main_prauc_1432">
            <a:extLst>
              <a:ext uri="{FF2B5EF4-FFF2-40B4-BE49-F238E27FC236}">
                <a16:creationId xmlns:a16="http://schemas.microsoft.com/office/drawing/2014/main" id="{39BFA382-BF3A-40A7-8D15-0FBB4276D82F}"/>
              </a:ext>
            </a:extLst>
          </p:cNvPr>
          <p:cNvSpPr>
            <a:spLocks noGrp="1"/>
          </p:cNvSpPr>
          <p:nvPr/>
        </p:nvSpPr>
        <p:spPr>
          <a:xfrm>
            <a:off x="5154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F1_main_prauc_1433">
            <a:extLst>
              <a:ext uri="{FF2B5EF4-FFF2-40B4-BE49-F238E27FC236}">
                <a16:creationId xmlns:a16="http://schemas.microsoft.com/office/drawing/2014/main" id="{AEFCAAFD-B78D-400C-A10B-8EB81E380300}"/>
              </a:ext>
            </a:extLst>
          </p:cNvPr>
          <p:cNvSpPr>
            <a:spLocks noGrp="1"/>
          </p:cNvSpPr>
          <p:nvPr/>
        </p:nvSpPr>
        <p:spPr>
          <a:xfrm>
            <a:off x="50222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F1_main_prauc_1434">
            <a:extLst>
              <a:ext uri="{FF2B5EF4-FFF2-40B4-BE49-F238E27FC236}">
                <a16:creationId xmlns:a16="http://schemas.microsoft.com/office/drawing/2014/main" id="{7ECF25BA-A1BB-4DCB-AC98-FF7632A98627}"/>
              </a:ext>
            </a:extLst>
          </p:cNvPr>
          <p:cNvSpPr>
            <a:spLocks noGrp="1"/>
          </p:cNvSpPr>
          <p:nvPr/>
        </p:nvSpPr>
        <p:spPr>
          <a:xfrm>
            <a:off x="5034355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F1_main_prauc_1435">
            <a:extLst>
              <a:ext uri="{FF2B5EF4-FFF2-40B4-BE49-F238E27FC236}">
                <a16:creationId xmlns:a16="http://schemas.microsoft.com/office/drawing/2014/main" id="{171993E5-A746-4C3B-AF73-072ADA293318}"/>
              </a:ext>
            </a:extLst>
          </p:cNvPr>
          <p:cNvSpPr>
            <a:spLocks noGrp="1"/>
          </p:cNvSpPr>
          <p:nvPr/>
        </p:nvSpPr>
        <p:spPr>
          <a:xfrm>
            <a:off x="504721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F1_main_prauc_1436">
            <a:extLst>
              <a:ext uri="{FF2B5EF4-FFF2-40B4-BE49-F238E27FC236}">
                <a16:creationId xmlns:a16="http://schemas.microsoft.com/office/drawing/2014/main" id="{23629C02-3F4A-4BFB-AAE9-9EF1E0A6697F}"/>
              </a:ext>
            </a:extLst>
          </p:cNvPr>
          <p:cNvSpPr>
            <a:spLocks noGrp="1"/>
          </p:cNvSpPr>
          <p:nvPr/>
        </p:nvSpPr>
        <p:spPr>
          <a:xfrm>
            <a:off x="496082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F1_main_prauc_1437">
            <a:extLst>
              <a:ext uri="{FF2B5EF4-FFF2-40B4-BE49-F238E27FC236}">
                <a16:creationId xmlns:a16="http://schemas.microsoft.com/office/drawing/2014/main" id="{602F1894-17DB-4829-9054-E9F3C0E5E6B6}"/>
              </a:ext>
            </a:extLst>
          </p:cNvPr>
          <p:cNvSpPr>
            <a:spLocks noGrp="1"/>
          </p:cNvSpPr>
          <p:nvPr/>
        </p:nvSpPr>
        <p:spPr>
          <a:xfrm>
            <a:off x="4994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F1_main_prauc_1438">
            <a:extLst>
              <a:ext uri="{FF2B5EF4-FFF2-40B4-BE49-F238E27FC236}">
                <a16:creationId xmlns:a16="http://schemas.microsoft.com/office/drawing/2014/main" id="{965101EC-883B-48F1-9A2A-821BACFDE881}"/>
              </a:ext>
            </a:extLst>
          </p:cNvPr>
          <p:cNvSpPr>
            <a:spLocks noGrp="1"/>
          </p:cNvSpPr>
          <p:nvPr/>
        </p:nvSpPr>
        <p:spPr>
          <a:xfrm>
            <a:off x="51423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F1_main_prauc_1439">
            <a:extLst>
              <a:ext uri="{FF2B5EF4-FFF2-40B4-BE49-F238E27FC236}">
                <a16:creationId xmlns:a16="http://schemas.microsoft.com/office/drawing/2014/main" id="{3EF58234-1E8F-47E6-93A1-28B226123F8B}"/>
              </a:ext>
            </a:extLst>
          </p:cNvPr>
          <p:cNvSpPr>
            <a:spLocks noGrp="1"/>
          </p:cNvSpPr>
          <p:nvPr/>
        </p:nvSpPr>
        <p:spPr>
          <a:xfrm>
            <a:off x="496708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F1_main_prauc_1440">
            <a:extLst>
              <a:ext uri="{FF2B5EF4-FFF2-40B4-BE49-F238E27FC236}">
                <a16:creationId xmlns:a16="http://schemas.microsoft.com/office/drawing/2014/main" id="{D60EC350-F497-49F1-B1AA-0D4D81A1705E}"/>
              </a:ext>
            </a:extLst>
          </p:cNvPr>
          <p:cNvSpPr>
            <a:spLocks noGrp="1"/>
          </p:cNvSpPr>
          <p:nvPr/>
        </p:nvSpPr>
        <p:spPr>
          <a:xfrm>
            <a:off x="49692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F1_main_prauc_1441">
            <a:extLst>
              <a:ext uri="{FF2B5EF4-FFF2-40B4-BE49-F238E27FC236}">
                <a16:creationId xmlns:a16="http://schemas.microsoft.com/office/drawing/2014/main" id="{2EFBBAF5-B2F4-41F7-931A-113044E8675D}"/>
              </a:ext>
            </a:extLst>
          </p:cNvPr>
          <p:cNvSpPr>
            <a:spLocks noGrp="1"/>
          </p:cNvSpPr>
          <p:nvPr/>
        </p:nvSpPr>
        <p:spPr>
          <a:xfrm>
            <a:off x="49995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F1_main_prauc_1442">
            <a:extLst>
              <a:ext uri="{FF2B5EF4-FFF2-40B4-BE49-F238E27FC236}">
                <a16:creationId xmlns:a16="http://schemas.microsoft.com/office/drawing/2014/main" id="{5B941AFD-1F5A-47D7-A22B-106429E5158C}"/>
              </a:ext>
            </a:extLst>
          </p:cNvPr>
          <p:cNvSpPr>
            <a:spLocks noGrp="1"/>
          </p:cNvSpPr>
          <p:nvPr/>
        </p:nvSpPr>
        <p:spPr>
          <a:xfrm>
            <a:off x="50630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F1_main_prauc_1443">
            <a:extLst>
              <a:ext uri="{FF2B5EF4-FFF2-40B4-BE49-F238E27FC236}">
                <a16:creationId xmlns:a16="http://schemas.microsoft.com/office/drawing/2014/main" id="{E8C2D61E-E3D1-454E-AB31-532163BFA455}"/>
              </a:ext>
            </a:extLst>
          </p:cNvPr>
          <p:cNvSpPr>
            <a:spLocks noGrp="1"/>
          </p:cNvSpPr>
          <p:nvPr/>
        </p:nvSpPr>
        <p:spPr>
          <a:xfrm>
            <a:off x="515670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F1_main_prauc_1444">
            <a:extLst>
              <a:ext uri="{FF2B5EF4-FFF2-40B4-BE49-F238E27FC236}">
                <a16:creationId xmlns:a16="http://schemas.microsoft.com/office/drawing/2014/main" id="{271B7725-2F0E-4CCB-82D4-ADC5A358C094}"/>
              </a:ext>
            </a:extLst>
          </p:cNvPr>
          <p:cNvSpPr>
            <a:spLocks noGrp="1"/>
          </p:cNvSpPr>
          <p:nvPr/>
        </p:nvSpPr>
        <p:spPr>
          <a:xfrm>
            <a:off x="50168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F1_main_prauc_1445">
            <a:extLst>
              <a:ext uri="{FF2B5EF4-FFF2-40B4-BE49-F238E27FC236}">
                <a16:creationId xmlns:a16="http://schemas.microsoft.com/office/drawing/2014/main" id="{3D125FAA-4ACA-41CE-8F41-5DB7980B41A9}"/>
              </a:ext>
            </a:extLst>
          </p:cNvPr>
          <p:cNvSpPr>
            <a:spLocks noGrp="1"/>
          </p:cNvSpPr>
          <p:nvPr/>
        </p:nvSpPr>
        <p:spPr>
          <a:xfrm>
            <a:off x="49829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F1_main_prauc_1446">
            <a:extLst>
              <a:ext uri="{FF2B5EF4-FFF2-40B4-BE49-F238E27FC236}">
                <a16:creationId xmlns:a16="http://schemas.microsoft.com/office/drawing/2014/main" id="{414EC3B4-79A2-4057-8D48-9D317DA8AA0A}"/>
              </a:ext>
            </a:extLst>
          </p:cNvPr>
          <p:cNvSpPr>
            <a:spLocks noGrp="1"/>
          </p:cNvSpPr>
          <p:nvPr/>
        </p:nvSpPr>
        <p:spPr>
          <a:xfrm>
            <a:off x="513584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F1_main_prauc_1447">
            <a:extLst>
              <a:ext uri="{FF2B5EF4-FFF2-40B4-BE49-F238E27FC236}">
                <a16:creationId xmlns:a16="http://schemas.microsoft.com/office/drawing/2014/main" id="{3254EFD8-BD6C-46C0-A4A5-83CB2E50D861}"/>
              </a:ext>
            </a:extLst>
          </p:cNvPr>
          <p:cNvSpPr>
            <a:spLocks noGrp="1"/>
          </p:cNvSpPr>
          <p:nvPr/>
        </p:nvSpPr>
        <p:spPr>
          <a:xfrm>
            <a:off x="5003694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F1_main_prauc_1448">
            <a:extLst>
              <a:ext uri="{FF2B5EF4-FFF2-40B4-BE49-F238E27FC236}">
                <a16:creationId xmlns:a16="http://schemas.microsoft.com/office/drawing/2014/main" id="{AC4F4E3F-6EF4-4FA3-99F3-7692FB6316DA}"/>
              </a:ext>
            </a:extLst>
          </p:cNvPr>
          <p:cNvSpPr>
            <a:spLocks noGrp="1"/>
          </p:cNvSpPr>
          <p:nvPr/>
        </p:nvSpPr>
        <p:spPr>
          <a:xfrm>
            <a:off x="51291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F1_main_prauc_1449">
            <a:extLst>
              <a:ext uri="{FF2B5EF4-FFF2-40B4-BE49-F238E27FC236}">
                <a16:creationId xmlns:a16="http://schemas.microsoft.com/office/drawing/2014/main" id="{27AF034D-D316-4E32-AAA7-5EADE36F200B}"/>
              </a:ext>
            </a:extLst>
          </p:cNvPr>
          <p:cNvSpPr>
            <a:spLocks noGrp="1"/>
          </p:cNvSpPr>
          <p:nvPr/>
        </p:nvSpPr>
        <p:spPr>
          <a:xfrm>
            <a:off x="511657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F1_main_prauc_1450">
            <a:extLst>
              <a:ext uri="{FF2B5EF4-FFF2-40B4-BE49-F238E27FC236}">
                <a16:creationId xmlns:a16="http://schemas.microsoft.com/office/drawing/2014/main" id="{FE050272-3F17-4578-B7DB-15E165E04984}"/>
              </a:ext>
            </a:extLst>
          </p:cNvPr>
          <p:cNvSpPr>
            <a:spLocks noGrp="1"/>
          </p:cNvSpPr>
          <p:nvPr/>
        </p:nvSpPr>
        <p:spPr>
          <a:xfrm>
            <a:off x="49979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F1_main_prauc_1451">
            <a:extLst>
              <a:ext uri="{FF2B5EF4-FFF2-40B4-BE49-F238E27FC236}">
                <a16:creationId xmlns:a16="http://schemas.microsoft.com/office/drawing/2014/main" id="{7C317275-8402-4608-9754-79D8806B4FF5}"/>
              </a:ext>
            </a:extLst>
          </p:cNvPr>
          <p:cNvSpPr>
            <a:spLocks noGrp="1"/>
          </p:cNvSpPr>
          <p:nvPr/>
        </p:nvSpPr>
        <p:spPr>
          <a:xfrm>
            <a:off x="49987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F1_main_prauc_1452">
            <a:extLst>
              <a:ext uri="{FF2B5EF4-FFF2-40B4-BE49-F238E27FC236}">
                <a16:creationId xmlns:a16="http://schemas.microsoft.com/office/drawing/2014/main" id="{8176E8BF-AAF1-4E3F-A66E-E67F7FE5A0EE}"/>
              </a:ext>
            </a:extLst>
          </p:cNvPr>
          <p:cNvSpPr>
            <a:spLocks noGrp="1"/>
          </p:cNvSpPr>
          <p:nvPr/>
        </p:nvSpPr>
        <p:spPr>
          <a:xfrm>
            <a:off x="512318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F1_main_prauc_1453">
            <a:extLst>
              <a:ext uri="{FF2B5EF4-FFF2-40B4-BE49-F238E27FC236}">
                <a16:creationId xmlns:a16="http://schemas.microsoft.com/office/drawing/2014/main" id="{66CCC449-E1DA-4146-B850-866FCC5885F4}"/>
              </a:ext>
            </a:extLst>
          </p:cNvPr>
          <p:cNvSpPr>
            <a:spLocks noGrp="1"/>
          </p:cNvSpPr>
          <p:nvPr/>
        </p:nvSpPr>
        <p:spPr>
          <a:xfrm>
            <a:off x="510289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F1_main_prauc_1454">
            <a:extLst>
              <a:ext uri="{FF2B5EF4-FFF2-40B4-BE49-F238E27FC236}">
                <a16:creationId xmlns:a16="http://schemas.microsoft.com/office/drawing/2014/main" id="{5F030DA2-C5A4-446C-97A4-E93E04D21BA4}"/>
              </a:ext>
            </a:extLst>
          </p:cNvPr>
          <p:cNvSpPr>
            <a:spLocks noGrp="1"/>
          </p:cNvSpPr>
          <p:nvPr/>
        </p:nvSpPr>
        <p:spPr>
          <a:xfrm>
            <a:off x="49228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F1_main_prauc_1455">
            <a:extLst>
              <a:ext uri="{FF2B5EF4-FFF2-40B4-BE49-F238E27FC236}">
                <a16:creationId xmlns:a16="http://schemas.microsoft.com/office/drawing/2014/main" id="{6676A7E0-D53C-4EFC-B53E-FA40820D9B7E}"/>
              </a:ext>
            </a:extLst>
          </p:cNvPr>
          <p:cNvSpPr>
            <a:spLocks noGrp="1"/>
          </p:cNvSpPr>
          <p:nvPr/>
        </p:nvSpPr>
        <p:spPr>
          <a:xfrm>
            <a:off x="512208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F1_main_prauc_1456">
            <a:extLst>
              <a:ext uri="{FF2B5EF4-FFF2-40B4-BE49-F238E27FC236}">
                <a16:creationId xmlns:a16="http://schemas.microsoft.com/office/drawing/2014/main" id="{451C5F90-4A9D-49BD-AA78-5AE6396DA6EA}"/>
              </a:ext>
            </a:extLst>
          </p:cNvPr>
          <p:cNvSpPr>
            <a:spLocks noGrp="1"/>
          </p:cNvSpPr>
          <p:nvPr/>
        </p:nvSpPr>
        <p:spPr>
          <a:xfrm>
            <a:off x="4949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F1_main_prauc_1457">
            <a:extLst>
              <a:ext uri="{FF2B5EF4-FFF2-40B4-BE49-F238E27FC236}">
                <a16:creationId xmlns:a16="http://schemas.microsoft.com/office/drawing/2014/main" id="{FE209F18-A55F-4120-A458-6F84F89E4EB1}"/>
              </a:ext>
            </a:extLst>
          </p:cNvPr>
          <p:cNvSpPr>
            <a:spLocks noGrp="1"/>
          </p:cNvSpPr>
          <p:nvPr/>
        </p:nvSpPr>
        <p:spPr>
          <a:xfrm>
            <a:off x="493677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F1_main_prauc_1458">
            <a:extLst>
              <a:ext uri="{FF2B5EF4-FFF2-40B4-BE49-F238E27FC236}">
                <a16:creationId xmlns:a16="http://schemas.microsoft.com/office/drawing/2014/main" id="{81BDAA8B-CE7C-46F6-AF7C-C7AE06C5CF07}"/>
              </a:ext>
            </a:extLst>
          </p:cNvPr>
          <p:cNvSpPr>
            <a:spLocks noGrp="1"/>
          </p:cNvSpPr>
          <p:nvPr/>
        </p:nvSpPr>
        <p:spPr>
          <a:xfrm>
            <a:off x="5085616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F1_main_prauc_1459">
            <a:extLst>
              <a:ext uri="{FF2B5EF4-FFF2-40B4-BE49-F238E27FC236}">
                <a16:creationId xmlns:a16="http://schemas.microsoft.com/office/drawing/2014/main" id="{04EEEE44-B00B-435B-AB0E-9F73A8709823}"/>
              </a:ext>
            </a:extLst>
          </p:cNvPr>
          <p:cNvSpPr>
            <a:spLocks noGrp="1"/>
          </p:cNvSpPr>
          <p:nvPr/>
        </p:nvSpPr>
        <p:spPr>
          <a:xfrm>
            <a:off x="504734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F1_main_prauc_1460">
            <a:extLst>
              <a:ext uri="{FF2B5EF4-FFF2-40B4-BE49-F238E27FC236}">
                <a16:creationId xmlns:a16="http://schemas.microsoft.com/office/drawing/2014/main" id="{9B9E6275-F33B-4DED-BC54-7CDCA11CBC11}"/>
              </a:ext>
            </a:extLst>
          </p:cNvPr>
          <p:cNvSpPr>
            <a:spLocks noGrp="1"/>
          </p:cNvSpPr>
          <p:nvPr/>
        </p:nvSpPr>
        <p:spPr>
          <a:xfrm>
            <a:off x="49981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F1_main_prauc_1461">
            <a:extLst>
              <a:ext uri="{FF2B5EF4-FFF2-40B4-BE49-F238E27FC236}">
                <a16:creationId xmlns:a16="http://schemas.microsoft.com/office/drawing/2014/main" id="{199E3204-3CA4-4257-8F08-0C6B0406EF85}"/>
              </a:ext>
            </a:extLst>
          </p:cNvPr>
          <p:cNvSpPr>
            <a:spLocks noGrp="1"/>
          </p:cNvSpPr>
          <p:nvPr/>
        </p:nvSpPr>
        <p:spPr>
          <a:xfrm>
            <a:off x="49800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F1_main_prauc_1462">
            <a:extLst>
              <a:ext uri="{FF2B5EF4-FFF2-40B4-BE49-F238E27FC236}">
                <a16:creationId xmlns:a16="http://schemas.microsoft.com/office/drawing/2014/main" id="{DD0F2D27-2EE1-4DC2-957E-466171110E6B}"/>
              </a:ext>
            </a:extLst>
          </p:cNvPr>
          <p:cNvSpPr>
            <a:spLocks noGrp="1"/>
          </p:cNvSpPr>
          <p:nvPr/>
        </p:nvSpPr>
        <p:spPr>
          <a:xfrm>
            <a:off x="508929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F1_main_prauc_1463">
            <a:extLst>
              <a:ext uri="{FF2B5EF4-FFF2-40B4-BE49-F238E27FC236}">
                <a16:creationId xmlns:a16="http://schemas.microsoft.com/office/drawing/2014/main" id="{BDC25D83-7665-4E3B-B4E6-7333CC019B4D}"/>
              </a:ext>
            </a:extLst>
          </p:cNvPr>
          <p:cNvSpPr>
            <a:spLocks noGrp="1"/>
          </p:cNvSpPr>
          <p:nvPr/>
        </p:nvSpPr>
        <p:spPr>
          <a:xfrm>
            <a:off x="497251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F1_main_prauc_1464">
            <a:extLst>
              <a:ext uri="{FF2B5EF4-FFF2-40B4-BE49-F238E27FC236}">
                <a16:creationId xmlns:a16="http://schemas.microsoft.com/office/drawing/2014/main" id="{FE9FB1D8-2B77-4359-8245-A3C9F333ADBA}"/>
              </a:ext>
            </a:extLst>
          </p:cNvPr>
          <p:cNvSpPr>
            <a:spLocks noGrp="1"/>
          </p:cNvSpPr>
          <p:nvPr/>
        </p:nvSpPr>
        <p:spPr>
          <a:xfrm>
            <a:off x="5096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F1_main_prauc_1465">
            <a:extLst>
              <a:ext uri="{FF2B5EF4-FFF2-40B4-BE49-F238E27FC236}">
                <a16:creationId xmlns:a16="http://schemas.microsoft.com/office/drawing/2014/main" id="{8E42662F-EC86-43B8-9F19-86817447125C}"/>
              </a:ext>
            </a:extLst>
          </p:cNvPr>
          <p:cNvSpPr>
            <a:spLocks noGrp="1"/>
          </p:cNvSpPr>
          <p:nvPr/>
        </p:nvSpPr>
        <p:spPr>
          <a:xfrm>
            <a:off x="5134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F1_main_prauc_1466">
            <a:extLst>
              <a:ext uri="{FF2B5EF4-FFF2-40B4-BE49-F238E27FC236}">
                <a16:creationId xmlns:a16="http://schemas.microsoft.com/office/drawing/2014/main" id="{745F62DE-2CEA-4027-9253-A56CCBDF0F74}"/>
              </a:ext>
            </a:extLst>
          </p:cNvPr>
          <p:cNvSpPr>
            <a:spLocks noGrp="1"/>
          </p:cNvSpPr>
          <p:nvPr/>
        </p:nvSpPr>
        <p:spPr>
          <a:xfrm>
            <a:off x="49837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F1_main_prauc_1467">
            <a:extLst>
              <a:ext uri="{FF2B5EF4-FFF2-40B4-BE49-F238E27FC236}">
                <a16:creationId xmlns:a16="http://schemas.microsoft.com/office/drawing/2014/main" id="{AC33DF85-C303-4D12-8FE3-62697372856B}"/>
              </a:ext>
            </a:extLst>
          </p:cNvPr>
          <p:cNvSpPr>
            <a:spLocks noGrp="1"/>
          </p:cNvSpPr>
          <p:nvPr/>
        </p:nvSpPr>
        <p:spPr>
          <a:xfrm>
            <a:off x="4952453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F1_main_prauc_1468">
            <a:extLst>
              <a:ext uri="{FF2B5EF4-FFF2-40B4-BE49-F238E27FC236}">
                <a16:creationId xmlns:a16="http://schemas.microsoft.com/office/drawing/2014/main" id="{88E639AF-3C86-4FCD-B158-50AFA3FA6942}"/>
              </a:ext>
            </a:extLst>
          </p:cNvPr>
          <p:cNvSpPr>
            <a:spLocks noGrp="1"/>
          </p:cNvSpPr>
          <p:nvPr/>
        </p:nvSpPr>
        <p:spPr>
          <a:xfrm>
            <a:off x="503420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F1_main_prauc_1469">
            <a:extLst>
              <a:ext uri="{FF2B5EF4-FFF2-40B4-BE49-F238E27FC236}">
                <a16:creationId xmlns:a16="http://schemas.microsoft.com/office/drawing/2014/main" id="{5A7E67EE-4B36-4048-B715-516EBD81A01B}"/>
              </a:ext>
            </a:extLst>
          </p:cNvPr>
          <p:cNvSpPr>
            <a:spLocks noGrp="1"/>
          </p:cNvSpPr>
          <p:nvPr/>
        </p:nvSpPr>
        <p:spPr>
          <a:xfrm>
            <a:off x="5062287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F1_main_prauc_1470">
            <a:extLst>
              <a:ext uri="{FF2B5EF4-FFF2-40B4-BE49-F238E27FC236}">
                <a16:creationId xmlns:a16="http://schemas.microsoft.com/office/drawing/2014/main" id="{5A9B69A5-0ADF-4144-A29A-41B6E6F00084}"/>
              </a:ext>
            </a:extLst>
          </p:cNvPr>
          <p:cNvSpPr>
            <a:spLocks noGrp="1"/>
          </p:cNvSpPr>
          <p:nvPr/>
        </p:nvSpPr>
        <p:spPr>
          <a:xfrm>
            <a:off x="497783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F1_main_prauc_1471">
            <a:extLst>
              <a:ext uri="{FF2B5EF4-FFF2-40B4-BE49-F238E27FC236}">
                <a16:creationId xmlns:a16="http://schemas.microsoft.com/office/drawing/2014/main" id="{55A978DD-0218-4D57-88D7-1C1A57302B2D}"/>
              </a:ext>
            </a:extLst>
          </p:cNvPr>
          <p:cNvSpPr>
            <a:spLocks noGrp="1"/>
          </p:cNvSpPr>
          <p:nvPr/>
        </p:nvSpPr>
        <p:spPr>
          <a:xfrm>
            <a:off x="500710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F1_main_prauc_1472">
            <a:extLst>
              <a:ext uri="{FF2B5EF4-FFF2-40B4-BE49-F238E27FC236}">
                <a16:creationId xmlns:a16="http://schemas.microsoft.com/office/drawing/2014/main" id="{510F10F1-399E-4929-A42B-7DF1C334DCDD}"/>
              </a:ext>
            </a:extLst>
          </p:cNvPr>
          <p:cNvSpPr>
            <a:spLocks noGrp="1"/>
          </p:cNvSpPr>
          <p:nvPr/>
        </p:nvSpPr>
        <p:spPr>
          <a:xfrm>
            <a:off x="5058224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F1_main_prauc_1473">
            <a:extLst>
              <a:ext uri="{FF2B5EF4-FFF2-40B4-BE49-F238E27FC236}">
                <a16:creationId xmlns:a16="http://schemas.microsoft.com/office/drawing/2014/main" id="{8B5B688B-382C-4A93-8CDD-F04267F8CFDB}"/>
              </a:ext>
            </a:extLst>
          </p:cNvPr>
          <p:cNvSpPr>
            <a:spLocks noGrp="1"/>
          </p:cNvSpPr>
          <p:nvPr/>
        </p:nvSpPr>
        <p:spPr>
          <a:xfrm>
            <a:off x="49438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F1_main_prauc_1474">
            <a:extLst>
              <a:ext uri="{FF2B5EF4-FFF2-40B4-BE49-F238E27FC236}">
                <a16:creationId xmlns:a16="http://schemas.microsoft.com/office/drawing/2014/main" id="{35EDE87E-C01C-4FC8-948E-572671869E87}"/>
              </a:ext>
            </a:extLst>
          </p:cNvPr>
          <p:cNvSpPr>
            <a:spLocks noGrp="1"/>
          </p:cNvSpPr>
          <p:nvPr/>
        </p:nvSpPr>
        <p:spPr>
          <a:xfrm>
            <a:off x="51443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F1_main_prauc_1475">
            <a:extLst>
              <a:ext uri="{FF2B5EF4-FFF2-40B4-BE49-F238E27FC236}">
                <a16:creationId xmlns:a16="http://schemas.microsoft.com/office/drawing/2014/main" id="{7CC1B55E-D1C5-4452-BC4E-0B32F97ECD39}"/>
              </a:ext>
            </a:extLst>
          </p:cNvPr>
          <p:cNvSpPr>
            <a:spLocks noGrp="1"/>
          </p:cNvSpPr>
          <p:nvPr/>
        </p:nvSpPr>
        <p:spPr>
          <a:xfrm>
            <a:off x="50381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F1_main_prauc_1476">
            <a:extLst>
              <a:ext uri="{FF2B5EF4-FFF2-40B4-BE49-F238E27FC236}">
                <a16:creationId xmlns:a16="http://schemas.microsoft.com/office/drawing/2014/main" id="{3A4E1D6C-0617-486A-9A28-961B50B03182}"/>
              </a:ext>
            </a:extLst>
          </p:cNvPr>
          <p:cNvSpPr>
            <a:spLocks noGrp="1"/>
          </p:cNvSpPr>
          <p:nvPr/>
        </p:nvSpPr>
        <p:spPr>
          <a:xfrm>
            <a:off x="49199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F1_main_prauc_1477">
            <a:extLst>
              <a:ext uri="{FF2B5EF4-FFF2-40B4-BE49-F238E27FC236}">
                <a16:creationId xmlns:a16="http://schemas.microsoft.com/office/drawing/2014/main" id="{6B9BCEAA-9A6B-4F88-93F8-566BFA4E9A78}"/>
              </a:ext>
            </a:extLst>
          </p:cNvPr>
          <p:cNvSpPr>
            <a:spLocks noGrp="1"/>
          </p:cNvSpPr>
          <p:nvPr/>
        </p:nvSpPr>
        <p:spPr>
          <a:xfrm>
            <a:off x="515230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F1_main_prauc_1478">
            <a:extLst>
              <a:ext uri="{FF2B5EF4-FFF2-40B4-BE49-F238E27FC236}">
                <a16:creationId xmlns:a16="http://schemas.microsoft.com/office/drawing/2014/main" id="{8813EF1A-B3FB-47BA-AB0E-F4CF54C927C9}"/>
              </a:ext>
            </a:extLst>
          </p:cNvPr>
          <p:cNvSpPr>
            <a:spLocks noGrp="1"/>
          </p:cNvSpPr>
          <p:nvPr/>
        </p:nvSpPr>
        <p:spPr>
          <a:xfrm>
            <a:off x="4919088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F1_main_prauc_1479">
            <a:extLst>
              <a:ext uri="{FF2B5EF4-FFF2-40B4-BE49-F238E27FC236}">
                <a16:creationId xmlns:a16="http://schemas.microsoft.com/office/drawing/2014/main" id="{9B38632E-8E92-4FF6-B91B-3F2D24AA9135}"/>
              </a:ext>
            </a:extLst>
          </p:cNvPr>
          <p:cNvSpPr>
            <a:spLocks noGrp="1"/>
          </p:cNvSpPr>
          <p:nvPr/>
        </p:nvSpPr>
        <p:spPr>
          <a:xfrm>
            <a:off x="501656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F1_main_prauc_1480">
            <a:extLst>
              <a:ext uri="{FF2B5EF4-FFF2-40B4-BE49-F238E27FC236}">
                <a16:creationId xmlns:a16="http://schemas.microsoft.com/office/drawing/2014/main" id="{D16FEC8F-EA78-4376-8A4A-3D3208E153FF}"/>
              </a:ext>
            </a:extLst>
          </p:cNvPr>
          <p:cNvSpPr>
            <a:spLocks noGrp="1"/>
          </p:cNvSpPr>
          <p:nvPr/>
        </p:nvSpPr>
        <p:spPr>
          <a:xfrm>
            <a:off x="51093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F1_main_prauc_1481">
            <a:extLst>
              <a:ext uri="{FF2B5EF4-FFF2-40B4-BE49-F238E27FC236}">
                <a16:creationId xmlns:a16="http://schemas.microsoft.com/office/drawing/2014/main" id="{A68774DA-12B1-4661-A127-C52C175C0028}"/>
              </a:ext>
            </a:extLst>
          </p:cNvPr>
          <p:cNvSpPr>
            <a:spLocks noGrp="1"/>
          </p:cNvSpPr>
          <p:nvPr/>
        </p:nvSpPr>
        <p:spPr>
          <a:xfrm>
            <a:off x="5106194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F1_main_prauc_1482">
            <a:extLst>
              <a:ext uri="{FF2B5EF4-FFF2-40B4-BE49-F238E27FC236}">
                <a16:creationId xmlns:a16="http://schemas.microsoft.com/office/drawing/2014/main" id="{AC226FC0-1ED2-4FD7-B96D-73CC1513EF5F}"/>
              </a:ext>
            </a:extLst>
          </p:cNvPr>
          <p:cNvSpPr>
            <a:spLocks noGrp="1"/>
          </p:cNvSpPr>
          <p:nvPr/>
        </p:nvSpPr>
        <p:spPr>
          <a:xfrm>
            <a:off x="4953652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F1_main_prauc_1483">
            <a:extLst>
              <a:ext uri="{FF2B5EF4-FFF2-40B4-BE49-F238E27FC236}">
                <a16:creationId xmlns:a16="http://schemas.microsoft.com/office/drawing/2014/main" id="{E1AB9421-1253-44CC-A22F-CFD2C2F8BF27}"/>
              </a:ext>
            </a:extLst>
          </p:cNvPr>
          <p:cNvSpPr>
            <a:spLocks noGrp="1"/>
          </p:cNvSpPr>
          <p:nvPr/>
        </p:nvSpPr>
        <p:spPr>
          <a:xfrm>
            <a:off x="5040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F1_main_prauc_1484">
            <a:extLst>
              <a:ext uri="{FF2B5EF4-FFF2-40B4-BE49-F238E27FC236}">
                <a16:creationId xmlns:a16="http://schemas.microsoft.com/office/drawing/2014/main" id="{BDE464D7-CC03-45E7-8F1C-682EFB18E239}"/>
              </a:ext>
            </a:extLst>
          </p:cNvPr>
          <p:cNvSpPr>
            <a:spLocks noGrp="1"/>
          </p:cNvSpPr>
          <p:nvPr/>
        </p:nvSpPr>
        <p:spPr>
          <a:xfrm>
            <a:off x="5047413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F1_main_prauc_1485">
            <a:extLst>
              <a:ext uri="{FF2B5EF4-FFF2-40B4-BE49-F238E27FC236}">
                <a16:creationId xmlns:a16="http://schemas.microsoft.com/office/drawing/2014/main" id="{3FAA2241-FD51-4989-9B4A-8F7C2003C02B}"/>
              </a:ext>
            </a:extLst>
          </p:cNvPr>
          <p:cNvSpPr>
            <a:spLocks noGrp="1"/>
          </p:cNvSpPr>
          <p:nvPr/>
        </p:nvSpPr>
        <p:spPr>
          <a:xfrm>
            <a:off x="513059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F1_main_prauc_1486">
            <a:extLst>
              <a:ext uri="{FF2B5EF4-FFF2-40B4-BE49-F238E27FC236}">
                <a16:creationId xmlns:a16="http://schemas.microsoft.com/office/drawing/2014/main" id="{D63A2630-8894-49BD-BBAD-0AC1D1DD9C59}"/>
              </a:ext>
            </a:extLst>
          </p:cNvPr>
          <p:cNvSpPr>
            <a:spLocks noGrp="1"/>
          </p:cNvSpPr>
          <p:nvPr/>
        </p:nvSpPr>
        <p:spPr>
          <a:xfrm>
            <a:off x="49253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F1_main_prauc_1487">
            <a:extLst>
              <a:ext uri="{FF2B5EF4-FFF2-40B4-BE49-F238E27FC236}">
                <a16:creationId xmlns:a16="http://schemas.microsoft.com/office/drawing/2014/main" id="{F2DA7D32-705D-403D-89BA-281D9F339D51}"/>
              </a:ext>
            </a:extLst>
          </p:cNvPr>
          <p:cNvSpPr>
            <a:spLocks noGrp="1"/>
          </p:cNvSpPr>
          <p:nvPr/>
        </p:nvSpPr>
        <p:spPr>
          <a:xfrm>
            <a:off x="49817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F1_main_prauc_1488">
            <a:extLst>
              <a:ext uri="{FF2B5EF4-FFF2-40B4-BE49-F238E27FC236}">
                <a16:creationId xmlns:a16="http://schemas.microsoft.com/office/drawing/2014/main" id="{C32A8F56-74A6-4DAF-BA43-7B6E5530D506}"/>
              </a:ext>
            </a:extLst>
          </p:cNvPr>
          <p:cNvSpPr>
            <a:spLocks noGrp="1"/>
          </p:cNvSpPr>
          <p:nvPr/>
        </p:nvSpPr>
        <p:spPr>
          <a:xfrm>
            <a:off x="49657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F1_main_prauc_1489">
            <a:extLst>
              <a:ext uri="{FF2B5EF4-FFF2-40B4-BE49-F238E27FC236}">
                <a16:creationId xmlns:a16="http://schemas.microsoft.com/office/drawing/2014/main" id="{7B0F98D3-B914-4701-B18A-FCA527A914F4}"/>
              </a:ext>
            </a:extLst>
          </p:cNvPr>
          <p:cNvSpPr>
            <a:spLocks noGrp="1"/>
          </p:cNvSpPr>
          <p:nvPr/>
        </p:nvSpPr>
        <p:spPr>
          <a:xfrm>
            <a:off x="4944757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F1_main_prauc_1490">
            <a:extLst>
              <a:ext uri="{FF2B5EF4-FFF2-40B4-BE49-F238E27FC236}">
                <a16:creationId xmlns:a16="http://schemas.microsoft.com/office/drawing/2014/main" id="{7FD3EE3D-43BF-4957-B307-2D777299D902}"/>
              </a:ext>
            </a:extLst>
          </p:cNvPr>
          <p:cNvSpPr>
            <a:spLocks noGrp="1"/>
          </p:cNvSpPr>
          <p:nvPr/>
        </p:nvSpPr>
        <p:spPr>
          <a:xfrm>
            <a:off x="4973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F1_main_prauc_1491">
            <a:extLst>
              <a:ext uri="{FF2B5EF4-FFF2-40B4-BE49-F238E27FC236}">
                <a16:creationId xmlns:a16="http://schemas.microsoft.com/office/drawing/2014/main" id="{ECB8DBE5-1510-4EA0-BD28-37F89495FFF8}"/>
              </a:ext>
            </a:extLst>
          </p:cNvPr>
          <p:cNvSpPr>
            <a:spLocks noGrp="1"/>
          </p:cNvSpPr>
          <p:nvPr/>
        </p:nvSpPr>
        <p:spPr>
          <a:xfrm>
            <a:off x="4957437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F1_main_prauc_1492">
            <a:extLst>
              <a:ext uri="{FF2B5EF4-FFF2-40B4-BE49-F238E27FC236}">
                <a16:creationId xmlns:a16="http://schemas.microsoft.com/office/drawing/2014/main" id="{D4E3F1BE-726E-4F42-98FA-765DB4F88536}"/>
              </a:ext>
            </a:extLst>
          </p:cNvPr>
          <p:cNvSpPr>
            <a:spLocks noGrp="1"/>
          </p:cNvSpPr>
          <p:nvPr/>
        </p:nvSpPr>
        <p:spPr>
          <a:xfrm>
            <a:off x="6552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F1_main_prauc_1493">
            <a:extLst>
              <a:ext uri="{FF2B5EF4-FFF2-40B4-BE49-F238E27FC236}">
                <a16:creationId xmlns:a16="http://schemas.microsoft.com/office/drawing/2014/main" id="{1F35D641-99C9-4684-B18C-4E59B64558CD}"/>
              </a:ext>
            </a:extLst>
          </p:cNvPr>
          <p:cNvSpPr>
            <a:spLocks noGrp="1"/>
          </p:cNvSpPr>
          <p:nvPr/>
        </p:nvSpPr>
        <p:spPr>
          <a:xfrm>
            <a:off x="6583666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F1_main_prauc_1494">
            <a:extLst>
              <a:ext uri="{FF2B5EF4-FFF2-40B4-BE49-F238E27FC236}">
                <a16:creationId xmlns:a16="http://schemas.microsoft.com/office/drawing/2014/main" id="{0C2884CF-55D7-43A7-AB03-850C759EAF63}"/>
              </a:ext>
            </a:extLst>
          </p:cNvPr>
          <p:cNvSpPr>
            <a:spLocks noGrp="1"/>
          </p:cNvSpPr>
          <p:nvPr/>
        </p:nvSpPr>
        <p:spPr>
          <a:xfrm>
            <a:off x="6657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F1_main_prauc_1495">
            <a:extLst>
              <a:ext uri="{FF2B5EF4-FFF2-40B4-BE49-F238E27FC236}">
                <a16:creationId xmlns:a16="http://schemas.microsoft.com/office/drawing/2014/main" id="{D3563167-CFEC-4DB4-A3D7-DEDDD29B9A77}"/>
              </a:ext>
            </a:extLst>
          </p:cNvPr>
          <p:cNvSpPr>
            <a:spLocks noGrp="1"/>
          </p:cNvSpPr>
          <p:nvPr/>
        </p:nvSpPr>
        <p:spPr>
          <a:xfrm>
            <a:off x="654831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F1_main_prauc_1496">
            <a:extLst>
              <a:ext uri="{FF2B5EF4-FFF2-40B4-BE49-F238E27FC236}">
                <a16:creationId xmlns:a16="http://schemas.microsoft.com/office/drawing/2014/main" id="{3DC095E9-B249-4771-B9F7-19380F377E2B}"/>
              </a:ext>
            </a:extLst>
          </p:cNvPr>
          <p:cNvSpPr>
            <a:spLocks noGrp="1"/>
          </p:cNvSpPr>
          <p:nvPr/>
        </p:nvSpPr>
        <p:spPr>
          <a:xfrm>
            <a:off x="668164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F1_main_prauc_1497">
            <a:extLst>
              <a:ext uri="{FF2B5EF4-FFF2-40B4-BE49-F238E27FC236}">
                <a16:creationId xmlns:a16="http://schemas.microsoft.com/office/drawing/2014/main" id="{3F8CA47C-D21A-4481-9A44-CDCB39BAD0DF}"/>
              </a:ext>
            </a:extLst>
          </p:cNvPr>
          <p:cNvSpPr>
            <a:spLocks noGrp="1"/>
          </p:cNvSpPr>
          <p:nvPr/>
        </p:nvSpPr>
        <p:spPr>
          <a:xfrm>
            <a:off x="65660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F1_main_prauc_1498">
            <a:extLst>
              <a:ext uri="{FF2B5EF4-FFF2-40B4-BE49-F238E27FC236}">
                <a16:creationId xmlns:a16="http://schemas.microsoft.com/office/drawing/2014/main" id="{3243F146-7444-479D-80BE-B86C86AB01A4}"/>
              </a:ext>
            </a:extLst>
          </p:cNvPr>
          <p:cNvSpPr>
            <a:spLocks noGrp="1"/>
          </p:cNvSpPr>
          <p:nvPr/>
        </p:nvSpPr>
        <p:spPr>
          <a:xfrm>
            <a:off x="669863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F1_main_prauc_1499">
            <a:extLst>
              <a:ext uri="{FF2B5EF4-FFF2-40B4-BE49-F238E27FC236}">
                <a16:creationId xmlns:a16="http://schemas.microsoft.com/office/drawing/2014/main" id="{BB9B0AF8-DD8E-41A0-919B-7395D4B23A61}"/>
              </a:ext>
            </a:extLst>
          </p:cNvPr>
          <p:cNvSpPr>
            <a:spLocks noGrp="1"/>
          </p:cNvSpPr>
          <p:nvPr/>
        </p:nvSpPr>
        <p:spPr>
          <a:xfrm>
            <a:off x="6528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F1_main_prauc_1500">
            <a:extLst>
              <a:ext uri="{FF2B5EF4-FFF2-40B4-BE49-F238E27FC236}">
                <a16:creationId xmlns:a16="http://schemas.microsoft.com/office/drawing/2014/main" id="{8B1697E7-9032-4DBB-A3C2-A822DC37A43A}"/>
              </a:ext>
            </a:extLst>
          </p:cNvPr>
          <p:cNvSpPr>
            <a:spLocks noGrp="1"/>
          </p:cNvSpPr>
          <p:nvPr/>
        </p:nvSpPr>
        <p:spPr>
          <a:xfrm>
            <a:off x="6588968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F1_main_prauc_1501">
            <a:extLst>
              <a:ext uri="{FF2B5EF4-FFF2-40B4-BE49-F238E27FC236}">
                <a16:creationId xmlns:a16="http://schemas.microsoft.com/office/drawing/2014/main" id="{8C896D24-87FF-458E-B965-928DD596F5C6}"/>
              </a:ext>
            </a:extLst>
          </p:cNvPr>
          <p:cNvSpPr>
            <a:spLocks noGrp="1"/>
          </p:cNvSpPr>
          <p:nvPr/>
        </p:nvSpPr>
        <p:spPr>
          <a:xfrm>
            <a:off x="66310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F1_main_prauc_1502">
            <a:extLst>
              <a:ext uri="{FF2B5EF4-FFF2-40B4-BE49-F238E27FC236}">
                <a16:creationId xmlns:a16="http://schemas.microsoft.com/office/drawing/2014/main" id="{E94690D3-1CD7-4BD0-AC4D-B772A4CB97D6}"/>
              </a:ext>
            </a:extLst>
          </p:cNvPr>
          <p:cNvSpPr>
            <a:spLocks noGrp="1"/>
          </p:cNvSpPr>
          <p:nvPr/>
        </p:nvSpPr>
        <p:spPr>
          <a:xfrm>
            <a:off x="6640466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F1_main_prauc_1503">
            <a:extLst>
              <a:ext uri="{FF2B5EF4-FFF2-40B4-BE49-F238E27FC236}">
                <a16:creationId xmlns:a16="http://schemas.microsoft.com/office/drawing/2014/main" id="{555C3C70-715E-4D90-A00B-50054284ABA8}"/>
              </a:ext>
            </a:extLst>
          </p:cNvPr>
          <p:cNvSpPr>
            <a:spLocks noGrp="1"/>
          </p:cNvSpPr>
          <p:nvPr/>
        </p:nvSpPr>
        <p:spPr>
          <a:xfrm>
            <a:off x="6492914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F1_main_prauc_1504">
            <a:extLst>
              <a:ext uri="{FF2B5EF4-FFF2-40B4-BE49-F238E27FC236}">
                <a16:creationId xmlns:a16="http://schemas.microsoft.com/office/drawing/2014/main" id="{DFCF241F-1B55-4934-8833-8A88EF4248FA}"/>
              </a:ext>
            </a:extLst>
          </p:cNvPr>
          <p:cNvSpPr>
            <a:spLocks noGrp="1"/>
          </p:cNvSpPr>
          <p:nvPr/>
        </p:nvSpPr>
        <p:spPr>
          <a:xfrm>
            <a:off x="6594152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F1_main_prauc_1505">
            <a:extLst>
              <a:ext uri="{FF2B5EF4-FFF2-40B4-BE49-F238E27FC236}">
                <a16:creationId xmlns:a16="http://schemas.microsoft.com/office/drawing/2014/main" id="{49EF3D94-060F-4222-B3D0-EDE96B785079}"/>
              </a:ext>
            </a:extLst>
          </p:cNvPr>
          <p:cNvSpPr>
            <a:spLocks noGrp="1"/>
          </p:cNvSpPr>
          <p:nvPr/>
        </p:nvSpPr>
        <p:spPr>
          <a:xfrm>
            <a:off x="665915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F1_main_prauc_1506">
            <a:extLst>
              <a:ext uri="{FF2B5EF4-FFF2-40B4-BE49-F238E27FC236}">
                <a16:creationId xmlns:a16="http://schemas.microsoft.com/office/drawing/2014/main" id="{CA4D3859-A93F-4E07-A4D4-91CFF54C8851}"/>
              </a:ext>
            </a:extLst>
          </p:cNvPr>
          <p:cNvSpPr>
            <a:spLocks noGrp="1"/>
          </p:cNvSpPr>
          <p:nvPr/>
        </p:nvSpPr>
        <p:spPr>
          <a:xfrm>
            <a:off x="66342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F1_main_prauc_1507">
            <a:extLst>
              <a:ext uri="{FF2B5EF4-FFF2-40B4-BE49-F238E27FC236}">
                <a16:creationId xmlns:a16="http://schemas.microsoft.com/office/drawing/2014/main" id="{BCC3CB33-85EC-42DB-8948-F0AD8D8A8DCA}"/>
              </a:ext>
            </a:extLst>
          </p:cNvPr>
          <p:cNvSpPr>
            <a:spLocks noGrp="1"/>
          </p:cNvSpPr>
          <p:nvPr/>
        </p:nvSpPr>
        <p:spPr>
          <a:xfrm>
            <a:off x="65886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F1_main_prauc_1508">
            <a:extLst>
              <a:ext uri="{FF2B5EF4-FFF2-40B4-BE49-F238E27FC236}">
                <a16:creationId xmlns:a16="http://schemas.microsoft.com/office/drawing/2014/main" id="{A4EF58DB-69AA-4E1C-ABCF-42CEFD0A9BB4}"/>
              </a:ext>
            </a:extLst>
          </p:cNvPr>
          <p:cNvSpPr>
            <a:spLocks noGrp="1"/>
          </p:cNvSpPr>
          <p:nvPr/>
        </p:nvSpPr>
        <p:spPr>
          <a:xfrm>
            <a:off x="66843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F1_main_prauc_1509">
            <a:extLst>
              <a:ext uri="{FF2B5EF4-FFF2-40B4-BE49-F238E27FC236}">
                <a16:creationId xmlns:a16="http://schemas.microsoft.com/office/drawing/2014/main" id="{A28A999F-7797-42C4-A08D-A848A6961C8A}"/>
              </a:ext>
            </a:extLst>
          </p:cNvPr>
          <p:cNvSpPr>
            <a:spLocks noGrp="1"/>
          </p:cNvSpPr>
          <p:nvPr/>
        </p:nvSpPr>
        <p:spPr>
          <a:xfrm>
            <a:off x="6706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F1_main_prauc_1510">
            <a:extLst>
              <a:ext uri="{FF2B5EF4-FFF2-40B4-BE49-F238E27FC236}">
                <a16:creationId xmlns:a16="http://schemas.microsoft.com/office/drawing/2014/main" id="{C0457625-8ED2-4AA9-825C-8F2F6D933C49}"/>
              </a:ext>
            </a:extLst>
          </p:cNvPr>
          <p:cNvSpPr>
            <a:spLocks noGrp="1"/>
          </p:cNvSpPr>
          <p:nvPr/>
        </p:nvSpPr>
        <p:spPr>
          <a:xfrm>
            <a:off x="65766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F1_main_prauc_1511">
            <a:extLst>
              <a:ext uri="{FF2B5EF4-FFF2-40B4-BE49-F238E27FC236}">
                <a16:creationId xmlns:a16="http://schemas.microsoft.com/office/drawing/2014/main" id="{7C609D9C-6F31-4A6E-980C-06952B92360A}"/>
              </a:ext>
            </a:extLst>
          </p:cNvPr>
          <p:cNvSpPr>
            <a:spLocks noGrp="1"/>
          </p:cNvSpPr>
          <p:nvPr/>
        </p:nvSpPr>
        <p:spPr>
          <a:xfrm>
            <a:off x="6501164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F1_main_prauc_1512">
            <a:extLst>
              <a:ext uri="{FF2B5EF4-FFF2-40B4-BE49-F238E27FC236}">
                <a16:creationId xmlns:a16="http://schemas.microsoft.com/office/drawing/2014/main" id="{923C5D35-C611-49A2-92DA-436CA2FA910C}"/>
              </a:ext>
            </a:extLst>
          </p:cNvPr>
          <p:cNvSpPr>
            <a:spLocks noGrp="1"/>
          </p:cNvSpPr>
          <p:nvPr/>
        </p:nvSpPr>
        <p:spPr>
          <a:xfrm>
            <a:off x="664504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F1_main_prauc_1513">
            <a:extLst>
              <a:ext uri="{FF2B5EF4-FFF2-40B4-BE49-F238E27FC236}">
                <a16:creationId xmlns:a16="http://schemas.microsoft.com/office/drawing/2014/main" id="{660E0D28-A4F6-45B1-B027-3BE2705B9693}"/>
              </a:ext>
            </a:extLst>
          </p:cNvPr>
          <p:cNvSpPr>
            <a:spLocks noGrp="1"/>
          </p:cNvSpPr>
          <p:nvPr/>
        </p:nvSpPr>
        <p:spPr>
          <a:xfrm>
            <a:off x="66584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F1_main_prauc_1514">
            <a:extLst>
              <a:ext uri="{FF2B5EF4-FFF2-40B4-BE49-F238E27FC236}">
                <a16:creationId xmlns:a16="http://schemas.microsoft.com/office/drawing/2014/main" id="{3342575B-036D-47C5-B269-6006402484D0}"/>
              </a:ext>
            </a:extLst>
          </p:cNvPr>
          <p:cNvSpPr>
            <a:spLocks noGrp="1"/>
          </p:cNvSpPr>
          <p:nvPr/>
        </p:nvSpPr>
        <p:spPr>
          <a:xfrm>
            <a:off x="6683922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F1_main_prauc_1515">
            <a:extLst>
              <a:ext uri="{FF2B5EF4-FFF2-40B4-BE49-F238E27FC236}">
                <a16:creationId xmlns:a16="http://schemas.microsoft.com/office/drawing/2014/main" id="{BD755697-42DD-42C4-BC97-93DD33A80136}"/>
              </a:ext>
            </a:extLst>
          </p:cNvPr>
          <p:cNvSpPr>
            <a:spLocks noGrp="1"/>
          </p:cNvSpPr>
          <p:nvPr/>
        </p:nvSpPr>
        <p:spPr>
          <a:xfrm>
            <a:off x="672585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F1_main_prauc_1516">
            <a:extLst>
              <a:ext uri="{FF2B5EF4-FFF2-40B4-BE49-F238E27FC236}">
                <a16:creationId xmlns:a16="http://schemas.microsoft.com/office/drawing/2014/main" id="{3BD927D6-CCBF-48E5-BBA7-6A6C989EB8E6}"/>
              </a:ext>
            </a:extLst>
          </p:cNvPr>
          <p:cNvSpPr>
            <a:spLocks noGrp="1"/>
          </p:cNvSpPr>
          <p:nvPr/>
        </p:nvSpPr>
        <p:spPr>
          <a:xfrm>
            <a:off x="670327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F1_main_prauc_1517">
            <a:extLst>
              <a:ext uri="{FF2B5EF4-FFF2-40B4-BE49-F238E27FC236}">
                <a16:creationId xmlns:a16="http://schemas.microsoft.com/office/drawing/2014/main" id="{18D31813-24DE-40F9-907C-3E98E5725C89}"/>
              </a:ext>
            </a:extLst>
          </p:cNvPr>
          <p:cNvSpPr>
            <a:spLocks noGrp="1"/>
          </p:cNvSpPr>
          <p:nvPr/>
        </p:nvSpPr>
        <p:spPr>
          <a:xfrm>
            <a:off x="672080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F1_main_prauc_1518">
            <a:extLst>
              <a:ext uri="{FF2B5EF4-FFF2-40B4-BE49-F238E27FC236}">
                <a16:creationId xmlns:a16="http://schemas.microsoft.com/office/drawing/2014/main" id="{2C40FF44-A9E7-436D-99AA-F18404A38E68}"/>
              </a:ext>
            </a:extLst>
          </p:cNvPr>
          <p:cNvSpPr>
            <a:spLocks noGrp="1"/>
          </p:cNvSpPr>
          <p:nvPr/>
        </p:nvSpPr>
        <p:spPr>
          <a:xfrm>
            <a:off x="65615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F1_main_prauc_1519">
            <a:extLst>
              <a:ext uri="{FF2B5EF4-FFF2-40B4-BE49-F238E27FC236}">
                <a16:creationId xmlns:a16="http://schemas.microsoft.com/office/drawing/2014/main" id="{B387EA83-57CD-4EB5-BD12-B630348AE651}"/>
              </a:ext>
            </a:extLst>
          </p:cNvPr>
          <p:cNvSpPr>
            <a:spLocks noGrp="1"/>
          </p:cNvSpPr>
          <p:nvPr/>
        </p:nvSpPr>
        <p:spPr>
          <a:xfrm>
            <a:off x="66250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F1_main_prauc_1520">
            <a:extLst>
              <a:ext uri="{FF2B5EF4-FFF2-40B4-BE49-F238E27FC236}">
                <a16:creationId xmlns:a16="http://schemas.microsoft.com/office/drawing/2014/main" id="{90BFF722-E5DA-42CB-A976-C3B919F30859}"/>
              </a:ext>
            </a:extLst>
          </p:cNvPr>
          <p:cNvSpPr>
            <a:spLocks noGrp="1"/>
          </p:cNvSpPr>
          <p:nvPr/>
        </p:nvSpPr>
        <p:spPr>
          <a:xfrm>
            <a:off x="672992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F1_main_prauc_1521">
            <a:extLst>
              <a:ext uri="{FF2B5EF4-FFF2-40B4-BE49-F238E27FC236}">
                <a16:creationId xmlns:a16="http://schemas.microsoft.com/office/drawing/2014/main" id="{F209BE17-6E94-4260-BF55-2EC0A466D8EA}"/>
              </a:ext>
            </a:extLst>
          </p:cNvPr>
          <p:cNvSpPr>
            <a:spLocks noGrp="1"/>
          </p:cNvSpPr>
          <p:nvPr/>
        </p:nvSpPr>
        <p:spPr>
          <a:xfrm>
            <a:off x="66794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F1_main_prauc_1522">
            <a:extLst>
              <a:ext uri="{FF2B5EF4-FFF2-40B4-BE49-F238E27FC236}">
                <a16:creationId xmlns:a16="http://schemas.microsoft.com/office/drawing/2014/main" id="{944F88C5-F2AE-438E-80F3-CD0747CEFA10}"/>
              </a:ext>
            </a:extLst>
          </p:cNvPr>
          <p:cNvSpPr>
            <a:spLocks noGrp="1"/>
          </p:cNvSpPr>
          <p:nvPr/>
        </p:nvSpPr>
        <p:spPr>
          <a:xfrm>
            <a:off x="666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F1_main_prauc_1523">
            <a:extLst>
              <a:ext uri="{FF2B5EF4-FFF2-40B4-BE49-F238E27FC236}">
                <a16:creationId xmlns:a16="http://schemas.microsoft.com/office/drawing/2014/main" id="{FC575864-CA27-41D4-957D-C5DADC026D75}"/>
              </a:ext>
            </a:extLst>
          </p:cNvPr>
          <p:cNvSpPr>
            <a:spLocks noGrp="1"/>
          </p:cNvSpPr>
          <p:nvPr/>
        </p:nvSpPr>
        <p:spPr>
          <a:xfrm>
            <a:off x="672455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F1_main_prauc_1524">
            <a:extLst>
              <a:ext uri="{FF2B5EF4-FFF2-40B4-BE49-F238E27FC236}">
                <a16:creationId xmlns:a16="http://schemas.microsoft.com/office/drawing/2014/main" id="{4258526D-954E-4BEE-96E5-940D4F2F117E}"/>
              </a:ext>
            </a:extLst>
          </p:cNvPr>
          <p:cNvSpPr>
            <a:spLocks noGrp="1"/>
          </p:cNvSpPr>
          <p:nvPr/>
        </p:nvSpPr>
        <p:spPr>
          <a:xfrm>
            <a:off x="65540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F1_main_prauc_1525">
            <a:extLst>
              <a:ext uri="{FF2B5EF4-FFF2-40B4-BE49-F238E27FC236}">
                <a16:creationId xmlns:a16="http://schemas.microsoft.com/office/drawing/2014/main" id="{61FB959B-C099-421F-A8F6-ABF679CBCD68}"/>
              </a:ext>
            </a:extLst>
          </p:cNvPr>
          <p:cNvSpPr>
            <a:spLocks noGrp="1"/>
          </p:cNvSpPr>
          <p:nvPr/>
        </p:nvSpPr>
        <p:spPr>
          <a:xfrm>
            <a:off x="664213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F1_main_prauc_1526">
            <a:extLst>
              <a:ext uri="{FF2B5EF4-FFF2-40B4-BE49-F238E27FC236}">
                <a16:creationId xmlns:a16="http://schemas.microsoft.com/office/drawing/2014/main" id="{3DAABAAD-81E7-4C7C-BD01-B5AA4CC14D35}"/>
              </a:ext>
            </a:extLst>
          </p:cNvPr>
          <p:cNvSpPr>
            <a:spLocks noGrp="1"/>
          </p:cNvSpPr>
          <p:nvPr/>
        </p:nvSpPr>
        <p:spPr>
          <a:xfrm>
            <a:off x="674270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F1_main_prauc_1527">
            <a:extLst>
              <a:ext uri="{FF2B5EF4-FFF2-40B4-BE49-F238E27FC236}">
                <a16:creationId xmlns:a16="http://schemas.microsoft.com/office/drawing/2014/main" id="{3C869A5A-4991-425E-8800-8320B86AFF0C}"/>
              </a:ext>
            </a:extLst>
          </p:cNvPr>
          <p:cNvSpPr>
            <a:spLocks noGrp="1"/>
          </p:cNvSpPr>
          <p:nvPr/>
        </p:nvSpPr>
        <p:spPr>
          <a:xfrm>
            <a:off x="65416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F1_main_prauc_1528">
            <a:extLst>
              <a:ext uri="{FF2B5EF4-FFF2-40B4-BE49-F238E27FC236}">
                <a16:creationId xmlns:a16="http://schemas.microsoft.com/office/drawing/2014/main" id="{86F06E5D-C857-4A85-9196-280E3B91A145}"/>
              </a:ext>
            </a:extLst>
          </p:cNvPr>
          <p:cNvSpPr>
            <a:spLocks noGrp="1"/>
          </p:cNvSpPr>
          <p:nvPr/>
        </p:nvSpPr>
        <p:spPr>
          <a:xfrm>
            <a:off x="6659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F1_main_prauc_1529">
            <a:extLst>
              <a:ext uri="{FF2B5EF4-FFF2-40B4-BE49-F238E27FC236}">
                <a16:creationId xmlns:a16="http://schemas.microsoft.com/office/drawing/2014/main" id="{DA9A5541-771A-484B-BACC-061B4C3C520A}"/>
              </a:ext>
            </a:extLst>
          </p:cNvPr>
          <p:cNvSpPr>
            <a:spLocks noGrp="1"/>
          </p:cNvSpPr>
          <p:nvPr/>
        </p:nvSpPr>
        <p:spPr>
          <a:xfrm>
            <a:off x="67284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F1_main_prauc_1530">
            <a:extLst>
              <a:ext uri="{FF2B5EF4-FFF2-40B4-BE49-F238E27FC236}">
                <a16:creationId xmlns:a16="http://schemas.microsoft.com/office/drawing/2014/main" id="{20FBBBA6-348A-4794-BFE7-FB942DDDA66C}"/>
              </a:ext>
            </a:extLst>
          </p:cNvPr>
          <p:cNvSpPr>
            <a:spLocks noGrp="1"/>
          </p:cNvSpPr>
          <p:nvPr/>
        </p:nvSpPr>
        <p:spPr>
          <a:xfrm>
            <a:off x="6709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F1_main_prauc_1531">
            <a:extLst>
              <a:ext uri="{FF2B5EF4-FFF2-40B4-BE49-F238E27FC236}">
                <a16:creationId xmlns:a16="http://schemas.microsoft.com/office/drawing/2014/main" id="{70329F4E-BDE4-4CD2-BBCA-EE6D32D558D0}"/>
              </a:ext>
            </a:extLst>
          </p:cNvPr>
          <p:cNvSpPr>
            <a:spLocks noGrp="1"/>
          </p:cNvSpPr>
          <p:nvPr/>
        </p:nvSpPr>
        <p:spPr>
          <a:xfrm>
            <a:off x="6658839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F1_main_prauc_1532">
            <a:extLst>
              <a:ext uri="{FF2B5EF4-FFF2-40B4-BE49-F238E27FC236}">
                <a16:creationId xmlns:a16="http://schemas.microsoft.com/office/drawing/2014/main" id="{624C239A-5168-4387-9B01-DF94D956FDC0}"/>
              </a:ext>
            </a:extLst>
          </p:cNvPr>
          <p:cNvSpPr>
            <a:spLocks noGrp="1"/>
          </p:cNvSpPr>
          <p:nvPr/>
        </p:nvSpPr>
        <p:spPr>
          <a:xfrm>
            <a:off x="656051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F1_main_prauc_1533">
            <a:extLst>
              <a:ext uri="{FF2B5EF4-FFF2-40B4-BE49-F238E27FC236}">
                <a16:creationId xmlns:a16="http://schemas.microsoft.com/office/drawing/2014/main" id="{7D8A78F3-0F75-41C0-BF18-AB0B65051571}"/>
              </a:ext>
            </a:extLst>
          </p:cNvPr>
          <p:cNvSpPr>
            <a:spLocks noGrp="1"/>
          </p:cNvSpPr>
          <p:nvPr/>
        </p:nvSpPr>
        <p:spPr>
          <a:xfrm>
            <a:off x="64904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F1_main_prauc_1534">
            <a:extLst>
              <a:ext uri="{FF2B5EF4-FFF2-40B4-BE49-F238E27FC236}">
                <a16:creationId xmlns:a16="http://schemas.microsoft.com/office/drawing/2014/main" id="{2A2E2619-EDC7-4D64-8324-BE9DF34752AC}"/>
              </a:ext>
            </a:extLst>
          </p:cNvPr>
          <p:cNvSpPr>
            <a:spLocks noGrp="1"/>
          </p:cNvSpPr>
          <p:nvPr/>
        </p:nvSpPr>
        <p:spPr>
          <a:xfrm>
            <a:off x="65290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F1_main_prauc_1535">
            <a:extLst>
              <a:ext uri="{FF2B5EF4-FFF2-40B4-BE49-F238E27FC236}">
                <a16:creationId xmlns:a16="http://schemas.microsoft.com/office/drawing/2014/main" id="{2597D3D7-FACD-4A2D-A146-9C1D61D7127D}"/>
              </a:ext>
            </a:extLst>
          </p:cNvPr>
          <p:cNvSpPr>
            <a:spLocks noGrp="1"/>
          </p:cNvSpPr>
          <p:nvPr/>
        </p:nvSpPr>
        <p:spPr>
          <a:xfrm>
            <a:off x="6515033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F1_main_prauc_1536">
            <a:extLst>
              <a:ext uri="{FF2B5EF4-FFF2-40B4-BE49-F238E27FC236}">
                <a16:creationId xmlns:a16="http://schemas.microsoft.com/office/drawing/2014/main" id="{2741876B-2926-4ADB-B8CD-18B08304831A}"/>
              </a:ext>
            </a:extLst>
          </p:cNvPr>
          <p:cNvSpPr>
            <a:spLocks noGrp="1"/>
          </p:cNvSpPr>
          <p:nvPr/>
        </p:nvSpPr>
        <p:spPr>
          <a:xfrm>
            <a:off x="660045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F1_main_prauc_1537">
            <a:extLst>
              <a:ext uri="{FF2B5EF4-FFF2-40B4-BE49-F238E27FC236}">
                <a16:creationId xmlns:a16="http://schemas.microsoft.com/office/drawing/2014/main" id="{4DC3E8E2-59B9-44FD-A9E7-24112541C633}"/>
              </a:ext>
            </a:extLst>
          </p:cNvPr>
          <p:cNvSpPr>
            <a:spLocks noGrp="1"/>
          </p:cNvSpPr>
          <p:nvPr/>
        </p:nvSpPr>
        <p:spPr>
          <a:xfrm>
            <a:off x="67059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F1_main_prauc_1538">
            <a:extLst>
              <a:ext uri="{FF2B5EF4-FFF2-40B4-BE49-F238E27FC236}">
                <a16:creationId xmlns:a16="http://schemas.microsoft.com/office/drawing/2014/main" id="{2DEDD71B-80CF-4C7D-AD26-0C6FFC7136B5}"/>
              </a:ext>
            </a:extLst>
          </p:cNvPr>
          <p:cNvSpPr>
            <a:spLocks noGrp="1"/>
          </p:cNvSpPr>
          <p:nvPr/>
        </p:nvSpPr>
        <p:spPr>
          <a:xfrm>
            <a:off x="658123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F1_main_prauc_1539">
            <a:extLst>
              <a:ext uri="{FF2B5EF4-FFF2-40B4-BE49-F238E27FC236}">
                <a16:creationId xmlns:a16="http://schemas.microsoft.com/office/drawing/2014/main" id="{2B9D8112-7685-4F36-9C73-6CB7008264D7}"/>
              </a:ext>
            </a:extLst>
          </p:cNvPr>
          <p:cNvSpPr>
            <a:spLocks noGrp="1"/>
          </p:cNvSpPr>
          <p:nvPr/>
        </p:nvSpPr>
        <p:spPr>
          <a:xfrm>
            <a:off x="66047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F1_main_prauc_1540">
            <a:extLst>
              <a:ext uri="{FF2B5EF4-FFF2-40B4-BE49-F238E27FC236}">
                <a16:creationId xmlns:a16="http://schemas.microsoft.com/office/drawing/2014/main" id="{04DB267D-A275-4580-A8AF-394DA9CFB4D0}"/>
              </a:ext>
            </a:extLst>
          </p:cNvPr>
          <p:cNvSpPr>
            <a:spLocks noGrp="1"/>
          </p:cNvSpPr>
          <p:nvPr/>
        </p:nvSpPr>
        <p:spPr>
          <a:xfrm>
            <a:off x="662454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F1_main_prauc_1541">
            <a:extLst>
              <a:ext uri="{FF2B5EF4-FFF2-40B4-BE49-F238E27FC236}">
                <a16:creationId xmlns:a16="http://schemas.microsoft.com/office/drawing/2014/main" id="{D92F50C7-7E1A-4BAA-824E-CCC1477DA044}"/>
              </a:ext>
            </a:extLst>
          </p:cNvPr>
          <p:cNvSpPr>
            <a:spLocks noGrp="1"/>
          </p:cNvSpPr>
          <p:nvPr/>
        </p:nvSpPr>
        <p:spPr>
          <a:xfrm>
            <a:off x="656011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F1_main_prauc_1542">
            <a:extLst>
              <a:ext uri="{FF2B5EF4-FFF2-40B4-BE49-F238E27FC236}">
                <a16:creationId xmlns:a16="http://schemas.microsoft.com/office/drawing/2014/main" id="{BE07352F-D6E9-40D7-82D6-2026834141E8}"/>
              </a:ext>
            </a:extLst>
          </p:cNvPr>
          <p:cNvSpPr>
            <a:spLocks noGrp="1"/>
          </p:cNvSpPr>
          <p:nvPr/>
        </p:nvSpPr>
        <p:spPr>
          <a:xfrm>
            <a:off x="65393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F1_main_prauc_1543">
            <a:extLst>
              <a:ext uri="{FF2B5EF4-FFF2-40B4-BE49-F238E27FC236}">
                <a16:creationId xmlns:a16="http://schemas.microsoft.com/office/drawing/2014/main" id="{38B55BBC-E592-433C-84AC-70A6D81FD3BB}"/>
              </a:ext>
            </a:extLst>
          </p:cNvPr>
          <p:cNvSpPr>
            <a:spLocks noGrp="1"/>
          </p:cNvSpPr>
          <p:nvPr/>
        </p:nvSpPr>
        <p:spPr>
          <a:xfrm>
            <a:off x="65320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F1_main_prauc_1544">
            <a:extLst>
              <a:ext uri="{FF2B5EF4-FFF2-40B4-BE49-F238E27FC236}">
                <a16:creationId xmlns:a16="http://schemas.microsoft.com/office/drawing/2014/main" id="{DB3E63C9-0C3F-4C7A-87E8-F2DE800E58C7}"/>
              </a:ext>
            </a:extLst>
          </p:cNvPr>
          <p:cNvSpPr>
            <a:spLocks noGrp="1"/>
          </p:cNvSpPr>
          <p:nvPr/>
        </p:nvSpPr>
        <p:spPr>
          <a:xfrm>
            <a:off x="6556198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F1_main_prauc_1545">
            <a:extLst>
              <a:ext uri="{FF2B5EF4-FFF2-40B4-BE49-F238E27FC236}">
                <a16:creationId xmlns:a16="http://schemas.microsoft.com/office/drawing/2014/main" id="{C78F0EDC-0C3E-40FF-9E23-31D0DF61E007}"/>
              </a:ext>
            </a:extLst>
          </p:cNvPr>
          <p:cNvSpPr>
            <a:spLocks noGrp="1"/>
          </p:cNvSpPr>
          <p:nvPr/>
        </p:nvSpPr>
        <p:spPr>
          <a:xfrm>
            <a:off x="6682185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F1_main_prauc_1546">
            <a:extLst>
              <a:ext uri="{FF2B5EF4-FFF2-40B4-BE49-F238E27FC236}">
                <a16:creationId xmlns:a16="http://schemas.microsoft.com/office/drawing/2014/main" id="{C052443B-AE8B-4B57-B228-BCEF517F1CD8}"/>
              </a:ext>
            </a:extLst>
          </p:cNvPr>
          <p:cNvSpPr>
            <a:spLocks noGrp="1"/>
          </p:cNvSpPr>
          <p:nvPr/>
        </p:nvSpPr>
        <p:spPr>
          <a:xfrm>
            <a:off x="666306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F1_main_prauc_1547">
            <a:extLst>
              <a:ext uri="{FF2B5EF4-FFF2-40B4-BE49-F238E27FC236}">
                <a16:creationId xmlns:a16="http://schemas.microsoft.com/office/drawing/2014/main" id="{692D1F8B-6C2F-448A-9D22-D24BC84F7169}"/>
              </a:ext>
            </a:extLst>
          </p:cNvPr>
          <p:cNvSpPr>
            <a:spLocks noGrp="1"/>
          </p:cNvSpPr>
          <p:nvPr/>
        </p:nvSpPr>
        <p:spPr>
          <a:xfrm>
            <a:off x="649372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F1_main_prauc_1548">
            <a:extLst>
              <a:ext uri="{FF2B5EF4-FFF2-40B4-BE49-F238E27FC236}">
                <a16:creationId xmlns:a16="http://schemas.microsoft.com/office/drawing/2014/main" id="{6DE9A202-62F7-4304-84C3-5C5F239CECF6}"/>
              </a:ext>
            </a:extLst>
          </p:cNvPr>
          <p:cNvSpPr>
            <a:spLocks noGrp="1"/>
          </p:cNvSpPr>
          <p:nvPr/>
        </p:nvSpPr>
        <p:spPr>
          <a:xfrm>
            <a:off x="656412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F1_main_prauc_1549">
            <a:extLst>
              <a:ext uri="{FF2B5EF4-FFF2-40B4-BE49-F238E27FC236}">
                <a16:creationId xmlns:a16="http://schemas.microsoft.com/office/drawing/2014/main" id="{261D07EE-0760-4CCD-8448-091959811395}"/>
              </a:ext>
            </a:extLst>
          </p:cNvPr>
          <p:cNvSpPr>
            <a:spLocks noGrp="1"/>
          </p:cNvSpPr>
          <p:nvPr/>
        </p:nvSpPr>
        <p:spPr>
          <a:xfrm>
            <a:off x="6573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F1_main_prauc_1550">
            <a:extLst>
              <a:ext uri="{FF2B5EF4-FFF2-40B4-BE49-F238E27FC236}">
                <a16:creationId xmlns:a16="http://schemas.microsoft.com/office/drawing/2014/main" id="{A043FF7F-E4FF-4427-B17C-C6E42CEF90B5}"/>
              </a:ext>
            </a:extLst>
          </p:cNvPr>
          <p:cNvSpPr>
            <a:spLocks noGrp="1"/>
          </p:cNvSpPr>
          <p:nvPr/>
        </p:nvSpPr>
        <p:spPr>
          <a:xfrm>
            <a:off x="6722778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F1_main_prauc_1551">
            <a:extLst>
              <a:ext uri="{FF2B5EF4-FFF2-40B4-BE49-F238E27FC236}">
                <a16:creationId xmlns:a16="http://schemas.microsoft.com/office/drawing/2014/main" id="{35A125EA-306E-48E5-8740-118ACCA682C8}"/>
              </a:ext>
            </a:extLst>
          </p:cNvPr>
          <p:cNvSpPr>
            <a:spLocks noGrp="1"/>
          </p:cNvSpPr>
          <p:nvPr/>
        </p:nvSpPr>
        <p:spPr>
          <a:xfrm>
            <a:off x="655359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F1_main_prauc_1552">
            <a:extLst>
              <a:ext uri="{FF2B5EF4-FFF2-40B4-BE49-F238E27FC236}">
                <a16:creationId xmlns:a16="http://schemas.microsoft.com/office/drawing/2014/main" id="{17524605-099E-41BF-A534-CF40F3AA4F7A}"/>
              </a:ext>
            </a:extLst>
          </p:cNvPr>
          <p:cNvSpPr>
            <a:spLocks noGrp="1"/>
          </p:cNvSpPr>
          <p:nvPr/>
        </p:nvSpPr>
        <p:spPr>
          <a:xfrm>
            <a:off x="670118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F1_main_prauc_1553">
            <a:extLst>
              <a:ext uri="{FF2B5EF4-FFF2-40B4-BE49-F238E27FC236}">
                <a16:creationId xmlns:a16="http://schemas.microsoft.com/office/drawing/2014/main" id="{0CC267E8-DC8D-4CF4-9363-A19878B7C071}"/>
              </a:ext>
            </a:extLst>
          </p:cNvPr>
          <p:cNvSpPr>
            <a:spLocks noGrp="1"/>
          </p:cNvSpPr>
          <p:nvPr/>
        </p:nvSpPr>
        <p:spPr>
          <a:xfrm>
            <a:off x="65742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F1_main_prauc_1554">
            <a:extLst>
              <a:ext uri="{FF2B5EF4-FFF2-40B4-BE49-F238E27FC236}">
                <a16:creationId xmlns:a16="http://schemas.microsoft.com/office/drawing/2014/main" id="{93EA1571-CBAB-4227-AA55-B0E650B4555E}"/>
              </a:ext>
            </a:extLst>
          </p:cNvPr>
          <p:cNvSpPr>
            <a:spLocks noGrp="1"/>
          </p:cNvSpPr>
          <p:nvPr/>
        </p:nvSpPr>
        <p:spPr>
          <a:xfrm>
            <a:off x="65229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F1_main_prauc_1555">
            <a:extLst>
              <a:ext uri="{FF2B5EF4-FFF2-40B4-BE49-F238E27FC236}">
                <a16:creationId xmlns:a16="http://schemas.microsoft.com/office/drawing/2014/main" id="{D4E9FED0-19E2-42C8-980B-A0924290E6F3}"/>
              </a:ext>
            </a:extLst>
          </p:cNvPr>
          <p:cNvSpPr>
            <a:spLocks noGrp="1"/>
          </p:cNvSpPr>
          <p:nvPr/>
        </p:nvSpPr>
        <p:spPr>
          <a:xfrm>
            <a:off x="65986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F1_main_prauc_1556">
            <a:extLst>
              <a:ext uri="{FF2B5EF4-FFF2-40B4-BE49-F238E27FC236}">
                <a16:creationId xmlns:a16="http://schemas.microsoft.com/office/drawing/2014/main" id="{CD98F379-633D-415B-88E8-C84E624BC292}"/>
              </a:ext>
            </a:extLst>
          </p:cNvPr>
          <p:cNvSpPr>
            <a:spLocks noGrp="1"/>
          </p:cNvSpPr>
          <p:nvPr/>
        </p:nvSpPr>
        <p:spPr>
          <a:xfrm>
            <a:off x="66944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F1_main_prauc_1557">
            <a:extLst>
              <a:ext uri="{FF2B5EF4-FFF2-40B4-BE49-F238E27FC236}">
                <a16:creationId xmlns:a16="http://schemas.microsoft.com/office/drawing/2014/main" id="{2519E1EA-5085-46D6-9F32-ACF17FA9CE6B}"/>
              </a:ext>
            </a:extLst>
          </p:cNvPr>
          <p:cNvSpPr>
            <a:spLocks noGrp="1"/>
          </p:cNvSpPr>
          <p:nvPr/>
        </p:nvSpPr>
        <p:spPr>
          <a:xfrm>
            <a:off x="663528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F1_main_prauc_1558">
            <a:extLst>
              <a:ext uri="{FF2B5EF4-FFF2-40B4-BE49-F238E27FC236}">
                <a16:creationId xmlns:a16="http://schemas.microsoft.com/office/drawing/2014/main" id="{678C5304-3B6F-445E-8E08-17D8299C949E}"/>
              </a:ext>
            </a:extLst>
          </p:cNvPr>
          <p:cNvSpPr>
            <a:spLocks noGrp="1"/>
          </p:cNvSpPr>
          <p:nvPr/>
        </p:nvSpPr>
        <p:spPr>
          <a:xfrm>
            <a:off x="649105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F1_main_prauc_1559">
            <a:extLst>
              <a:ext uri="{FF2B5EF4-FFF2-40B4-BE49-F238E27FC236}">
                <a16:creationId xmlns:a16="http://schemas.microsoft.com/office/drawing/2014/main" id="{F0EBB050-5400-451B-A7BC-DEA40B64E486}"/>
              </a:ext>
            </a:extLst>
          </p:cNvPr>
          <p:cNvSpPr>
            <a:spLocks noGrp="1"/>
          </p:cNvSpPr>
          <p:nvPr/>
        </p:nvSpPr>
        <p:spPr>
          <a:xfrm>
            <a:off x="6631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F1_main_prauc_1560">
            <a:extLst>
              <a:ext uri="{FF2B5EF4-FFF2-40B4-BE49-F238E27FC236}">
                <a16:creationId xmlns:a16="http://schemas.microsoft.com/office/drawing/2014/main" id="{161403A7-F20E-48A9-B978-792DC9E9C817}"/>
              </a:ext>
            </a:extLst>
          </p:cNvPr>
          <p:cNvSpPr>
            <a:spLocks noGrp="1"/>
          </p:cNvSpPr>
          <p:nvPr/>
        </p:nvSpPr>
        <p:spPr>
          <a:xfrm>
            <a:off x="6597418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F1_main_prauc_1561">
            <a:extLst>
              <a:ext uri="{FF2B5EF4-FFF2-40B4-BE49-F238E27FC236}">
                <a16:creationId xmlns:a16="http://schemas.microsoft.com/office/drawing/2014/main" id="{15A059BD-DA98-4953-B24F-D6071B435514}"/>
              </a:ext>
            </a:extLst>
          </p:cNvPr>
          <p:cNvSpPr>
            <a:spLocks noGrp="1"/>
          </p:cNvSpPr>
          <p:nvPr/>
        </p:nvSpPr>
        <p:spPr>
          <a:xfrm>
            <a:off x="658534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F1_main_prauc_1562">
            <a:extLst>
              <a:ext uri="{FF2B5EF4-FFF2-40B4-BE49-F238E27FC236}">
                <a16:creationId xmlns:a16="http://schemas.microsoft.com/office/drawing/2014/main" id="{A52AD66C-E419-4991-BA44-87F1916191FA}"/>
              </a:ext>
            </a:extLst>
          </p:cNvPr>
          <p:cNvSpPr>
            <a:spLocks noGrp="1"/>
          </p:cNvSpPr>
          <p:nvPr/>
        </p:nvSpPr>
        <p:spPr>
          <a:xfrm>
            <a:off x="66077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F1_main_prauc_1563">
            <a:extLst>
              <a:ext uri="{FF2B5EF4-FFF2-40B4-BE49-F238E27FC236}">
                <a16:creationId xmlns:a16="http://schemas.microsoft.com/office/drawing/2014/main" id="{DC4A2863-98FF-4286-9133-3D5CF54BDC73}"/>
              </a:ext>
            </a:extLst>
          </p:cNvPr>
          <p:cNvSpPr>
            <a:spLocks noGrp="1"/>
          </p:cNvSpPr>
          <p:nvPr/>
        </p:nvSpPr>
        <p:spPr>
          <a:xfrm>
            <a:off x="6519906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F1_main_prauc_1564">
            <a:extLst>
              <a:ext uri="{FF2B5EF4-FFF2-40B4-BE49-F238E27FC236}">
                <a16:creationId xmlns:a16="http://schemas.microsoft.com/office/drawing/2014/main" id="{0681CA39-6EC5-408E-B60E-9331C97D8C58}"/>
              </a:ext>
            </a:extLst>
          </p:cNvPr>
          <p:cNvSpPr>
            <a:spLocks noGrp="1"/>
          </p:cNvSpPr>
          <p:nvPr/>
        </p:nvSpPr>
        <p:spPr>
          <a:xfrm>
            <a:off x="67098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F1_main_prauc_1565">
            <a:extLst>
              <a:ext uri="{FF2B5EF4-FFF2-40B4-BE49-F238E27FC236}">
                <a16:creationId xmlns:a16="http://schemas.microsoft.com/office/drawing/2014/main" id="{E729639E-1A3F-43CD-94D0-9AE4AE447366}"/>
              </a:ext>
            </a:extLst>
          </p:cNvPr>
          <p:cNvSpPr>
            <a:spLocks noGrp="1"/>
          </p:cNvSpPr>
          <p:nvPr/>
        </p:nvSpPr>
        <p:spPr>
          <a:xfrm>
            <a:off x="663626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F1_main_prauc_1566">
            <a:extLst>
              <a:ext uri="{FF2B5EF4-FFF2-40B4-BE49-F238E27FC236}">
                <a16:creationId xmlns:a16="http://schemas.microsoft.com/office/drawing/2014/main" id="{E4313A13-2E8C-46EB-A381-ED7C3FD23D84}"/>
              </a:ext>
            </a:extLst>
          </p:cNvPr>
          <p:cNvSpPr>
            <a:spLocks noGrp="1"/>
          </p:cNvSpPr>
          <p:nvPr/>
        </p:nvSpPr>
        <p:spPr>
          <a:xfrm>
            <a:off x="6562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F1_main_prauc_1567">
            <a:extLst>
              <a:ext uri="{FF2B5EF4-FFF2-40B4-BE49-F238E27FC236}">
                <a16:creationId xmlns:a16="http://schemas.microsoft.com/office/drawing/2014/main" id="{084DC078-E182-4FD2-8202-C3ED7BA3503E}"/>
              </a:ext>
            </a:extLst>
          </p:cNvPr>
          <p:cNvSpPr>
            <a:spLocks noGrp="1"/>
          </p:cNvSpPr>
          <p:nvPr/>
        </p:nvSpPr>
        <p:spPr>
          <a:xfrm>
            <a:off x="66620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F1_main_prauc_1568">
            <a:extLst>
              <a:ext uri="{FF2B5EF4-FFF2-40B4-BE49-F238E27FC236}">
                <a16:creationId xmlns:a16="http://schemas.microsoft.com/office/drawing/2014/main" id="{962DD523-E239-4744-B3EC-DC8F23EFB292}"/>
              </a:ext>
            </a:extLst>
          </p:cNvPr>
          <p:cNvSpPr>
            <a:spLocks noGrp="1"/>
          </p:cNvSpPr>
          <p:nvPr/>
        </p:nvSpPr>
        <p:spPr>
          <a:xfrm>
            <a:off x="65386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F1_main_prauc_1569">
            <a:extLst>
              <a:ext uri="{FF2B5EF4-FFF2-40B4-BE49-F238E27FC236}">
                <a16:creationId xmlns:a16="http://schemas.microsoft.com/office/drawing/2014/main" id="{BA88CC90-AAFD-4369-BF33-E684B275076B}"/>
              </a:ext>
            </a:extLst>
          </p:cNvPr>
          <p:cNvSpPr>
            <a:spLocks noGrp="1"/>
          </p:cNvSpPr>
          <p:nvPr/>
        </p:nvSpPr>
        <p:spPr>
          <a:xfrm>
            <a:off x="664589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F1_main_prauc_1570">
            <a:extLst>
              <a:ext uri="{FF2B5EF4-FFF2-40B4-BE49-F238E27FC236}">
                <a16:creationId xmlns:a16="http://schemas.microsoft.com/office/drawing/2014/main" id="{0881864B-9079-4FEC-83F6-F5431EEF069F}"/>
              </a:ext>
            </a:extLst>
          </p:cNvPr>
          <p:cNvSpPr>
            <a:spLocks noGrp="1"/>
          </p:cNvSpPr>
          <p:nvPr/>
        </p:nvSpPr>
        <p:spPr>
          <a:xfrm>
            <a:off x="671240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F1_main_prauc_1571">
            <a:extLst>
              <a:ext uri="{FF2B5EF4-FFF2-40B4-BE49-F238E27FC236}">
                <a16:creationId xmlns:a16="http://schemas.microsoft.com/office/drawing/2014/main" id="{97D6D111-3597-49AF-8B19-7C7023C2BD68}"/>
              </a:ext>
            </a:extLst>
          </p:cNvPr>
          <p:cNvSpPr>
            <a:spLocks noGrp="1"/>
          </p:cNvSpPr>
          <p:nvPr/>
        </p:nvSpPr>
        <p:spPr>
          <a:xfrm>
            <a:off x="665794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F1_main_prauc_1572">
            <a:extLst>
              <a:ext uri="{FF2B5EF4-FFF2-40B4-BE49-F238E27FC236}">
                <a16:creationId xmlns:a16="http://schemas.microsoft.com/office/drawing/2014/main" id="{CDE5DAE5-8723-4C45-9AA0-0AA360F89EF2}"/>
              </a:ext>
            </a:extLst>
          </p:cNvPr>
          <p:cNvSpPr>
            <a:spLocks noGrp="1"/>
          </p:cNvSpPr>
          <p:nvPr/>
        </p:nvSpPr>
        <p:spPr>
          <a:xfrm>
            <a:off x="653689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F1_main_prauc_1573">
            <a:extLst>
              <a:ext uri="{FF2B5EF4-FFF2-40B4-BE49-F238E27FC236}">
                <a16:creationId xmlns:a16="http://schemas.microsoft.com/office/drawing/2014/main" id="{B1BCB116-1407-4BD5-ADF5-6899463E15F7}"/>
              </a:ext>
            </a:extLst>
          </p:cNvPr>
          <p:cNvSpPr>
            <a:spLocks noGrp="1"/>
          </p:cNvSpPr>
          <p:nvPr/>
        </p:nvSpPr>
        <p:spPr>
          <a:xfrm>
            <a:off x="65685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F1_main_prauc_1574">
            <a:extLst>
              <a:ext uri="{FF2B5EF4-FFF2-40B4-BE49-F238E27FC236}">
                <a16:creationId xmlns:a16="http://schemas.microsoft.com/office/drawing/2014/main" id="{898B14D8-E2F4-4290-B4DA-E8E8955D383F}"/>
              </a:ext>
            </a:extLst>
          </p:cNvPr>
          <p:cNvSpPr>
            <a:spLocks noGrp="1"/>
          </p:cNvSpPr>
          <p:nvPr/>
        </p:nvSpPr>
        <p:spPr>
          <a:xfrm>
            <a:off x="667491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F1_main_prauc_1575">
            <a:extLst>
              <a:ext uri="{FF2B5EF4-FFF2-40B4-BE49-F238E27FC236}">
                <a16:creationId xmlns:a16="http://schemas.microsoft.com/office/drawing/2014/main" id="{3326A29E-65FD-4B61-ABB7-0592333EE7EF}"/>
              </a:ext>
            </a:extLst>
          </p:cNvPr>
          <p:cNvSpPr>
            <a:spLocks noGrp="1"/>
          </p:cNvSpPr>
          <p:nvPr/>
        </p:nvSpPr>
        <p:spPr>
          <a:xfrm>
            <a:off x="6495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F1_main_prauc_1576">
            <a:extLst>
              <a:ext uri="{FF2B5EF4-FFF2-40B4-BE49-F238E27FC236}">
                <a16:creationId xmlns:a16="http://schemas.microsoft.com/office/drawing/2014/main" id="{95936915-AD08-4457-B3CE-5E541D4C39CC}"/>
              </a:ext>
            </a:extLst>
          </p:cNvPr>
          <p:cNvSpPr>
            <a:spLocks noGrp="1"/>
          </p:cNvSpPr>
          <p:nvPr/>
        </p:nvSpPr>
        <p:spPr>
          <a:xfrm>
            <a:off x="6712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F1_main_prauc_1577">
            <a:extLst>
              <a:ext uri="{FF2B5EF4-FFF2-40B4-BE49-F238E27FC236}">
                <a16:creationId xmlns:a16="http://schemas.microsoft.com/office/drawing/2014/main" id="{ABDCDB34-0BF1-4FF5-8933-E6E8FCC85AA4}"/>
              </a:ext>
            </a:extLst>
          </p:cNvPr>
          <p:cNvSpPr>
            <a:spLocks noGrp="1"/>
          </p:cNvSpPr>
          <p:nvPr/>
        </p:nvSpPr>
        <p:spPr>
          <a:xfrm>
            <a:off x="674251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F1_main_prauc_1578">
            <a:extLst>
              <a:ext uri="{FF2B5EF4-FFF2-40B4-BE49-F238E27FC236}">
                <a16:creationId xmlns:a16="http://schemas.microsoft.com/office/drawing/2014/main" id="{F1B220FA-9912-4930-ACBC-29FE80EDEAC6}"/>
              </a:ext>
            </a:extLst>
          </p:cNvPr>
          <p:cNvSpPr>
            <a:spLocks noGrp="1"/>
          </p:cNvSpPr>
          <p:nvPr/>
        </p:nvSpPr>
        <p:spPr>
          <a:xfrm>
            <a:off x="655946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F1_main_prauc_1579">
            <a:extLst>
              <a:ext uri="{FF2B5EF4-FFF2-40B4-BE49-F238E27FC236}">
                <a16:creationId xmlns:a16="http://schemas.microsoft.com/office/drawing/2014/main" id="{CA52D9D1-481F-469D-9A19-25DA45A1673E}"/>
              </a:ext>
            </a:extLst>
          </p:cNvPr>
          <p:cNvSpPr>
            <a:spLocks noGrp="1"/>
          </p:cNvSpPr>
          <p:nvPr/>
        </p:nvSpPr>
        <p:spPr>
          <a:xfrm>
            <a:off x="67361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F1_main_prauc_1580">
            <a:extLst>
              <a:ext uri="{FF2B5EF4-FFF2-40B4-BE49-F238E27FC236}">
                <a16:creationId xmlns:a16="http://schemas.microsoft.com/office/drawing/2014/main" id="{958AA0E6-3E72-4E39-85DB-911E9C202D66}"/>
              </a:ext>
            </a:extLst>
          </p:cNvPr>
          <p:cNvSpPr>
            <a:spLocks noGrp="1"/>
          </p:cNvSpPr>
          <p:nvPr/>
        </p:nvSpPr>
        <p:spPr>
          <a:xfrm>
            <a:off x="66425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F1_main_prauc_1581">
            <a:extLst>
              <a:ext uri="{FF2B5EF4-FFF2-40B4-BE49-F238E27FC236}">
                <a16:creationId xmlns:a16="http://schemas.microsoft.com/office/drawing/2014/main" id="{013AE72D-6461-4067-95E2-6D62D316BE3D}"/>
              </a:ext>
            </a:extLst>
          </p:cNvPr>
          <p:cNvSpPr>
            <a:spLocks noGrp="1"/>
          </p:cNvSpPr>
          <p:nvPr/>
        </p:nvSpPr>
        <p:spPr>
          <a:xfrm>
            <a:off x="67271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F1_main_prauc_1582">
            <a:extLst>
              <a:ext uri="{FF2B5EF4-FFF2-40B4-BE49-F238E27FC236}">
                <a16:creationId xmlns:a16="http://schemas.microsoft.com/office/drawing/2014/main" id="{CD3F8AA7-995E-4763-9B6C-C159F3BC6216}"/>
              </a:ext>
            </a:extLst>
          </p:cNvPr>
          <p:cNvSpPr>
            <a:spLocks noGrp="1"/>
          </p:cNvSpPr>
          <p:nvPr/>
        </p:nvSpPr>
        <p:spPr>
          <a:xfrm>
            <a:off x="654954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F1_main_prauc_1583">
            <a:extLst>
              <a:ext uri="{FF2B5EF4-FFF2-40B4-BE49-F238E27FC236}">
                <a16:creationId xmlns:a16="http://schemas.microsoft.com/office/drawing/2014/main" id="{00673D8A-1ECB-41B0-AF48-7446294057E9}"/>
              </a:ext>
            </a:extLst>
          </p:cNvPr>
          <p:cNvSpPr>
            <a:spLocks noGrp="1"/>
          </p:cNvSpPr>
          <p:nvPr/>
        </p:nvSpPr>
        <p:spPr>
          <a:xfrm>
            <a:off x="669734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F1_main_prauc_1584">
            <a:extLst>
              <a:ext uri="{FF2B5EF4-FFF2-40B4-BE49-F238E27FC236}">
                <a16:creationId xmlns:a16="http://schemas.microsoft.com/office/drawing/2014/main" id="{DE64F817-D0D8-437A-AC51-91D266A05997}"/>
              </a:ext>
            </a:extLst>
          </p:cNvPr>
          <p:cNvSpPr>
            <a:spLocks noGrp="1"/>
          </p:cNvSpPr>
          <p:nvPr/>
        </p:nvSpPr>
        <p:spPr>
          <a:xfrm>
            <a:off x="6594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F1_main_prauc_1585">
            <a:extLst>
              <a:ext uri="{FF2B5EF4-FFF2-40B4-BE49-F238E27FC236}">
                <a16:creationId xmlns:a16="http://schemas.microsoft.com/office/drawing/2014/main" id="{FC3826D8-2B38-46E4-BA36-7CE7749965C8}"/>
              </a:ext>
            </a:extLst>
          </p:cNvPr>
          <p:cNvSpPr>
            <a:spLocks noGrp="1"/>
          </p:cNvSpPr>
          <p:nvPr/>
        </p:nvSpPr>
        <p:spPr>
          <a:xfrm>
            <a:off x="669274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F1_main_prauc_1586">
            <a:extLst>
              <a:ext uri="{FF2B5EF4-FFF2-40B4-BE49-F238E27FC236}">
                <a16:creationId xmlns:a16="http://schemas.microsoft.com/office/drawing/2014/main" id="{DBB875A4-BB3B-47F5-82CD-227AAB84F91E}"/>
              </a:ext>
            </a:extLst>
          </p:cNvPr>
          <p:cNvSpPr>
            <a:spLocks noGrp="1"/>
          </p:cNvSpPr>
          <p:nvPr/>
        </p:nvSpPr>
        <p:spPr>
          <a:xfrm>
            <a:off x="6598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F1_main_prauc_1587">
            <a:extLst>
              <a:ext uri="{FF2B5EF4-FFF2-40B4-BE49-F238E27FC236}">
                <a16:creationId xmlns:a16="http://schemas.microsoft.com/office/drawing/2014/main" id="{6FC5223B-20B2-4E4C-A073-BC55D44FDD92}"/>
              </a:ext>
            </a:extLst>
          </p:cNvPr>
          <p:cNvSpPr>
            <a:spLocks noGrp="1"/>
          </p:cNvSpPr>
          <p:nvPr/>
        </p:nvSpPr>
        <p:spPr>
          <a:xfrm>
            <a:off x="66672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F1_main_prauc_1588">
            <a:extLst>
              <a:ext uri="{FF2B5EF4-FFF2-40B4-BE49-F238E27FC236}">
                <a16:creationId xmlns:a16="http://schemas.microsoft.com/office/drawing/2014/main" id="{9B6DE54F-BBAB-4F5B-A3CB-6A73FB6D1E0A}"/>
              </a:ext>
            </a:extLst>
          </p:cNvPr>
          <p:cNvSpPr>
            <a:spLocks noGrp="1"/>
          </p:cNvSpPr>
          <p:nvPr/>
        </p:nvSpPr>
        <p:spPr>
          <a:xfrm>
            <a:off x="65562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F1_main_prauc_1589">
            <a:extLst>
              <a:ext uri="{FF2B5EF4-FFF2-40B4-BE49-F238E27FC236}">
                <a16:creationId xmlns:a16="http://schemas.microsoft.com/office/drawing/2014/main" id="{820FC0DB-8E00-40CA-B399-5D1B7CE934EC}"/>
              </a:ext>
            </a:extLst>
          </p:cNvPr>
          <p:cNvSpPr>
            <a:spLocks noGrp="1"/>
          </p:cNvSpPr>
          <p:nvPr/>
        </p:nvSpPr>
        <p:spPr>
          <a:xfrm>
            <a:off x="667812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F1_main_prauc_1590">
            <a:extLst>
              <a:ext uri="{FF2B5EF4-FFF2-40B4-BE49-F238E27FC236}">
                <a16:creationId xmlns:a16="http://schemas.microsoft.com/office/drawing/2014/main" id="{56C85DC4-A189-46FC-8B47-F6EE244BC4C5}"/>
              </a:ext>
            </a:extLst>
          </p:cNvPr>
          <p:cNvSpPr>
            <a:spLocks noGrp="1"/>
          </p:cNvSpPr>
          <p:nvPr/>
        </p:nvSpPr>
        <p:spPr>
          <a:xfrm>
            <a:off x="66741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F1_main_prauc_1591">
            <a:extLst>
              <a:ext uri="{FF2B5EF4-FFF2-40B4-BE49-F238E27FC236}">
                <a16:creationId xmlns:a16="http://schemas.microsoft.com/office/drawing/2014/main" id="{D5B643A0-E7C2-4E23-95F8-4EFB17A0BEF7}"/>
              </a:ext>
            </a:extLst>
          </p:cNvPr>
          <p:cNvSpPr>
            <a:spLocks noGrp="1"/>
          </p:cNvSpPr>
          <p:nvPr/>
        </p:nvSpPr>
        <p:spPr>
          <a:xfrm>
            <a:off x="656413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F1_main_prauc_1592">
            <a:extLst>
              <a:ext uri="{FF2B5EF4-FFF2-40B4-BE49-F238E27FC236}">
                <a16:creationId xmlns:a16="http://schemas.microsoft.com/office/drawing/2014/main" id="{267E7227-EF36-42DE-A3BF-7E1C4DE61AB6}"/>
              </a:ext>
            </a:extLst>
          </p:cNvPr>
          <p:cNvSpPr>
            <a:spLocks noGrp="1"/>
          </p:cNvSpPr>
          <p:nvPr/>
        </p:nvSpPr>
        <p:spPr>
          <a:xfrm>
            <a:off x="660825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F1_main_prauc_1593">
            <a:extLst>
              <a:ext uri="{FF2B5EF4-FFF2-40B4-BE49-F238E27FC236}">
                <a16:creationId xmlns:a16="http://schemas.microsoft.com/office/drawing/2014/main" id="{89DE635F-A9BD-4F01-BDB2-9B76C6D6E685}"/>
              </a:ext>
            </a:extLst>
          </p:cNvPr>
          <p:cNvSpPr>
            <a:spLocks noGrp="1"/>
          </p:cNvSpPr>
          <p:nvPr/>
        </p:nvSpPr>
        <p:spPr>
          <a:xfrm>
            <a:off x="661828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F1_main_prauc_1594">
            <a:extLst>
              <a:ext uri="{FF2B5EF4-FFF2-40B4-BE49-F238E27FC236}">
                <a16:creationId xmlns:a16="http://schemas.microsoft.com/office/drawing/2014/main" id="{7C0008A0-B5C4-40D5-80CE-C0D33A76DB2D}"/>
              </a:ext>
            </a:extLst>
          </p:cNvPr>
          <p:cNvSpPr>
            <a:spLocks noGrp="1"/>
          </p:cNvSpPr>
          <p:nvPr/>
        </p:nvSpPr>
        <p:spPr>
          <a:xfrm>
            <a:off x="66969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F1_main_prauc_1595">
            <a:extLst>
              <a:ext uri="{FF2B5EF4-FFF2-40B4-BE49-F238E27FC236}">
                <a16:creationId xmlns:a16="http://schemas.microsoft.com/office/drawing/2014/main" id="{6F9C8CE4-0809-4685-AA70-FC34E74CB7ED}"/>
              </a:ext>
            </a:extLst>
          </p:cNvPr>
          <p:cNvSpPr>
            <a:spLocks noGrp="1"/>
          </p:cNvSpPr>
          <p:nvPr/>
        </p:nvSpPr>
        <p:spPr>
          <a:xfrm>
            <a:off x="659429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F1_main_prauc_1596">
            <a:extLst>
              <a:ext uri="{FF2B5EF4-FFF2-40B4-BE49-F238E27FC236}">
                <a16:creationId xmlns:a16="http://schemas.microsoft.com/office/drawing/2014/main" id="{B58C90DA-53EB-4651-B56F-608E4217E774}"/>
              </a:ext>
            </a:extLst>
          </p:cNvPr>
          <p:cNvSpPr>
            <a:spLocks noGrp="1"/>
          </p:cNvSpPr>
          <p:nvPr/>
        </p:nvSpPr>
        <p:spPr>
          <a:xfrm>
            <a:off x="66909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F1_main_prauc_1597">
            <a:extLst>
              <a:ext uri="{FF2B5EF4-FFF2-40B4-BE49-F238E27FC236}">
                <a16:creationId xmlns:a16="http://schemas.microsoft.com/office/drawing/2014/main" id="{48522FA4-28BD-4054-B2A0-E0693D7FC417}"/>
              </a:ext>
            </a:extLst>
          </p:cNvPr>
          <p:cNvSpPr>
            <a:spLocks noGrp="1"/>
          </p:cNvSpPr>
          <p:nvPr/>
        </p:nvSpPr>
        <p:spPr>
          <a:xfrm>
            <a:off x="649978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F1_main_prauc_1598">
            <a:extLst>
              <a:ext uri="{FF2B5EF4-FFF2-40B4-BE49-F238E27FC236}">
                <a16:creationId xmlns:a16="http://schemas.microsoft.com/office/drawing/2014/main" id="{75C93A58-53E0-4FBC-9296-F1EC509A93D5}"/>
              </a:ext>
            </a:extLst>
          </p:cNvPr>
          <p:cNvSpPr>
            <a:spLocks noGrp="1"/>
          </p:cNvSpPr>
          <p:nvPr/>
        </p:nvSpPr>
        <p:spPr>
          <a:xfrm>
            <a:off x="66802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F1_main_prauc_1599">
            <a:extLst>
              <a:ext uri="{FF2B5EF4-FFF2-40B4-BE49-F238E27FC236}">
                <a16:creationId xmlns:a16="http://schemas.microsoft.com/office/drawing/2014/main" id="{8B20011E-5CBF-4DA5-BE45-409FA70311DB}"/>
              </a:ext>
            </a:extLst>
          </p:cNvPr>
          <p:cNvSpPr>
            <a:spLocks noGrp="1"/>
          </p:cNvSpPr>
          <p:nvPr/>
        </p:nvSpPr>
        <p:spPr>
          <a:xfrm>
            <a:off x="6653461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F1_main_prauc_1600">
            <a:extLst>
              <a:ext uri="{FF2B5EF4-FFF2-40B4-BE49-F238E27FC236}">
                <a16:creationId xmlns:a16="http://schemas.microsoft.com/office/drawing/2014/main" id="{A6433CD7-4A0C-4F3B-A3B4-77D5C97E705D}"/>
              </a:ext>
            </a:extLst>
          </p:cNvPr>
          <p:cNvSpPr>
            <a:spLocks noGrp="1"/>
          </p:cNvSpPr>
          <p:nvPr/>
        </p:nvSpPr>
        <p:spPr>
          <a:xfrm>
            <a:off x="670407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F1_main_prauc_1601">
            <a:extLst>
              <a:ext uri="{FF2B5EF4-FFF2-40B4-BE49-F238E27FC236}">
                <a16:creationId xmlns:a16="http://schemas.microsoft.com/office/drawing/2014/main" id="{C2749C11-8B55-473D-9B49-94CEDB5BC783}"/>
              </a:ext>
            </a:extLst>
          </p:cNvPr>
          <p:cNvSpPr>
            <a:spLocks noGrp="1"/>
          </p:cNvSpPr>
          <p:nvPr/>
        </p:nvSpPr>
        <p:spPr>
          <a:xfrm>
            <a:off x="65149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F1_main_prauc_1602">
            <a:extLst>
              <a:ext uri="{FF2B5EF4-FFF2-40B4-BE49-F238E27FC236}">
                <a16:creationId xmlns:a16="http://schemas.microsoft.com/office/drawing/2014/main" id="{E88B94AA-239B-4EF0-987F-8C6278FC9CB1}"/>
              </a:ext>
            </a:extLst>
          </p:cNvPr>
          <p:cNvSpPr>
            <a:spLocks noGrp="1"/>
          </p:cNvSpPr>
          <p:nvPr/>
        </p:nvSpPr>
        <p:spPr>
          <a:xfrm>
            <a:off x="65090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F1_main_prauc_1603">
            <a:extLst>
              <a:ext uri="{FF2B5EF4-FFF2-40B4-BE49-F238E27FC236}">
                <a16:creationId xmlns:a16="http://schemas.microsoft.com/office/drawing/2014/main" id="{ABFDA27D-2873-41AA-942C-2F93C2282EEC}"/>
              </a:ext>
            </a:extLst>
          </p:cNvPr>
          <p:cNvSpPr>
            <a:spLocks noGrp="1"/>
          </p:cNvSpPr>
          <p:nvPr/>
        </p:nvSpPr>
        <p:spPr>
          <a:xfrm>
            <a:off x="6703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F1_main_prauc_1604">
            <a:extLst>
              <a:ext uri="{FF2B5EF4-FFF2-40B4-BE49-F238E27FC236}">
                <a16:creationId xmlns:a16="http://schemas.microsoft.com/office/drawing/2014/main" id="{3E710388-42DC-46A4-A96F-FD8123856C3A}"/>
              </a:ext>
            </a:extLst>
          </p:cNvPr>
          <p:cNvSpPr>
            <a:spLocks noGrp="1"/>
          </p:cNvSpPr>
          <p:nvPr/>
        </p:nvSpPr>
        <p:spPr>
          <a:xfrm>
            <a:off x="664507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F1_main_prauc_1605">
            <a:extLst>
              <a:ext uri="{FF2B5EF4-FFF2-40B4-BE49-F238E27FC236}">
                <a16:creationId xmlns:a16="http://schemas.microsoft.com/office/drawing/2014/main" id="{12643FE5-B7D9-47C3-A929-7D4EB2398902}"/>
              </a:ext>
            </a:extLst>
          </p:cNvPr>
          <p:cNvSpPr>
            <a:spLocks noGrp="1"/>
          </p:cNvSpPr>
          <p:nvPr/>
        </p:nvSpPr>
        <p:spPr>
          <a:xfrm>
            <a:off x="655855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F1_main_prauc_1606">
            <a:extLst>
              <a:ext uri="{FF2B5EF4-FFF2-40B4-BE49-F238E27FC236}">
                <a16:creationId xmlns:a16="http://schemas.microsoft.com/office/drawing/2014/main" id="{C4FE1746-1114-4B5D-B357-31C6F408C47A}"/>
              </a:ext>
            </a:extLst>
          </p:cNvPr>
          <p:cNvSpPr>
            <a:spLocks noGrp="1"/>
          </p:cNvSpPr>
          <p:nvPr/>
        </p:nvSpPr>
        <p:spPr>
          <a:xfrm>
            <a:off x="6694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F1_main_prauc_1607">
            <a:extLst>
              <a:ext uri="{FF2B5EF4-FFF2-40B4-BE49-F238E27FC236}">
                <a16:creationId xmlns:a16="http://schemas.microsoft.com/office/drawing/2014/main" id="{EF333DAB-9231-40D1-93AF-C9C9429C0C72}"/>
              </a:ext>
            </a:extLst>
          </p:cNvPr>
          <p:cNvSpPr>
            <a:spLocks noGrp="1"/>
          </p:cNvSpPr>
          <p:nvPr/>
        </p:nvSpPr>
        <p:spPr>
          <a:xfrm>
            <a:off x="66641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F1_main_prauc_1608">
            <a:extLst>
              <a:ext uri="{FF2B5EF4-FFF2-40B4-BE49-F238E27FC236}">
                <a16:creationId xmlns:a16="http://schemas.microsoft.com/office/drawing/2014/main" id="{B32EF684-4EF6-4A0A-A3FF-A2DC1ECDE8A0}"/>
              </a:ext>
            </a:extLst>
          </p:cNvPr>
          <p:cNvSpPr>
            <a:spLocks noGrp="1"/>
          </p:cNvSpPr>
          <p:nvPr/>
        </p:nvSpPr>
        <p:spPr>
          <a:xfrm>
            <a:off x="659510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F1_main_prauc_1609">
            <a:extLst>
              <a:ext uri="{FF2B5EF4-FFF2-40B4-BE49-F238E27FC236}">
                <a16:creationId xmlns:a16="http://schemas.microsoft.com/office/drawing/2014/main" id="{88A72B93-B677-4E0F-989A-8E43573C9668}"/>
              </a:ext>
            </a:extLst>
          </p:cNvPr>
          <p:cNvSpPr>
            <a:spLocks noGrp="1"/>
          </p:cNvSpPr>
          <p:nvPr/>
        </p:nvSpPr>
        <p:spPr>
          <a:xfrm>
            <a:off x="65081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F1_main_prauc_1610">
            <a:extLst>
              <a:ext uri="{FF2B5EF4-FFF2-40B4-BE49-F238E27FC236}">
                <a16:creationId xmlns:a16="http://schemas.microsoft.com/office/drawing/2014/main" id="{1C7A128B-3C87-4D00-B900-2FC3EB27D3BE}"/>
              </a:ext>
            </a:extLst>
          </p:cNvPr>
          <p:cNvSpPr>
            <a:spLocks noGrp="1"/>
          </p:cNvSpPr>
          <p:nvPr/>
        </p:nvSpPr>
        <p:spPr>
          <a:xfrm>
            <a:off x="66262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F1_main_prauc_1611">
            <a:extLst>
              <a:ext uri="{FF2B5EF4-FFF2-40B4-BE49-F238E27FC236}">
                <a16:creationId xmlns:a16="http://schemas.microsoft.com/office/drawing/2014/main" id="{6AABFA54-51CA-4C98-8CF8-B00EB1FE498E}"/>
              </a:ext>
            </a:extLst>
          </p:cNvPr>
          <p:cNvSpPr>
            <a:spLocks noGrp="1"/>
          </p:cNvSpPr>
          <p:nvPr/>
        </p:nvSpPr>
        <p:spPr>
          <a:xfrm>
            <a:off x="67411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F1_main_prauc_1612">
            <a:extLst>
              <a:ext uri="{FF2B5EF4-FFF2-40B4-BE49-F238E27FC236}">
                <a16:creationId xmlns:a16="http://schemas.microsoft.com/office/drawing/2014/main" id="{27DD4293-C334-468C-97B2-D4A44993B9D2}"/>
              </a:ext>
            </a:extLst>
          </p:cNvPr>
          <p:cNvSpPr>
            <a:spLocks noGrp="1"/>
          </p:cNvSpPr>
          <p:nvPr/>
        </p:nvSpPr>
        <p:spPr>
          <a:xfrm>
            <a:off x="67101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F1_main_prauc_1613">
            <a:extLst>
              <a:ext uri="{FF2B5EF4-FFF2-40B4-BE49-F238E27FC236}">
                <a16:creationId xmlns:a16="http://schemas.microsoft.com/office/drawing/2014/main" id="{BE3624BB-CAED-43CB-BD24-4EAF403B3FDE}"/>
              </a:ext>
            </a:extLst>
          </p:cNvPr>
          <p:cNvSpPr>
            <a:spLocks noGrp="1"/>
          </p:cNvSpPr>
          <p:nvPr/>
        </p:nvSpPr>
        <p:spPr>
          <a:xfrm>
            <a:off x="653915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F1_main_prauc_1614">
            <a:extLst>
              <a:ext uri="{FF2B5EF4-FFF2-40B4-BE49-F238E27FC236}">
                <a16:creationId xmlns:a16="http://schemas.microsoft.com/office/drawing/2014/main" id="{76D3B58B-71F1-4DB1-83EE-FAE57D8FD012}"/>
              </a:ext>
            </a:extLst>
          </p:cNvPr>
          <p:cNvSpPr>
            <a:spLocks noGrp="1"/>
          </p:cNvSpPr>
          <p:nvPr/>
        </p:nvSpPr>
        <p:spPr>
          <a:xfrm>
            <a:off x="6551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F1_main_prauc_1615">
            <a:extLst>
              <a:ext uri="{FF2B5EF4-FFF2-40B4-BE49-F238E27FC236}">
                <a16:creationId xmlns:a16="http://schemas.microsoft.com/office/drawing/2014/main" id="{EF916435-3E70-4606-A2B1-9788EE06CA49}"/>
              </a:ext>
            </a:extLst>
          </p:cNvPr>
          <p:cNvSpPr>
            <a:spLocks noGrp="1"/>
          </p:cNvSpPr>
          <p:nvPr/>
        </p:nvSpPr>
        <p:spPr>
          <a:xfrm>
            <a:off x="6553510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F1_main_prauc_1616">
            <a:extLst>
              <a:ext uri="{FF2B5EF4-FFF2-40B4-BE49-F238E27FC236}">
                <a16:creationId xmlns:a16="http://schemas.microsoft.com/office/drawing/2014/main" id="{2A983EF6-933E-42C4-A5C5-746927CD81B2}"/>
              </a:ext>
            </a:extLst>
          </p:cNvPr>
          <p:cNvSpPr>
            <a:spLocks noGrp="1"/>
          </p:cNvSpPr>
          <p:nvPr/>
        </p:nvSpPr>
        <p:spPr>
          <a:xfrm>
            <a:off x="65764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F1_main_prauc_1617">
            <a:extLst>
              <a:ext uri="{FF2B5EF4-FFF2-40B4-BE49-F238E27FC236}">
                <a16:creationId xmlns:a16="http://schemas.microsoft.com/office/drawing/2014/main" id="{1820E812-3CBF-4DD7-845A-F9B288A2F571}"/>
              </a:ext>
            </a:extLst>
          </p:cNvPr>
          <p:cNvSpPr>
            <a:spLocks noGrp="1"/>
          </p:cNvSpPr>
          <p:nvPr/>
        </p:nvSpPr>
        <p:spPr>
          <a:xfrm>
            <a:off x="65685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F1_main_prauc_1618">
            <a:extLst>
              <a:ext uri="{FF2B5EF4-FFF2-40B4-BE49-F238E27FC236}">
                <a16:creationId xmlns:a16="http://schemas.microsoft.com/office/drawing/2014/main" id="{D7B3955E-C136-498C-ABDE-51983487C393}"/>
              </a:ext>
            </a:extLst>
          </p:cNvPr>
          <p:cNvSpPr>
            <a:spLocks noGrp="1"/>
          </p:cNvSpPr>
          <p:nvPr/>
        </p:nvSpPr>
        <p:spPr>
          <a:xfrm>
            <a:off x="667558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F1_main_prauc_1619">
            <a:extLst>
              <a:ext uri="{FF2B5EF4-FFF2-40B4-BE49-F238E27FC236}">
                <a16:creationId xmlns:a16="http://schemas.microsoft.com/office/drawing/2014/main" id="{7D864E3A-7576-432D-8B8F-1B14F6A01A6F}"/>
              </a:ext>
            </a:extLst>
          </p:cNvPr>
          <p:cNvSpPr>
            <a:spLocks noGrp="1"/>
          </p:cNvSpPr>
          <p:nvPr/>
        </p:nvSpPr>
        <p:spPr>
          <a:xfrm>
            <a:off x="66315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F1_main_prauc_1620">
            <a:extLst>
              <a:ext uri="{FF2B5EF4-FFF2-40B4-BE49-F238E27FC236}">
                <a16:creationId xmlns:a16="http://schemas.microsoft.com/office/drawing/2014/main" id="{045888C1-2DC4-4629-A5E1-86093612C24C}"/>
              </a:ext>
            </a:extLst>
          </p:cNvPr>
          <p:cNvSpPr>
            <a:spLocks noGrp="1"/>
          </p:cNvSpPr>
          <p:nvPr/>
        </p:nvSpPr>
        <p:spPr>
          <a:xfrm>
            <a:off x="65313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F1_main_prauc_1621">
            <a:extLst>
              <a:ext uri="{FF2B5EF4-FFF2-40B4-BE49-F238E27FC236}">
                <a16:creationId xmlns:a16="http://schemas.microsoft.com/office/drawing/2014/main" id="{4DAFA329-5C79-4D7F-9735-D0461D20C914}"/>
              </a:ext>
            </a:extLst>
          </p:cNvPr>
          <p:cNvSpPr>
            <a:spLocks noGrp="1"/>
          </p:cNvSpPr>
          <p:nvPr/>
        </p:nvSpPr>
        <p:spPr>
          <a:xfrm>
            <a:off x="666897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F1_main_prauc_1622">
            <a:extLst>
              <a:ext uri="{FF2B5EF4-FFF2-40B4-BE49-F238E27FC236}">
                <a16:creationId xmlns:a16="http://schemas.microsoft.com/office/drawing/2014/main" id="{AACD73BF-FB2D-457E-BB6F-0022A4EA2E47}"/>
              </a:ext>
            </a:extLst>
          </p:cNvPr>
          <p:cNvSpPr>
            <a:spLocks noGrp="1"/>
          </p:cNvSpPr>
          <p:nvPr/>
        </p:nvSpPr>
        <p:spPr>
          <a:xfrm>
            <a:off x="67422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F1_main_prauc_1623">
            <a:extLst>
              <a:ext uri="{FF2B5EF4-FFF2-40B4-BE49-F238E27FC236}">
                <a16:creationId xmlns:a16="http://schemas.microsoft.com/office/drawing/2014/main" id="{33940FCB-AB06-4F2A-80C5-77F53D3D0395}"/>
              </a:ext>
            </a:extLst>
          </p:cNvPr>
          <p:cNvSpPr>
            <a:spLocks noGrp="1"/>
          </p:cNvSpPr>
          <p:nvPr/>
        </p:nvSpPr>
        <p:spPr>
          <a:xfrm>
            <a:off x="670235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F1_main_prauc_1624">
            <a:extLst>
              <a:ext uri="{FF2B5EF4-FFF2-40B4-BE49-F238E27FC236}">
                <a16:creationId xmlns:a16="http://schemas.microsoft.com/office/drawing/2014/main" id="{9FD45EBA-398C-40A8-9039-C2001A7CF935}"/>
              </a:ext>
            </a:extLst>
          </p:cNvPr>
          <p:cNvSpPr>
            <a:spLocks noGrp="1"/>
          </p:cNvSpPr>
          <p:nvPr/>
        </p:nvSpPr>
        <p:spPr>
          <a:xfrm>
            <a:off x="66601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F1_main_prauc_1625">
            <a:extLst>
              <a:ext uri="{FF2B5EF4-FFF2-40B4-BE49-F238E27FC236}">
                <a16:creationId xmlns:a16="http://schemas.microsoft.com/office/drawing/2014/main" id="{6E25A2A1-6D17-4E75-8E6E-6E026E7DB5C4}"/>
              </a:ext>
            </a:extLst>
          </p:cNvPr>
          <p:cNvSpPr>
            <a:spLocks noGrp="1"/>
          </p:cNvSpPr>
          <p:nvPr/>
        </p:nvSpPr>
        <p:spPr>
          <a:xfrm>
            <a:off x="66815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F1_main_prauc_1626">
            <a:extLst>
              <a:ext uri="{FF2B5EF4-FFF2-40B4-BE49-F238E27FC236}">
                <a16:creationId xmlns:a16="http://schemas.microsoft.com/office/drawing/2014/main" id="{7C2E624A-87EB-4E1B-8BAF-299FADE9DC98}"/>
              </a:ext>
            </a:extLst>
          </p:cNvPr>
          <p:cNvSpPr>
            <a:spLocks noGrp="1"/>
          </p:cNvSpPr>
          <p:nvPr/>
        </p:nvSpPr>
        <p:spPr>
          <a:xfrm>
            <a:off x="66640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F1_main_prauc_1627">
            <a:extLst>
              <a:ext uri="{FF2B5EF4-FFF2-40B4-BE49-F238E27FC236}">
                <a16:creationId xmlns:a16="http://schemas.microsoft.com/office/drawing/2014/main" id="{48FE1008-F094-45CC-B8C0-69144C6A0561}"/>
              </a:ext>
            </a:extLst>
          </p:cNvPr>
          <p:cNvSpPr>
            <a:spLocks noGrp="1"/>
          </p:cNvSpPr>
          <p:nvPr/>
        </p:nvSpPr>
        <p:spPr>
          <a:xfrm>
            <a:off x="65784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F1_main_prauc_1628">
            <a:extLst>
              <a:ext uri="{FF2B5EF4-FFF2-40B4-BE49-F238E27FC236}">
                <a16:creationId xmlns:a16="http://schemas.microsoft.com/office/drawing/2014/main" id="{BA76788E-1AA5-44A1-A5F0-CF414B857191}"/>
              </a:ext>
            </a:extLst>
          </p:cNvPr>
          <p:cNvSpPr>
            <a:spLocks noGrp="1"/>
          </p:cNvSpPr>
          <p:nvPr/>
        </p:nvSpPr>
        <p:spPr>
          <a:xfrm>
            <a:off x="65689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F1_main_prauc_1629">
            <a:extLst>
              <a:ext uri="{FF2B5EF4-FFF2-40B4-BE49-F238E27FC236}">
                <a16:creationId xmlns:a16="http://schemas.microsoft.com/office/drawing/2014/main" id="{DE969161-8F75-4658-BA47-6C0AA12EA722}"/>
              </a:ext>
            </a:extLst>
          </p:cNvPr>
          <p:cNvSpPr>
            <a:spLocks noGrp="1"/>
          </p:cNvSpPr>
          <p:nvPr/>
        </p:nvSpPr>
        <p:spPr>
          <a:xfrm>
            <a:off x="665766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F1_main_prauc_1630">
            <a:extLst>
              <a:ext uri="{FF2B5EF4-FFF2-40B4-BE49-F238E27FC236}">
                <a16:creationId xmlns:a16="http://schemas.microsoft.com/office/drawing/2014/main" id="{F4DE89C3-4F60-4373-9C7E-E657C21657E2}"/>
              </a:ext>
            </a:extLst>
          </p:cNvPr>
          <p:cNvSpPr>
            <a:spLocks noGrp="1"/>
          </p:cNvSpPr>
          <p:nvPr/>
        </p:nvSpPr>
        <p:spPr>
          <a:xfrm>
            <a:off x="6651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F1_main_prauc_1631">
            <a:extLst>
              <a:ext uri="{FF2B5EF4-FFF2-40B4-BE49-F238E27FC236}">
                <a16:creationId xmlns:a16="http://schemas.microsoft.com/office/drawing/2014/main" id="{93F1EF32-772A-4A5A-8357-24C8F2FAC49B}"/>
              </a:ext>
            </a:extLst>
          </p:cNvPr>
          <p:cNvSpPr>
            <a:spLocks noGrp="1"/>
          </p:cNvSpPr>
          <p:nvPr/>
        </p:nvSpPr>
        <p:spPr>
          <a:xfrm>
            <a:off x="6491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F1_main_prauc_1632">
            <a:extLst>
              <a:ext uri="{FF2B5EF4-FFF2-40B4-BE49-F238E27FC236}">
                <a16:creationId xmlns:a16="http://schemas.microsoft.com/office/drawing/2014/main" id="{7E5C2126-D501-4512-90DF-67CCD10C48CF}"/>
              </a:ext>
            </a:extLst>
          </p:cNvPr>
          <p:cNvSpPr>
            <a:spLocks noGrp="1"/>
          </p:cNvSpPr>
          <p:nvPr/>
        </p:nvSpPr>
        <p:spPr>
          <a:xfrm>
            <a:off x="6616365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F1_main_prauc_1633">
            <a:extLst>
              <a:ext uri="{FF2B5EF4-FFF2-40B4-BE49-F238E27FC236}">
                <a16:creationId xmlns:a16="http://schemas.microsoft.com/office/drawing/2014/main" id="{DD60FD9A-15FB-46DC-87AD-1D5ED0E084E3}"/>
              </a:ext>
            </a:extLst>
          </p:cNvPr>
          <p:cNvSpPr>
            <a:spLocks noGrp="1"/>
          </p:cNvSpPr>
          <p:nvPr/>
        </p:nvSpPr>
        <p:spPr>
          <a:xfrm>
            <a:off x="6493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F1_main_prauc_1634">
            <a:extLst>
              <a:ext uri="{FF2B5EF4-FFF2-40B4-BE49-F238E27FC236}">
                <a16:creationId xmlns:a16="http://schemas.microsoft.com/office/drawing/2014/main" id="{25C4F67F-99A3-4465-8026-E38BB5E781AF}"/>
              </a:ext>
            </a:extLst>
          </p:cNvPr>
          <p:cNvSpPr>
            <a:spLocks noGrp="1"/>
          </p:cNvSpPr>
          <p:nvPr/>
        </p:nvSpPr>
        <p:spPr>
          <a:xfrm>
            <a:off x="659408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F1_main_prauc_1635">
            <a:extLst>
              <a:ext uri="{FF2B5EF4-FFF2-40B4-BE49-F238E27FC236}">
                <a16:creationId xmlns:a16="http://schemas.microsoft.com/office/drawing/2014/main" id="{C034A6DE-2987-429B-B6A6-5BD7F797C833}"/>
              </a:ext>
            </a:extLst>
          </p:cNvPr>
          <p:cNvSpPr>
            <a:spLocks noGrp="1"/>
          </p:cNvSpPr>
          <p:nvPr/>
        </p:nvSpPr>
        <p:spPr>
          <a:xfrm>
            <a:off x="664457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F1_main_prauc_1636">
            <a:extLst>
              <a:ext uri="{FF2B5EF4-FFF2-40B4-BE49-F238E27FC236}">
                <a16:creationId xmlns:a16="http://schemas.microsoft.com/office/drawing/2014/main" id="{40EB4576-467D-46E6-A009-53749A581626}"/>
              </a:ext>
            </a:extLst>
          </p:cNvPr>
          <p:cNvSpPr>
            <a:spLocks noGrp="1"/>
          </p:cNvSpPr>
          <p:nvPr/>
        </p:nvSpPr>
        <p:spPr>
          <a:xfrm>
            <a:off x="671205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F1_main_prauc_1637">
            <a:extLst>
              <a:ext uri="{FF2B5EF4-FFF2-40B4-BE49-F238E27FC236}">
                <a16:creationId xmlns:a16="http://schemas.microsoft.com/office/drawing/2014/main" id="{8BD7BCA7-D3FA-416D-84C1-B30F2A00D906}"/>
              </a:ext>
            </a:extLst>
          </p:cNvPr>
          <p:cNvSpPr>
            <a:spLocks noGrp="1"/>
          </p:cNvSpPr>
          <p:nvPr/>
        </p:nvSpPr>
        <p:spPr>
          <a:xfrm>
            <a:off x="6681479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F1_main_prauc_1638">
            <a:extLst>
              <a:ext uri="{FF2B5EF4-FFF2-40B4-BE49-F238E27FC236}">
                <a16:creationId xmlns:a16="http://schemas.microsoft.com/office/drawing/2014/main" id="{326BAE7D-0590-4195-96B6-36672934ABD7}"/>
              </a:ext>
            </a:extLst>
          </p:cNvPr>
          <p:cNvSpPr>
            <a:spLocks noGrp="1"/>
          </p:cNvSpPr>
          <p:nvPr/>
        </p:nvSpPr>
        <p:spPr>
          <a:xfrm>
            <a:off x="6684292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F1_main_prauc_1639">
            <a:extLst>
              <a:ext uri="{FF2B5EF4-FFF2-40B4-BE49-F238E27FC236}">
                <a16:creationId xmlns:a16="http://schemas.microsoft.com/office/drawing/2014/main" id="{0C78ED29-F009-4CA1-97C2-BE59ACBED598}"/>
              </a:ext>
            </a:extLst>
          </p:cNvPr>
          <p:cNvSpPr>
            <a:spLocks noGrp="1"/>
          </p:cNvSpPr>
          <p:nvPr/>
        </p:nvSpPr>
        <p:spPr>
          <a:xfrm>
            <a:off x="661280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F1_main_prauc_1640">
            <a:extLst>
              <a:ext uri="{FF2B5EF4-FFF2-40B4-BE49-F238E27FC236}">
                <a16:creationId xmlns:a16="http://schemas.microsoft.com/office/drawing/2014/main" id="{D82EC9E8-2EAA-4105-9482-E73666BDD918}"/>
              </a:ext>
            </a:extLst>
          </p:cNvPr>
          <p:cNvSpPr>
            <a:spLocks noGrp="1"/>
          </p:cNvSpPr>
          <p:nvPr/>
        </p:nvSpPr>
        <p:spPr>
          <a:xfrm>
            <a:off x="6631346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F1_main_prauc_1641">
            <a:extLst>
              <a:ext uri="{FF2B5EF4-FFF2-40B4-BE49-F238E27FC236}">
                <a16:creationId xmlns:a16="http://schemas.microsoft.com/office/drawing/2014/main" id="{C0108694-BB3B-4D3A-921A-C3EC44FF7E1B}"/>
              </a:ext>
            </a:extLst>
          </p:cNvPr>
          <p:cNvSpPr>
            <a:spLocks noGrp="1"/>
          </p:cNvSpPr>
          <p:nvPr/>
        </p:nvSpPr>
        <p:spPr>
          <a:xfrm>
            <a:off x="65921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F1_main_prauc_1642">
            <a:extLst>
              <a:ext uri="{FF2B5EF4-FFF2-40B4-BE49-F238E27FC236}">
                <a16:creationId xmlns:a16="http://schemas.microsoft.com/office/drawing/2014/main" id="{F8E2F9A0-597F-46FE-BF77-40BB42E94246}"/>
              </a:ext>
            </a:extLst>
          </p:cNvPr>
          <p:cNvSpPr>
            <a:spLocks noGrp="1"/>
          </p:cNvSpPr>
          <p:nvPr/>
        </p:nvSpPr>
        <p:spPr>
          <a:xfrm>
            <a:off x="66327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F1_main_prauc_1643">
            <a:extLst>
              <a:ext uri="{FF2B5EF4-FFF2-40B4-BE49-F238E27FC236}">
                <a16:creationId xmlns:a16="http://schemas.microsoft.com/office/drawing/2014/main" id="{505A5344-A7F3-4BA5-A1A0-9F8583A67FA1}"/>
              </a:ext>
            </a:extLst>
          </p:cNvPr>
          <p:cNvSpPr>
            <a:spLocks noGrp="1"/>
          </p:cNvSpPr>
          <p:nvPr/>
        </p:nvSpPr>
        <p:spPr>
          <a:xfrm>
            <a:off x="6587323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F1_main_prauc_1644">
            <a:extLst>
              <a:ext uri="{FF2B5EF4-FFF2-40B4-BE49-F238E27FC236}">
                <a16:creationId xmlns:a16="http://schemas.microsoft.com/office/drawing/2014/main" id="{96762A4F-0BB6-4F32-BBB8-955BABABF6A0}"/>
              </a:ext>
            </a:extLst>
          </p:cNvPr>
          <p:cNvSpPr>
            <a:spLocks noGrp="1"/>
          </p:cNvSpPr>
          <p:nvPr/>
        </p:nvSpPr>
        <p:spPr>
          <a:xfrm>
            <a:off x="669688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F1_main_prauc_1645">
            <a:extLst>
              <a:ext uri="{FF2B5EF4-FFF2-40B4-BE49-F238E27FC236}">
                <a16:creationId xmlns:a16="http://schemas.microsoft.com/office/drawing/2014/main" id="{F6495706-76B1-4D63-ACA8-FC6C557553E3}"/>
              </a:ext>
            </a:extLst>
          </p:cNvPr>
          <p:cNvSpPr>
            <a:spLocks noGrp="1"/>
          </p:cNvSpPr>
          <p:nvPr/>
        </p:nvSpPr>
        <p:spPr>
          <a:xfrm>
            <a:off x="6501827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F1_main_prauc_1646">
            <a:extLst>
              <a:ext uri="{FF2B5EF4-FFF2-40B4-BE49-F238E27FC236}">
                <a16:creationId xmlns:a16="http://schemas.microsoft.com/office/drawing/2014/main" id="{AD5640D5-CA8B-4866-8045-A769DA594579}"/>
              </a:ext>
            </a:extLst>
          </p:cNvPr>
          <p:cNvSpPr>
            <a:spLocks noGrp="1"/>
          </p:cNvSpPr>
          <p:nvPr/>
        </p:nvSpPr>
        <p:spPr>
          <a:xfrm>
            <a:off x="6730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F1_main_prauc_1647">
            <a:extLst>
              <a:ext uri="{FF2B5EF4-FFF2-40B4-BE49-F238E27FC236}">
                <a16:creationId xmlns:a16="http://schemas.microsoft.com/office/drawing/2014/main" id="{C706A5A9-82CE-447E-8BEA-636A804046E6}"/>
              </a:ext>
            </a:extLst>
          </p:cNvPr>
          <p:cNvSpPr>
            <a:spLocks noGrp="1"/>
          </p:cNvSpPr>
          <p:nvPr/>
        </p:nvSpPr>
        <p:spPr>
          <a:xfrm>
            <a:off x="669993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F1_main_prauc_1648">
            <a:extLst>
              <a:ext uri="{FF2B5EF4-FFF2-40B4-BE49-F238E27FC236}">
                <a16:creationId xmlns:a16="http://schemas.microsoft.com/office/drawing/2014/main" id="{0DCB7FE9-E00D-4E14-B45C-7E5D3E642957}"/>
              </a:ext>
            </a:extLst>
          </p:cNvPr>
          <p:cNvSpPr>
            <a:spLocks noGrp="1"/>
          </p:cNvSpPr>
          <p:nvPr/>
        </p:nvSpPr>
        <p:spPr>
          <a:xfrm>
            <a:off x="657939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F1_main_prauc_1649">
            <a:extLst>
              <a:ext uri="{FF2B5EF4-FFF2-40B4-BE49-F238E27FC236}">
                <a16:creationId xmlns:a16="http://schemas.microsoft.com/office/drawing/2014/main" id="{0A689FFF-AF50-47F5-A5AE-644AB9E51922}"/>
              </a:ext>
            </a:extLst>
          </p:cNvPr>
          <p:cNvSpPr>
            <a:spLocks noGrp="1"/>
          </p:cNvSpPr>
          <p:nvPr/>
        </p:nvSpPr>
        <p:spPr>
          <a:xfrm>
            <a:off x="660653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F1_main_prauc_1650">
            <a:extLst>
              <a:ext uri="{FF2B5EF4-FFF2-40B4-BE49-F238E27FC236}">
                <a16:creationId xmlns:a16="http://schemas.microsoft.com/office/drawing/2014/main" id="{8C1C7EEC-FD0D-4ECB-9F71-56EAA2F29B67}"/>
              </a:ext>
            </a:extLst>
          </p:cNvPr>
          <p:cNvSpPr>
            <a:spLocks noGrp="1"/>
          </p:cNvSpPr>
          <p:nvPr/>
        </p:nvSpPr>
        <p:spPr>
          <a:xfrm>
            <a:off x="662274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F1_main_prauc_1651">
            <a:extLst>
              <a:ext uri="{FF2B5EF4-FFF2-40B4-BE49-F238E27FC236}">
                <a16:creationId xmlns:a16="http://schemas.microsoft.com/office/drawing/2014/main" id="{909985A2-F861-4B91-AAAF-D371ECC2C8AB}"/>
              </a:ext>
            </a:extLst>
          </p:cNvPr>
          <p:cNvSpPr>
            <a:spLocks noGrp="1"/>
          </p:cNvSpPr>
          <p:nvPr/>
        </p:nvSpPr>
        <p:spPr>
          <a:xfrm>
            <a:off x="656627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F1_main_prauc_1652">
            <a:extLst>
              <a:ext uri="{FF2B5EF4-FFF2-40B4-BE49-F238E27FC236}">
                <a16:creationId xmlns:a16="http://schemas.microsoft.com/office/drawing/2014/main" id="{A2D56C75-7365-45E3-884D-B556B1D3702D}"/>
              </a:ext>
            </a:extLst>
          </p:cNvPr>
          <p:cNvSpPr>
            <a:spLocks noGrp="1"/>
          </p:cNvSpPr>
          <p:nvPr/>
        </p:nvSpPr>
        <p:spPr>
          <a:xfrm>
            <a:off x="671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F1_main_prauc_1653">
            <a:extLst>
              <a:ext uri="{FF2B5EF4-FFF2-40B4-BE49-F238E27FC236}">
                <a16:creationId xmlns:a16="http://schemas.microsoft.com/office/drawing/2014/main" id="{4F02C9DA-14A0-4170-AA11-0058630B831A}"/>
              </a:ext>
            </a:extLst>
          </p:cNvPr>
          <p:cNvSpPr>
            <a:spLocks noGrp="1"/>
          </p:cNvSpPr>
          <p:nvPr/>
        </p:nvSpPr>
        <p:spPr>
          <a:xfrm>
            <a:off x="67069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F1_main_prauc_1654">
            <a:extLst>
              <a:ext uri="{FF2B5EF4-FFF2-40B4-BE49-F238E27FC236}">
                <a16:creationId xmlns:a16="http://schemas.microsoft.com/office/drawing/2014/main" id="{D14AEA4E-BCDD-464A-A0B6-896E05C4EA7A}"/>
              </a:ext>
            </a:extLst>
          </p:cNvPr>
          <p:cNvSpPr>
            <a:spLocks noGrp="1"/>
          </p:cNvSpPr>
          <p:nvPr/>
        </p:nvSpPr>
        <p:spPr>
          <a:xfrm>
            <a:off x="65105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F1_main_prauc_1655">
            <a:extLst>
              <a:ext uri="{FF2B5EF4-FFF2-40B4-BE49-F238E27FC236}">
                <a16:creationId xmlns:a16="http://schemas.microsoft.com/office/drawing/2014/main" id="{CB4F8D5A-D251-469F-A69E-A3ECAE63E7E6}"/>
              </a:ext>
            </a:extLst>
          </p:cNvPr>
          <p:cNvSpPr>
            <a:spLocks noGrp="1"/>
          </p:cNvSpPr>
          <p:nvPr/>
        </p:nvSpPr>
        <p:spPr>
          <a:xfrm>
            <a:off x="6741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F1_main_prauc_1656">
            <a:extLst>
              <a:ext uri="{FF2B5EF4-FFF2-40B4-BE49-F238E27FC236}">
                <a16:creationId xmlns:a16="http://schemas.microsoft.com/office/drawing/2014/main" id="{B59AAF87-2B6D-485C-BCE5-70590A342B29}"/>
              </a:ext>
            </a:extLst>
          </p:cNvPr>
          <p:cNvSpPr>
            <a:spLocks noGrp="1"/>
          </p:cNvSpPr>
          <p:nvPr/>
        </p:nvSpPr>
        <p:spPr>
          <a:xfrm>
            <a:off x="669625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F1_main_prauc_1657">
            <a:extLst>
              <a:ext uri="{FF2B5EF4-FFF2-40B4-BE49-F238E27FC236}">
                <a16:creationId xmlns:a16="http://schemas.microsoft.com/office/drawing/2014/main" id="{645BD43A-B154-4184-A9BF-AF3B7FA7BA69}"/>
              </a:ext>
            </a:extLst>
          </p:cNvPr>
          <p:cNvSpPr>
            <a:spLocks noGrp="1"/>
          </p:cNvSpPr>
          <p:nvPr/>
        </p:nvSpPr>
        <p:spPr>
          <a:xfrm>
            <a:off x="65282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F1_main_prauc_1658">
            <a:extLst>
              <a:ext uri="{FF2B5EF4-FFF2-40B4-BE49-F238E27FC236}">
                <a16:creationId xmlns:a16="http://schemas.microsoft.com/office/drawing/2014/main" id="{25C9CD66-A5DD-47E8-987B-48105A3ACB5C}"/>
              </a:ext>
            </a:extLst>
          </p:cNvPr>
          <p:cNvSpPr>
            <a:spLocks noGrp="1"/>
          </p:cNvSpPr>
          <p:nvPr/>
        </p:nvSpPr>
        <p:spPr>
          <a:xfrm>
            <a:off x="659560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F1_main_prauc_1659">
            <a:extLst>
              <a:ext uri="{FF2B5EF4-FFF2-40B4-BE49-F238E27FC236}">
                <a16:creationId xmlns:a16="http://schemas.microsoft.com/office/drawing/2014/main" id="{B7F699E0-1077-4AA2-9621-25AC12EA6EB4}"/>
              </a:ext>
            </a:extLst>
          </p:cNvPr>
          <p:cNvSpPr>
            <a:spLocks noGrp="1"/>
          </p:cNvSpPr>
          <p:nvPr/>
        </p:nvSpPr>
        <p:spPr>
          <a:xfrm>
            <a:off x="6528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F1_main_prauc_1660">
            <a:extLst>
              <a:ext uri="{FF2B5EF4-FFF2-40B4-BE49-F238E27FC236}">
                <a16:creationId xmlns:a16="http://schemas.microsoft.com/office/drawing/2014/main" id="{13503348-1BD8-4303-B02A-C141FA66E378}"/>
              </a:ext>
            </a:extLst>
          </p:cNvPr>
          <p:cNvSpPr>
            <a:spLocks noGrp="1"/>
          </p:cNvSpPr>
          <p:nvPr/>
        </p:nvSpPr>
        <p:spPr>
          <a:xfrm>
            <a:off x="6694526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F1_main_prauc_1661">
            <a:extLst>
              <a:ext uri="{FF2B5EF4-FFF2-40B4-BE49-F238E27FC236}">
                <a16:creationId xmlns:a16="http://schemas.microsoft.com/office/drawing/2014/main" id="{E7B0F312-3792-465D-8459-E2434B68F2DC}"/>
              </a:ext>
            </a:extLst>
          </p:cNvPr>
          <p:cNvSpPr>
            <a:spLocks noGrp="1"/>
          </p:cNvSpPr>
          <p:nvPr/>
        </p:nvSpPr>
        <p:spPr>
          <a:xfrm>
            <a:off x="664583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F1_main_prauc_1662">
            <a:extLst>
              <a:ext uri="{FF2B5EF4-FFF2-40B4-BE49-F238E27FC236}">
                <a16:creationId xmlns:a16="http://schemas.microsoft.com/office/drawing/2014/main" id="{3AAD2C12-AA53-4008-8691-88C76C287AAC}"/>
              </a:ext>
            </a:extLst>
          </p:cNvPr>
          <p:cNvSpPr>
            <a:spLocks noGrp="1"/>
          </p:cNvSpPr>
          <p:nvPr/>
        </p:nvSpPr>
        <p:spPr>
          <a:xfrm>
            <a:off x="65535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F1_main_prauc_1663">
            <a:extLst>
              <a:ext uri="{FF2B5EF4-FFF2-40B4-BE49-F238E27FC236}">
                <a16:creationId xmlns:a16="http://schemas.microsoft.com/office/drawing/2014/main" id="{73340BF2-E312-40BC-88AE-74DF5C9F93F9}"/>
              </a:ext>
            </a:extLst>
          </p:cNvPr>
          <p:cNvSpPr>
            <a:spLocks noGrp="1"/>
          </p:cNvSpPr>
          <p:nvPr/>
        </p:nvSpPr>
        <p:spPr>
          <a:xfrm>
            <a:off x="6516279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F1_main_prauc_1664">
            <a:extLst>
              <a:ext uri="{FF2B5EF4-FFF2-40B4-BE49-F238E27FC236}">
                <a16:creationId xmlns:a16="http://schemas.microsoft.com/office/drawing/2014/main" id="{D249D666-BCE3-4A33-B18E-C7331117A02E}"/>
              </a:ext>
            </a:extLst>
          </p:cNvPr>
          <p:cNvSpPr>
            <a:spLocks noGrp="1"/>
          </p:cNvSpPr>
          <p:nvPr/>
        </p:nvSpPr>
        <p:spPr>
          <a:xfrm>
            <a:off x="6724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F1_main_prauc_1665">
            <a:extLst>
              <a:ext uri="{FF2B5EF4-FFF2-40B4-BE49-F238E27FC236}">
                <a16:creationId xmlns:a16="http://schemas.microsoft.com/office/drawing/2014/main" id="{75335807-7CAB-4AB8-A27D-DA64220B6E20}"/>
              </a:ext>
            </a:extLst>
          </p:cNvPr>
          <p:cNvSpPr>
            <a:spLocks noGrp="1"/>
          </p:cNvSpPr>
          <p:nvPr/>
        </p:nvSpPr>
        <p:spPr>
          <a:xfrm>
            <a:off x="6708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F1_main_prauc_1666">
            <a:extLst>
              <a:ext uri="{FF2B5EF4-FFF2-40B4-BE49-F238E27FC236}">
                <a16:creationId xmlns:a16="http://schemas.microsoft.com/office/drawing/2014/main" id="{8064F72A-94E7-43E4-B131-F7FA48E7867D}"/>
              </a:ext>
            </a:extLst>
          </p:cNvPr>
          <p:cNvSpPr>
            <a:spLocks noGrp="1"/>
          </p:cNvSpPr>
          <p:nvPr/>
        </p:nvSpPr>
        <p:spPr>
          <a:xfrm>
            <a:off x="65040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F1_main_prauc_1667">
            <a:extLst>
              <a:ext uri="{FF2B5EF4-FFF2-40B4-BE49-F238E27FC236}">
                <a16:creationId xmlns:a16="http://schemas.microsoft.com/office/drawing/2014/main" id="{45985DA7-A991-465F-B00C-1A68BFC66F7E}"/>
              </a:ext>
            </a:extLst>
          </p:cNvPr>
          <p:cNvSpPr>
            <a:spLocks noGrp="1"/>
          </p:cNvSpPr>
          <p:nvPr/>
        </p:nvSpPr>
        <p:spPr>
          <a:xfrm>
            <a:off x="66480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F1_main_prauc_1668">
            <a:extLst>
              <a:ext uri="{FF2B5EF4-FFF2-40B4-BE49-F238E27FC236}">
                <a16:creationId xmlns:a16="http://schemas.microsoft.com/office/drawing/2014/main" id="{14BB9DC1-EDBA-43EC-9253-C42641FD0742}"/>
              </a:ext>
            </a:extLst>
          </p:cNvPr>
          <p:cNvSpPr>
            <a:spLocks noGrp="1"/>
          </p:cNvSpPr>
          <p:nvPr/>
        </p:nvSpPr>
        <p:spPr>
          <a:xfrm>
            <a:off x="6528465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F1_main_prauc_1669">
            <a:extLst>
              <a:ext uri="{FF2B5EF4-FFF2-40B4-BE49-F238E27FC236}">
                <a16:creationId xmlns:a16="http://schemas.microsoft.com/office/drawing/2014/main" id="{00811172-5DB9-44CF-BD3A-33138B1F1E16}"/>
              </a:ext>
            </a:extLst>
          </p:cNvPr>
          <p:cNvSpPr>
            <a:spLocks noGrp="1"/>
          </p:cNvSpPr>
          <p:nvPr/>
        </p:nvSpPr>
        <p:spPr>
          <a:xfrm>
            <a:off x="6557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F1_main_prauc_1670">
            <a:extLst>
              <a:ext uri="{FF2B5EF4-FFF2-40B4-BE49-F238E27FC236}">
                <a16:creationId xmlns:a16="http://schemas.microsoft.com/office/drawing/2014/main" id="{659A67F1-F3ED-43BC-8ECE-5B15E547A3D8}"/>
              </a:ext>
            </a:extLst>
          </p:cNvPr>
          <p:cNvSpPr>
            <a:spLocks noGrp="1"/>
          </p:cNvSpPr>
          <p:nvPr/>
        </p:nvSpPr>
        <p:spPr>
          <a:xfrm>
            <a:off x="64896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F1_main_prauc_1671">
            <a:extLst>
              <a:ext uri="{FF2B5EF4-FFF2-40B4-BE49-F238E27FC236}">
                <a16:creationId xmlns:a16="http://schemas.microsoft.com/office/drawing/2014/main" id="{E0E46EF5-0944-4039-9E67-15875C3691B7}"/>
              </a:ext>
            </a:extLst>
          </p:cNvPr>
          <p:cNvSpPr>
            <a:spLocks noGrp="1"/>
          </p:cNvSpPr>
          <p:nvPr/>
        </p:nvSpPr>
        <p:spPr>
          <a:xfrm>
            <a:off x="81100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F1_main_prauc_1672">
            <a:extLst>
              <a:ext uri="{FF2B5EF4-FFF2-40B4-BE49-F238E27FC236}">
                <a16:creationId xmlns:a16="http://schemas.microsoft.com/office/drawing/2014/main" id="{BFF7F5EF-8269-4228-A739-118813141098}"/>
              </a:ext>
            </a:extLst>
          </p:cNvPr>
          <p:cNvSpPr>
            <a:spLocks noGrp="1"/>
          </p:cNvSpPr>
          <p:nvPr/>
        </p:nvSpPr>
        <p:spPr>
          <a:xfrm>
            <a:off x="8275988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F1_main_prauc_1673">
            <a:extLst>
              <a:ext uri="{FF2B5EF4-FFF2-40B4-BE49-F238E27FC236}">
                <a16:creationId xmlns:a16="http://schemas.microsoft.com/office/drawing/2014/main" id="{FEB84B37-7DE6-42F3-99FB-46ECCE7EC706}"/>
              </a:ext>
            </a:extLst>
          </p:cNvPr>
          <p:cNvSpPr>
            <a:spLocks noGrp="1"/>
          </p:cNvSpPr>
          <p:nvPr/>
        </p:nvSpPr>
        <p:spPr>
          <a:xfrm>
            <a:off x="82295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F1_main_prauc_1674">
            <a:extLst>
              <a:ext uri="{FF2B5EF4-FFF2-40B4-BE49-F238E27FC236}">
                <a16:creationId xmlns:a16="http://schemas.microsoft.com/office/drawing/2014/main" id="{3DF5C5C3-899D-4030-A4B0-A2E38299B21A}"/>
              </a:ext>
            </a:extLst>
          </p:cNvPr>
          <p:cNvSpPr>
            <a:spLocks noGrp="1"/>
          </p:cNvSpPr>
          <p:nvPr/>
        </p:nvSpPr>
        <p:spPr>
          <a:xfrm>
            <a:off x="812447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F1_main_prauc_1675">
            <a:extLst>
              <a:ext uri="{FF2B5EF4-FFF2-40B4-BE49-F238E27FC236}">
                <a16:creationId xmlns:a16="http://schemas.microsoft.com/office/drawing/2014/main" id="{F881491B-705F-4AFE-A6D2-F991BB02440C}"/>
              </a:ext>
            </a:extLst>
          </p:cNvPr>
          <p:cNvSpPr>
            <a:spLocks noGrp="1"/>
          </p:cNvSpPr>
          <p:nvPr/>
        </p:nvSpPr>
        <p:spPr>
          <a:xfrm>
            <a:off x="8073309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F1_main_prauc_1676">
            <a:extLst>
              <a:ext uri="{FF2B5EF4-FFF2-40B4-BE49-F238E27FC236}">
                <a16:creationId xmlns:a16="http://schemas.microsoft.com/office/drawing/2014/main" id="{CC7E624A-EC51-4C3C-AC1E-CB330D68EB2C}"/>
              </a:ext>
            </a:extLst>
          </p:cNvPr>
          <p:cNvSpPr>
            <a:spLocks noGrp="1"/>
          </p:cNvSpPr>
          <p:nvPr/>
        </p:nvSpPr>
        <p:spPr>
          <a:xfrm>
            <a:off x="81043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F1_main_prauc_1677">
            <a:extLst>
              <a:ext uri="{FF2B5EF4-FFF2-40B4-BE49-F238E27FC236}">
                <a16:creationId xmlns:a16="http://schemas.microsoft.com/office/drawing/2014/main" id="{27DDF31C-4424-40B9-9537-0D82D4AC8F90}"/>
              </a:ext>
            </a:extLst>
          </p:cNvPr>
          <p:cNvSpPr>
            <a:spLocks noGrp="1"/>
          </p:cNvSpPr>
          <p:nvPr/>
        </p:nvSpPr>
        <p:spPr>
          <a:xfrm>
            <a:off x="80675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F1_main_prauc_1678">
            <a:extLst>
              <a:ext uri="{FF2B5EF4-FFF2-40B4-BE49-F238E27FC236}">
                <a16:creationId xmlns:a16="http://schemas.microsoft.com/office/drawing/2014/main" id="{10454B44-F7DC-4C82-AC04-6C659E6A1293}"/>
              </a:ext>
            </a:extLst>
          </p:cNvPr>
          <p:cNvSpPr>
            <a:spLocks noGrp="1"/>
          </p:cNvSpPr>
          <p:nvPr/>
        </p:nvSpPr>
        <p:spPr>
          <a:xfrm>
            <a:off x="80879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F1_main_prauc_1679">
            <a:extLst>
              <a:ext uri="{FF2B5EF4-FFF2-40B4-BE49-F238E27FC236}">
                <a16:creationId xmlns:a16="http://schemas.microsoft.com/office/drawing/2014/main" id="{A0776D32-28C5-44A3-987A-555D119409BE}"/>
              </a:ext>
            </a:extLst>
          </p:cNvPr>
          <p:cNvSpPr>
            <a:spLocks noGrp="1"/>
          </p:cNvSpPr>
          <p:nvPr/>
        </p:nvSpPr>
        <p:spPr>
          <a:xfrm>
            <a:off x="8240385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F1_main_prauc_1680">
            <a:extLst>
              <a:ext uri="{FF2B5EF4-FFF2-40B4-BE49-F238E27FC236}">
                <a16:creationId xmlns:a16="http://schemas.microsoft.com/office/drawing/2014/main" id="{91A517FD-52A6-40B2-AD2B-21439E9285A4}"/>
              </a:ext>
            </a:extLst>
          </p:cNvPr>
          <p:cNvSpPr>
            <a:spLocks noGrp="1"/>
          </p:cNvSpPr>
          <p:nvPr/>
        </p:nvSpPr>
        <p:spPr>
          <a:xfrm>
            <a:off x="82112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F1_main_prauc_1681">
            <a:extLst>
              <a:ext uri="{FF2B5EF4-FFF2-40B4-BE49-F238E27FC236}">
                <a16:creationId xmlns:a16="http://schemas.microsoft.com/office/drawing/2014/main" id="{E67EB811-ADB4-4954-874D-5B8899D16732}"/>
              </a:ext>
            </a:extLst>
          </p:cNvPr>
          <p:cNvSpPr>
            <a:spLocks noGrp="1"/>
          </p:cNvSpPr>
          <p:nvPr/>
        </p:nvSpPr>
        <p:spPr>
          <a:xfrm>
            <a:off x="8268844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F1_main_prauc_1682">
            <a:extLst>
              <a:ext uri="{FF2B5EF4-FFF2-40B4-BE49-F238E27FC236}">
                <a16:creationId xmlns:a16="http://schemas.microsoft.com/office/drawing/2014/main" id="{4D9C30EF-8112-4240-B468-3FCA2138FC3F}"/>
              </a:ext>
            </a:extLst>
          </p:cNvPr>
          <p:cNvSpPr>
            <a:spLocks noGrp="1"/>
          </p:cNvSpPr>
          <p:nvPr/>
        </p:nvSpPr>
        <p:spPr>
          <a:xfrm>
            <a:off x="812427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F1_main_prauc_1683">
            <a:extLst>
              <a:ext uri="{FF2B5EF4-FFF2-40B4-BE49-F238E27FC236}">
                <a16:creationId xmlns:a16="http://schemas.microsoft.com/office/drawing/2014/main" id="{05582F4F-E042-4478-A6FA-DE50922ADD70}"/>
              </a:ext>
            </a:extLst>
          </p:cNvPr>
          <p:cNvSpPr>
            <a:spLocks noGrp="1"/>
          </p:cNvSpPr>
          <p:nvPr/>
        </p:nvSpPr>
        <p:spPr>
          <a:xfrm>
            <a:off x="810729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F1_main_prauc_1684">
            <a:extLst>
              <a:ext uri="{FF2B5EF4-FFF2-40B4-BE49-F238E27FC236}">
                <a16:creationId xmlns:a16="http://schemas.microsoft.com/office/drawing/2014/main" id="{9847D620-F835-4C08-863A-AFEE4C6B0507}"/>
              </a:ext>
            </a:extLst>
          </p:cNvPr>
          <p:cNvSpPr>
            <a:spLocks noGrp="1"/>
          </p:cNvSpPr>
          <p:nvPr/>
        </p:nvSpPr>
        <p:spPr>
          <a:xfrm>
            <a:off x="82995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F1_main_prauc_1685">
            <a:extLst>
              <a:ext uri="{FF2B5EF4-FFF2-40B4-BE49-F238E27FC236}">
                <a16:creationId xmlns:a16="http://schemas.microsoft.com/office/drawing/2014/main" id="{DF1D56CD-7FAD-4BBE-809E-D2C3E931AFF3}"/>
              </a:ext>
            </a:extLst>
          </p:cNvPr>
          <p:cNvSpPr>
            <a:spLocks noGrp="1"/>
          </p:cNvSpPr>
          <p:nvPr/>
        </p:nvSpPr>
        <p:spPr>
          <a:xfrm>
            <a:off x="82954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F1_main_prauc_1686">
            <a:extLst>
              <a:ext uri="{FF2B5EF4-FFF2-40B4-BE49-F238E27FC236}">
                <a16:creationId xmlns:a16="http://schemas.microsoft.com/office/drawing/2014/main" id="{05140611-8485-4900-A579-68EEB86C99FE}"/>
              </a:ext>
            </a:extLst>
          </p:cNvPr>
          <p:cNvSpPr>
            <a:spLocks noGrp="1"/>
          </p:cNvSpPr>
          <p:nvPr/>
        </p:nvSpPr>
        <p:spPr>
          <a:xfrm>
            <a:off x="809216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F1_main_prauc_1687">
            <a:extLst>
              <a:ext uri="{FF2B5EF4-FFF2-40B4-BE49-F238E27FC236}">
                <a16:creationId xmlns:a16="http://schemas.microsoft.com/office/drawing/2014/main" id="{8E2AA01E-7993-4143-B4B0-FB2650B454E2}"/>
              </a:ext>
            </a:extLst>
          </p:cNvPr>
          <p:cNvSpPr>
            <a:spLocks noGrp="1"/>
          </p:cNvSpPr>
          <p:nvPr/>
        </p:nvSpPr>
        <p:spPr>
          <a:xfrm>
            <a:off x="825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F1_main_prauc_1688">
            <a:extLst>
              <a:ext uri="{FF2B5EF4-FFF2-40B4-BE49-F238E27FC236}">
                <a16:creationId xmlns:a16="http://schemas.microsoft.com/office/drawing/2014/main" id="{99A624E1-71D9-408A-B385-69B7ABAEDC5D}"/>
              </a:ext>
            </a:extLst>
          </p:cNvPr>
          <p:cNvSpPr>
            <a:spLocks noGrp="1"/>
          </p:cNvSpPr>
          <p:nvPr/>
        </p:nvSpPr>
        <p:spPr>
          <a:xfrm>
            <a:off x="81467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F1_main_prauc_1689">
            <a:extLst>
              <a:ext uri="{FF2B5EF4-FFF2-40B4-BE49-F238E27FC236}">
                <a16:creationId xmlns:a16="http://schemas.microsoft.com/office/drawing/2014/main" id="{03974551-3214-4EDC-8F28-62712C7E1CDF}"/>
              </a:ext>
            </a:extLst>
          </p:cNvPr>
          <p:cNvSpPr>
            <a:spLocks noGrp="1"/>
          </p:cNvSpPr>
          <p:nvPr/>
        </p:nvSpPr>
        <p:spPr>
          <a:xfrm>
            <a:off x="81765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F1_main_prauc_1690">
            <a:extLst>
              <a:ext uri="{FF2B5EF4-FFF2-40B4-BE49-F238E27FC236}">
                <a16:creationId xmlns:a16="http://schemas.microsoft.com/office/drawing/2014/main" id="{81A8B336-1E4D-42CD-B8CD-492C5AC2E253}"/>
              </a:ext>
            </a:extLst>
          </p:cNvPr>
          <p:cNvSpPr>
            <a:spLocks noGrp="1"/>
          </p:cNvSpPr>
          <p:nvPr/>
        </p:nvSpPr>
        <p:spPr>
          <a:xfrm>
            <a:off x="8239979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F1_main_prauc_1691">
            <a:extLst>
              <a:ext uri="{FF2B5EF4-FFF2-40B4-BE49-F238E27FC236}">
                <a16:creationId xmlns:a16="http://schemas.microsoft.com/office/drawing/2014/main" id="{60151CB1-1D91-4101-A04F-3CC52738D582}"/>
              </a:ext>
            </a:extLst>
          </p:cNvPr>
          <p:cNvSpPr>
            <a:spLocks noGrp="1"/>
          </p:cNvSpPr>
          <p:nvPr/>
        </p:nvSpPr>
        <p:spPr>
          <a:xfrm>
            <a:off x="831128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F1_main_prauc_1692">
            <a:extLst>
              <a:ext uri="{FF2B5EF4-FFF2-40B4-BE49-F238E27FC236}">
                <a16:creationId xmlns:a16="http://schemas.microsoft.com/office/drawing/2014/main" id="{CAE2ABF8-B815-4ED0-8D84-959F639DED71}"/>
              </a:ext>
            </a:extLst>
          </p:cNvPr>
          <p:cNvSpPr>
            <a:spLocks noGrp="1"/>
          </p:cNvSpPr>
          <p:nvPr/>
        </p:nvSpPr>
        <p:spPr>
          <a:xfrm>
            <a:off x="80984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F1_main_prauc_1693">
            <a:extLst>
              <a:ext uri="{FF2B5EF4-FFF2-40B4-BE49-F238E27FC236}">
                <a16:creationId xmlns:a16="http://schemas.microsoft.com/office/drawing/2014/main" id="{7E23C581-DB65-4951-9497-622545757868}"/>
              </a:ext>
            </a:extLst>
          </p:cNvPr>
          <p:cNvSpPr>
            <a:spLocks noGrp="1"/>
          </p:cNvSpPr>
          <p:nvPr/>
        </p:nvSpPr>
        <p:spPr>
          <a:xfrm>
            <a:off x="822748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F1_main_prauc_1694">
            <a:extLst>
              <a:ext uri="{FF2B5EF4-FFF2-40B4-BE49-F238E27FC236}">
                <a16:creationId xmlns:a16="http://schemas.microsoft.com/office/drawing/2014/main" id="{640B3524-1CD6-4118-AA3C-F2D7E85805C5}"/>
              </a:ext>
            </a:extLst>
          </p:cNvPr>
          <p:cNvSpPr>
            <a:spLocks noGrp="1"/>
          </p:cNvSpPr>
          <p:nvPr/>
        </p:nvSpPr>
        <p:spPr>
          <a:xfrm>
            <a:off x="8157697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F1_main_prauc_1695">
            <a:extLst>
              <a:ext uri="{FF2B5EF4-FFF2-40B4-BE49-F238E27FC236}">
                <a16:creationId xmlns:a16="http://schemas.microsoft.com/office/drawing/2014/main" id="{968FF260-2CB9-4220-9724-8EAB57BF77F2}"/>
              </a:ext>
            </a:extLst>
          </p:cNvPr>
          <p:cNvSpPr>
            <a:spLocks noGrp="1"/>
          </p:cNvSpPr>
          <p:nvPr/>
        </p:nvSpPr>
        <p:spPr>
          <a:xfrm>
            <a:off x="818427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F1_main_prauc_1696">
            <a:extLst>
              <a:ext uri="{FF2B5EF4-FFF2-40B4-BE49-F238E27FC236}">
                <a16:creationId xmlns:a16="http://schemas.microsoft.com/office/drawing/2014/main" id="{78212BA6-4DF5-454F-A2FE-2804212EFF09}"/>
              </a:ext>
            </a:extLst>
          </p:cNvPr>
          <p:cNvSpPr>
            <a:spLocks noGrp="1"/>
          </p:cNvSpPr>
          <p:nvPr/>
        </p:nvSpPr>
        <p:spPr>
          <a:xfrm>
            <a:off x="80876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F1_main_prauc_1697">
            <a:extLst>
              <a:ext uri="{FF2B5EF4-FFF2-40B4-BE49-F238E27FC236}">
                <a16:creationId xmlns:a16="http://schemas.microsoft.com/office/drawing/2014/main" id="{74E77BDA-526D-4C66-889D-A54179F6991D}"/>
              </a:ext>
            </a:extLst>
          </p:cNvPr>
          <p:cNvSpPr>
            <a:spLocks noGrp="1"/>
          </p:cNvSpPr>
          <p:nvPr/>
        </p:nvSpPr>
        <p:spPr>
          <a:xfrm>
            <a:off x="83121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F1_main_prauc_1698">
            <a:extLst>
              <a:ext uri="{FF2B5EF4-FFF2-40B4-BE49-F238E27FC236}">
                <a16:creationId xmlns:a16="http://schemas.microsoft.com/office/drawing/2014/main" id="{F916CFC6-DBDC-4EEB-A522-9F0FB2A378BF}"/>
              </a:ext>
            </a:extLst>
          </p:cNvPr>
          <p:cNvSpPr>
            <a:spLocks noGrp="1"/>
          </p:cNvSpPr>
          <p:nvPr/>
        </p:nvSpPr>
        <p:spPr>
          <a:xfrm>
            <a:off x="806416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F1_main_prauc_1699">
            <a:extLst>
              <a:ext uri="{FF2B5EF4-FFF2-40B4-BE49-F238E27FC236}">
                <a16:creationId xmlns:a16="http://schemas.microsoft.com/office/drawing/2014/main" id="{0DB7A507-0833-443E-80FF-E9E3C68D4391}"/>
              </a:ext>
            </a:extLst>
          </p:cNvPr>
          <p:cNvSpPr>
            <a:spLocks noGrp="1"/>
          </p:cNvSpPr>
          <p:nvPr/>
        </p:nvSpPr>
        <p:spPr>
          <a:xfrm>
            <a:off x="817339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F1_main_prauc_1700">
            <a:extLst>
              <a:ext uri="{FF2B5EF4-FFF2-40B4-BE49-F238E27FC236}">
                <a16:creationId xmlns:a16="http://schemas.microsoft.com/office/drawing/2014/main" id="{1C26D647-355A-48AD-A8AE-4AAC6AB7F7FD}"/>
              </a:ext>
            </a:extLst>
          </p:cNvPr>
          <p:cNvSpPr>
            <a:spLocks noGrp="1"/>
          </p:cNvSpPr>
          <p:nvPr/>
        </p:nvSpPr>
        <p:spPr>
          <a:xfrm>
            <a:off x="81897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F1_main_prauc_1701">
            <a:extLst>
              <a:ext uri="{FF2B5EF4-FFF2-40B4-BE49-F238E27FC236}">
                <a16:creationId xmlns:a16="http://schemas.microsoft.com/office/drawing/2014/main" id="{080D7E86-79F8-4A5D-99A4-AF18C1E9856B}"/>
              </a:ext>
            </a:extLst>
          </p:cNvPr>
          <p:cNvSpPr>
            <a:spLocks noGrp="1"/>
          </p:cNvSpPr>
          <p:nvPr/>
        </p:nvSpPr>
        <p:spPr>
          <a:xfrm>
            <a:off x="81005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F1_main_prauc_1702">
            <a:extLst>
              <a:ext uri="{FF2B5EF4-FFF2-40B4-BE49-F238E27FC236}">
                <a16:creationId xmlns:a16="http://schemas.microsoft.com/office/drawing/2014/main" id="{B9F534A6-6CFC-43C4-9F08-908120FF2ADA}"/>
              </a:ext>
            </a:extLst>
          </p:cNvPr>
          <p:cNvSpPr>
            <a:spLocks noGrp="1"/>
          </p:cNvSpPr>
          <p:nvPr/>
        </p:nvSpPr>
        <p:spPr>
          <a:xfrm>
            <a:off x="814788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F1_main_prauc_1703">
            <a:extLst>
              <a:ext uri="{FF2B5EF4-FFF2-40B4-BE49-F238E27FC236}">
                <a16:creationId xmlns:a16="http://schemas.microsoft.com/office/drawing/2014/main" id="{2C6FCBC9-C67F-4B2E-963E-7017979A869F}"/>
              </a:ext>
            </a:extLst>
          </p:cNvPr>
          <p:cNvSpPr>
            <a:spLocks noGrp="1"/>
          </p:cNvSpPr>
          <p:nvPr/>
        </p:nvSpPr>
        <p:spPr>
          <a:xfrm>
            <a:off x="8176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F1_main_prauc_1704">
            <a:extLst>
              <a:ext uri="{FF2B5EF4-FFF2-40B4-BE49-F238E27FC236}">
                <a16:creationId xmlns:a16="http://schemas.microsoft.com/office/drawing/2014/main" id="{FF00954C-2550-44A2-BDA7-E8CABC1CB052}"/>
              </a:ext>
            </a:extLst>
          </p:cNvPr>
          <p:cNvSpPr>
            <a:spLocks noGrp="1"/>
          </p:cNvSpPr>
          <p:nvPr/>
        </p:nvSpPr>
        <p:spPr>
          <a:xfrm>
            <a:off x="82669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F1_main_prauc_1705">
            <a:extLst>
              <a:ext uri="{FF2B5EF4-FFF2-40B4-BE49-F238E27FC236}">
                <a16:creationId xmlns:a16="http://schemas.microsoft.com/office/drawing/2014/main" id="{AE973693-9874-469B-B1E2-6F447E1D3C86}"/>
              </a:ext>
            </a:extLst>
          </p:cNvPr>
          <p:cNvSpPr>
            <a:spLocks noGrp="1"/>
          </p:cNvSpPr>
          <p:nvPr/>
        </p:nvSpPr>
        <p:spPr>
          <a:xfrm>
            <a:off x="827044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F1_main_prauc_1706">
            <a:extLst>
              <a:ext uri="{FF2B5EF4-FFF2-40B4-BE49-F238E27FC236}">
                <a16:creationId xmlns:a16="http://schemas.microsoft.com/office/drawing/2014/main" id="{2846806F-BF59-4025-93E7-0A126B466D8E}"/>
              </a:ext>
            </a:extLst>
          </p:cNvPr>
          <p:cNvSpPr>
            <a:spLocks noGrp="1"/>
          </p:cNvSpPr>
          <p:nvPr/>
        </p:nvSpPr>
        <p:spPr>
          <a:xfrm>
            <a:off x="8069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F1_main_prauc_1707">
            <a:extLst>
              <a:ext uri="{FF2B5EF4-FFF2-40B4-BE49-F238E27FC236}">
                <a16:creationId xmlns:a16="http://schemas.microsoft.com/office/drawing/2014/main" id="{D313B6EB-49DC-4FC1-A7E7-F44404639EE3}"/>
              </a:ext>
            </a:extLst>
          </p:cNvPr>
          <p:cNvSpPr>
            <a:spLocks noGrp="1"/>
          </p:cNvSpPr>
          <p:nvPr/>
        </p:nvSpPr>
        <p:spPr>
          <a:xfrm>
            <a:off x="8139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F1_main_prauc_1708">
            <a:extLst>
              <a:ext uri="{FF2B5EF4-FFF2-40B4-BE49-F238E27FC236}">
                <a16:creationId xmlns:a16="http://schemas.microsoft.com/office/drawing/2014/main" id="{D9082A38-39A2-43DB-A7D5-F1DB783F1C6A}"/>
              </a:ext>
            </a:extLst>
          </p:cNvPr>
          <p:cNvSpPr>
            <a:spLocks noGrp="1"/>
          </p:cNvSpPr>
          <p:nvPr/>
        </p:nvSpPr>
        <p:spPr>
          <a:xfrm>
            <a:off x="81250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F1_main_prauc_1709">
            <a:extLst>
              <a:ext uri="{FF2B5EF4-FFF2-40B4-BE49-F238E27FC236}">
                <a16:creationId xmlns:a16="http://schemas.microsoft.com/office/drawing/2014/main" id="{54013461-C7B5-4EF5-AB93-99CE3981EF6A}"/>
              </a:ext>
            </a:extLst>
          </p:cNvPr>
          <p:cNvSpPr>
            <a:spLocks noGrp="1"/>
          </p:cNvSpPr>
          <p:nvPr/>
        </p:nvSpPr>
        <p:spPr>
          <a:xfrm>
            <a:off x="82709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F1_main_prauc_1710">
            <a:extLst>
              <a:ext uri="{FF2B5EF4-FFF2-40B4-BE49-F238E27FC236}">
                <a16:creationId xmlns:a16="http://schemas.microsoft.com/office/drawing/2014/main" id="{7D6D6C9F-B78D-425A-AD13-DCCF5AC03E1F}"/>
              </a:ext>
            </a:extLst>
          </p:cNvPr>
          <p:cNvSpPr>
            <a:spLocks noGrp="1"/>
          </p:cNvSpPr>
          <p:nvPr/>
        </p:nvSpPr>
        <p:spPr>
          <a:xfrm>
            <a:off x="810870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F1_main_prauc_1711">
            <a:extLst>
              <a:ext uri="{FF2B5EF4-FFF2-40B4-BE49-F238E27FC236}">
                <a16:creationId xmlns:a16="http://schemas.microsoft.com/office/drawing/2014/main" id="{AE01E563-4E31-4865-8091-7405E5C2B7E4}"/>
              </a:ext>
            </a:extLst>
          </p:cNvPr>
          <p:cNvSpPr>
            <a:spLocks noGrp="1"/>
          </p:cNvSpPr>
          <p:nvPr/>
        </p:nvSpPr>
        <p:spPr>
          <a:xfrm>
            <a:off x="814153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F1_main_prauc_1712">
            <a:extLst>
              <a:ext uri="{FF2B5EF4-FFF2-40B4-BE49-F238E27FC236}">
                <a16:creationId xmlns:a16="http://schemas.microsoft.com/office/drawing/2014/main" id="{8C8EBB57-8386-43C3-AFA2-307C2D41F3E6}"/>
              </a:ext>
            </a:extLst>
          </p:cNvPr>
          <p:cNvSpPr>
            <a:spLocks noGrp="1"/>
          </p:cNvSpPr>
          <p:nvPr/>
        </p:nvSpPr>
        <p:spPr>
          <a:xfrm>
            <a:off x="80826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F1_main_prauc_1713">
            <a:extLst>
              <a:ext uri="{FF2B5EF4-FFF2-40B4-BE49-F238E27FC236}">
                <a16:creationId xmlns:a16="http://schemas.microsoft.com/office/drawing/2014/main" id="{2AF6ADA6-9AB1-4DC5-942A-BBCC9D5FC807}"/>
              </a:ext>
            </a:extLst>
          </p:cNvPr>
          <p:cNvSpPr>
            <a:spLocks noGrp="1"/>
          </p:cNvSpPr>
          <p:nvPr/>
        </p:nvSpPr>
        <p:spPr>
          <a:xfrm>
            <a:off x="82452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F1_main_prauc_1714">
            <a:extLst>
              <a:ext uri="{FF2B5EF4-FFF2-40B4-BE49-F238E27FC236}">
                <a16:creationId xmlns:a16="http://schemas.microsoft.com/office/drawing/2014/main" id="{795C7444-5887-4765-BF3F-4E3E5B02E161}"/>
              </a:ext>
            </a:extLst>
          </p:cNvPr>
          <p:cNvSpPr>
            <a:spLocks noGrp="1"/>
          </p:cNvSpPr>
          <p:nvPr/>
        </p:nvSpPr>
        <p:spPr>
          <a:xfrm>
            <a:off x="81224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F1_main_prauc_1715">
            <a:extLst>
              <a:ext uri="{FF2B5EF4-FFF2-40B4-BE49-F238E27FC236}">
                <a16:creationId xmlns:a16="http://schemas.microsoft.com/office/drawing/2014/main" id="{667F4A12-6BCD-4D2A-84E8-AD8026673129}"/>
              </a:ext>
            </a:extLst>
          </p:cNvPr>
          <p:cNvSpPr>
            <a:spLocks noGrp="1"/>
          </p:cNvSpPr>
          <p:nvPr/>
        </p:nvSpPr>
        <p:spPr>
          <a:xfrm>
            <a:off x="81417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F1_main_prauc_1716">
            <a:extLst>
              <a:ext uri="{FF2B5EF4-FFF2-40B4-BE49-F238E27FC236}">
                <a16:creationId xmlns:a16="http://schemas.microsoft.com/office/drawing/2014/main" id="{D877CB08-2E46-4B44-BD5C-2447903CE75F}"/>
              </a:ext>
            </a:extLst>
          </p:cNvPr>
          <p:cNvSpPr>
            <a:spLocks noGrp="1"/>
          </p:cNvSpPr>
          <p:nvPr/>
        </p:nvSpPr>
        <p:spPr>
          <a:xfrm>
            <a:off x="8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F1_main_prauc_1717">
            <a:extLst>
              <a:ext uri="{FF2B5EF4-FFF2-40B4-BE49-F238E27FC236}">
                <a16:creationId xmlns:a16="http://schemas.microsoft.com/office/drawing/2014/main" id="{360D33B5-B0E1-4239-A028-D83F773D5071}"/>
              </a:ext>
            </a:extLst>
          </p:cNvPr>
          <p:cNvSpPr>
            <a:spLocks noGrp="1"/>
          </p:cNvSpPr>
          <p:nvPr/>
        </p:nvSpPr>
        <p:spPr>
          <a:xfrm>
            <a:off x="8253975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F1_main_prauc_1718">
            <a:extLst>
              <a:ext uri="{FF2B5EF4-FFF2-40B4-BE49-F238E27FC236}">
                <a16:creationId xmlns:a16="http://schemas.microsoft.com/office/drawing/2014/main" id="{15E44A51-A334-47B0-B087-03503911668A}"/>
              </a:ext>
            </a:extLst>
          </p:cNvPr>
          <p:cNvSpPr>
            <a:spLocks noGrp="1"/>
          </p:cNvSpPr>
          <p:nvPr/>
        </p:nvSpPr>
        <p:spPr>
          <a:xfrm>
            <a:off x="83130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F1_main_prauc_1719">
            <a:extLst>
              <a:ext uri="{FF2B5EF4-FFF2-40B4-BE49-F238E27FC236}">
                <a16:creationId xmlns:a16="http://schemas.microsoft.com/office/drawing/2014/main" id="{83EFC26B-FBD6-4E99-9048-682FB37D174A}"/>
              </a:ext>
            </a:extLst>
          </p:cNvPr>
          <p:cNvSpPr>
            <a:spLocks noGrp="1"/>
          </p:cNvSpPr>
          <p:nvPr/>
        </p:nvSpPr>
        <p:spPr>
          <a:xfrm>
            <a:off x="827497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F1_main_prauc_1720">
            <a:extLst>
              <a:ext uri="{FF2B5EF4-FFF2-40B4-BE49-F238E27FC236}">
                <a16:creationId xmlns:a16="http://schemas.microsoft.com/office/drawing/2014/main" id="{374CB370-05C9-4AFE-A800-6D4EF9D830D9}"/>
              </a:ext>
            </a:extLst>
          </p:cNvPr>
          <p:cNvSpPr>
            <a:spLocks noGrp="1"/>
          </p:cNvSpPr>
          <p:nvPr/>
        </p:nvSpPr>
        <p:spPr>
          <a:xfrm>
            <a:off x="81464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F1_main_prauc_1721">
            <a:extLst>
              <a:ext uri="{FF2B5EF4-FFF2-40B4-BE49-F238E27FC236}">
                <a16:creationId xmlns:a16="http://schemas.microsoft.com/office/drawing/2014/main" id="{49660B52-C493-411E-BC9F-1E22B89412E4}"/>
              </a:ext>
            </a:extLst>
          </p:cNvPr>
          <p:cNvSpPr>
            <a:spLocks noGrp="1"/>
          </p:cNvSpPr>
          <p:nvPr/>
        </p:nvSpPr>
        <p:spPr>
          <a:xfrm>
            <a:off x="81978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F1_main_prauc_1722">
            <a:extLst>
              <a:ext uri="{FF2B5EF4-FFF2-40B4-BE49-F238E27FC236}">
                <a16:creationId xmlns:a16="http://schemas.microsoft.com/office/drawing/2014/main" id="{0CD1A19A-62BE-4CD7-9B97-19724BA00041}"/>
              </a:ext>
            </a:extLst>
          </p:cNvPr>
          <p:cNvSpPr>
            <a:spLocks noGrp="1"/>
          </p:cNvSpPr>
          <p:nvPr/>
        </p:nvSpPr>
        <p:spPr>
          <a:xfrm>
            <a:off x="80897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F1_main_prauc_1723">
            <a:extLst>
              <a:ext uri="{FF2B5EF4-FFF2-40B4-BE49-F238E27FC236}">
                <a16:creationId xmlns:a16="http://schemas.microsoft.com/office/drawing/2014/main" id="{94F8C7B2-4746-4779-AD9E-14512F8B8121}"/>
              </a:ext>
            </a:extLst>
          </p:cNvPr>
          <p:cNvSpPr>
            <a:spLocks noGrp="1"/>
          </p:cNvSpPr>
          <p:nvPr/>
        </p:nvSpPr>
        <p:spPr>
          <a:xfrm>
            <a:off x="8182832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F1_main_prauc_1724">
            <a:extLst>
              <a:ext uri="{FF2B5EF4-FFF2-40B4-BE49-F238E27FC236}">
                <a16:creationId xmlns:a16="http://schemas.microsoft.com/office/drawing/2014/main" id="{B1653425-21D7-4F4F-94DF-AADACA33433A}"/>
              </a:ext>
            </a:extLst>
          </p:cNvPr>
          <p:cNvSpPr>
            <a:spLocks noGrp="1"/>
          </p:cNvSpPr>
          <p:nvPr/>
        </p:nvSpPr>
        <p:spPr>
          <a:xfrm>
            <a:off x="8087907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F1_main_prauc_1725">
            <a:extLst>
              <a:ext uri="{FF2B5EF4-FFF2-40B4-BE49-F238E27FC236}">
                <a16:creationId xmlns:a16="http://schemas.microsoft.com/office/drawing/2014/main" id="{606E85C0-A0C8-457F-9BF8-58CB5B4DE127}"/>
              </a:ext>
            </a:extLst>
          </p:cNvPr>
          <p:cNvSpPr>
            <a:spLocks noGrp="1"/>
          </p:cNvSpPr>
          <p:nvPr/>
        </p:nvSpPr>
        <p:spPr>
          <a:xfrm>
            <a:off x="8132464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F1_main_prauc_1726">
            <a:extLst>
              <a:ext uri="{FF2B5EF4-FFF2-40B4-BE49-F238E27FC236}">
                <a16:creationId xmlns:a16="http://schemas.microsoft.com/office/drawing/2014/main" id="{59116721-3D71-4221-999A-F317BA89B7B3}"/>
              </a:ext>
            </a:extLst>
          </p:cNvPr>
          <p:cNvSpPr>
            <a:spLocks noGrp="1"/>
          </p:cNvSpPr>
          <p:nvPr/>
        </p:nvSpPr>
        <p:spPr>
          <a:xfrm>
            <a:off x="816205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F1_main_prauc_1727">
            <a:extLst>
              <a:ext uri="{FF2B5EF4-FFF2-40B4-BE49-F238E27FC236}">
                <a16:creationId xmlns:a16="http://schemas.microsoft.com/office/drawing/2014/main" id="{6599DBCB-87D4-417F-BF70-830DEC4F602F}"/>
              </a:ext>
            </a:extLst>
          </p:cNvPr>
          <p:cNvSpPr>
            <a:spLocks noGrp="1"/>
          </p:cNvSpPr>
          <p:nvPr/>
        </p:nvSpPr>
        <p:spPr>
          <a:xfrm>
            <a:off x="8268729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F1_main_prauc_1728">
            <a:extLst>
              <a:ext uri="{FF2B5EF4-FFF2-40B4-BE49-F238E27FC236}">
                <a16:creationId xmlns:a16="http://schemas.microsoft.com/office/drawing/2014/main" id="{4A369FED-E462-4383-9E78-B79A294DD7CC}"/>
              </a:ext>
            </a:extLst>
          </p:cNvPr>
          <p:cNvSpPr>
            <a:spLocks noGrp="1"/>
          </p:cNvSpPr>
          <p:nvPr/>
        </p:nvSpPr>
        <p:spPr>
          <a:xfrm>
            <a:off x="8156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F1_main_prauc_1729">
            <a:extLst>
              <a:ext uri="{FF2B5EF4-FFF2-40B4-BE49-F238E27FC236}">
                <a16:creationId xmlns:a16="http://schemas.microsoft.com/office/drawing/2014/main" id="{344757EC-B99B-4C98-9777-8C763987C49E}"/>
              </a:ext>
            </a:extLst>
          </p:cNvPr>
          <p:cNvSpPr>
            <a:spLocks noGrp="1"/>
          </p:cNvSpPr>
          <p:nvPr/>
        </p:nvSpPr>
        <p:spPr>
          <a:xfrm>
            <a:off x="8193011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F1_main_prauc_1730">
            <a:extLst>
              <a:ext uri="{FF2B5EF4-FFF2-40B4-BE49-F238E27FC236}">
                <a16:creationId xmlns:a16="http://schemas.microsoft.com/office/drawing/2014/main" id="{B890453F-C8BB-4E0C-99A4-1F777DCD5541}"/>
              </a:ext>
            </a:extLst>
          </p:cNvPr>
          <p:cNvSpPr>
            <a:spLocks noGrp="1"/>
          </p:cNvSpPr>
          <p:nvPr/>
        </p:nvSpPr>
        <p:spPr>
          <a:xfrm>
            <a:off x="81524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F1_main_prauc_1731">
            <a:extLst>
              <a:ext uri="{FF2B5EF4-FFF2-40B4-BE49-F238E27FC236}">
                <a16:creationId xmlns:a16="http://schemas.microsoft.com/office/drawing/2014/main" id="{102832AC-9F33-45C1-9696-5F806311677F}"/>
              </a:ext>
            </a:extLst>
          </p:cNvPr>
          <p:cNvSpPr>
            <a:spLocks noGrp="1"/>
          </p:cNvSpPr>
          <p:nvPr/>
        </p:nvSpPr>
        <p:spPr>
          <a:xfrm>
            <a:off x="8228721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F1_main_prauc_1732">
            <a:extLst>
              <a:ext uri="{FF2B5EF4-FFF2-40B4-BE49-F238E27FC236}">
                <a16:creationId xmlns:a16="http://schemas.microsoft.com/office/drawing/2014/main" id="{52CC2968-C521-47B6-995F-8CD0F70C9FE4}"/>
              </a:ext>
            </a:extLst>
          </p:cNvPr>
          <p:cNvSpPr>
            <a:spLocks noGrp="1"/>
          </p:cNvSpPr>
          <p:nvPr/>
        </p:nvSpPr>
        <p:spPr>
          <a:xfrm>
            <a:off x="81517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F1_main_prauc_1733">
            <a:extLst>
              <a:ext uri="{FF2B5EF4-FFF2-40B4-BE49-F238E27FC236}">
                <a16:creationId xmlns:a16="http://schemas.microsoft.com/office/drawing/2014/main" id="{31D5418A-4D82-4505-BB96-DA039E7B29DC}"/>
              </a:ext>
            </a:extLst>
          </p:cNvPr>
          <p:cNvSpPr>
            <a:spLocks noGrp="1"/>
          </p:cNvSpPr>
          <p:nvPr/>
        </p:nvSpPr>
        <p:spPr>
          <a:xfrm>
            <a:off x="82251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F1_main_prauc_1734">
            <a:extLst>
              <a:ext uri="{FF2B5EF4-FFF2-40B4-BE49-F238E27FC236}">
                <a16:creationId xmlns:a16="http://schemas.microsoft.com/office/drawing/2014/main" id="{8491748B-7C05-4E28-8D20-100E44C1956F}"/>
              </a:ext>
            </a:extLst>
          </p:cNvPr>
          <p:cNvSpPr>
            <a:spLocks noGrp="1"/>
          </p:cNvSpPr>
          <p:nvPr/>
        </p:nvSpPr>
        <p:spPr>
          <a:xfrm>
            <a:off x="8199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F1_main_prauc_1735">
            <a:extLst>
              <a:ext uri="{FF2B5EF4-FFF2-40B4-BE49-F238E27FC236}">
                <a16:creationId xmlns:a16="http://schemas.microsoft.com/office/drawing/2014/main" id="{BAFD5D2A-49EF-43CB-864D-E601415549EF}"/>
              </a:ext>
            </a:extLst>
          </p:cNvPr>
          <p:cNvSpPr>
            <a:spLocks noGrp="1"/>
          </p:cNvSpPr>
          <p:nvPr/>
        </p:nvSpPr>
        <p:spPr>
          <a:xfrm>
            <a:off x="8242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F1_main_prauc_1736">
            <a:extLst>
              <a:ext uri="{FF2B5EF4-FFF2-40B4-BE49-F238E27FC236}">
                <a16:creationId xmlns:a16="http://schemas.microsoft.com/office/drawing/2014/main" id="{7F6D0913-5CC9-451E-92EB-6B74013110C3}"/>
              </a:ext>
            </a:extLst>
          </p:cNvPr>
          <p:cNvSpPr>
            <a:spLocks noGrp="1"/>
          </p:cNvSpPr>
          <p:nvPr/>
        </p:nvSpPr>
        <p:spPr>
          <a:xfrm>
            <a:off x="8126293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F1_main_prauc_1737">
            <a:extLst>
              <a:ext uri="{FF2B5EF4-FFF2-40B4-BE49-F238E27FC236}">
                <a16:creationId xmlns:a16="http://schemas.microsoft.com/office/drawing/2014/main" id="{545955CD-867E-4678-8F40-084D4EB0458B}"/>
              </a:ext>
            </a:extLst>
          </p:cNvPr>
          <p:cNvSpPr>
            <a:spLocks noGrp="1"/>
          </p:cNvSpPr>
          <p:nvPr/>
        </p:nvSpPr>
        <p:spPr>
          <a:xfrm>
            <a:off x="8264316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F1_main_prauc_1738">
            <a:extLst>
              <a:ext uri="{FF2B5EF4-FFF2-40B4-BE49-F238E27FC236}">
                <a16:creationId xmlns:a16="http://schemas.microsoft.com/office/drawing/2014/main" id="{CEC5D8BF-5D76-4C65-8760-0039B2DE9009}"/>
              </a:ext>
            </a:extLst>
          </p:cNvPr>
          <p:cNvSpPr>
            <a:spLocks noGrp="1"/>
          </p:cNvSpPr>
          <p:nvPr/>
        </p:nvSpPr>
        <p:spPr>
          <a:xfrm>
            <a:off x="81416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F1_main_prauc_1739">
            <a:extLst>
              <a:ext uri="{FF2B5EF4-FFF2-40B4-BE49-F238E27FC236}">
                <a16:creationId xmlns:a16="http://schemas.microsoft.com/office/drawing/2014/main" id="{F52C596A-1A88-4971-82AF-D760E66D0FD0}"/>
              </a:ext>
            </a:extLst>
          </p:cNvPr>
          <p:cNvSpPr>
            <a:spLocks noGrp="1"/>
          </p:cNvSpPr>
          <p:nvPr/>
        </p:nvSpPr>
        <p:spPr>
          <a:xfrm>
            <a:off x="818198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F1_main_prauc_1740">
            <a:extLst>
              <a:ext uri="{FF2B5EF4-FFF2-40B4-BE49-F238E27FC236}">
                <a16:creationId xmlns:a16="http://schemas.microsoft.com/office/drawing/2014/main" id="{5DB3BE9B-FD59-4500-867E-E0EF97BFCE84}"/>
              </a:ext>
            </a:extLst>
          </p:cNvPr>
          <p:cNvSpPr>
            <a:spLocks noGrp="1"/>
          </p:cNvSpPr>
          <p:nvPr/>
        </p:nvSpPr>
        <p:spPr>
          <a:xfrm>
            <a:off x="809583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F1_main_prauc_1741">
            <a:extLst>
              <a:ext uri="{FF2B5EF4-FFF2-40B4-BE49-F238E27FC236}">
                <a16:creationId xmlns:a16="http://schemas.microsoft.com/office/drawing/2014/main" id="{7B626337-01D1-4DF4-9C13-7BB7FD7585A1}"/>
              </a:ext>
            </a:extLst>
          </p:cNvPr>
          <p:cNvSpPr>
            <a:spLocks noGrp="1"/>
          </p:cNvSpPr>
          <p:nvPr/>
        </p:nvSpPr>
        <p:spPr>
          <a:xfrm>
            <a:off x="81140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F1_main_prauc_1742">
            <a:extLst>
              <a:ext uri="{FF2B5EF4-FFF2-40B4-BE49-F238E27FC236}">
                <a16:creationId xmlns:a16="http://schemas.microsoft.com/office/drawing/2014/main" id="{B87143CA-B6DB-4043-A5E3-55E5C4477243}"/>
              </a:ext>
            </a:extLst>
          </p:cNvPr>
          <p:cNvSpPr>
            <a:spLocks noGrp="1"/>
          </p:cNvSpPr>
          <p:nvPr/>
        </p:nvSpPr>
        <p:spPr>
          <a:xfrm>
            <a:off x="8106559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F1_main_prauc_1743">
            <a:extLst>
              <a:ext uri="{FF2B5EF4-FFF2-40B4-BE49-F238E27FC236}">
                <a16:creationId xmlns:a16="http://schemas.microsoft.com/office/drawing/2014/main" id="{86563015-1F03-4749-BACC-D713760F9DA1}"/>
              </a:ext>
            </a:extLst>
          </p:cNvPr>
          <p:cNvSpPr>
            <a:spLocks noGrp="1"/>
          </p:cNvSpPr>
          <p:nvPr/>
        </p:nvSpPr>
        <p:spPr>
          <a:xfrm>
            <a:off x="808687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F1_main_prauc_1744">
            <a:extLst>
              <a:ext uri="{FF2B5EF4-FFF2-40B4-BE49-F238E27FC236}">
                <a16:creationId xmlns:a16="http://schemas.microsoft.com/office/drawing/2014/main" id="{3F40A90E-37C5-4467-9D7F-1F309965EE8F}"/>
              </a:ext>
            </a:extLst>
          </p:cNvPr>
          <p:cNvSpPr>
            <a:spLocks noGrp="1"/>
          </p:cNvSpPr>
          <p:nvPr/>
        </p:nvSpPr>
        <p:spPr>
          <a:xfrm>
            <a:off x="8088956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F1_main_prauc_1745">
            <a:extLst>
              <a:ext uri="{FF2B5EF4-FFF2-40B4-BE49-F238E27FC236}">
                <a16:creationId xmlns:a16="http://schemas.microsoft.com/office/drawing/2014/main" id="{616181AA-C16E-48F5-A210-929846430BB5}"/>
              </a:ext>
            </a:extLst>
          </p:cNvPr>
          <p:cNvSpPr>
            <a:spLocks noGrp="1"/>
          </p:cNvSpPr>
          <p:nvPr/>
        </p:nvSpPr>
        <p:spPr>
          <a:xfrm>
            <a:off x="808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F1_main_prauc_1746">
            <a:extLst>
              <a:ext uri="{FF2B5EF4-FFF2-40B4-BE49-F238E27FC236}">
                <a16:creationId xmlns:a16="http://schemas.microsoft.com/office/drawing/2014/main" id="{C6030A47-D0BD-4FDD-B45B-D714F87A0E35}"/>
              </a:ext>
            </a:extLst>
          </p:cNvPr>
          <p:cNvSpPr>
            <a:spLocks noGrp="1"/>
          </p:cNvSpPr>
          <p:nvPr/>
        </p:nvSpPr>
        <p:spPr>
          <a:xfrm>
            <a:off x="81405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F1_main_prauc_1747">
            <a:extLst>
              <a:ext uri="{FF2B5EF4-FFF2-40B4-BE49-F238E27FC236}">
                <a16:creationId xmlns:a16="http://schemas.microsoft.com/office/drawing/2014/main" id="{0A6DA658-5A25-48BC-94C5-66315E37B5E7}"/>
              </a:ext>
            </a:extLst>
          </p:cNvPr>
          <p:cNvSpPr>
            <a:spLocks noGrp="1"/>
          </p:cNvSpPr>
          <p:nvPr/>
        </p:nvSpPr>
        <p:spPr>
          <a:xfrm>
            <a:off x="8191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F1_main_prauc_1748">
            <a:extLst>
              <a:ext uri="{FF2B5EF4-FFF2-40B4-BE49-F238E27FC236}">
                <a16:creationId xmlns:a16="http://schemas.microsoft.com/office/drawing/2014/main" id="{03362DD5-32AC-431E-AE67-FD33E33CFE3B}"/>
              </a:ext>
            </a:extLst>
          </p:cNvPr>
          <p:cNvSpPr>
            <a:spLocks noGrp="1"/>
          </p:cNvSpPr>
          <p:nvPr/>
        </p:nvSpPr>
        <p:spPr>
          <a:xfrm>
            <a:off x="811489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F1_main_prauc_1749">
            <a:extLst>
              <a:ext uri="{FF2B5EF4-FFF2-40B4-BE49-F238E27FC236}">
                <a16:creationId xmlns:a16="http://schemas.microsoft.com/office/drawing/2014/main" id="{860933CB-06C2-477D-B8F8-25C88ABFA256}"/>
              </a:ext>
            </a:extLst>
          </p:cNvPr>
          <p:cNvSpPr>
            <a:spLocks noGrp="1"/>
          </p:cNvSpPr>
          <p:nvPr/>
        </p:nvSpPr>
        <p:spPr>
          <a:xfrm>
            <a:off x="821912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F1_main_prauc_1750">
            <a:extLst>
              <a:ext uri="{FF2B5EF4-FFF2-40B4-BE49-F238E27FC236}">
                <a16:creationId xmlns:a16="http://schemas.microsoft.com/office/drawing/2014/main" id="{47677108-B627-4867-8448-58F1EE6DA2EB}"/>
              </a:ext>
            </a:extLst>
          </p:cNvPr>
          <p:cNvSpPr>
            <a:spLocks noGrp="1"/>
          </p:cNvSpPr>
          <p:nvPr/>
        </p:nvSpPr>
        <p:spPr>
          <a:xfrm>
            <a:off x="819167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F1_main_prauc_1751">
            <a:extLst>
              <a:ext uri="{FF2B5EF4-FFF2-40B4-BE49-F238E27FC236}">
                <a16:creationId xmlns:a16="http://schemas.microsoft.com/office/drawing/2014/main" id="{ED4DC4FE-6646-464B-906D-067969528DA4}"/>
              </a:ext>
            </a:extLst>
          </p:cNvPr>
          <p:cNvSpPr>
            <a:spLocks noGrp="1"/>
          </p:cNvSpPr>
          <p:nvPr/>
        </p:nvSpPr>
        <p:spPr>
          <a:xfrm>
            <a:off x="81524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F1_main_prauc_1752">
            <a:extLst>
              <a:ext uri="{FF2B5EF4-FFF2-40B4-BE49-F238E27FC236}">
                <a16:creationId xmlns:a16="http://schemas.microsoft.com/office/drawing/2014/main" id="{1DABFC2C-6F6D-4651-A019-F5C22FCACD10}"/>
              </a:ext>
            </a:extLst>
          </p:cNvPr>
          <p:cNvSpPr>
            <a:spLocks noGrp="1"/>
          </p:cNvSpPr>
          <p:nvPr/>
        </p:nvSpPr>
        <p:spPr>
          <a:xfrm>
            <a:off x="81748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F1_main_prauc_1753">
            <a:extLst>
              <a:ext uri="{FF2B5EF4-FFF2-40B4-BE49-F238E27FC236}">
                <a16:creationId xmlns:a16="http://schemas.microsoft.com/office/drawing/2014/main" id="{F89723BA-A6B0-405A-B951-57077A30363C}"/>
              </a:ext>
            </a:extLst>
          </p:cNvPr>
          <p:cNvSpPr>
            <a:spLocks noGrp="1"/>
          </p:cNvSpPr>
          <p:nvPr/>
        </p:nvSpPr>
        <p:spPr>
          <a:xfrm>
            <a:off x="827588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F1_main_prauc_1754">
            <a:extLst>
              <a:ext uri="{FF2B5EF4-FFF2-40B4-BE49-F238E27FC236}">
                <a16:creationId xmlns:a16="http://schemas.microsoft.com/office/drawing/2014/main" id="{438E0326-D4B4-40D2-970D-541B3A99AD08}"/>
              </a:ext>
            </a:extLst>
          </p:cNvPr>
          <p:cNvSpPr>
            <a:spLocks noGrp="1"/>
          </p:cNvSpPr>
          <p:nvPr/>
        </p:nvSpPr>
        <p:spPr>
          <a:xfrm>
            <a:off x="82399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F1_main_prauc_1755">
            <a:extLst>
              <a:ext uri="{FF2B5EF4-FFF2-40B4-BE49-F238E27FC236}">
                <a16:creationId xmlns:a16="http://schemas.microsoft.com/office/drawing/2014/main" id="{3D3215D3-B87A-45CE-8EFF-D117590FDC80}"/>
              </a:ext>
            </a:extLst>
          </p:cNvPr>
          <p:cNvSpPr>
            <a:spLocks noGrp="1"/>
          </p:cNvSpPr>
          <p:nvPr/>
        </p:nvSpPr>
        <p:spPr>
          <a:xfrm>
            <a:off x="81127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F1_main_prauc_1756">
            <a:extLst>
              <a:ext uri="{FF2B5EF4-FFF2-40B4-BE49-F238E27FC236}">
                <a16:creationId xmlns:a16="http://schemas.microsoft.com/office/drawing/2014/main" id="{DFB22908-7310-4A19-A124-78193B2CC589}"/>
              </a:ext>
            </a:extLst>
          </p:cNvPr>
          <p:cNvSpPr>
            <a:spLocks noGrp="1"/>
          </p:cNvSpPr>
          <p:nvPr/>
        </p:nvSpPr>
        <p:spPr>
          <a:xfrm>
            <a:off x="8099362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F1_main_prauc_1757">
            <a:extLst>
              <a:ext uri="{FF2B5EF4-FFF2-40B4-BE49-F238E27FC236}">
                <a16:creationId xmlns:a16="http://schemas.microsoft.com/office/drawing/2014/main" id="{D2ACDB9B-C785-45F9-8A7E-0C5F252252BD}"/>
              </a:ext>
            </a:extLst>
          </p:cNvPr>
          <p:cNvSpPr>
            <a:spLocks noGrp="1"/>
          </p:cNvSpPr>
          <p:nvPr/>
        </p:nvSpPr>
        <p:spPr>
          <a:xfrm>
            <a:off x="82446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F1_main_prauc_1758">
            <a:extLst>
              <a:ext uri="{FF2B5EF4-FFF2-40B4-BE49-F238E27FC236}">
                <a16:creationId xmlns:a16="http://schemas.microsoft.com/office/drawing/2014/main" id="{EA9D86DC-98C4-451D-BEFA-5A0EC378DA6B}"/>
              </a:ext>
            </a:extLst>
          </p:cNvPr>
          <p:cNvSpPr>
            <a:spLocks noGrp="1"/>
          </p:cNvSpPr>
          <p:nvPr/>
        </p:nvSpPr>
        <p:spPr>
          <a:xfrm>
            <a:off x="8095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F1_main_prauc_1759">
            <a:extLst>
              <a:ext uri="{FF2B5EF4-FFF2-40B4-BE49-F238E27FC236}">
                <a16:creationId xmlns:a16="http://schemas.microsoft.com/office/drawing/2014/main" id="{4940950E-51C5-41C8-AD4D-131C4AC124B2}"/>
              </a:ext>
            </a:extLst>
          </p:cNvPr>
          <p:cNvSpPr>
            <a:spLocks noGrp="1"/>
          </p:cNvSpPr>
          <p:nvPr/>
        </p:nvSpPr>
        <p:spPr>
          <a:xfrm>
            <a:off x="8087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F1_main_prauc_1760">
            <a:extLst>
              <a:ext uri="{FF2B5EF4-FFF2-40B4-BE49-F238E27FC236}">
                <a16:creationId xmlns:a16="http://schemas.microsoft.com/office/drawing/2014/main" id="{A108CCAE-5BBA-49E6-9568-54B3886A6C4F}"/>
              </a:ext>
            </a:extLst>
          </p:cNvPr>
          <p:cNvSpPr>
            <a:spLocks noGrp="1"/>
          </p:cNvSpPr>
          <p:nvPr/>
        </p:nvSpPr>
        <p:spPr>
          <a:xfrm>
            <a:off x="8173922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F1_main_prauc_1761">
            <a:extLst>
              <a:ext uri="{FF2B5EF4-FFF2-40B4-BE49-F238E27FC236}">
                <a16:creationId xmlns:a16="http://schemas.microsoft.com/office/drawing/2014/main" id="{5FC8AD90-3E2D-44AC-9BD0-B0FFD1F31AFF}"/>
              </a:ext>
            </a:extLst>
          </p:cNvPr>
          <p:cNvSpPr>
            <a:spLocks noGrp="1"/>
          </p:cNvSpPr>
          <p:nvPr/>
        </p:nvSpPr>
        <p:spPr>
          <a:xfrm>
            <a:off x="82362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F1_main_prauc_1762">
            <a:extLst>
              <a:ext uri="{FF2B5EF4-FFF2-40B4-BE49-F238E27FC236}">
                <a16:creationId xmlns:a16="http://schemas.microsoft.com/office/drawing/2014/main" id="{02EF7410-8859-4022-8D61-0CC0B2688074}"/>
              </a:ext>
            </a:extLst>
          </p:cNvPr>
          <p:cNvSpPr>
            <a:spLocks noGrp="1"/>
          </p:cNvSpPr>
          <p:nvPr/>
        </p:nvSpPr>
        <p:spPr>
          <a:xfrm>
            <a:off x="818125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F1_main_prauc_1763">
            <a:extLst>
              <a:ext uri="{FF2B5EF4-FFF2-40B4-BE49-F238E27FC236}">
                <a16:creationId xmlns:a16="http://schemas.microsoft.com/office/drawing/2014/main" id="{C464EAA5-5F42-4689-A004-FE9BF4EB4F80}"/>
              </a:ext>
            </a:extLst>
          </p:cNvPr>
          <p:cNvSpPr>
            <a:spLocks noGrp="1"/>
          </p:cNvSpPr>
          <p:nvPr/>
        </p:nvSpPr>
        <p:spPr>
          <a:xfrm>
            <a:off x="8183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F1_main_prauc_1764">
            <a:extLst>
              <a:ext uri="{FF2B5EF4-FFF2-40B4-BE49-F238E27FC236}">
                <a16:creationId xmlns:a16="http://schemas.microsoft.com/office/drawing/2014/main" id="{1A241A4D-0968-4EA4-9BA7-5C937ED5E331}"/>
              </a:ext>
            </a:extLst>
          </p:cNvPr>
          <p:cNvSpPr>
            <a:spLocks noGrp="1"/>
          </p:cNvSpPr>
          <p:nvPr/>
        </p:nvSpPr>
        <p:spPr>
          <a:xfrm>
            <a:off x="827130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F1_main_prauc_1765">
            <a:extLst>
              <a:ext uri="{FF2B5EF4-FFF2-40B4-BE49-F238E27FC236}">
                <a16:creationId xmlns:a16="http://schemas.microsoft.com/office/drawing/2014/main" id="{BBBBE166-1E84-4564-8616-0B4F9364A1CA}"/>
              </a:ext>
            </a:extLst>
          </p:cNvPr>
          <p:cNvSpPr>
            <a:spLocks noGrp="1"/>
          </p:cNvSpPr>
          <p:nvPr/>
        </p:nvSpPr>
        <p:spPr>
          <a:xfrm>
            <a:off x="81372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F1_main_prauc_1766">
            <a:extLst>
              <a:ext uri="{FF2B5EF4-FFF2-40B4-BE49-F238E27FC236}">
                <a16:creationId xmlns:a16="http://schemas.microsoft.com/office/drawing/2014/main" id="{3B1F18BF-76C0-46AF-B2FF-EE076A511AAD}"/>
              </a:ext>
            </a:extLst>
          </p:cNvPr>
          <p:cNvSpPr>
            <a:spLocks noGrp="1"/>
          </p:cNvSpPr>
          <p:nvPr/>
        </p:nvSpPr>
        <p:spPr>
          <a:xfrm>
            <a:off x="82066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F1_main_prauc_1767">
            <a:extLst>
              <a:ext uri="{FF2B5EF4-FFF2-40B4-BE49-F238E27FC236}">
                <a16:creationId xmlns:a16="http://schemas.microsoft.com/office/drawing/2014/main" id="{CC32669C-C651-4C45-8188-231AAFD947F8}"/>
              </a:ext>
            </a:extLst>
          </p:cNvPr>
          <p:cNvSpPr>
            <a:spLocks noGrp="1"/>
          </p:cNvSpPr>
          <p:nvPr/>
        </p:nvSpPr>
        <p:spPr>
          <a:xfrm>
            <a:off x="80949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F1_main_prauc_1768">
            <a:extLst>
              <a:ext uri="{FF2B5EF4-FFF2-40B4-BE49-F238E27FC236}">
                <a16:creationId xmlns:a16="http://schemas.microsoft.com/office/drawing/2014/main" id="{E7E94955-258E-47C8-99C4-50B1FA4466D8}"/>
              </a:ext>
            </a:extLst>
          </p:cNvPr>
          <p:cNvSpPr>
            <a:spLocks noGrp="1"/>
          </p:cNvSpPr>
          <p:nvPr/>
        </p:nvSpPr>
        <p:spPr>
          <a:xfrm>
            <a:off x="820617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F1_main_prauc_1769">
            <a:extLst>
              <a:ext uri="{FF2B5EF4-FFF2-40B4-BE49-F238E27FC236}">
                <a16:creationId xmlns:a16="http://schemas.microsoft.com/office/drawing/2014/main" id="{34376A5B-E23C-4F42-BFB1-B4CFC82E21D5}"/>
              </a:ext>
            </a:extLst>
          </p:cNvPr>
          <p:cNvSpPr>
            <a:spLocks noGrp="1"/>
          </p:cNvSpPr>
          <p:nvPr/>
        </p:nvSpPr>
        <p:spPr>
          <a:xfrm>
            <a:off x="80835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F1_main_prauc_1770">
            <a:extLst>
              <a:ext uri="{FF2B5EF4-FFF2-40B4-BE49-F238E27FC236}">
                <a16:creationId xmlns:a16="http://schemas.microsoft.com/office/drawing/2014/main" id="{FB872F98-F653-4717-86B2-A0AAC3D28050}"/>
              </a:ext>
            </a:extLst>
          </p:cNvPr>
          <p:cNvSpPr>
            <a:spLocks noGrp="1"/>
          </p:cNvSpPr>
          <p:nvPr/>
        </p:nvSpPr>
        <p:spPr>
          <a:xfrm>
            <a:off x="812159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F1_main_prauc_1771">
            <a:extLst>
              <a:ext uri="{FF2B5EF4-FFF2-40B4-BE49-F238E27FC236}">
                <a16:creationId xmlns:a16="http://schemas.microsoft.com/office/drawing/2014/main" id="{FD3BFDC8-5442-4A02-B3B4-0E4E6DED46D9}"/>
              </a:ext>
            </a:extLst>
          </p:cNvPr>
          <p:cNvSpPr>
            <a:spLocks noGrp="1"/>
          </p:cNvSpPr>
          <p:nvPr/>
        </p:nvSpPr>
        <p:spPr>
          <a:xfrm>
            <a:off x="8193769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F1_main_prauc_1772">
            <a:extLst>
              <a:ext uri="{FF2B5EF4-FFF2-40B4-BE49-F238E27FC236}">
                <a16:creationId xmlns:a16="http://schemas.microsoft.com/office/drawing/2014/main" id="{A36D826D-9A7B-47A7-A0AF-29754D6F69C0}"/>
              </a:ext>
            </a:extLst>
          </p:cNvPr>
          <p:cNvSpPr>
            <a:spLocks noGrp="1"/>
          </p:cNvSpPr>
          <p:nvPr/>
        </p:nvSpPr>
        <p:spPr>
          <a:xfrm>
            <a:off x="806786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F1_main_prauc_1773">
            <a:extLst>
              <a:ext uri="{FF2B5EF4-FFF2-40B4-BE49-F238E27FC236}">
                <a16:creationId xmlns:a16="http://schemas.microsoft.com/office/drawing/2014/main" id="{DDEB0F49-743D-4FD0-8CBC-66335B4E6BDD}"/>
              </a:ext>
            </a:extLst>
          </p:cNvPr>
          <p:cNvSpPr>
            <a:spLocks noGrp="1"/>
          </p:cNvSpPr>
          <p:nvPr/>
        </p:nvSpPr>
        <p:spPr>
          <a:xfrm>
            <a:off x="8188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F1_main_prauc_1774">
            <a:extLst>
              <a:ext uri="{FF2B5EF4-FFF2-40B4-BE49-F238E27FC236}">
                <a16:creationId xmlns:a16="http://schemas.microsoft.com/office/drawing/2014/main" id="{CDE1D00B-9EEB-48C1-BA44-01258CA3DD29}"/>
              </a:ext>
            </a:extLst>
          </p:cNvPr>
          <p:cNvSpPr>
            <a:spLocks noGrp="1"/>
          </p:cNvSpPr>
          <p:nvPr/>
        </p:nvSpPr>
        <p:spPr>
          <a:xfrm>
            <a:off x="82708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F1_main_prauc_1775">
            <a:extLst>
              <a:ext uri="{FF2B5EF4-FFF2-40B4-BE49-F238E27FC236}">
                <a16:creationId xmlns:a16="http://schemas.microsoft.com/office/drawing/2014/main" id="{E4BC4401-8CE6-40B3-9533-C43471A96CDE}"/>
              </a:ext>
            </a:extLst>
          </p:cNvPr>
          <p:cNvSpPr>
            <a:spLocks noGrp="1"/>
          </p:cNvSpPr>
          <p:nvPr/>
        </p:nvSpPr>
        <p:spPr>
          <a:xfrm>
            <a:off x="81242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F1_main_prauc_1776">
            <a:extLst>
              <a:ext uri="{FF2B5EF4-FFF2-40B4-BE49-F238E27FC236}">
                <a16:creationId xmlns:a16="http://schemas.microsoft.com/office/drawing/2014/main" id="{C437D7EF-C7CE-4DDB-9326-39078AF9A4E4}"/>
              </a:ext>
            </a:extLst>
          </p:cNvPr>
          <p:cNvSpPr>
            <a:spLocks noGrp="1"/>
          </p:cNvSpPr>
          <p:nvPr/>
        </p:nvSpPr>
        <p:spPr>
          <a:xfrm>
            <a:off x="8134596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F1_main_prauc_1777">
            <a:extLst>
              <a:ext uri="{FF2B5EF4-FFF2-40B4-BE49-F238E27FC236}">
                <a16:creationId xmlns:a16="http://schemas.microsoft.com/office/drawing/2014/main" id="{9E409B49-07A9-4849-89C2-A0BB65867306}"/>
              </a:ext>
            </a:extLst>
          </p:cNvPr>
          <p:cNvSpPr>
            <a:spLocks noGrp="1"/>
          </p:cNvSpPr>
          <p:nvPr/>
        </p:nvSpPr>
        <p:spPr>
          <a:xfrm>
            <a:off x="82406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F1_main_prauc_1778">
            <a:extLst>
              <a:ext uri="{FF2B5EF4-FFF2-40B4-BE49-F238E27FC236}">
                <a16:creationId xmlns:a16="http://schemas.microsoft.com/office/drawing/2014/main" id="{0C2E5AEE-1F65-4C1E-91C6-0E658F1787E9}"/>
              </a:ext>
            </a:extLst>
          </p:cNvPr>
          <p:cNvSpPr>
            <a:spLocks noGrp="1"/>
          </p:cNvSpPr>
          <p:nvPr/>
        </p:nvSpPr>
        <p:spPr>
          <a:xfrm>
            <a:off x="8277827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F1_main_prauc_1779">
            <a:extLst>
              <a:ext uri="{FF2B5EF4-FFF2-40B4-BE49-F238E27FC236}">
                <a16:creationId xmlns:a16="http://schemas.microsoft.com/office/drawing/2014/main" id="{0CBB273F-C001-4834-B232-E06BBEFEAF1A}"/>
              </a:ext>
            </a:extLst>
          </p:cNvPr>
          <p:cNvSpPr>
            <a:spLocks noGrp="1"/>
          </p:cNvSpPr>
          <p:nvPr/>
        </p:nvSpPr>
        <p:spPr>
          <a:xfrm>
            <a:off x="812466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F1_main_prauc_1780">
            <a:extLst>
              <a:ext uri="{FF2B5EF4-FFF2-40B4-BE49-F238E27FC236}">
                <a16:creationId xmlns:a16="http://schemas.microsoft.com/office/drawing/2014/main" id="{6C0F8C05-5AAA-46A9-B610-F0C9C888E7B1}"/>
              </a:ext>
            </a:extLst>
          </p:cNvPr>
          <p:cNvSpPr>
            <a:spLocks noGrp="1"/>
          </p:cNvSpPr>
          <p:nvPr/>
        </p:nvSpPr>
        <p:spPr>
          <a:xfrm>
            <a:off x="82951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F1_main_prauc_1781">
            <a:extLst>
              <a:ext uri="{FF2B5EF4-FFF2-40B4-BE49-F238E27FC236}">
                <a16:creationId xmlns:a16="http://schemas.microsoft.com/office/drawing/2014/main" id="{3CCBA7A8-BC1A-4C79-9CD7-E6981319145E}"/>
              </a:ext>
            </a:extLst>
          </p:cNvPr>
          <p:cNvSpPr>
            <a:spLocks noGrp="1"/>
          </p:cNvSpPr>
          <p:nvPr/>
        </p:nvSpPr>
        <p:spPr>
          <a:xfrm>
            <a:off x="82993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F1_main_prauc_1782">
            <a:extLst>
              <a:ext uri="{FF2B5EF4-FFF2-40B4-BE49-F238E27FC236}">
                <a16:creationId xmlns:a16="http://schemas.microsoft.com/office/drawing/2014/main" id="{DE8795F0-1C56-4996-AFF1-550EB79BDE53}"/>
              </a:ext>
            </a:extLst>
          </p:cNvPr>
          <p:cNvSpPr>
            <a:spLocks noGrp="1"/>
          </p:cNvSpPr>
          <p:nvPr/>
        </p:nvSpPr>
        <p:spPr>
          <a:xfrm>
            <a:off x="82349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F1_main_prauc_1783">
            <a:extLst>
              <a:ext uri="{FF2B5EF4-FFF2-40B4-BE49-F238E27FC236}">
                <a16:creationId xmlns:a16="http://schemas.microsoft.com/office/drawing/2014/main" id="{471242A3-D8F7-4381-A963-387A4EB12478}"/>
              </a:ext>
            </a:extLst>
          </p:cNvPr>
          <p:cNvSpPr>
            <a:spLocks noGrp="1"/>
          </p:cNvSpPr>
          <p:nvPr/>
        </p:nvSpPr>
        <p:spPr>
          <a:xfrm>
            <a:off x="824496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F1_main_prauc_1784">
            <a:extLst>
              <a:ext uri="{FF2B5EF4-FFF2-40B4-BE49-F238E27FC236}">
                <a16:creationId xmlns:a16="http://schemas.microsoft.com/office/drawing/2014/main" id="{7758E64A-56F9-4F2C-9A2D-B7647EEC1027}"/>
              </a:ext>
            </a:extLst>
          </p:cNvPr>
          <p:cNvSpPr>
            <a:spLocks noGrp="1"/>
          </p:cNvSpPr>
          <p:nvPr/>
        </p:nvSpPr>
        <p:spPr>
          <a:xfrm>
            <a:off x="8315767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F1_main_prauc_1785">
            <a:extLst>
              <a:ext uri="{FF2B5EF4-FFF2-40B4-BE49-F238E27FC236}">
                <a16:creationId xmlns:a16="http://schemas.microsoft.com/office/drawing/2014/main" id="{124A494C-22C6-4A89-A4B2-E075031A6E02}"/>
              </a:ext>
            </a:extLst>
          </p:cNvPr>
          <p:cNvSpPr>
            <a:spLocks noGrp="1"/>
          </p:cNvSpPr>
          <p:nvPr/>
        </p:nvSpPr>
        <p:spPr>
          <a:xfrm>
            <a:off x="824766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F1_main_prauc_1786">
            <a:extLst>
              <a:ext uri="{FF2B5EF4-FFF2-40B4-BE49-F238E27FC236}">
                <a16:creationId xmlns:a16="http://schemas.microsoft.com/office/drawing/2014/main" id="{F83387C1-1D43-4907-A0D9-4D3A4CD02955}"/>
              </a:ext>
            </a:extLst>
          </p:cNvPr>
          <p:cNvSpPr>
            <a:spLocks noGrp="1"/>
          </p:cNvSpPr>
          <p:nvPr/>
        </p:nvSpPr>
        <p:spPr>
          <a:xfrm>
            <a:off x="8309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F1_main_prauc_1787">
            <a:extLst>
              <a:ext uri="{FF2B5EF4-FFF2-40B4-BE49-F238E27FC236}">
                <a16:creationId xmlns:a16="http://schemas.microsoft.com/office/drawing/2014/main" id="{A5A32906-BE13-47DE-966F-163BC2007A5F}"/>
              </a:ext>
            </a:extLst>
          </p:cNvPr>
          <p:cNvSpPr>
            <a:spLocks noGrp="1"/>
          </p:cNvSpPr>
          <p:nvPr/>
        </p:nvSpPr>
        <p:spPr>
          <a:xfrm>
            <a:off x="8301411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F1_main_prauc_1788">
            <a:extLst>
              <a:ext uri="{FF2B5EF4-FFF2-40B4-BE49-F238E27FC236}">
                <a16:creationId xmlns:a16="http://schemas.microsoft.com/office/drawing/2014/main" id="{85A979F2-55CE-432D-A7E3-C1A1F5C11D1D}"/>
              </a:ext>
            </a:extLst>
          </p:cNvPr>
          <p:cNvSpPr>
            <a:spLocks noGrp="1"/>
          </p:cNvSpPr>
          <p:nvPr/>
        </p:nvSpPr>
        <p:spPr>
          <a:xfrm>
            <a:off x="81354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F1_main_prauc_1789">
            <a:extLst>
              <a:ext uri="{FF2B5EF4-FFF2-40B4-BE49-F238E27FC236}">
                <a16:creationId xmlns:a16="http://schemas.microsoft.com/office/drawing/2014/main" id="{12805914-65B0-4FC9-AC31-1FA1E1545E02}"/>
              </a:ext>
            </a:extLst>
          </p:cNvPr>
          <p:cNvSpPr>
            <a:spLocks noGrp="1"/>
          </p:cNvSpPr>
          <p:nvPr/>
        </p:nvSpPr>
        <p:spPr>
          <a:xfrm>
            <a:off x="83161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F1_main_prauc_1790">
            <a:extLst>
              <a:ext uri="{FF2B5EF4-FFF2-40B4-BE49-F238E27FC236}">
                <a16:creationId xmlns:a16="http://schemas.microsoft.com/office/drawing/2014/main" id="{1BAA6C55-1619-4554-B566-4062ADDBCEE5}"/>
              </a:ext>
            </a:extLst>
          </p:cNvPr>
          <p:cNvSpPr>
            <a:spLocks noGrp="1"/>
          </p:cNvSpPr>
          <p:nvPr/>
        </p:nvSpPr>
        <p:spPr>
          <a:xfrm>
            <a:off x="80939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F1_main_prauc_1791">
            <a:extLst>
              <a:ext uri="{FF2B5EF4-FFF2-40B4-BE49-F238E27FC236}">
                <a16:creationId xmlns:a16="http://schemas.microsoft.com/office/drawing/2014/main" id="{2A8D2B05-0460-4E86-928E-C13606D3F235}"/>
              </a:ext>
            </a:extLst>
          </p:cNvPr>
          <p:cNvSpPr>
            <a:spLocks noGrp="1"/>
          </p:cNvSpPr>
          <p:nvPr/>
        </p:nvSpPr>
        <p:spPr>
          <a:xfrm>
            <a:off x="82498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F1_main_prauc_1792">
            <a:extLst>
              <a:ext uri="{FF2B5EF4-FFF2-40B4-BE49-F238E27FC236}">
                <a16:creationId xmlns:a16="http://schemas.microsoft.com/office/drawing/2014/main" id="{99FBEC1C-178C-418D-8BA5-71B21498B976}"/>
              </a:ext>
            </a:extLst>
          </p:cNvPr>
          <p:cNvSpPr>
            <a:spLocks noGrp="1"/>
          </p:cNvSpPr>
          <p:nvPr/>
        </p:nvSpPr>
        <p:spPr>
          <a:xfrm>
            <a:off x="808186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F1_main_prauc_1793">
            <a:extLst>
              <a:ext uri="{FF2B5EF4-FFF2-40B4-BE49-F238E27FC236}">
                <a16:creationId xmlns:a16="http://schemas.microsoft.com/office/drawing/2014/main" id="{F41B8330-76B7-4E31-AA36-EBC7AB390E0A}"/>
              </a:ext>
            </a:extLst>
          </p:cNvPr>
          <p:cNvSpPr>
            <a:spLocks noGrp="1"/>
          </p:cNvSpPr>
          <p:nvPr/>
        </p:nvSpPr>
        <p:spPr>
          <a:xfrm>
            <a:off x="82767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F1_main_prauc_1794">
            <a:extLst>
              <a:ext uri="{FF2B5EF4-FFF2-40B4-BE49-F238E27FC236}">
                <a16:creationId xmlns:a16="http://schemas.microsoft.com/office/drawing/2014/main" id="{95881AE4-8F02-4206-B36F-DD0443B72326}"/>
              </a:ext>
            </a:extLst>
          </p:cNvPr>
          <p:cNvSpPr>
            <a:spLocks noGrp="1"/>
          </p:cNvSpPr>
          <p:nvPr/>
        </p:nvSpPr>
        <p:spPr>
          <a:xfrm>
            <a:off x="8168625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F1_main_prauc_1795">
            <a:extLst>
              <a:ext uri="{FF2B5EF4-FFF2-40B4-BE49-F238E27FC236}">
                <a16:creationId xmlns:a16="http://schemas.microsoft.com/office/drawing/2014/main" id="{21F24AE1-173E-49D9-9A34-0FEF8E602437}"/>
              </a:ext>
            </a:extLst>
          </p:cNvPr>
          <p:cNvSpPr>
            <a:spLocks noGrp="1"/>
          </p:cNvSpPr>
          <p:nvPr/>
        </p:nvSpPr>
        <p:spPr>
          <a:xfrm>
            <a:off x="80732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F1_main_prauc_1796">
            <a:extLst>
              <a:ext uri="{FF2B5EF4-FFF2-40B4-BE49-F238E27FC236}">
                <a16:creationId xmlns:a16="http://schemas.microsoft.com/office/drawing/2014/main" id="{30A7A83F-DB2A-4E45-AD4D-F81AC0EC3D5D}"/>
              </a:ext>
            </a:extLst>
          </p:cNvPr>
          <p:cNvSpPr>
            <a:spLocks noGrp="1"/>
          </p:cNvSpPr>
          <p:nvPr/>
        </p:nvSpPr>
        <p:spPr>
          <a:xfrm>
            <a:off x="81116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F1_main_prauc_1797">
            <a:extLst>
              <a:ext uri="{FF2B5EF4-FFF2-40B4-BE49-F238E27FC236}">
                <a16:creationId xmlns:a16="http://schemas.microsoft.com/office/drawing/2014/main" id="{250981B8-618E-4EE7-9C2A-C5C83AD9D751}"/>
              </a:ext>
            </a:extLst>
          </p:cNvPr>
          <p:cNvSpPr>
            <a:spLocks noGrp="1"/>
          </p:cNvSpPr>
          <p:nvPr/>
        </p:nvSpPr>
        <p:spPr>
          <a:xfrm>
            <a:off x="8240538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F1_main_prauc_1798">
            <a:extLst>
              <a:ext uri="{FF2B5EF4-FFF2-40B4-BE49-F238E27FC236}">
                <a16:creationId xmlns:a16="http://schemas.microsoft.com/office/drawing/2014/main" id="{DB893877-E048-440D-AE07-FFFA6208E7ED}"/>
              </a:ext>
            </a:extLst>
          </p:cNvPr>
          <p:cNvSpPr>
            <a:spLocks noGrp="1"/>
          </p:cNvSpPr>
          <p:nvPr/>
        </p:nvSpPr>
        <p:spPr>
          <a:xfrm>
            <a:off x="82250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F1_main_prauc_1799">
            <a:extLst>
              <a:ext uri="{FF2B5EF4-FFF2-40B4-BE49-F238E27FC236}">
                <a16:creationId xmlns:a16="http://schemas.microsoft.com/office/drawing/2014/main" id="{EDCABDC3-238A-41D4-B5C4-2C7EC7045F2F}"/>
              </a:ext>
            </a:extLst>
          </p:cNvPr>
          <p:cNvSpPr>
            <a:spLocks noGrp="1"/>
          </p:cNvSpPr>
          <p:nvPr/>
        </p:nvSpPr>
        <p:spPr>
          <a:xfrm>
            <a:off x="81056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F1_main_prauc_1800">
            <a:extLst>
              <a:ext uri="{FF2B5EF4-FFF2-40B4-BE49-F238E27FC236}">
                <a16:creationId xmlns:a16="http://schemas.microsoft.com/office/drawing/2014/main" id="{F5B45A56-5D57-429E-A3DA-66C61D69F8D8}"/>
              </a:ext>
            </a:extLst>
          </p:cNvPr>
          <p:cNvSpPr>
            <a:spLocks noGrp="1"/>
          </p:cNvSpPr>
          <p:nvPr/>
        </p:nvSpPr>
        <p:spPr>
          <a:xfrm>
            <a:off x="828730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F1_main_prauc_1801">
            <a:extLst>
              <a:ext uri="{FF2B5EF4-FFF2-40B4-BE49-F238E27FC236}">
                <a16:creationId xmlns:a16="http://schemas.microsoft.com/office/drawing/2014/main" id="{9CF0E270-64A1-4CC1-B2CC-60C0BC7B4F61}"/>
              </a:ext>
            </a:extLst>
          </p:cNvPr>
          <p:cNvSpPr>
            <a:spLocks noGrp="1"/>
          </p:cNvSpPr>
          <p:nvPr/>
        </p:nvSpPr>
        <p:spPr>
          <a:xfrm>
            <a:off x="82592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F1_main_prauc_1802">
            <a:extLst>
              <a:ext uri="{FF2B5EF4-FFF2-40B4-BE49-F238E27FC236}">
                <a16:creationId xmlns:a16="http://schemas.microsoft.com/office/drawing/2014/main" id="{764F927E-22B6-4618-B7C1-F7193CBF28B7}"/>
              </a:ext>
            </a:extLst>
          </p:cNvPr>
          <p:cNvSpPr>
            <a:spLocks noGrp="1"/>
          </p:cNvSpPr>
          <p:nvPr/>
        </p:nvSpPr>
        <p:spPr>
          <a:xfrm>
            <a:off x="8238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F1_main_prauc_1803">
            <a:extLst>
              <a:ext uri="{FF2B5EF4-FFF2-40B4-BE49-F238E27FC236}">
                <a16:creationId xmlns:a16="http://schemas.microsoft.com/office/drawing/2014/main" id="{E35DD094-7671-4551-8810-1CA13807EC79}"/>
              </a:ext>
            </a:extLst>
          </p:cNvPr>
          <p:cNvSpPr>
            <a:spLocks noGrp="1"/>
          </p:cNvSpPr>
          <p:nvPr/>
        </p:nvSpPr>
        <p:spPr>
          <a:xfrm>
            <a:off x="81156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F1_main_prauc_1804">
            <a:extLst>
              <a:ext uri="{FF2B5EF4-FFF2-40B4-BE49-F238E27FC236}">
                <a16:creationId xmlns:a16="http://schemas.microsoft.com/office/drawing/2014/main" id="{71D4ADC2-DC59-42F4-A345-043AB6D2D66A}"/>
              </a:ext>
            </a:extLst>
          </p:cNvPr>
          <p:cNvSpPr>
            <a:spLocks noGrp="1"/>
          </p:cNvSpPr>
          <p:nvPr/>
        </p:nvSpPr>
        <p:spPr>
          <a:xfrm>
            <a:off x="8209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F1_main_prauc_1805">
            <a:extLst>
              <a:ext uri="{FF2B5EF4-FFF2-40B4-BE49-F238E27FC236}">
                <a16:creationId xmlns:a16="http://schemas.microsoft.com/office/drawing/2014/main" id="{82D4ABA7-4112-47E3-A78F-D0F4E5AA83A3}"/>
              </a:ext>
            </a:extLst>
          </p:cNvPr>
          <p:cNvSpPr>
            <a:spLocks noGrp="1"/>
          </p:cNvSpPr>
          <p:nvPr/>
        </p:nvSpPr>
        <p:spPr>
          <a:xfrm>
            <a:off x="82483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F1_main_prauc_1806">
            <a:extLst>
              <a:ext uri="{FF2B5EF4-FFF2-40B4-BE49-F238E27FC236}">
                <a16:creationId xmlns:a16="http://schemas.microsoft.com/office/drawing/2014/main" id="{DB59E917-E06F-47E3-86FE-454286D2E569}"/>
              </a:ext>
            </a:extLst>
          </p:cNvPr>
          <p:cNvSpPr>
            <a:spLocks noGrp="1"/>
          </p:cNvSpPr>
          <p:nvPr/>
        </p:nvSpPr>
        <p:spPr>
          <a:xfrm>
            <a:off x="80738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F1_main_prauc_1807">
            <a:extLst>
              <a:ext uri="{FF2B5EF4-FFF2-40B4-BE49-F238E27FC236}">
                <a16:creationId xmlns:a16="http://schemas.microsoft.com/office/drawing/2014/main" id="{BEF39927-E36F-404F-923F-B593B6047D25}"/>
              </a:ext>
            </a:extLst>
          </p:cNvPr>
          <p:cNvSpPr>
            <a:spLocks noGrp="1"/>
          </p:cNvSpPr>
          <p:nvPr/>
        </p:nvSpPr>
        <p:spPr>
          <a:xfrm>
            <a:off x="831168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F1_main_prauc_1808">
            <a:extLst>
              <a:ext uri="{FF2B5EF4-FFF2-40B4-BE49-F238E27FC236}">
                <a16:creationId xmlns:a16="http://schemas.microsoft.com/office/drawing/2014/main" id="{191AE705-B0BB-4EF0-9497-09E9A2F75657}"/>
              </a:ext>
            </a:extLst>
          </p:cNvPr>
          <p:cNvSpPr>
            <a:spLocks noGrp="1"/>
          </p:cNvSpPr>
          <p:nvPr/>
        </p:nvSpPr>
        <p:spPr>
          <a:xfrm>
            <a:off x="81363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F1_main_prauc_1809">
            <a:extLst>
              <a:ext uri="{FF2B5EF4-FFF2-40B4-BE49-F238E27FC236}">
                <a16:creationId xmlns:a16="http://schemas.microsoft.com/office/drawing/2014/main" id="{504EF5BE-57C9-4DF2-AE1C-EEA004AF912F}"/>
              </a:ext>
            </a:extLst>
          </p:cNvPr>
          <p:cNvSpPr>
            <a:spLocks noGrp="1"/>
          </p:cNvSpPr>
          <p:nvPr/>
        </p:nvSpPr>
        <p:spPr>
          <a:xfrm>
            <a:off x="82873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F1_main_prauc_1810">
            <a:extLst>
              <a:ext uri="{FF2B5EF4-FFF2-40B4-BE49-F238E27FC236}">
                <a16:creationId xmlns:a16="http://schemas.microsoft.com/office/drawing/2014/main" id="{8F5B0E72-6B81-42E1-9380-DF22594F4288}"/>
              </a:ext>
            </a:extLst>
          </p:cNvPr>
          <p:cNvSpPr>
            <a:spLocks noGrp="1"/>
          </p:cNvSpPr>
          <p:nvPr/>
        </p:nvSpPr>
        <p:spPr>
          <a:xfrm>
            <a:off x="82772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F1_main_prauc_1811">
            <a:extLst>
              <a:ext uri="{FF2B5EF4-FFF2-40B4-BE49-F238E27FC236}">
                <a16:creationId xmlns:a16="http://schemas.microsoft.com/office/drawing/2014/main" id="{A1A0F73D-970D-435A-8CCA-A7950A66871E}"/>
              </a:ext>
            </a:extLst>
          </p:cNvPr>
          <p:cNvSpPr>
            <a:spLocks noGrp="1"/>
          </p:cNvSpPr>
          <p:nvPr/>
        </p:nvSpPr>
        <p:spPr>
          <a:xfrm>
            <a:off x="811017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F1_main_prauc_1812">
            <a:extLst>
              <a:ext uri="{FF2B5EF4-FFF2-40B4-BE49-F238E27FC236}">
                <a16:creationId xmlns:a16="http://schemas.microsoft.com/office/drawing/2014/main" id="{6AEB123B-69C3-4333-86D6-0BAE2E6738D9}"/>
              </a:ext>
            </a:extLst>
          </p:cNvPr>
          <p:cNvSpPr>
            <a:spLocks noGrp="1"/>
          </p:cNvSpPr>
          <p:nvPr/>
        </p:nvSpPr>
        <p:spPr>
          <a:xfrm>
            <a:off x="83140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F1_main_prauc_1813">
            <a:extLst>
              <a:ext uri="{FF2B5EF4-FFF2-40B4-BE49-F238E27FC236}">
                <a16:creationId xmlns:a16="http://schemas.microsoft.com/office/drawing/2014/main" id="{99E3F9D9-CF53-4A6F-9B8E-5CB4A272C909}"/>
              </a:ext>
            </a:extLst>
          </p:cNvPr>
          <p:cNvSpPr>
            <a:spLocks noGrp="1"/>
          </p:cNvSpPr>
          <p:nvPr/>
        </p:nvSpPr>
        <p:spPr>
          <a:xfrm>
            <a:off x="825293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F1_main_prauc_1814">
            <a:extLst>
              <a:ext uri="{FF2B5EF4-FFF2-40B4-BE49-F238E27FC236}">
                <a16:creationId xmlns:a16="http://schemas.microsoft.com/office/drawing/2014/main" id="{D5801D8B-A17A-404D-AEA6-E84BE23D07DD}"/>
              </a:ext>
            </a:extLst>
          </p:cNvPr>
          <p:cNvSpPr>
            <a:spLocks noGrp="1"/>
          </p:cNvSpPr>
          <p:nvPr/>
        </p:nvSpPr>
        <p:spPr>
          <a:xfrm>
            <a:off x="81688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F1_main_prauc_1815">
            <a:extLst>
              <a:ext uri="{FF2B5EF4-FFF2-40B4-BE49-F238E27FC236}">
                <a16:creationId xmlns:a16="http://schemas.microsoft.com/office/drawing/2014/main" id="{8C61962D-16A9-4FD7-9229-EAE0E95A1C9E}"/>
              </a:ext>
            </a:extLst>
          </p:cNvPr>
          <p:cNvSpPr>
            <a:spLocks noGrp="1"/>
          </p:cNvSpPr>
          <p:nvPr/>
        </p:nvSpPr>
        <p:spPr>
          <a:xfrm>
            <a:off x="8116449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F1_main_prauc_1816">
            <a:extLst>
              <a:ext uri="{FF2B5EF4-FFF2-40B4-BE49-F238E27FC236}">
                <a16:creationId xmlns:a16="http://schemas.microsoft.com/office/drawing/2014/main" id="{48ED9BC2-AF98-4D1F-B53B-FA4F74807EC4}"/>
              </a:ext>
            </a:extLst>
          </p:cNvPr>
          <p:cNvSpPr>
            <a:spLocks noGrp="1"/>
          </p:cNvSpPr>
          <p:nvPr/>
        </p:nvSpPr>
        <p:spPr>
          <a:xfrm>
            <a:off x="806977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F1_main_prauc_1817">
            <a:extLst>
              <a:ext uri="{FF2B5EF4-FFF2-40B4-BE49-F238E27FC236}">
                <a16:creationId xmlns:a16="http://schemas.microsoft.com/office/drawing/2014/main" id="{FFD5E0D5-A2F0-477E-8664-F501A45B3BE7}"/>
              </a:ext>
            </a:extLst>
          </p:cNvPr>
          <p:cNvSpPr>
            <a:spLocks noGrp="1"/>
          </p:cNvSpPr>
          <p:nvPr/>
        </p:nvSpPr>
        <p:spPr>
          <a:xfrm>
            <a:off x="8291520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F1_main_prauc_1818">
            <a:extLst>
              <a:ext uri="{FF2B5EF4-FFF2-40B4-BE49-F238E27FC236}">
                <a16:creationId xmlns:a16="http://schemas.microsoft.com/office/drawing/2014/main" id="{55E5BC45-BC10-4B23-B320-E3B96A818538}"/>
              </a:ext>
            </a:extLst>
          </p:cNvPr>
          <p:cNvSpPr>
            <a:spLocks noGrp="1"/>
          </p:cNvSpPr>
          <p:nvPr/>
        </p:nvSpPr>
        <p:spPr>
          <a:xfrm>
            <a:off x="81185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F1_main_prauc_1819">
            <a:extLst>
              <a:ext uri="{FF2B5EF4-FFF2-40B4-BE49-F238E27FC236}">
                <a16:creationId xmlns:a16="http://schemas.microsoft.com/office/drawing/2014/main" id="{D1DDCB23-C1EF-4ACD-9D79-1C993C269714}"/>
              </a:ext>
            </a:extLst>
          </p:cNvPr>
          <p:cNvSpPr>
            <a:spLocks noGrp="1"/>
          </p:cNvSpPr>
          <p:nvPr/>
        </p:nvSpPr>
        <p:spPr>
          <a:xfrm>
            <a:off x="8258140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F1_main_prauc_1820">
            <a:extLst>
              <a:ext uri="{FF2B5EF4-FFF2-40B4-BE49-F238E27FC236}">
                <a16:creationId xmlns:a16="http://schemas.microsoft.com/office/drawing/2014/main" id="{25E971F1-F7A5-4944-B074-52E272A78895}"/>
              </a:ext>
            </a:extLst>
          </p:cNvPr>
          <p:cNvSpPr>
            <a:spLocks noGrp="1"/>
          </p:cNvSpPr>
          <p:nvPr/>
        </p:nvSpPr>
        <p:spPr>
          <a:xfrm>
            <a:off x="82397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F1_main_prauc_1821">
            <a:extLst>
              <a:ext uri="{FF2B5EF4-FFF2-40B4-BE49-F238E27FC236}">
                <a16:creationId xmlns:a16="http://schemas.microsoft.com/office/drawing/2014/main" id="{EC7FAAC3-D56A-46FA-92CA-96C758E6108D}"/>
              </a:ext>
            </a:extLst>
          </p:cNvPr>
          <p:cNvSpPr>
            <a:spLocks noGrp="1"/>
          </p:cNvSpPr>
          <p:nvPr/>
        </p:nvSpPr>
        <p:spPr>
          <a:xfrm>
            <a:off x="825507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F1_main_prauc_1822">
            <a:extLst>
              <a:ext uri="{FF2B5EF4-FFF2-40B4-BE49-F238E27FC236}">
                <a16:creationId xmlns:a16="http://schemas.microsoft.com/office/drawing/2014/main" id="{C3C8F170-B6BC-4618-BCF7-11789D36FFE3}"/>
              </a:ext>
            </a:extLst>
          </p:cNvPr>
          <p:cNvSpPr>
            <a:spLocks noGrp="1"/>
          </p:cNvSpPr>
          <p:nvPr/>
        </p:nvSpPr>
        <p:spPr>
          <a:xfrm>
            <a:off x="821885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F1_main_prauc_1823">
            <a:extLst>
              <a:ext uri="{FF2B5EF4-FFF2-40B4-BE49-F238E27FC236}">
                <a16:creationId xmlns:a16="http://schemas.microsoft.com/office/drawing/2014/main" id="{FD7D747B-48B2-498E-80AE-09FEC68DBE48}"/>
              </a:ext>
            </a:extLst>
          </p:cNvPr>
          <p:cNvSpPr>
            <a:spLocks noGrp="1"/>
          </p:cNvSpPr>
          <p:nvPr/>
        </p:nvSpPr>
        <p:spPr>
          <a:xfrm>
            <a:off x="830085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F1_main_prauc_1824">
            <a:extLst>
              <a:ext uri="{FF2B5EF4-FFF2-40B4-BE49-F238E27FC236}">
                <a16:creationId xmlns:a16="http://schemas.microsoft.com/office/drawing/2014/main" id="{0A45BCFA-6259-4064-B1C9-CB613223F0D0}"/>
              </a:ext>
            </a:extLst>
          </p:cNvPr>
          <p:cNvSpPr>
            <a:spLocks noGrp="1"/>
          </p:cNvSpPr>
          <p:nvPr/>
        </p:nvSpPr>
        <p:spPr>
          <a:xfrm>
            <a:off x="806864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F1_main_prauc_1825">
            <a:extLst>
              <a:ext uri="{FF2B5EF4-FFF2-40B4-BE49-F238E27FC236}">
                <a16:creationId xmlns:a16="http://schemas.microsoft.com/office/drawing/2014/main" id="{8E3306A0-4532-4B87-BE6C-6E3AFC2869E1}"/>
              </a:ext>
            </a:extLst>
          </p:cNvPr>
          <p:cNvSpPr>
            <a:spLocks noGrp="1"/>
          </p:cNvSpPr>
          <p:nvPr/>
        </p:nvSpPr>
        <p:spPr>
          <a:xfrm>
            <a:off x="825414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F1_main_prauc_1826">
            <a:extLst>
              <a:ext uri="{FF2B5EF4-FFF2-40B4-BE49-F238E27FC236}">
                <a16:creationId xmlns:a16="http://schemas.microsoft.com/office/drawing/2014/main" id="{D6B261FB-D7C1-4408-8B89-C368A3BF3367}"/>
              </a:ext>
            </a:extLst>
          </p:cNvPr>
          <p:cNvSpPr>
            <a:spLocks noGrp="1"/>
          </p:cNvSpPr>
          <p:nvPr/>
        </p:nvSpPr>
        <p:spPr>
          <a:xfrm>
            <a:off x="82594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F1_main_prauc_1827">
            <a:extLst>
              <a:ext uri="{FF2B5EF4-FFF2-40B4-BE49-F238E27FC236}">
                <a16:creationId xmlns:a16="http://schemas.microsoft.com/office/drawing/2014/main" id="{67630F70-F763-483F-9429-EEAF1F9F4B93}"/>
              </a:ext>
            </a:extLst>
          </p:cNvPr>
          <p:cNvSpPr>
            <a:spLocks noGrp="1"/>
          </p:cNvSpPr>
          <p:nvPr/>
        </p:nvSpPr>
        <p:spPr>
          <a:xfrm>
            <a:off x="8267263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F1_main_prauc_1828">
            <a:extLst>
              <a:ext uri="{FF2B5EF4-FFF2-40B4-BE49-F238E27FC236}">
                <a16:creationId xmlns:a16="http://schemas.microsoft.com/office/drawing/2014/main" id="{49AA674B-5330-4995-9C34-D3E4C1ABACB4}"/>
              </a:ext>
            </a:extLst>
          </p:cNvPr>
          <p:cNvSpPr>
            <a:spLocks noGrp="1"/>
          </p:cNvSpPr>
          <p:nvPr/>
        </p:nvSpPr>
        <p:spPr>
          <a:xfrm>
            <a:off x="829970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F1_main_prauc_1829">
            <a:extLst>
              <a:ext uri="{FF2B5EF4-FFF2-40B4-BE49-F238E27FC236}">
                <a16:creationId xmlns:a16="http://schemas.microsoft.com/office/drawing/2014/main" id="{09DAAE5F-A692-4E82-8E3C-A6AAF87142CD}"/>
              </a:ext>
            </a:extLst>
          </p:cNvPr>
          <p:cNvSpPr>
            <a:spLocks noGrp="1"/>
          </p:cNvSpPr>
          <p:nvPr/>
        </p:nvSpPr>
        <p:spPr>
          <a:xfrm>
            <a:off x="826945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F1_main_prauc_1830">
            <a:extLst>
              <a:ext uri="{FF2B5EF4-FFF2-40B4-BE49-F238E27FC236}">
                <a16:creationId xmlns:a16="http://schemas.microsoft.com/office/drawing/2014/main" id="{5DE7ACB2-B916-4AAF-848B-CC7D8433A5F9}"/>
              </a:ext>
            </a:extLst>
          </p:cNvPr>
          <p:cNvSpPr>
            <a:spLocks noGrp="1"/>
          </p:cNvSpPr>
          <p:nvPr/>
        </p:nvSpPr>
        <p:spPr>
          <a:xfrm>
            <a:off x="8193361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F1_main_prauc_1831">
            <a:extLst>
              <a:ext uri="{FF2B5EF4-FFF2-40B4-BE49-F238E27FC236}">
                <a16:creationId xmlns:a16="http://schemas.microsoft.com/office/drawing/2014/main" id="{3D25777A-DCFC-43F8-A63B-64ADC0A1A5FE}"/>
              </a:ext>
            </a:extLst>
          </p:cNvPr>
          <p:cNvSpPr>
            <a:spLocks noGrp="1"/>
          </p:cNvSpPr>
          <p:nvPr/>
        </p:nvSpPr>
        <p:spPr>
          <a:xfrm>
            <a:off x="8155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F1_main_prauc_1832">
            <a:extLst>
              <a:ext uri="{FF2B5EF4-FFF2-40B4-BE49-F238E27FC236}">
                <a16:creationId xmlns:a16="http://schemas.microsoft.com/office/drawing/2014/main" id="{B80C623E-1C70-469C-9883-071564BC70E0}"/>
              </a:ext>
            </a:extLst>
          </p:cNvPr>
          <p:cNvSpPr>
            <a:spLocks noGrp="1"/>
          </p:cNvSpPr>
          <p:nvPr/>
        </p:nvSpPr>
        <p:spPr>
          <a:xfrm>
            <a:off x="82121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F1_main_prauc_1833">
            <a:extLst>
              <a:ext uri="{FF2B5EF4-FFF2-40B4-BE49-F238E27FC236}">
                <a16:creationId xmlns:a16="http://schemas.microsoft.com/office/drawing/2014/main" id="{7B464693-4A04-4702-A83D-2F9C144B68EE}"/>
              </a:ext>
            </a:extLst>
          </p:cNvPr>
          <p:cNvSpPr>
            <a:spLocks noGrp="1"/>
          </p:cNvSpPr>
          <p:nvPr/>
        </p:nvSpPr>
        <p:spPr>
          <a:xfrm>
            <a:off x="821762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F1_main_prauc_1834">
            <a:extLst>
              <a:ext uri="{FF2B5EF4-FFF2-40B4-BE49-F238E27FC236}">
                <a16:creationId xmlns:a16="http://schemas.microsoft.com/office/drawing/2014/main" id="{6F54AC6F-1066-4A53-8531-697DF1AB0F42}"/>
              </a:ext>
            </a:extLst>
          </p:cNvPr>
          <p:cNvSpPr>
            <a:spLocks noGrp="1"/>
          </p:cNvSpPr>
          <p:nvPr/>
        </p:nvSpPr>
        <p:spPr>
          <a:xfrm>
            <a:off x="80868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F1_main_prauc_1835">
            <a:extLst>
              <a:ext uri="{FF2B5EF4-FFF2-40B4-BE49-F238E27FC236}">
                <a16:creationId xmlns:a16="http://schemas.microsoft.com/office/drawing/2014/main" id="{0E5BACF5-F564-4218-A77D-933057A0F225}"/>
              </a:ext>
            </a:extLst>
          </p:cNvPr>
          <p:cNvSpPr>
            <a:spLocks noGrp="1"/>
          </p:cNvSpPr>
          <p:nvPr/>
        </p:nvSpPr>
        <p:spPr>
          <a:xfrm>
            <a:off x="8256539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F1_main_prauc_1836">
            <a:extLst>
              <a:ext uri="{FF2B5EF4-FFF2-40B4-BE49-F238E27FC236}">
                <a16:creationId xmlns:a16="http://schemas.microsoft.com/office/drawing/2014/main" id="{62746121-AE58-4709-ABC0-7E228CE46520}"/>
              </a:ext>
            </a:extLst>
          </p:cNvPr>
          <p:cNvSpPr>
            <a:spLocks noGrp="1"/>
          </p:cNvSpPr>
          <p:nvPr/>
        </p:nvSpPr>
        <p:spPr>
          <a:xfrm>
            <a:off x="8288224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F1_main_prauc_1837">
            <a:extLst>
              <a:ext uri="{FF2B5EF4-FFF2-40B4-BE49-F238E27FC236}">
                <a16:creationId xmlns:a16="http://schemas.microsoft.com/office/drawing/2014/main" id="{7D8542EB-38E8-4F4E-83BA-54D6ED4A555F}"/>
              </a:ext>
            </a:extLst>
          </p:cNvPr>
          <p:cNvSpPr>
            <a:spLocks noGrp="1"/>
          </p:cNvSpPr>
          <p:nvPr/>
        </p:nvSpPr>
        <p:spPr>
          <a:xfrm>
            <a:off x="808129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F1_main_prauc_1838">
            <a:extLst>
              <a:ext uri="{FF2B5EF4-FFF2-40B4-BE49-F238E27FC236}">
                <a16:creationId xmlns:a16="http://schemas.microsoft.com/office/drawing/2014/main" id="{3FDACAA3-A812-4552-97C2-753D3D40B07F}"/>
              </a:ext>
            </a:extLst>
          </p:cNvPr>
          <p:cNvSpPr>
            <a:spLocks noGrp="1"/>
          </p:cNvSpPr>
          <p:nvPr/>
        </p:nvSpPr>
        <p:spPr>
          <a:xfrm>
            <a:off x="80891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F1_main_prauc_1839">
            <a:extLst>
              <a:ext uri="{FF2B5EF4-FFF2-40B4-BE49-F238E27FC236}">
                <a16:creationId xmlns:a16="http://schemas.microsoft.com/office/drawing/2014/main" id="{789497BB-7808-418E-A356-0FB8D76C1024}"/>
              </a:ext>
            </a:extLst>
          </p:cNvPr>
          <p:cNvSpPr>
            <a:spLocks noGrp="1"/>
          </p:cNvSpPr>
          <p:nvPr/>
        </p:nvSpPr>
        <p:spPr>
          <a:xfrm>
            <a:off x="8203688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F1_main_prauc_1840">
            <a:extLst>
              <a:ext uri="{FF2B5EF4-FFF2-40B4-BE49-F238E27FC236}">
                <a16:creationId xmlns:a16="http://schemas.microsoft.com/office/drawing/2014/main" id="{F458C8CE-5A78-488A-B428-0FDB38D65D03}"/>
              </a:ext>
            </a:extLst>
          </p:cNvPr>
          <p:cNvSpPr>
            <a:spLocks noGrp="1"/>
          </p:cNvSpPr>
          <p:nvPr/>
        </p:nvSpPr>
        <p:spPr>
          <a:xfrm>
            <a:off x="8246510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F1_main_prauc_1841">
            <a:extLst>
              <a:ext uri="{FF2B5EF4-FFF2-40B4-BE49-F238E27FC236}">
                <a16:creationId xmlns:a16="http://schemas.microsoft.com/office/drawing/2014/main" id="{8A92D1F8-44D3-4BED-A9BD-54B7F5EA3E91}"/>
              </a:ext>
            </a:extLst>
          </p:cNvPr>
          <p:cNvSpPr>
            <a:spLocks noGrp="1"/>
          </p:cNvSpPr>
          <p:nvPr/>
        </p:nvSpPr>
        <p:spPr>
          <a:xfrm>
            <a:off x="80801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F1_main_prauc_1842">
            <a:extLst>
              <a:ext uri="{FF2B5EF4-FFF2-40B4-BE49-F238E27FC236}">
                <a16:creationId xmlns:a16="http://schemas.microsoft.com/office/drawing/2014/main" id="{0C83F393-3396-4A4F-96B2-933670246E69}"/>
              </a:ext>
            </a:extLst>
          </p:cNvPr>
          <p:cNvSpPr>
            <a:spLocks noGrp="1"/>
          </p:cNvSpPr>
          <p:nvPr/>
        </p:nvSpPr>
        <p:spPr>
          <a:xfrm>
            <a:off x="8307381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F1_main_prauc_1843">
            <a:extLst>
              <a:ext uri="{FF2B5EF4-FFF2-40B4-BE49-F238E27FC236}">
                <a16:creationId xmlns:a16="http://schemas.microsoft.com/office/drawing/2014/main" id="{9E072DE3-73EE-4AD2-9E04-572FEA861C46}"/>
              </a:ext>
            </a:extLst>
          </p:cNvPr>
          <p:cNvSpPr>
            <a:spLocks noGrp="1"/>
          </p:cNvSpPr>
          <p:nvPr/>
        </p:nvSpPr>
        <p:spPr>
          <a:xfrm>
            <a:off x="8125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F1_main_prauc_1844">
            <a:extLst>
              <a:ext uri="{FF2B5EF4-FFF2-40B4-BE49-F238E27FC236}">
                <a16:creationId xmlns:a16="http://schemas.microsoft.com/office/drawing/2014/main" id="{8EEFC79E-D254-4AF2-B8FF-D1DCA47732D4}"/>
              </a:ext>
            </a:extLst>
          </p:cNvPr>
          <p:cNvSpPr>
            <a:spLocks noGrp="1"/>
          </p:cNvSpPr>
          <p:nvPr/>
        </p:nvSpPr>
        <p:spPr>
          <a:xfrm>
            <a:off x="82829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F1_main_prauc_1845">
            <a:extLst>
              <a:ext uri="{FF2B5EF4-FFF2-40B4-BE49-F238E27FC236}">
                <a16:creationId xmlns:a16="http://schemas.microsoft.com/office/drawing/2014/main" id="{30784710-CC5C-47C3-A913-DD89CE80A2BF}"/>
              </a:ext>
            </a:extLst>
          </p:cNvPr>
          <p:cNvSpPr>
            <a:spLocks noGrp="1"/>
          </p:cNvSpPr>
          <p:nvPr/>
        </p:nvSpPr>
        <p:spPr>
          <a:xfrm>
            <a:off x="83020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F1_main_prauc_1846">
            <a:extLst>
              <a:ext uri="{FF2B5EF4-FFF2-40B4-BE49-F238E27FC236}">
                <a16:creationId xmlns:a16="http://schemas.microsoft.com/office/drawing/2014/main" id="{6D847595-94A9-4A8C-BE97-D6623A356DA6}"/>
              </a:ext>
            </a:extLst>
          </p:cNvPr>
          <p:cNvSpPr>
            <a:spLocks noGrp="1"/>
          </p:cNvSpPr>
          <p:nvPr/>
        </p:nvSpPr>
        <p:spPr>
          <a:xfrm>
            <a:off x="8177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F1_main_prauc_1847">
            <a:extLst>
              <a:ext uri="{FF2B5EF4-FFF2-40B4-BE49-F238E27FC236}">
                <a16:creationId xmlns:a16="http://schemas.microsoft.com/office/drawing/2014/main" id="{7912AB25-27E0-4556-AF18-B298DE448722}"/>
              </a:ext>
            </a:extLst>
          </p:cNvPr>
          <p:cNvSpPr>
            <a:spLocks noGrp="1"/>
          </p:cNvSpPr>
          <p:nvPr/>
        </p:nvSpPr>
        <p:spPr>
          <a:xfrm>
            <a:off x="8114618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F1_main_prauc_1848">
            <a:extLst>
              <a:ext uri="{FF2B5EF4-FFF2-40B4-BE49-F238E27FC236}">
                <a16:creationId xmlns:a16="http://schemas.microsoft.com/office/drawing/2014/main" id="{00D937E0-5A39-4C52-9EE7-89E9B9E32BC7}"/>
              </a:ext>
            </a:extLst>
          </p:cNvPr>
          <p:cNvSpPr>
            <a:spLocks noGrp="1"/>
          </p:cNvSpPr>
          <p:nvPr/>
        </p:nvSpPr>
        <p:spPr>
          <a:xfrm>
            <a:off x="80646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F1_main_prauc_1849">
            <a:extLst>
              <a:ext uri="{FF2B5EF4-FFF2-40B4-BE49-F238E27FC236}">
                <a16:creationId xmlns:a16="http://schemas.microsoft.com/office/drawing/2014/main" id="{C79E6A41-D5A2-45FA-98AB-4C35A75638A5}"/>
              </a:ext>
            </a:extLst>
          </p:cNvPr>
          <p:cNvSpPr>
            <a:spLocks noGrp="1"/>
          </p:cNvSpPr>
          <p:nvPr/>
        </p:nvSpPr>
        <p:spPr>
          <a:xfrm>
            <a:off x="8266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F1_main_prauc_1850">
            <a:extLst>
              <a:ext uri="{FF2B5EF4-FFF2-40B4-BE49-F238E27FC236}">
                <a16:creationId xmlns:a16="http://schemas.microsoft.com/office/drawing/2014/main" id="{654786D9-2B3E-4017-9026-179C0DAAAF3F}"/>
              </a:ext>
            </a:extLst>
          </p:cNvPr>
          <p:cNvSpPr>
            <a:spLocks noGrp="1"/>
          </p:cNvSpPr>
          <p:nvPr/>
        </p:nvSpPr>
        <p:spPr>
          <a:xfrm>
            <a:off x="2270299" y="60978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F1_main_prauc_1851">
            <a:extLst>
              <a:ext uri="{FF2B5EF4-FFF2-40B4-BE49-F238E27FC236}">
                <a16:creationId xmlns:a16="http://schemas.microsoft.com/office/drawing/2014/main" id="{DD342B40-302C-4408-B26C-0CD416E6B3F4}"/>
              </a:ext>
            </a:extLst>
          </p:cNvPr>
          <p:cNvSpPr>
            <a:spLocks noGrp="1"/>
          </p:cNvSpPr>
          <p:nvPr/>
        </p:nvSpPr>
        <p:spPr>
          <a:xfrm>
            <a:off x="2253217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F1_main_prauc_1852">
            <a:extLst>
              <a:ext uri="{FF2B5EF4-FFF2-40B4-BE49-F238E27FC236}">
                <a16:creationId xmlns:a16="http://schemas.microsoft.com/office/drawing/2014/main" id="{6B2823BD-EBD7-471C-B231-F55D9779495B}"/>
              </a:ext>
            </a:extLst>
          </p:cNvPr>
          <p:cNvSpPr>
            <a:spLocks noGrp="1"/>
          </p:cNvSpPr>
          <p:nvPr/>
        </p:nvSpPr>
        <p:spPr>
          <a:xfrm>
            <a:off x="2375004" y="512232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F1_main_prauc_1853">
            <a:extLst>
              <a:ext uri="{FF2B5EF4-FFF2-40B4-BE49-F238E27FC236}">
                <a16:creationId xmlns:a16="http://schemas.microsoft.com/office/drawing/2014/main" id="{F46258B8-6E76-4A81-9E01-9971B77F9AD8}"/>
              </a:ext>
            </a:extLst>
          </p:cNvPr>
          <p:cNvSpPr>
            <a:spLocks noGrp="1"/>
          </p:cNvSpPr>
          <p:nvPr/>
        </p:nvSpPr>
        <p:spPr>
          <a:xfrm>
            <a:off x="2339271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F1_main_prauc_1854">
            <a:extLst>
              <a:ext uri="{FF2B5EF4-FFF2-40B4-BE49-F238E27FC236}">
                <a16:creationId xmlns:a16="http://schemas.microsoft.com/office/drawing/2014/main" id="{0F3A7457-F47D-4117-AB22-34906E1D1575}"/>
              </a:ext>
            </a:extLst>
          </p:cNvPr>
          <p:cNvSpPr>
            <a:spLocks noGrp="1"/>
          </p:cNvSpPr>
          <p:nvPr/>
        </p:nvSpPr>
        <p:spPr>
          <a:xfrm>
            <a:off x="2191403" y="44810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F1_main_prauc_1855">
            <a:extLst>
              <a:ext uri="{FF2B5EF4-FFF2-40B4-BE49-F238E27FC236}">
                <a16:creationId xmlns:a16="http://schemas.microsoft.com/office/drawing/2014/main" id="{89561ED8-178B-4AEF-8C72-60C34AEB2734}"/>
              </a:ext>
            </a:extLst>
          </p:cNvPr>
          <p:cNvSpPr>
            <a:spLocks noGrp="1"/>
          </p:cNvSpPr>
          <p:nvPr/>
        </p:nvSpPr>
        <p:spPr>
          <a:xfrm>
            <a:off x="2307722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F1_main_prauc_1856">
            <a:extLst>
              <a:ext uri="{FF2B5EF4-FFF2-40B4-BE49-F238E27FC236}">
                <a16:creationId xmlns:a16="http://schemas.microsoft.com/office/drawing/2014/main" id="{73E2DDF0-7CC4-4B66-A9FC-C7FDDBB7A689}"/>
              </a:ext>
            </a:extLst>
          </p:cNvPr>
          <p:cNvSpPr>
            <a:spLocks noGrp="1"/>
          </p:cNvSpPr>
          <p:nvPr/>
        </p:nvSpPr>
        <p:spPr>
          <a:xfrm>
            <a:off x="2159612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F1_main_prauc_1857">
            <a:extLst>
              <a:ext uri="{FF2B5EF4-FFF2-40B4-BE49-F238E27FC236}">
                <a16:creationId xmlns:a16="http://schemas.microsoft.com/office/drawing/2014/main" id="{994DA5FF-C85B-4B8B-B41E-5BFB3F213610}"/>
              </a:ext>
            </a:extLst>
          </p:cNvPr>
          <p:cNvSpPr>
            <a:spLocks noGrp="1"/>
          </p:cNvSpPr>
          <p:nvPr/>
        </p:nvSpPr>
        <p:spPr>
          <a:xfrm>
            <a:off x="2133118" y="40391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F1_main_prauc_1858">
            <a:extLst>
              <a:ext uri="{FF2B5EF4-FFF2-40B4-BE49-F238E27FC236}">
                <a16:creationId xmlns:a16="http://schemas.microsoft.com/office/drawing/2014/main" id="{45F69016-1FD1-4DDA-BDDB-3545F2B752B6}"/>
              </a:ext>
            </a:extLst>
          </p:cNvPr>
          <p:cNvSpPr>
            <a:spLocks noGrp="1"/>
          </p:cNvSpPr>
          <p:nvPr/>
        </p:nvSpPr>
        <p:spPr>
          <a:xfrm>
            <a:off x="2217714" y="60977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F1_main_prauc_1859">
            <a:extLst>
              <a:ext uri="{FF2B5EF4-FFF2-40B4-BE49-F238E27FC236}">
                <a16:creationId xmlns:a16="http://schemas.microsoft.com/office/drawing/2014/main" id="{CB5B1C1F-69B3-4D54-BA49-17AC28A867EE}"/>
              </a:ext>
            </a:extLst>
          </p:cNvPr>
          <p:cNvSpPr>
            <a:spLocks noGrp="1"/>
          </p:cNvSpPr>
          <p:nvPr/>
        </p:nvSpPr>
        <p:spPr>
          <a:xfrm>
            <a:off x="2307601" y="55895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F1_main_prauc_1860">
            <a:extLst>
              <a:ext uri="{FF2B5EF4-FFF2-40B4-BE49-F238E27FC236}">
                <a16:creationId xmlns:a16="http://schemas.microsoft.com/office/drawing/2014/main" id="{431318D0-390E-424D-A320-600D3271478B}"/>
              </a:ext>
            </a:extLst>
          </p:cNvPr>
          <p:cNvSpPr>
            <a:spLocks noGrp="1"/>
          </p:cNvSpPr>
          <p:nvPr/>
        </p:nvSpPr>
        <p:spPr>
          <a:xfrm>
            <a:off x="2215720" y="450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F1_main_prauc_1861">
            <a:extLst>
              <a:ext uri="{FF2B5EF4-FFF2-40B4-BE49-F238E27FC236}">
                <a16:creationId xmlns:a16="http://schemas.microsoft.com/office/drawing/2014/main" id="{FBF86249-F160-4306-B1AB-920EDE7DC10E}"/>
              </a:ext>
            </a:extLst>
          </p:cNvPr>
          <p:cNvSpPr>
            <a:spLocks noGrp="1"/>
          </p:cNvSpPr>
          <p:nvPr/>
        </p:nvSpPr>
        <p:spPr>
          <a:xfrm>
            <a:off x="2254047" y="5205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F1_main_prauc_1862">
            <a:extLst>
              <a:ext uri="{FF2B5EF4-FFF2-40B4-BE49-F238E27FC236}">
                <a16:creationId xmlns:a16="http://schemas.microsoft.com/office/drawing/2014/main" id="{5077C29C-7A01-4FE6-B4E7-ED37855C6BAA}"/>
              </a:ext>
            </a:extLst>
          </p:cNvPr>
          <p:cNvSpPr>
            <a:spLocks noGrp="1"/>
          </p:cNvSpPr>
          <p:nvPr/>
        </p:nvSpPr>
        <p:spPr>
          <a:xfrm>
            <a:off x="2196492" y="51753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F1_main_prauc_1863">
            <a:extLst>
              <a:ext uri="{FF2B5EF4-FFF2-40B4-BE49-F238E27FC236}">
                <a16:creationId xmlns:a16="http://schemas.microsoft.com/office/drawing/2014/main" id="{F4A88B59-60C7-4969-B587-80D9044914AC}"/>
              </a:ext>
            </a:extLst>
          </p:cNvPr>
          <p:cNvSpPr>
            <a:spLocks noGrp="1"/>
          </p:cNvSpPr>
          <p:nvPr/>
        </p:nvSpPr>
        <p:spPr>
          <a:xfrm>
            <a:off x="215151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F1_main_prauc_1864">
            <a:extLst>
              <a:ext uri="{FF2B5EF4-FFF2-40B4-BE49-F238E27FC236}">
                <a16:creationId xmlns:a16="http://schemas.microsoft.com/office/drawing/2014/main" id="{676CEF27-79CD-4F68-BDBB-8CA33C8719FD}"/>
              </a:ext>
            </a:extLst>
          </p:cNvPr>
          <p:cNvSpPr>
            <a:spLocks noGrp="1"/>
          </p:cNvSpPr>
          <p:nvPr/>
        </p:nvSpPr>
        <p:spPr>
          <a:xfrm>
            <a:off x="2278439" y="56694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F1_main_prauc_1865">
            <a:extLst>
              <a:ext uri="{FF2B5EF4-FFF2-40B4-BE49-F238E27FC236}">
                <a16:creationId xmlns:a16="http://schemas.microsoft.com/office/drawing/2014/main" id="{86487E13-E951-44A2-B41E-35FBE7D7BBE7}"/>
              </a:ext>
            </a:extLst>
          </p:cNvPr>
          <p:cNvSpPr>
            <a:spLocks noGrp="1"/>
          </p:cNvSpPr>
          <p:nvPr/>
        </p:nvSpPr>
        <p:spPr>
          <a:xfrm>
            <a:off x="2367762" y="4997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F1_main_prauc_1866">
            <a:extLst>
              <a:ext uri="{FF2B5EF4-FFF2-40B4-BE49-F238E27FC236}">
                <a16:creationId xmlns:a16="http://schemas.microsoft.com/office/drawing/2014/main" id="{C7257074-C4B6-4EA3-95C6-DB812E6DEE95}"/>
              </a:ext>
            </a:extLst>
          </p:cNvPr>
          <p:cNvSpPr>
            <a:spLocks noGrp="1"/>
          </p:cNvSpPr>
          <p:nvPr/>
        </p:nvSpPr>
        <p:spPr>
          <a:xfrm>
            <a:off x="2164027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F1_main_prauc_1867">
            <a:extLst>
              <a:ext uri="{FF2B5EF4-FFF2-40B4-BE49-F238E27FC236}">
                <a16:creationId xmlns:a16="http://schemas.microsoft.com/office/drawing/2014/main" id="{8AB23525-025A-4893-B8AE-D08ECA4DE328}"/>
              </a:ext>
            </a:extLst>
          </p:cNvPr>
          <p:cNvSpPr>
            <a:spLocks noGrp="1"/>
          </p:cNvSpPr>
          <p:nvPr/>
        </p:nvSpPr>
        <p:spPr>
          <a:xfrm>
            <a:off x="2173086" y="48096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F1_main_prauc_1868">
            <a:extLst>
              <a:ext uri="{FF2B5EF4-FFF2-40B4-BE49-F238E27FC236}">
                <a16:creationId xmlns:a16="http://schemas.microsoft.com/office/drawing/2014/main" id="{07711C43-962C-459E-B715-F02DC3357F01}"/>
              </a:ext>
            </a:extLst>
          </p:cNvPr>
          <p:cNvSpPr>
            <a:spLocks noGrp="1"/>
          </p:cNvSpPr>
          <p:nvPr/>
        </p:nvSpPr>
        <p:spPr>
          <a:xfrm>
            <a:off x="2143640" y="45583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F1_main_prauc_1869">
            <a:extLst>
              <a:ext uri="{FF2B5EF4-FFF2-40B4-BE49-F238E27FC236}">
                <a16:creationId xmlns:a16="http://schemas.microsoft.com/office/drawing/2014/main" id="{775567E1-1299-4681-BB5E-1E843419FE47}"/>
              </a:ext>
            </a:extLst>
          </p:cNvPr>
          <p:cNvSpPr>
            <a:spLocks noGrp="1"/>
          </p:cNvSpPr>
          <p:nvPr/>
        </p:nvSpPr>
        <p:spPr>
          <a:xfrm>
            <a:off x="2296631" y="53254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F1_main_prauc_1870">
            <a:extLst>
              <a:ext uri="{FF2B5EF4-FFF2-40B4-BE49-F238E27FC236}">
                <a16:creationId xmlns:a16="http://schemas.microsoft.com/office/drawing/2014/main" id="{DB81934E-9AD7-4A60-9797-0A9CFECD664D}"/>
              </a:ext>
            </a:extLst>
          </p:cNvPr>
          <p:cNvSpPr>
            <a:spLocks noGrp="1"/>
          </p:cNvSpPr>
          <p:nvPr/>
        </p:nvSpPr>
        <p:spPr>
          <a:xfrm>
            <a:off x="2146937" y="5546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F1_main_prauc_1871">
            <a:extLst>
              <a:ext uri="{FF2B5EF4-FFF2-40B4-BE49-F238E27FC236}">
                <a16:creationId xmlns:a16="http://schemas.microsoft.com/office/drawing/2014/main" id="{80363673-BA49-4F5E-9C74-5C178A1E8347}"/>
              </a:ext>
            </a:extLst>
          </p:cNvPr>
          <p:cNvSpPr>
            <a:spLocks noGrp="1"/>
          </p:cNvSpPr>
          <p:nvPr/>
        </p:nvSpPr>
        <p:spPr>
          <a:xfrm>
            <a:off x="2245002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F1_main_prauc_1872">
            <a:extLst>
              <a:ext uri="{FF2B5EF4-FFF2-40B4-BE49-F238E27FC236}">
                <a16:creationId xmlns:a16="http://schemas.microsoft.com/office/drawing/2014/main" id="{ADC49A39-7433-4B4E-ACF1-5D999B2AB975}"/>
              </a:ext>
            </a:extLst>
          </p:cNvPr>
          <p:cNvSpPr>
            <a:spLocks noGrp="1"/>
          </p:cNvSpPr>
          <p:nvPr/>
        </p:nvSpPr>
        <p:spPr>
          <a:xfrm>
            <a:off x="2203224" y="51328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F1_main_prauc_1873">
            <a:extLst>
              <a:ext uri="{FF2B5EF4-FFF2-40B4-BE49-F238E27FC236}">
                <a16:creationId xmlns:a16="http://schemas.microsoft.com/office/drawing/2014/main" id="{DB2CC9B4-3F3E-4C22-9935-F7EA64F1E4AE}"/>
              </a:ext>
            </a:extLst>
          </p:cNvPr>
          <p:cNvSpPr>
            <a:spLocks noGrp="1"/>
          </p:cNvSpPr>
          <p:nvPr/>
        </p:nvSpPr>
        <p:spPr>
          <a:xfrm>
            <a:off x="2218952" y="37007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F1_main_prauc_1874">
            <a:extLst>
              <a:ext uri="{FF2B5EF4-FFF2-40B4-BE49-F238E27FC236}">
                <a16:creationId xmlns:a16="http://schemas.microsoft.com/office/drawing/2014/main" id="{F4BFACB8-A10F-40FD-8438-25C0C2E7CF1D}"/>
              </a:ext>
            </a:extLst>
          </p:cNvPr>
          <p:cNvSpPr>
            <a:spLocks noGrp="1"/>
          </p:cNvSpPr>
          <p:nvPr/>
        </p:nvSpPr>
        <p:spPr>
          <a:xfrm>
            <a:off x="2133473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F1_main_prauc_1875">
            <a:extLst>
              <a:ext uri="{FF2B5EF4-FFF2-40B4-BE49-F238E27FC236}">
                <a16:creationId xmlns:a16="http://schemas.microsoft.com/office/drawing/2014/main" id="{0D12DE2A-B0B6-43CB-B915-52ED5720C97E}"/>
              </a:ext>
            </a:extLst>
          </p:cNvPr>
          <p:cNvSpPr>
            <a:spLocks noGrp="1"/>
          </p:cNvSpPr>
          <p:nvPr/>
        </p:nvSpPr>
        <p:spPr>
          <a:xfrm>
            <a:off x="2278205" y="60978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F1_main_prauc_1876">
            <a:extLst>
              <a:ext uri="{FF2B5EF4-FFF2-40B4-BE49-F238E27FC236}">
                <a16:creationId xmlns:a16="http://schemas.microsoft.com/office/drawing/2014/main" id="{77702432-74FE-4132-A39B-7B3626DC43E9}"/>
              </a:ext>
            </a:extLst>
          </p:cNvPr>
          <p:cNvSpPr>
            <a:spLocks noGrp="1"/>
          </p:cNvSpPr>
          <p:nvPr/>
        </p:nvSpPr>
        <p:spPr>
          <a:xfrm>
            <a:off x="2161070" y="54594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F1_main_prauc_1877">
            <a:extLst>
              <a:ext uri="{FF2B5EF4-FFF2-40B4-BE49-F238E27FC236}">
                <a16:creationId xmlns:a16="http://schemas.microsoft.com/office/drawing/2014/main" id="{E590ED64-ADA0-4419-BC40-2109BB4C5337}"/>
              </a:ext>
            </a:extLst>
          </p:cNvPr>
          <p:cNvSpPr>
            <a:spLocks noGrp="1"/>
          </p:cNvSpPr>
          <p:nvPr/>
        </p:nvSpPr>
        <p:spPr>
          <a:xfrm>
            <a:off x="2236864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F1_main_prauc_1878">
            <a:extLst>
              <a:ext uri="{FF2B5EF4-FFF2-40B4-BE49-F238E27FC236}">
                <a16:creationId xmlns:a16="http://schemas.microsoft.com/office/drawing/2014/main" id="{A160A53C-6FB5-4ACB-AABD-5FEED285D613}"/>
              </a:ext>
            </a:extLst>
          </p:cNvPr>
          <p:cNvSpPr>
            <a:spLocks noGrp="1"/>
          </p:cNvSpPr>
          <p:nvPr/>
        </p:nvSpPr>
        <p:spPr>
          <a:xfrm>
            <a:off x="2197179" y="4207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F1_main_prauc_1879">
            <a:extLst>
              <a:ext uri="{FF2B5EF4-FFF2-40B4-BE49-F238E27FC236}">
                <a16:creationId xmlns:a16="http://schemas.microsoft.com/office/drawing/2014/main" id="{76580F5C-C6C5-4471-8C91-5917A9D87304}"/>
              </a:ext>
            </a:extLst>
          </p:cNvPr>
          <p:cNvSpPr>
            <a:spLocks noGrp="1"/>
          </p:cNvSpPr>
          <p:nvPr/>
        </p:nvSpPr>
        <p:spPr>
          <a:xfrm>
            <a:off x="2144755" y="41661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F1_main_prauc_1880">
            <a:extLst>
              <a:ext uri="{FF2B5EF4-FFF2-40B4-BE49-F238E27FC236}">
                <a16:creationId xmlns:a16="http://schemas.microsoft.com/office/drawing/2014/main" id="{9BA2746D-BC23-4C6D-A745-E0ECE2C5B9A0}"/>
              </a:ext>
            </a:extLst>
          </p:cNvPr>
          <p:cNvSpPr>
            <a:spLocks noGrp="1"/>
          </p:cNvSpPr>
          <p:nvPr/>
        </p:nvSpPr>
        <p:spPr>
          <a:xfrm>
            <a:off x="2181299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F1_main_prauc_1881">
            <a:extLst>
              <a:ext uri="{FF2B5EF4-FFF2-40B4-BE49-F238E27FC236}">
                <a16:creationId xmlns:a16="http://schemas.microsoft.com/office/drawing/2014/main" id="{1BE4697B-7752-470A-B728-A53D1FD39A32}"/>
              </a:ext>
            </a:extLst>
          </p:cNvPr>
          <p:cNvSpPr>
            <a:spLocks noGrp="1"/>
          </p:cNvSpPr>
          <p:nvPr/>
        </p:nvSpPr>
        <p:spPr>
          <a:xfrm>
            <a:off x="2329961" y="486378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F1_main_prauc_1882">
            <a:extLst>
              <a:ext uri="{FF2B5EF4-FFF2-40B4-BE49-F238E27FC236}">
                <a16:creationId xmlns:a16="http://schemas.microsoft.com/office/drawing/2014/main" id="{7C4E0176-F81E-458F-B138-657E4F848537}"/>
              </a:ext>
            </a:extLst>
          </p:cNvPr>
          <p:cNvSpPr>
            <a:spLocks noGrp="1"/>
          </p:cNvSpPr>
          <p:nvPr/>
        </p:nvSpPr>
        <p:spPr>
          <a:xfrm>
            <a:off x="2186971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F1_main_prauc_1883">
            <a:extLst>
              <a:ext uri="{FF2B5EF4-FFF2-40B4-BE49-F238E27FC236}">
                <a16:creationId xmlns:a16="http://schemas.microsoft.com/office/drawing/2014/main" id="{C31DA8C3-6D91-49D4-980F-4BB563E8F442}"/>
              </a:ext>
            </a:extLst>
          </p:cNvPr>
          <p:cNvSpPr>
            <a:spLocks noGrp="1"/>
          </p:cNvSpPr>
          <p:nvPr/>
        </p:nvSpPr>
        <p:spPr>
          <a:xfrm>
            <a:off x="2261542" y="50734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F1_main_prauc_1884">
            <a:extLst>
              <a:ext uri="{FF2B5EF4-FFF2-40B4-BE49-F238E27FC236}">
                <a16:creationId xmlns:a16="http://schemas.microsoft.com/office/drawing/2014/main" id="{8948BC7D-C88C-41D0-8433-BD4F11AD1AD9}"/>
              </a:ext>
            </a:extLst>
          </p:cNvPr>
          <p:cNvSpPr>
            <a:spLocks noGrp="1"/>
          </p:cNvSpPr>
          <p:nvPr/>
        </p:nvSpPr>
        <p:spPr>
          <a:xfrm>
            <a:off x="2263628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F1_main_prauc_1885">
            <a:extLst>
              <a:ext uri="{FF2B5EF4-FFF2-40B4-BE49-F238E27FC236}">
                <a16:creationId xmlns:a16="http://schemas.microsoft.com/office/drawing/2014/main" id="{59E02887-8DE9-48A8-B5AB-4FD58FCBC3B2}"/>
              </a:ext>
            </a:extLst>
          </p:cNvPr>
          <p:cNvSpPr>
            <a:spLocks noGrp="1"/>
          </p:cNvSpPr>
          <p:nvPr/>
        </p:nvSpPr>
        <p:spPr>
          <a:xfrm>
            <a:off x="2343540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F1_main_prauc_1886">
            <a:extLst>
              <a:ext uri="{FF2B5EF4-FFF2-40B4-BE49-F238E27FC236}">
                <a16:creationId xmlns:a16="http://schemas.microsoft.com/office/drawing/2014/main" id="{06BBE393-B288-4A84-907E-5723F55A25B5}"/>
              </a:ext>
            </a:extLst>
          </p:cNvPr>
          <p:cNvSpPr>
            <a:spLocks noGrp="1"/>
          </p:cNvSpPr>
          <p:nvPr/>
        </p:nvSpPr>
        <p:spPr>
          <a:xfrm>
            <a:off x="2219129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F1_main_prauc_1887">
            <a:extLst>
              <a:ext uri="{FF2B5EF4-FFF2-40B4-BE49-F238E27FC236}">
                <a16:creationId xmlns:a16="http://schemas.microsoft.com/office/drawing/2014/main" id="{1C41A726-0A43-4F91-A98A-AB05F51641CD}"/>
              </a:ext>
            </a:extLst>
          </p:cNvPr>
          <p:cNvSpPr>
            <a:spLocks noGrp="1"/>
          </p:cNvSpPr>
          <p:nvPr/>
        </p:nvSpPr>
        <p:spPr>
          <a:xfrm>
            <a:off x="2132928" y="55816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F1_main_prauc_1888">
            <a:extLst>
              <a:ext uri="{FF2B5EF4-FFF2-40B4-BE49-F238E27FC236}">
                <a16:creationId xmlns:a16="http://schemas.microsoft.com/office/drawing/2014/main" id="{50357EF9-8410-4346-803F-AE4ACC714548}"/>
              </a:ext>
            </a:extLst>
          </p:cNvPr>
          <p:cNvSpPr>
            <a:spLocks noGrp="1"/>
          </p:cNvSpPr>
          <p:nvPr/>
        </p:nvSpPr>
        <p:spPr>
          <a:xfrm>
            <a:off x="2219344" y="60978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F1_main_prauc_1889">
            <a:extLst>
              <a:ext uri="{FF2B5EF4-FFF2-40B4-BE49-F238E27FC236}">
                <a16:creationId xmlns:a16="http://schemas.microsoft.com/office/drawing/2014/main" id="{1C122EF3-2B14-47AC-AE39-8E2C1DF3ECF6}"/>
              </a:ext>
            </a:extLst>
          </p:cNvPr>
          <p:cNvSpPr>
            <a:spLocks noGrp="1"/>
          </p:cNvSpPr>
          <p:nvPr/>
        </p:nvSpPr>
        <p:spPr>
          <a:xfrm>
            <a:off x="2242125" y="40894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F1_main_prauc_1890">
            <a:extLst>
              <a:ext uri="{FF2B5EF4-FFF2-40B4-BE49-F238E27FC236}">
                <a16:creationId xmlns:a16="http://schemas.microsoft.com/office/drawing/2014/main" id="{E155A915-FE1E-4491-9185-66559B45B9EE}"/>
              </a:ext>
            </a:extLst>
          </p:cNvPr>
          <p:cNvSpPr>
            <a:spLocks noGrp="1"/>
          </p:cNvSpPr>
          <p:nvPr/>
        </p:nvSpPr>
        <p:spPr>
          <a:xfrm>
            <a:off x="2366194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F1_main_prauc_1891">
            <a:extLst>
              <a:ext uri="{FF2B5EF4-FFF2-40B4-BE49-F238E27FC236}">
                <a16:creationId xmlns:a16="http://schemas.microsoft.com/office/drawing/2014/main" id="{956A405C-9A96-4FF3-98A0-10A50B7CB6D0}"/>
              </a:ext>
            </a:extLst>
          </p:cNvPr>
          <p:cNvSpPr>
            <a:spLocks noGrp="1"/>
          </p:cNvSpPr>
          <p:nvPr/>
        </p:nvSpPr>
        <p:spPr>
          <a:xfrm>
            <a:off x="2187618" y="37130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F1_main_prauc_1892">
            <a:extLst>
              <a:ext uri="{FF2B5EF4-FFF2-40B4-BE49-F238E27FC236}">
                <a16:creationId xmlns:a16="http://schemas.microsoft.com/office/drawing/2014/main" id="{390750A9-C8BB-42C9-A589-308D4BE6EC42}"/>
              </a:ext>
            </a:extLst>
          </p:cNvPr>
          <p:cNvSpPr>
            <a:spLocks noGrp="1"/>
          </p:cNvSpPr>
          <p:nvPr/>
        </p:nvSpPr>
        <p:spPr>
          <a:xfrm>
            <a:off x="2183040" y="60978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F1_main_prauc_1893">
            <a:extLst>
              <a:ext uri="{FF2B5EF4-FFF2-40B4-BE49-F238E27FC236}">
                <a16:creationId xmlns:a16="http://schemas.microsoft.com/office/drawing/2014/main" id="{EAF6EFAD-DECE-49F1-80F9-007F4B5CE4DB}"/>
              </a:ext>
            </a:extLst>
          </p:cNvPr>
          <p:cNvSpPr>
            <a:spLocks noGrp="1"/>
          </p:cNvSpPr>
          <p:nvPr/>
        </p:nvSpPr>
        <p:spPr>
          <a:xfrm>
            <a:off x="2366218" y="60978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F1_main_prauc_1894">
            <a:extLst>
              <a:ext uri="{FF2B5EF4-FFF2-40B4-BE49-F238E27FC236}">
                <a16:creationId xmlns:a16="http://schemas.microsoft.com/office/drawing/2014/main" id="{CC1F13F9-A09D-4B1B-9F94-E99F32B9F810}"/>
              </a:ext>
            </a:extLst>
          </p:cNvPr>
          <p:cNvSpPr>
            <a:spLocks noGrp="1"/>
          </p:cNvSpPr>
          <p:nvPr/>
        </p:nvSpPr>
        <p:spPr>
          <a:xfrm>
            <a:off x="2183311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F1_main_prauc_1895">
            <a:extLst>
              <a:ext uri="{FF2B5EF4-FFF2-40B4-BE49-F238E27FC236}">
                <a16:creationId xmlns:a16="http://schemas.microsoft.com/office/drawing/2014/main" id="{70B80D38-2E6C-45B2-B774-1E5D57FB2716}"/>
              </a:ext>
            </a:extLst>
          </p:cNvPr>
          <p:cNvSpPr>
            <a:spLocks noGrp="1"/>
          </p:cNvSpPr>
          <p:nvPr/>
        </p:nvSpPr>
        <p:spPr>
          <a:xfrm>
            <a:off x="2375263" y="60864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F1_main_prauc_1896">
            <a:extLst>
              <a:ext uri="{FF2B5EF4-FFF2-40B4-BE49-F238E27FC236}">
                <a16:creationId xmlns:a16="http://schemas.microsoft.com/office/drawing/2014/main" id="{1156AAED-198C-43FA-BA93-62FA8D168827}"/>
              </a:ext>
            </a:extLst>
          </p:cNvPr>
          <p:cNvSpPr>
            <a:spLocks noGrp="1"/>
          </p:cNvSpPr>
          <p:nvPr/>
        </p:nvSpPr>
        <p:spPr>
          <a:xfrm>
            <a:off x="2189488" y="599850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F1_main_prauc_1897">
            <a:extLst>
              <a:ext uri="{FF2B5EF4-FFF2-40B4-BE49-F238E27FC236}">
                <a16:creationId xmlns:a16="http://schemas.microsoft.com/office/drawing/2014/main" id="{0B4F2C08-6B36-4319-808F-BAC3B21E9599}"/>
              </a:ext>
            </a:extLst>
          </p:cNvPr>
          <p:cNvSpPr>
            <a:spLocks noGrp="1"/>
          </p:cNvSpPr>
          <p:nvPr/>
        </p:nvSpPr>
        <p:spPr>
          <a:xfrm>
            <a:off x="2355635" y="60976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F1_main_prauc_1898">
            <a:extLst>
              <a:ext uri="{FF2B5EF4-FFF2-40B4-BE49-F238E27FC236}">
                <a16:creationId xmlns:a16="http://schemas.microsoft.com/office/drawing/2014/main" id="{FC5BB1F6-4265-4AA1-9954-0154493930A2}"/>
              </a:ext>
            </a:extLst>
          </p:cNvPr>
          <p:cNvSpPr>
            <a:spLocks noGrp="1"/>
          </p:cNvSpPr>
          <p:nvPr/>
        </p:nvSpPr>
        <p:spPr>
          <a:xfrm>
            <a:off x="2236916" y="56598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F1_main_prauc_1899">
            <a:extLst>
              <a:ext uri="{FF2B5EF4-FFF2-40B4-BE49-F238E27FC236}">
                <a16:creationId xmlns:a16="http://schemas.microsoft.com/office/drawing/2014/main" id="{54E8E8D4-6164-4F41-B1BD-47DDD54D71A8}"/>
              </a:ext>
            </a:extLst>
          </p:cNvPr>
          <p:cNvSpPr>
            <a:spLocks noGrp="1"/>
          </p:cNvSpPr>
          <p:nvPr/>
        </p:nvSpPr>
        <p:spPr>
          <a:xfrm>
            <a:off x="2341074" y="4322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F1_main_prauc_1900">
            <a:extLst>
              <a:ext uri="{FF2B5EF4-FFF2-40B4-BE49-F238E27FC236}">
                <a16:creationId xmlns:a16="http://schemas.microsoft.com/office/drawing/2014/main" id="{1C03C970-127A-4AD0-AC0B-EB6ED99F2274}"/>
              </a:ext>
            </a:extLst>
          </p:cNvPr>
          <p:cNvSpPr>
            <a:spLocks noGrp="1"/>
          </p:cNvSpPr>
          <p:nvPr/>
        </p:nvSpPr>
        <p:spPr>
          <a:xfrm>
            <a:off x="2177716" y="59342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F1_main_prauc_1901">
            <a:extLst>
              <a:ext uri="{FF2B5EF4-FFF2-40B4-BE49-F238E27FC236}">
                <a16:creationId xmlns:a16="http://schemas.microsoft.com/office/drawing/2014/main" id="{95486ABD-1B07-428B-83B2-A9602F0FEAFA}"/>
              </a:ext>
            </a:extLst>
          </p:cNvPr>
          <p:cNvSpPr>
            <a:spLocks noGrp="1"/>
          </p:cNvSpPr>
          <p:nvPr/>
        </p:nvSpPr>
        <p:spPr>
          <a:xfrm>
            <a:off x="2207715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F1_main_prauc_1902">
            <a:extLst>
              <a:ext uri="{FF2B5EF4-FFF2-40B4-BE49-F238E27FC236}">
                <a16:creationId xmlns:a16="http://schemas.microsoft.com/office/drawing/2014/main" id="{E5FB5750-BC66-4E9F-A01D-86FCDFA30957}"/>
              </a:ext>
            </a:extLst>
          </p:cNvPr>
          <p:cNvSpPr>
            <a:spLocks noGrp="1"/>
          </p:cNvSpPr>
          <p:nvPr/>
        </p:nvSpPr>
        <p:spPr>
          <a:xfrm>
            <a:off x="2262161" y="56084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F1_main_prauc_1903">
            <a:extLst>
              <a:ext uri="{FF2B5EF4-FFF2-40B4-BE49-F238E27FC236}">
                <a16:creationId xmlns:a16="http://schemas.microsoft.com/office/drawing/2014/main" id="{A2FCCB98-A338-41E8-A37D-EA10A09B1AC3}"/>
              </a:ext>
            </a:extLst>
          </p:cNvPr>
          <p:cNvSpPr>
            <a:spLocks noGrp="1"/>
          </p:cNvSpPr>
          <p:nvPr/>
        </p:nvSpPr>
        <p:spPr>
          <a:xfrm>
            <a:off x="2257892" y="48577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F1_main_prauc_1904">
            <a:extLst>
              <a:ext uri="{FF2B5EF4-FFF2-40B4-BE49-F238E27FC236}">
                <a16:creationId xmlns:a16="http://schemas.microsoft.com/office/drawing/2014/main" id="{CF004B15-3B30-4D74-A368-BAC651542F76}"/>
              </a:ext>
            </a:extLst>
          </p:cNvPr>
          <p:cNvSpPr>
            <a:spLocks noGrp="1"/>
          </p:cNvSpPr>
          <p:nvPr/>
        </p:nvSpPr>
        <p:spPr>
          <a:xfrm>
            <a:off x="2281437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F1_main_prauc_1905">
            <a:extLst>
              <a:ext uri="{FF2B5EF4-FFF2-40B4-BE49-F238E27FC236}">
                <a16:creationId xmlns:a16="http://schemas.microsoft.com/office/drawing/2014/main" id="{7675E9D7-F4EC-46DF-99C1-18E2253403E7}"/>
              </a:ext>
            </a:extLst>
          </p:cNvPr>
          <p:cNvSpPr>
            <a:spLocks noGrp="1"/>
          </p:cNvSpPr>
          <p:nvPr/>
        </p:nvSpPr>
        <p:spPr>
          <a:xfrm>
            <a:off x="2243317" y="47129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F1_main_prauc_1906">
            <a:extLst>
              <a:ext uri="{FF2B5EF4-FFF2-40B4-BE49-F238E27FC236}">
                <a16:creationId xmlns:a16="http://schemas.microsoft.com/office/drawing/2014/main" id="{76A5D968-A443-4FCC-9183-C7463F1E9E01}"/>
              </a:ext>
            </a:extLst>
          </p:cNvPr>
          <p:cNvSpPr>
            <a:spLocks noGrp="1"/>
          </p:cNvSpPr>
          <p:nvPr/>
        </p:nvSpPr>
        <p:spPr>
          <a:xfrm>
            <a:off x="2292765" y="52069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F1_main_prauc_1907">
            <a:extLst>
              <a:ext uri="{FF2B5EF4-FFF2-40B4-BE49-F238E27FC236}">
                <a16:creationId xmlns:a16="http://schemas.microsoft.com/office/drawing/2014/main" id="{1E5743F4-D84E-43AC-AB56-DDB4DECBA4BA}"/>
              </a:ext>
            </a:extLst>
          </p:cNvPr>
          <p:cNvSpPr>
            <a:spLocks noGrp="1"/>
          </p:cNvSpPr>
          <p:nvPr/>
        </p:nvSpPr>
        <p:spPr>
          <a:xfrm>
            <a:off x="2305049" y="3831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F1_main_prauc_1908">
            <a:extLst>
              <a:ext uri="{FF2B5EF4-FFF2-40B4-BE49-F238E27FC236}">
                <a16:creationId xmlns:a16="http://schemas.microsoft.com/office/drawing/2014/main" id="{8619AF06-AE6D-4788-869B-2366C407555B}"/>
              </a:ext>
            </a:extLst>
          </p:cNvPr>
          <p:cNvSpPr>
            <a:spLocks noGrp="1"/>
          </p:cNvSpPr>
          <p:nvPr/>
        </p:nvSpPr>
        <p:spPr>
          <a:xfrm>
            <a:off x="2191328" y="37076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F1_main_prauc_1909">
            <a:extLst>
              <a:ext uri="{FF2B5EF4-FFF2-40B4-BE49-F238E27FC236}">
                <a16:creationId xmlns:a16="http://schemas.microsoft.com/office/drawing/2014/main" id="{D18DE03A-956B-4DBD-BC03-D58A4CFB9FB1}"/>
              </a:ext>
            </a:extLst>
          </p:cNvPr>
          <p:cNvSpPr>
            <a:spLocks noGrp="1"/>
          </p:cNvSpPr>
          <p:nvPr/>
        </p:nvSpPr>
        <p:spPr>
          <a:xfrm>
            <a:off x="2329084" y="5136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F1_main_prauc_1910">
            <a:extLst>
              <a:ext uri="{FF2B5EF4-FFF2-40B4-BE49-F238E27FC236}">
                <a16:creationId xmlns:a16="http://schemas.microsoft.com/office/drawing/2014/main" id="{A2FC98CF-70FF-4B94-8E4A-E3798513A8E8}"/>
              </a:ext>
            </a:extLst>
          </p:cNvPr>
          <p:cNvSpPr>
            <a:spLocks noGrp="1"/>
          </p:cNvSpPr>
          <p:nvPr/>
        </p:nvSpPr>
        <p:spPr>
          <a:xfrm>
            <a:off x="2170690" y="46775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F1_main_prauc_1911">
            <a:extLst>
              <a:ext uri="{FF2B5EF4-FFF2-40B4-BE49-F238E27FC236}">
                <a16:creationId xmlns:a16="http://schemas.microsoft.com/office/drawing/2014/main" id="{9EE62C5E-1D47-4342-B87C-A41372086FE0}"/>
              </a:ext>
            </a:extLst>
          </p:cNvPr>
          <p:cNvSpPr>
            <a:spLocks noGrp="1"/>
          </p:cNvSpPr>
          <p:nvPr/>
        </p:nvSpPr>
        <p:spPr>
          <a:xfrm>
            <a:off x="232891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F1_main_prauc_1912">
            <a:extLst>
              <a:ext uri="{FF2B5EF4-FFF2-40B4-BE49-F238E27FC236}">
                <a16:creationId xmlns:a16="http://schemas.microsoft.com/office/drawing/2014/main" id="{A00CB097-D892-4888-80FA-4C3BA2C29036}"/>
              </a:ext>
            </a:extLst>
          </p:cNvPr>
          <p:cNvSpPr>
            <a:spLocks noGrp="1"/>
          </p:cNvSpPr>
          <p:nvPr/>
        </p:nvSpPr>
        <p:spPr>
          <a:xfrm>
            <a:off x="2357807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F1_main_prauc_1913">
            <a:extLst>
              <a:ext uri="{FF2B5EF4-FFF2-40B4-BE49-F238E27FC236}">
                <a16:creationId xmlns:a16="http://schemas.microsoft.com/office/drawing/2014/main" id="{038266CD-2CAA-434F-8B06-E82E535FAF80}"/>
              </a:ext>
            </a:extLst>
          </p:cNvPr>
          <p:cNvSpPr>
            <a:spLocks noGrp="1"/>
          </p:cNvSpPr>
          <p:nvPr/>
        </p:nvSpPr>
        <p:spPr>
          <a:xfrm>
            <a:off x="2188309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F1_main_prauc_1914">
            <a:extLst>
              <a:ext uri="{FF2B5EF4-FFF2-40B4-BE49-F238E27FC236}">
                <a16:creationId xmlns:a16="http://schemas.microsoft.com/office/drawing/2014/main" id="{2D262F62-7AB1-4DA7-862D-6CED00FB9C34}"/>
              </a:ext>
            </a:extLst>
          </p:cNvPr>
          <p:cNvSpPr>
            <a:spLocks noGrp="1"/>
          </p:cNvSpPr>
          <p:nvPr/>
        </p:nvSpPr>
        <p:spPr>
          <a:xfrm>
            <a:off x="2227932" y="57264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F1_main_prauc_1915">
            <a:extLst>
              <a:ext uri="{FF2B5EF4-FFF2-40B4-BE49-F238E27FC236}">
                <a16:creationId xmlns:a16="http://schemas.microsoft.com/office/drawing/2014/main" id="{D0ABA665-7241-405B-B081-59B600EA2B4C}"/>
              </a:ext>
            </a:extLst>
          </p:cNvPr>
          <p:cNvSpPr>
            <a:spLocks noGrp="1"/>
          </p:cNvSpPr>
          <p:nvPr/>
        </p:nvSpPr>
        <p:spPr>
          <a:xfrm>
            <a:off x="2316693" y="60978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F1_main_prauc_1916">
            <a:extLst>
              <a:ext uri="{FF2B5EF4-FFF2-40B4-BE49-F238E27FC236}">
                <a16:creationId xmlns:a16="http://schemas.microsoft.com/office/drawing/2014/main" id="{75F776D9-DB35-41BE-BD44-E6C0877D0160}"/>
              </a:ext>
            </a:extLst>
          </p:cNvPr>
          <p:cNvSpPr>
            <a:spLocks noGrp="1"/>
          </p:cNvSpPr>
          <p:nvPr/>
        </p:nvSpPr>
        <p:spPr>
          <a:xfrm>
            <a:off x="2326018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F1_main_prauc_1917">
            <a:extLst>
              <a:ext uri="{FF2B5EF4-FFF2-40B4-BE49-F238E27FC236}">
                <a16:creationId xmlns:a16="http://schemas.microsoft.com/office/drawing/2014/main" id="{994096BA-6717-40F0-B764-C41FBEEF1563}"/>
              </a:ext>
            </a:extLst>
          </p:cNvPr>
          <p:cNvSpPr>
            <a:spLocks noGrp="1"/>
          </p:cNvSpPr>
          <p:nvPr/>
        </p:nvSpPr>
        <p:spPr>
          <a:xfrm>
            <a:off x="217193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F1_main_prauc_1918">
            <a:extLst>
              <a:ext uri="{FF2B5EF4-FFF2-40B4-BE49-F238E27FC236}">
                <a16:creationId xmlns:a16="http://schemas.microsoft.com/office/drawing/2014/main" id="{2EEBD24D-DC07-4BA1-9BDE-CEC7D22D49AE}"/>
              </a:ext>
            </a:extLst>
          </p:cNvPr>
          <p:cNvSpPr>
            <a:spLocks noGrp="1"/>
          </p:cNvSpPr>
          <p:nvPr/>
        </p:nvSpPr>
        <p:spPr>
          <a:xfrm>
            <a:off x="2205990" y="46202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F1_main_prauc_1919">
            <a:extLst>
              <a:ext uri="{FF2B5EF4-FFF2-40B4-BE49-F238E27FC236}">
                <a16:creationId xmlns:a16="http://schemas.microsoft.com/office/drawing/2014/main" id="{5F2CEA36-451F-4C2F-AADC-7208F70B3E46}"/>
              </a:ext>
            </a:extLst>
          </p:cNvPr>
          <p:cNvSpPr>
            <a:spLocks noGrp="1"/>
          </p:cNvSpPr>
          <p:nvPr/>
        </p:nvSpPr>
        <p:spPr>
          <a:xfrm>
            <a:off x="2164742" y="60978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F1_main_prauc_1920">
            <a:extLst>
              <a:ext uri="{FF2B5EF4-FFF2-40B4-BE49-F238E27FC236}">
                <a16:creationId xmlns:a16="http://schemas.microsoft.com/office/drawing/2014/main" id="{BC4D6CEC-1C54-40FF-9242-AC8947B0589E}"/>
              </a:ext>
            </a:extLst>
          </p:cNvPr>
          <p:cNvSpPr>
            <a:spLocks noGrp="1"/>
          </p:cNvSpPr>
          <p:nvPr/>
        </p:nvSpPr>
        <p:spPr>
          <a:xfrm>
            <a:off x="2202299" y="45284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F1_main_prauc_1921">
            <a:extLst>
              <a:ext uri="{FF2B5EF4-FFF2-40B4-BE49-F238E27FC236}">
                <a16:creationId xmlns:a16="http://schemas.microsoft.com/office/drawing/2014/main" id="{BADE392D-37D8-4552-99A0-A6190A8EC568}"/>
              </a:ext>
            </a:extLst>
          </p:cNvPr>
          <p:cNvSpPr>
            <a:spLocks noGrp="1"/>
          </p:cNvSpPr>
          <p:nvPr/>
        </p:nvSpPr>
        <p:spPr>
          <a:xfrm>
            <a:off x="2362063" y="55626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F1_main_prauc_1922">
            <a:extLst>
              <a:ext uri="{FF2B5EF4-FFF2-40B4-BE49-F238E27FC236}">
                <a16:creationId xmlns:a16="http://schemas.microsoft.com/office/drawing/2014/main" id="{691DCE86-698C-4CDB-91E6-958CA0F73324}"/>
              </a:ext>
            </a:extLst>
          </p:cNvPr>
          <p:cNvSpPr>
            <a:spLocks noGrp="1"/>
          </p:cNvSpPr>
          <p:nvPr/>
        </p:nvSpPr>
        <p:spPr>
          <a:xfrm>
            <a:off x="2345312" y="60895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F1_main_prauc_1923">
            <a:extLst>
              <a:ext uri="{FF2B5EF4-FFF2-40B4-BE49-F238E27FC236}">
                <a16:creationId xmlns:a16="http://schemas.microsoft.com/office/drawing/2014/main" id="{AE35E422-DD56-4138-910F-29A309647690}"/>
              </a:ext>
            </a:extLst>
          </p:cNvPr>
          <p:cNvSpPr>
            <a:spLocks noGrp="1"/>
          </p:cNvSpPr>
          <p:nvPr/>
        </p:nvSpPr>
        <p:spPr>
          <a:xfrm>
            <a:off x="2152287" y="59919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F1_main_prauc_1924">
            <a:extLst>
              <a:ext uri="{FF2B5EF4-FFF2-40B4-BE49-F238E27FC236}">
                <a16:creationId xmlns:a16="http://schemas.microsoft.com/office/drawing/2014/main" id="{0ECFEBF8-710C-4C7D-924C-BF2C9C017FB7}"/>
              </a:ext>
            </a:extLst>
          </p:cNvPr>
          <p:cNvSpPr>
            <a:spLocks noGrp="1"/>
          </p:cNvSpPr>
          <p:nvPr/>
        </p:nvSpPr>
        <p:spPr>
          <a:xfrm>
            <a:off x="2254005" y="5870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F1_main_prauc_1925">
            <a:extLst>
              <a:ext uri="{FF2B5EF4-FFF2-40B4-BE49-F238E27FC236}">
                <a16:creationId xmlns:a16="http://schemas.microsoft.com/office/drawing/2014/main" id="{920C6682-B017-4727-B8F3-DAAA737B5473}"/>
              </a:ext>
            </a:extLst>
          </p:cNvPr>
          <p:cNvSpPr>
            <a:spLocks noGrp="1"/>
          </p:cNvSpPr>
          <p:nvPr/>
        </p:nvSpPr>
        <p:spPr>
          <a:xfrm>
            <a:off x="2278313" y="6080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F1_main_prauc_1926">
            <a:extLst>
              <a:ext uri="{FF2B5EF4-FFF2-40B4-BE49-F238E27FC236}">
                <a16:creationId xmlns:a16="http://schemas.microsoft.com/office/drawing/2014/main" id="{5C6E2536-EC32-4124-8621-2EA16B5D43B8}"/>
              </a:ext>
            </a:extLst>
          </p:cNvPr>
          <p:cNvSpPr>
            <a:spLocks noGrp="1"/>
          </p:cNvSpPr>
          <p:nvPr/>
        </p:nvSpPr>
        <p:spPr>
          <a:xfrm>
            <a:off x="2276447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F1_main_prauc_1927">
            <a:extLst>
              <a:ext uri="{FF2B5EF4-FFF2-40B4-BE49-F238E27FC236}">
                <a16:creationId xmlns:a16="http://schemas.microsoft.com/office/drawing/2014/main" id="{7A08B0A6-DEAE-4E5A-BC7D-EAE2886CE557}"/>
              </a:ext>
            </a:extLst>
          </p:cNvPr>
          <p:cNvSpPr>
            <a:spLocks noGrp="1"/>
          </p:cNvSpPr>
          <p:nvPr/>
        </p:nvSpPr>
        <p:spPr>
          <a:xfrm>
            <a:off x="2316524" y="42911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F1_main_prauc_1928">
            <a:extLst>
              <a:ext uri="{FF2B5EF4-FFF2-40B4-BE49-F238E27FC236}">
                <a16:creationId xmlns:a16="http://schemas.microsoft.com/office/drawing/2014/main" id="{2DB5E970-7F4E-4BA3-AB31-19A09868760E}"/>
              </a:ext>
            </a:extLst>
          </p:cNvPr>
          <p:cNvSpPr>
            <a:spLocks noGrp="1"/>
          </p:cNvSpPr>
          <p:nvPr/>
        </p:nvSpPr>
        <p:spPr>
          <a:xfrm>
            <a:off x="2201662" y="60978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F1_main_prauc_1929">
            <a:extLst>
              <a:ext uri="{FF2B5EF4-FFF2-40B4-BE49-F238E27FC236}">
                <a16:creationId xmlns:a16="http://schemas.microsoft.com/office/drawing/2014/main" id="{92F65A24-ABF8-47F5-8849-DC803BE3F428}"/>
              </a:ext>
            </a:extLst>
          </p:cNvPr>
          <p:cNvSpPr>
            <a:spLocks noGrp="1"/>
          </p:cNvSpPr>
          <p:nvPr/>
        </p:nvSpPr>
        <p:spPr>
          <a:xfrm>
            <a:off x="2210974" y="60975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F1_main_prauc_1930">
            <a:extLst>
              <a:ext uri="{FF2B5EF4-FFF2-40B4-BE49-F238E27FC236}">
                <a16:creationId xmlns:a16="http://schemas.microsoft.com/office/drawing/2014/main" id="{35DACB15-C23D-4D3E-8479-86473BD0B922}"/>
              </a:ext>
            </a:extLst>
          </p:cNvPr>
          <p:cNvSpPr>
            <a:spLocks noGrp="1"/>
          </p:cNvSpPr>
          <p:nvPr/>
        </p:nvSpPr>
        <p:spPr>
          <a:xfrm>
            <a:off x="2153110" y="42421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F1_main_prauc_1931">
            <a:extLst>
              <a:ext uri="{FF2B5EF4-FFF2-40B4-BE49-F238E27FC236}">
                <a16:creationId xmlns:a16="http://schemas.microsoft.com/office/drawing/2014/main" id="{28FC6ED7-E4C6-482F-BD8E-441016F96D66}"/>
              </a:ext>
            </a:extLst>
          </p:cNvPr>
          <p:cNvSpPr>
            <a:spLocks noGrp="1"/>
          </p:cNvSpPr>
          <p:nvPr/>
        </p:nvSpPr>
        <p:spPr>
          <a:xfrm>
            <a:off x="2209925" y="45415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F1_main_prauc_1932">
            <a:extLst>
              <a:ext uri="{FF2B5EF4-FFF2-40B4-BE49-F238E27FC236}">
                <a16:creationId xmlns:a16="http://schemas.microsoft.com/office/drawing/2014/main" id="{38B14DAA-6FDF-42DE-9751-74F0696DB3BF}"/>
              </a:ext>
            </a:extLst>
          </p:cNvPr>
          <p:cNvSpPr>
            <a:spLocks noGrp="1"/>
          </p:cNvSpPr>
          <p:nvPr/>
        </p:nvSpPr>
        <p:spPr>
          <a:xfrm>
            <a:off x="2262840" y="47880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F1_main_prauc_1933">
            <a:extLst>
              <a:ext uri="{FF2B5EF4-FFF2-40B4-BE49-F238E27FC236}">
                <a16:creationId xmlns:a16="http://schemas.microsoft.com/office/drawing/2014/main" id="{5F958CA3-22F8-4A0C-8423-5D9FC2D71638}"/>
              </a:ext>
            </a:extLst>
          </p:cNvPr>
          <p:cNvSpPr>
            <a:spLocks noGrp="1"/>
          </p:cNvSpPr>
          <p:nvPr/>
        </p:nvSpPr>
        <p:spPr>
          <a:xfrm>
            <a:off x="2297194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F1_main_prauc_1934">
            <a:extLst>
              <a:ext uri="{FF2B5EF4-FFF2-40B4-BE49-F238E27FC236}">
                <a16:creationId xmlns:a16="http://schemas.microsoft.com/office/drawing/2014/main" id="{DDC9E1BB-B3EE-48BA-989D-8327725384E4}"/>
              </a:ext>
            </a:extLst>
          </p:cNvPr>
          <p:cNvSpPr>
            <a:spLocks noGrp="1"/>
          </p:cNvSpPr>
          <p:nvPr/>
        </p:nvSpPr>
        <p:spPr>
          <a:xfrm>
            <a:off x="2159649" y="4622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F1_main_prauc_1935">
            <a:extLst>
              <a:ext uri="{FF2B5EF4-FFF2-40B4-BE49-F238E27FC236}">
                <a16:creationId xmlns:a16="http://schemas.microsoft.com/office/drawing/2014/main" id="{FF6CBC69-0CE0-42EC-AC6F-62E5B53C113D}"/>
              </a:ext>
            </a:extLst>
          </p:cNvPr>
          <p:cNvSpPr>
            <a:spLocks noGrp="1"/>
          </p:cNvSpPr>
          <p:nvPr/>
        </p:nvSpPr>
        <p:spPr>
          <a:xfrm>
            <a:off x="2167171" y="54333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F1_main_prauc_1936">
            <a:extLst>
              <a:ext uri="{FF2B5EF4-FFF2-40B4-BE49-F238E27FC236}">
                <a16:creationId xmlns:a16="http://schemas.microsoft.com/office/drawing/2014/main" id="{686E9DFB-BEEE-4E3C-A3EF-D78224F11D78}"/>
              </a:ext>
            </a:extLst>
          </p:cNvPr>
          <p:cNvSpPr>
            <a:spLocks noGrp="1"/>
          </p:cNvSpPr>
          <p:nvPr/>
        </p:nvSpPr>
        <p:spPr>
          <a:xfrm>
            <a:off x="2313857" y="60925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F1_main_prauc_1937">
            <a:extLst>
              <a:ext uri="{FF2B5EF4-FFF2-40B4-BE49-F238E27FC236}">
                <a16:creationId xmlns:a16="http://schemas.microsoft.com/office/drawing/2014/main" id="{DAF9C895-59DB-42CB-A257-37886FD40C10}"/>
              </a:ext>
            </a:extLst>
          </p:cNvPr>
          <p:cNvSpPr>
            <a:spLocks noGrp="1"/>
          </p:cNvSpPr>
          <p:nvPr/>
        </p:nvSpPr>
        <p:spPr>
          <a:xfrm>
            <a:off x="2195006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F1_main_prauc_1938">
            <a:extLst>
              <a:ext uri="{FF2B5EF4-FFF2-40B4-BE49-F238E27FC236}">
                <a16:creationId xmlns:a16="http://schemas.microsoft.com/office/drawing/2014/main" id="{63639508-7CC3-4170-896C-C9D4235E8DEB}"/>
              </a:ext>
            </a:extLst>
          </p:cNvPr>
          <p:cNvSpPr>
            <a:spLocks noGrp="1"/>
          </p:cNvSpPr>
          <p:nvPr/>
        </p:nvSpPr>
        <p:spPr>
          <a:xfrm>
            <a:off x="2192925" y="6097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F1_main_prauc_1939">
            <a:extLst>
              <a:ext uri="{FF2B5EF4-FFF2-40B4-BE49-F238E27FC236}">
                <a16:creationId xmlns:a16="http://schemas.microsoft.com/office/drawing/2014/main" id="{04F2291A-933A-4697-96AE-75CCE4A9F818}"/>
              </a:ext>
            </a:extLst>
          </p:cNvPr>
          <p:cNvSpPr>
            <a:spLocks noGrp="1"/>
          </p:cNvSpPr>
          <p:nvPr/>
        </p:nvSpPr>
        <p:spPr>
          <a:xfrm>
            <a:off x="2313657" y="51625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F1_main_prauc_1940">
            <a:extLst>
              <a:ext uri="{FF2B5EF4-FFF2-40B4-BE49-F238E27FC236}">
                <a16:creationId xmlns:a16="http://schemas.microsoft.com/office/drawing/2014/main" id="{9946B9E8-827F-421A-B504-A9F152A9CAA8}"/>
              </a:ext>
            </a:extLst>
          </p:cNvPr>
          <p:cNvSpPr>
            <a:spLocks noGrp="1"/>
          </p:cNvSpPr>
          <p:nvPr/>
        </p:nvSpPr>
        <p:spPr>
          <a:xfrm>
            <a:off x="2182177" y="60978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F1_main_prauc_1941">
            <a:extLst>
              <a:ext uri="{FF2B5EF4-FFF2-40B4-BE49-F238E27FC236}">
                <a16:creationId xmlns:a16="http://schemas.microsoft.com/office/drawing/2014/main" id="{F9C112F5-BCB1-4C31-96D9-1FA600397E7E}"/>
              </a:ext>
            </a:extLst>
          </p:cNvPr>
          <p:cNvSpPr>
            <a:spLocks noGrp="1"/>
          </p:cNvSpPr>
          <p:nvPr/>
        </p:nvSpPr>
        <p:spPr>
          <a:xfrm>
            <a:off x="2174945" y="60922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F1_main_prauc_1942">
            <a:extLst>
              <a:ext uri="{FF2B5EF4-FFF2-40B4-BE49-F238E27FC236}">
                <a16:creationId xmlns:a16="http://schemas.microsoft.com/office/drawing/2014/main" id="{112938A8-4447-42A4-9E6A-66B53427A780}"/>
              </a:ext>
            </a:extLst>
          </p:cNvPr>
          <p:cNvSpPr>
            <a:spLocks noGrp="1"/>
          </p:cNvSpPr>
          <p:nvPr/>
        </p:nvSpPr>
        <p:spPr>
          <a:xfrm>
            <a:off x="2191379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F1_main_prauc_1943">
            <a:extLst>
              <a:ext uri="{FF2B5EF4-FFF2-40B4-BE49-F238E27FC236}">
                <a16:creationId xmlns:a16="http://schemas.microsoft.com/office/drawing/2014/main" id="{1165B6A5-DBE7-43D8-8041-8641BB178146}"/>
              </a:ext>
            </a:extLst>
          </p:cNvPr>
          <p:cNvSpPr>
            <a:spLocks noGrp="1"/>
          </p:cNvSpPr>
          <p:nvPr/>
        </p:nvSpPr>
        <p:spPr>
          <a:xfrm>
            <a:off x="2334377" y="6081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F1_main_prauc_1944">
            <a:extLst>
              <a:ext uri="{FF2B5EF4-FFF2-40B4-BE49-F238E27FC236}">
                <a16:creationId xmlns:a16="http://schemas.microsoft.com/office/drawing/2014/main" id="{CBB78D80-1983-411C-8EB6-D48316E3D724}"/>
              </a:ext>
            </a:extLst>
          </p:cNvPr>
          <p:cNvSpPr>
            <a:spLocks noGrp="1"/>
          </p:cNvSpPr>
          <p:nvPr/>
        </p:nvSpPr>
        <p:spPr>
          <a:xfrm>
            <a:off x="237398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F1_main_prauc_1945">
            <a:extLst>
              <a:ext uri="{FF2B5EF4-FFF2-40B4-BE49-F238E27FC236}">
                <a16:creationId xmlns:a16="http://schemas.microsoft.com/office/drawing/2014/main" id="{5E926ED2-D8F4-4122-AA9B-C684EC5775BB}"/>
              </a:ext>
            </a:extLst>
          </p:cNvPr>
          <p:cNvSpPr>
            <a:spLocks noGrp="1"/>
          </p:cNvSpPr>
          <p:nvPr/>
        </p:nvSpPr>
        <p:spPr>
          <a:xfrm>
            <a:off x="2189147" y="5656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F1_main_prauc_1946">
            <a:extLst>
              <a:ext uri="{FF2B5EF4-FFF2-40B4-BE49-F238E27FC236}">
                <a16:creationId xmlns:a16="http://schemas.microsoft.com/office/drawing/2014/main" id="{22107FC2-EBA1-48E2-9690-AB371361D428}"/>
              </a:ext>
            </a:extLst>
          </p:cNvPr>
          <p:cNvSpPr>
            <a:spLocks noGrp="1"/>
          </p:cNvSpPr>
          <p:nvPr/>
        </p:nvSpPr>
        <p:spPr>
          <a:xfrm>
            <a:off x="2143465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F1_main_prauc_1947">
            <a:extLst>
              <a:ext uri="{FF2B5EF4-FFF2-40B4-BE49-F238E27FC236}">
                <a16:creationId xmlns:a16="http://schemas.microsoft.com/office/drawing/2014/main" id="{74CD2859-3C0F-4617-84C3-1C80D7560ACD}"/>
              </a:ext>
            </a:extLst>
          </p:cNvPr>
          <p:cNvSpPr>
            <a:spLocks noGrp="1"/>
          </p:cNvSpPr>
          <p:nvPr/>
        </p:nvSpPr>
        <p:spPr>
          <a:xfrm>
            <a:off x="2267695" y="454299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F1_main_prauc_1948">
            <a:extLst>
              <a:ext uri="{FF2B5EF4-FFF2-40B4-BE49-F238E27FC236}">
                <a16:creationId xmlns:a16="http://schemas.microsoft.com/office/drawing/2014/main" id="{180AD488-98CC-4CC6-98EC-F7AD99C38AFD}"/>
              </a:ext>
            </a:extLst>
          </p:cNvPr>
          <p:cNvSpPr>
            <a:spLocks noGrp="1"/>
          </p:cNvSpPr>
          <p:nvPr/>
        </p:nvSpPr>
        <p:spPr>
          <a:xfrm>
            <a:off x="2307617" y="58267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F1_main_prauc_1949">
            <a:extLst>
              <a:ext uri="{FF2B5EF4-FFF2-40B4-BE49-F238E27FC236}">
                <a16:creationId xmlns:a16="http://schemas.microsoft.com/office/drawing/2014/main" id="{83BAF9BE-D645-428F-9B98-72908ACEA002}"/>
              </a:ext>
            </a:extLst>
          </p:cNvPr>
          <p:cNvSpPr>
            <a:spLocks noGrp="1"/>
          </p:cNvSpPr>
          <p:nvPr/>
        </p:nvSpPr>
        <p:spPr>
          <a:xfrm>
            <a:off x="2311360" y="43429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F1_main_prauc_1950">
            <a:extLst>
              <a:ext uri="{FF2B5EF4-FFF2-40B4-BE49-F238E27FC236}">
                <a16:creationId xmlns:a16="http://schemas.microsoft.com/office/drawing/2014/main" id="{55337D77-1B76-4A13-8F53-FFEA60C8E447}"/>
              </a:ext>
            </a:extLst>
          </p:cNvPr>
          <p:cNvSpPr>
            <a:spLocks noGrp="1"/>
          </p:cNvSpPr>
          <p:nvPr/>
        </p:nvSpPr>
        <p:spPr>
          <a:xfrm>
            <a:off x="2163029" y="38311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F1_main_prauc_1951">
            <a:extLst>
              <a:ext uri="{FF2B5EF4-FFF2-40B4-BE49-F238E27FC236}">
                <a16:creationId xmlns:a16="http://schemas.microsoft.com/office/drawing/2014/main" id="{215A82DA-8C19-4D81-97FC-77027FBF9781}"/>
              </a:ext>
            </a:extLst>
          </p:cNvPr>
          <p:cNvSpPr>
            <a:spLocks noGrp="1"/>
          </p:cNvSpPr>
          <p:nvPr/>
        </p:nvSpPr>
        <p:spPr>
          <a:xfrm>
            <a:off x="2356710" y="60977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F1_main_prauc_1952">
            <a:extLst>
              <a:ext uri="{FF2B5EF4-FFF2-40B4-BE49-F238E27FC236}">
                <a16:creationId xmlns:a16="http://schemas.microsoft.com/office/drawing/2014/main" id="{4A75108A-3A1E-4CF5-BE77-CDF20BF0BF21}"/>
              </a:ext>
            </a:extLst>
          </p:cNvPr>
          <p:cNvSpPr>
            <a:spLocks noGrp="1"/>
          </p:cNvSpPr>
          <p:nvPr/>
        </p:nvSpPr>
        <p:spPr>
          <a:xfrm>
            <a:off x="2268540" y="60978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F1_main_prauc_1953">
            <a:extLst>
              <a:ext uri="{FF2B5EF4-FFF2-40B4-BE49-F238E27FC236}">
                <a16:creationId xmlns:a16="http://schemas.microsoft.com/office/drawing/2014/main" id="{79D33E84-8EAE-4733-AE7E-422CDF9A536F}"/>
              </a:ext>
            </a:extLst>
          </p:cNvPr>
          <p:cNvSpPr>
            <a:spLocks noGrp="1"/>
          </p:cNvSpPr>
          <p:nvPr/>
        </p:nvSpPr>
        <p:spPr>
          <a:xfrm>
            <a:off x="2176200" y="557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F1_main_prauc_1954">
            <a:extLst>
              <a:ext uri="{FF2B5EF4-FFF2-40B4-BE49-F238E27FC236}">
                <a16:creationId xmlns:a16="http://schemas.microsoft.com/office/drawing/2014/main" id="{06658BA5-D619-4C6B-B0B9-849D24A9154D}"/>
              </a:ext>
            </a:extLst>
          </p:cNvPr>
          <p:cNvSpPr>
            <a:spLocks noGrp="1"/>
          </p:cNvSpPr>
          <p:nvPr/>
        </p:nvSpPr>
        <p:spPr>
          <a:xfrm>
            <a:off x="2185414" y="5231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F1_main_prauc_1955">
            <a:extLst>
              <a:ext uri="{FF2B5EF4-FFF2-40B4-BE49-F238E27FC236}">
                <a16:creationId xmlns:a16="http://schemas.microsoft.com/office/drawing/2014/main" id="{172C5327-0E65-49DF-867E-E78BDC274ACC}"/>
              </a:ext>
            </a:extLst>
          </p:cNvPr>
          <p:cNvSpPr>
            <a:spLocks noGrp="1"/>
          </p:cNvSpPr>
          <p:nvPr/>
        </p:nvSpPr>
        <p:spPr>
          <a:xfrm>
            <a:off x="2204165" y="5365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F1_main_prauc_1956">
            <a:extLst>
              <a:ext uri="{FF2B5EF4-FFF2-40B4-BE49-F238E27FC236}">
                <a16:creationId xmlns:a16="http://schemas.microsoft.com/office/drawing/2014/main" id="{46ADD2B6-4AA6-4831-BC92-D689703208A3}"/>
              </a:ext>
            </a:extLst>
          </p:cNvPr>
          <p:cNvSpPr>
            <a:spLocks noGrp="1"/>
          </p:cNvSpPr>
          <p:nvPr/>
        </p:nvSpPr>
        <p:spPr>
          <a:xfrm>
            <a:off x="2300690" y="41791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F1_main_prauc_1957">
            <a:extLst>
              <a:ext uri="{FF2B5EF4-FFF2-40B4-BE49-F238E27FC236}">
                <a16:creationId xmlns:a16="http://schemas.microsoft.com/office/drawing/2014/main" id="{F0C4E5FC-8DEF-4FBF-8E30-F62BCA1ED700}"/>
              </a:ext>
            </a:extLst>
          </p:cNvPr>
          <p:cNvSpPr>
            <a:spLocks noGrp="1"/>
          </p:cNvSpPr>
          <p:nvPr/>
        </p:nvSpPr>
        <p:spPr>
          <a:xfrm>
            <a:off x="2140162" y="3908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F1_main_prauc_1958">
            <a:extLst>
              <a:ext uri="{FF2B5EF4-FFF2-40B4-BE49-F238E27FC236}">
                <a16:creationId xmlns:a16="http://schemas.microsoft.com/office/drawing/2014/main" id="{3C4A1E67-91FE-451D-A133-FD04CA713A1D}"/>
              </a:ext>
            </a:extLst>
          </p:cNvPr>
          <p:cNvSpPr>
            <a:spLocks noGrp="1"/>
          </p:cNvSpPr>
          <p:nvPr/>
        </p:nvSpPr>
        <p:spPr>
          <a:xfrm>
            <a:off x="2133391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F1_main_prauc_1959">
            <a:extLst>
              <a:ext uri="{FF2B5EF4-FFF2-40B4-BE49-F238E27FC236}">
                <a16:creationId xmlns:a16="http://schemas.microsoft.com/office/drawing/2014/main" id="{1EBA63E1-B4C4-422E-9C41-7D1CCBE96E60}"/>
              </a:ext>
            </a:extLst>
          </p:cNvPr>
          <p:cNvSpPr>
            <a:spLocks noGrp="1"/>
          </p:cNvSpPr>
          <p:nvPr/>
        </p:nvSpPr>
        <p:spPr>
          <a:xfrm>
            <a:off x="2199680" y="5185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F1_main_prauc_1960">
            <a:extLst>
              <a:ext uri="{FF2B5EF4-FFF2-40B4-BE49-F238E27FC236}">
                <a16:creationId xmlns:a16="http://schemas.microsoft.com/office/drawing/2014/main" id="{52F36525-1BA2-4CD5-AAD8-5EE16DB9903E}"/>
              </a:ext>
            </a:extLst>
          </p:cNvPr>
          <p:cNvSpPr>
            <a:spLocks noGrp="1"/>
          </p:cNvSpPr>
          <p:nvPr/>
        </p:nvSpPr>
        <p:spPr>
          <a:xfrm>
            <a:off x="2245462" y="5982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F1_main_prauc_1961">
            <a:extLst>
              <a:ext uri="{FF2B5EF4-FFF2-40B4-BE49-F238E27FC236}">
                <a16:creationId xmlns:a16="http://schemas.microsoft.com/office/drawing/2014/main" id="{583DF391-DC01-4A48-9460-799A8A2F1944}"/>
              </a:ext>
            </a:extLst>
          </p:cNvPr>
          <p:cNvSpPr>
            <a:spLocks noGrp="1"/>
          </p:cNvSpPr>
          <p:nvPr/>
        </p:nvSpPr>
        <p:spPr>
          <a:xfrm>
            <a:off x="2204474" y="60978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F1_main_prauc_1962">
            <a:extLst>
              <a:ext uri="{FF2B5EF4-FFF2-40B4-BE49-F238E27FC236}">
                <a16:creationId xmlns:a16="http://schemas.microsoft.com/office/drawing/2014/main" id="{64D54DB6-7584-458E-B36A-BFDE44992C37}"/>
              </a:ext>
            </a:extLst>
          </p:cNvPr>
          <p:cNvSpPr>
            <a:spLocks noGrp="1"/>
          </p:cNvSpPr>
          <p:nvPr/>
        </p:nvSpPr>
        <p:spPr>
          <a:xfrm>
            <a:off x="2142855" y="60977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F1_main_prauc_1963">
            <a:extLst>
              <a:ext uri="{FF2B5EF4-FFF2-40B4-BE49-F238E27FC236}">
                <a16:creationId xmlns:a16="http://schemas.microsoft.com/office/drawing/2014/main" id="{27717857-AF49-44FE-9C9A-9BBBDED3D04C}"/>
              </a:ext>
            </a:extLst>
          </p:cNvPr>
          <p:cNvSpPr>
            <a:spLocks noGrp="1"/>
          </p:cNvSpPr>
          <p:nvPr/>
        </p:nvSpPr>
        <p:spPr>
          <a:xfrm>
            <a:off x="2147147" y="5192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F1_main_prauc_1964">
            <a:extLst>
              <a:ext uri="{FF2B5EF4-FFF2-40B4-BE49-F238E27FC236}">
                <a16:creationId xmlns:a16="http://schemas.microsoft.com/office/drawing/2014/main" id="{70C7F99C-8E38-484D-AB6E-72ADBD81C2CB}"/>
              </a:ext>
            </a:extLst>
          </p:cNvPr>
          <p:cNvSpPr>
            <a:spLocks noGrp="1"/>
          </p:cNvSpPr>
          <p:nvPr/>
        </p:nvSpPr>
        <p:spPr>
          <a:xfrm>
            <a:off x="2265696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F1_main_prauc_1965">
            <a:extLst>
              <a:ext uri="{FF2B5EF4-FFF2-40B4-BE49-F238E27FC236}">
                <a16:creationId xmlns:a16="http://schemas.microsoft.com/office/drawing/2014/main" id="{974EB8C6-A44E-4226-B25F-396BB9A1FD4B}"/>
              </a:ext>
            </a:extLst>
          </p:cNvPr>
          <p:cNvSpPr>
            <a:spLocks noGrp="1"/>
          </p:cNvSpPr>
          <p:nvPr/>
        </p:nvSpPr>
        <p:spPr>
          <a:xfrm>
            <a:off x="2224770" y="60977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F1_main_prauc_1966">
            <a:extLst>
              <a:ext uri="{FF2B5EF4-FFF2-40B4-BE49-F238E27FC236}">
                <a16:creationId xmlns:a16="http://schemas.microsoft.com/office/drawing/2014/main" id="{0AE7F491-90B8-4AED-A3D5-562AA76A5609}"/>
              </a:ext>
            </a:extLst>
          </p:cNvPr>
          <p:cNvSpPr>
            <a:spLocks noGrp="1"/>
          </p:cNvSpPr>
          <p:nvPr/>
        </p:nvSpPr>
        <p:spPr>
          <a:xfrm>
            <a:off x="2199673" y="58757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F1_main_prauc_1967">
            <a:extLst>
              <a:ext uri="{FF2B5EF4-FFF2-40B4-BE49-F238E27FC236}">
                <a16:creationId xmlns:a16="http://schemas.microsoft.com/office/drawing/2014/main" id="{401D1782-8DBE-40A8-A191-DEC77E6472AC}"/>
              </a:ext>
            </a:extLst>
          </p:cNvPr>
          <p:cNvSpPr>
            <a:spLocks noGrp="1"/>
          </p:cNvSpPr>
          <p:nvPr/>
        </p:nvSpPr>
        <p:spPr>
          <a:xfrm>
            <a:off x="2311898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F1_main_prauc_1968">
            <a:extLst>
              <a:ext uri="{FF2B5EF4-FFF2-40B4-BE49-F238E27FC236}">
                <a16:creationId xmlns:a16="http://schemas.microsoft.com/office/drawing/2014/main" id="{F42F06E3-A20B-4E25-87F8-10FA4C33605A}"/>
              </a:ext>
            </a:extLst>
          </p:cNvPr>
          <p:cNvSpPr>
            <a:spLocks noGrp="1"/>
          </p:cNvSpPr>
          <p:nvPr/>
        </p:nvSpPr>
        <p:spPr>
          <a:xfrm>
            <a:off x="229200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F1_main_prauc_1969">
            <a:extLst>
              <a:ext uri="{FF2B5EF4-FFF2-40B4-BE49-F238E27FC236}">
                <a16:creationId xmlns:a16="http://schemas.microsoft.com/office/drawing/2014/main" id="{A24539E5-0B6C-4A0A-841F-05713C229969}"/>
              </a:ext>
            </a:extLst>
          </p:cNvPr>
          <p:cNvSpPr>
            <a:spLocks noGrp="1"/>
          </p:cNvSpPr>
          <p:nvPr/>
        </p:nvSpPr>
        <p:spPr>
          <a:xfrm>
            <a:off x="2296354" y="43052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F1_main_prauc_1970">
            <a:extLst>
              <a:ext uri="{FF2B5EF4-FFF2-40B4-BE49-F238E27FC236}">
                <a16:creationId xmlns:a16="http://schemas.microsoft.com/office/drawing/2014/main" id="{FB97A0A7-71FA-4D9F-AA43-D8FE81BAF0F4}"/>
              </a:ext>
            </a:extLst>
          </p:cNvPr>
          <p:cNvSpPr>
            <a:spLocks noGrp="1"/>
          </p:cNvSpPr>
          <p:nvPr/>
        </p:nvSpPr>
        <p:spPr>
          <a:xfrm>
            <a:off x="2354865" y="58676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F1_main_prauc_1971">
            <a:extLst>
              <a:ext uri="{FF2B5EF4-FFF2-40B4-BE49-F238E27FC236}">
                <a16:creationId xmlns:a16="http://schemas.microsoft.com/office/drawing/2014/main" id="{0CA30C75-ACC6-4960-A0D9-1C187663CE22}"/>
              </a:ext>
            </a:extLst>
          </p:cNvPr>
          <p:cNvSpPr>
            <a:spLocks noGrp="1"/>
          </p:cNvSpPr>
          <p:nvPr/>
        </p:nvSpPr>
        <p:spPr>
          <a:xfrm>
            <a:off x="2190698" y="60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F1_main_prauc_1972">
            <a:extLst>
              <a:ext uri="{FF2B5EF4-FFF2-40B4-BE49-F238E27FC236}">
                <a16:creationId xmlns:a16="http://schemas.microsoft.com/office/drawing/2014/main" id="{2C29FEFF-88F0-4CA7-823E-3B04E4E22F57}"/>
              </a:ext>
            </a:extLst>
          </p:cNvPr>
          <p:cNvSpPr>
            <a:spLocks noGrp="1"/>
          </p:cNvSpPr>
          <p:nvPr/>
        </p:nvSpPr>
        <p:spPr>
          <a:xfrm>
            <a:off x="2292818" y="60977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F1_main_prauc_1973">
            <a:extLst>
              <a:ext uri="{FF2B5EF4-FFF2-40B4-BE49-F238E27FC236}">
                <a16:creationId xmlns:a16="http://schemas.microsoft.com/office/drawing/2014/main" id="{FA9B933D-00BA-4EA9-A4D0-3B2EA2C122D2}"/>
              </a:ext>
            </a:extLst>
          </p:cNvPr>
          <p:cNvSpPr>
            <a:spLocks noGrp="1"/>
          </p:cNvSpPr>
          <p:nvPr/>
        </p:nvSpPr>
        <p:spPr>
          <a:xfrm>
            <a:off x="2170844" y="55850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F1_main_prauc_1974">
            <a:extLst>
              <a:ext uri="{FF2B5EF4-FFF2-40B4-BE49-F238E27FC236}">
                <a16:creationId xmlns:a16="http://schemas.microsoft.com/office/drawing/2014/main" id="{8865BD02-B2DF-4D0A-8D46-3603D7CC811E}"/>
              </a:ext>
            </a:extLst>
          </p:cNvPr>
          <p:cNvSpPr>
            <a:spLocks noGrp="1"/>
          </p:cNvSpPr>
          <p:nvPr/>
        </p:nvSpPr>
        <p:spPr>
          <a:xfrm>
            <a:off x="2243164" y="60675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F1_main_prauc_1975">
            <a:extLst>
              <a:ext uri="{FF2B5EF4-FFF2-40B4-BE49-F238E27FC236}">
                <a16:creationId xmlns:a16="http://schemas.microsoft.com/office/drawing/2014/main" id="{00D44FE9-DA09-4BB7-948C-0B9E1BC2AECB}"/>
              </a:ext>
            </a:extLst>
          </p:cNvPr>
          <p:cNvSpPr>
            <a:spLocks noGrp="1"/>
          </p:cNvSpPr>
          <p:nvPr/>
        </p:nvSpPr>
        <p:spPr>
          <a:xfrm>
            <a:off x="2196150" y="60978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F1_main_prauc_1976">
            <a:extLst>
              <a:ext uri="{FF2B5EF4-FFF2-40B4-BE49-F238E27FC236}">
                <a16:creationId xmlns:a16="http://schemas.microsoft.com/office/drawing/2014/main" id="{B63140F9-D280-4F7D-8718-0684472B1946}"/>
              </a:ext>
            </a:extLst>
          </p:cNvPr>
          <p:cNvSpPr>
            <a:spLocks noGrp="1"/>
          </p:cNvSpPr>
          <p:nvPr/>
        </p:nvSpPr>
        <p:spPr>
          <a:xfrm>
            <a:off x="2219946" y="60977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F1_main_prauc_1977">
            <a:extLst>
              <a:ext uri="{FF2B5EF4-FFF2-40B4-BE49-F238E27FC236}">
                <a16:creationId xmlns:a16="http://schemas.microsoft.com/office/drawing/2014/main" id="{FBD3BF9B-122F-41B7-8E62-AC29FBF7CC79}"/>
              </a:ext>
            </a:extLst>
          </p:cNvPr>
          <p:cNvSpPr>
            <a:spLocks noGrp="1"/>
          </p:cNvSpPr>
          <p:nvPr/>
        </p:nvSpPr>
        <p:spPr>
          <a:xfrm>
            <a:off x="2364724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F1_main_prauc_1978">
            <a:extLst>
              <a:ext uri="{FF2B5EF4-FFF2-40B4-BE49-F238E27FC236}">
                <a16:creationId xmlns:a16="http://schemas.microsoft.com/office/drawing/2014/main" id="{56025AC5-B107-467F-80DB-5F37C549BC1F}"/>
              </a:ext>
            </a:extLst>
          </p:cNvPr>
          <p:cNvSpPr>
            <a:spLocks noGrp="1"/>
          </p:cNvSpPr>
          <p:nvPr/>
        </p:nvSpPr>
        <p:spPr>
          <a:xfrm>
            <a:off x="2378927" y="58131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F1_main_prauc_1979">
            <a:extLst>
              <a:ext uri="{FF2B5EF4-FFF2-40B4-BE49-F238E27FC236}">
                <a16:creationId xmlns:a16="http://schemas.microsoft.com/office/drawing/2014/main" id="{7A21AD92-1B17-407D-96F8-72A26BD7BE8D}"/>
              </a:ext>
            </a:extLst>
          </p:cNvPr>
          <p:cNvSpPr>
            <a:spLocks noGrp="1"/>
          </p:cNvSpPr>
          <p:nvPr/>
        </p:nvSpPr>
        <p:spPr>
          <a:xfrm>
            <a:off x="2326531" y="4275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F1_main_prauc_1980">
            <a:extLst>
              <a:ext uri="{FF2B5EF4-FFF2-40B4-BE49-F238E27FC236}">
                <a16:creationId xmlns:a16="http://schemas.microsoft.com/office/drawing/2014/main" id="{6E59DD34-AC59-4D40-8CC0-AEB453F372CB}"/>
              </a:ext>
            </a:extLst>
          </p:cNvPr>
          <p:cNvSpPr>
            <a:spLocks noGrp="1"/>
          </p:cNvSpPr>
          <p:nvPr/>
        </p:nvSpPr>
        <p:spPr>
          <a:xfrm>
            <a:off x="2219862" y="475577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F1_main_prauc_1981">
            <a:extLst>
              <a:ext uri="{FF2B5EF4-FFF2-40B4-BE49-F238E27FC236}">
                <a16:creationId xmlns:a16="http://schemas.microsoft.com/office/drawing/2014/main" id="{788CECDD-9B72-45BE-B8A6-42C39E4D34D3}"/>
              </a:ext>
            </a:extLst>
          </p:cNvPr>
          <p:cNvSpPr>
            <a:spLocks noGrp="1"/>
          </p:cNvSpPr>
          <p:nvPr/>
        </p:nvSpPr>
        <p:spPr>
          <a:xfrm>
            <a:off x="2370484" y="4663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F1_main_prauc_1982">
            <a:extLst>
              <a:ext uri="{FF2B5EF4-FFF2-40B4-BE49-F238E27FC236}">
                <a16:creationId xmlns:a16="http://schemas.microsoft.com/office/drawing/2014/main" id="{F822659B-408D-4B41-9F88-26568808B70D}"/>
              </a:ext>
            </a:extLst>
          </p:cNvPr>
          <p:cNvSpPr>
            <a:spLocks noGrp="1"/>
          </p:cNvSpPr>
          <p:nvPr/>
        </p:nvSpPr>
        <p:spPr>
          <a:xfrm>
            <a:off x="2375090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F1_main_prauc_1983">
            <a:extLst>
              <a:ext uri="{FF2B5EF4-FFF2-40B4-BE49-F238E27FC236}">
                <a16:creationId xmlns:a16="http://schemas.microsoft.com/office/drawing/2014/main" id="{C3B70EEF-C6E0-46CB-B2E0-89E24A7F5D8F}"/>
              </a:ext>
            </a:extLst>
          </p:cNvPr>
          <p:cNvSpPr>
            <a:spLocks noGrp="1"/>
          </p:cNvSpPr>
          <p:nvPr/>
        </p:nvSpPr>
        <p:spPr>
          <a:xfrm>
            <a:off x="2149381" y="4178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F1_main_prauc_1984">
            <a:extLst>
              <a:ext uri="{FF2B5EF4-FFF2-40B4-BE49-F238E27FC236}">
                <a16:creationId xmlns:a16="http://schemas.microsoft.com/office/drawing/2014/main" id="{2B4F1B70-D450-40EE-8F5A-85BBC1169713}"/>
              </a:ext>
            </a:extLst>
          </p:cNvPr>
          <p:cNvSpPr>
            <a:spLocks noGrp="1"/>
          </p:cNvSpPr>
          <p:nvPr/>
        </p:nvSpPr>
        <p:spPr>
          <a:xfrm>
            <a:off x="2328357" y="4795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F1_main_prauc_1985">
            <a:extLst>
              <a:ext uri="{FF2B5EF4-FFF2-40B4-BE49-F238E27FC236}">
                <a16:creationId xmlns:a16="http://schemas.microsoft.com/office/drawing/2014/main" id="{AED83F65-A095-4A8F-A250-5A6D86E2AE8E}"/>
              </a:ext>
            </a:extLst>
          </p:cNvPr>
          <p:cNvSpPr>
            <a:spLocks noGrp="1"/>
          </p:cNvSpPr>
          <p:nvPr/>
        </p:nvSpPr>
        <p:spPr>
          <a:xfrm>
            <a:off x="2204361" y="35650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F1_main_prauc_1986">
            <a:extLst>
              <a:ext uri="{FF2B5EF4-FFF2-40B4-BE49-F238E27FC236}">
                <a16:creationId xmlns:a16="http://schemas.microsoft.com/office/drawing/2014/main" id="{EF76486E-B22D-40C7-8C96-767E49DA7705}"/>
              </a:ext>
            </a:extLst>
          </p:cNvPr>
          <p:cNvSpPr>
            <a:spLocks noGrp="1"/>
          </p:cNvSpPr>
          <p:nvPr/>
        </p:nvSpPr>
        <p:spPr>
          <a:xfrm>
            <a:off x="2367213" y="50692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F1_main_prauc_1987">
            <a:extLst>
              <a:ext uri="{FF2B5EF4-FFF2-40B4-BE49-F238E27FC236}">
                <a16:creationId xmlns:a16="http://schemas.microsoft.com/office/drawing/2014/main" id="{19DA36E2-EC15-490C-96AE-16C7706F49D4}"/>
              </a:ext>
            </a:extLst>
          </p:cNvPr>
          <p:cNvSpPr>
            <a:spLocks noGrp="1"/>
          </p:cNvSpPr>
          <p:nvPr/>
        </p:nvSpPr>
        <p:spPr>
          <a:xfrm>
            <a:off x="2360134" y="48440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F1_main_prauc_1988">
            <a:extLst>
              <a:ext uri="{FF2B5EF4-FFF2-40B4-BE49-F238E27FC236}">
                <a16:creationId xmlns:a16="http://schemas.microsoft.com/office/drawing/2014/main" id="{13D4248E-A3E7-4D7A-80E9-D2D14D4BFD1B}"/>
              </a:ext>
            </a:extLst>
          </p:cNvPr>
          <p:cNvSpPr>
            <a:spLocks noGrp="1"/>
          </p:cNvSpPr>
          <p:nvPr/>
        </p:nvSpPr>
        <p:spPr>
          <a:xfrm>
            <a:off x="2369614" y="59440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F1_main_prauc_1989">
            <a:extLst>
              <a:ext uri="{FF2B5EF4-FFF2-40B4-BE49-F238E27FC236}">
                <a16:creationId xmlns:a16="http://schemas.microsoft.com/office/drawing/2014/main" id="{80963BDE-8332-459C-8D46-1125C21F7530}"/>
              </a:ext>
            </a:extLst>
          </p:cNvPr>
          <p:cNvSpPr>
            <a:spLocks noGrp="1"/>
          </p:cNvSpPr>
          <p:nvPr/>
        </p:nvSpPr>
        <p:spPr>
          <a:xfrm>
            <a:off x="2246216" y="609783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F1_main_prauc_1990">
            <a:extLst>
              <a:ext uri="{FF2B5EF4-FFF2-40B4-BE49-F238E27FC236}">
                <a16:creationId xmlns:a16="http://schemas.microsoft.com/office/drawing/2014/main" id="{FB2D9111-2C26-474E-9D46-692CAA63053E}"/>
              </a:ext>
            </a:extLst>
          </p:cNvPr>
          <p:cNvSpPr>
            <a:spLocks noGrp="1"/>
          </p:cNvSpPr>
          <p:nvPr/>
        </p:nvSpPr>
        <p:spPr>
          <a:xfrm>
            <a:off x="2298434" y="43753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F1_main_prauc_1991">
            <a:extLst>
              <a:ext uri="{FF2B5EF4-FFF2-40B4-BE49-F238E27FC236}">
                <a16:creationId xmlns:a16="http://schemas.microsoft.com/office/drawing/2014/main" id="{CF854372-EE10-42FE-927B-BC0453E023E9}"/>
              </a:ext>
            </a:extLst>
          </p:cNvPr>
          <p:cNvSpPr>
            <a:spLocks noGrp="1"/>
          </p:cNvSpPr>
          <p:nvPr/>
        </p:nvSpPr>
        <p:spPr>
          <a:xfrm>
            <a:off x="2186650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F1_main_prauc_1992">
            <a:extLst>
              <a:ext uri="{FF2B5EF4-FFF2-40B4-BE49-F238E27FC236}">
                <a16:creationId xmlns:a16="http://schemas.microsoft.com/office/drawing/2014/main" id="{5D48BC42-67D7-49B8-A32A-B0AFFD583F99}"/>
              </a:ext>
            </a:extLst>
          </p:cNvPr>
          <p:cNvSpPr>
            <a:spLocks noGrp="1"/>
          </p:cNvSpPr>
          <p:nvPr/>
        </p:nvSpPr>
        <p:spPr>
          <a:xfrm>
            <a:off x="2244269" y="5846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F1_main_prauc_1993">
            <a:extLst>
              <a:ext uri="{FF2B5EF4-FFF2-40B4-BE49-F238E27FC236}">
                <a16:creationId xmlns:a16="http://schemas.microsoft.com/office/drawing/2014/main" id="{16EE60F5-DCE3-4BD0-B765-816394A15288}"/>
              </a:ext>
            </a:extLst>
          </p:cNvPr>
          <p:cNvSpPr>
            <a:spLocks noGrp="1"/>
          </p:cNvSpPr>
          <p:nvPr/>
        </p:nvSpPr>
        <p:spPr>
          <a:xfrm>
            <a:off x="2341493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F1_main_prauc_1994">
            <a:extLst>
              <a:ext uri="{FF2B5EF4-FFF2-40B4-BE49-F238E27FC236}">
                <a16:creationId xmlns:a16="http://schemas.microsoft.com/office/drawing/2014/main" id="{B87B4877-6BB3-4D0F-BD3A-2870865C82EF}"/>
              </a:ext>
            </a:extLst>
          </p:cNvPr>
          <p:cNvSpPr>
            <a:spLocks noGrp="1"/>
          </p:cNvSpPr>
          <p:nvPr/>
        </p:nvSpPr>
        <p:spPr>
          <a:xfrm>
            <a:off x="2247791" y="55408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F1_main_prauc_1995">
            <a:extLst>
              <a:ext uri="{FF2B5EF4-FFF2-40B4-BE49-F238E27FC236}">
                <a16:creationId xmlns:a16="http://schemas.microsoft.com/office/drawing/2014/main" id="{E4609B98-648A-4A93-A0B0-E577E0EBB27C}"/>
              </a:ext>
            </a:extLst>
          </p:cNvPr>
          <p:cNvSpPr>
            <a:spLocks noGrp="1"/>
          </p:cNvSpPr>
          <p:nvPr/>
        </p:nvSpPr>
        <p:spPr>
          <a:xfrm>
            <a:off x="2305038" y="51998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F1_main_prauc_1996">
            <a:extLst>
              <a:ext uri="{FF2B5EF4-FFF2-40B4-BE49-F238E27FC236}">
                <a16:creationId xmlns:a16="http://schemas.microsoft.com/office/drawing/2014/main" id="{12DB8740-BF8F-4982-9802-1716392CC064}"/>
              </a:ext>
            </a:extLst>
          </p:cNvPr>
          <p:cNvSpPr>
            <a:spLocks noGrp="1"/>
          </p:cNvSpPr>
          <p:nvPr/>
        </p:nvSpPr>
        <p:spPr>
          <a:xfrm>
            <a:off x="2363432" y="52046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F1_main_prauc_1997">
            <a:extLst>
              <a:ext uri="{FF2B5EF4-FFF2-40B4-BE49-F238E27FC236}">
                <a16:creationId xmlns:a16="http://schemas.microsoft.com/office/drawing/2014/main" id="{41126217-72DA-461A-8459-61E53BC8FDE8}"/>
              </a:ext>
            </a:extLst>
          </p:cNvPr>
          <p:cNvSpPr>
            <a:spLocks noGrp="1"/>
          </p:cNvSpPr>
          <p:nvPr/>
        </p:nvSpPr>
        <p:spPr>
          <a:xfrm>
            <a:off x="2374672" y="60017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F1_main_prauc_1998">
            <a:extLst>
              <a:ext uri="{FF2B5EF4-FFF2-40B4-BE49-F238E27FC236}">
                <a16:creationId xmlns:a16="http://schemas.microsoft.com/office/drawing/2014/main" id="{A5798901-F027-4343-8725-5E07A6D9A650}"/>
              </a:ext>
            </a:extLst>
          </p:cNvPr>
          <p:cNvSpPr>
            <a:spLocks noGrp="1"/>
          </p:cNvSpPr>
          <p:nvPr/>
        </p:nvSpPr>
        <p:spPr>
          <a:xfrm>
            <a:off x="2279225" y="46783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F1_main_prauc_1999">
            <a:extLst>
              <a:ext uri="{FF2B5EF4-FFF2-40B4-BE49-F238E27FC236}">
                <a16:creationId xmlns:a16="http://schemas.microsoft.com/office/drawing/2014/main" id="{E8ECE38B-E095-4ED4-8450-8091A988CC87}"/>
              </a:ext>
            </a:extLst>
          </p:cNvPr>
          <p:cNvSpPr>
            <a:spLocks noGrp="1"/>
          </p:cNvSpPr>
          <p:nvPr/>
        </p:nvSpPr>
        <p:spPr>
          <a:xfrm>
            <a:off x="2151752" y="41233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F1_main_prauc_2000">
            <a:extLst>
              <a:ext uri="{FF2B5EF4-FFF2-40B4-BE49-F238E27FC236}">
                <a16:creationId xmlns:a16="http://schemas.microsoft.com/office/drawing/2014/main" id="{2C86C543-3ECE-4BA4-B62C-53A16DF32707}"/>
              </a:ext>
            </a:extLst>
          </p:cNvPr>
          <p:cNvSpPr>
            <a:spLocks noGrp="1"/>
          </p:cNvSpPr>
          <p:nvPr/>
        </p:nvSpPr>
        <p:spPr>
          <a:xfrm>
            <a:off x="2355193" y="43082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F1_main_prauc_2001">
            <a:extLst>
              <a:ext uri="{FF2B5EF4-FFF2-40B4-BE49-F238E27FC236}">
                <a16:creationId xmlns:a16="http://schemas.microsoft.com/office/drawing/2014/main" id="{AD4C99EF-9885-4B52-A33A-7B1B4A7BD7C1}"/>
              </a:ext>
            </a:extLst>
          </p:cNvPr>
          <p:cNvSpPr>
            <a:spLocks noGrp="1"/>
          </p:cNvSpPr>
          <p:nvPr/>
        </p:nvSpPr>
        <p:spPr>
          <a:xfrm>
            <a:off x="2134175" y="60973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F1_main_prauc_2002">
            <a:extLst>
              <a:ext uri="{FF2B5EF4-FFF2-40B4-BE49-F238E27FC236}">
                <a16:creationId xmlns:a16="http://schemas.microsoft.com/office/drawing/2014/main" id="{00D2F0ED-46B2-4B61-A064-30582A0E152C}"/>
              </a:ext>
            </a:extLst>
          </p:cNvPr>
          <p:cNvSpPr>
            <a:spLocks noGrp="1"/>
          </p:cNvSpPr>
          <p:nvPr/>
        </p:nvSpPr>
        <p:spPr>
          <a:xfrm>
            <a:off x="2165112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F1_main_prauc_2003">
            <a:extLst>
              <a:ext uri="{FF2B5EF4-FFF2-40B4-BE49-F238E27FC236}">
                <a16:creationId xmlns:a16="http://schemas.microsoft.com/office/drawing/2014/main" id="{F816DED7-B5FE-4C5F-AE7A-613B52945972}"/>
              </a:ext>
            </a:extLst>
          </p:cNvPr>
          <p:cNvSpPr>
            <a:spLocks noGrp="1"/>
          </p:cNvSpPr>
          <p:nvPr/>
        </p:nvSpPr>
        <p:spPr>
          <a:xfrm>
            <a:off x="2210748" y="53463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F1_main_prauc_2004">
            <a:extLst>
              <a:ext uri="{FF2B5EF4-FFF2-40B4-BE49-F238E27FC236}">
                <a16:creationId xmlns:a16="http://schemas.microsoft.com/office/drawing/2014/main" id="{B19A9D4C-FC1D-431F-9B39-F9294CC343D6}"/>
              </a:ext>
            </a:extLst>
          </p:cNvPr>
          <p:cNvSpPr>
            <a:spLocks noGrp="1"/>
          </p:cNvSpPr>
          <p:nvPr/>
        </p:nvSpPr>
        <p:spPr>
          <a:xfrm>
            <a:off x="2235855" y="507002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F1_main_prauc_2005">
            <a:extLst>
              <a:ext uri="{FF2B5EF4-FFF2-40B4-BE49-F238E27FC236}">
                <a16:creationId xmlns:a16="http://schemas.microsoft.com/office/drawing/2014/main" id="{F89A175A-AA87-432E-96E2-249A00D35F63}"/>
              </a:ext>
            </a:extLst>
          </p:cNvPr>
          <p:cNvSpPr>
            <a:spLocks noGrp="1"/>
          </p:cNvSpPr>
          <p:nvPr/>
        </p:nvSpPr>
        <p:spPr>
          <a:xfrm>
            <a:off x="2334756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F1_main_prauc_2006">
            <a:extLst>
              <a:ext uri="{FF2B5EF4-FFF2-40B4-BE49-F238E27FC236}">
                <a16:creationId xmlns:a16="http://schemas.microsoft.com/office/drawing/2014/main" id="{B5F90F77-388F-4D12-9C62-B9DCAA1BB534}"/>
              </a:ext>
            </a:extLst>
          </p:cNvPr>
          <p:cNvSpPr>
            <a:spLocks noGrp="1"/>
          </p:cNvSpPr>
          <p:nvPr/>
        </p:nvSpPr>
        <p:spPr>
          <a:xfrm>
            <a:off x="2311438" y="52605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F1_main_prauc_2007">
            <a:extLst>
              <a:ext uri="{FF2B5EF4-FFF2-40B4-BE49-F238E27FC236}">
                <a16:creationId xmlns:a16="http://schemas.microsoft.com/office/drawing/2014/main" id="{B9F184A5-CB54-4487-AEAB-F251E14C5E19}"/>
              </a:ext>
            </a:extLst>
          </p:cNvPr>
          <p:cNvSpPr>
            <a:spLocks noGrp="1"/>
          </p:cNvSpPr>
          <p:nvPr/>
        </p:nvSpPr>
        <p:spPr>
          <a:xfrm>
            <a:off x="2213253" y="575611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F1_main_prauc_2008">
            <a:extLst>
              <a:ext uri="{FF2B5EF4-FFF2-40B4-BE49-F238E27FC236}">
                <a16:creationId xmlns:a16="http://schemas.microsoft.com/office/drawing/2014/main" id="{48B22F92-3437-4479-8088-B96BE8B252A2}"/>
              </a:ext>
            </a:extLst>
          </p:cNvPr>
          <p:cNvSpPr>
            <a:spLocks noGrp="1"/>
          </p:cNvSpPr>
          <p:nvPr/>
        </p:nvSpPr>
        <p:spPr>
          <a:xfrm>
            <a:off x="234617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F1_main_prauc_2009">
            <a:extLst>
              <a:ext uri="{FF2B5EF4-FFF2-40B4-BE49-F238E27FC236}">
                <a16:creationId xmlns:a16="http://schemas.microsoft.com/office/drawing/2014/main" id="{9C8CCC78-3AB5-4A7F-8C9F-818AB1AD8F09}"/>
              </a:ext>
            </a:extLst>
          </p:cNvPr>
          <p:cNvSpPr>
            <a:spLocks noGrp="1"/>
          </p:cNvSpPr>
          <p:nvPr/>
        </p:nvSpPr>
        <p:spPr>
          <a:xfrm>
            <a:off x="2372182" y="476907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F1_main_prauc_2010">
            <a:extLst>
              <a:ext uri="{FF2B5EF4-FFF2-40B4-BE49-F238E27FC236}">
                <a16:creationId xmlns:a16="http://schemas.microsoft.com/office/drawing/2014/main" id="{BC087216-4A01-4B04-9D44-2898000B1F4F}"/>
              </a:ext>
            </a:extLst>
          </p:cNvPr>
          <p:cNvSpPr>
            <a:spLocks noGrp="1"/>
          </p:cNvSpPr>
          <p:nvPr/>
        </p:nvSpPr>
        <p:spPr>
          <a:xfrm>
            <a:off x="2206593" y="5978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F1_main_prauc_2011">
            <a:extLst>
              <a:ext uri="{FF2B5EF4-FFF2-40B4-BE49-F238E27FC236}">
                <a16:creationId xmlns:a16="http://schemas.microsoft.com/office/drawing/2014/main" id="{2CDD8996-9BBB-4491-9D20-C7420AE9580B}"/>
              </a:ext>
            </a:extLst>
          </p:cNvPr>
          <p:cNvSpPr>
            <a:spLocks noGrp="1"/>
          </p:cNvSpPr>
          <p:nvPr/>
        </p:nvSpPr>
        <p:spPr>
          <a:xfrm>
            <a:off x="2361126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F1_main_prauc_2012">
            <a:extLst>
              <a:ext uri="{FF2B5EF4-FFF2-40B4-BE49-F238E27FC236}">
                <a16:creationId xmlns:a16="http://schemas.microsoft.com/office/drawing/2014/main" id="{941BDBE1-309E-4AF3-87C2-BC971BB5C54E}"/>
              </a:ext>
            </a:extLst>
          </p:cNvPr>
          <p:cNvSpPr>
            <a:spLocks noGrp="1"/>
          </p:cNvSpPr>
          <p:nvPr/>
        </p:nvSpPr>
        <p:spPr>
          <a:xfrm>
            <a:off x="2373833" y="6097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F1_main_prauc_2013">
            <a:extLst>
              <a:ext uri="{FF2B5EF4-FFF2-40B4-BE49-F238E27FC236}">
                <a16:creationId xmlns:a16="http://schemas.microsoft.com/office/drawing/2014/main" id="{9F615A52-D147-4493-A172-FB41C938C389}"/>
              </a:ext>
            </a:extLst>
          </p:cNvPr>
          <p:cNvSpPr>
            <a:spLocks noGrp="1"/>
          </p:cNvSpPr>
          <p:nvPr/>
        </p:nvSpPr>
        <p:spPr>
          <a:xfrm>
            <a:off x="2149753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F1_main_prauc_2014">
            <a:extLst>
              <a:ext uri="{FF2B5EF4-FFF2-40B4-BE49-F238E27FC236}">
                <a16:creationId xmlns:a16="http://schemas.microsoft.com/office/drawing/2014/main" id="{F4065633-92AE-4BCD-A299-701C347A9DDF}"/>
              </a:ext>
            </a:extLst>
          </p:cNvPr>
          <p:cNvSpPr>
            <a:spLocks noGrp="1"/>
          </p:cNvSpPr>
          <p:nvPr/>
        </p:nvSpPr>
        <p:spPr>
          <a:xfrm>
            <a:off x="2214190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F1_main_prauc_2015">
            <a:extLst>
              <a:ext uri="{FF2B5EF4-FFF2-40B4-BE49-F238E27FC236}">
                <a16:creationId xmlns:a16="http://schemas.microsoft.com/office/drawing/2014/main" id="{647C352E-8A66-4921-9825-EAC66BE59A61}"/>
              </a:ext>
            </a:extLst>
          </p:cNvPr>
          <p:cNvSpPr>
            <a:spLocks noGrp="1"/>
          </p:cNvSpPr>
          <p:nvPr/>
        </p:nvSpPr>
        <p:spPr>
          <a:xfrm>
            <a:off x="2217277" y="44577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F1_main_prauc_2016">
            <a:extLst>
              <a:ext uri="{FF2B5EF4-FFF2-40B4-BE49-F238E27FC236}">
                <a16:creationId xmlns:a16="http://schemas.microsoft.com/office/drawing/2014/main" id="{62BF5832-738A-4C20-BF48-FA5EF5F0A883}"/>
              </a:ext>
            </a:extLst>
          </p:cNvPr>
          <p:cNvSpPr>
            <a:spLocks noGrp="1"/>
          </p:cNvSpPr>
          <p:nvPr/>
        </p:nvSpPr>
        <p:spPr>
          <a:xfrm>
            <a:off x="2305388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F1_main_prauc_2017">
            <a:extLst>
              <a:ext uri="{FF2B5EF4-FFF2-40B4-BE49-F238E27FC236}">
                <a16:creationId xmlns:a16="http://schemas.microsoft.com/office/drawing/2014/main" id="{D76557DC-95E5-4971-AC1C-96C6A9BD399C}"/>
              </a:ext>
            </a:extLst>
          </p:cNvPr>
          <p:cNvSpPr>
            <a:spLocks noGrp="1"/>
          </p:cNvSpPr>
          <p:nvPr/>
        </p:nvSpPr>
        <p:spPr>
          <a:xfrm>
            <a:off x="2148089" y="51634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F1_main_prauc_2018">
            <a:extLst>
              <a:ext uri="{FF2B5EF4-FFF2-40B4-BE49-F238E27FC236}">
                <a16:creationId xmlns:a16="http://schemas.microsoft.com/office/drawing/2014/main" id="{7EB9F33F-3111-40AA-A59E-69F4601F69CB}"/>
              </a:ext>
            </a:extLst>
          </p:cNvPr>
          <p:cNvSpPr>
            <a:spLocks noGrp="1"/>
          </p:cNvSpPr>
          <p:nvPr/>
        </p:nvSpPr>
        <p:spPr>
          <a:xfrm>
            <a:off x="2210870" y="56204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F1_main_prauc_2019">
            <a:extLst>
              <a:ext uri="{FF2B5EF4-FFF2-40B4-BE49-F238E27FC236}">
                <a16:creationId xmlns:a16="http://schemas.microsoft.com/office/drawing/2014/main" id="{62048CE2-35F2-4AC7-B8E7-1C87ECCAF106}"/>
              </a:ext>
            </a:extLst>
          </p:cNvPr>
          <p:cNvSpPr>
            <a:spLocks noGrp="1"/>
          </p:cNvSpPr>
          <p:nvPr/>
        </p:nvSpPr>
        <p:spPr>
          <a:xfrm>
            <a:off x="2366386" y="55202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F1_main_prauc_2020">
            <a:extLst>
              <a:ext uri="{FF2B5EF4-FFF2-40B4-BE49-F238E27FC236}">
                <a16:creationId xmlns:a16="http://schemas.microsoft.com/office/drawing/2014/main" id="{406AFBF4-C1C7-4670-AA90-5ECB3A2FEE5A}"/>
              </a:ext>
            </a:extLst>
          </p:cNvPr>
          <p:cNvSpPr>
            <a:spLocks noGrp="1"/>
          </p:cNvSpPr>
          <p:nvPr/>
        </p:nvSpPr>
        <p:spPr>
          <a:xfrm>
            <a:off x="2325767" y="5812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F1_main_prauc_2021">
            <a:extLst>
              <a:ext uri="{FF2B5EF4-FFF2-40B4-BE49-F238E27FC236}">
                <a16:creationId xmlns:a16="http://schemas.microsoft.com/office/drawing/2014/main" id="{2A6E8828-803E-487F-B451-6FAF57C1A4C3}"/>
              </a:ext>
            </a:extLst>
          </p:cNvPr>
          <p:cNvSpPr>
            <a:spLocks noGrp="1"/>
          </p:cNvSpPr>
          <p:nvPr/>
        </p:nvSpPr>
        <p:spPr>
          <a:xfrm>
            <a:off x="2298495" y="52171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F1_main_prauc_2022">
            <a:extLst>
              <a:ext uri="{FF2B5EF4-FFF2-40B4-BE49-F238E27FC236}">
                <a16:creationId xmlns:a16="http://schemas.microsoft.com/office/drawing/2014/main" id="{CB61DA35-3C17-42C9-83A5-E721162F0603}"/>
              </a:ext>
            </a:extLst>
          </p:cNvPr>
          <p:cNvSpPr>
            <a:spLocks noGrp="1"/>
          </p:cNvSpPr>
          <p:nvPr/>
        </p:nvSpPr>
        <p:spPr>
          <a:xfrm>
            <a:off x="2340992" y="60960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F1_main_prauc_2023">
            <a:extLst>
              <a:ext uri="{FF2B5EF4-FFF2-40B4-BE49-F238E27FC236}">
                <a16:creationId xmlns:a16="http://schemas.microsoft.com/office/drawing/2014/main" id="{1D6912F0-F5D0-4128-8A84-56665670AF3C}"/>
              </a:ext>
            </a:extLst>
          </p:cNvPr>
          <p:cNvSpPr>
            <a:spLocks noGrp="1"/>
          </p:cNvSpPr>
          <p:nvPr/>
        </p:nvSpPr>
        <p:spPr>
          <a:xfrm>
            <a:off x="2285867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F1_main_prauc_2024">
            <a:extLst>
              <a:ext uri="{FF2B5EF4-FFF2-40B4-BE49-F238E27FC236}">
                <a16:creationId xmlns:a16="http://schemas.microsoft.com/office/drawing/2014/main" id="{EBC84646-9019-4C59-AA62-95602D5362E5}"/>
              </a:ext>
            </a:extLst>
          </p:cNvPr>
          <p:cNvSpPr>
            <a:spLocks noGrp="1"/>
          </p:cNvSpPr>
          <p:nvPr/>
        </p:nvSpPr>
        <p:spPr>
          <a:xfrm>
            <a:off x="2169715" y="59088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F1_main_prauc_2025">
            <a:extLst>
              <a:ext uri="{FF2B5EF4-FFF2-40B4-BE49-F238E27FC236}">
                <a16:creationId xmlns:a16="http://schemas.microsoft.com/office/drawing/2014/main" id="{AAC6D875-4D97-4188-9239-B77C5FC43CC0}"/>
              </a:ext>
            </a:extLst>
          </p:cNvPr>
          <p:cNvSpPr>
            <a:spLocks noGrp="1"/>
          </p:cNvSpPr>
          <p:nvPr/>
        </p:nvSpPr>
        <p:spPr>
          <a:xfrm>
            <a:off x="2281156" y="541220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F1_main_prauc_2026">
            <a:extLst>
              <a:ext uri="{FF2B5EF4-FFF2-40B4-BE49-F238E27FC236}">
                <a16:creationId xmlns:a16="http://schemas.microsoft.com/office/drawing/2014/main" id="{9A3E859A-CEAF-41A1-ADD1-EBF386D30BA6}"/>
              </a:ext>
            </a:extLst>
          </p:cNvPr>
          <p:cNvSpPr>
            <a:spLocks noGrp="1"/>
          </p:cNvSpPr>
          <p:nvPr/>
        </p:nvSpPr>
        <p:spPr>
          <a:xfrm>
            <a:off x="2315898" y="54723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F1_main_prauc_2027">
            <a:extLst>
              <a:ext uri="{FF2B5EF4-FFF2-40B4-BE49-F238E27FC236}">
                <a16:creationId xmlns:a16="http://schemas.microsoft.com/office/drawing/2014/main" id="{3D51C9E9-3712-41DC-9B18-C4699F0B076E}"/>
              </a:ext>
            </a:extLst>
          </p:cNvPr>
          <p:cNvSpPr>
            <a:spLocks noGrp="1"/>
          </p:cNvSpPr>
          <p:nvPr/>
        </p:nvSpPr>
        <p:spPr>
          <a:xfrm>
            <a:off x="2381830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F1_main_prauc_2028">
            <a:extLst>
              <a:ext uri="{FF2B5EF4-FFF2-40B4-BE49-F238E27FC236}">
                <a16:creationId xmlns:a16="http://schemas.microsoft.com/office/drawing/2014/main" id="{C09433A8-24AC-4FAA-9DB5-828094612C53}"/>
              </a:ext>
            </a:extLst>
          </p:cNvPr>
          <p:cNvSpPr>
            <a:spLocks noGrp="1"/>
          </p:cNvSpPr>
          <p:nvPr/>
        </p:nvSpPr>
        <p:spPr>
          <a:xfrm>
            <a:off x="2213830" y="59865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F1_main_prauc_2029">
            <a:extLst>
              <a:ext uri="{FF2B5EF4-FFF2-40B4-BE49-F238E27FC236}">
                <a16:creationId xmlns:a16="http://schemas.microsoft.com/office/drawing/2014/main" id="{05DC758E-302F-4F00-A7E0-59F02906826F}"/>
              </a:ext>
            </a:extLst>
          </p:cNvPr>
          <p:cNvSpPr>
            <a:spLocks noGrp="1"/>
          </p:cNvSpPr>
          <p:nvPr/>
        </p:nvSpPr>
        <p:spPr>
          <a:xfrm>
            <a:off x="3831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F1_main_prauc_2030">
            <a:extLst>
              <a:ext uri="{FF2B5EF4-FFF2-40B4-BE49-F238E27FC236}">
                <a16:creationId xmlns:a16="http://schemas.microsoft.com/office/drawing/2014/main" id="{D6277B2E-4628-4696-B72B-2A839988E492}"/>
              </a:ext>
            </a:extLst>
          </p:cNvPr>
          <p:cNvSpPr>
            <a:spLocks noGrp="1"/>
          </p:cNvSpPr>
          <p:nvPr/>
        </p:nvSpPr>
        <p:spPr>
          <a:xfrm>
            <a:off x="37866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F1_main_prauc_2031">
            <a:extLst>
              <a:ext uri="{FF2B5EF4-FFF2-40B4-BE49-F238E27FC236}">
                <a16:creationId xmlns:a16="http://schemas.microsoft.com/office/drawing/2014/main" id="{19AF6190-46F1-4306-8F71-B2D6B1419786}"/>
              </a:ext>
            </a:extLst>
          </p:cNvPr>
          <p:cNvSpPr>
            <a:spLocks noGrp="1"/>
          </p:cNvSpPr>
          <p:nvPr/>
        </p:nvSpPr>
        <p:spPr>
          <a:xfrm>
            <a:off x="3766079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F1_main_prauc_2032">
            <a:extLst>
              <a:ext uri="{FF2B5EF4-FFF2-40B4-BE49-F238E27FC236}">
                <a16:creationId xmlns:a16="http://schemas.microsoft.com/office/drawing/2014/main" id="{FC63549A-7D65-4B3A-9327-7FA4AAF765CD}"/>
              </a:ext>
            </a:extLst>
          </p:cNvPr>
          <p:cNvSpPr>
            <a:spLocks noGrp="1"/>
          </p:cNvSpPr>
          <p:nvPr/>
        </p:nvSpPr>
        <p:spPr>
          <a:xfrm>
            <a:off x="3935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F1_main_prauc_2033">
            <a:extLst>
              <a:ext uri="{FF2B5EF4-FFF2-40B4-BE49-F238E27FC236}">
                <a16:creationId xmlns:a16="http://schemas.microsoft.com/office/drawing/2014/main" id="{B31A8588-6098-4A6E-B4E1-92AC539E1227}"/>
              </a:ext>
            </a:extLst>
          </p:cNvPr>
          <p:cNvSpPr>
            <a:spLocks noGrp="1"/>
          </p:cNvSpPr>
          <p:nvPr/>
        </p:nvSpPr>
        <p:spPr>
          <a:xfrm>
            <a:off x="3873071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F1_main_prauc_2034">
            <a:extLst>
              <a:ext uri="{FF2B5EF4-FFF2-40B4-BE49-F238E27FC236}">
                <a16:creationId xmlns:a16="http://schemas.microsoft.com/office/drawing/2014/main" id="{832CB5BD-7B07-4AB8-AAA7-35326C30FBF9}"/>
              </a:ext>
            </a:extLst>
          </p:cNvPr>
          <p:cNvSpPr>
            <a:spLocks noGrp="1"/>
          </p:cNvSpPr>
          <p:nvPr/>
        </p:nvSpPr>
        <p:spPr>
          <a:xfrm>
            <a:off x="3760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F1_main_prauc_2035">
            <a:extLst>
              <a:ext uri="{FF2B5EF4-FFF2-40B4-BE49-F238E27FC236}">
                <a16:creationId xmlns:a16="http://schemas.microsoft.com/office/drawing/2014/main" id="{09762FF4-C3CC-4F58-8E27-FB9C2067D52B}"/>
              </a:ext>
            </a:extLst>
          </p:cNvPr>
          <p:cNvSpPr>
            <a:spLocks noGrp="1"/>
          </p:cNvSpPr>
          <p:nvPr/>
        </p:nvSpPr>
        <p:spPr>
          <a:xfrm>
            <a:off x="39313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F1_main_prauc_2036">
            <a:extLst>
              <a:ext uri="{FF2B5EF4-FFF2-40B4-BE49-F238E27FC236}">
                <a16:creationId xmlns:a16="http://schemas.microsoft.com/office/drawing/2014/main" id="{67A19BCD-09E9-4E9B-92D9-D733EBBDDD45}"/>
              </a:ext>
            </a:extLst>
          </p:cNvPr>
          <p:cNvSpPr>
            <a:spLocks noGrp="1"/>
          </p:cNvSpPr>
          <p:nvPr/>
        </p:nvSpPr>
        <p:spPr>
          <a:xfrm>
            <a:off x="37603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F1_main_prauc_2037">
            <a:extLst>
              <a:ext uri="{FF2B5EF4-FFF2-40B4-BE49-F238E27FC236}">
                <a16:creationId xmlns:a16="http://schemas.microsoft.com/office/drawing/2014/main" id="{00E48429-FFB3-42D6-8B72-2C4704689F41}"/>
              </a:ext>
            </a:extLst>
          </p:cNvPr>
          <p:cNvSpPr>
            <a:spLocks noGrp="1"/>
          </p:cNvSpPr>
          <p:nvPr/>
        </p:nvSpPr>
        <p:spPr>
          <a:xfrm>
            <a:off x="37262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F1_main_prauc_2038">
            <a:extLst>
              <a:ext uri="{FF2B5EF4-FFF2-40B4-BE49-F238E27FC236}">
                <a16:creationId xmlns:a16="http://schemas.microsoft.com/office/drawing/2014/main" id="{B198F44A-2BCF-42F1-933B-7C8AE6182C43}"/>
              </a:ext>
            </a:extLst>
          </p:cNvPr>
          <p:cNvSpPr>
            <a:spLocks noGrp="1"/>
          </p:cNvSpPr>
          <p:nvPr/>
        </p:nvSpPr>
        <p:spPr>
          <a:xfrm>
            <a:off x="390397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F1_main_prauc_2039">
            <a:extLst>
              <a:ext uri="{FF2B5EF4-FFF2-40B4-BE49-F238E27FC236}">
                <a16:creationId xmlns:a16="http://schemas.microsoft.com/office/drawing/2014/main" id="{92BD54C6-B7FB-44C9-A6B6-B2A0CE0DCE2F}"/>
              </a:ext>
            </a:extLst>
          </p:cNvPr>
          <p:cNvSpPr>
            <a:spLocks noGrp="1"/>
          </p:cNvSpPr>
          <p:nvPr/>
        </p:nvSpPr>
        <p:spPr>
          <a:xfrm>
            <a:off x="3772774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F1_main_prauc_2040">
            <a:extLst>
              <a:ext uri="{FF2B5EF4-FFF2-40B4-BE49-F238E27FC236}">
                <a16:creationId xmlns:a16="http://schemas.microsoft.com/office/drawing/2014/main" id="{0004C83C-6123-4CEA-B2AB-8F48993E69AE}"/>
              </a:ext>
            </a:extLst>
          </p:cNvPr>
          <p:cNvSpPr>
            <a:spLocks noGrp="1"/>
          </p:cNvSpPr>
          <p:nvPr/>
        </p:nvSpPr>
        <p:spPr>
          <a:xfrm>
            <a:off x="38377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F1_main_prauc_2041">
            <a:extLst>
              <a:ext uri="{FF2B5EF4-FFF2-40B4-BE49-F238E27FC236}">
                <a16:creationId xmlns:a16="http://schemas.microsoft.com/office/drawing/2014/main" id="{526D5BF0-A74C-4A10-9BC3-32604A374F23}"/>
              </a:ext>
            </a:extLst>
          </p:cNvPr>
          <p:cNvSpPr>
            <a:spLocks noGrp="1"/>
          </p:cNvSpPr>
          <p:nvPr/>
        </p:nvSpPr>
        <p:spPr>
          <a:xfrm>
            <a:off x="3945906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F1_main_prauc_2042">
            <a:extLst>
              <a:ext uri="{FF2B5EF4-FFF2-40B4-BE49-F238E27FC236}">
                <a16:creationId xmlns:a16="http://schemas.microsoft.com/office/drawing/2014/main" id="{18097300-4077-4B27-B96C-612A88856239}"/>
              </a:ext>
            </a:extLst>
          </p:cNvPr>
          <p:cNvSpPr>
            <a:spLocks noGrp="1"/>
          </p:cNvSpPr>
          <p:nvPr/>
        </p:nvSpPr>
        <p:spPr>
          <a:xfrm>
            <a:off x="38804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F1_main_prauc_2043">
            <a:extLst>
              <a:ext uri="{FF2B5EF4-FFF2-40B4-BE49-F238E27FC236}">
                <a16:creationId xmlns:a16="http://schemas.microsoft.com/office/drawing/2014/main" id="{91921140-E995-40D1-A5FD-8862DD4EA6AE}"/>
              </a:ext>
            </a:extLst>
          </p:cNvPr>
          <p:cNvSpPr>
            <a:spLocks noGrp="1"/>
          </p:cNvSpPr>
          <p:nvPr/>
        </p:nvSpPr>
        <p:spPr>
          <a:xfrm>
            <a:off x="3726451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F1_main_prauc_2044">
            <a:extLst>
              <a:ext uri="{FF2B5EF4-FFF2-40B4-BE49-F238E27FC236}">
                <a16:creationId xmlns:a16="http://schemas.microsoft.com/office/drawing/2014/main" id="{24590310-59B6-4275-A326-E95EBB377CC6}"/>
              </a:ext>
            </a:extLst>
          </p:cNvPr>
          <p:cNvSpPr>
            <a:spLocks noGrp="1"/>
          </p:cNvSpPr>
          <p:nvPr/>
        </p:nvSpPr>
        <p:spPr>
          <a:xfrm>
            <a:off x="38723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F1_main_prauc_2045">
            <a:extLst>
              <a:ext uri="{FF2B5EF4-FFF2-40B4-BE49-F238E27FC236}">
                <a16:creationId xmlns:a16="http://schemas.microsoft.com/office/drawing/2014/main" id="{D308BF39-2794-43A9-91EA-5E7FFEFD3728}"/>
              </a:ext>
            </a:extLst>
          </p:cNvPr>
          <p:cNvSpPr>
            <a:spLocks noGrp="1"/>
          </p:cNvSpPr>
          <p:nvPr/>
        </p:nvSpPr>
        <p:spPr>
          <a:xfrm>
            <a:off x="377224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F1_main_prauc_2046">
            <a:extLst>
              <a:ext uri="{FF2B5EF4-FFF2-40B4-BE49-F238E27FC236}">
                <a16:creationId xmlns:a16="http://schemas.microsoft.com/office/drawing/2014/main" id="{8B93233C-2BE3-4F2A-848B-722E8F930F5B}"/>
              </a:ext>
            </a:extLst>
          </p:cNvPr>
          <p:cNvSpPr>
            <a:spLocks noGrp="1"/>
          </p:cNvSpPr>
          <p:nvPr/>
        </p:nvSpPr>
        <p:spPr>
          <a:xfrm>
            <a:off x="3949558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F1_main_prauc_2047">
            <a:extLst>
              <a:ext uri="{FF2B5EF4-FFF2-40B4-BE49-F238E27FC236}">
                <a16:creationId xmlns:a16="http://schemas.microsoft.com/office/drawing/2014/main" id="{B1431EEA-51F1-44B5-B423-3B690F99F6B3}"/>
              </a:ext>
            </a:extLst>
          </p:cNvPr>
          <p:cNvSpPr>
            <a:spLocks noGrp="1"/>
          </p:cNvSpPr>
          <p:nvPr/>
        </p:nvSpPr>
        <p:spPr>
          <a:xfrm>
            <a:off x="3878584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F1_main_prauc_2048">
            <a:extLst>
              <a:ext uri="{FF2B5EF4-FFF2-40B4-BE49-F238E27FC236}">
                <a16:creationId xmlns:a16="http://schemas.microsoft.com/office/drawing/2014/main" id="{BC6425ED-469E-43BC-947A-2E1AD5F268B3}"/>
              </a:ext>
            </a:extLst>
          </p:cNvPr>
          <p:cNvSpPr>
            <a:spLocks noGrp="1"/>
          </p:cNvSpPr>
          <p:nvPr/>
        </p:nvSpPr>
        <p:spPr>
          <a:xfrm>
            <a:off x="3860440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F1_main_prauc_2049">
            <a:extLst>
              <a:ext uri="{FF2B5EF4-FFF2-40B4-BE49-F238E27FC236}">
                <a16:creationId xmlns:a16="http://schemas.microsoft.com/office/drawing/2014/main" id="{096E09E5-90E4-4013-8A23-9E17C0B4D8C5}"/>
              </a:ext>
            </a:extLst>
          </p:cNvPr>
          <p:cNvSpPr>
            <a:spLocks noGrp="1"/>
          </p:cNvSpPr>
          <p:nvPr/>
        </p:nvSpPr>
        <p:spPr>
          <a:xfrm>
            <a:off x="3897889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F1_main_prauc_2050">
            <a:extLst>
              <a:ext uri="{FF2B5EF4-FFF2-40B4-BE49-F238E27FC236}">
                <a16:creationId xmlns:a16="http://schemas.microsoft.com/office/drawing/2014/main" id="{F3F01ACA-BE9D-4936-92D3-05B65A75038D}"/>
              </a:ext>
            </a:extLst>
          </p:cNvPr>
          <p:cNvSpPr>
            <a:spLocks noGrp="1"/>
          </p:cNvSpPr>
          <p:nvPr/>
        </p:nvSpPr>
        <p:spPr>
          <a:xfrm>
            <a:off x="3885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F1_main_prauc_2051">
            <a:extLst>
              <a:ext uri="{FF2B5EF4-FFF2-40B4-BE49-F238E27FC236}">
                <a16:creationId xmlns:a16="http://schemas.microsoft.com/office/drawing/2014/main" id="{C248CA4D-14D0-4F4D-91C5-3771FB930F2D}"/>
              </a:ext>
            </a:extLst>
          </p:cNvPr>
          <p:cNvSpPr>
            <a:spLocks noGrp="1"/>
          </p:cNvSpPr>
          <p:nvPr/>
        </p:nvSpPr>
        <p:spPr>
          <a:xfrm>
            <a:off x="3905983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F1_main_prauc_2052">
            <a:extLst>
              <a:ext uri="{FF2B5EF4-FFF2-40B4-BE49-F238E27FC236}">
                <a16:creationId xmlns:a16="http://schemas.microsoft.com/office/drawing/2014/main" id="{00433F49-EDFF-42E0-B184-4B8B3A834577}"/>
              </a:ext>
            </a:extLst>
          </p:cNvPr>
          <p:cNvSpPr>
            <a:spLocks noGrp="1"/>
          </p:cNvSpPr>
          <p:nvPr/>
        </p:nvSpPr>
        <p:spPr>
          <a:xfrm>
            <a:off x="3849680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F1_main_prauc_2053">
            <a:extLst>
              <a:ext uri="{FF2B5EF4-FFF2-40B4-BE49-F238E27FC236}">
                <a16:creationId xmlns:a16="http://schemas.microsoft.com/office/drawing/2014/main" id="{F6D12E2E-661F-4893-AAB8-A953C5B90971}"/>
              </a:ext>
            </a:extLst>
          </p:cNvPr>
          <p:cNvSpPr>
            <a:spLocks noGrp="1"/>
          </p:cNvSpPr>
          <p:nvPr/>
        </p:nvSpPr>
        <p:spPr>
          <a:xfrm>
            <a:off x="37212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F1_main_prauc_2054">
            <a:extLst>
              <a:ext uri="{FF2B5EF4-FFF2-40B4-BE49-F238E27FC236}">
                <a16:creationId xmlns:a16="http://schemas.microsoft.com/office/drawing/2014/main" id="{939890F9-510E-4A87-8CD3-F2D97A2E2D34}"/>
              </a:ext>
            </a:extLst>
          </p:cNvPr>
          <p:cNvSpPr>
            <a:spLocks noGrp="1"/>
          </p:cNvSpPr>
          <p:nvPr/>
        </p:nvSpPr>
        <p:spPr>
          <a:xfrm>
            <a:off x="38884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F1_main_prauc_2055">
            <a:extLst>
              <a:ext uri="{FF2B5EF4-FFF2-40B4-BE49-F238E27FC236}">
                <a16:creationId xmlns:a16="http://schemas.microsoft.com/office/drawing/2014/main" id="{15F128EA-62E3-45CE-BA6E-93B13446E742}"/>
              </a:ext>
            </a:extLst>
          </p:cNvPr>
          <p:cNvSpPr>
            <a:spLocks noGrp="1"/>
          </p:cNvSpPr>
          <p:nvPr/>
        </p:nvSpPr>
        <p:spPr>
          <a:xfrm>
            <a:off x="3897268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F1_main_prauc_2056">
            <a:extLst>
              <a:ext uri="{FF2B5EF4-FFF2-40B4-BE49-F238E27FC236}">
                <a16:creationId xmlns:a16="http://schemas.microsoft.com/office/drawing/2014/main" id="{A1DC554E-CC63-413F-8FFE-AEA2C2DE7D86}"/>
              </a:ext>
            </a:extLst>
          </p:cNvPr>
          <p:cNvSpPr>
            <a:spLocks noGrp="1"/>
          </p:cNvSpPr>
          <p:nvPr/>
        </p:nvSpPr>
        <p:spPr>
          <a:xfrm>
            <a:off x="39529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F1_main_prauc_2057">
            <a:extLst>
              <a:ext uri="{FF2B5EF4-FFF2-40B4-BE49-F238E27FC236}">
                <a16:creationId xmlns:a16="http://schemas.microsoft.com/office/drawing/2014/main" id="{57853F5D-5B08-49D7-8B99-987EC10D1EB9}"/>
              </a:ext>
            </a:extLst>
          </p:cNvPr>
          <p:cNvSpPr>
            <a:spLocks noGrp="1"/>
          </p:cNvSpPr>
          <p:nvPr/>
        </p:nvSpPr>
        <p:spPr>
          <a:xfrm>
            <a:off x="3902087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F1_main_prauc_2058">
            <a:extLst>
              <a:ext uri="{FF2B5EF4-FFF2-40B4-BE49-F238E27FC236}">
                <a16:creationId xmlns:a16="http://schemas.microsoft.com/office/drawing/2014/main" id="{3E5FAABA-8970-4601-B7FC-A3545F7A8925}"/>
              </a:ext>
            </a:extLst>
          </p:cNvPr>
          <p:cNvSpPr>
            <a:spLocks noGrp="1"/>
          </p:cNvSpPr>
          <p:nvPr/>
        </p:nvSpPr>
        <p:spPr>
          <a:xfrm>
            <a:off x="371910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F1_main_prauc_2059">
            <a:extLst>
              <a:ext uri="{FF2B5EF4-FFF2-40B4-BE49-F238E27FC236}">
                <a16:creationId xmlns:a16="http://schemas.microsoft.com/office/drawing/2014/main" id="{0DFD7571-5C02-4293-A598-D16BC69B15ED}"/>
              </a:ext>
            </a:extLst>
          </p:cNvPr>
          <p:cNvSpPr>
            <a:spLocks noGrp="1"/>
          </p:cNvSpPr>
          <p:nvPr/>
        </p:nvSpPr>
        <p:spPr>
          <a:xfrm>
            <a:off x="37148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F1_main_prauc_2060">
            <a:extLst>
              <a:ext uri="{FF2B5EF4-FFF2-40B4-BE49-F238E27FC236}">
                <a16:creationId xmlns:a16="http://schemas.microsoft.com/office/drawing/2014/main" id="{D1C5D0F5-5E8A-4200-A542-299C82ED98F7}"/>
              </a:ext>
            </a:extLst>
          </p:cNvPr>
          <p:cNvSpPr>
            <a:spLocks noGrp="1"/>
          </p:cNvSpPr>
          <p:nvPr/>
        </p:nvSpPr>
        <p:spPr>
          <a:xfrm>
            <a:off x="3780285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F1_main_prauc_2061">
            <a:extLst>
              <a:ext uri="{FF2B5EF4-FFF2-40B4-BE49-F238E27FC236}">
                <a16:creationId xmlns:a16="http://schemas.microsoft.com/office/drawing/2014/main" id="{57ADAFAB-29FE-4248-9D1E-C1C6916B63DE}"/>
              </a:ext>
            </a:extLst>
          </p:cNvPr>
          <p:cNvSpPr>
            <a:spLocks noGrp="1"/>
          </p:cNvSpPr>
          <p:nvPr/>
        </p:nvSpPr>
        <p:spPr>
          <a:xfrm>
            <a:off x="37383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F1_main_prauc_2062">
            <a:extLst>
              <a:ext uri="{FF2B5EF4-FFF2-40B4-BE49-F238E27FC236}">
                <a16:creationId xmlns:a16="http://schemas.microsoft.com/office/drawing/2014/main" id="{4348E1EC-7906-4D42-B3F5-C4E0E12ACD0F}"/>
              </a:ext>
            </a:extLst>
          </p:cNvPr>
          <p:cNvSpPr>
            <a:spLocks noGrp="1"/>
          </p:cNvSpPr>
          <p:nvPr/>
        </p:nvSpPr>
        <p:spPr>
          <a:xfrm>
            <a:off x="376266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F1_main_prauc_2063">
            <a:extLst>
              <a:ext uri="{FF2B5EF4-FFF2-40B4-BE49-F238E27FC236}">
                <a16:creationId xmlns:a16="http://schemas.microsoft.com/office/drawing/2014/main" id="{A84CFE00-A923-4327-AC47-6489106F30C6}"/>
              </a:ext>
            </a:extLst>
          </p:cNvPr>
          <p:cNvSpPr>
            <a:spLocks noGrp="1"/>
          </p:cNvSpPr>
          <p:nvPr/>
        </p:nvSpPr>
        <p:spPr>
          <a:xfrm>
            <a:off x="39028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F1_main_prauc_2064">
            <a:extLst>
              <a:ext uri="{FF2B5EF4-FFF2-40B4-BE49-F238E27FC236}">
                <a16:creationId xmlns:a16="http://schemas.microsoft.com/office/drawing/2014/main" id="{569D0E9C-A17A-4D7E-BCC8-7B70B68DCC00}"/>
              </a:ext>
            </a:extLst>
          </p:cNvPr>
          <p:cNvSpPr>
            <a:spLocks noGrp="1"/>
          </p:cNvSpPr>
          <p:nvPr/>
        </p:nvSpPr>
        <p:spPr>
          <a:xfrm>
            <a:off x="3911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F1_main_prauc_2065">
            <a:extLst>
              <a:ext uri="{FF2B5EF4-FFF2-40B4-BE49-F238E27FC236}">
                <a16:creationId xmlns:a16="http://schemas.microsoft.com/office/drawing/2014/main" id="{AF87CEF4-3CBB-4AB9-831C-CD1E605D7532}"/>
              </a:ext>
            </a:extLst>
          </p:cNvPr>
          <p:cNvSpPr>
            <a:spLocks noGrp="1"/>
          </p:cNvSpPr>
          <p:nvPr/>
        </p:nvSpPr>
        <p:spPr>
          <a:xfrm>
            <a:off x="37613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F1_main_prauc_2066">
            <a:extLst>
              <a:ext uri="{FF2B5EF4-FFF2-40B4-BE49-F238E27FC236}">
                <a16:creationId xmlns:a16="http://schemas.microsoft.com/office/drawing/2014/main" id="{0F5C0E7B-8BDD-4A99-B3D8-5FF33142F99E}"/>
              </a:ext>
            </a:extLst>
          </p:cNvPr>
          <p:cNvSpPr>
            <a:spLocks noGrp="1"/>
          </p:cNvSpPr>
          <p:nvPr/>
        </p:nvSpPr>
        <p:spPr>
          <a:xfrm>
            <a:off x="386022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F1_main_prauc_2067">
            <a:extLst>
              <a:ext uri="{FF2B5EF4-FFF2-40B4-BE49-F238E27FC236}">
                <a16:creationId xmlns:a16="http://schemas.microsoft.com/office/drawing/2014/main" id="{32510989-1C9A-49FC-8902-429933B23905}"/>
              </a:ext>
            </a:extLst>
          </p:cNvPr>
          <p:cNvSpPr>
            <a:spLocks noGrp="1"/>
          </p:cNvSpPr>
          <p:nvPr/>
        </p:nvSpPr>
        <p:spPr>
          <a:xfrm>
            <a:off x="3726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F1_main_prauc_2068">
            <a:extLst>
              <a:ext uri="{FF2B5EF4-FFF2-40B4-BE49-F238E27FC236}">
                <a16:creationId xmlns:a16="http://schemas.microsoft.com/office/drawing/2014/main" id="{5DF98A15-F6E5-4778-9224-0D6DAD95C840}"/>
              </a:ext>
            </a:extLst>
          </p:cNvPr>
          <p:cNvSpPr>
            <a:spLocks noGrp="1"/>
          </p:cNvSpPr>
          <p:nvPr/>
        </p:nvSpPr>
        <p:spPr>
          <a:xfrm>
            <a:off x="3793178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F1_main_prauc_2069">
            <a:extLst>
              <a:ext uri="{FF2B5EF4-FFF2-40B4-BE49-F238E27FC236}">
                <a16:creationId xmlns:a16="http://schemas.microsoft.com/office/drawing/2014/main" id="{79211284-D419-46F2-9490-E05089302250}"/>
              </a:ext>
            </a:extLst>
          </p:cNvPr>
          <p:cNvSpPr>
            <a:spLocks noGrp="1"/>
          </p:cNvSpPr>
          <p:nvPr/>
        </p:nvSpPr>
        <p:spPr>
          <a:xfrm>
            <a:off x="38640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F1_main_prauc_2070">
            <a:extLst>
              <a:ext uri="{FF2B5EF4-FFF2-40B4-BE49-F238E27FC236}">
                <a16:creationId xmlns:a16="http://schemas.microsoft.com/office/drawing/2014/main" id="{1E43B977-9A34-4C99-97CD-FA114110301D}"/>
              </a:ext>
            </a:extLst>
          </p:cNvPr>
          <p:cNvSpPr>
            <a:spLocks noGrp="1"/>
          </p:cNvSpPr>
          <p:nvPr/>
        </p:nvSpPr>
        <p:spPr>
          <a:xfrm>
            <a:off x="388949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F1_main_prauc_2071">
            <a:extLst>
              <a:ext uri="{FF2B5EF4-FFF2-40B4-BE49-F238E27FC236}">
                <a16:creationId xmlns:a16="http://schemas.microsoft.com/office/drawing/2014/main" id="{05929834-0802-4E19-AE34-BABCBCD7E03E}"/>
              </a:ext>
            </a:extLst>
          </p:cNvPr>
          <p:cNvSpPr>
            <a:spLocks noGrp="1"/>
          </p:cNvSpPr>
          <p:nvPr/>
        </p:nvSpPr>
        <p:spPr>
          <a:xfrm>
            <a:off x="38801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F1_main_prauc_2072">
            <a:extLst>
              <a:ext uri="{FF2B5EF4-FFF2-40B4-BE49-F238E27FC236}">
                <a16:creationId xmlns:a16="http://schemas.microsoft.com/office/drawing/2014/main" id="{9C28DEB6-F717-4FC4-823D-4AB965878628}"/>
              </a:ext>
            </a:extLst>
          </p:cNvPr>
          <p:cNvSpPr>
            <a:spLocks noGrp="1"/>
          </p:cNvSpPr>
          <p:nvPr/>
        </p:nvSpPr>
        <p:spPr>
          <a:xfrm>
            <a:off x="39214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F1_main_prauc_2073">
            <a:extLst>
              <a:ext uri="{FF2B5EF4-FFF2-40B4-BE49-F238E27FC236}">
                <a16:creationId xmlns:a16="http://schemas.microsoft.com/office/drawing/2014/main" id="{70B0CC77-07ED-4FCE-A94E-F95313F69A34}"/>
              </a:ext>
            </a:extLst>
          </p:cNvPr>
          <p:cNvSpPr>
            <a:spLocks noGrp="1"/>
          </p:cNvSpPr>
          <p:nvPr/>
        </p:nvSpPr>
        <p:spPr>
          <a:xfrm>
            <a:off x="37458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F1_main_prauc_2074">
            <a:extLst>
              <a:ext uri="{FF2B5EF4-FFF2-40B4-BE49-F238E27FC236}">
                <a16:creationId xmlns:a16="http://schemas.microsoft.com/office/drawing/2014/main" id="{56CBF249-2E5E-4416-9651-CB57C6DC7BBC}"/>
              </a:ext>
            </a:extLst>
          </p:cNvPr>
          <p:cNvSpPr>
            <a:spLocks noGrp="1"/>
          </p:cNvSpPr>
          <p:nvPr/>
        </p:nvSpPr>
        <p:spPr>
          <a:xfrm>
            <a:off x="3870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F1_main_prauc_2075">
            <a:extLst>
              <a:ext uri="{FF2B5EF4-FFF2-40B4-BE49-F238E27FC236}">
                <a16:creationId xmlns:a16="http://schemas.microsoft.com/office/drawing/2014/main" id="{DAC9D10A-6417-402F-9A7C-9736AB890767}"/>
              </a:ext>
            </a:extLst>
          </p:cNvPr>
          <p:cNvSpPr>
            <a:spLocks noGrp="1"/>
          </p:cNvSpPr>
          <p:nvPr/>
        </p:nvSpPr>
        <p:spPr>
          <a:xfrm>
            <a:off x="3768844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F1_main_prauc_2076">
            <a:extLst>
              <a:ext uri="{FF2B5EF4-FFF2-40B4-BE49-F238E27FC236}">
                <a16:creationId xmlns:a16="http://schemas.microsoft.com/office/drawing/2014/main" id="{D4657B22-4087-4A48-A91E-A43D133ED5B5}"/>
              </a:ext>
            </a:extLst>
          </p:cNvPr>
          <p:cNvSpPr>
            <a:spLocks noGrp="1"/>
          </p:cNvSpPr>
          <p:nvPr/>
        </p:nvSpPr>
        <p:spPr>
          <a:xfrm>
            <a:off x="38845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F1_main_prauc_2077">
            <a:extLst>
              <a:ext uri="{FF2B5EF4-FFF2-40B4-BE49-F238E27FC236}">
                <a16:creationId xmlns:a16="http://schemas.microsoft.com/office/drawing/2014/main" id="{23B6F2E2-C685-4C57-979A-784B3040E2B2}"/>
              </a:ext>
            </a:extLst>
          </p:cNvPr>
          <p:cNvSpPr>
            <a:spLocks noGrp="1"/>
          </p:cNvSpPr>
          <p:nvPr/>
        </p:nvSpPr>
        <p:spPr>
          <a:xfrm>
            <a:off x="3810509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F1_main_prauc_2078">
            <a:extLst>
              <a:ext uri="{FF2B5EF4-FFF2-40B4-BE49-F238E27FC236}">
                <a16:creationId xmlns:a16="http://schemas.microsoft.com/office/drawing/2014/main" id="{B1F2D03B-7E62-4BA0-94BA-A9069463DA6F}"/>
              </a:ext>
            </a:extLst>
          </p:cNvPr>
          <p:cNvSpPr>
            <a:spLocks noGrp="1"/>
          </p:cNvSpPr>
          <p:nvPr/>
        </p:nvSpPr>
        <p:spPr>
          <a:xfrm>
            <a:off x="3944814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F1_main_prauc_2079">
            <a:extLst>
              <a:ext uri="{FF2B5EF4-FFF2-40B4-BE49-F238E27FC236}">
                <a16:creationId xmlns:a16="http://schemas.microsoft.com/office/drawing/2014/main" id="{179CB34D-0C3A-467A-A62A-70A1F1D388DD}"/>
              </a:ext>
            </a:extLst>
          </p:cNvPr>
          <p:cNvSpPr>
            <a:spLocks noGrp="1"/>
          </p:cNvSpPr>
          <p:nvPr/>
        </p:nvSpPr>
        <p:spPr>
          <a:xfrm>
            <a:off x="38039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F1_main_prauc_2080">
            <a:extLst>
              <a:ext uri="{FF2B5EF4-FFF2-40B4-BE49-F238E27FC236}">
                <a16:creationId xmlns:a16="http://schemas.microsoft.com/office/drawing/2014/main" id="{85EA7589-B191-4095-9600-B3C893A27228}"/>
              </a:ext>
            </a:extLst>
          </p:cNvPr>
          <p:cNvSpPr>
            <a:spLocks noGrp="1"/>
          </p:cNvSpPr>
          <p:nvPr/>
        </p:nvSpPr>
        <p:spPr>
          <a:xfrm>
            <a:off x="38494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F1_main_prauc_2081">
            <a:extLst>
              <a:ext uri="{FF2B5EF4-FFF2-40B4-BE49-F238E27FC236}">
                <a16:creationId xmlns:a16="http://schemas.microsoft.com/office/drawing/2014/main" id="{9E422B89-3DBC-4405-A8FE-4DF573984E00}"/>
              </a:ext>
            </a:extLst>
          </p:cNvPr>
          <p:cNvSpPr>
            <a:spLocks noGrp="1"/>
          </p:cNvSpPr>
          <p:nvPr/>
        </p:nvSpPr>
        <p:spPr>
          <a:xfrm>
            <a:off x="39211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F1_main_prauc_2082">
            <a:extLst>
              <a:ext uri="{FF2B5EF4-FFF2-40B4-BE49-F238E27FC236}">
                <a16:creationId xmlns:a16="http://schemas.microsoft.com/office/drawing/2014/main" id="{5D2115A0-042F-40BD-BC2A-B256053D7B68}"/>
              </a:ext>
            </a:extLst>
          </p:cNvPr>
          <p:cNvSpPr>
            <a:spLocks noGrp="1"/>
          </p:cNvSpPr>
          <p:nvPr/>
        </p:nvSpPr>
        <p:spPr>
          <a:xfrm>
            <a:off x="3733470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F1_main_prauc_2083">
            <a:extLst>
              <a:ext uri="{FF2B5EF4-FFF2-40B4-BE49-F238E27FC236}">
                <a16:creationId xmlns:a16="http://schemas.microsoft.com/office/drawing/2014/main" id="{40976C44-70B3-4186-B7E6-05EF4947D649}"/>
              </a:ext>
            </a:extLst>
          </p:cNvPr>
          <p:cNvSpPr>
            <a:spLocks noGrp="1"/>
          </p:cNvSpPr>
          <p:nvPr/>
        </p:nvSpPr>
        <p:spPr>
          <a:xfrm>
            <a:off x="391058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F1_main_prauc_2084">
            <a:extLst>
              <a:ext uri="{FF2B5EF4-FFF2-40B4-BE49-F238E27FC236}">
                <a16:creationId xmlns:a16="http://schemas.microsoft.com/office/drawing/2014/main" id="{92905C5F-002F-42B2-BB22-070D9BFCCF17}"/>
              </a:ext>
            </a:extLst>
          </p:cNvPr>
          <p:cNvSpPr>
            <a:spLocks noGrp="1"/>
          </p:cNvSpPr>
          <p:nvPr/>
        </p:nvSpPr>
        <p:spPr>
          <a:xfrm>
            <a:off x="3739250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F1_main_prauc_2085">
            <a:extLst>
              <a:ext uri="{FF2B5EF4-FFF2-40B4-BE49-F238E27FC236}">
                <a16:creationId xmlns:a16="http://schemas.microsoft.com/office/drawing/2014/main" id="{E1B996E9-090D-4F61-8492-95F679C79A5E}"/>
              </a:ext>
            </a:extLst>
          </p:cNvPr>
          <p:cNvSpPr>
            <a:spLocks noGrp="1"/>
          </p:cNvSpPr>
          <p:nvPr/>
        </p:nvSpPr>
        <p:spPr>
          <a:xfrm>
            <a:off x="37341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F1_main_prauc_2086">
            <a:extLst>
              <a:ext uri="{FF2B5EF4-FFF2-40B4-BE49-F238E27FC236}">
                <a16:creationId xmlns:a16="http://schemas.microsoft.com/office/drawing/2014/main" id="{704878D7-A3B8-484E-A77D-821E53EE7225}"/>
              </a:ext>
            </a:extLst>
          </p:cNvPr>
          <p:cNvSpPr>
            <a:spLocks noGrp="1"/>
          </p:cNvSpPr>
          <p:nvPr/>
        </p:nvSpPr>
        <p:spPr>
          <a:xfrm>
            <a:off x="37092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F1_main_prauc_2087">
            <a:extLst>
              <a:ext uri="{FF2B5EF4-FFF2-40B4-BE49-F238E27FC236}">
                <a16:creationId xmlns:a16="http://schemas.microsoft.com/office/drawing/2014/main" id="{FE027A2A-9E54-45F8-B622-3C0A91ED5BF7}"/>
              </a:ext>
            </a:extLst>
          </p:cNvPr>
          <p:cNvSpPr>
            <a:spLocks noGrp="1"/>
          </p:cNvSpPr>
          <p:nvPr/>
        </p:nvSpPr>
        <p:spPr>
          <a:xfrm>
            <a:off x="388660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F1_main_prauc_2088">
            <a:extLst>
              <a:ext uri="{FF2B5EF4-FFF2-40B4-BE49-F238E27FC236}">
                <a16:creationId xmlns:a16="http://schemas.microsoft.com/office/drawing/2014/main" id="{CA6695FB-2F82-4767-8B09-F18E641CDEBD}"/>
              </a:ext>
            </a:extLst>
          </p:cNvPr>
          <p:cNvSpPr>
            <a:spLocks noGrp="1"/>
          </p:cNvSpPr>
          <p:nvPr/>
        </p:nvSpPr>
        <p:spPr>
          <a:xfrm>
            <a:off x="3896491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F1_main_prauc_2089">
            <a:extLst>
              <a:ext uri="{FF2B5EF4-FFF2-40B4-BE49-F238E27FC236}">
                <a16:creationId xmlns:a16="http://schemas.microsoft.com/office/drawing/2014/main" id="{9F8AE4A0-06F4-4BD5-9A5F-F81BFA3AB7F6}"/>
              </a:ext>
            </a:extLst>
          </p:cNvPr>
          <p:cNvSpPr>
            <a:spLocks noGrp="1"/>
          </p:cNvSpPr>
          <p:nvPr/>
        </p:nvSpPr>
        <p:spPr>
          <a:xfrm>
            <a:off x="3788741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F1_main_prauc_2090">
            <a:extLst>
              <a:ext uri="{FF2B5EF4-FFF2-40B4-BE49-F238E27FC236}">
                <a16:creationId xmlns:a16="http://schemas.microsoft.com/office/drawing/2014/main" id="{3B6E3CA4-2937-4C51-9B49-614023F1497F}"/>
              </a:ext>
            </a:extLst>
          </p:cNvPr>
          <p:cNvSpPr>
            <a:spLocks noGrp="1"/>
          </p:cNvSpPr>
          <p:nvPr/>
        </p:nvSpPr>
        <p:spPr>
          <a:xfrm>
            <a:off x="38111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F1_main_prauc_2091">
            <a:extLst>
              <a:ext uri="{FF2B5EF4-FFF2-40B4-BE49-F238E27FC236}">
                <a16:creationId xmlns:a16="http://schemas.microsoft.com/office/drawing/2014/main" id="{64AB050F-A338-4290-B4AF-4083535751AB}"/>
              </a:ext>
            </a:extLst>
          </p:cNvPr>
          <p:cNvSpPr>
            <a:spLocks noGrp="1"/>
          </p:cNvSpPr>
          <p:nvPr/>
        </p:nvSpPr>
        <p:spPr>
          <a:xfrm>
            <a:off x="38664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F1_main_prauc_2092">
            <a:extLst>
              <a:ext uri="{FF2B5EF4-FFF2-40B4-BE49-F238E27FC236}">
                <a16:creationId xmlns:a16="http://schemas.microsoft.com/office/drawing/2014/main" id="{6EF20635-29D0-414D-80C9-02276EC3A8CF}"/>
              </a:ext>
            </a:extLst>
          </p:cNvPr>
          <p:cNvSpPr>
            <a:spLocks noGrp="1"/>
          </p:cNvSpPr>
          <p:nvPr/>
        </p:nvSpPr>
        <p:spPr>
          <a:xfrm>
            <a:off x="37804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F1_main_prauc_2093">
            <a:extLst>
              <a:ext uri="{FF2B5EF4-FFF2-40B4-BE49-F238E27FC236}">
                <a16:creationId xmlns:a16="http://schemas.microsoft.com/office/drawing/2014/main" id="{0D4B31A9-DBD7-46A0-B1B4-E982315B76AF}"/>
              </a:ext>
            </a:extLst>
          </p:cNvPr>
          <p:cNvSpPr>
            <a:spLocks noGrp="1"/>
          </p:cNvSpPr>
          <p:nvPr/>
        </p:nvSpPr>
        <p:spPr>
          <a:xfrm>
            <a:off x="375816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F1_main_prauc_2094">
            <a:extLst>
              <a:ext uri="{FF2B5EF4-FFF2-40B4-BE49-F238E27FC236}">
                <a16:creationId xmlns:a16="http://schemas.microsoft.com/office/drawing/2014/main" id="{6D1477FE-A3DC-4F92-BE29-CA6080BD30A3}"/>
              </a:ext>
            </a:extLst>
          </p:cNvPr>
          <p:cNvSpPr>
            <a:spLocks noGrp="1"/>
          </p:cNvSpPr>
          <p:nvPr/>
        </p:nvSpPr>
        <p:spPr>
          <a:xfrm>
            <a:off x="3845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F1_main_prauc_2095">
            <a:extLst>
              <a:ext uri="{FF2B5EF4-FFF2-40B4-BE49-F238E27FC236}">
                <a16:creationId xmlns:a16="http://schemas.microsoft.com/office/drawing/2014/main" id="{46D37D4A-7F0D-4D2F-BBC4-1F3ECBBD1B3F}"/>
              </a:ext>
            </a:extLst>
          </p:cNvPr>
          <p:cNvSpPr>
            <a:spLocks noGrp="1"/>
          </p:cNvSpPr>
          <p:nvPr/>
        </p:nvSpPr>
        <p:spPr>
          <a:xfrm>
            <a:off x="37121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F1_main_prauc_2096">
            <a:extLst>
              <a:ext uri="{FF2B5EF4-FFF2-40B4-BE49-F238E27FC236}">
                <a16:creationId xmlns:a16="http://schemas.microsoft.com/office/drawing/2014/main" id="{7D8BA51A-FE96-443D-97AB-E042CF22FE02}"/>
              </a:ext>
            </a:extLst>
          </p:cNvPr>
          <p:cNvSpPr>
            <a:spLocks noGrp="1"/>
          </p:cNvSpPr>
          <p:nvPr/>
        </p:nvSpPr>
        <p:spPr>
          <a:xfrm>
            <a:off x="38899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F1_main_prauc_2097">
            <a:extLst>
              <a:ext uri="{FF2B5EF4-FFF2-40B4-BE49-F238E27FC236}">
                <a16:creationId xmlns:a16="http://schemas.microsoft.com/office/drawing/2014/main" id="{24AC9825-FDCF-411E-B84A-2729281C7AF8}"/>
              </a:ext>
            </a:extLst>
          </p:cNvPr>
          <p:cNvSpPr>
            <a:spLocks noGrp="1"/>
          </p:cNvSpPr>
          <p:nvPr/>
        </p:nvSpPr>
        <p:spPr>
          <a:xfrm>
            <a:off x="3757688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F1_main_prauc_2098">
            <a:extLst>
              <a:ext uri="{FF2B5EF4-FFF2-40B4-BE49-F238E27FC236}">
                <a16:creationId xmlns:a16="http://schemas.microsoft.com/office/drawing/2014/main" id="{812693E3-3D32-4156-8606-2B41A9C22B0B}"/>
              </a:ext>
            </a:extLst>
          </p:cNvPr>
          <p:cNvSpPr>
            <a:spLocks noGrp="1"/>
          </p:cNvSpPr>
          <p:nvPr/>
        </p:nvSpPr>
        <p:spPr>
          <a:xfrm>
            <a:off x="388185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F1_main_prauc_2099">
            <a:extLst>
              <a:ext uri="{FF2B5EF4-FFF2-40B4-BE49-F238E27FC236}">
                <a16:creationId xmlns:a16="http://schemas.microsoft.com/office/drawing/2014/main" id="{2FA90E2C-E9FB-4B69-A7F4-7B923F0655C0}"/>
              </a:ext>
            </a:extLst>
          </p:cNvPr>
          <p:cNvSpPr>
            <a:spLocks noGrp="1"/>
          </p:cNvSpPr>
          <p:nvPr/>
        </p:nvSpPr>
        <p:spPr>
          <a:xfrm>
            <a:off x="39109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F1_main_prauc_2100">
            <a:extLst>
              <a:ext uri="{FF2B5EF4-FFF2-40B4-BE49-F238E27FC236}">
                <a16:creationId xmlns:a16="http://schemas.microsoft.com/office/drawing/2014/main" id="{68A5A00E-AF79-46AF-B217-DA6970E8899A}"/>
              </a:ext>
            </a:extLst>
          </p:cNvPr>
          <p:cNvSpPr>
            <a:spLocks noGrp="1"/>
          </p:cNvSpPr>
          <p:nvPr/>
        </p:nvSpPr>
        <p:spPr>
          <a:xfrm>
            <a:off x="3851784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F1_main_prauc_2101">
            <a:extLst>
              <a:ext uri="{FF2B5EF4-FFF2-40B4-BE49-F238E27FC236}">
                <a16:creationId xmlns:a16="http://schemas.microsoft.com/office/drawing/2014/main" id="{6DD2BCEF-B15F-4464-B6CC-E6BA1F9AADB6}"/>
              </a:ext>
            </a:extLst>
          </p:cNvPr>
          <p:cNvSpPr>
            <a:spLocks noGrp="1"/>
          </p:cNvSpPr>
          <p:nvPr/>
        </p:nvSpPr>
        <p:spPr>
          <a:xfrm>
            <a:off x="3779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F1_main_prauc_2102">
            <a:extLst>
              <a:ext uri="{FF2B5EF4-FFF2-40B4-BE49-F238E27FC236}">
                <a16:creationId xmlns:a16="http://schemas.microsoft.com/office/drawing/2014/main" id="{8749C793-AD8D-4600-9495-24964C541AD7}"/>
              </a:ext>
            </a:extLst>
          </p:cNvPr>
          <p:cNvSpPr>
            <a:spLocks noGrp="1"/>
          </p:cNvSpPr>
          <p:nvPr/>
        </p:nvSpPr>
        <p:spPr>
          <a:xfrm>
            <a:off x="3867854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F1_main_prauc_2103">
            <a:extLst>
              <a:ext uri="{FF2B5EF4-FFF2-40B4-BE49-F238E27FC236}">
                <a16:creationId xmlns:a16="http://schemas.microsoft.com/office/drawing/2014/main" id="{41293C07-6861-4F46-8BD1-0C7D54D12A87}"/>
              </a:ext>
            </a:extLst>
          </p:cNvPr>
          <p:cNvSpPr>
            <a:spLocks noGrp="1"/>
          </p:cNvSpPr>
          <p:nvPr/>
        </p:nvSpPr>
        <p:spPr>
          <a:xfrm>
            <a:off x="3868554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F1_main_prauc_2104">
            <a:extLst>
              <a:ext uri="{FF2B5EF4-FFF2-40B4-BE49-F238E27FC236}">
                <a16:creationId xmlns:a16="http://schemas.microsoft.com/office/drawing/2014/main" id="{09338FAF-E550-49E7-9C47-12EB4D6BC0E6}"/>
              </a:ext>
            </a:extLst>
          </p:cNvPr>
          <p:cNvSpPr>
            <a:spLocks noGrp="1"/>
          </p:cNvSpPr>
          <p:nvPr/>
        </p:nvSpPr>
        <p:spPr>
          <a:xfrm>
            <a:off x="3753491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F1_main_prauc_2105">
            <a:extLst>
              <a:ext uri="{FF2B5EF4-FFF2-40B4-BE49-F238E27FC236}">
                <a16:creationId xmlns:a16="http://schemas.microsoft.com/office/drawing/2014/main" id="{5B619182-909A-420F-8881-765D7F375176}"/>
              </a:ext>
            </a:extLst>
          </p:cNvPr>
          <p:cNvSpPr>
            <a:spLocks noGrp="1"/>
          </p:cNvSpPr>
          <p:nvPr/>
        </p:nvSpPr>
        <p:spPr>
          <a:xfrm>
            <a:off x="38560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F1_main_prauc_2106">
            <a:extLst>
              <a:ext uri="{FF2B5EF4-FFF2-40B4-BE49-F238E27FC236}">
                <a16:creationId xmlns:a16="http://schemas.microsoft.com/office/drawing/2014/main" id="{146C4039-9F40-45B4-B800-6AC04A08DB49}"/>
              </a:ext>
            </a:extLst>
          </p:cNvPr>
          <p:cNvSpPr>
            <a:spLocks noGrp="1"/>
          </p:cNvSpPr>
          <p:nvPr/>
        </p:nvSpPr>
        <p:spPr>
          <a:xfrm>
            <a:off x="384283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F1_main_prauc_2107">
            <a:extLst>
              <a:ext uri="{FF2B5EF4-FFF2-40B4-BE49-F238E27FC236}">
                <a16:creationId xmlns:a16="http://schemas.microsoft.com/office/drawing/2014/main" id="{7D1A4BCF-01B7-4B50-BAC2-8C5D315860F3}"/>
              </a:ext>
            </a:extLst>
          </p:cNvPr>
          <p:cNvSpPr>
            <a:spLocks noGrp="1"/>
          </p:cNvSpPr>
          <p:nvPr/>
        </p:nvSpPr>
        <p:spPr>
          <a:xfrm>
            <a:off x="38583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F1_main_prauc_2108">
            <a:extLst>
              <a:ext uri="{FF2B5EF4-FFF2-40B4-BE49-F238E27FC236}">
                <a16:creationId xmlns:a16="http://schemas.microsoft.com/office/drawing/2014/main" id="{D2AB787C-C040-4A84-9568-D5544F520EF0}"/>
              </a:ext>
            </a:extLst>
          </p:cNvPr>
          <p:cNvSpPr>
            <a:spLocks noGrp="1"/>
          </p:cNvSpPr>
          <p:nvPr/>
        </p:nvSpPr>
        <p:spPr>
          <a:xfrm>
            <a:off x="370635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F1_main_prauc_2109">
            <a:extLst>
              <a:ext uri="{FF2B5EF4-FFF2-40B4-BE49-F238E27FC236}">
                <a16:creationId xmlns:a16="http://schemas.microsoft.com/office/drawing/2014/main" id="{5CA6513B-10E3-4C99-A873-599BE37B98AB}"/>
              </a:ext>
            </a:extLst>
          </p:cNvPr>
          <p:cNvSpPr>
            <a:spLocks noGrp="1"/>
          </p:cNvSpPr>
          <p:nvPr/>
        </p:nvSpPr>
        <p:spPr>
          <a:xfrm>
            <a:off x="39156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F1_main_prauc_2110">
            <a:extLst>
              <a:ext uri="{FF2B5EF4-FFF2-40B4-BE49-F238E27FC236}">
                <a16:creationId xmlns:a16="http://schemas.microsoft.com/office/drawing/2014/main" id="{236A6BE1-FDE1-4FE3-A74F-4B9D6B0E7008}"/>
              </a:ext>
            </a:extLst>
          </p:cNvPr>
          <p:cNvSpPr>
            <a:spLocks noGrp="1"/>
          </p:cNvSpPr>
          <p:nvPr/>
        </p:nvSpPr>
        <p:spPr>
          <a:xfrm>
            <a:off x="39137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F1_main_prauc_2111">
            <a:extLst>
              <a:ext uri="{FF2B5EF4-FFF2-40B4-BE49-F238E27FC236}">
                <a16:creationId xmlns:a16="http://schemas.microsoft.com/office/drawing/2014/main" id="{13F483B3-A5FE-4B5B-99DB-3808701A939C}"/>
              </a:ext>
            </a:extLst>
          </p:cNvPr>
          <p:cNvSpPr>
            <a:spLocks noGrp="1"/>
          </p:cNvSpPr>
          <p:nvPr/>
        </p:nvSpPr>
        <p:spPr>
          <a:xfrm>
            <a:off x="3947868" y="3400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F1_main_prauc_2112">
            <a:extLst>
              <a:ext uri="{FF2B5EF4-FFF2-40B4-BE49-F238E27FC236}">
                <a16:creationId xmlns:a16="http://schemas.microsoft.com/office/drawing/2014/main" id="{306B9D6F-F631-4362-A52F-AA7C3D5A39C2}"/>
              </a:ext>
            </a:extLst>
          </p:cNvPr>
          <p:cNvSpPr>
            <a:spLocks noGrp="1"/>
          </p:cNvSpPr>
          <p:nvPr/>
        </p:nvSpPr>
        <p:spPr>
          <a:xfrm>
            <a:off x="37726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F1_main_prauc_2113">
            <a:extLst>
              <a:ext uri="{FF2B5EF4-FFF2-40B4-BE49-F238E27FC236}">
                <a16:creationId xmlns:a16="http://schemas.microsoft.com/office/drawing/2014/main" id="{76BF26AC-2699-4AF2-85C4-9C3483A4FA14}"/>
              </a:ext>
            </a:extLst>
          </p:cNvPr>
          <p:cNvSpPr>
            <a:spLocks noGrp="1"/>
          </p:cNvSpPr>
          <p:nvPr/>
        </p:nvSpPr>
        <p:spPr>
          <a:xfrm>
            <a:off x="394609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F1_main_prauc_2114">
            <a:extLst>
              <a:ext uri="{FF2B5EF4-FFF2-40B4-BE49-F238E27FC236}">
                <a16:creationId xmlns:a16="http://schemas.microsoft.com/office/drawing/2014/main" id="{10BC5F66-34A2-4AFD-9AC8-AD29C808A0CF}"/>
              </a:ext>
            </a:extLst>
          </p:cNvPr>
          <p:cNvSpPr>
            <a:spLocks noGrp="1"/>
          </p:cNvSpPr>
          <p:nvPr/>
        </p:nvSpPr>
        <p:spPr>
          <a:xfrm>
            <a:off x="3910220" y="5585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F1_main_prauc_2115">
            <a:extLst>
              <a:ext uri="{FF2B5EF4-FFF2-40B4-BE49-F238E27FC236}">
                <a16:creationId xmlns:a16="http://schemas.microsoft.com/office/drawing/2014/main" id="{374E7C30-9631-4CA9-8574-CFF9451DF34B}"/>
              </a:ext>
            </a:extLst>
          </p:cNvPr>
          <p:cNvSpPr>
            <a:spLocks noGrp="1"/>
          </p:cNvSpPr>
          <p:nvPr/>
        </p:nvSpPr>
        <p:spPr>
          <a:xfrm>
            <a:off x="382785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F1_main_prauc_2116">
            <a:extLst>
              <a:ext uri="{FF2B5EF4-FFF2-40B4-BE49-F238E27FC236}">
                <a16:creationId xmlns:a16="http://schemas.microsoft.com/office/drawing/2014/main" id="{78C2F5CD-DD07-4103-B9FC-038D1AC011BF}"/>
              </a:ext>
            </a:extLst>
          </p:cNvPr>
          <p:cNvSpPr>
            <a:spLocks noGrp="1"/>
          </p:cNvSpPr>
          <p:nvPr/>
        </p:nvSpPr>
        <p:spPr>
          <a:xfrm>
            <a:off x="38243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F1_main_prauc_2117">
            <a:extLst>
              <a:ext uri="{FF2B5EF4-FFF2-40B4-BE49-F238E27FC236}">
                <a16:creationId xmlns:a16="http://schemas.microsoft.com/office/drawing/2014/main" id="{7794C174-5EF0-4DE5-89D8-F48BBC7D68B2}"/>
              </a:ext>
            </a:extLst>
          </p:cNvPr>
          <p:cNvSpPr>
            <a:spLocks noGrp="1"/>
          </p:cNvSpPr>
          <p:nvPr/>
        </p:nvSpPr>
        <p:spPr>
          <a:xfrm>
            <a:off x="38204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F1_main_prauc_2118">
            <a:extLst>
              <a:ext uri="{FF2B5EF4-FFF2-40B4-BE49-F238E27FC236}">
                <a16:creationId xmlns:a16="http://schemas.microsoft.com/office/drawing/2014/main" id="{C60CFB19-E739-479F-B6AF-7AD14BC14AA7}"/>
              </a:ext>
            </a:extLst>
          </p:cNvPr>
          <p:cNvSpPr>
            <a:spLocks noGrp="1"/>
          </p:cNvSpPr>
          <p:nvPr/>
        </p:nvSpPr>
        <p:spPr>
          <a:xfrm>
            <a:off x="3819299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F1_main_prauc_2119">
            <a:extLst>
              <a:ext uri="{FF2B5EF4-FFF2-40B4-BE49-F238E27FC236}">
                <a16:creationId xmlns:a16="http://schemas.microsoft.com/office/drawing/2014/main" id="{646043BE-E87D-42A9-84CC-5A343363BD09}"/>
              </a:ext>
            </a:extLst>
          </p:cNvPr>
          <p:cNvSpPr>
            <a:spLocks noGrp="1"/>
          </p:cNvSpPr>
          <p:nvPr/>
        </p:nvSpPr>
        <p:spPr>
          <a:xfrm>
            <a:off x="38748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F1_main_prauc_2120">
            <a:extLst>
              <a:ext uri="{FF2B5EF4-FFF2-40B4-BE49-F238E27FC236}">
                <a16:creationId xmlns:a16="http://schemas.microsoft.com/office/drawing/2014/main" id="{8D395610-E859-4CA0-926F-A3C63B2B8E4D}"/>
              </a:ext>
            </a:extLst>
          </p:cNvPr>
          <p:cNvSpPr>
            <a:spLocks noGrp="1"/>
          </p:cNvSpPr>
          <p:nvPr/>
        </p:nvSpPr>
        <p:spPr>
          <a:xfrm>
            <a:off x="3800810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F1_main_prauc_2121">
            <a:extLst>
              <a:ext uri="{FF2B5EF4-FFF2-40B4-BE49-F238E27FC236}">
                <a16:creationId xmlns:a16="http://schemas.microsoft.com/office/drawing/2014/main" id="{2AAE0FBE-A57B-455E-9691-CCF82B503AC8}"/>
              </a:ext>
            </a:extLst>
          </p:cNvPr>
          <p:cNvSpPr>
            <a:spLocks noGrp="1"/>
          </p:cNvSpPr>
          <p:nvPr/>
        </p:nvSpPr>
        <p:spPr>
          <a:xfrm>
            <a:off x="3825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F1_main_prauc_2122">
            <a:extLst>
              <a:ext uri="{FF2B5EF4-FFF2-40B4-BE49-F238E27FC236}">
                <a16:creationId xmlns:a16="http://schemas.microsoft.com/office/drawing/2014/main" id="{58E35382-874A-445F-B22D-6CF53A72B6F2}"/>
              </a:ext>
            </a:extLst>
          </p:cNvPr>
          <p:cNvSpPr>
            <a:spLocks noGrp="1"/>
          </p:cNvSpPr>
          <p:nvPr/>
        </p:nvSpPr>
        <p:spPr>
          <a:xfrm>
            <a:off x="374775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F1_main_prauc_2123">
            <a:extLst>
              <a:ext uri="{FF2B5EF4-FFF2-40B4-BE49-F238E27FC236}">
                <a16:creationId xmlns:a16="http://schemas.microsoft.com/office/drawing/2014/main" id="{4AA8EB46-31DA-4484-9D5F-14928B1A28FC}"/>
              </a:ext>
            </a:extLst>
          </p:cNvPr>
          <p:cNvSpPr>
            <a:spLocks noGrp="1"/>
          </p:cNvSpPr>
          <p:nvPr/>
        </p:nvSpPr>
        <p:spPr>
          <a:xfrm>
            <a:off x="3748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F1_main_prauc_2124">
            <a:extLst>
              <a:ext uri="{FF2B5EF4-FFF2-40B4-BE49-F238E27FC236}">
                <a16:creationId xmlns:a16="http://schemas.microsoft.com/office/drawing/2014/main" id="{B34E015D-F663-4A12-9FA9-C268141FAD83}"/>
              </a:ext>
            </a:extLst>
          </p:cNvPr>
          <p:cNvSpPr>
            <a:spLocks noGrp="1"/>
          </p:cNvSpPr>
          <p:nvPr/>
        </p:nvSpPr>
        <p:spPr>
          <a:xfrm>
            <a:off x="3713881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F1_main_prauc_2125">
            <a:extLst>
              <a:ext uri="{FF2B5EF4-FFF2-40B4-BE49-F238E27FC236}">
                <a16:creationId xmlns:a16="http://schemas.microsoft.com/office/drawing/2014/main" id="{0D6F046C-CF2C-4665-BCA7-F4DE5876F14C}"/>
              </a:ext>
            </a:extLst>
          </p:cNvPr>
          <p:cNvSpPr>
            <a:spLocks noGrp="1"/>
          </p:cNvSpPr>
          <p:nvPr/>
        </p:nvSpPr>
        <p:spPr>
          <a:xfrm>
            <a:off x="3747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F1_main_prauc_2126">
            <a:extLst>
              <a:ext uri="{FF2B5EF4-FFF2-40B4-BE49-F238E27FC236}">
                <a16:creationId xmlns:a16="http://schemas.microsoft.com/office/drawing/2014/main" id="{DBF0ED9E-DCD0-4AAA-B230-9C19EECBAC72}"/>
              </a:ext>
            </a:extLst>
          </p:cNvPr>
          <p:cNvSpPr>
            <a:spLocks noGrp="1"/>
          </p:cNvSpPr>
          <p:nvPr/>
        </p:nvSpPr>
        <p:spPr>
          <a:xfrm>
            <a:off x="378306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F1_main_prauc_2127">
            <a:extLst>
              <a:ext uri="{FF2B5EF4-FFF2-40B4-BE49-F238E27FC236}">
                <a16:creationId xmlns:a16="http://schemas.microsoft.com/office/drawing/2014/main" id="{586E93BC-E29C-4EE2-8670-8597C3D28330}"/>
              </a:ext>
            </a:extLst>
          </p:cNvPr>
          <p:cNvSpPr>
            <a:spLocks noGrp="1"/>
          </p:cNvSpPr>
          <p:nvPr/>
        </p:nvSpPr>
        <p:spPr>
          <a:xfrm>
            <a:off x="37292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F1_main_prauc_2128">
            <a:extLst>
              <a:ext uri="{FF2B5EF4-FFF2-40B4-BE49-F238E27FC236}">
                <a16:creationId xmlns:a16="http://schemas.microsoft.com/office/drawing/2014/main" id="{AF4EAC15-E420-48A9-B601-D8A71852784D}"/>
              </a:ext>
            </a:extLst>
          </p:cNvPr>
          <p:cNvSpPr>
            <a:spLocks noGrp="1"/>
          </p:cNvSpPr>
          <p:nvPr/>
        </p:nvSpPr>
        <p:spPr>
          <a:xfrm>
            <a:off x="3831010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F1_main_prauc_2129">
            <a:extLst>
              <a:ext uri="{FF2B5EF4-FFF2-40B4-BE49-F238E27FC236}">
                <a16:creationId xmlns:a16="http://schemas.microsoft.com/office/drawing/2014/main" id="{05CB9BA3-97E7-4E4A-8D24-49E21F40D412}"/>
              </a:ext>
            </a:extLst>
          </p:cNvPr>
          <p:cNvSpPr>
            <a:spLocks noGrp="1"/>
          </p:cNvSpPr>
          <p:nvPr/>
        </p:nvSpPr>
        <p:spPr>
          <a:xfrm>
            <a:off x="3834190" y="36498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F1_main_prauc_2130">
            <a:extLst>
              <a:ext uri="{FF2B5EF4-FFF2-40B4-BE49-F238E27FC236}">
                <a16:creationId xmlns:a16="http://schemas.microsoft.com/office/drawing/2014/main" id="{EB10CCE6-598C-4462-B637-0BF093B74C23}"/>
              </a:ext>
            </a:extLst>
          </p:cNvPr>
          <p:cNvSpPr>
            <a:spLocks noGrp="1"/>
          </p:cNvSpPr>
          <p:nvPr/>
        </p:nvSpPr>
        <p:spPr>
          <a:xfrm>
            <a:off x="38854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F1_main_prauc_2131">
            <a:extLst>
              <a:ext uri="{FF2B5EF4-FFF2-40B4-BE49-F238E27FC236}">
                <a16:creationId xmlns:a16="http://schemas.microsoft.com/office/drawing/2014/main" id="{875FE60F-C47E-4BA8-952E-C011DDBD0391}"/>
              </a:ext>
            </a:extLst>
          </p:cNvPr>
          <p:cNvSpPr>
            <a:spLocks noGrp="1"/>
          </p:cNvSpPr>
          <p:nvPr/>
        </p:nvSpPr>
        <p:spPr>
          <a:xfrm>
            <a:off x="37974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F1_main_prauc_2132">
            <a:extLst>
              <a:ext uri="{FF2B5EF4-FFF2-40B4-BE49-F238E27FC236}">
                <a16:creationId xmlns:a16="http://schemas.microsoft.com/office/drawing/2014/main" id="{4EFE5B89-4DF4-4E0C-9794-29407FE028DA}"/>
              </a:ext>
            </a:extLst>
          </p:cNvPr>
          <p:cNvSpPr>
            <a:spLocks noGrp="1"/>
          </p:cNvSpPr>
          <p:nvPr/>
        </p:nvSpPr>
        <p:spPr>
          <a:xfrm>
            <a:off x="387780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F1_main_prauc_2133">
            <a:extLst>
              <a:ext uri="{FF2B5EF4-FFF2-40B4-BE49-F238E27FC236}">
                <a16:creationId xmlns:a16="http://schemas.microsoft.com/office/drawing/2014/main" id="{C049279C-83C8-4244-B1E3-1847ACEC9C48}"/>
              </a:ext>
            </a:extLst>
          </p:cNvPr>
          <p:cNvSpPr>
            <a:spLocks noGrp="1"/>
          </p:cNvSpPr>
          <p:nvPr/>
        </p:nvSpPr>
        <p:spPr>
          <a:xfrm>
            <a:off x="3942571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F1_main_prauc_2134">
            <a:extLst>
              <a:ext uri="{FF2B5EF4-FFF2-40B4-BE49-F238E27FC236}">
                <a16:creationId xmlns:a16="http://schemas.microsoft.com/office/drawing/2014/main" id="{B1596066-1476-4341-927F-B9894415FBC2}"/>
              </a:ext>
            </a:extLst>
          </p:cNvPr>
          <p:cNvSpPr>
            <a:spLocks noGrp="1"/>
          </p:cNvSpPr>
          <p:nvPr/>
        </p:nvSpPr>
        <p:spPr>
          <a:xfrm>
            <a:off x="379626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F1_main_prauc_2135">
            <a:extLst>
              <a:ext uri="{FF2B5EF4-FFF2-40B4-BE49-F238E27FC236}">
                <a16:creationId xmlns:a16="http://schemas.microsoft.com/office/drawing/2014/main" id="{54C221A6-2AED-4C06-BC62-BF6CB5DE917D}"/>
              </a:ext>
            </a:extLst>
          </p:cNvPr>
          <p:cNvSpPr>
            <a:spLocks noGrp="1"/>
          </p:cNvSpPr>
          <p:nvPr/>
        </p:nvSpPr>
        <p:spPr>
          <a:xfrm>
            <a:off x="3951333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F1_main_prauc_2136">
            <a:extLst>
              <a:ext uri="{FF2B5EF4-FFF2-40B4-BE49-F238E27FC236}">
                <a16:creationId xmlns:a16="http://schemas.microsoft.com/office/drawing/2014/main" id="{C7D71209-58A8-4E8A-B3DC-852D806BAE00}"/>
              </a:ext>
            </a:extLst>
          </p:cNvPr>
          <p:cNvSpPr>
            <a:spLocks noGrp="1"/>
          </p:cNvSpPr>
          <p:nvPr/>
        </p:nvSpPr>
        <p:spPr>
          <a:xfrm>
            <a:off x="3788428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F1_main_prauc_2137">
            <a:extLst>
              <a:ext uri="{FF2B5EF4-FFF2-40B4-BE49-F238E27FC236}">
                <a16:creationId xmlns:a16="http://schemas.microsoft.com/office/drawing/2014/main" id="{7A5F5F2B-78B2-4CBB-94B7-16B6B94C103B}"/>
              </a:ext>
            </a:extLst>
          </p:cNvPr>
          <p:cNvSpPr>
            <a:spLocks noGrp="1"/>
          </p:cNvSpPr>
          <p:nvPr/>
        </p:nvSpPr>
        <p:spPr>
          <a:xfrm>
            <a:off x="39253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F1_main_prauc_2138">
            <a:extLst>
              <a:ext uri="{FF2B5EF4-FFF2-40B4-BE49-F238E27FC236}">
                <a16:creationId xmlns:a16="http://schemas.microsoft.com/office/drawing/2014/main" id="{799B4172-FA55-4025-926B-9B1E3DC4265F}"/>
              </a:ext>
            </a:extLst>
          </p:cNvPr>
          <p:cNvSpPr>
            <a:spLocks noGrp="1"/>
          </p:cNvSpPr>
          <p:nvPr/>
        </p:nvSpPr>
        <p:spPr>
          <a:xfrm>
            <a:off x="3913976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F1_main_prauc_2139">
            <a:extLst>
              <a:ext uri="{FF2B5EF4-FFF2-40B4-BE49-F238E27FC236}">
                <a16:creationId xmlns:a16="http://schemas.microsoft.com/office/drawing/2014/main" id="{12A68F73-6499-4011-BEFA-8AF61BAC3B35}"/>
              </a:ext>
            </a:extLst>
          </p:cNvPr>
          <p:cNvSpPr>
            <a:spLocks noGrp="1"/>
          </p:cNvSpPr>
          <p:nvPr/>
        </p:nvSpPr>
        <p:spPr>
          <a:xfrm>
            <a:off x="3749400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F1_main_prauc_2140">
            <a:extLst>
              <a:ext uri="{FF2B5EF4-FFF2-40B4-BE49-F238E27FC236}">
                <a16:creationId xmlns:a16="http://schemas.microsoft.com/office/drawing/2014/main" id="{83B391CC-8DA2-4FE3-B4A4-78F74E7314C9}"/>
              </a:ext>
            </a:extLst>
          </p:cNvPr>
          <p:cNvSpPr>
            <a:spLocks noGrp="1"/>
          </p:cNvSpPr>
          <p:nvPr/>
        </p:nvSpPr>
        <p:spPr>
          <a:xfrm>
            <a:off x="37375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F1_main_prauc_2141">
            <a:extLst>
              <a:ext uri="{FF2B5EF4-FFF2-40B4-BE49-F238E27FC236}">
                <a16:creationId xmlns:a16="http://schemas.microsoft.com/office/drawing/2014/main" id="{D7D00417-BA65-46BE-821D-DD78E27C8690}"/>
              </a:ext>
            </a:extLst>
          </p:cNvPr>
          <p:cNvSpPr>
            <a:spLocks noGrp="1"/>
          </p:cNvSpPr>
          <p:nvPr/>
        </p:nvSpPr>
        <p:spPr>
          <a:xfrm>
            <a:off x="3817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F1_main_prauc_2142">
            <a:extLst>
              <a:ext uri="{FF2B5EF4-FFF2-40B4-BE49-F238E27FC236}">
                <a16:creationId xmlns:a16="http://schemas.microsoft.com/office/drawing/2014/main" id="{1B02F3EE-E65E-46F9-BB66-2A8ECD0C7975}"/>
              </a:ext>
            </a:extLst>
          </p:cNvPr>
          <p:cNvSpPr>
            <a:spLocks noGrp="1"/>
          </p:cNvSpPr>
          <p:nvPr/>
        </p:nvSpPr>
        <p:spPr>
          <a:xfrm>
            <a:off x="3907297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F1_main_prauc_2143">
            <a:extLst>
              <a:ext uri="{FF2B5EF4-FFF2-40B4-BE49-F238E27FC236}">
                <a16:creationId xmlns:a16="http://schemas.microsoft.com/office/drawing/2014/main" id="{B0AC9FB4-28D7-43F9-A90B-FC3162E137F4}"/>
              </a:ext>
            </a:extLst>
          </p:cNvPr>
          <p:cNvSpPr>
            <a:spLocks noGrp="1"/>
          </p:cNvSpPr>
          <p:nvPr/>
        </p:nvSpPr>
        <p:spPr>
          <a:xfrm>
            <a:off x="3821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F1_main_prauc_2144">
            <a:extLst>
              <a:ext uri="{FF2B5EF4-FFF2-40B4-BE49-F238E27FC236}">
                <a16:creationId xmlns:a16="http://schemas.microsoft.com/office/drawing/2014/main" id="{20FED5B2-E041-4621-BD7F-29966A0A4917}"/>
              </a:ext>
            </a:extLst>
          </p:cNvPr>
          <p:cNvSpPr>
            <a:spLocks noGrp="1"/>
          </p:cNvSpPr>
          <p:nvPr/>
        </p:nvSpPr>
        <p:spPr>
          <a:xfrm>
            <a:off x="39213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F1_main_prauc_2145">
            <a:extLst>
              <a:ext uri="{FF2B5EF4-FFF2-40B4-BE49-F238E27FC236}">
                <a16:creationId xmlns:a16="http://schemas.microsoft.com/office/drawing/2014/main" id="{36BBDA61-9C4E-4976-B852-E90F553466B5}"/>
              </a:ext>
            </a:extLst>
          </p:cNvPr>
          <p:cNvSpPr>
            <a:spLocks noGrp="1"/>
          </p:cNvSpPr>
          <p:nvPr/>
        </p:nvSpPr>
        <p:spPr>
          <a:xfrm>
            <a:off x="3714257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F1_main_prauc_2146">
            <a:extLst>
              <a:ext uri="{FF2B5EF4-FFF2-40B4-BE49-F238E27FC236}">
                <a16:creationId xmlns:a16="http://schemas.microsoft.com/office/drawing/2014/main" id="{314FE2B9-BD76-43E3-8F5E-EECAD322EE32}"/>
              </a:ext>
            </a:extLst>
          </p:cNvPr>
          <p:cNvSpPr>
            <a:spLocks noGrp="1"/>
          </p:cNvSpPr>
          <p:nvPr/>
        </p:nvSpPr>
        <p:spPr>
          <a:xfrm>
            <a:off x="38285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F1_main_prauc_2147">
            <a:extLst>
              <a:ext uri="{FF2B5EF4-FFF2-40B4-BE49-F238E27FC236}">
                <a16:creationId xmlns:a16="http://schemas.microsoft.com/office/drawing/2014/main" id="{053684B7-A417-45EE-A2BC-D3924EED5C81}"/>
              </a:ext>
            </a:extLst>
          </p:cNvPr>
          <p:cNvSpPr>
            <a:spLocks noGrp="1"/>
          </p:cNvSpPr>
          <p:nvPr/>
        </p:nvSpPr>
        <p:spPr>
          <a:xfrm>
            <a:off x="3814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F1_main_prauc_2148">
            <a:extLst>
              <a:ext uri="{FF2B5EF4-FFF2-40B4-BE49-F238E27FC236}">
                <a16:creationId xmlns:a16="http://schemas.microsoft.com/office/drawing/2014/main" id="{0C39E2CC-9A65-4D6F-BE1D-2D44CCE1CAD4}"/>
              </a:ext>
            </a:extLst>
          </p:cNvPr>
          <p:cNvSpPr>
            <a:spLocks noGrp="1"/>
          </p:cNvSpPr>
          <p:nvPr/>
        </p:nvSpPr>
        <p:spPr>
          <a:xfrm>
            <a:off x="384420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F1_main_prauc_2149">
            <a:extLst>
              <a:ext uri="{FF2B5EF4-FFF2-40B4-BE49-F238E27FC236}">
                <a16:creationId xmlns:a16="http://schemas.microsoft.com/office/drawing/2014/main" id="{39E7AD05-6EAD-46EE-9F0A-C6D77337B012}"/>
              </a:ext>
            </a:extLst>
          </p:cNvPr>
          <p:cNvSpPr>
            <a:spLocks noGrp="1"/>
          </p:cNvSpPr>
          <p:nvPr/>
        </p:nvSpPr>
        <p:spPr>
          <a:xfrm>
            <a:off x="37405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F1_main_prauc_2150">
            <a:extLst>
              <a:ext uri="{FF2B5EF4-FFF2-40B4-BE49-F238E27FC236}">
                <a16:creationId xmlns:a16="http://schemas.microsoft.com/office/drawing/2014/main" id="{A5D0E35C-3733-4FB0-84EA-271C25A4105D}"/>
              </a:ext>
            </a:extLst>
          </p:cNvPr>
          <p:cNvSpPr>
            <a:spLocks noGrp="1"/>
          </p:cNvSpPr>
          <p:nvPr/>
        </p:nvSpPr>
        <p:spPr>
          <a:xfrm>
            <a:off x="38832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F1_main_prauc_2151">
            <a:extLst>
              <a:ext uri="{FF2B5EF4-FFF2-40B4-BE49-F238E27FC236}">
                <a16:creationId xmlns:a16="http://schemas.microsoft.com/office/drawing/2014/main" id="{BBF2FAF7-02DA-4E3C-91C9-099FF74CA6D2}"/>
              </a:ext>
            </a:extLst>
          </p:cNvPr>
          <p:cNvSpPr>
            <a:spLocks noGrp="1"/>
          </p:cNvSpPr>
          <p:nvPr/>
        </p:nvSpPr>
        <p:spPr>
          <a:xfrm>
            <a:off x="3779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F1_main_prauc_2152">
            <a:extLst>
              <a:ext uri="{FF2B5EF4-FFF2-40B4-BE49-F238E27FC236}">
                <a16:creationId xmlns:a16="http://schemas.microsoft.com/office/drawing/2014/main" id="{25896591-B8BC-47B9-AB20-B14558EEA316}"/>
              </a:ext>
            </a:extLst>
          </p:cNvPr>
          <p:cNvSpPr>
            <a:spLocks noGrp="1"/>
          </p:cNvSpPr>
          <p:nvPr/>
        </p:nvSpPr>
        <p:spPr>
          <a:xfrm>
            <a:off x="375321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F1_main_prauc_2153">
            <a:extLst>
              <a:ext uri="{FF2B5EF4-FFF2-40B4-BE49-F238E27FC236}">
                <a16:creationId xmlns:a16="http://schemas.microsoft.com/office/drawing/2014/main" id="{34C2D09D-1446-402A-92AF-200C68D67EB9}"/>
              </a:ext>
            </a:extLst>
          </p:cNvPr>
          <p:cNvSpPr>
            <a:spLocks noGrp="1"/>
          </p:cNvSpPr>
          <p:nvPr/>
        </p:nvSpPr>
        <p:spPr>
          <a:xfrm>
            <a:off x="38100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F1_main_prauc_2154">
            <a:extLst>
              <a:ext uri="{FF2B5EF4-FFF2-40B4-BE49-F238E27FC236}">
                <a16:creationId xmlns:a16="http://schemas.microsoft.com/office/drawing/2014/main" id="{E9F45D2F-7884-450E-8A22-0538FBA234A3}"/>
              </a:ext>
            </a:extLst>
          </p:cNvPr>
          <p:cNvSpPr>
            <a:spLocks noGrp="1"/>
          </p:cNvSpPr>
          <p:nvPr/>
        </p:nvSpPr>
        <p:spPr>
          <a:xfrm>
            <a:off x="39147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F1_main_prauc_2155">
            <a:extLst>
              <a:ext uri="{FF2B5EF4-FFF2-40B4-BE49-F238E27FC236}">
                <a16:creationId xmlns:a16="http://schemas.microsoft.com/office/drawing/2014/main" id="{5C6CD2F6-5A25-42F0-B2AB-25CE5815E3FA}"/>
              </a:ext>
            </a:extLst>
          </p:cNvPr>
          <p:cNvSpPr>
            <a:spLocks noGrp="1"/>
          </p:cNvSpPr>
          <p:nvPr/>
        </p:nvSpPr>
        <p:spPr>
          <a:xfrm>
            <a:off x="3862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F1_main_prauc_2156">
            <a:extLst>
              <a:ext uri="{FF2B5EF4-FFF2-40B4-BE49-F238E27FC236}">
                <a16:creationId xmlns:a16="http://schemas.microsoft.com/office/drawing/2014/main" id="{CCD66200-68CF-4828-A7F0-86845061D5F9}"/>
              </a:ext>
            </a:extLst>
          </p:cNvPr>
          <p:cNvSpPr>
            <a:spLocks noGrp="1"/>
          </p:cNvSpPr>
          <p:nvPr/>
        </p:nvSpPr>
        <p:spPr>
          <a:xfrm>
            <a:off x="3914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F1_main_prauc_2157">
            <a:extLst>
              <a:ext uri="{FF2B5EF4-FFF2-40B4-BE49-F238E27FC236}">
                <a16:creationId xmlns:a16="http://schemas.microsoft.com/office/drawing/2014/main" id="{7EBE11A3-CF67-41D4-A0E8-C162DDD88C27}"/>
              </a:ext>
            </a:extLst>
          </p:cNvPr>
          <p:cNvSpPr>
            <a:spLocks noGrp="1"/>
          </p:cNvSpPr>
          <p:nvPr/>
        </p:nvSpPr>
        <p:spPr>
          <a:xfrm>
            <a:off x="39261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F1_main_prauc_2158">
            <a:extLst>
              <a:ext uri="{FF2B5EF4-FFF2-40B4-BE49-F238E27FC236}">
                <a16:creationId xmlns:a16="http://schemas.microsoft.com/office/drawing/2014/main" id="{0DAD9C5F-9C81-4B28-8D5E-6D27EC91A58C}"/>
              </a:ext>
            </a:extLst>
          </p:cNvPr>
          <p:cNvSpPr>
            <a:spLocks noGrp="1"/>
          </p:cNvSpPr>
          <p:nvPr/>
        </p:nvSpPr>
        <p:spPr>
          <a:xfrm>
            <a:off x="37431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F1_main_prauc_2159">
            <a:extLst>
              <a:ext uri="{FF2B5EF4-FFF2-40B4-BE49-F238E27FC236}">
                <a16:creationId xmlns:a16="http://schemas.microsoft.com/office/drawing/2014/main" id="{3A5FD603-EE01-46FF-B64A-75C08C6CB7F6}"/>
              </a:ext>
            </a:extLst>
          </p:cNvPr>
          <p:cNvSpPr>
            <a:spLocks noGrp="1"/>
          </p:cNvSpPr>
          <p:nvPr/>
        </p:nvSpPr>
        <p:spPr>
          <a:xfrm>
            <a:off x="3731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F1_main_prauc_2160">
            <a:extLst>
              <a:ext uri="{FF2B5EF4-FFF2-40B4-BE49-F238E27FC236}">
                <a16:creationId xmlns:a16="http://schemas.microsoft.com/office/drawing/2014/main" id="{4BB04CB8-0BD4-4500-A2E2-E3515CA5B1C7}"/>
              </a:ext>
            </a:extLst>
          </p:cNvPr>
          <p:cNvSpPr>
            <a:spLocks noGrp="1"/>
          </p:cNvSpPr>
          <p:nvPr/>
        </p:nvSpPr>
        <p:spPr>
          <a:xfrm>
            <a:off x="39562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F1_main_prauc_2161">
            <a:extLst>
              <a:ext uri="{FF2B5EF4-FFF2-40B4-BE49-F238E27FC236}">
                <a16:creationId xmlns:a16="http://schemas.microsoft.com/office/drawing/2014/main" id="{865F569E-C933-4C66-86D5-BE3625189A2B}"/>
              </a:ext>
            </a:extLst>
          </p:cNvPr>
          <p:cNvSpPr>
            <a:spLocks noGrp="1"/>
          </p:cNvSpPr>
          <p:nvPr/>
        </p:nvSpPr>
        <p:spPr>
          <a:xfrm>
            <a:off x="38329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F1_main_prauc_2162">
            <a:extLst>
              <a:ext uri="{FF2B5EF4-FFF2-40B4-BE49-F238E27FC236}">
                <a16:creationId xmlns:a16="http://schemas.microsoft.com/office/drawing/2014/main" id="{741FE0C6-590F-4E8D-9D9D-6F80F9147FFF}"/>
              </a:ext>
            </a:extLst>
          </p:cNvPr>
          <p:cNvSpPr>
            <a:spLocks noGrp="1"/>
          </p:cNvSpPr>
          <p:nvPr/>
        </p:nvSpPr>
        <p:spPr>
          <a:xfrm>
            <a:off x="3947091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F1_main_prauc_2163">
            <a:extLst>
              <a:ext uri="{FF2B5EF4-FFF2-40B4-BE49-F238E27FC236}">
                <a16:creationId xmlns:a16="http://schemas.microsoft.com/office/drawing/2014/main" id="{A67A125D-D56F-458A-B714-F3223E69FB9F}"/>
              </a:ext>
            </a:extLst>
          </p:cNvPr>
          <p:cNvSpPr>
            <a:spLocks noGrp="1"/>
          </p:cNvSpPr>
          <p:nvPr/>
        </p:nvSpPr>
        <p:spPr>
          <a:xfrm>
            <a:off x="380254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F1_main_prauc_2164">
            <a:extLst>
              <a:ext uri="{FF2B5EF4-FFF2-40B4-BE49-F238E27FC236}">
                <a16:creationId xmlns:a16="http://schemas.microsoft.com/office/drawing/2014/main" id="{A39E51FD-36E9-41F3-B9AF-68D060809397}"/>
              </a:ext>
            </a:extLst>
          </p:cNvPr>
          <p:cNvSpPr>
            <a:spLocks noGrp="1"/>
          </p:cNvSpPr>
          <p:nvPr/>
        </p:nvSpPr>
        <p:spPr>
          <a:xfrm>
            <a:off x="382559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F1_main_prauc_2165">
            <a:extLst>
              <a:ext uri="{FF2B5EF4-FFF2-40B4-BE49-F238E27FC236}">
                <a16:creationId xmlns:a16="http://schemas.microsoft.com/office/drawing/2014/main" id="{544A89C1-59CA-480E-B87D-D64C87C0F91F}"/>
              </a:ext>
            </a:extLst>
          </p:cNvPr>
          <p:cNvSpPr>
            <a:spLocks noGrp="1"/>
          </p:cNvSpPr>
          <p:nvPr/>
        </p:nvSpPr>
        <p:spPr>
          <a:xfrm>
            <a:off x="389969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F1_main_prauc_2166">
            <a:extLst>
              <a:ext uri="{FF2B5EF4-FFF2-40B4-BE49-F238E27FC236}">
                <a16:creationId xmlns:a16="http://schemas.microsoft.com/office/drawing/2014/main" id="{0F467BDE-8924-4F18-83CC-0388E6E44A9E}"/>
              </a:ext>
            </a:extLst>
          </p:cNvPr>
          <p:cNvSpPr>
            <a:spLocks noGrp="1"/>
          </p:cNvSpPr>
          <p:nvPr/>
        </p:nvSpPr>
        <p:spPr>
          <a:xfrm>
            <a:off x="38318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F1_main_prauc_2167">
            <a:extLst>
              <a:ext uri="{FF2B5EF4-FFF2-40B4-BE49-F238E27FC236}">
                <a16:creationId xmlns:a16="http://schemas.microsoft.com/office/drawing/2014/main" id="{588BE694-C3E2-4ABD-A3EE-145E33412ACF}"/>
              </a:ext>
            </a:extLst>
          </p:cNvPr>
          <p:cNvSpPr>
            <a:spLocks noGrp="1"/>
          </p:cNvSpPr>
          <p:nvPr/>
        </p:nvSpPr>
        <p:spPr>
          <a:xfrm>
            <a:off x="3800795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F1_main_prauc_2168">
            <a:extLst>
              <a:ext uri="{FF2B5EF4-FFF2-40B4-BE49-F238E27FC236}">
                <a16:creationId xmlns:a16="http://schemas.microsoft.com/office/drawing/2014/main" id="{9C1FC7A8-0B99-4876-ABED-797B255E635D}"/>
              </a:ext>
            </a:extLst>
          </p:cNvPr>
          <p:cNvSpPr>
            <a:spLocks noGrp="1"/>
          </p:cNvSpPr>
          <p:nvPr/>
        </p:nvSpPr>
        <p:spPr>
          <a:xfrm>
            <a:off x="3838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F1_main_prauc_2169">
            <a:extLst>
              <a:ext uri="{FF2B5EF4-FFF2-40B4-BE49-F238E27FC236}">
                <a16:creationId xmlns:a16="http://schemas.microsoft.com/office/drawing/2014/main" id="{8F822D53-4CE5-47FE-BAEF-C93EA7C83896}"/>
              </a:ext>
            </a:extLst>
          </p:cNvPr>
          <p:cNvSpPr>
            <a:spLocks noGrp="1"/>
          </p:cNvSpPr>
          <p:nvPr/>
        </p:nvSpPr>
        <p:spPr>
          <a:xfrm>
            <a:off x="3820045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F1_main_prauc_2170">
            <a:extLst>
              <a:ext uri="{FF2B5EF4-FFF2-40B4-BE49-F238E27FC236}">
                <a16:creationId xmlns:a16="http://schemas.microsoft.com/office/drawing/2014/main" id="{264B68CC-D406-44DA-9F83-A5F4F826D888}"/>
              </a:ext>
            </a:extLst>
          </p:cNvPr>
          <p:cNvSpPr>
            <a:spLocks noGrp="1"/>
          </p:cNvSpPr>
          <p:nvPr/>
        </p:nvSpPr>
        <p:spPr>
          <a:xfrm>
            <a:off x="37614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F1_main_prauc_2171">
            <a:extLst>
              <a:ext uri="{FF2B5EF4-FFF2-40B4-BE49-F238E27FC236}">
                <a16:creationId xmlns:a16="http://schemas.microsoft.com/office/drawing/2014/main" id="{66BD6568-22A3-438C-BB7F-4B89FAB75788}"/>
              </a:ext>
            </a:extLst>
          </p:cNvPr>
          <p:cNvSpPr>
            <a:spLocks noGrp="1"/>
          </p:cNvSpPr>
          <p:nvPr/>
        </p:nvSpPr>
        <p:spPr>
          <a:xfrm>
            <a:off x="38247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F1_main_prauc_2172">
            <a:extLst>
              <a:ext uri="{FF2B5EF4-FFF2-40B4-BE49-F238E27FC236}">
                <a16:creationId xmlns:a16="http://schemas.microsoft.com/office/drawing/2014/main" id="{A66D5FE3-2B0D-47CD-90FC-2A6BCBEB1C0E}"/>
              </a:ext>
            </a:extLst>
          </p:cNvPr>
          <p:cNvSpPr>
            <a:spLocks noGrp="1"/>
          </p:cNvSpPr>
          <p:nvPr/>
        </p:nvSpPr>
        <p:spPr>
          <a:xfrm>
            <a:off x="37085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F1_main_prauc_2173">
            <a:extLst>
              <a:ext uri="{FF2B5EF4-FFF2-40B4-BE49-F238E27FC236}">
                <a16:creationId xmlns:a16="http://schemas.microsoft.com/office/drawing/2014/main" id="{E8590597-8F38-4390-9A19-0D544AEDA4F7}"/>
              </a:ext>
            </a:extLst>
          </p:cNvPr>
          <p:cNvSpPr>
            <a:spLocks noGrp="1"/>
          </p:cNvSpPr>
          <p:nvPr/>
        </p:nvSpPr>
        <p:spPr>
          <a:xfrm>
            <a:off x="3945496" y="52694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F1_main_prauc_2174">
            <a:extLst>
              <a:ext uri="{FF2B5EF4-FFF2-40B4-BE49-F238E27FC236}">
                <a16:creationId xmlns:a16="http://schemas.microsoft.com/office/drawing/2014/main" id="{DF6878BD-975F-4D15-8325-B6DCA456E60A}"/>
              </a:ext>
            </a:extLst>
          </p:cNvPr>
          <p:cNvSpPr>
            <a:spLocks noGrp="1"/>
          </p:cNvSpPr>
          <p:nvPr/>
        </p:nvSpPr>
        <p:spPr>
          <a:xfrm>
            <a:off x="37186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F1_main_prauc_2175">
            <a:extLst>
              <a:ext uri="{FF2B5EF4-FFF2-40B4-BE49-F238E27FC236}">
                <a16:creationId xmlns:a16="http://schemas.microsoft.com/office/drawing/2014/main" id="{AFC235ED-E7C1-4671-8EEF-1C705F7FDA94}"/>
              </a:ext>
            </a:extLst>
          </p:cNvPr>
          <p:cNvSpPr>
            <a:spLocks noGrp="1"/>
          </p:cNvSpPr>
          <p:nvPr/>
        </p:nvSpPr>
        <p:spPr>
          <a:xfrm>
            <a:off x="3725265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F1_main_prauc_2176">
            <a:extLst>
              <a:ext uri="{FF2B5EF4-FFF2-40B4-BE49-F238E27FC236}">
                <a16:creationId xmlns:a16="http://schemas.microsoft.com/office/drawing/2014/main" id="{EBF4F19C-694E-4249-A32A-0039BE2CAFC9}"/>
              </a:ext>
            </a:extLst>
          </p:cNvPr>
          <p:cNvSpPr>
            <a:spLocks noGrp="1"/>
          </p:cNvSpPr>
          <p:nvPr/>
        </p:nvSpPr>
        <p:spPr>
          <a:xfrm>
            <a:off x="3862998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F1_main_prauc_2177">
            <a:extLst>
              <a:ext uri="{FF2B5EF4-FFF2-40B4-BE49-F238E27FC236}">
                <a16:creationId xmlns:a16="http://schemas.microsoft.com/office/drawing/2014/main" id="{05DB57E9-CA88-46B5-A909-6477CBB037F7}"/>
              </a:ext>
            </a:extLst>
          </p:cNvPr>
          <p:cNvSpPr>
            <a:spLocks noGrp="1"/>
          </p:cNvSpPr>
          <p:nvPr/>
        </p:nvSpPr>
        <p:spPr>
          <a:xfrm>
            <a:off x="3753161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F1_main_prauc_2178">
            <a:extLst>
              <a:ext uri="{FF2B5EF4-FFF2-40B4-BE49-F238E27FC236}">
                <a16:creationId xmlns:a16="http://schemas.microsoft.com/office/drawing/2014/main" id="{46B9375D-4BB0-45D0-BFEF-2D64B2DDD169}"/>
              </a:ext>
            </a:extLst>
          </p:cNvPr>
          <p:cNvSpPr>
            <a:spLocks noGrp="1"/>
          </p:cNvSpPr>
          <p:nvPr/>
        </p:nvSpPr>
        <p:spPr>
          <a:xfrm>
            <a:off x="3930009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F1_main_prauc_2179">
            <a:extLst>
              <a:ext uri="{FF2B5EF4-FFF2-40B4-BE49-F238E27FC236}">
                <a16:creationId xmlns:a16="http://schemas.microsoft.com/office/drawing/2014/main" id="{FBAC6939-7EAD-410C-ABD9-144F104C48E5}"/>
              </a:ext>
            </a:extLst>
          </p:cNvPr>
          <p:cNvSpPr>
            <a:spLocks noGrp="1"/>
          </p:cNvSpPr>
          <p:nvPr/>
        </p:nvSpPr>
        <p:spPr>
          <a:xfrm>
            <a:off x="379638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F1_main_prauc_2180">
            <a:extLst>
              <a:ext uri="{FF2B5EF4-FFF2-40B4-BE49-F238E27FC236}">
                <a16:creationId xmlns:a16="http://schemas.microsoft.com/office/drawing/2014/main" id="{6ADFEC7F-1A29-482B-9997-A14B2704DF62}"/>
              </a:ext>
            </a:extLst>
          </p:cNvPr>
          <p:cNvSpPr>
            <a:spLocks noGrp="1"/>
          </p:cNvSpPr>
          <p:nvPr/>
        </p:nvSpPr>
        <p:spPr>
          <a:xfrm>
            <a:off x="3937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F1_main_prauc_2181">
            <a:extLst>
              <a:ext uri="{FF2B5EF4-FFF2-40B4-BE49-F238E27FC236}">
                <a16:creationId xmlns:a16="http://schemas.microsoft.com/office/drawing/2014/main" id="{C8D7AA02-6FA1-4321-A11D-1889F182BDA5}"/>
              </a:ext>
            </a:extLst>
          </p:cNvPr>
          <p:cNvSpPr>
            <a:spLocks noGrp="1"/>
          </p:cNvSpPr>
          <p:nvPr/>
        </p:nvSpPr>
        <p:spPr>
          <a:xfrm>
            <a:off x="39421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F1_main_prauc_2182">
            <a:extLst>
              <a:ext uri="{FF2B5EF4-FFF2-40B4-BE49-F238E27FC236}">
                <a16:creationId xmlns:a16="http://schemas.microsoft.com/office/drawing/2014/main" id="{8BB98E0D-8C0B-49AA-8839-EB1502634DB5}"/>
              </a:ext>
            </a:extLst>
          </p:cNvPr>
          <p:cNvSpPr>
            <a:spLocks noGrp="1"/>
          </p:cNvSpPr>
          <p:nvPr/>
        </p:nvSpPr>
        <p:spPr>
          <a:xfrm>
            <a:off x="3948399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F1_main_prauc_2183">
            <a:extLst>
              <a:ext uri="{FF2B5EF4-FFF2-40B4-BE49-F238E27FC236}">
                <a16:creationId xmlns:a16="http://schemas.microsoft.com/office/drawing/2014/main" id="{6502F1FD-62BC-4CDD-817F-CBA6F6E9E3A5}"/>
              </a:ext>
            </a:extLst>
          </p:cNvPr>
          <p:cNvSpPr>
            <a:spLocks noGrp="1"/>
          </p:cNvSpPr>
          <p:nvPr/>
        </p:nvSpPr>
        <p:spPr>
          <a:xfrm>
            <a:off x="3753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F1_main_prauc_2184">
            <a:extLst>
              <a:ext uri="{FF2B5EF4-FFF2-40B4-BE49-F238E27FC236}">
                <a16:creationId xmlns:a16="http://schemas.microsoft.com/office/drawing/2014/main" id="{3C7C89BB-94D6-45C2-9981-437D6C07A709}"/>
              </a:ext>
            </a:extLst>
          </p:cNvPr>
          <p:cNvSpPr>
            <a:spLocks noGrp="1"/>
          </p:cNvSpPr>
          <p:nvPr/>
        </p:nvSpPr>
        <p:spPr>
          <a:xfrm>
            <a:off x="3765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F1_main_prauc_2185">
            <a:extLst>
              <a:ext uri="{FF2B5EF4-FFF2-40B4-BE49-F238E27FC236}">
                <a16:creationId xmlns:a16="http://schemas.microsoft.com/office/drawing/2014/main" id="{858D1C29-F00F-47EA-AC61-D1FA58D9DF2D}"/>
              </a:ext>
            </a:extLst>
          </p:cNvPr>
          <p:cNvSpPr>
            <a:spLocks noGrp="1"/>
          </p:cNvSpPr>
          <p:nvPr/>
        </p:nvSpPr>
        <p:spPr>
          <a:xfrm>
            <a:off x="371416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F1_main_prauc_2186">
            <a:extLst>
              <a:ext uri="{FF2B5EF4-FFF2-40B4-BE49-F238E27FC236}">
                <a16:creationId xmlns:a16="http://schemas.microsoft.com/office/drawing/2014/main" id="{3045F781-91FD-4D5E-9828-1A375F2E2123}"/>
              </a:ext>
            </a:extLst>
          </p:cNvPr>
          <p:cNvSpPr>
            <a:spLocks noGrp="1"/>
          </p:cNvSpPr>
          <p:nvPr/>
        </p:nvSpPr>
        <p:spPr>
          <a:xfrm>
            <a:off x="3726000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F1_main_prauc_2187">
            <a:extLst>
              <a:ext uri="{FF2B5EF4-FFF2-40B4-BE49-F238E27FC236}">
                <a16:creationId xmlns:a16="http://schemas.microsoft.com/office/drawing/2014/main" id="{7A5E09E3-7A80-4B29-AE84-AF3C99619427}"/>
              </a:ext>
            </a:extLst>
          </p:cNvPr>
          <p:cNvSpPr>
            <a:spLocks noGrp="1"/>
          </p:cNvSpPr>
          <p:nvPr/>
        </p:nvSpPr>
        <p:spPr>
          <a:xfrm>
            <a:off x="38936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F1_main_prauc_2188">
            <a:extLst>
              <a:ext uri="{FF2B5EF4-FFF2-40B4-BE49-F238E27FC236}">
                <a16:creationId xmlns:a16="http://schemas.microsoft.com/office/drawing/2014/main" id="{AF7EAFC2-DCFC-40AD-BEE9-7CCFAC14ACEE}"/>
              </a:ext>
            </a:extLst>
          </p:cNvPr>
          <p:cNvSpPr>
            <a:spLocks noGrp="1"/>
          </p:cNvSpPr>
          <p:nvPr/>
        </p:nvSpPr>
        <p:spPr>
          <a:xfrm>
            <a:off x="3858850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F1_main_prauc_2189">
            <a:extLst>
              <a:ext uri="{FF2B5EF4-FFF2-40B4-BE49-F238E27FC236}">
                <a16:creationId xmlns:a16="http://schemas.microsoft.com/office/drawing/2014/main" id="{86035ECC-63BC-4F01-B619-3688EDF3231C}"/>
              </a:ext>
            </a:extLst>
          </p:cNvPr>
          <p:cNvSpPr>
            <a:spLocks noGrp="1"/>
          </p:cNvSpPr>
          <p:nvPr/>
        </p:nvSpPr>
        <p:spPr>
          <a:xfrm>
            <a:off x="384335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F1_main_prauc_2190">
            <a:extLst>
              <a:ext uri="{FF2B5EF4-FFF2-40B4-BE49-F238E27FC236}">
                <a16:creationId xmlns:a16="http://schemas.microsoft.com/office/drawing/2014/main" id="{25EFF1E3-F412-442E-BCC0-DE585D6C4F44}"/>
              </a:ext>
            </a:extLst>
          </p:cNvPr>
          <p:cNvSpPr>
            <a:spLocks noGrp="1"/>
          </p:cNvSpPr>
          <p:nvPr/>
        </p:nvSpPr>
        <p:spPr>
          <a:xfrm>
            <a:off x="39399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F1_main_prauc_2191">
            <a:extLst>
              <a:ext uri="{FF2B5EF4-FFF2-40B4-BE49-F238E27FC236}">
                <a16:creationId xmlns:a16="http://schemas.microsoft.com/office/drawing/2014/main" id="{F1A13866-A1D0-4C06-A69D-DFB4331FDF08}"/>
              </a:ext>
            </a:extLst>
          </p:cNvPr>
          <p:cNvSpPr>
            <a:spLocks noGrp="1"/>
          </p:cNvSpPr>
          <p:nvPr/>
        </p:nvSpPr>
        <p:spPr>
          <a:xfrm>
            <a:off x="38303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F1_main_prauc_2192">
            <a:extLst>
              <a:ext uri="{FF2B5EF4-FFF2-40B4-BE49-F238E27FC236}">
                <a16:creationId xmlns:a16="http://schemas.microsoft.com/office/drawing/2014/main" id="{5B9657B9-57E4-473F-B38C-6308CA938718}"/>
              </a:ext>
            </a:extLst>
          </p:cNvPr>
          <p:cNvSpPr>
            <a:spLocks noGrp="1"/>
          </p:cNvSpPr>
          <p:nvPr/>
        </p:nvSpPr>
        <p:spPr>
          <a:xfrm>
            <a:off x="38305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F1_main_prauc_2193">
            <a:extLst>
              <a:ext uri="{FF2B5EF4-FFF2-40B4-BE49-F238E27FC236}">
                <a16:creationId xmlns:a16="http://schemas.microsoft.com/office/drawing/2014/main" id="{5105E0FC-D18F-4174-890D-9A67203C08CD}"/>
              </a:ext>
            </a:extLst>
          </p:cNvPr>
          <p:cNvSpPr>
            <a:spLocks noGrp="1"/>
          </p:cNvSpPr>
          <p:nvPr/>
        </p:nvSpPr>
        <p:spPr>
          <a:xfrm>
            <a:off x="39254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F1_main_prauc_2194">
            <a:extLst>
              <a:ext uri="{FF2B5EF4-FFF2-40B4-BE49-F238E27FC236}">
                <a16:creationId xmlns:a16="http://schemas.microsoft.com/office/drawing/2014/main" id="{F5A7AED6-94BE-45DE-9B04-784B5FBD27B4}"/>
              </a:ext>
            </a:extLst>
          </p:cNvPr>
          <p:cNvSpPr>
            <a:spLocks noGrp="1"/>
          </p:cNvSpPr>
          <p:nvPr/>
        </p:nvSpPr>
        <p:spPr>
          <a:xfrm>
            <a:off x="3839413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F1_main_prauc_2195">
            <a:extLst>
              <a:ext uri="{FF2B5EF4-FFF2-40B4-BE49-F238E27FC236}">
                <a16:creationId xmlns:a16="http://schemas.microsoft.com/office/drawing/2014/main" id="{A753C126-039D-45F6-9488-77458EA15525}"/>
              </a:ext>
            </a:extLst>
          </p:cNvPr>
          <p:cNvSpPr>
            <a:spLocks noGrp="1"/>
          </p:cNvSpPr>
          <p:nvPr/>
        </p:nvSpPr>
        <p:spPr>
          <a:xfrm>
            <a:off x="38505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F1_main_prauc_2196">
            <a:extLst>
              <a:ext uri="{FF2B5EF4-FFF2-40B4-BE49-F238E27FC236}">
                <a16:creationId xmlns:a16="http://schemas.microsoft.com/office/drawing/2014/main" id="{AE46A815-C531-4106-8556-6EE1A849A42C}"/>
              </a:ext>
            </a:extLst>
          </p:cNvPr>
          <p:cNvSpPr>
            <a:spLocks noGrp="1"/>
          </p:cNvSpPr>
          <p:nvPr/>
        </p:nvSpPr>
        <p:spPr>
          <a:xfrm>
            <a:off x="371194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F1_main_prauc_2197">
            <a:extLst>
              <a:ext uri="{FF2B5EF4-FFF2-40B4-BE49-F238E27FC236}">
                <a16:creationId xmlns:a16="http://schemas.microsoft.com/office/drawing/2014/main" id="{9009CDC3-1BB4-42B7-8DB9-E96BB93EAE9A}"/>
              </a:ext>
            </a:extLst>
          </p:cNvPr>
          <p:cNvSpPr>
            <a:spLocks noGrp="1"/>
          </p:cNvSpPr>
          <p:nvPr/>
        </p:nvSpPr>
        <p:spPr>
          <a:xfrm>
            <a:off x="3749276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F1_main_prauc_2198">
            <a:extLst>
              <a:ext uri="{FF2B5EF4-FFF2-40B4-BE49-F238E27FC236}">
                <a16:creationId xmlns:a16="http://schemas.microsoft.com/office/drawing/2014/main" id="{1D7B0054-83F0-48E7-843A-F8F09A344BA4}"/>
              </a:ext>
            </a:extLst>
          </p:cNvPr>
          <p:cNvSpPr>
            <a:spLocks noGrp="1"/>
          </p:cNvSpPr>
          <p:nvPr/>
        </p:nvSpPr>
        <p:spPr>
          <a:xfrm>
            <a:off x="3780206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F1_main_prauc_2199">
            <a:extLst>
              <a:ext uri="{FF2B5EF4-FFF2-40B4-BE49-F238E27FC236}">
                <a16:creationId xmlns:a16="http://schemas.microsoft.com/office/drawing/2014/main" id="{DEFAB983-15D9-4875-98F7-64B11FB964F3}"/>
              </a:ext>
            </a:extLst>
          </p:cNvPr>
          <p:cNvSpPr>
            <a:spLocks noGrp="1"/>
          </p:cNvSpPr>
          <p:nvPr/>
        </p:nvSpPr>
        <p:spPr>
          <a:xfrm>
            <a:off x="373535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F1_main_prauc_2200">
            <a:extLst>
              <a:ext uri="{FF2B5EF4-FFF2-40B4-BE49-F238E27FC236}">
                <a16:creationId xmlns:a16="http://schemas.microsoft.com/office/drawing/2014/main" id="{1F426C69-B1E9-4359-94A8-2AB1385631B9}"/>
              </a:ext>
            </a:extLst>
          </p:cNvPr>
          <p:cNvSpPr>
            <a:spLocks noGrp="1"/>
          </p:cNvSpPr>
          <p:nvPr/>
        </p:nvSpPr>
        <p:spPr>
          <a:xfrm>
            <a:off x="3870704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F1_main_prauc_2201">
            <a:extLst>
              <a:ext uri="{FF2B5EF4-FFF2-40B4-BE49-F238E27FC236}">
                <a16:creationId xmlns:a16="http://schemas.microsoft.com/office/drawing/2014/main" id="{2BF529AC-3E5D-4288-911B-9411CB453637}"/>
              </a:ext>
            </a:extLst>
          </p:cNvPr>
          <p:cNvSpPr>
            <a:spLocks noGrp="1"/>
          </p:cNvSpPr>
          <p:nvPr/>
        </p:nvSpPr>
        <p:spPr>
          <a:xfrm>
            <a:off x="3856885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F1_main_prauc_2202">
            <a:extLst>
              <a:ext uri="{FF2B5EF4-FFF2-40B4-BE49-F238E27FC236}">
                <a16:creationId xmlns:a16="http://schemas.microsoft.com/office/drawing/2014/main" id="{CFAB333E-DC40-40AB-A039-8E2B58BB4F09}"/>
              </a:ext>
            </a:extLst>
          </p:cNvPr>
          <p:cNvSpPr>
            <a:spLocks noGrp="1"/>
          </p:cNvSpPr>
          <p:nvPr/>
        </p:nvSpPr>
        <p:spPr>
          <a:xfrm>
            <a:off x="3747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F1_main_prauc_2203">
            <a:extLst>
              <a:ext uri="{FF2B5EF4-FFF2-40B4-BE49-F238E27FC236}">
                <a16:creationId xmlns:a16="http://schemas.microsoft.com/office/drawing/2014/main" id="{819581A4-CE06-428E-AA01-B289946E85BB}"/>
              </a:ext>
            </a:extLst>
          </p:cNvPr>
          <p:cNvSpPr>
            <a:spLocks noGrp="1"/>
          </p:cNvSpPr>
          <p:nvPr/>
        </p:nvSpPr>
        <p:spPr>
          <a:xfrm>
            <a:off x="379961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F1_main_prauc_2204">
            <a:extLst>
              <a:ext uri="{FF2B5EF4-FFF2-40B4-BE49-F238E27FC236}">
                <a16:creationId xmlns:a16="http://schemas.microsoft.com/office/drawing/2014/main" id="{0777AE8D-ECCA-4C45-96DD-CA7B56A2BF7B}"/>
              </a:ext>
            </a:extLst>
          </p:cNvPr>
          <p:cNvSpPr>
            <a:spLocks noGrp="1"/>
          </p:cNvSpPr>
          <p:nvPr/>
        </p:nvSpPr>
        <p:spPr>
          <a:xfrm>
            <a:off x="373555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F1_main_prauc_2205">
            <a:extLst>
              <a:ext uri="{FF2B5EF4-FFF2-40B4-BE49-F238E27FC236}">
                <a16:creationId xmlns:a16="http://schemas.microsoft.com/office/drawing/2014/main" id="{82ABEF1D-B9C9-4771-83CC-2E0B3C5EA4A3}"/>
              </a:ext>
            </a:extLst>
          </p:cNvPr>
          <p:cNvSpPr>
            <a:spLocks noGrp="1"/>
          </p:cNvSpPr>
          <p:nvPr/>
        </p:nvSpPr>
        <p:spPr>
          <a:xfrm>
            <a:off x="3714208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F1_main_prauc_2206">
            <a:extLst>
              <a:ext uri="{FF2B5EF4-FFF2-40B4-BE49-F238E27FC236}">
                <a16:creationId xmlns:a16="http://schemas.microsoft.com/office/drawing/2014/main" id="{097AB53E-C5DC-4385-B606-EA1CA80BF0CC}"/>
              </a:ext>
            </a:extLst>
          </p:cNvPr>
          <p:cNvSpPr>
            <a:spLocks noGrp="1"/>
          </p:cNvSpPr>
          <p:nvPr/>
        </p:nvSpPr>
        <p:spPr>
          <a:xfrm>
            <a:off x="3749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F1_main_prauc_2207">
            <a:extLst>
              <a:ext uri="{FF2B5EF4-FFF2-40B4-BE49-F238E27FC236}">
                <a16:creationId xmlns:a16="http://schemas.microsoft.com/office/drawing/2014/main" id="{6A8F3F75-225A-445F-B92D-1A02F1C8B76D}"/>
              </a:ext>
            </a:extLst>
          </p:cNvPr>
          <p:cNvSpPr>
            <a:spLocks noGrp="1"/>
          </p:cNvSpPr>
          <p:nvPr/>
        </p:nvSpPr>
        <p:spPr>
          <a:xfrm>
            <a:off x="3767015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F1_main_prauc_2208">
            <a:extLst>
              <a:ext uri="{FF2B5EF4-FFF2-40B4-BE49-F238E27FC236}">
                <a16:creationId xmlns:a16="http://schemas.microsoft.com/office/drawing/2014/main" id="{3244D51E-C6D3-45EE-9462-9D7787D03617}"/>
              </a:ext>
            </a:extLst>
          </p:cNvPr>
          <p:cNvSpPr>
            <a:spLocks noGrp="1"/>
          </p:cNvSpPr>
          <p:nvPr/>
        </p:nvSpPr>
        <p:spPr>
          <a:xfrm>
            <a:off x="5360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F1_main_prauc_2209">
            <a:extLst>
              <a:ext uri="{FF2B5EF4-FFF2-40B4-BE49-F238E27FC236}">
                <a16:creationId xmlns:a16="http://schemas.microsoft.com/office/drawing/2014/main" id="{0A0D2966-648E-4794-920D-3F77B815F5C0}"/>
              </a:ext>
            </a:extLst>
          </p:cNvPr>
          <p:cNvSpPr>
            <a:spLocks noGrp="1"/>
          </p:cNvSpPr>
          <p:nvPr/>
        </p:nvSpPr>
        <p:spPr>
          <a:xfrm>
            <a:off x="54665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F1_main_prauc_2210">
            <a:extLst>
              <a:ext uri="{FF2B5EF4-FFF2-40B4-BE49-F238E27FC236}">
                <a16:creationId xmlns:a16="http://schemas.microsoft.com/office/drawing/2014/main" id="{5DF7F105-D749-4DCD-9103-AD96018CD927}"/>
              </a:ext>
            </a:extLst>
          </p:cNvPr>
          <p:cNvSpPr>
            <a:spLocks noGrp="1"/>
          </p:cNvSpPr>
          <p:nvPr/>
        </p:nvSpPr>
        <p:spPr>
          <a:xfrm>
            <a:off x="54272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F1_main_prauc_2211">
            <a:extLst>
              <a:ext uri="{FF2B5EF4-FFF2-40B4-BE49-F238E27FC236}">
                <a16:creationId xmlns:a16="http://schemas.microsoft.com/office/drawing/2014/main" id="{25B9B833-C7C5-42F6-A593-815ECA7677DC}"/>
              </a:ext>
            </a:extLst>
          </p:cNvPr>
          <p:cNvSpPr>
            <a:spLocks noGrp="1"/>
          </p:cNvSpPr>
          <p:nvPr/>
        </p:nvSpPr>
        <p:spPr>
          <a:xfrm>
            <a:off x="5393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F1_main_prauc_2212">
            <a:extLst>
              <a:ext uri="{FF2B5EF4-FFF2-40B4-BE49-F238E27FC236}">
                <a16:creationId xmlns:a16="http://schemas.microsoft.com/office/drawing/2014/main" id="{F8B7EDA2-0C0C-41FE-9AA6-A4A85507D2A1}"/>
              </a:ext>
            </a:extLst>
          </p:cNvPr>
          <p:cNvSpPr>
            <a:spLocks noGrp="1"/>
          </p:cNvSpPr>
          <p:nvPr/>
        </p:nvSpPr>
        <p:spPr>
          <a:xfrm>
            <a:off x="5300447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F1_main_prauc_2213">
            <a:extLst>
              <a:ext uri="{FF2B5EF4-FFF2-40B4-BE49-F238E27FC236}">
                <a16:creationId xmlns:a16="http://schemas.microsoft.com/office/drawing/2014/main" id="{69386548-A18D-4711-8030-9AADC85FA91C}"/>
              </a:ext>
            </a:extLst>
          </p:cNvPr>
          <p:cNvSpPr>
            <a:spLocks noGrp="1"/>
          </p:cNvSpPr>
          <p:nvPr/>
        </p:nvSpPr>
        <p:spPr>
          <a:xfrm>
            <a:off x="54360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F1_main_prauc_2214">
            <a:extLst>
              <a:ext uri="{FF2B5EF4-FFF2-40B4-BE49-F238E27FC236}">
                <a16:creationId xmlns:a16="http://schemas.microsoft.com/office/drawing/2014/main" id="{0AE8EA20-CE06-466D-938F-79C26B74FB38}"/>
              </a:ext>
            </a:extLst>
          </p:cNvPr>
          <p:cNvSpPr>
            <a:spLocks noGrp="1"/>
          </p:cNvSpPr>
          <p:nvPr/>
        </p:nvSpPr>
        <p:spPr>
          <a:xfrm>
            <a:off x="5298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F1_main_prauc_2215">
            <a:extLst>
              <a:ext uri="{FF2B5EF4-FFF2-40B4-BE49-F238E27FC236}">
                <a16:creationId xmlns:a16="http://schemas.microsoft.com/office/drawing/2014/main" id="{63D618D6-A2D3-4FD9-9717-F4EEEADD88D4}"/>
              </a:ext>
            </a:extLst>
          </p:cNvPr>
          <p:cNvSpPr>
            <a:spLocks noGrp="1"/>
          </p:cNvSpPr>
          <p:nvPr/>
        </p:nvSpPr>
        <p:spPr>
          <a:xfrm>
            <a:off x="530615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F1_main_prauc_2216">
            <a:extLst>
              <a:ext uri="{FF2B5EF4-FFF2-40B4-BE49-F238E27FC236}">
                <a16:creationId xmlns:a16="http://schemas.microsoft.com/office/drawing/2014/main" id="{8A34C630-CC44-4876-A768-291CA5354BD5}"/>
              </a:ext>
            </a:extLst>
          </p:cNvPr>
          <p:cNvSpPr>
            <a:spLocks noGrp="1"/>
          </p:cNvSpPr>
          <p:nvPr/>
        </p:nvSpPr>
        <p:spPr>
          <a:xfrm>
            <a:off x="54767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F1_main_prauc_2217">
            <a:extLst>
              <a:ext uri="{FF2B5EF4-FFF2-40B4-BE49-F238E27FC236}">
                <a16:creationId xmlns:a16="http://schemas.microsoft.com/office/drawing/2014/main" id="{2813FBF9-2150-48EF-8DAA-43B51790B763}"/>
              </a:ext>
            </a:extLst>
          </p:cNvPr>
          <p:cNvSpPr>
            <a:spLocks noGrp="1"/>
          </p:cNvSpPr>
          <p:nvPr/>
        </p:nvSpPr>
        <p:spPr>
          <a:xfrm>
            <a:off x="528917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F1_main_prauc_2218">
            <a:extLst>
              <a:ext uri="{FF2B5EF4-FFF2-40B4-BE49-F238E27FC236}">
                <a16:creationId xmlns:a16="http://schemas.microsoft.com/office/drawing/2014/main" id="{302F05A0-D14C-4DE6-A39A-8F5480C50CD2}"/>
              </a:ext>
            </a:extLst>
          </p:cNvPr>
          <p:cNvSpPr>
            <a:spLocks noGrp="1"/>
          </p:cNvSpPr>
          <p:nvPr/>
        </p:nvSpPr>
        <p:spPr>
          <a:xfrm>
            <a:off x="5281320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F1_main_prauc_2219">
            <a:extLst>
              <a:ext uri="{FF2B5EF4-FFF2-40B4-BE49-F238E27FC236}">
                <a16:creationId xmlns:a16="http://schemas.microsoft.com/office/drawing/2014/main" id="{FC6FAA86-9ECB-47A9-A9FC-9223B09E4C45}"/>
              </a:ext>
            </a:extLst>
          </p:cNvPr>
          <p:cNvSpPr>
            <a:spLocks noGrp="1"/>
          </p:cNvSpPr>
          <p:nvPr/>
        </p:nvSpPr>
        <p:spPr>
          <a:xfrm>
            <a:off x="55074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F1_main_prauc_2220">
            <a:extLst>
              <a:ext uri="{FF2B5EF4-FFF2-40B4-BE49-F238E27FC236}">
                <a16:creationId xmlns:a16="http://schemas.microsoft.com/office/drawing/2014/main" id="{D677713D-0B22-4525-8003-2217A2277D19}"/>
              </a:ext>
            </a:extLst>
          </p:cNvPr>
          <p:cNvSpPr>
            <a:spLocks noGrp="1"/>
          </p:cNvSpPr>
          <p:nvPr/>
        </p:nvSpPr>
        <p:spPr>
          <a:xfrm>
            <a:off x="549455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F1_main_prauc_2221">
            <a:extLst>
              <a:ext uri="{FF2B5EF4-FFF2-40B4-BE49-F238E27FC236}">
                <a16:creationId xmlns:a16="http://schemas.microsoft.com/office/drawing/2014/main" id="{3BF2E24D-70EF-44C2-A5C3-784A0F5AD378}"/>
              </a:ext>
            </a:extLst>
          </p:cNvPr>
          <p:cNvSpPr>
            <a:spLocks noGrp="1"/>
          </p:cNvSpPr>
          <p:nvPr/>
        </p:nvSpPr>
        <p:spPr>
          <a:xfrm>
            <a:off x="5527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F1_main_prauc_2222">
            <a:extLst>
              <a:ext uri="{FF2B5EF4-FFF2-40B4-BE49-F238E27FC236}">
                <a16:creationId xmlns:a16="http://schemas.microsoft.com/office/drawing/2014/main" id="{4388BFD3-216A-4535-817F-AF9700A1B2DB}"/>
              </a:ext>
            </a:extLst>
          </p:cNvPr>
          <p:cNvSpPr>
            <a:spLocks noGrp="1"/>
          </p:cNvSpPr>
          <p:nvPr/>
        </p:nvSpPr>
        <p:spPr>
          <a:xfrm>
            <a:off x="5500020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F1_main_prauc_2223">
            <a:extLst>
              <a:ext uri="{FF2B5EF4-FFF2-40B4-BE49-F238E27FC236}">
                <a16:creationId xmlns:a16="http://schemas.microsoft.com/office/drawing/2014/main" id="{F293BC6C-94A9-452A-B51B-92D31C8A08BB}"/>
              </a:ext>
            </a:extLst>
          </p:cNvPr>
          <p:cNvSpPr>
            <a:spLocks noGrp="1"/>
          </p:cNvSpPr>
          <p:nvPr/>
        </p:nvSpPr>
        <p:spPr>
          <a:xfrm>
            <a:off x="55099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F1_main_prauc_2224">
            <a:extLst>
              <a:ext uri="{FF2B5EF4-FFF2-40B4-BE49-F238E27FC236}">
                <a16:creationId xmlns:a16="http://schemas.microsoft.com/office/drawing/2014/main" id="{3934092D-BA19-4614-9AA7-8B2E1C5CDF0A}"/>
              </a:ext>
            </a:extLst>
          </p:cNvPr>
          <p:cNvSpPr>
            <a:spLocks noGrp="1"/>
          </p:cNvSpPr>
          <p:nvPr/>
        </p:nvSpPr>
        <p:spPr>
          <a:xfrm>
            <a:off x="54596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F1_main_prauc_2225">
            <a:extLst>
              <a:ext uri="{FF2B5EF4-FFF2-40B4-BE49-F238E27FC236}">
                <a16:creationId xmlns:a16="http://schemas.microsoft.com/office/drawing/2014/main" id="{04D28E31-FBA2-4F04-8811-133D0C3DB640}"/>
              </a:ext>
            </a:extLst>
          </p:cNvPr>
          <p:cNvSpPr>
            <a:spLocks noGrp="1"/>
          </p:cNvSpPr>
          <p:nvPr/>
        </p:nvSpPr>
        <p:spPr>
          <a:xfrm>
            <a:off x="5526601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F1_main_prauc_2226">
            <a:extLst>
              <a:ext uri="{FF2B5EF4-FFF2-40B4-BE49-F238E27FC236}">
                <a16:creationId xmlns:a16="http://schemas.microsoft.com/office/drawing/2014/main" id="{8538CFD6-AD52-46C8-808D-C0BB378BF355}"/>
              </a:ext>
            </a:extLst>
          </p:cNvPr>
          <p:cNvSpPr>
            <a:spLocks noGrp="1"/>
          </p:cNvSpPr>
          <p:nvPr/>
        </p:nvSpPr>
        <p:spPr>
          <a:xfrm>
            <a:off x="5475456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F1_main_prauc_2227">
            <a:extLst>
              <a:ext uri="{FF2B5EF4-FFF2-40B4-BE49-F238E27FC236}">
                <a16:creationId xmlns:a16="http://schemas.microsoft.com/office/drawing/2014/main" id="{2197A6DA-7AFE-4EB8-933D-2938380983DC}"/>
              </a:ext>
            </a:extLst>
          </p:cNvPr>
          <p:cNvSpPr>
            <a:spLocks noGrp="1"/>
          </p:cNvSpPr>
          <p:nvPr/>
        </p:nvSpPr>
        <p:spPr>
          <a:xfrm>
            <a:off x="5347989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F1_main_prauc_2228">
            <a:extLst>
              <a:ext uri="{FF2B5EF4-FFF2-40B4-BE49-F238E27FC236}">
                <a16:creationId xmlns:a16="http://schemas.microsoft.com/office/drawing/2014/main" id="{27558B53-3E95-456C-992A-69C98278FA75}"/>
              </a:ext>
            </a:extLst>
          </p:cNvPr>
          <p:cNvSpPr>
            <a:spLocks noGrp="1"/>
          </p:cNvSpPr>
          <p:nvPr/>
        </p:nvSpPr>
        <p:spPr>
          <a:xfrm>
            <a:off x="5336055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F1_main_prauc_2229">
            <a:extLst>
              <a:ext uri="{FF2B5EF4-FFF2-40B4-BE49-F238E27FC236}">
                <a16:creationId xmlns:a16="http://schemas.microsoft.com/office/drawing/2014/main" id="{E1A63D8A-46DE-490F-B7C5-AAD01ADA90F3}"/>
              </a:ext>
            </a:extLst>
          </p:cNvPr>
          <p:cNvSpPr>
            <a:spLocks noGrp="1"/>
          </p:cNvSpPr>
          <p:nvPr/>
        </p:nvSpPr>
        <p:spPr>
          <a:xfrm>
            <a:off x="54884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F1_main_prauc_2230">
            <a:extLst>
              <a:ext uri="{FF2B5EF4-FFF2-40B4-BE49-F238E27FC236}">
                <a16:creationId xmlns:a16="http://schemas.microsoft.com/office/drawing/2014/main" id="{CB5185A1-289B-48E5-AB58-1E16279C5D42}"/>
              </a:ext>
            </a:extLst>
          </p:cNvPr>
          <p:cNvSpPr>
            <a:spLocks noGrp="1"/>
          </p:cNvSpPr>
          <p:nvPr/>
        </p:nvSpPr>
        <p:spPr>
          <a:xfrm>
            <a:off x="5368834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F1_main_prauc_2231">
            <a:extLst>
              <a:ext uri="{FF2B5EF4-FFF2-40B4-BE49-F238E27FC236}">
                <a16:creationId xmlns:a16="http://schemas.microsoft.com/office/drawing/2014/main" id="{4A7A5D86-CEB3-4D16-A17A-A1785616898B}"/>
              </a:ext>
            </a:extLst>
          </p:cNvPr>
          <p:cNvSpPr>
            <a:spLocks noGrp="1"/>
          </p:cNvSpPr>
          <p:nvPr/>
        </p:nvSpPr>
        <p:spPr>
          <a:xfrm>
            <a:off x="5282711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F1_main_prauc_2232">
            <a:extLst>
              <a:ext uri="{FF2B5EF4-FFF2-40B4-BE49-F238E27FC236}">
                <a16:creationId xmlns:a16="http://schemas.microsoft.com/office/drawing/2014/main" id="{E8EFF2BE-48C7-431A-83EC-5025979D7046}"/>
              </a:ext>
            </a:extLst>
          </p:cNvPr>
          <p:cNvSpPr>
            <a:spLocks noGrp="1"/>
          </p:cNvSpPr>
          <p:nvPr/>
        </p:nvSpPr>
        <p:spPr>
          <a:xfrm>
            <a:off x="54816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F1_main_prauc_2233">
            <a:extLst>
              <a:ext uri="{FF2B5EF4-FFF2-40B4-BE49-F238E27FC236}">
                <a16:creationId xmlns:a16="http://schemas.microsoft.com/office/drawing/2014/main" id="{F8C26EE4-D43A-4894-9896-6E1BCAC05780}"/>
              </a:ext>
            </a:extLst>
          </p:cNvPr>
          <p:cNvSpPr>
            <a:spLocks noGrp="1"/>
          </p:cNvSpPr>
          <p:nvPr/>
        </p:nvSpPr>
        <p:spPr>
          <a:xfrm>
            <a:off x="54906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F1_main_prauc_2234">
            <a:extLst>
              <a:ext uri="{FF2B5EF4-FFF2-40B4-BE49-F238E27FC236}">
                <a16:creationId xmlns:a16="http://schemas.microsoft.com/office/drawing/2014/main" id="{5B70C71C-847E-43D6-80B3-5DCEAAD20A20}"/>
              </a:ext>
            </a:extLst>
          </p:cNvPr>
          <p:cNvSpPr>
            <a:spLocks noGrp="1"/>
          </p:cNvSpPr>
          <p:nvPr/>
        </p:nvSpPr>
        <p:spPr>
          <a:xfrm>
            <a:off x="5350226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F1_main_prauc_2235">
            <a:extLst>
              <a:ext uri="{FF2B5EF4-FFF2-40B4-BE49-F238E27FC236}">
                <a16:creationId xmlns:a16="http://schemas.microsoft.com/office/drawing/2014/main" id="{C3F0100C-E48C-4016-825A-DD6D5ED047E3}"/>
              </a:ext>
            </a:extLst>
          </p:cNvPr>
          <p:cNvSpPr>
            <a:spLocks noGrp="1"/>
          </p:cNvSpPr>
          <p:nvPr/>
        </p:nvSpPr>
        <p:spPr>
          <a:xfrm>
            <a:off x="55030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F1_main_prauc_2236">
            <a:extLst>
              <a:ext uri="{FF2B5EF4-FFF2-40B4-BE49-F238E27FC236}">
                <a16:creationId xmlns:a16="http://schemas.microsoft.com/office/drawing/2014/main" id="{70D7F4DA-00BE-4CD5-B645-F30D131ED529}"/>
              </a:ext>
            </a:extLst>
          </p:cNvPr>
          <p:cNvSpPr>
            <a:spLocks noGrp="1"/>
          </p:cNvSpPr>
          <p:nvPr/>
        </p:nvSpPr>
        <p:spPr>
          <a:xfrm>
            <a:off x="5498562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F1_main_prauc_2237">
            <a:extLst>
              <a:ext uri="{FF2B5EF4-FFF2-40B4-BE49-F238E27FC236}">
                <a16:creationId xmlns:a16="http://schemas.microsoft.com/office/drawing/2014/main" id="{E60B11EB-BCEA-498F-8BAC-E04FF5A88341}"/>
              </a:ext>
            </a:extLst>
          </p:cNvPr>
          <p:cNvSpPr>
            <a:spLocks noGrp="1"/>
          </p:cNvSpPr>
          <p:nvPr/>
        </p:nvSpPr>
        <p:spPr>
          <a:xfrm>
            <a:off x="529581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F1_main_prauc_2238">
            <a:extLst>
              <a:ext uri="{FF2B5EF4-FFF2-40B4-BE49-F238E27FC236}">
                <a16:creationId xmlns:a16="http://schemas.microsoft.com/office/drawing/2014/main" id="{DC8D0B31-CA87-412E-90CD-93B9416A86BD}"/>
              </a:ext>
            </a:extLst>
          </p:cNvPr>
          <p:cNvSpPr>
            <a:spLocks noGrp="1"/>
          </p:cNvSpPr>
          <p:nvPr/>
        </p:nvSpPr>
        <p:spPr>
          <a:xfrm>
            <a:off x="5414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F1_main_prauc_2239">
            <a:extLst>
              <a:ext uri="{FF2B5EF4-FFF2-40B4-BE49-F238E27FC236}">
                <a16:creationId xmlns:a16="http://schemas.microsoft.com/office/drawing/2014/main" id="{3BB8A98A-CED6-44DE-A788-FFFBF169ADE2}"/>
              </a:ext>
            </a:extLst>
          </p:cNvPr>
          <p:cNvSpPr>
            <a:spLocks noGrp="1"/>
          </p:cNvSpPr>
          <p:nvPr/>
        </p:nvSpPr>
        <p:spPr>
          <a:xfrm>
            <a:off x="5363330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F1_main_prauc_2240">
            <a:extLst>
              <a:ext uri="{FF2B5EF4-FFF2-40B4-BE49-F238E27FC236}">
                <a16:creationId xmlns:a16="http://schemas.microsoft.com/office/drawing/2014/main" id="{17768781-72EC-40E1-BE12-734C276275C0}"/>
              </a:ext>
            </a:extLst>
          </p:cNvPr>
          <p:cNvSpPr>
            <a:spLocks noGrp="1"/>
          </p:cNvSpPr>
          <p:nvPr/>
        </p:nvSpPr>
        <p:spPr>
          <a:xfrm>
            <a:off x="5431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F1_main_prauc_2241">
            <a:extLst>
              <a:ext uri="{FF2B5EF4-FFF2-40B4-BE49-F238E27FC236}">
                <a16:creationId xmlns:a16="http://schemas.microsoft.com/office/drawing/2014/main" id="{931663F4-05F2-4704-8C90-377D84441CFD}"/>
              </a:ext>
            </a:extLst>
          </p:cNvPr>
          <p:cNvSpPr>
            <a:spLocks noGrp="1"/>
          </p:cNvSpPr>
          <p:nvPr/>
        </p:nvSpPr>
        <p:spPr>
          <a:xfrm>
            <a:off x="53105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F1_main_prauc_2242">
            <a:extLst>
              <a:ext uri="{FF2B5EF4-FFF2-40B4-BE49-F238E27FC236}">
                <a16:creationId xmlns:a16="http://schemas.microsoft.com/office/drawing/2014/main" id="{78ADDAF6-F327-48CE-A6E1-AB19B8E03248}"/>
              </a:ext>
            </a:extLst>
          </p:cNvPr>
          <p:cNvSpPr>
            <a:spLocks noGrp="1"/>
          </p:cNvSpPr>
          <p:nvPr/>
        </p:nvSpPr>
        <p:spPr>
          <a:xfrm>
            <a:off x="53153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F1_main_prauc_2243">
            <a:extLst>
              <a:ext uri="{FF2B5EF4-FFF2-40B4-BE49-F238E27FC236}">
                <a16:creationId xmlns:a16="http://schemas.microsoft.com/office/drawing/2014/main" id="{806C2D55-60B6-464B-94F9-21817EB35106}"/>
              </a:ext>
            </a:extLst>
          </p:cNvPr>
          <p:cNvSpPr>
            <a:spLocks noGrp="1"/>
          </p:cNvSpPr>
          <p:nvPr/>
        </p:nvSpPr>
        <p:spPr>
          <a:xfrm>
            <a:off x="53015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F1_main_prauc_2244">
            <a:extLst>
              <a:ext uri="{FF2B5EF4-FFF2-40B4-BE49-F238E27FC236}">
                <a16:creationId xmlns:a16="http://schemas.microsoft.com/office/drawing/2014/main" id="{58AD5547-9ADB-4D21-A298-E7438AD79845}"/>
              </a:ext>
            </a:extLst>
          </p:cNvPr>
          <p:cNvSpPr>
            <a:spLocks noGrp="1"/>
          </p:cNvSpPr>
          <p:nvPr/>
        </p:nvSpPr>
        <p:spPr>
          <a:xfrm>
            <a:off x="5472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F1_main_prauc_2245">
            <a:extLst>
              <a:ext uri="{FF2B5EF4-FFF2-40B4-BE49-F238E27FC236}">
                <a16:creationId xmlns:a16="http://schemas.microsoft.com/office/drawing/2014/main" id="{FB59A90D-6410-401B-89F5-AB6BD1A966A4}"/>
              </a:ext>
            </a:extLst>
          </p:cNvPr>
          <p:cNvSpPr>
            <a:spLocks noGrp="1"/>
          </p:cNvSpPr>
          <p:nvPr/>
        </p:nvSpPr>
        <p:spPr>
          <a:xfrm>
            <a:off x="530081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F1_main_prauc_2246">
            <a:extLst>
              <a:ext uri="{FF2B5EF4-FFF2-40B4-BE49-F238E27FC236}">
                <a16:creationId xmlns:a16="http://schemas.microsoft.com/office/drawing/2014/main" id="{18C29BE6-A8DD-4E0F-89ED-C215A37A9CB4}"/>
              </a:ext>
            </a:extLst>
          </p:cNvPr>
          <p:cNvSpPr>
            <a:spLocks noGrp="1"/>
          </p:cNvSpPr>
          <p:nvPr/>
        </p:nvSpPr>
        <p:spPr>
          <a:xfrm>
            <a:off x="53554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F1_main_prauc_2247">
            <a:extLst>
              <a:ext uri="{FF2B5EF4-FFF2-40B4-BE49-F238E27FC236}">
                <a16:creationId xmlns:a16="http://schemas.microsoft.com/office/drawing/2014/main" id="{64AC1672-CB60-444B-87E0-2B266ABB47E9}"/>
              </a:ext>
            </a:extLst>
          </p:cNvPr>
          <p:cNvSpPr>
            <a:spLocks noGrp="1"/>
          </p:cNvSpPr>
          <p:nvPr/>
        </p:nvSpPr>
        <p:spPr>
          <a:xfrm>
            <a:off x="5314984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F1_main_prauc_2248">
            <a:extLst>
              <a:ext uri="{FF2B5EF4-FFF2-40B4-BE49-F238E27FC236}">
                <a16:creationId xmlns:a16="http://schemas.microsoft.com/office/drawing/2014/main" id="{356071D8-469F-4899-8881-2F5921221B82}"/>
              </a:ext>
            </a:extLst>
          </p:cNvPr>
          <p:cNvSpPr>
            <a:spLocks noGrp="1"/>
          </p:cNvSpPr>
          <p:nvPr/>
        </p:nvSpPr>
        <p:spPr>
          <a:xfrm>
            <a:off x="54222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F1_main_prauc_2249">
            <a:extLst>
              <a:ext uri="{FF2B5EF4-FFF2-40B4-BE49-F238E27FC236}">
                <a16:creationId xmlns:a16="http://schemas.microsoft.com/office/drawing/2014/main" id="{63D0F1DF-F37A-4C07-A010-7093F3F827DD}"/>
              </a:ext>
            </a:extLst>
          </p:cNvPr>
          <p:cNvSpPr>
            <a:spLocks noGrp="1"/>
          </p:cNvSpPr>
          <p:nvPr/>
        </p:nvSpPr>
        <p:spPr>
          <a:xfrm>
            <a:off x="550790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F1_main_prauc_2250">
            <a:extLst>
              <a:ext uri="{FF2B5EF4-FFF2-40B4-BE49-F238E27FC236}">
                <a16:creationId xmlns:a16="http://schemas.microsoft.com/office/drawing/2014/main" id="{F74A8092-C9EC-4C0A-B268-5A519CAB83D5}"/>
              </a:ext>
            </a:extLst>
          </p:cNvPr>
          <p:cNvSpPr>
            <a:spLocks noGrp="1"/>
          </p:cNvSpPr>
          <p:nvPr/>
        </p:nvSpPr>
        <p:spPr>
          <a:xfrm>
            <a:off x="5382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F1_main_prauc_2251">
            <a:extLst>
              <a:ext uri="{FF2B5EF4-FFF2-40B4-BE49-F238E27FC236}">
                <a16:creationId xmlns:a16="http://schemas.microsoft.com/office/drawing/2014/main" id="{02D6E05D-F15A-458B-A9FF-13E2BE51A457}"/>
              </a:ext>
            </a:extLst>
          </p:cNvPr>
          <p:cNvSpPr>
            <a:spLocks noGrp="1"/>
          </p:cNvSpPr>
          <p:nvPr/>
        </p:nvSpPr>
        <p:spPr>
          <a:xfrm>
            <a:off x="53954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F1_main_prauc_2252">
            <a:extLst>
              <a:ext uri="{FF2B5EF4-FFF2-40B4-BE49-F238E27FC236}">
                <a16:creationId xmlns:a16="http://schemas.microsoft.com/office/drawing/2014/main" id="{A4066F2B-AF35-4331-B782-A32D625E3D76}"/>
              </a:ext>
            </a:extLst>
          </p:cNvPr>
          <p:cNvSpPr>
            <a:spLocks noGrp="1"/>
          </p:cNvSpPr>
          <p:nvPr/>
        </p:nvSpPr>
        <p:spPr>
          <a:xfrm>
            <a:off x="55042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F1_main_prauc_2253">
            <a:extLst>
              <a:ext uri="{FF2B5EF4-FFF2-40B4-BE49-F238E27FC236}">
                <a16:creationId xmlns:a16="http://schemas.microsoft.com/office/drawing/2014/main" id="{171BD89E-7929-43F4-811B-D45640084B30}"/>
              </a:ext>
            </a:extLst>
          </p:cNvPr>
          <p:cNvSpPr>
            <a:spLocks noGrp="1"/>
          </p:cNvSpPr>
          <p:nvPr/>
        </p:nvSpPr>
        <p:spPr>
          <a:xfrm>
            <a:off x="5472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F1_main_prauc_2254">
            <a:extLst>
              <a:ext uri="{FF2B5EF4-FFF2-40B4-BE49-F238E27FC236}">
                <a16:creationId xmlns:a16="http://schemas.microsoft.com/office/drawing/2014/main" id="{90A0C323-8303-4F05-91EB-B3026A925D2A}"/>
              </a:ext>
            </a:extLst>
          </p:cNvPr>
          <p:cNvSpPr>
            <a:spLocks noGrp="1"/>
          </p:cNvSpPr>
          <p:nvPr/>
        </p:nvSpPr>
        <p:spPr>
          <a:xfrm>
            <a:off x="5514029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F1_main_prauc_2255">
            <a:extLst>
              <a:ext uri="{FF2B5EF4-FFF2-40B4-BE49-F238E27FC236}">
                <a16:creationId xmlns:a16="http://schemas.microsoft.com/office/drawing/2014/main" id="{B654EF58-6E66-4728-BAFF-E0FAE9E8C016}"/>
              </a:ext>
            </a:extLst>
          </p:cNvPr>
          <p:cNvSpPr>
            <a:spLocks noGrp="1"/>
          </p:cNvSpPr>
          <p:nvPr/>
        </p:nvSpPr>
        <p:spPr>
          <a:xfrm>
            <a:off x="5451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F1_main_prauc_2256">
            <a:extLst>
              <a:ext uri="{FF2B5EF4-FFF2-40B4-BE49-F238E27FC236}">
                <a16:creationId xmlns:a16="http://schemas.microsoft.com/office/drawing/2014/main" id="{7CF90977-E2A6-4CEE-A8D0-B7CB98497926}"/>
              </a:ext>
            </a:extLst>
          </p:cNvPr>
          <p:cNvSpPr>
            <a:spLocks noGrp="1"/>
          </p:cNvSpPr>
          <p:nvPr/>
        </p:nvSpPr>
        <p:spPr>
          <a:xfrm>
            <a:off x="5356130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F1_main_prauc_2257">
            <a:extLst>
              <a:ext uri="{FF2B5EF4-FFF2-40B4-BE49-F238E27FC236}">
                <a16:creationId xmlns:a16="http://schemas.microsoft.com/office/drawing/2014/main" id="{73DA75B6-7034-47D7-8050-67F837BEE833}"/>
              </a:ext>
            </a:extLst>
          </p:cNvPr>
          <p:cNvSpPr>
            <a:spLocks noGrp="1"/>
          </p:cNvSpPr>
          <p:nvPr/>
        </p:nvSpPr>
        <p:spPr>
          <a:xfrm>
            <a:off x="544092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F1_main_prauc_2258">
            <a:extLst>
              <a:ext uri="{FF2B5EF4-FFF2-40B4-BE49-F238E27FC236}">
                <a16:creationId xmlns:a16="http://schemas.microsoft.com/office/drawing/2014/main" id="{7A0C162A-388D-4015-92BB-9549F9DC2E57}"/>
              </a:ext>
            </a:extLst>
          </p:cNvPr>
          <p:cNvSpPr>
            <a:spLocks noGrp="1"/>
          </p:cNvSpPr>
          <p:nvPr/>
        </p:nvSpPr>
        <p:spPr>
          <a:xfrm>
            <a:off x="5283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F1_main_prauc_2259">
            <a:extLst>
              <a:ext uri="{FF2B5EF4-FFF2-40B4-BE49-F238E27FC236}">
                <a16:creationId xmlns:a16="http://schemas.microsoft.com/office/drawing/2014/main" id="{BDCBCBE5-EF8B-43C3-8B56-64AEFFCDD3B1}"/>
              </a:ext>
            </a:extLst>
          </p:cNvPr>
          <p:cNvSpPr>
            <a:spLocks noGrp="1"/>
          </p:cNvSpPr>
          <p:nvPr/>
        </p:nvSpPr>
        <p:spPr>
          <a:xfrm>
            <a:off x="5528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F1_main_prauc_2260">
            <a:extLst>
              <a:ext uri="{FF2B5EF4-FFF2-40B4-BE49-F238E27FC236}">
                <a16:creationId xmlns:a16="http://schemas.microsoft.com/office/drawing/2014/main" id="{F21E6F5F-23C3-4A9C-82E1-4EA44FC6E23C}"/>
              </a:ext>
            </a:extLst>
          </p:cNvPr>
          <p:cNvSpPr>
            <a:spLocks noGrp="1"/>
          </p:cNvSpPr>
          <p:nvPr/>
        </p:nvSpPr>
        <p:spPr>
          <a:xfrm>
            <a:off x="53367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F1_main_prauc_2261">
            <a:extLst>
              <a:ext uri="{FF2B5EF4-FFF2-40B4-BE49-F238E27FC236}">
                <a16:creationId xmlns:a16="http://schemas.microsoft.com/office/drawing/2014/main" id="{E3DD4BD3-10F8-4C06-846D-38E695954D67}"/>
              </a:ext>
            </a:extLst>
          </p:cNvPr>
          <p:cNvSpPr>
            <a:spLocks noGrp="1"/>
          </p:cNvSpPr>
          <p:nvPr/>
        </p:nvSpPr>
        <p:spPr>
          <a:xfrm>
            <a:off x="5321794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F1_main_prauc_2262">
            <a:extLst>
              <a:ext uri="{FF2B5EF4-FFF2-40B4-BE49-F238E27FC236}">
                <a16:creationId xmlns:a16="http://schemas.microsoft.com/office/drawing/2014/main" id="{BC7344C6-AAA3-4EE3-B53E-8A20CD519D09}"/>
              </a:ext>
            </a:extLst>
          </p:cNvPr>
          <p:cNvSpPr>
            <a:spLocks noGrp="1"/>
          </p:cNvSpPr>
          <p:nvPr/>
        </p:nvSpPr>
        <p:spPr>
          <a:xfrm>
            <a:off x="53095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F1_main_prauc_2263">
            <a:extLst>
              <a:ext uri="{FF2B5EF4-FFF2-40B4-BE49-F238E27FC236}">
                <a16:creationId xmlns:a16="http://schemas.microsoft.com/office/drawing/2014/main" id="{3DBED667-94CF-4D2A-ADD6-128371511163}"/>
              </a:ext>
            </a:extLst>
          </p:cNvPr>
          <p:cNvSpPr>
            <a:spLocks noGrp="1"/>
          </p:cNvSpPr>
          <p:nvPr/>
        </p:nvSpPr>
        <p:spPr>
          <a:xfrm>
            <a:off x="5326785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F1_main_prauc_2264">
            <a:extLst>
              <a:ext uri="{FF2B5EF4-FFF2-40B4-BE49-F238E27FC236}">
                <a16:creationId xmlns:a16="http://schemas.microsoft.com/office/drawing/2014/main" id="{7C182CAD-5C19-4EA3-8029-6A7665FE4529}"/>
              </a:ext>
            </a:extLst>
          </p:cNvPr>
          <p:cNvSpPr>
            <a:spLocks noGrp="1"/>
          </p:cNvSpPr>
          <p:nvPr/>
        </p:nvSpPr>
        <p:spPr>
          <a:xfrm>
            <a:off x="5279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F1_main_prauc_2265">
            <a:extLst>
              <a:ext uri="{FF2B5EF4-FFF2-40B4-BE49-F238E27FC236}">
                <a16:creationId xmlns:a16="http://schemas.microsoft.com/office/drawing/2014/main" id="{69779A6B-20E2-4C49-A738-E509966209EC}"/>
              </a:ext>
            </a:extLst>
          </p:cNvPr>
          <p:cNvSpPr>
            <a:spLocks noGrp="1"/>
          </p:cNvSpPr>
          <p:nvPr/>
        </p:nvSpPr>
        <p:spPr>
          <a:xfrm>
            <a:off x="538794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F1_main_prauc_2266">
            <a:extLst>
              <a:ext uri="{FF2B5EF4-FFF2-40B4-BE49-F238E27FC236}">
                <a16:creationId xmlns:a16="http://schemas.microsoft.com/office/drawing/2014/main" id="{4BD9356E-B8C2-4835-A63C-4773D7D1BCAE}"/>
              </a:ext>
            </a:extLst>
          </p:cNvPr>
          <p:cNvSpPr>
            <a:spLocks noGrp="1"/>
          </p:cNvSpPr>
          <p:nvPr/>
        </p:nvSpPr>
        <p:spPr>
          <a:xfrm>
            <a:off x="551184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F1_main_prauc_2267">
            <a:extLst>
              <a:ext uri="{FF2B5EF4-FFF2-40B4-BE49-F238E27FC236}">
                <a16:creationId xmlns:a16="http://schemas.microsoft.com/office/drawing/2014/main" id="{9857DB72-12BA-488E-9EF1-D4E4A0C4238B}"/>
              </a:ext>
            </a:extLst>
          </p:cNvPr>
          <p:cNvSpPr>
            <a:spLocks noGrp="1"/>
          </p:cNvSpPr>
          <p:nvPr/>
        </p:nvSpPr>
        <p:spPr>
          <a:xfrm>
            <a:off x="5510263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F1_main_prauc_2268">
            <a:extLst>
              <a:ext uri="{FF2B5EF4-FFF2-40B4-BE49-F238E27FC236}">
                <a16:creationId xmlns:a16="http://schemas.microsoft.com/office/drawing/2014/main" id="{1B8AE7AD-E0B6-40F4-85D0-C367066965B5}"/>
              </a:ext>
            </a:extLst>
          </p:cNvPr>
          <p:cNvSpPr>
            <a:spLocks noGrp="1"/>
          </p:cNvSpPr>
          <p:nvPr/>
        </p:nvSpPr>
        <p:spPr>
          <a:xfrm>
            <a:off x="5476965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F1_main_prauc_2269">
            <a:extLst>
              <a:ext uri="{FF2B5EF4-FFF2-40B4-BE49-F238E27FC236}">
                <a16:creationId xmlns:a16="http://schemas.microsoft.com/office/drawing/2014/main" id="{E3777A23-DD48-4311-8DC7-0A0AD9BE520F}"/>
              </a:ext>
            </a:extLst>
          </p:cNvPr>
          <p:cNvSpPr>
            <a:spLocks noGrp="1"/>
          </p:cNvSpPr>
          <p:nvPr/>
        </p:nvSpPr>
        <p:spPr>
          <a:xfrm>
            <a:off x="54495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F1_main_prauc_2270">
            <a:extLst>
              <a:ext uri="{FF2B5EF4-FFF2-40B4-BE49-F238E27FC236}">
                <a16:creationId xmlns:a16="http://schemas.microsoft.com/office/drawing/2014/main" id="{46B056AE-9C11-422E-A616-B7785391C501}"/>
              </a:ext>
            </a:extLst>
          </p:cNvPr>
          <p:cNvSpPr>
            <a:spLocks noGrp="1"/>
          </p:cNvSpPr>
          <p:nvPr/>
        </p:nvSpPr>
        <p:spPr>
          <a:xfrm>
            <a:off x="5491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F1_main_prauc_2271">
            <a:extLst>
              <a:ext uri="{FF2B5EF4-FFF2-40B4-BE49-F238E27FC236}">
                <a16:creationId xmlns:a16="http://schemas.microsoft.com/office/drawing/2014/main" id="{62401180-CA5F-437C-85D7-9517012723F3}"/>
              </a:ext>
            </a:extLst>
          </p:cNvPr>
          <p:cNvSpPr>
            <a:spLocks noGrp="1"/>
          </p:cNvSpPr>
          <p:nvPr/>
        </p:nvSpPr>
        <p:spPr>
          <a:xfrm>
            <a:off x="5400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F1_main_prauc_2272">
            <a:extLst>
              <a:ext uri="{FF2B5EF4-FFF2-40B4-BE49-F238E27FC236}">
                <a16:creationId xmlns:a16="http://schemas.microsoft.com/office/drawing/2014/main" id="{5B01D1FD-75CD-448D-9021-9E9E2F9B14E4}"/>
              </a:ext>
            </a:extLst>
          </p:cNvPr>
          <p:cNvSpPr>
            <a:spLocks noGrp="1"/>
          </p:cNvSpPr>
          <p:nvPr/>
        </p:nvSpPr>
        <p:spPr>
          <a:xfrm>
            <a:off x="5437016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F1_main_prauc_2273">
            <a:extLst>
              <a:ext uri="{FF2B5EF4-FFF2-40B4-BE49-F238E27FC236}">
                <a16:creationId xmlns:a16="http://schemas.microsoft.com/office/drawing/2014/main" id="{656A81C3-2438-4396-8BB7-EB070B1B8222}"/>
              </a:ext>
            </a:extLst>
          </p:cNvPr>
          <p:cNvSpPr>
            <a:spLocks noGrp="1"/>
          </p:cNvSpPr>
          <p:nvPr/>
        </p:nvSpPr>
        <p:spPr>
          <a:xfrm>
            <a:off x="54662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F1_main_prauc_2274">
            <a:extLst>
              <a:ext uri="{FF2B5EF4-FFF2-40B4-BE49-F238E27FC236}">
                <a16:creationId xmlns:a16="http://schemas.microsoft.com/office/drawing/2014/main" id="{CEF00F4B-E9A9-4CFB-A200-B3CC68FF61E3}"/>
              </a:ext>
            </a:extLst>
          </p:cNvPr>
          <p:cNvSpPr>
            <a:spLocks noGrp="1"/>
          </p:cNvSpPr>
          <p:nvPr/>
        </p:nvSpPr>
        <p:spPr>
          <a:xfrm>
            <a:off x="5328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F1_main_prauc_2275">
            <a:extLst>
              <a:ext uri="{FF2B5EF4-FFF2-40B4-BE49-F238E27FC236}">
                <a16:creationId xmlns:a16="http://schemas.microsoft.com/office/drawing/2014/main" id="{416830DE-B4E0-4972-8B72-3F4EF7D95720}"/>
              </a:ext>
            </a:extLst>
          </p:cNvPr>
          <p:cNvSpPr>
            <a:spLocks noGrp="1"/>
          </p:cNvSpPr>
          <p:nvPr/>
        </p:nvSpPr>
        <p:spPr>
          <a:xfrm>
            <a:off x="5505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F1_main_prauc_2276">
            <a:extLst>
              <a:ext uri="{FF2B5EF4-FFF2-40B4-BE49-F238E27FC236}">
                <a16:creationId xmlns:a16="http://schemas.microsoft.com/office/drawing/2014/main" id="{9E53CE81-FD89-46EC-AF7D-FB292E144D3B}"/>
              </a:ext>
            </a:extLst>
          </p:cNvPr>
          <p:cNvSpPr>
            <a:spLocks noGrp="1"/>
          </p:cNvSpPr>
          <p:nvPr/>
        </p:nvSpPr>
        <p:spPr>
          <a:xfrm>
            <a:off x="5363060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F1_main_prauc_2277">
            <a:extLst>
              <a:ext uri="{FF2B5EF4-FFF2-40B4-BE49-F238E27FC236}">
                <a16:creationId xmlns:a16="http://schemas.microsoft.com/office/drawing/2014/main" id="{A7D936C6-70D3-4680-8460-24B01B5AE0B6}"/>
              </a:ext>
            </a:extLst>
          </p:cNvPr>
          <p:cNvSpPr>
            <a:spLocks noGrp="1"/>
          </p:cNvSpPr>
          <p:nvPr/>
        </p:nvSpPr>
        <p:spPr>
          <a:xfrm>
            <a:off x="542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F1_main_prauc_2278">
            <a:extLst>
              <a:ext uri="{FF2B5EF4-FFF2-40B4-BE49-F238E27FC236}">
                <a16:creationId xmlns:a16="http://schemas.microsoft.com/office/drawing/2014/main" id="{95008E29-4E56-4FDE-A83B-EDC5B26D9E77}"/>
              </a:ext>
            </a:extLst>
          </p:cNvPr>
          <p:cNvSpPr>
            <a:spLocks noGrp="1"/>
          </p:cNvSpPr>
          <p:nvPr/>
        </p:nvSpPr>
        <p:spPr>
          <a:xfrm>
            <a:off x="53428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F1_main_prauc_2279">
            <a:extLst>
              <a:ext uri="{FF2B5EF4-FFF2-40B4-BE49-F238E27FC236}">
                <a16:creationId xmlns:a16="http://schemas.microsoft.com/office/drawing/2014/main" id="{223D96FB-35CF-4CDC-B51F-F77795E04AA2}"/>
              </a:ext>
            </a:extLst>
          </p:cNvPr>
          <p:cNvSpPr>
            <a:spLocks noGrp="1"/>
          </p:cNvSpPr>
          <p:nvPr/>
        </p:nvSpPr>
        <p:spPr>
          <a:xfrm>
            <a:off x="5391991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F1_main_prauc_2280">
            <a:extLst>
              <a:ext uri="{FF2B5EF4-FFF2-40B4-BE49-F238E27FC236}">
                <a16:creationId xmlns:a16="http://schemas.microsoft.com/office/drawing/2014/main" id="{7A925BF8-FDAD-43E3-902A-D6FEF65D9F1C}"/>
              </a:ext>
            </a:extLst>
          </p:cNvPr>
          <p:cNvSpPr>
            <a:spLocks noGrp="1"/>
          </p:cNvSpPr>
          <p:nvPr/>
        </p:nvSpPr>
        <p:spPr>
          <a:xfrm>
            <a:off x="53652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F1_main_prauc_2281">
            <a:extLst>
              <a:ext uri="{FF2B5EF4-FFF2-40B4-BE49-F238E27FC236}">
                <a16:creationId xmlns:a16="http://schemas.microsoft.com/office/drawing/2014/main" id="{2E8EDC47-DA49-4130-A7D0-1E9B53FF1FB4}"/>
              </a:ext>
            </a:extLst>
          </p:cNvPr>
          <p:cNvSpPr>
            <a:spLocks noGrp="1"/>
          </p:cNvSpPr>
          <p:nvPr/>
        </p:nvSpPr>
        <p:spPr>
          <a:xfrm>
            <a:off x="5413967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F1_main_prauc_2282">
            <a:extLst>
              <a:ext uri="{FF2B5EF4-FFF2-40B4-BE49-F238E27FC236}">
                <a16:creationId xmlns:a16="http://schemas.microsoft.com/office/drawing/2014/main" id="{ACD9DB8E-6616-42DC-8C48-E9781C18BAFF}"/>
              </a:ext>
            </a:extLst>
          </p:cNvPr>
          <p:cNvSpPr>
            <a:spLocks noGrp="1"/>
          </p:cNvSpPr>
          <p:nvPr/>
        </p:nvSpPr>
        <p:spPr>
          <a:xfrm>
            <a:off x="5364272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F1_main_prauc_2283">
            <a:extLst>
              <a:ext uri="{FF2B5EF4-FFF2-40B4-BE49-F238E27FC236}">
                <a16:creationId xmlns:a16="http://schemas.microsoft.com/office/drawing/2014/main" id="{B42B2F93-8B65-4135-99F3-C9121DD7C815}"/>
              </a:ext>
            </a:extLst>
          </p:cNvPr>
          <p:cNvSpPr>
            <a:spLocks noGrp="1"/>
          </p:cNvSpPr>
          <p:nvPr/>
        </p:nvSpPr>
        <p:spPr>
          <a:xfrm>
            <a:off x="5287047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F1_main_prauc_2284">
            <a:extLst>
              <a:ext uri="{FF2B5EF4-FFF2-40B4-BE49-F238E27FC236}">
                <a16:creationId xmlns:a16="http://schemas.microsoft.com/office/drawing/2014/main" id="{1D0C5EE3-10C8-4DAA-8EF5-E8FD7323736D}"/>
              </a:ext>
            </a:extLst>
          </p:cNvPr>
          <p:cNvSpPr>
            <a:spLocks noGrp="1"/>
          </p:cNvSpPr>
          <p:nvPr/>
        </p:nvSpPr>
        <p:spPr>
          <a:xfrm>
            <a:off x="55158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F1_main_prauc_2285">
            <a:extLst>
              <a:ext uri="{FF2B5EF4-FFF2-40B4-BE49-F238E27FC236}">
                <a16:creationId xmlns:a16="http://schemas.microsoft.com/office/drawing/2014/main" id="{5B62D20A-0A56-4631-8A2F-24FDF8010320}"/>
              </a:ext>
            </a:extLst>
          </p:cNvPr>
          <p:cNvSpPr>
            <a:spLocks noGrp="1"/>
          </p:cNvSpPr>
          <p:nvPr/>
        </p:nvSpPr>
        <p:spPr>
          <a:xfrm>
            <a:off x="548979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F1_main_prauc_2286">
            <a:extLst>
              <a:ext uri="{FF2B5EF4-FFF2-40B4-BE49-F238E27FC236}">
                <a16:creationId xmlns:a16="http://schemas.microsoft.com/office/drawing/2014/main" id="{CD30769C-9BC0-4903-BB3E-4C83B003C165}"/>
              </a:ext>
            </a:extLst>
          </p:cNvPr>
          <p:cNvSpPr>
            <a:spLocks noGrp="1"/>
          </p:cNvSpPr>
          <p:nvPr/>
        </p:nvSpPr>
        <p:spPr>
          <a:xfrm>
            <a:off x="5333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F1_main_prauc_2287">
            <a:extLst>
              <a:ext uri="{FF2B5EF4-FFF2-40B4-BE49-F238E27FC236}">
                <a16:creationId xmlns:a16="http://schemas.microsoft.com/office/drawing/2014/main" id="{D90B6048-A2D7-48BA-B0F5-A7597B15A843}"/>
              </a:ext>
            </a:extLst>
          </p:cNvPr>
          <p:cNvSpPr>
            <a:spLocks noGrp="1"/>
          </p:cNvSpPr>
          <p:nvPr/>
        </p:nvSpPr>
        <p:spPr>
          <a:xfrm>
            <a:off x="5415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F1_main_prauc_2288">
            <a:extLst>
              <a:ext uri="{FF2B5EF4-FFF2-40B4-BE49-F238E27FC236}">
                <a16:creationId xmlns:a16="http://schemas.microsoft.com/office/drawing/2014/main" id="{2D6BE811-9093-462F-9724-9B0F0A7FA2E8}"/>
              </a:ext>
            </a:extLst>
          </p:cNvPr>
          <p:cNvSpPr>
            <a:spLocks noGrp="1"/>
          </p:cNvSpPr>
          <p:nvPr/>
        </p:nvSpPr>
        <p:spPr>
          <a:xfrm>
            <a:off x="535843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F1_main_prauc_2289">
            <a:extLst>
              <a:ext uri="{FF2B5EF4-FFF2-40B4-BE49-F238E27FC236}">
                <a16:creationId xmlns:a16="http://schemas.microsoft.com/office/drawing/2014/main" id="{64D395F0-2DD2-4938-8E08-40036A2B2587}"/>
              </a:ext>
            </a:extLst>
          </p:cNvPr>
          <p:cNvSpPr>
            <a:spLocks noGrp="1"/>
          </p:cNvSpPr>
          <p:nvPr/>
        </p:nvSpPr>
        <p:spPr>
          <a:xfrm>
            <a:off x="544088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F1_main_prauc_2290">
            <a:extLst>
              <a:ext uri="{FF2B5EF4-FFF2-40B4-BE49-F238E27FC236}">
                <a16:creationId xmlns:a16="http://schemas.microsoft.com/office/drawing/2014/main" id="{03D87B06-43DD-48A8-AB8E-B0CFB9393F91}"/>
              </a:ext>
            </a:extLst>
          </p:cNvPr>
          <p:cNvSpPr>
            <a:spLocks noGrp="1"/>
          </p:cNvSpPr>
          <p:nvPr/>
        </p:nvSpPr>
        <p:spPr>
          <a:xfrm>
            <a:off x="5403111" y="38497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F1_main_prauc_2291">
            <a:extLst>
              <a:ext uri="{FF2B5EF4-FFF2-40B4-BE49-F238E27FC236}">
                <a16:creationId xmlns:a16="http://schemas.microsoft.com/office/drawing/2014/main" id="{C24A6321-DACD-4EB4-9A91-FA7A05EA3E38}"/>
              </a:ext>
            </a:extLst>
          </p:cNvPr>
          <p:cNvSpPr>
            <a:spLocks noGrp="1"/>
          </p:cNvSpPr>
          <p:nvPr/>
        </p:nvSpPr>
        <p:spPr>
          <a:xfrm>
            <a:off x="5492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F1_main_prauc_2292">
            <a:extLst>
              <a:ext uri="{FF2B5EF4-FFF2-40B4-BE49-F238E27FC236}">
                <a16:creationId xmlns:a16="http://schemas.microsoft.com/office/drawing/2014/main" id="{967B4DE3-BDA2-4F98-834C-C562FBF93B3B}"/>
              </a:ext>
            </a:extLst>
          </p:cNvPr>
          <p:cNvSpPr>
            <a:spLocks noGrp="1"/>
          </p:cNvSpPr>
          <p:nvPr/>
        </p:nvSpPr>
        <p:spPr>
          <a:xfrm>
            <a:off x="54013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F1_main_prauc_2293">
            <a:extLst>
              <a:ext uri="{FF2B5EF4-FFF2-40B4-BE49-F238E27FC236}">
                <a16:creationId xmlns:a16="http://schemas.microsoft.com/office/drawing/2014/main" id="{9C223BCA-171D-4E84-90D3-A3FE205A2913}"/>
              </a:ext>
            </a:extLst>
          </p:cNvPr>
          <p:cNvSpPr>
            <a:spLocks noGrp="1"/>
          </p:cNvSpPr>
          <p:nvPr/>
        </p:nvSpPr>
        <p:spPr>
          <a:xfrm>
            <a:off x="5338320" y="56294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F1_main_prauc_2294">
            <a:extLst>
              <a:ext uri="{FF2B5EF4-FFF2-40B4-BE49-F238E27FC236}">
                <a16:creationId xmlns:a16="http://schemas.microsoft.com/office/drawing/2014/main" id="{FCBC6A05-4114-497C-8B9A-B0694A717186}"/>
              </a:ext>
            </a:extLst>
          </p:cNvPr>
          <p:cNvSpPr>
            <a:spLocks noGrp="1"/>
          </p:cNvSpPr>
          <p:nvPr/>
        </p:nvSpPr>
        <p:spPr>
          <a:xfrm>
            <a:off x="5299690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F1_main_prauc_2295">
            <a:extLst>
              <a:ext uri="{FF2B5EF4-FFF2-40B4-BE49-F238E27FC236}">
                <a16:creationId xmlns:a16="http://schemas.microsoft.com/office/drawing/2014/main" id="{CF7D4787-E4C5-4B78-BC15-CB887FACC852}"/>
              </a:ext>
            </a:extLst>
          </p:cNvPr>
          <p:cNvSpPr>
            <a:spLocks noGrp="1"/>
          </p:cNvSpPr>
          <p:nvPr/>
        </p:nvSpPr>
        <p:spPr>
          <a:xfrm>
            <a:off x="5343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F1_main_prauc_2296">
            <a:extLst>
              <a:ext uri="{FF2B5EF4-FFF2-40B4-BE49-F238E27FC236}">
                <a16:creationId xmlns:a16="http://schemas.microsoft.com/office/drawing/2014/main" id="{63AB5E16-D28F-492D-BAA6-800734E2F1CA}"/>
              </a:ext>
            </a:extLst>
          </p:cNvPr>
          <p:cNvSpPr>
            <a:spLocks noGrp="1"/>
          </p:cNvSpPr>
          <p:nvPr/>
        </p:nvSpPr>
        <p:spPr>
          <a:xfrm>
            <a:off x="5371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F1_main_prauc_2297">
            <a:extLst>
              <a:ext uri="{FF2B5EF4-FFF2-40B4-BE49-F238E27FC236}">
                <a16:creationId xmlns:a16="http://schemas.microsoft.com/office/drawing/2014/main" id="{65112FFE-D009-46AE-A37D-7773ACD36201}"/>
              </a:ext>
            </a:extLst>
          </p:cNvPr>
          <p:cNvSpPr>
            <a:spLocks noGrp="1"/>
          </p:cNvSpPr>
          <p:nvPr/>
        </p:nvSpPr>
        <p:spPr>
          <a:xfrm>
            <a:off x="5473653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F1_main_prauc_2298">
            <a:extLst>
              <a:ext uri="{FF2B5EF4-FFF2-40B4-BE49-F238E27FC236}">
                <a16:creationId xmlns:a16="http://schemas.microsoft.com/office/drawing/2014/main" id="{9796D7C0-1F82-4DEC-8FA0-5B6135443519}"/>
              </a:ext>
            </a:extLst>
          </p:cNvPr>
          <p:cNvSpPr>
            <a:spLocks noGrp="1"/>
          </p:cNvSpPr>
          <p:nvPr/>
        </p:nvSpPr>
        <p:spPr>
          <a:xfrm>
            <a:off x="54754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F1_main_prauc_2299">
            <a:extLst>
              <a:ext uri="{FF2B5EF4-FFF2-40B4-BE49-F238E27FC236}">
                <a16:creationId xmlns:a16="http://schemas.microsoft.com/office/drawing/2014/main" id="{1382C55D-8F60-494B-BD91-5D904BBC3CA1}"/>
              </a:ext>
            </a:extLst>
          </p:cNvPr>
          <p:cNvSpPr>
            <a:spLocks noGrp="1"/>
          </p:cNvSpPr>
          <p:nvPr/>
        </p:nvSpPr>
        <p:spPr>
          <a:xfrm>
            <a:off x="5505965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F1_main_prauc_2300">
            <a:extLst>
              <a:ext uri="{FF2B5EF4-FFF2-40B4-BE49-F238E27FC236}">
                <a16:creationId xmlns:a16="http://schemas.microsoft.com/office/drawing/2014/main" id="{0CDE651A-FB9F-446E-B218-E85B0FD2341A}"/>
              </a:ext>
            </a:extLst>
          </p:cNvPr>
          <p:cNvSpPr>
            <a:spLocks noGrp="1"/>
          </p:cNvSpPr>
          <p:nvPr/>
        </p:nvSpPr>
        <p:spPr>
          <a:xfrm>
            <a:off x="5452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F1_main_prauc_2301">
            <a:extLst>
              <a:ext uri="{FF2B5EF4-FFF2-40B4-BE49-F238E27FC236}">
                <a16:creationId xmlns:a16="http://schemas.microsoft.com/office/drawing/2014/main" id="{2E49A9F1-A174-4EC9-881D-95A363130875}"/>
              </a:ext>
            </a:extLst>
          </p:cNvPr>
          <p:cNvSpPr>
            <a:spLocks noGrp="1"/>
          </p:cNvSpPr>
          <p:nvPr/>
        </p:nvSpPr>
        <p:spPr>
          <a:xfrm>
            <a:off x="551338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F1_main_prauc_2302">
            <a:extLst>
              <a:ext uri="{FF2B5EF4-FFF2-40B4-BE49-F238E27FC236}">
                <a16:creationId xmlns:a16="http://schemas.microsoft.com/office/drawing/2014/main" id="{230C52A5-F15D-4FB0-B1BC-6D75BA3743C5}"/>
              </a:ext>
            </a:extLst>
          </p:cNvPr>
          <p:cNvSpPr>
            <a:spLocks noGrp="1"/>
          </p:cNvSpPr>
          <p:nvPr/>
        </p:nvSpPr>
        <p:spPr>
          <a:xfrm>
            <a:off x="5390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F1_main_prauc_2303">
            <a:extLst>
              <a:ext uri="{FF2B5EF4-FFF2-40B4-BE49-F238E27FC236}">
                <a16:creationId xmlns:a16="http://schemas.microsoft.com/office/drawing/2014/main" id="{8463F686-4A7D-49FE-A98E-8F0A3C805B80}"/>
              </a:ext>
            </a:extLst>
          </p:cNvPr>
          <p:cNvSpPr>
            <a:spLocks noGrp="1"/>
          </p:cNvSpPr>
          <p:nvPr/>
        </p:nvSpPr>
        <p:spPr>
          <a:xfrm>
            <a:off x="534838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F1_main_prauc_2304">
            <a:extLst>
              <a:ext uri="{FF2B5EF4-FFF2-40B4-BE49-F238E27FC236}">
                <a16:creationId xmlns:a16="http://schemas.microsoft.com/office/drawing/2014/main" id="{07A4F36E-3210-4998-85C5-77B274E68689}"/>
              </a:ext>
            </a:extLst>
          </p:cNvPr>
          <p:cNvSpPr>
            <a:spLocks noGrp="1"/>
          </p:cNvSpPr>
          <p:nvPr/>
        </p:nvSpPr>
        <p:spPr>
          <a:xfrm>
            <a:off x="53802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F1_main_prauc_2305">
            <a:extLst>
              <a:ext uri="{FF2B5EF4-FFF2-40B4-BE49-F238E27FC236}">
                <a16:creationId xmlns:a16="http://schemas.microsoft.com/office/drawing/2014/main" id="{87A40869-D9AE-482B-BE86-1D47E27138B3}"/>
              </a:ext>
            </a:extLst>
          </p:cNvPr>
          <p:cNvSpPr>
            <a:spLocks noGrp="1"/>
          </p:cNvSpPr>
          <p:nvPr/>
        </p:nvSpPr>
        <p:spPr>
          <a:xfrm>
            <a:off x="546110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F1_main_prauc_2306">
            <a:extLst>
              <a:ext uri="{FF2B5EF4-FFF2-40B4-BE49-F238E27FC236}">
                <a16:creationId xmlns:a16="http://schemas.microsoft.com/office/drawing/2014/main" id="{163E306A-0CC7-4EE0-A06D-F9B5F5BE134B}"/>
              </a:ext>
            </a:extLst>
          </p:cNvPr>
          <p:cNvSpPr>
            <a:spLocks noGrp="1"/>
          </p:cNvSpPr>
          <p:nvPr/>
        </p:nvSpPr>
        <p:spPr>
          <a:xfrm>
            <a:off x="52884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F1_main_prauc_2307">
            <a:extLst>
              <a:ext uri="{FF2B5EF4-FFF2-40B4-BE49-F238E27FC236}">
                <a16:creationId xmlns:a16="http://schemas.microsoft.com/office/drawing/2014/main" id="{5F85EDC6-AB82-4277-849E-1CB1F5A411D0}"/>
              </a:ext>
            </a:extLst>
          </p:cNvPr>
          <p:cNvSpPr>
            <a:spLocks noGrp="1"/>
          </p:cNvSpPr>
          <p:nvPr/>
        </p:nvSpPr>
        <p:spPr>
          <a:xfrm>
            <a:off x="5490862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F1_main_prauc_2308">
            <a:extLst>
              <a:ext uri="{FF2B5EF4-FFF2-40B4-BE49-F238E27FC236}">
                <a16:creationId xmlns:a16="http://schemas.microsoft.com/office/drawing/2014/main" id="{CF40CE6F-9E26-446A-AB17-F066DB1B08CC}"/>
              </a:ext>
            </a:extLst>
          </p:cNvPr>
          <p:cNvSpPr>
            <a:spLocks noGrp="1"/>
          </p:cNvSpPr>
          <p:nvPr/>
        </p:nvSpPr>
        <p:spPr>
          <a:xfrm>
            <a:off x="5483267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F1_main_prauc_2309">
            <a:extLst>
              <a:ext uri="{FF2B5EF4-FFF2-40B4-BE49-F238E27FC236}">
                <a16:creationId xmlns:a16="http://schemas.microsoft.com/office/drawing/2014/main" id="{32B1E7F6-20FB-41FD-93FB-FF3B770F00FE}"/>
              </a:ext>
            </a:extLst>
          </p:cNvPr>
          <p:cNvSpPr>
            <a:spLocks noGrp="1"/>
          </p:cNvSpPr>
          <p:nvPr/>
        </p:nvSpPr>
        <p:spPr>
          <a:xfrm>
            <a:off x="5465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F1_main_prauc_2310">
            <a:extLst>
              <a:ext uri="{FF2B5EF4-FFF2-40B4-BE49-F238E27FC236}">
                <a16:creationId xmlns:a16="http://schemas.microsoft.com/office/drawing/2014/main" id="{9F5ABB0C-CE56-43F6-8A3A-403B9B9D0039}"/>
              </a:ext>
            </a:extLst>
          </p:cNvPr>
          <p:cNvSpPr>
            <a:spLocks noGrp="1"/>
          </p:cNvSpPr>
          <p:nvPr/>
        </p:nvSpPr>
        <p:spPr>
          <a:xfrm>
            <a:off x="53995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F1_main_prauc_2311">
            <a:extLst>
              <a:ext uri="{FF2B5EF4-FFF2-40B4-BE49-F238E27FC236}">
                <a16:creationId xmlns:a16="http://schemas.microsoft.com/office/drawing/2014/main" id="{B7751D28-4517-41D9-AB00-BB79B110B451}"/>
              </a:ext>
            </a:extLst>
          </p:cNvPr>
          <p:cNvSpPr>
            <a:spLocks noGrp="1"/>
          </p:cNvSpPr>
          <p:nvPr/>
        </p:nvSpPr>
        <p:spPr>
          <a:xfrm>
            <a:off x="548567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F1_main_prauc_2312">
            <a:extLst>
              <a:ext uri="{FF2B5EF4-FFF2-40B4-BE49-F238E27FC236}">
                <a16:creationId xmlns:a16="http://schemas.microsoft.com/office/drawing/2014/main" id="{3A94BD4C-E40C-411B-9DA6-407D96421825}"/>
              </a:ext>
            </a:extLst>
          </p:cNvPr>
          <p:cNvSpPr>
            <a:spLocks noGrp="1"/>
          </p:cNvSpPr>
          <p:nvPr/>
        </p:nvSpPr>
        <p:spPr>
          <a:xfrm>
            <a:off x="5446204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F1_main_prauc_2313">
            <a:extLst>
              <a:ext uri="{FF2B5EF4-FFF2-40B4-BE49-F238E27FC236}">
                <a16:creationId xmlns:a16="http://schemas.microsoft.com/office/drawing/2014/main" id="{18D7FDDD-C3CC-4713-8502-0CE516F2761F}"/>
              </a:ext>
            </a:extLst>
          </p:cNvPr>
          <p:cNvSpPr>
            <a:spLocks noGrp="1"/>
          </p:cNvSpPr>
          <p:nvPr/>
        </p:nvSpPr>
        <p:spPr>
          <a:xfrm>
            <a:off x="542336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F1_main_prauc_2314">
            <a:extLst>
              <a:ext uri="{FF2B5EF4-FFF2-40B4-BE49-F238E27FC236}">
                <a16:creationId xmlns:a16="http://schemas.microsoft.com/office/drawing/2014/main" id="{F400C8F5-2630-499F-B29A-B86C0AE0636D}"/>
              </a:ext>
            </a:extLst>
          </p:cNvPr>
          <p:cNvSpPr>
            <a:spLocks noGrp="1"/>
          </p:cNvSpPr>
          <p:nvPr/>
        </p:nvSpPr>
        <p:spPr>
          <a:xfrm>
            <a:off x="5440392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F1_main_prauc_2315">
            <a:extLst>
              <a:ext uri="{FF2B5EF4-FFF2-40B4-BE49-F238E27FC236}">
                <a16:creationId xmlns:a16="http://schemas.microsoft.com/office/drawing/2014/main" id="{23770B1A-37F4-46AA-BFB1-B5A284A22722}"/>
              </a:ext>
            </a:extLst>
          </p:cNvPr>
          <p:cNvSpPr>
            <a:spLocks noGrp="1"/>
          </p:cNvSpPr>
          <p:nvPr/>
        </p:nvSpPr>
        <p:spPr>
          <a:xfrm>
            <a:off x="5416910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F1_main_prauc_2316">
            <a:extLst>
              <a:ext uri="{FF2B5EF4-FFF2-40B4-BE49-F238E27FC236}">
                <a16:creationId xmlns:a16="http://schemas.microsoft.com/office/drawing/2014/main" id="{61FAA115-8595-4A98-A931-4602A7AD22D9}"/>
              </a:ext>
            </a:extLst>
          </p:cNvPr>
          <p:cNvSpPr>
            <a:spLocks noGrp="1"/>
          </p:cNvSpPr>
          <p:nvPr/>
        </p:nvSpPr>
        <p:spPr>
          <a:xfrm>
            <a:off x="52853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F1_main_prauc_2317">
            <a:extLst>
              <a:ext uri="{FF2B5EF4-FFF2-40B4-BE49-F238E27FC236}">
                <a16:creationId xmlns:a16="http://schemas.microsoft.com/office/drawing/2014/main" id="{704CADE6-A3C3-45E2-B7FD-8128BF28CCC3}"/>
              </a:ext>
            </a:extLst>
          </p:cNvPr>
          <p:cNvSpPr>
            <a:spLocks noGrp="1"/>
          </p:cNvSpPr>
          <p:nvPr/>
        </p:nvSpPr>
        <p:spPr>
          <a:xfrm>
            <a:off x="528537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F1_main_prauc_2318">
            <a:extLst>
              <a:ext uri="{FF2B5EF4-FFF2-40B4-BE49-F238E27FC236}">
                <a16:creationId xmlns:a16="http://schemas.microsoft.com/office/drawing/2014/main" id="{49F688E8-0571-4960-BE8E-3DF33F42AA0A}"/>
              </a:ext>
            </a:extLst>
          </p:cNvPr>
          <p:cNvSpPr>
            <a:spLocks noGrp="1"/>
          </p:cNvSpPr>
          <p:nvPr/>
        </p:nvSpPr>
        <p:spPr>
          <a:xfrm>
            <a:off x="538568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F1_main_prauc_2319">
            <a:extLst>
              <a:ext uri="{FF2B5EF4-FFF2-40B4-BE49-F238E27FC236}">
                <a16:creationId xmlns:a16="http://schemas.microsoft.com/office/drawing/2014/main" id="{6E4D5569-784A-49AE-B17B-36121A64A315}"/>
              </a:ext>
            </a:extLst>
          </p:cNvPr>
          <p:cNvSpPr>
            <a:spLocks noGrp="1"/>
          </p:cNvSpPr>
          <p:nvPr/>
        </p:nvSpPr>
        <p:spPr>
          <a:xfrm>
            <a:off x="55282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F1_main_prauc_2320">
            <a:extLst>
              <a:ext uri="{FF2B5EF4-FFF2-40B4-BE49-F238E27FC236}">
                <a16:creationId xmlns:a16="http://schemas.microsoft.com/office/drawing/2014/main" id="{4CE9B550-C87E-4EC7-9A95-826780C2D819}"/>
              </a:ext>
            </a:extLst>
          </p:cNvPr>
          <p:cNvSpPr>
            <a:spLocks noGrp="1"/>
          </p:cNvSpPr>
          <p:nvPr/>
        </p:nvSpPr>
        <p:spPr>
          <a:xfrm>
            <a:off x="53770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F1_main_prauc_2321">
            <a:extLst>
              <a:ext uri="{FF2B5EF4-FFF2-40B4-BE49-F238E27FC236}">
                <a16:creationId xmlns:a16="http://schemas.microsoft.com/office/drawing/2014/main" id="{5470E4A0-E75E-45A6-B080-63E2E70886A6}"/>
              </a:ext>
            </a:extLst>
          </p:cNvPr>
          <p:cNvSpPr>
            <a:spLocks noGrp="1"/>
          </p:cNvSpPr>
          <p:nvPr/>
        </p:nvSpPr>
        <p:spPr>
          <a:xfrm>
            <a:off x="5493571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F1_main_prauc_2322">
            <a:extLst>
              <a:ext uri="{FF2B5EF4-FFF2-40B4-BE49-F238E27FC236}">
                <a16:creationId xmlns:a16="http://schemas.microsoft.com/office/drawing/2014/main" id="{AAFA1E3D-48ED-4A63-B5E4-C79B9A246DDC}"/>
              </a:ext>
            </a:extLst>
          </p:cNvPr>
          <p:cNvSpPr>
            <a:spLocks noGrp="1"/>
          </p:cNvSpPr>
          <p:nvPr/>
        </p:nvSpPr>
        <p:spPr>
          <a:xfrm>
            <a:off x="54158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F1_main_prauc_2323">
            <a:extLst>
              <a:ext uri="{FF2B5EF4-FFF2-40B4-BE49-F238E27FC236}">
                <a16:creationId xmlns:a16="http://schemas.microsoft.com/office/drawing/2014/main" id="{89056477-6F53-4B26-A353-E6E2E7EDCE28}"/>
              </a:ext>
            </a:extLst>
          </p:cNvPr>
          <p:cNvSpPr>
            <a:spLocks noGrp="1"/>
          </p:cNvSpPr>
          <p:nvPr/>
        </p:nvSpPr>
        <p:spPr>
          <a:xfrm>
            <a:off x="5407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F1_main_prauc_2324">
            <a:extLst>
              <a:ext uri="{FF2B5EF4-FFF2-40B4-BE49-F238E27FC236}">
                <a16:creationId xmlns:a16="http://schemas.microsoft.com/office/drawing/2014/main" id="{2E965D4C-9C3E-4796-B69B-F9D50AE0AA47}"/>
              </a:ext>
            </a:extLst>
          </p:cNvPr>
          <p:cNvSpPr>
            <a:spLocks noGrp="1"/>
          </p:cNvSpPr>
          <p:nvPr/>
        </p:nvSpPr>
        <p:spPr>
          <a:xfrm>
            <a:off x="5488782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F1_main_prauc_2325">
            <a:extLst>
              <a:ext uri="{FF2B5EF4-FFF2-40B4-BE49-F238E27FC236}">
                <a16:creationId xmlns:a16="http://schemas.microsoft.com/office/drawing/2014/main" id="{15FB7718-D5A2-4FF4-A1BE-1B727D0EE4FC}"/>
              </a:ext>
            </a:extLst>
          </p:cNvPr>
          <p:cNvSpPr>
            <a:spLocks noGrp="1"/>
          </p:cNvSpPr>
          <p:nvPr/>
        </p:nvSpPr>
        <p:spPr>
          <a:xfrm>
            <a:off x="53743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F1_main_prauc_2326">
            <a:extLst>
              <a:ext uri="{FF2B5EF4-FFF2-40B4-BE49-F238E27FC236}">
                <a16:creationId xmlns:a16="http://schemas.microsoft.com/office/drawing/2014/main" id="{3CCF9279-A1A8-4EE3-BB37-E6B16F4EA75C}"/>
              </a:ext>
            </a:extLst>
          </p:cNvPr>
          <p:cNvSpPr>
            <a:spLocks noGrp="1"/>
          </p:cNvSpPr>
          <p:nvPr/>
        </p:nvSpPr>
        <p:spPr>
          <a:xfrm>
            <a:off x="53508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F1_main_prauc_2327">
            <a:extLst>
              <a:ext uri="{FF2B5EF4-FFF2-40B4-BE49-F238E27FC236}">
                <a16:creationId xmlns:a16="http://schemas.microsoft.com/office/drawing/2014/main" id="{F6B30FE9-5089-44EB-976B-25BCD02DEFD8}"/>
              </a:ext>
            </a:extLst>
          </p:cNvPr>
          <p:cNvSpPr>
            <a:spLocks noGrp="1"/>
          </p:cNvSpPr>
          <p:nvPr/>
        </p:nvSpPr>
        <p:spPr>
          <a:xfrm>
            <a:off x="531431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F1_main_prauc_2328">
            <a:extLst>
              <a:ext uri="{FF2B5EF4-FFF2-40B4-BE49-F238E27FC236}">
                <a16:creationId xmlns:a16="http://schemas.microsoft.com/office/drawing/2014/main" id="{72A96061-D0F9-4F5D-8B93-35713EC37C84}"/>
              </a:ext>
            </a:extLst>
          </p:cNvPr>
          <p:cNvSpPr>
            <a:spLocks noGrp="1"/>
          </p:cNvSpPr>
          <p:nvPr/>
        </p:nvSpPr>
        <p:spPr>
          <a:xfrm>
            <a:off x="54510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F1_main_prauc_2329">
            <a:extLst>
              <a:ext uri="{FF2B5EF4-FFF2-40B4-BE49-F238E27FC236}">
                <a16:creationId xmlns:a16="http://schemas.microsoft.com/office/drawing/2014/main" id="{35A3A8F1-94E4-44A4-A699-C0572866744B}"/>
              </a:ext>
            </a:extLst>
          </p:cNvPr>
          <p:cNvSpPr>
            <a:spLocks noGrp="1"/>
          </p:cNvSpPr>
          <p:nvPr/>
        </p:nvSpPr>
        <p:spPr>
          <a:xfrm>
            <a:off x="53649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F1_main_prauc_2330">
            <a:extLst>
              <a:ext uri="{FF2B5EF4-FFF2-40B4-BE49-F238E27FC236}">
                <a16:creationId xmlns:a16="http://schemas.microsoft.com/office/drawing/2014/main" id="{00AC2328-25B5-4003-9A3E-CE828A799704}"/>
              </a:ext>
            </a:extLst>
          </p:cNvPr>
          <p:cNvSpPr>
            <a:spLocks noGrp="1"/>
          </p:cNvSpPr>
          <p:nvPr/>
        </p:nvSpPr>
        <p:spPr>
          <a:xfrm>
            <a:off x="54237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F1_main_prauc_2331">
            <a:extLst>
              <a:ext uri="{FF2B5EF4-FFF2-40B4-BE49-F238E27FC236}">
                <a16:creationId xmlns:a16="http://schemas.microsoft.com/office/drawing/2014/main" id="{E2767D0A-1E67-4056-8653-6C7228089F94}"/>
              </a:ext>
            </a:extLst>
          </p:cNvPr>
          <p:cNvSpPr>
            <a:spLocks noGrp="1"/>
          </p:cNvSpPr>
          <p:nvPr/>
        </p:nvSpPr>
        <p:spPr>
          <a:xfrm>
            <a:off x="542624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F1_main_prauc_2332">
            <a:extLst>
              <a:ext uri="{FF2B5EF4-FFF2-40B4-BE49-F238E27FC236}">
                <a16:creationId xmlns:a16="http://schemas.microsoft.com/office/drawing/2014/main" id="{F3082EF6-5A35-416D-A41D-A0EE93E803AE}"/>
              </a:ext>
            </a:extLst>
          </p:cNvPr>
          <p:cNvSpPr>
            <a:spLocks noGrp="1"/>
          </p:cNvSpPr>
          <p:nvPr/>
        </p:nvSpPr>
        <p:spPr>
          <a:xfrm>
            <a:off x="53040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F1_main_prauc_2333">
            <a:extLst>
              <a:ext uri="{FF2B5EF4-FFF2-40B4-BE49-F238E27FC236}">
                <a16:creationId xmlns:a16="http://schemas.microsoft.com/office/drawing/2014/main" id="{4D595901-3FE0-4CB9-8548-01623BCC205B}"/>
              </a:ext>
            </a:extLst>
          </p:cNvPr>
          <p:cNvSpPr>
            <a:spLocks noGrp="1"/>
          </p:cNvSpPr>
          <p:nvPr/>
        </p:nvSpPr>
        <p:spPr>
          <a:xfrm>
            <a:off x="54593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F1_main_prauc_2334">
            <a:extLst>
              <a:ext uri="{FF2B5EF4-FFF2-40B4-BE49-F238E27FC236}">
                <a16:creationId xmlns:a16="http://schemas.microsoft.com/office/drawing/2014/main" id="{06376E90-D83A-400C-81FA-FF9D242AE861}"/>
              </a:ext>
            </a:extLst>
          </p:cNvPr>
          <p:cNvSpPr>
            <a:spLocks noGrp="1"/>
          </p:cNvSpPr>
          <p:nvPr/>
        </p:nvSpPr>
        <p:spPr>
          <a:xfrm>
            <a:off x="52995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F1_main_prauc_2335">
            <a:extLst>
              <a:ext uri="{FF2B5EF4-FFF2-40B4-BE49-F238E27FC236}">
                <a16:creationId xmlns:a16="http://schemas.microsoft.com/office/drawing/2014/main" id="{71F2A25A-9825-40C0-93BE-5F5656D80E15}"/>
              </a:ext>
            </a:extLst>
          </p:cNvPr>
          <p:cNvSpPr>
            <a:spLocks noGrp="1"/>
          </p:cNvSpPr>
          <p:nvPr/>
        </p:nvSpPr>
        <p:spPr>
          <a:xfrm>
            <a:off x="54920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F1_main_prauc_2336">
            <a:extLst>
              <a:ext uri="{FF2B5EF4-FFF2-40B4-BE49-F238E27FC236}">
                <a16:creationId xmlns:a16="http://schemas.microsoft.com/office/drawing/2014/main" id="{A96C1774-CC66-4C17-8A56-EE3B798513CD}"/>
              </a:ext>
            </a:extLst>
          </p:cNvPr>
          <p:cNvSpPr>
            <a:spLocks noGrp="1"/>
          </p:cNvSpPr>
          <p:nvPr/>
        </p:nvSpPr>
        <p:spPr>
          <a:xfrm>
            <a:off x="5326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F1_main_prauc_2337">
            <a:extLst>
              <a:ext uri="{FF2B5EF4-FFF2-40B4-BE49-F238E27FC236}">
                <a16:creationId xmlns:a16="http://schemas.microsoft.com/office/drawing/2014/main" id="{99F1FCB4-000E-4A26-84A1-C8D5DFEBA0B1}"/>
              </a:ext>
            </a:extLst>
          </p:cNvPr>
          <p:cNvSpPr>
            <a:spLocks noGrp="1"/>
          </p:cNvSpPr>
          <p:nvPr/>
        </p:nvSpPr>
        <p:spPr>
          <a:xfrm>
            <a:off x="542767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F1_main_prauc_2338">
            <a:extLst>
              <a:ext uri="{FF2B5EF4-FFF2-40B4-BE49-F238E27FC236}">
                <a16:creationId xmlns:a16="http://schemas.microsoft.com/office/drawing/2014/main" id="{33E4DD82-EA1E-4E6A-AB36-2C7FCA2C8FBC}"/>
              </a:ext>
            </a:extLst>
          </p:cNvPr>
          <p:cNvSpPr>
            <a:spLocks noGrp="1"/>
          </p:cNvSpPr>
          <p:nvPr/>
        </p:nvSpPr>
        <p:spPr>
          <a:xfrm>
            <a:off x="54499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F1_main_prauc_2339">
            <a:extLst>
              <a:ext uri="{FF2B5EF4-FFF2-40B4-BE49-F238E27FC236}">
                <a16:creationId xmlns:a16="http://schemas.microsoft.com/office/drawing/2014/main" id="{0FA3832D-4E48-4B86-977A-C20996118B9F}"/>
              </a:ext>
            </a:extLst>
          </p:cNvPr>
          <p:cNvSpPr>
            <a:spLocks noGrp="1"/>
          </p:cNvSpPr>
          <p:nvPr/>
        </p:nvSpPr>
        <p:spPr>
          <a:xfrm>
            <a:off x="545385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F1_main_prauc_2340">
            <a:extLst>
              <a:ext uri="{FF2B5EF4-FFF2-40B4-BE49-F238E27FC236}">
                <a16:creationId xmlns:a16="http://schemas.microsoft.com/office/drawing/2014/main" id="{1390CF4F-DEDB-4A78-94A1-F5CC40EBB88E}"/>
              </a:ext>
            </a:extLst>
          </p:cNvPr>
          <p:cNvSpPr>
            <a:spLocks noGrp="1"/>
          </p:cNvSpPr>
          <p:nvPr/>
        </p:nvSpPr>
        <p:spPr>
          <a:xfrm>
            <a:off x="5511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F1_main_prauc_2341">
            <a:extLst>
              <a:ext uri="{FF2B5EF4-FFF2-40B4-BE49-F238E27FC236}">
                <a16:creationId xmlns:a16="http://schemas.microsoft.com/office/drawing/2014/main" id="{799A60D3-627C-4242-91FF-733C29CE269D}"/>
              </a:ext>
            </a:extLst>
          </p:cNvPr>
          <p:cNvSpPr>
            <a:spLocks noGrp="1"/>
          </p:cNvSpPr>
          <p:nvPr/>
        </p:nvSpPr>
        <p:spPr>
          <a:xfrm>
            <a:off x="5390194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F1_main_prauc_2342">
            <a:extLst>
              <a:ext uri="{FF2B5EF4-FFF2-40B4-BE49-F238E27FC236}">
                <a16:creationId xmlns:a16="http://schemas.microsoft.com/office/drawing/2014/main" id="{AD041C92-83D3-4A01-A350-6B9F60C1ECA2}"/>
              </a:ext>
            </a:extLst>
          </p:cNvPr>
          <p:cNvSpPr>
            <a:spLocks noGrp="1"/>
          </p:cNvSpPr>
          <p:nvPr/>
        </p:nvSpPr>
        <p:spPr>
          <a:xfrm>
            <a:off x="5515485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F1_main_prauc_2343">
            <a:extLst>
              <a:ext uri="{FF2B5EF4-FFF2-40B4-BE49-F238E27FC236}">
                <a16:creationId xmlns:a16="http://schemas.microsoft.com/office/drawing/2014/main" id="{2E522EA0-8764-44A4-9621-A769DD21C90E}"/>
              </a:ext>
            </a:extLst>
          </p:cNvPr>
          <p:cNvSpPr>
            <a:spLocks noGrp="1"/>
          </p:cNvSpPr>
          <p:nvPr/>
        </p:nvSpPr>
        <p:spPr>
          <a:xfrm>
            <a:off x="539992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F1_main_prauc_2344">
            <a:extLst>
              <a:ext uri="{FF2B5EF4-FFF2-40B4-BE49-F238E27FC236}">
                <a16:creationId xmlns:a16="http://schemas.microsoft.com/office/drawing/2014/main" id="{CF8D15FF-0B4B-43A7-8AA5-293EE6946831}"/>
              </a:ext>
            </a:extLst>
          </p:cNvPr>
          <p:cNvSpPr>
            <a:spLocks noGrp="1"/>
          </p:cNvSpPr>
          <p:nvPr/>
        </p:nvSpPr>
        <p:spPr>
          <a:xfrm>
            <a:off x="532580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F1_main_prauc_2345">
            <a:extLst>
              <a:ext uri="{FF2B5EF4-FFF2-40B4-BE49-F238E27FC236}">
                <a16:creationId xmlns:a16="http://schemas.microsoft.com/office/drawing/2014/main" id="{67C8EB6D-8E95-4DE8-A9A8-ABA2B1740561}"/>
              </a:ext>
            </a:extLst>
          </p:cNvPr>
          <p:cNvSpPr>
            <a:spLocks noGrp="1"/>
          </p:cNvSpPr>
          <p:nvPr/>
        </p:nvSpPr>
        <p:spPr>
          <a:xfrm>
            <a:off x="534395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F1_main_prauc_2346">
            <a:extLst>
              <a:ext uri="{FF2B5EF4-FFF2-40B4-BE49-F238E27FC236}">
                <a16:creationId xmlns:a16="http://schemas.microsoft.com/office/drawing/2014/main" id="{CC95B06F-EC3C-495E-B2C2-2AF6D1D07E00}"/>
              </a:ext>
            </a:extLst>
          </p:cNvPr>
          <p:cNvSpPr>
            <a:spLocks noGrp="1"/>
          </p:cNvSpPr>
          <p:nvPr/>
        </p:nvSpPr>
        <p:spPr>
          <a:xfrm>
            <a:off x="5443441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F1_main_prauc_2347">
            <a:extLst>
              <a:ext uri="{FF2B5EF4-FFF2-40B4-BE49-F238E27FC236}">
                <a16:creationId xmlns:a16="http://schemas.microsoft.com/office/drawing/2014/main" id="{CC224321-5018-47EA-B49C-98418C1E9305}"/>
              </a:ext>
            </a:extLst>
          </p:cNvPr>
          <p:cNvSpPr>
            <a:spLocks noGrp="1"/>
          </p:cNvSpPr>
          <p:nvPr/>
        </p:nvSpPr>
        <p:spPr>
          <a:xfrm>
            <a:off x="52977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F1_main_prauc_2348">
            <a:extLst>
              <a:ext uri="{FF2B5EF4-FFF2-40B4-BE49-F238E27FC236}">
                <a16:creationId xmlns:a16="http://schemas.microsoft.com/office/drawing/2014/main" id="{FFAE8268-6238-4366-9F07-F51B41A8A36E}"/>
              </a:ext>
            </a:extLst>
          </p:cNvPr>
          <p:cNvSpPr>
            <a:spLocks noGrp="1"/>
          </p:cNvSpPr>
          <p:nvPr/>
        </p:nvSpPr>
        <p:spPr>
          <a:xfrm>
            <a:off x="540821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F1_main_prauc_2349">
            <a:extLst>
              <a:ext uri="{FF2B5EF4-FFF2-40B4-BE49-F238E27FC236}">
                <a16:creationId xmlns:a16="http://schemas.microsoft.com/office/drawing/2014/main" id="{BF3C2CFA-1DFE-4344-A925-18AE41387EC9}"/>
              </a:ext>
            </a:extLst>
          </p:cNvPr>
          <p:cNvSpPr>
            <a:spLocks noGrp="1"/>
          </p:cNvSpPr>
          <p:nvPr/>
        </p:nvSpPr>
        <p:spPr>
          <a:xfrm>
            <a:off x="5281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F1_main_prauc_2350">
            <a:extLst>
              <a:ext uri="{FF2B5EF4-FFF2-40B4-BE49-F238E27FC236}">
                <a16:creationId xmlns:a16="http://schemas.microsoft.com/office/drawing/2014/main" id="{B450963C-3E8D-4A01-ADC5-1C4D0ED22DA0}"/>
              </a:ext>
            </a:extLst>
          </p:cNvPr>
          <p:cNvSpPr>
            <a:spLocks noGrp="1"/>
          </p:cNvSpPr>
          <p:nvPr/>
        </p:nvSpPr>
        <p:spPr>
          <a:xfrm>
            <a:off x="55134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F1_main_prauc_2351">
            <a:extLst>
              <a:ext uri="{FF2B5EF4-FFF2-40B4-BE49-F238E27FC236}">
                <a16:creationId xmlns:a16="http://schemas.microsoft.com/office/drawing/2014/main" id="{041D38A7-3F36-4079-A1FE-A1972FD005C2}"/>
              </a:ext>
            </a:extLst>
          </p:cNvPr>
          <p:cNvSpPr>
            <a:spLocks noGrp="1"/>
          </p:cNvSpPr>
          <p:nvPr/>
        </p:nvSpPr>
        <p:spPr>
          <a:xfrm>
            <a:off x="53475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F1_main_prauc_2352">
            <a:extLst>
              <a:ext uri="{FF2B5EF4-FFF2-40B4-BE49-F238E27FC236}">
                <a16:creationId xmlns:a16="http://schemas.microsoft.com/office/drawing/2014/main" id="{80DA4DBD-A54C-4A6D-9759-C5E87EC6FD96}"/>
              </a:ext>
            </a:extLst>
          </p:cNvPr>
          <p:cNvSpPr>
            <a:spLocks noGrp="1"/>
          </p:cNvSpPr>
          <p:nvPr/>
        </p:nvSpPr>
        <p:spPr>
          <a:xfrm>
            <a:off x="5334930" y="54267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F1_main_prauc_2353">
            <a:extLst>
              <a:ext uri="{FF2B5EF4-FFF2-40B4-BE49-F238E27FC236}">
                <a16:creationId xmlns:a16="http://schemas.microsoft.com/office/drawing/2014/main" id="{12B1CEBB-16F8-4B9C-BBDC-9D547B5B5B62}"/>
              </a:ext>
            </a:extLst>
          </p:cNvPr>
          <p:cNvSpPr>
            <a:spLocks noGrp="1"/>
          </p:cNvSpPr>
          <p:nvPr/>
        </p:nvSpPr>
        <p:spPr>
          <a:xfrm>
            <a:off x="53875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F1_main_prauc_2354">
            <a:extLst>
              <a:ext uri="{FF2B5EF4-FFF2-40B4-BE49-F238E27FC236}">
                <a16:creationId xmlns:a16="http://schemas.microsoft.com/office/drawing/2014/main" id="{80A401D2-4BA3-4027-8A60-4D0F31CBDDA3}"/>
              </a:ext>
            </a:extLst>
          </p:cNvPr>
          <p:cNvSpPr>
            <a:spLocks noGrp="1"/>
          </p:cNvSpPr>
          <p:nvPr/>
        </p:nvSpPr>
        <p:spPr>
          <a:xfrm>
            <a:off x="5321904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F1_main_prauc_2355">
            <a:extLst>
              <a:ext uri="{FF2B5EF4-FFF2-40B4-BE49-F238E27FC236}">
                <a16:creationId xmlns:a16="http://schemas.microsoft.com/office/drawing/2014/main" id="{135C9B66-56F1-4E4F-AF9B-68F4C5A440B2}"/>
              </a:ext>
            </a:extLst>
          </p:cNvPr>
          <p:cNvSpPr>
            <a:spLocks noGrp="1"/>
          </p:cNvSpPr>
          <p:nvPr/>
        </p:nvSpPr>
        <p:spPr>
          <a:xfrm>
            <a:off x="5477142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F1_main_prauc_2356">
            <a:extLst>
              <a:ext uri="{FF2B5EF4-FFF2-40B4-BE49-F238E27FC236}">
                <a16:creationId xmlns:a16="http://schemas.microsoft.com/office/drawing/2014/main" id="{052BDEA2-3410-428F-8677-BE8606392EC7}"/>
              </a:ext>
            </a:extLst>
          </p:cNvPr>
          <p:cNvSpPr>
            <a:spLocks noGrp="1"/>
          </p:cNvSpPr>
          <p:nvPr/>
        </p:nvSpPr>
        <p:spPr>
          <a:xfrm>
            <a:off x="5288810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F1_main_prauc_2357">
            <a:extLst>
              <a:ext uri="{FF2B5EF4-FFF2-40B4-BE49-F238E27FC236}">
                <a16:creationId xmlns:a16="http://schemas.microsoft.com/office/drawing/2014/main" id="{047A5269-EE60-4748-8774-6518669559CF}"/>
              </a:ext>
            </a:extLst>
          </p:cNvPr>
          <p:cNvSpPr>
            <a:spLocks noGrp="1"/>
          </p:cNvSpPr>
          <p:nvPr/>
        </p:nvSpPr>
        <p:spPr>
          <a:xfrm>
            <a:off x="5289788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F1_main_prauc_2358">
            <a:extLst>
              <a:ext uri="{FF2B5EF4-FFF2-40B4-BE49-F238E27FC236}">
                <a16:creationId xmlns:a16="http://schemas.microsoft.com/office/drawing/2014/main" id="{D0BA9F26-CA0A-4B70-A955-EBA5758BF628}"/>
              </a:ext>
            </a:extLst>
          </p:cNvPr>
          <p:cNvSpPr>
            <a:spLocks noGrp="1"/>
          </p:cNvSpPr>
          <p:nvPr/>
        </p:nvSpPr>
        <p:spPr>
          <a:xfrm>
            <a:off x="550438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F1_main_prauc_2359">
            <a:extLst>
              <a:ext uri="{FF2B5EF4-FFF2-40B4-BE49-F238E27FC236}">
                <a16:creationId xmlns:a16="http://schemas.microsoft.com/office/drawing/2014/main" id="{17E89F65-C591-4F60-A85A-BAA565195BED}"/>
              </a:ext>
            </a:extLst>
          </p:cNvPr>
          <p:cNvSpPr>
            <a:spLocks noGrp="1"/>
          </p:cNvSpPr>
          <p:nvPr/>
        </p:nvSpPr>
        <p:spPr>
          <a:xfrm>
            <a:off x="53145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F1_main_prauc_2360">
            <a:extLst>
              <a:ext uri="{FF2B5EF4-FFF2-40B4-BE49-F238E27FC236}">
                <a16:creationId xmlns:a16="http://schemas.microsoft.com/office/drawing/2014/main" id="{2B9F2D3B-C3FA-4B3B-ADB8-7493DB983100}"/>
              </a:ext>
            </a:extLst>
          </p:cNvPr>
          <p:cNvSpPr>
            <a:spLocks noGrp="1"/>
          </p:cNvSpPr>
          <p:nvPr/>
        </p:nvSpPr>
        <p:spPr>
          <a:xfrm>
            <a:off x="545378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F1_main_prauc_2361">
            <a:extLst>
              <a:ext uri="{FF2B5EF4-FFF2-40B4-BE49-F238E27FC236}">
                <a16:creationId xmlns:a16="http://schemas.microsoft.com/office/drawing/2014/main" id="{3A87CCC0-CE54-45D7-82C2-7A4DB15422D9}"/>
              </a:ext>
            </a:extLst>
          </p:cNvPr>
          <p:cNvSpPr>
            <a:spLocks noGrp="1"/>
          </p:cNvSpPr>
          <p:nvPr/>
        </p:nvSpPr>
        <p:spPr>
          <a:xfrm>
            <a:off x="5530148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F1_main_prauc_2362">
            <a:extLst>
              <a:ext uri="{FF2B5EF4-FFF2-40B4-BE49-F238E27FC236}">
                <a16:creationId xmlns:a16="http://schemas.microsoft.com/office/drawing/2014/main" id="{9F0BB2B2-ADFD-4BA7-82EB-7AB525F660E2}"/>
              </a:ext>
            </a:extLst>
          </p:cNvPr>
          <p:cNvSpPr>
            <a:spLocks noGrp="1"/>
          </p:cNvSpPr>
          <p:nvPr/>
        </p:nvSpPr>
        <p:spPr>
          <a:xfrm>
            <a:off x="53483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F1_main_prauc_2363">
            <a:extLst>
              <a:ext uri="{FF2B5EF4-FFF2-40B4-BE49-F238E27FC236}">
                <a16:creationId xmlns:a16="http://schemas.microsoft.com/office/drawing/2014/main" id="{E37744E6-5A32-4542-BC7B-3147D1DDFED8}"/>
              </a:ext>
            </a:extLst>
          </p:cNvPr>
          <p:cNvSpPr>
            <a:spLocks noGrp="1"/>
          </p:cNvSpPr>
          <p:nvPr/>
        </p:nvSpPr>
        <p:spPr>
          <a:xfrm>
            <a:off x="52942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F1_main_prauc_2364">
            <a:extLst>
              <a:ext uri="{FF2B5EF4-FFF2-40B4-BE49-F238E27FC236}">
                <a16:creationId xmlns:a16="http://schemas.microsoft.com/office/drawing/2014/main" id="{DA87947B-E50F-4729-8E67-D07889187195}"/>
              </a:ext>
            </a:extLst>
          </p:cNvPr>
          <p:cNvSpPr>
            <a:spLocks noGrp="1"/>
          </p:cNvSpPr>
          <p:nvPr/>
        </p:nvSpPr>
        <p:spPr>
          <a:xfrm>
            <a:off x="55300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F1_main_prauc_2365">
            <a:extLst>
              <a:ext uri="{FF2B5EF4-FFF2-40B4-BE49-F238E27FC236}">
                <a16:creationId xmlns:a16="http://schemas.microsoft.com/office/drawing/2014/main" id="{BEF76FB3-16E5-4AE1-9FFF-536F791938DC}"/>
              </a:ext>
            </a:extLst>
          </p:cNvPr>
          <p:cNvSpPr>
            <a:spLocks noGrp="1"/>
          </p:cNvSpPr>
          <p:nvPr/>
        </p:nvSpPr>
        <p:spPr>
          <a:xfrm>
            <a:off x="5401894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F1_main_prauc_2366">
            <a:extLst>
              <a:ext uri="{FF2B5EF4-FFF2-40B4-BE49-F238E27FC236}">
                <a16:creationId xmlns:a16="http://schemas.microsoft.com/office/drawing/2014/main" id="{09C00FE3-5A1A-4673-95ED-C6D0383A9E47}"/>
              </a:ext>
            </a:extLst>
          </p:cNvPr>
          <p:cNvSpPr>
            <a:spLocks noGrp="1"/>
          </p:cNvSpPr>
          <p:nvPr/>
        </p:nvSpPr>
        <p:spPr>
          <a:xfrm>
            <a:off x="5355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F1_main_prauc_2367">
            <a:extLst>
              <a:ext uri="{FF2B5EF4-FFF2-40B4-BE49-F238E27FC236}">
                <a16:creationId xmlns:a16="http://schemas.microsoft.com/office/drawing/2014/main" id="{8CA0F82A-FB84-48F8-BB4A-5A0A968FB70F}"/>
              </a:ext>
            </a:extLst>
          </p:cNvPr>
          <p:cNvSpPr>
            <a:spLocks noGrp="1"/>
          </p:cNvSpPr>
          <p:nvPr/>
        </p:nvSpPr>
        <p:spPr>
          <a:xfrm>
            <a:off x="5406643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F1_main_prauc_2368">
            <a:extLst>
              <a:ext uri="{FF2B5EF4-FFF2-40B4-BE49-F238E27FC236}">
                <a16:creationId xmlns:a16="http://schemas.microsoft.com/office/drawing/2014/main" id="{98ACA4CF-6925-44E9-AB7F-246E0CD3BDF0}"/>
              </a:ext>
            </a:extLst>
          </p:cNvPr>
          <p:cNvSpPr>
            <a:spLocks noGrp="1"/>
          </p:cNvSpPr>
          <p:nvPr/>
        </p:nvSpPr>
        <p:spPr>
          <a:xfrm>
            <a:off x="547844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F1_main_prauc_2369">
            <a:extLst>
              <a:ext uri="{FF2B5EF4-FFF2-40B4-BE49-F238E27FC236}">
                <a16:creationId xmlns:a16="http://schemas.microsoft.com/office/drawing/2014/main" id="{45D95CD9-B65E-4E9B-A689-CE768AB7A8ED}"/>
              </a:ext>
            </a:extLst>
          </p:cNvPr>
          <p:cNvSpPr>
            <a:spLocks noGrp="1"/>
          </p:cNvSpPr>
          <p:nvPr/>
        </p:nvSpPr>
        <p:spPr>
          <a:xfrm>
            <a:off x="53713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F1_main_prauc_2370">
            <a:extLst>
              <a:ext uri="{FF2B5EF4-FFF2-40B4-BE49-F238E27FC236}">
                <a16:creationId xmlns:a16="http://schemas.microsoft.com/office/drawing/2014/main" id="{9040214B-5524-4D6C-94B6-647325E79384}"/>
              </a:ext>
            </a:extLst>
          </p:cNvPr>
          <p:cNvSpPr>
            <a:spLocks noGrp="1"/>
          </p:cNvSpPr>
          <p:nvPr/>
        </p:nvSpPr>
        <p:spPr>
          <a:xfrm>
            <a:off x="5289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F1_main_prauc_2371">
            <a:extLst>
              <a:ext uri="{FF2B5EF4-FFF2-40B4-BE49-F238E27FC236}">
                <a16:creationId xmlns:a16="http://schemas.microsoft.com/office/drawing/2014/main" id="{E986DE73-C152-44CB-A788-7717C3189D44}"/>
              </a:ext>
            </a:extLst>
          </p:cNvPr>
          <p:cNvSpPr>
            <a:spLocks noGrp="1"/>
          </p:cNvSpPr>
          <p:nvPr/>
        </p:nvSpPr>
        <p:spPr>
          <a:xfrm>
            <a:off x="54872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F1_main_prauc_2372">
            <a:extLst>
              <a:ext uri="{FF2B5EF4-FFF2-40B4-BE49-F238E27FC236}">
                <a16:creationId xmlns:a16="http://schemas.microsoft.com/office/drawing/2014/main" id="{12C16D32-3D02-4890-8134-8BF66DBC3895}"/>
              </a:ext>
            </a:extLst>
          </p:cNvPr>
          <p:cNvSpPr>
            <a:spLocks noGrp="1"/>
          </p:cNvSpPr>
          <p:nvPr/>
        </p:nvSpPr>
        <p:spPr>
          <a:xfrm>
            <a:off x="54064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F1_main_prauc_2373">
            <a:extLst>
              <a:ext uri="{FF2B5EF4-FFF2-40B4-BE49-F238E27FC236}">
                <a16:creationId xmlns:a16="http://schemas.microsoft.com/office/drawing/2014/main" id="{B3511675-AEE5-4E04-9C59-FF268146B186}"/>
              </a:ext>
            </a:extLst>
          </p:cNvPr>
          <p:cNvSpPr>
            <a:spLocks noGrp="1"/>
          </p:cNvSpPr>
          <p:nvPr/>
        </p:nvSpPr>
        <p:spPr>
          <a:xfrm>
            <a:off x="5474198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F1_main_prauc_2374">
            <a:extLst>
              <a:ext uri="{FF2B5EF4-FFF2-40B4-BE49-F238E27FC236}">
                <a16:creationId xmlns:a16="http://schemas.microsoft.com/office/drawing/2014/main" id="{108869E1-AD09-4653-A705-E05900081FF2}"/>
              </a:ext>
            </a:extLst>
          </p:cNvPr>
          <p:cNvSpPr>
            <a:spLocks noGrp="1"/>
          </p:cNvSpPr>
          <p:nvPr/>
        </p:nvSpPr>
        <p:spPr>
          <a:xfrm>
            <a:off x="5439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F1_main_prauc_2375">
            <a:extLst>
              <a:ext uri="{FF2B5EF4-FFF2-40B4-BE49-F238E27FC236}">
                <a16:creationId xmlns:a16="http://schemas.microsoft.com/office/drawing/2014/main" id="{88A66EE0-BF11-4E20-B4C3-9CA366B591B7}"/>
              </a:ext>
            </a:extLst>
          </p:cNvPr>
          <p:cNvSpPr>
            <a:spLocks noGrp="1"/>
          </p:cNvSpPr>
          <p:nvPr/>
        </p:nvSpPr>
        <p:spPr>
          <a:xfrm>
            <a:off x="549947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F1_main_prauc_2376">
            <a:extLst>
              <a:ext uri="{FF2B5EF4-FFF2-40B4-BE49-F238E27FC236}">
                <a16:creationId xmlns:a16="http://schemas.microsoft.com/office/drawing/2014/main" id="{89C835BE-394A-44AC-A44C-848E21588469}"/>
              </a:ext>
            </a:extLst>
          </p:cNvPr>
          <p:cNvSpPr>
            <a:spLocks noGrp="1"/>
          </p:cNvSpPr>
          <p:nvPr/>
        </p:nvSpPr>
        <p:spPr>
          <a:xfrm>
            <a:off x="5315679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F1_main_prauc_2377">
            <a:extLst>
              <a:ext uri="{FF2B5EF4-FFF2-40B4-BE49-F238E27FC236}">
                <a16:creationId xmlns:a16="http://schemas.microsoft.com/office/drawing/2014/main" id="{D8F4E849-8ADC-409F-8162-B9AA3D7CC94D}"/>
              </a:ext>
            </a:extLst>
          </p:cNvPr>
          <p:cNvSpPr>
            <a:spLocks noGrp="1"/>
          </p:cNvSpPr>
          <p:nvPr/>
        </p:nvSpPr>
        <p:spPr>
          <a:xfrm>
            <a:off x="5316353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F1_main_prauc_2378">
            <a:extLst>
              <a:ext uri="{FF2B5EF4-FFF2-40B4-BE49-F238E27FC236}">
                <a16:creationId xmlns:a16="http://schemas.microsoft.com/office/drawing/2014/main" id="{3C0FD3BE-1E18-4BDB-9719-AF1B5D3FF648}"/>
              </a:ext>
            </a:extLst>
          </p:cNvPr>
          <p:cNvSpPr>
            <a:spLocks noGrp="1"/>
          </p:cNvSpPr>
          <p:nvPr/>
        </p:nvSpPr>
        <p:spPr>
          <a:xfrm>
            <a:off x="541798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F1_main_prauc_2379">
            <a:extLst>
              <a:ext uri="{FF2B5EF4-FFF2-40B4-BE49-F238E27FC236}">
                <a16:creationId xmlns:a16="http://schemas.microsoft.com/office/drawing/2014/main" id="{E0DD3E8F-5C33-4054-92C7-AF75EC1F678E}"/>
              </a:ext>
            </a:extLst>
          </p:cNvPr>
          <p:cNvSpPr>
            <a:spLocks noGrp="1"/>
          </p:cNvSpPr>
          <p:nvPr/>
        </p:nvSpPr>
        <p:spPr>
          <a:xfrm>
            <a:off x="5294885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F1_main_prauc_2380">
            <a:extLst>
              <a:ext uri="{FF2B5EF4-FFF2-40B4-BE49-F238E27FC236}">
                <a16:creationId xmlns:a16="http://schemas.microsoft.com/office/drawing/2014/main" id="{3EF52CD2-F7A3-4951-90AF-8EC675366A73}"/>
              </a:ext>
            </a:extLst>
          </p:cNvPr>
          <p:cNvSpPr>
            <a:spLocks noGrp="1"/>
          </p:cNvSpPr>
          <p:nvPr/>
        </p:nvSpPr>
        <p:spPr>
          <a:xfrm>
            <a:off x="5421546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F1_main_prauc_2381">
            <a:extLst>
              <a:ext uri="{FF2B5EF4-FFF2-40B4-BE49-F238E27FC236}">
                <a16:creationId xmlns:a16="http://schemas.microsoft.com/office/drawing/2014/main" id="{2229F841-4A41-4F18-8EC2-F196088DF5C4}"/>
              </a:ext>
            </a:extLst>
          </p:cNvPr>
          <p:cNvSpPr>
            <a:spLocks noGrp="1"/>
          </p:cNvSpPr>
          <p:nvPr/>
        </p:nvSpPr>
        <p:spPr>
          <a:xfrm>
            <a:off x="54989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F1_main_prauc_2382">
            <a:extLst>
              <a:ext uri="{FF2B5EF4-FFF2-40B4-BE49-F238E27FC236}">
                <a16:creationId xmlns:a16="http://schemas.microsoft.com/office/drawing/2014/main" id="{E582BD71-CB0C-493B-9E00-99D580003174}"/>
              </a:ext>
            </a:extLst>
          </p:cNvPr>
          <p:cNvSpPr>
            <a:spLocks noGrp="1"/>
          </p:cNvSpPr>
          <p:nvPr/>
        </p:nvSpPr>
        <p:spPr>
          <a:xfrm>
            <a:off x="539474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F1_main_prauc_2383">
            <a:extLst>
              <a:ext uri="{FF2B5EF4-FFF2-40B4-BE49-F238E27FC236}">
                <a16:creationId xmlns:a16="http://schemas.microsoft.com/office/drawing/2014/main" id="{DE757301-3B51-4E21-A2CF-E6DB2429C3A0}"/>
              </a:ext>
            </a:extLst>
          </p:cNvPr>
          <p:cNvSpPr>
            <a:spLocks noGrp="1"/>
          </p:cNvSpPr>
          <p:nvPr/>
        </p:nvSpPr>
        <p:spPr>
          <a:xfrm>
            <a:off x="54940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F1_main_prauc_2384">
            <a:extLst>
              <a:ext uri="{FF2B5EF4-FFF2-40B4-BE49-F238E27FC236}">
                <a16:creationId xmlns:a16="http://schemas.microsoft.com/office/drawing/2014/main" id="{4CEBA9B3-91AC-4E2E-AEEC-36931804079F}"/>
              </a:ext>
            </a:extLst>
          </p:cNvPr>
          <p:cNvSpPr>
            <a:spLocks noGrp="1"/>
          </p:cNvSpPr>
          <p:nvPr/>
        </p:nvSpPr>
        <p:spPr>
          <a:xfrm>
            <a:off x="5288469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F1_main_prauc_2385">
            <a:extLst>
              <a:ext uri="{FF2B5EF4-FFF2-40B4-BE49-F238E27FC236}">
                <a16:creationId xmlns:a16="http://schemas.microsoft.com/office/drawing/2014/main" id="{4C1FA493-02E7-4C38-8E11-1F534FA69D26}"/>
              </a:ext>
            </a:extLst>
          </p:cNvPr>
          <p:cNvSpPr>
            <a:spLocks noGrp="1"/>
          </p:cNvSpPr>
          <p:nvPr/>
        </p:nvSpPr>
        <p:spPr>
          <a:xfrm>
            <a:off x="52976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F1_main_prauc_2386">
            <a:extLst>
              <a:ext uri="{FF2B5EF4-FFF2-40B4-BE49-F238E27FC236}">
                <a16:creationId xmlns:a16="http://schemas.microsoft.com/office/drawing/2014/main" id="{6B094F01-0A4C-4B38-87BB-A371D5695D77}"/>
              </a:ext>
            </a:extLst>
          </p:cNvPr>
          <p:cNvSpPr>
            <a:spLocks noGrp="1"/>
          </p:cNvSpPr>
          <p:nvPr/>
        </p:nvSpPr>
        <p:spPr>
          <a:xfrm>
            <a:off x="5438567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F1_main_prauc_2387">
            <a:extLst>
              <a:ext uri="{FF2B5EF4-FFF2-40B4-BE49-F238E27FC236}">
                <a16:creationId xmlns:a16="http://schemas.microsoft.com/office/drawing/2014/main" id="{B273AD6D-6D8F-452C-8D6E-A5F9E0297336}"/>
              </a:ext>
            </a:extLst>
          </p:cNvPr>
          <p:cNvSpPr>
            <a:spLocks noGrp="1"/>
          </p:cNvSpPr>
          <p:nvPr/>
        </p:nvSpPr>
        <p:spPr>
          <a:xfrm>
            <a:off x="68897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F1_main_prauc_2388">
            <a:extLst>
              <a:ext uri="{FF2B5EF4-FFF2-40B4-BE49-F238E27FC236}">
                <a16:creationId xmlns:a16="http://schemas.microsoft.com/office/drawing/2014/main" id="{2DAFC132-60E8-4D0A-A722-18BFC93C48FD}"/>
              </a:ext>
            </a:extLst>
          </p:cNvPr>
          <p:cNvSpPr>
            <a:spLocks noGrp="1"/>
          </p:cNvSpPr>
          <p:nvPr/>
        </p:nvSpPr>
        <p:spPr>
          <a:xfrm>
            <a:off x="6883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F1_main_prauc_2389">
            <a:extLst>
              <a:ext uri="{FF2B5EF4-FFF2-40B4-BE49-F238E27FC236}">
                <a16:creationId xmlns:a16="http://schemas.microsoft.com/office/drawing/2014/main" id="{B5B37A93-6AEA-4747-9908-4F294F6C72A6}"/>
              </a:ext>
            </a:extLst>
          </p:cNvPr>
          <p:cNvSpPr>
            <a:spLocks noGrp="1"/>
          </p:cNvSpPr>
          <p:nvPr/>
        </p:nvSpPr>
        <p:spPr>
          <a:xfrm>
            <a:off x="69681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F1_main_prauc_2390">
            <a:extLst>
              <a:ext uri="{FF2B5EF4-FFF2-40B4-BE49-F238E27FC236}">
                <a16:creationId xmlns:a16="http://schemas.microsoft.com/office/drawing/2014/main" id="{906A0B2C-96E4-47AB-BDB5-F067B0541872}"/>
              </a:ext>
            </a:extLst>
          </p:cNvPr>
          <p:cNvSpPr>
            <a:spLocks noGrp="1"/>
          </p:cNvSpPr>
          <p:nvPr/>
        </p:nvSpPr>
        <p:spPr>
          <a:xfrm>
            <a:off x="70631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F1_main_prauc_2391">
            <a:extLst>
              <a:ext uri="{FF2B5EF4-FFF2-40B4-BE49-F238E27FC236}">
                <a16:creationId xmlns:a16="http://schemas.microsoft.com/office/drawing/2014/main" id="{8C0CB322-71D9-4CC2-BF99-ADEEDC0DC145}"/>
              </a:ext>
            </a:extLst>
          </p:cNvPr>
          <p:cNvSpPr>
            <a:spLocks noGrp="1"/>
          </p:cNvSpPr>
          <p:nvPr/>
        </p:nvSpPr>
        <p:spPr>
          <a:xfrm>
            <a:off x="7095122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F1_main_prauc_2392">
            <a:extLst>
              <a:ext uri="{FF2B5EF4-FFF2-40B4-BE49-F238E27FC236}">
                <a16:creationId xmlns:a16="http://schemas.microsoft.com/office/drawing/2014/main" id="{BE60DC22-D5C8-40C8-88B0-5E766A8CE25A}"/>
              </a:ext>
            </a:extLst>
          </p:cNvPr>
          <p:cNvSpPr>
            <a:spLocks noGrp="1"/>
          </p:cNvSpPr>
          <p:nvPr/>
        </p:nvSpPr>
        <p:spPr>
          <a:xfrm>
            <a:off x="69521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F1_main_prauc_2393">
            <a:extLst>
              <a:ext uri="{FF2B5EF4-FFF2-40B4-BE49-F238E27FC236}">
                <a16:creationId xmlns:a16="http://schemas.microsoft.com/office/drawing/2014/main" id="{01D1C1C6-C718-449F-AF4C-F8B7AB039D56}"/>
              </a:ext>
            </a:extLst>
          </p:cNvPr>
          <p:cNvSpPr>
            <a:spLocks noGrp="1"/>
          </p:cNvSpPr>
          <p:nvPr/>
        </p:nvSpPr>
        <p:spPr>
          <a:xfrm>
            <a:off x="69818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F1_main_prauc_2394">
            <a:extLst>
              <a:ext uri="{FF2B5EF4-FFF2-40B4-BE49-F238E27FC236}">
                <a16:creationId xmlns:a16="http://schemas.microsoft.com/office/drawing/2014/main" id="{46CE7385-97EF-4928-833C-F39E2D5AFF41}"/>
              </a:ext>
            </a:extLst>
          </p:cNvPr>
          <p:cNvSpPr>
            <a:spLocks noGrp="1"/>
          </p:cNvSpPr>
          <p:nvPr/>
        </p:nvSpPr>
        <p:spPr>
          <a:xfrm>
            <a:off x="688454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F1_main_prauc_2395">
            <a:extLst>
              <a:ext uri="{FF2B5EF4-FFF2-40B4-BE49-F238E27FC236}">
                <a16:creationId xmlns:a16="http://schemas.microsoft.com/office/drawing/2014/main" id="{EDFD159F-38F0-4984-8019-8FD319E291D7}"/>
              </a:ext>
            </a:extLst>
          </p:cNvPr>
          <p:cNvSpPr>
            <a:spLocks noGrp="1"/>
          </p:cNvSpPr>
          <p:nvPr/>
        </p:nvSpPr>
        <p:spPr>
          <a:xfrm>
            <a:off x="69486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F1_main_prauc_2396">
            <a:extLst>
              <a:ext uri="{FF2B5EF4-FFF2-40B4-BE49-F238E27FC236}">
                <a16:creationId xmlns:a16="http://schemas.microsoft.com/office/drawing/2014/main" id="{B7B855F7-07B7-4ABB-B408-4FC5945E5FDC}"/>
              </a:ext>
            </a:extLst>
          </p:cNvPr>
          <p:cNvSpPr>
            <a:spLocks noGrp="1"/>
          </p:cNvSpPr>
          <p:nvPr/>
        </p:nvSpPr>
        <p:spPr>
          <a:xfrm>
            <a:off x="702760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F1_main_prauc_2397">
            <a:extLst>
              <a:ext uri="{FF2B5EF4-FFF2-40B4-BE49-F238E27FC236}">
                <a16:creationId xmlns:a16="http://schemas.microsoft.com/office/drawing/2014/main" id="{14E0E94C-55CD-48B6-B4FE-C7910A54A09E}"/>
              </a:ext>
            </a:extLst>
          </p:cNvPr>
          <p:cNvSpPr>
            <a:spLocks noGrp="1"/>
          </p:cNvSpPr>
          <p:nvPr/>
        </p:nvSpPr>
        <p:spPr>
          <a:xfrm>
            <a:off x="7038274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F1_main_prauc_2398">
            <a:extLst>
              <a:ext uri="{FF2B5EF4-FFF2-40B4-BE49-F238E27FC236}">
                <a16:creationId xmlns:a16="http://schemas.microsoft.com/office/drawing/2014/main" id="{A15DF2F8-6BF5-4F0A-9A5B-9CFC7E7C4802}"/>
              </a:ext>
            </a:extLst>
          </p:cNvPr>
          <p:cNvSpPr>
            <a:spLocks noGrp="1"/>
          </p:cNvSpPr>
          <p:nvPr/>
        </p:nvSpPr>
        <p:spPr>
          <a:xfrm>
            <a:off x="6970130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F1_main_prauc_2399">
            <a:extLst>
              <a:ext uri="{FF2B5EF4-FFF2-40B4-BE49-F238E27FC236}">
                <a16:creationId xmlns:a16="http://schemas.microsoft.com/office/drawing/2014/main" id="{B013716F-3A8F-4519-A12A-FC9B84462D53}"/>
              </a:ext>
            </a:extLst>
          </p:cNvPr>
          <p:cNvSpPr>
            <a:spLocks noGrp="1"/>
          </p:cNvSpPr>
          <p:nvPr/>
        </p:nvSpPr>
        <p:spPr>
          <a:xfrm>
            <a:off x="685390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F1_main_prauc_2400">
            <a:extLst>
              <a:ext uri="{FF2B5EF4-FFF2-40B4-BE49-F238E27FC236}">
                <a16:creationId xmlns:a16="http://schemas.microsoft.com/office/drawing/2014/main" id="{08426A10-3CE6-498B-BA7D-23A7A8D8B4CC}"/>
              </a:ext>
            </a:extLst>
          </p:cNvPr>
          <p:cNvSpPr>
            <a:spLocks noGrp="1"/>
          </p:cNvSpPr>
          <p:nvPr/>
        </p:nvSpPr>
        <p:spPr>
          <a:xfrm>
            <a:off x="68786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F1_main_prauc_2401">
            <a:extLst>
              <a:ext uri="{FF2B5EF4-FFF2-40B4-BE49-F238E27FC236}">
                <a16:creationId xmlns:a16="http://schemas.microsoft.com/office/drawing/2014/main" id="{58129B4E-5D03-4DA9-9716-A238394D4191}"/>
              </a:ext>
            </a:extLst>
          </p:cNvPr>
          <p:cNvSpPr>
            <a:spLocks noGrp="1"/>
          </p:cNvSpPr>
          <p:nvPr/>
        </p:nvSpPr>
        <p:spPr>
          <a:xfrm>
            <a:off x="69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F1_main_prauc_2402">
            <a:extLst>
              <a:ext uri="{FF2B5EF4-FFF2-40B4-BE49-F238E27FC236}">
                <a16:creationId xmlns:a16="http://schemas.microsoft.com/office/drawing/2014/main" id="{12013785-4059-4161-8B56-6418B68EC339}"/>
              </a:ext>
            </a:extLst>
          </p:cNvPr>
          <p:cNvSpPr>
            <a:spLocks noGrp="1"/>
          </p:cNvSpPr>
          <p:nvPr/>
        </p:nvSpPr>
        <p:spPr>
          <a:xfrm>
            <a:off x="6933142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F1_main_prauc_2403">
            <a:extLst>
              <a:ext uri="{FF2B5EF4-FFF2-40B4-BE49-F238E27FC236}">
                <a16:creationId xmlns:a16="http://schemas.microsoft.com/office/drawing/2014/main" id="{21608A4A-34D1-42E6-B858-3AC0F15273DA}"/>
              </a:ext>
            </a:extLst>
          </p:cNvPr>
          <p:cNvSpPr>
            <a:spLocks noGrp="1"/>
          </p:cNvSpPr>
          <p:nvPr/>
        </p:nvSpPr>
        <p:spPr>
          <a:xfrm>
            <a:off x="70192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F1_main_prauc_2404">
            <a:extLst>
              <a:ext uri="{FF2B5EF4-FFF2-40B4-BE49-F238E27FC236}">
                <a16:creationId xmlns:a16="http://schemas.microsoft.com/office/drawing/2014/main" id="{55F97577-F5BD-4C7C-97EB-5F8655F16475}"/>
              </a:ext>
            </a:extLst>
          </p:cNvPr>
          <p:cNvSpPr>
            <a:spLocks noGrp="1"/>
          </p:cNvSpPr>
          <p:nvPr/>
        </p:nvSpPr>
        <p:spPr>
          <a:xfrm>
            <a:off x="6905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F1_main_prauc_2405">
            <a:extLst>
              <a:ext uri="{FF2B5EF4-FFF2-40B4-BE49-F238E27FC236}">
                <a16:creationId xmlns:a16="http://schemas.microsoft.com/office/drawing/2014/main" id="{86C9FF2D-8A54-420A-8800-C9AC5ACD3F6C}"/>
              </a:ext>
            </a:extLst>
          </p:cNvPr>
          <p:cNvSpPr>
            <a:spLocks noGrp="1"/>
          </p:cNvSpPr>
          <p:nvPr/>
        </p:nvSpPr>
        <p:spPr>
          <a:xfrm>
            <a:off x="7063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F1_main_prauc_2406">
            <a:extLst>
              <a:ext uri="{FF2B5EF4-FFF2-40B4-BE49-F238E27FC236}">
                <a16:creationId xmlns:a16="http://schemas.microsoft.com/office/drawing/2014/main" id="{B867AB8D-24F9-48BC-A2CF-8ADD091330C6}"/>
              </a:ext>
            </a:extLst>
          </p:cNvPr>
          <p:cNvSpPr>
            <a:spLocks noGrp="1"/>
          </p:cNvSpPr>
          <p:nvPr/>
        </p:nvSpPr>
        <p:spPr>
          <a:xfrm>
            <a:off x="7043375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F1_main_prauc_2407">
            <a:extLst>
              <a:ext uri="{FF2B5EF4-FFF2-40B4-BE49-F238E27FC236}">
                <a16:creationId xmlns:a16="http://schemas.microsoft.com/office/drawing/2014/main" id="{C45BC846-DB80-40F9-A6DB-ACDF6911CD23}"/>
              </a:ext>
            </a:extLst>
          </p:cNvPr>
          <p:cNvSpPr>
            <a:spLocks noGrp="1"/>
          </p:cNvSpPr>
          <p:nvPr/>
        </p:nvSpPr>
        <p:spPr>
          <a:xfrm>
            <a:off x="6895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F1_main_prauc_2408">
            <a:extLst>
              <a:ext uri="{FF2B5EF4-FFF2-40B4-BE49-F238E27FC236}">
                <a16:creationId xmlns:a16="http://schemas.microsoft.com/office/drawing/2014/main" id="{9480A575-D315-4641-8BB6-C6D416F55319}"/>
              </a:ext>
            </a:extLst>
          </p:cNvPr>
          <p:cNvSpPr>
            <a:spLocks noGrp="1"/>
          </p:cNvSpPr>
          <p:nvPr/>
        </p:nvSpPr>
        <p:spPr>
          <a:xfrm>
            <a:off x="69066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F1_main_prauc_2409">
            <a:extLst>
              <a:ext uri="{FF2B5EF4-FFF2-40B4-BE49-F238E27FC236}">
                <a16:creationId xmlns:a16="http://schemas.microsoft.com/office/drawing/2014/main" id="{C63A5665-6FE9-4B15-8F07-33738D38B98A}"/>
              </a:ext>
            </a:extLst>
          </p:cNvPr>
          <p:cNvSpPr>
            <a:spLocks noGrp="1"/>
          </p:cNvSpPr>
          <p:nvPr/>
        </p:nvSpPr>
        <p:spPr>
          <a:xfrm>
            <a:off x="6928367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F1_main_prauc_2410">
            <a:extLst>
              <a:ext uri="{FF2B5EF4-FFF2-40B4-BE49-F238E27FC236}">
                <a16:creationId xmlns:a16="http://schemas.microsoft.com/office/drawing/2014/main" id="{9E87F0AF-FD32-417D-8F0E-74EB598D49EB}"/>
              </a:ext>
            </a:extLst>
          </p:cNvPr>
          <p:cNvSpPr>
            <a:spLocks noGrp="1"/>
          </p:cNvSpPr>
          <p:nvPr/>
        </p:nvSpPr>
        <p:spPr>
          <a:xfrm>
            <a:off x="7021936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F1_main_prauc_2411">
            <a:extLst>
              <a:ext uri="{FF2B5EF4-FFF2-40B4-BE49-F238E27FC236}">
                <a16:creationId xmlns:a16="http://schemas.microsoft.com/office/drawing/2014/main" id="{46A08D41-803B-4656-9DF7-F2FB30586F7A}"/>
              </a:ext>
            </a:extLst>
          </p:cNvPr>
          <p:cNvSpPr>
            <a:spLocks noGrp="1"/>
          </p:cNvSpPr>
          <p:nvPr/>
        </p:nvSpPr>
        <p:spPr>
          <a:xfrm>
            <a:off x="70938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F1_main_prauc_2412">
            <a:extLst>
              <a:ext uri="{FF2B5EF4-FFF2-40B4-BE49-F238E27FC236}">
                <a16:creationId xmlns:a16="http://schemas.microsoft.com/office/drawing/2014/main" id="{D9D31F1F-7007-490A-BA71-024B88BA3580}"/>
              </a:ext>
            </a:extLst>
          </p:cNvPr>
          <p:cNvSpPr>
            <a:spLocks noGrp="1"/>
          </p:cNvSpPr>
          <p:nvPr/>
        </p:nvSpPr>
        <p:spPr>
          <a:xfrm>
            <a:off x="68642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F1_main_prauc_2413">
            <a:extLst>
              <a:ext uri="{FF2B5EF4-FFF2-40B4-BE49-F238E27FC236}">
                <a16:creationId xmlns:a16="http://schemas.microsoft.com/office/drawing/2014/main" id="{6831FEBB-FC4B-4A36-9ED6-3019B623E34F}"/>
              </a:ext>
            </a:extLst>
          </p:cNvPr>
          <p:cNvSpPr>
            <a:spLocks noGrp="1"/>
          </p:cNvSpPr>
          <p:nvPr/>
        </p:nvSpPr>
        <p:spPr>
          <a:xfrm>
            <a:off x="71006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F1_main_prauc_2414">
            <a:extLst>
              <a:ext uri="{FF2B5EF4-FFF2-40B4-BE49-F238E27FC236}">
                <a16:creationId xmlns:a16="http://schemas.microsoft.com/office/drawing/2014/main" id="{F45AE5C0-161B-433F-9374-73E3E06B6CD9}"/>
              </a:ext>
            </a:extLst>
          </p:cNvPr>
          <p:cNvSpPr>
            <a:spLocks noGrp="1"/>
          </p:cNvSpPr>
          <p:nvPr/>
        </p:nvSpPr>
        <p:spPr>
          <a:xfrm>
            <a:off x="71004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F1_main_prauc_2415">
            <a:extLst>
              <a:ext uri="{FF2B5EF4-FFF2-40B4-BE49-F238E27FC236}">
                <a16:creationId xmlns:a16="http://schemas.microsoft.com/office/drawing/2014/main" id="{65232FA6-0176-431A-83BC-6DA4ED489A00}"/>
              </a:ext>
            </a:extLst>
          </p:cNvPr>
          <p:cNvSpPr>
            <a:spLocks noGrp="1"/>
          </p:cNvSpPr>
          <p:nvPr/>
        </p:nvSpPr>
        <p:spPr>
          <a:xfrm>
            <a:off x="7045570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F1_main_prauc_2416">
            <a:extLst>
              <a:ext uri="{FF2B5EF4-FFF2-40B4-BE49-F238E27FC236}">
                <a16:creationId xmlns:a16="http://schemas.microsoft.com/office/drawing/2014/main" id="{1F4D97E8-B596-41DD-A46A-84BF793F0E68}"/>
              </a:ext>
            </a:extLst>
          </p:cNvPr>
          <p:cNvSpPr>
            <a:spLocks noGrp="1"/>
          </p:cNvSpPr>
          <p:nvPr/>
        </p:nvSpPr>
        <p:spPr>
          <a:xfrm>
            <a:off x="6926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F1_main_prauc_2417">
            <a:extLst>
              <a:ext uri="{FF2B5EF4-FFF2-40B4-BE49-F238E27FC236}">
                <a16:creationId xmlns:a16="http://schemas.microsoft.com/office/drawing/2014/main" id="{139CE085-DEC1-4B98-BFB8-3789A9807F4C}"/>
              </a:ext>
            </a:extLst>
          </p:cNvPr>
          <p:cNvSpPr>
            <a:spLocks noGrp="1"/>
          </p:cNvSpPr>
          <p:nvPr/>
        </p:nvSpPr>
        <p:spPr>
          <a:xfrm>
            <a:off x="68864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F1_main_prauc_2418">
            <a:extLst>
              <a:ext uri="{FF2B5EF4-FFF2-40B4-BE49-F238E27FC236}">
                <a16:creationId xmlns:a16="http://schemas.microsoft.com/office/drawing/2014/main" id="{28B092A7-73AC-4B2C-BE30-2BF18B20E162}"/>
              </a:ext>
            </a:extLst>
          </p:cNvPr>
          <p:cNvSpPr>
            <a:spLocks noGrp="1"/>
          </p:cNvSpPr>
          <p:nvPr/>
        </p:nvSpPr>
        <p:spPr>
          <a:xfrm>
            <a:off x="6916162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F1_main_prauc_2419">
            <a:extLst>
              <a:ext uri="{FF2B5EF4-FFF2-40B4-BE49-F238E27FC236}">
                <a16:creationId xmlns:a16="http://schemas.microsoft.com/office/drawing/2014/main" id="{441F2FC9-59A1-438A-848C-4F1122FEFC94}"/>
              </a:ext>
            </a:extLst>
          </p:cNvPr>
          <p:cNvSpPr>
            <a:spLocks noGrp="1"/>
          </p:cNvSpPr>
          <p:nvPr/>
        </p:nvSpPr>
        <p:spPr>
          <a:xfrm>
            <a:off x="69068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F1_main_prauc_2420">
            <a:extLst>
              <a:ext uri="{FF2B5EF4-FFF2-40B4-BE49-F238E27FC236}">
                <a16:creationId xmlns:a16="http://schemas.microsoft.com/office/drawing/2014/main" id="{58973540-B6F0-4C49-BC6B-47DD2BE7AB45}"/>
              </a:ext>
            </a:extLst>
          </p:cNvPr>
          <p:cNvSpPr>
            <a:spLocks noGrp="1"/>
          </p:cNvSpPr>
          <p:nvPr/>
        </p:nvSpPr>
        <p:spPr>
          <a:xfrm>
            <a:off x="7066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F1_main_prauc_2421">
            <a:extLst>
              <a:ext uri="{FF2B5EF4-FFF2-40B4-BE49-F238E27FC236}">
                <a16:creationId xmlns:a16="http://schemas.microsoft.com/office/drawing/2014/main" id="{96AB06C2-3FFC-4F89-9871-A5BE59DEF42B}"/>
              </a:ext>
            </a:extLst>
          </p:cNvPr>
          <p:cNvSpPr>
            <a:spLocks noGrp="1"/>
          </p:cNvSpPr>
          <p:nvPr/>
        </p:nvSpPr>
        <p:spPr>
          <a:xfrm>
            <a:off x="7085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F1_main_prauc_2422">
            <a:extLst>
              <a:ext uri="{FF2B5EF4-FFF2-40B4-BE49-F238E27FC236}">
                <a16:creationId xmlns:a16="http://schemas.microsoft.com/office/drawing/2014/main" id="{83155487-80A7-4395-9E99-CEE0BA3447C7}"/>
              </a:ext>
            </a:extLst>
          </p:cNvPr>
          <p:cNvSpPr>
            <a:spLocks noGrp="1"/>
          </p:cNvSpPr>
          <p:nvPr/>
        </p:nvSpPr>
        <p:spPr>
          <a:xfrm>
            <a:off x="68651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F1_main_prauc_2423">
            <a:extLst>
              <a:ext uri="{FF2B5EF4-FFF2-40B4-BE49-F238E27FC236}">
                <a16:creationId xmlns:a16="http://schemas.microsoft.com/office/drawing/2014/main" id="{22BF47C5-61DE-42E8-9618-7B528DC4D16B}"/>
              </a:ext>
            </a:extLst>
          </p:cNvPr>
          <p:cNvSpPr>
            <a:spLocks noGrp="1"/>
          </p:cNvSpPr>
          <p:nvPr/>
        </p:nvSpPr>
        <p:spPr>
          <a:xfrm>
            <a:off x="69966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F1_main_prauc_2424">
            <a:extLst>
              <a:ext uri="{FF2B5EF4-FFF2-40B4-BE49-F238E27FC236}">
                <a16:creationId xmlns:a16="http://schemas.microsoft.com/office/drawing/2014/main" id="{C0473DC1-67C5-46CA-B566-7205FE51C01F}"/>
              </a:ext>
            </a:extLst>
          </p:cNvPr>
          <p:cNvSpPr>
            <a:spLocks noGrp="1"/>
          </p:cNvSpPr>
          <p:nvPr/>
        </p:nvSpPr>
        <p:spPr>
          <a:xfrm>
            <a:off x="68996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F1_main_prauc_2425">
            <a:extLst>
              <a:ext uri="{FF2B5EF4-FFF2-40B4-BE49-F238E27FC236}">
                <a16:creationId xmlns:a16="http://schemas.microsoft.com/office/drawing/2014/main" id="{46042759-5027-4FE7-8092-5D41A56C0460}"/>
              </a:ext>
            </a:extLst>
          </p:cNvPr>
          <p:cNvSpPr>
            <a:spLocks noGrp="1"/>
          </p:cNvSpPr>
          <p:nvPr/>
        </p:nvSpPr>
        <p:spPr>
          <a:xfrm>
            <a:off x="6893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F1_main_prauc_2426">
            <a:extLst>
              <a:ext uri="{FF2B5EF4-FFF2-40B4-BE49-F238E27FC236}">
                <a16:creationId xmlns:a16="http://schemas.microsoft.com/office/drawing/2014/main" id="{30E84BB4-8546-4928-8E8C-36CD670DC833}"/>
              </a:ext>
            </a:extLst>
          </p:cNvPr>
          <p:cNvSpPr>
            <a:spLocks noGrp="1"/>
          </p:cNvSpPr>
          <p:nvPr/>
        </p:nvSpPr>
        <p:spPr>
          <a:xfrm>
            <a:off x="70975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F1_main_prauc_2427">
            <a:extLst>
              <a:ext uri="{FF2B5EF4-FFF2-40B4-BE49-F238E27FC236}">
                <a16:creationId xmlns:a16="http://schemas.microsoft.com/office/drawing/2014/main" id="{49EF3974-C6BB-4E23-B150-332DD6D6D206}"/>
              </a:ext>
            </a:extLst>
          </p:cNvPr>
          <p:cNvSpPr>
            <a:spLocks noGrp="1"/>
          </p:cNvSpPr>
          <p:nvPr/>
        </p:nvSpPr>
        <p:spPr>
          <a:xfrm>
            <a:off x="68783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F1_main_prauc_2428">
            <a:extLst>
              <a:ext uri="{FF2B5EF4-FFF2-40B4-BE49-F238E27FC236}">
                <a16:creationId xmlns:a16="http://schemas.microsoft.com/office/drawing/2014/main" id="{DB2CE413-ECEA-4D34-9807-F3F13905B105}"/>
              </a:ext>
            </a:extLst>
          </p:cNvPr>
          <p:cNvSpPr>
            <a:spLocks noGrp="1"/>
          </p:cNvSpPr>
          <p:nvPr/>
        </p:nvSpPr>
        <p:spPr>
          <a:xfrm>
            <a:off x="68646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F1_main_prauc_2429">
            <a:extLst>
              <a:ext uri="{FF2B5EF4-FFF2-40B4-BE49-F238E27FC236}">
                <a16:creationId xmlns:a16="http://schemas.microsoft.com/office/drawing/2014/main" id="{F9ABAC6D-5065-40C2-832D-56D31C527B1D}"/>
              </a:ext>
            </a:extLst>
          </p:cNvPr>
          <p:cNvSpPr>
            <a:spLocks noGrp="1"/>
          </p:cNvSpPr>
          <p:nvPr/>
        </p:nvSpPr>
        <p:spPr>
          <a:xfrm>
            <a:off x="68899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F1_main_prauc_2430">
            <a:extLst>
              <a:ext uri="{FF2B5EF4-FFF2-40B4-BE49-F238E27FC236}">
                <a16:creationId xmlns:a16="http://schemas.microsoft.com/office/drawing/2014/main" id="{0CD392A2-905E-4391-A78B-6D1E47E6AADF}"/>
              </a:ext>
            </a:extLst>
          </p:cNvPr>
          <p:cNvSpPr>
            <a:spLocks noGrp="1"/>
          </p:cNvSpPr>
          <p:nvPr/>
        </p:nvSpPr>
        <p:spPr>
          <a:xfrm>
            <a:off x="70311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F1_main_prauc_2431">
            <a:extLst>
              <a:ext uri="{FF2B5EF4-FFF2-40B4-BE49-F238E27FC236}">
                <a16:creationId xmlns:a16="http://schemas.microsoft.com/office/drawing/2014/main" id="{57881349-8E3D-4B4C-AD6E-3475CD5EBB03}"/>
              </a:ext>
            </a:extLst>
          </p:cNvPr>
          <p:cNvSpPr>
            <a:spLocks noGrp="1"/>
          </p:cNvSpPr>
          <p:nvPr/>
        </p:nvSpPr>
        <p:spPr>
          <a:xfrm>
            <a:off x="70163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F1_main_prauc_2432">
            <a:extLst>
              <a:ext uri="{FF2B5EF4-FFF2-40B4-BE49-F238E27FC236}">
                <a16:creationId xmlns:a16="http://schemas.microsoft.com/office/drawing/2014/main" id="{F6EC5794-23B4-430F-A3C7-E4796E5B30F9}"/>
              </a:ext>
            </a:extLst>
          </p:cNvPr>
          <p:cNvSpPr>
            <a:spLocks noGrp="1"/>
          </p:cNvSpPr>
          <p:nvPr/>
        </p:nvSpPr>
        <p:spPr>
          <a:xfrm>
            <a:off x="69478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F1_main_prauc_2433">
            <a:extLst>
              <a:ext uri="{FF2B5EF4-FFF2-40B4-BE49-F238E27FC236}">
                <a16:creationId xmlns:a16="http://schemas.microsoft.com/office/drawing/2014/main" id="{94BC9A14-8D15-44FB-8356-4BEA97ED6E3C}"/>
              </a:ext>
            </a:extLst>
          </p:cNvPr>
          <p:cNvSpPr>
            <a:spLocks noGrp="1"/>
          </p:cNvSpPr>
          <p:nvPr/>
        </p:nvSpPr>
        <p:spPr>
          <a:xfrm>
            <a:off x="6917207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F1_main_prauc_2434">
            <a:extLst>
              <a:ext uri="{FF2B5EF4-FFF2-40B4-BE49-F238E27FC236}">
                <a16:creationId xmlns:a16="http://schemas.microsoft.com/office/drawing/2014/main" id="{16498FD0-E8BA-4041-8867-594CA3F2C6EB}"/>
              </a:ext>
            </a:extLst>
          </p:cNvPr>
          <p:cNvSpPr>
            <a:spLocks noGrp="1"/>
          </p:cNvSpPr>
          <p:nvPr/>
        </p:nvSpPr>
        <p:spPr>
          <a:xfrm>
            <a:off x="6971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F1_main_prauc_2435">
            <a:extLst>
              <a:ext uri="{FF2B5EF4-FFF2-40B4-BE49-F238E27FC236}">
                <a16:creationId xmlns:a16="http://schemas.microsoft.com/office/drawing/2014/main" id="{F9A1556A-9F5C-4674-9256-B37D75E07415}"/>
              </a:ext>
            </a:extLst>
          </p:cNvPr>
          <p:cNvSpPr>
            <a:spLocks noGrp="1"/>
          </p:cNvSpPr>
          <p:nvPr/>
        </p:nvSpPr>
        <p:spPr>
          <a:xfrm>
            <a:off x="7005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F1_main_prauc_2436">
            <a:extLst>
              <a:ext uri="{FF2B5EF4-FFF2-40B4-BE49-F238E27FC236}">
                <a16:creationId xmlns:a16="http://schemas.microsoft.com/office/drawing/2014/main" id="{E17D31C7-8753-4D10-80EB-DE5BD06A4D50}"/>
              </a:ext>
            </a:extLst>
          </p:cNvPr>
          <p:cNvSpPr>
            <a:spLocks noGrp="1"/>
          </p:cNvSpPr>
          <p:nvPr/>
        </p:nvSpPr>
        <p:spPr>
          <a:xfrm>
            <a:off x="68550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F1_main_prauc_2437">
            <a:extLst>
              <a:ext uri="{FF2B5EF4-FFF2-40B4-BE49-F238E27FC236}">
                <a16:creationId xmlns:a16="http://schemas.microsoft.com/office/drawing/2014/main" id="{7D190600-55CD-4727-BF1D-6045429880CB}"/>
              </a:ext>
            </a:extLst>
          </p:cNvPr>
          <p:cNvSpPr>
            <a:spLocks noGrp="1"/>
          </p:cNvSpPr>
          <p:nvPr/>
        </p:nvSpPr>
        <p:spPr>
          <a:xfrm>
            <a:off x="70420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F1_main_prauc_2438">
            <a:extLst>
              <a:ext uri="{FF2B5EF4-FFF2-40B4-BE49-F238E27FC236}">
                <a16:creationId xmlns:a16="http://schemas.microsoft.com/office/drawing/2014/main" id="{8A2FBF56-BB30-4518-9D88-F2F17DBBFEEC}"/>
              </a:ext>
            </a:extLst>
          </p:cNvPr>
          <p:cNvSpPr>
            <a:spLocks noGrp="1"/>
          </p:cNvSpPr>
          <p:nvPr/>
        </p:nvSpPr>
        <p:spPr>
          <a:xfrm>
            <a:off x="6964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F1_main_prauc_2439">
            <a:extLst>
              <a:ext uri="{FF2B5EF4-FFF2-40B4-BE49-F238E27FC236}">
                <a16:creationId xmlns:a16="http://schemas.microsoft.com/office/drawing/2014/main" id="{34EDDF40-0741-4438-B3C0-0C9CC360EC1A}"/>
              </a:ext>
            </a:extLst>
          </p:cNvPr>
          <p:cNvSpPr>
            <a:spLocks noGrp="1"/>
          </p:cNvSpPr>
          <p:nvPr/>
        </p:nvSpPr>
        <p:spPr>
          <a:xfrm>
            <a:off x="6927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F1_main_prauc_2440">
            <a:extLst>
              <a:ext uri="{FF2B5EF4-FFF2-40B4-BE49-F238E27FC236}">
                <a16:creationId xmlns:a16="http://schemas.microsoft.com/office/drawing/2014/main" id="{C594640C-72D3-400F-A3BD-1EB13C8979D3}"/>
              </a:ext>
            </a:extLst>
          </p:cNvPr>
          <p:cNvSpPr>
            <a:spLocks noGrp="1"/>
          </p:cNvSpPr>
          <p:nvPr/>
        </p:nvSpPr>
        <p:spPr>
          <a:xfrm>
            <a:off x="7031284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F1_main_prauc_2441">
            <a:extLst>
              <a:ext uri="{FF2B5EF4-FFF2-40B4-BE49-F238E27FC236}">
                <a16:creationId xmlns:a16="http://schemas.microsoft.com/office/drawing/2014/main" id="{D8101246-591D-4F7C-867D-78C9AA9CC7BC}"/>
              </a:ext>
            </a:extLst>
          </p:cNvPr>
          <p:cNvSpPr>
            <a:spLocks noGrp="1"/>
          </p:cNvSpPr>
          <p:nvPr/>
        </p:nvSpPr>
        <p:spPr>
          <a:xfrm>
            <a:off x="70676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F1_main_prauc_2442">
            <a:extLst>
              <a:ext uri="{FF2B5EF4-FFF2-40B4-BE49-F238E27FC236}">
                <a16:creationId xmlns:a16="http://schemas.microsoft.com/office/drawing/2014/main" id="{D981A745-F0E5-4687-B0C5-3CA65F5D0C67}"/>
              </a:ext>
            </a:extLst>
          </p:cNvPr>
          <p:cNvSpPr>
            <a:spLocks noGrp="1"/>
          </p:cNvSpPr>
          <p:nvPr/>
        </p:nvSpPr>
        <p:spPr>
          <a:xfrm>
            <a:off x="7059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F1_main_prauc_2443">
            <a:extLst>
              <a:ext uri="{FF2B5EF4-FFF2-40B4-BE49-F238E27FC236}">
                <a16:creationId xmlns:a16="http://schemas.microsoft.com/office/drawing/2014/main" id="{A43D7E9C-0ADF-4E39-A084-C438345A0757}"/>
              </a:ext>
            </a:extLst>
          </p:cNvPr>
          <p:cNvSpPr>
            <a:spLocks noGrp="1"/>
          </p:cNvSpPr>
          <p:nvPr/>
        </p:nvSpPr>
        <p:spPr>
          <a:xfrm>
            <a:off x="70470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F1_main_prauc_2444">
            <a:extLst>
              <a:ext uri="{FF2B5EF4-FFF2-40B4-BE49-F238E27FC236}">
                <a16:creationId xmlns:a16="http://schemas.microsoft.com/office/drawing/2014/main" id="{239899A0-EE34-4C21-BBC4-4716DF3C5D92}"/>
              </a:ext>
            </a:extLst>
          </p:cNvPr>
          <p:cNvSpPr>
            <a:spLocks noGrp="1"/>
          </p:cNvSpPr>
          <p:nvPr/>
        </p:nvSpPr>
        <p:spPr>
          <a:xfrm>
            <a:off x="70301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F1_main_prauc_2445">
            <a:extLst>
              <a:ext uri="{FF2B5EF4-FFF2-40B4-BE49-F238E27FC236}">
                <a16:creationId xmlns:a16="http://schemas.microsoft.com/office/drawing/2014/main" id="{DE01FCBE-AD50-4623-9B4B-F6D8EE6C7C75}"/>
              </a:ext>
            </a:extLst>
          </p:cNvPr>
          <p:cNvSpPr>
            <a:spLocks noGrp="1"/>
          </p:cNvSpPr>
          <p:nvPr/>
        </p:nvSpPr>
        <p:spPr>
          <a:xfrm>
            <a:off x="7016072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F1_main_prauc_2446">
            <a:extLst>
              <a:ext uri="{FF2B5EF4-FFF2-40B4-BE49-F238E27FC236}">
                <a16:creationId xmlns:a16="http://schemas.microsoft.com/office/drawing/2014/main" id="{B18F3AE2-F793-458E-A171-5B7AA02A35A9}"/>
              </a:ext>
            </a:extLst>
          </p:cNvPr>
          <p:cNvSpPr>
            <a:spLocks noGrp="1"/>
          </p:cNvSpPr>
          <p:nvPr/>
        </p:nvSpPr>
        <p:spPr>
          <a:xfrm>
            <a:off x="70174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F1_main_prauc_2447">
            <a:extLst>
              <a:ext uri="{FF2B5EF4-FFF2-40B4-BE49-F238E27FC236}">
                <a16:creationId xmlns:a16="http://schemas.microsoft.com/office/drawing/2014/main" id="{46FD4FAC-361C-435F-9388-8CEDAF5987A2}"/>
              </a:ext>
            </a:extLst>
          </p:cNvPr>
          <p:cNvSpPr>
            <a:spLocks noGrp="1"/>
          </p:cNvSpPr>
          <p:nvPr/>
        </p:nvSpPr>
        <p:spPr>
          <a:xfrm>
            <a:off x="6909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F1_main_prauc_2448">
            <a:extLst>
              <a:ext uri="{FF2B5EF4-FFF2-40B4-BE49-F238E27FC236}">
                <a16:creationId xmlns:a16="http://schemas.microsoft.com/office/drawing/2014/main" id="{57EA9FE4-7006-4DCF-970B-C36008E65EE5}"/>
              </a:ext>
            </a:extLst>
          </p:cNvPr>
          <p:cNvSpPr>
            <a:spLocks noGrp="1"/>
          </p:cNvSpPr>
          <p:nvPr/>
        </p:nvSpPr>
        <p:spPr>
          <a:xfrm>
            <a:off x="70340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F1_main_prauc_2449">
            <a:extLst>
              <a:ext uri="{FF2B5EF4-FFF2-40B4-BE49-F238E27FC236}">
                <a16:creationId xmlns:a16="http://schemas.microsoft.com/office/drawing/2014/main" id="{239B0D07-63A8-4731-93F4-099BDC1617CC}"/>
              </a:ext>
            </a:extLst>
          </p:cNvPr>
          <p:cNvSpPr>
            <a:spLocks noGrp="1"/>
          </p:cNvSpPr>
          <p:nvPr/>
        </p:nvSpPr>
        <p:spPr>
          <a:xfrm>
            <a:off x="70621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F1_main_prauc_2450">
            <a:extLst>
              <a:ext uri="{FF2B5EF4-FFF2-40B4-BE49-F238E27FC236}">
                <a16:creationId xmlns:a16="http://schemas.microsoft.com/office/drawing/2014/main" id="{7CA5A82D-D4A7-4A30-ABEF-4E7712A16F42}"/>
              </a:ext>
            </a:extLst>
          </p:cNvPr>
          <p:cNvSpPr>
            <a:spLocks noGrp="1"/>
          </p:cNvSpPr>
          <p:nvPr/>
        </p:nvSpPr>
        <p:spPr>
          <a:xfrm>
            <a:off x="70587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F1_main_prauc_2451">
            <a:extLst>
              <a:ext uri="{FF2B5EF4-FFF2-40B4-BE49-F238E27FC236}">
                <a16:creationId xmlns:a16="http://schemas.microsoft.com/office/drawing/2014/main" id="{5961C0FB-A00E-4C7A-9B90-21B61C6F8D9F}"/>
              </a:ext>
            </a:extLst>
          </p:cNvPr>
          <p:cNvSpPr>
            <a:spLocks noGrp="1"/>
          </p:cNvSpPr>
          <p:nvPr/>
        </p:nvSpPr>
        <p:spPr>
          <a:xfrm>
            <a:off x="696653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F1_main_prauc_2452">
            <a:extLst>
              <a:ext uri="{FF2B5EF4-FFF2-40B4-BE49-F238E27FC236}">
                <a16:creationId xmlns:a16="http://schemas.microsoft.com/office/drawing/2014/main" id="{946E71EE-889D-4F20-8FC6-328D1B1BD9DF}"/>
              </a:ext>
            </a:extLst>
          </p:cNvPr>
          <p:cNvSpPr>
            <a:spLocks noGrp="1"/>
          </p:cNvSpPr>
          <p:nvPr/>
        </p:nvSpPr>
        <p:spPr>
          <a:xfrm>
            <a:off x="70708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F1_main_prauc_2453">
            <a:extLst>
              <a:ext uri="{FF2B5EF4-FFF2-40B4-BE49-F238E27FC236}">
                <a16:creationId xmlns:a16="http://schemas.microsoft.com/office/drawing/2014/main" id="{11D31962-6CB4-4262-8DA7-8E6E0E7D5FFB}"/>
              </a:ext>
            </a:extLst>
          </p:cNvPr>
          <p:cNvSpPr>
            <a:spLocks noGrp="1"/>
          </p:cNvSpPr>
          <p:nvPr/>
        </p:nvSpPr>
        <p:spPr>
          <a:xfrm>
            <a:off x="69095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F1_main_prauc_2454">
            <a:extLst>
              <a:ext uri="{FF2B5EF4-FFF2-40B4-BE49-F238E27FC236}">
                <a16:creationId xmlns:a16="http://schemas.microsoft.com/office/drawing/2014/main" id="{846BA8BF-B555-4D79-AB5B-964D3DB25933}"/>
              </a:ext>
            </a:extLst>
          </p:cNvPr>
          <p:cNvSpPr>
            <a:spLocks noGrp="1"/>
          </p:cNvSpPr>
          <p:nvPr/>
        </p:nvSpPr>
        <p:spPr>
          <a:xfrm>
            <a:off x="70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F1_main_prauc_2455">
            <a:extLst>
              <a:ext uri="{FF2B5EF4-FFF2-40B4-BE49-F238E27FC236}">
                <a16:creationId xmlns:a16="http://schemas.microsoft.com/office/drawing/2014/main" id="{DA053372-8413-4B1E-AAF6-418AACC612FE}"/>
              </a:ext>
            </a:extLst>
          </p:cNvPr>
          <p:cNvSpPr>
            <a:spLocks noGrp="1"/>
          </p:cNvSpPr>
          <p:nvPr/>
        </p:nvSpPr>
        <p:spPr>
          <a:xfrm>
            <a:off x="6885795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F1_main_prauc_2456">
            <a:extLst>
              <a:ext uri="{FF2B5EF4-FFF2-40B4-BE49-F238E27FC236}">
                <a16:creationId xmlns:a16="http://schemas.microsoft.com/office/drawing/2014/main" id="{5BBA9652-AD5D-4045-9B5C-8CC78656B94D}"/>
              </a:ext>
            </a:extLst>
          </p:cNvPr>
          <p:cNvSpPr>
            <a:spLocks noGrp="1"/>
          </p:cNvSpPr>
          <p:nvPr/>
        </p:nvSpPr>
        <p:spPr>
          <a:xfrm>
            <a:off x="6993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F1_main_prauc_2457">
            <a:extLst>
              <a:ext uri="{FF2B5EF4-FFF2-40B4-BE49-F238E27FC236}">
                <a16:creationId xmlns:a16="http://schemas.microsoft.com/office/drawing/2014/main" id="{704C02EE-A7FD-47D0-8A6F-27AF6751B2ED}"/>
              </a:ext>
            </a:extLst>
          </p:cNvPr>
          <p:cNvSpPr>
            <a:spLocks noGrp="1"/>
          </p:cNvSpPr>
          <p:nvPr/>
        </p:nvSpPr>
        <p:spPr>
          <a:xfrm>
            <a:off x="706860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F1_main_prauc_2458">
            <a:extLst>
              <a:ext uri="{FF2B5EF4-FFF2-40B4-BE49-F238E27FC236}">
                <a16:creationId xmlns:a16="http://schemas.microsoft.com/office/drawing/2014/main" id="{D04DD915-ED0F-42AA-A072-26BF6C85BB6C}"/>
              </a:ext>
            </a:extLst>
          </p:cNvPr>
          <p:cNvSpPr>
            <a:spLocks noGrp="1"/>
          </p:cNvSpPr>
          <p:nvPr/>
        </p:nvSpPr>
        <p:spPr>
          <a:xfrm>
            <a:off x="70924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F1_main_prauc_2459">
            <a:extLst>
              <a:ext uri="{FF2B5EF4-FFF2-40B4-BE49-F238E27FC236}">
                <a16:creationId xmlns:a16="http://schemas.microsoft.com/office/drawing/2014/main" id="{EF688FC6-23C6-4B8A-BD2F-BC8D1F2B2635}"/>
              </a:ext>
            </a:extLst>
          </p:cNvPr>
          <p:cNvSpPr>
            <a:spLocks noGrp="1"/>
          </p:cNvSpPr>
          <p:nvPr/>
        </p:nvSpPr>
        <p:spPr>
          <a:xfrm>
            <a:off x="69410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F1_main_prauc_2460">
            <a:extLst>
              <a:ext uri="{FF2B5EF4-FFF2-40B4-BE49-F238E27FC236}">
                <a16:creationId xmlns:a16="http://schemas.microsoft.com/office/drawing/2014/main" id="{186FBB4C-5CA1-4BB2-8FF7-BAD3C8701875}"/>
              </a:ext>
            </a:extLst>
          </p:cNvPr>
          <p:cNvSpPr>
            <a:spLocks noGrp="1"/>
          </p:cNvSpPr>
          <p:nvPr/>
        </p:nvSpPr>
        <p:spPr>
          <a:xfrm>
            <a:off x="6995116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F1_main_prauc_2461">
            <a:extLst>
              <a:ext uri="{FF2B5EF4-FFF2-40B4-BE49-F238E27FC236}">
                <a16:creationId xmlns:a16="http://schemas.microsoft.com/office/drawing/2014/main" id="{8DA81929-A94B-4179-8FB4-9C08A5C20D57}"/>
              </a:ext>
            </a:extLst>
          </p:cNvPr>
          <p:cNvSpPr>
            <a:spLocks noGrp="1"/>
          </p:cNvSpPr>
          <p:nvPr/>
        </p:nvSpPr>
        <p:spPr>
          <a:xfrm>
            <a:off x="6870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F1_main_prauc_2462">
            <a:extLst>
              <a:ext uri="{FF2B5EF4-FFF2-40B4-BE49-F238E27FC236}">
                <a16:creationId xmlns:a16="http://schemas.microsoft.com/office/drawing/2014/main" id="{1C8119BF-A112-4532-887E-8ED4268BFEF1}"/>
              </a:ext>
            </a:extLst>
          </p:cNvPr>
          <p:cNvSpPr>
            <a:spLocks noGrp="1"/>
          </p:cNvSpPr>
          <p:nvPr/>
        </p:nvSpPr>
        <p:spPr>
          <a:xfrm>
            <a:off x="69318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F1_main_prauc_2463">
            <a:extLst>
              <a:ext uri="{FF2B5EF4-FFF2-40B4-BE49-F238E27FC236}">
                <a16:creationId xmlns:a16="http://schemas.microsoft.com/office/drawing/2014/main" id="{7A3D61AA-3115-4071-947C-CD6303EBDFC4}"/>
              </a:ext>
            </a:extLst>
          </p:cNvPr>
          <p:cNvSpPr>
            <a:spLocks noGrp="1"/>
          </p:cNvSpPr>
          <p:nvPr/>
        </p:nvSpPr>
        <p:spPr>
          <a:xfrm>
            <a:off x="68969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F1_main_prauc_2464">
            <a:extLst>
              <a:ext uri="{FF2B5EF4-FFF2-40B4-BE49-F238E27FC236}">
                <a16:creationId xmlns:a16="http://schemas.microsoft.com/office/drawing/2014/main" id="{502B2AD9-56D1-423E-9908-7408228ECB7A}"/>
              </a:ext>
            </a:extLst>
          </p:cNvPr>
          <p:cNvSpPr>
            <a:spLocks noGrp="1"/>
          </p:cNvSpPr>
          <p:nvPr/>
        </p:nvSpPr>
        <p:spPr>
          <a:xfrm>
            <a:off x="687493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F1_main_prauc_2465">
            <a:extLst>
              <a:ext uri="{FF2B5EF4-FFF2-40B4-BE49-F238E27FC236}">
                <a16:creationId xmlns:a16="http://schemas.microsoft.com/office/drawing/2014/main" id="{6E27DBB3-7A08-4599-B4AA-4BF3FF8A4686}"/>
              </a:ext>
            </a:extLst>
          </p:cNvPr>
          <p:cNvSpPr>
            <a:spLocks noGrp="1"/>
          </p:cNvSpPr>
          <p:nvPr/>
        </p:nvSpPr>
        <p:spPr>
          <a:xfrm>
            <a:off x="70150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F1_main_prauc_2466">
            <a:extLst>
              <a:ext uri="{FF2B5EF4-FFF2-40B4-BE49-F238E27FC236}">
                <a16:creationId xmlns:a16="http://schemas.microsoft.com/office/drawing/2014/main" id="{BEBAFDDA-EEE4-4DD8-B075-4B7736FF64DA}"/>
              </a:ext>
            </a:extLst>
          </p:cNvPr>
          <p:cNvSpPr>
            <a:spLocks noGrp="1"/>
          </p:cNvSpPr>
          <p:nvPr/>
        </p:nvSpPr>
        <p:spPr>
          <a:xfrm>
            <a:off x="6854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F1_main_prauc_2467">
            <a:extLst>
              <a:ext uri="{FF2B5EF4-FFF2-40B4-BE49-F238E27FC236}">
                <a16:creationId xmlns:a16="http://schemas.microsoft.com/office/drawing/2014/main" id="{7104A945-DC57-45A8-B161-28D8196FC4E1}"/>
              </a:ext>
            </a:extLst>
          </p:cNvPr>
          <p:cNvSpPr>
            <a:spLocks noGrp="1"/>
          </p:cNvSpPr>
          <p:nvPr/>
        </p:nvSpPr>
        <p:spPr>
          <a:xfrm>
            <a:off x="709036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F1_main_prauc_2468">
            <a:extLst>
              <a:ext uri="{FF2B5EF4-FFF2-40B4-BE49-F238E27FC236}">
                <a16:creationId xmlns:a16="http://schemas.microsoft.com/office/drawing/2014/main" id="{BD9F2986-6F02-4AE4-98F7-F3FB277142B7}"/>
              </a:ext>
            </a:extLst>
          </p:cNvPr>
          <p:cNvSpPr>
            <a:spLocks noGrp="1"/>
          </p:cNvSpPr>
          <p:nvPr/>
        </p:nvSpPr>
        <p:spPr>
          <a:xfrm>
            <a:off x="710088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F1_main_prauc_2469">
            <a:extLst>
              <a:ext uri="{FF2B5EF4-FFF2-40B4-BE49-F238E27FC236}">
                <a16:creationId xmlns:a16="http://schemas.microsoft.com/office/drawing/2014/main" id="{28C0932B-D89C-4288-AA07-DD4D603D602F}"/>
              </a:ext>
            </a:extLst>
          </p:cNvPr>
          <p:cNvSpPr>
            <a:spLocks noGrp="1"/>
          </p:cNvSpPr>
          <p:nvPr/>
        </p:nvSpPr>
        <p:spPr>
          <a:xfrm>
            <a:off x="7017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F1_main_prauc_2470">
            <a:extLst>
              <a:ext uri="{FF2B5EF4-FFF2-40B4-BE49-F238E27FC236}">
                <a16:creationId xmlns:a16="http://schemas.microsoft.com/office/drawing/2014/main" id="{0E2624C4-1BED-4990-BE72-ED9BFA75C86D}"/>
              </a:ext>
            </a:extLst>
          </p:cNvPr>
          <p:cNvSpPr>
            <a:spLocks noGrp="1"/>
          </p:cNvSpPr>
          <p:nvPr/>
        </p:nvSpPr>
        <p:spPr>
          <a:xfrm>
            <a:off x="69071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F1_main_prauc_2471">
            <a:extLst>
              <a:ext uri="{FF2B5EF4-FFF2-40B4-BE49-F238E27FC236}">
                <a16:creationId xmlns:a16="http://schemas.microsoft.com/office/drawing/2014/main" id="{A3FAB91D-72DD-4ECD-B81B-6CFC4D583440}"/>
              </a:ext>
            </a:extLst>
          </p:cNvPr>
          <p:cNvSpPr>
            <a:spLocks noGrp="1"/>
          </p:cNvSpPr>
          <p:nvPr/>
        </p:nvSpPr>
        <p:spPr>
          <a:xfrm>
            <a:off x="6962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F1_main_prauc_2472">
            <a:extLst>
              <a:ext uri="{FF2B5EF4-FFF2-40B4-BE49-F238E27FC236}">
                <a16:creationId xmlns:a16="http://schemas.microsoft.com/office/drawing/2014/main" id="{02644978-9B3F-4B85-A7BE-F08254CDEC44}"/>
              </a:ext>
            </a:extLst>
          </p:cNvPr>
          <p:cNvSpPr>
            <a:spLocks noGrp="1"/>
          </p:cNvSpPr>
          <p:nvPr/>
        </p:nvSpPr>
        <p:spPr>
          <a:xfrm>
            <a:off x="6940440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F1_main_prauc_2473">
            <a:extLst>
              <a:ext uri="{FF2B5EF4-FFF2-40B4-BE49-F238E27FC236}">
                <a16:creationId xmlns:a16="http://schemas.microsoft.com/office/drawing/2014/main" id="{A0E6C328-18F4-4BA5-AD03-33031AFB49FD}"/>
              </a:ext>
            </a:extLst>
          </p:cNvPr>
          <p:cNvSpPr>
            <a:spLocks noGrp="1"/>
          </p:cNvSpPr>
          <p:nvPr/>
        </p:nvSpPr>
        <p:spPr>
          <a:xfrm>
            <a:off x="7057482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F1_main_prauc_2474">
            <a:extLst>
              <a:ext uri="{FF2B5EF4-FFF2-40B4-BE49-F238E27FC236}">
                <a16:creationId xmlns:a16="http://schemas.microsoft.com/office/drawing/2014/main" id="{132333F4-98A2-44EA-991A-CB31A58430A5}"/>
              </a:ext>
            </a:extLst>
          </p:cNvPr>
          <p:cNvSpPr>
            <a:spLocks noGrp="1"/>
          </p:cNvSpPr>
          <p:nvPr/>
        </p:nvSpPr>
        <p:spPr>
          <a:xfrm>
            <a:off x="7066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F1_main_prauc_2475">
            <a:extLst>
              <a:ext uri="{FF2B5EF4-FFF2-40B4-BE49-F238E27FC236}">
                <a16:creationId xmlns:a16="http://schemas.microsoft.com/office/drawing/2014/main" id="{CE902A5E-A921-479B-9A06-9C6F7E6ED295}"/>
              </a:ext>
            </a:extLst>
          </p:cNvPr>
          <p:cNvSpPr>
            <a:spLocks noGrp="1"/>
          </p:cNvSpPr>
          <p:nvPr/>
        </p:nvSpPr>
        <p:spPr>
          <a:xfrm>
            <a:off x="690919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F1_main_prauc_2476">
            <a:extLst>
              <a:ext uri="{FF2B5EF4-FFF2-40B4-BE49-F238E27FC236}">
                <a16:creationId xmlns:a16="http://schemas.microsoft.com/office/drawing/2014/main" id="{0244F03D-9B45-40F2-84CE-8BE6A453E88B}"/>
              </a:ext>
            </a:extLst>
          </p:cNvPr>
          <p:cNvSpPr>
            <a:spLocks noGrp="1"/>
          </p:cNvSpPr>
          <p:nvPr/>
        </p:nvSpPr>
        <p:spPr>
          <a:xfrm>
            <a:off x="6894358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F1_main_prauc_2477">
            <a:extLst>
              <a:ext uri="{FF2B5EF4-FFF2-40B4-BE49-F238E27FC236}">
                <a16:creationId xmlns:a16="http://schemas.microsoft.com/office/drawing/2014/main" id="{F48A7177-C3B1-401D-88E8-626B0BD81E93}"/>
              </a:ext>
            </a:extLst>
          </p:cNvPr>
          <p:cNvSpPr>
            <a:spLocks noGrp="1"/>
          </p:cNvSpPr>
          <p:nvPr/>
        </p:nvSpPr>
        <p:spPr>
          <a:xfrm>
            <a:off x="70780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F1_main_prauc_2478">
            <a:extLst>
              <a:ext uri="{FF2B5EF4-FFF2-40B4-BE49-F238E27FC236}">
                <a16:creationId xmlns:a16="http://schemas.microsoft.com/office/drawing/2014/main" id="{3BCBC2CA-0E1D-4A06-971E-32C2B837F608}"/>
              </a:ext>
            </a:extLst>
          </p:cNvPr>
          <p:cNvSpPr>
            <a:spLocks noGrp="1"/>
          </p:cNvSpPr>
          <p:nvPr/>
        </p:nvSpPr>
        <p:spPr>
          <a:xfrm>
            <a:off x="6980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F1_main_prauc_2479">
            <a:extLst>
              <a:ext uri="{FF2B5EF4-FFF2-40B4-BE49-F238E27FC236}">
                <a16:creationId xmlns:a16="http://schemas.microsoft.com/office/drawing/2014/main" id="{CD5FFB30-EF4B-4697-8B17-C57E743959CE}"/>
              </a:ext>
            </a:extLst>
          </p:cNvPr>
          <p:cNvSpPr>
            <a:spLocks noGrp="1"/>
          </p:cNvSpPr>
          <p:nvPr/>
        </p:nvSpPr>
        <p:spPr>
          <a:xfrm>
            <a:off x="7078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F1_main_prauc_2480">
            <a:extLst>
              <a:ext uri="{FF2B5EF4-FFF2-40B4-BE49-F238E27FC236}">
                <a16:creationId xmlns:a16="http://schemas.microsoft.com/office/drawing/2014/main" id="{8BC66D7D-F769-4532-B4BC-43B4EF4AC279}"/>
              </a:ext>
            </a:extLst>
          </p:cNvPr>
          <p:cNvSpPr>
            <a:spLocks noGrp="1"/>
          </p:cNvSpPr>
          <p:nvPr/>
        </p:nvSpPr>
        <p:spPr>
          <a:xfrm>
            <a:off x="70607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F1_main_prauc_2481">
            <a:extLst>
              <a:ext uri="{FF2B5EF4-FFF2-40B4-BE49-F238E27FC236}">
                <a16:creationId xmlns:a16="http://schemas.microsoft.com/office/drawing/2014/main" id="{25951394-626E-40A7-A8E1-C540F478160C}"/>
              </a:ext>
            </a:extLst>
          </p:cNvPr>
          <p:cNvSpPr>
            <a:spLocks noGrp="1"/>
          </p:cNvSpPr>
          <p:nvPr/>
        </p:nvSpPr>
        <p:spPr>
          <a:xfrm>
            <a:off x="7047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F1_main_prauc_2482">
            <a:extLst>
              <a:ext uri="{FF2B5EF4-FFF2-40B4-BE49-F238E27FC236}">
                <a16:creationId xmlns:a16="http://schemas.microsoft.com/office/drawing/2014/main" id="{8B9D0B14-3128-4E53-AB53-C4777D4A0F01}"/>
              </a:ext>
            </a:extLst>
          </p:cNvPr>
          <p:cNvSpPr>
            <a:spLocks noGrp="1"/>
          </p:cNvSpPr>
          <p:nvPr/>
        </p:nvSpPr>
        <p:spPr>
          <a:xfrm>
            <a:off x="7029597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F1_main_prauc_2483">
            <a:extLst>
              <a:ext uri="{FF2B5EF4-FFF2-40B4-BE49-F238E27FC236}">
                <a16:creationId xmlns:a16="http://schemas.microsoft.com/office/drawing/2014/main" id="{8572C75F-B772-498A-999C-3AABA71A7703}"/>
              </a:ext>
            </a:extLst>
          </p:cNvPr>
          <p:cNvSpPr>
            <a:spLocks noGrp="1"/>
          </p:cNvSpPr>
          <p:nvPr/>
        </p:nvSpPr>
        <p:spPr>
          <a:xfrm>
            <a:off x="7057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F1_main_prauc_2484">
            <a:extLst>
              <a:ext uri="{FF2B5EF4-FFF2-40B4-BE49-F238E27FC236}">
                <a16:creationId xmlns:a16="http://schemas.microsoft.com/office/drawing/2014/main" id="{7D3EC267-2AB8-4466-8BEA-1BE88094E07B}"/>
              </a:ext>
            </a:extLst>
          </p:cNvPr>
          <p:cNvSpPr>
            <a:spLocks noGrp="1"/>
          </p:cNvSpPr>
          <p:nvPr/>
        </p:nvSpPr>
        <p:spPr>
          <a:xfrm>
            <a:off x="70948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F1_main_prauc_2485">
            <a:extLst>
              <a:ext uri="{FF2B5EF4-FFF2-40B4-BE49-F238E27FC236}">
                <a16:creationId xmlns:a16="http://schemas.microsoft.com/office/drawing/2014/main" id="{423DF008-7439-471F-9187-E86FBB73A986}"/>
              </a:ext>
            </a:extLst>
          </p:cNvPr>
          <p:cNvSpPr>
            <a:spLocks noGrp="1"/>
          </p:cNvSpPr>
          <p:nvPr/>
        </p:nvSpPr>
        <p:spPr>
          <a:xfrm>
            <a:off x="68578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F1_main_prauc_2486">
            <a:extLst>
              <a:ext uri="{FF2B5EF4-FFF2-40B4-BE49-F238E27FC236}">
                <a16:creationId xmlns:a16="http://schemas.microsoft.com/office/drawing/2014/main" id="{90836574-9753-4AA9-8A9F-8D1E0B253DE3}"/>
              </a:ext>
            </a:extLst>
          </p:cNvPr>
          <p:cNvSpPr>
            <a:spLocks noGrp="1"/>
          </p:cNvSpPr>
          <p:nvPr/>
        </p:nvSpPr>
        <p:spPr>
          <a:xfrm>
            <a:off x="70167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F1_main_prauc_2487">
            <a:extLst>
              <a:ext uri="{FF2B5EF4-FFF2-40B4-BE49-F238E27FC236}">
                <a16:creationId xmlns:a16="http://schemas.microsoft.com/office/drawing/2014/main" id="{7F95A3D7-447C-41E9-8159-C10E603B1271}"/>
              </a:ext>
            </a:extLst>
          </p:cNvPr>
          <p:cNvSpPr>
            <a:spLocks noGrp="1"/>
          </p:cNvSpPr>
          <p:nvPr/>
        </p:nvSpPr>
        <p:spPr>
          <a:xfrm>
            <a:off x="6978734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F1_main_prauc_2488">
            <a:extLst>
              <a:ext uri="{FF2B5EF4-FFF2-40B4-BE49-F238E27FC236}">
                <a16:creationId xmlns:a16="http://schemas.microsoft.com/office/drawing/2014/main" id="{1D4E2E52-1E32-40A9-8B2C-46F9F300FA4F}"/>
              </a:ext>
            </a:extLst>
          </p:cNvPr>
          <p:cNvSpPr>
            <a:spLocks noGrp="1"/>
          </p:cNvSpPr>
          <p:nvPr/>
        </p:nvSpPr>
        <p:spPr>
          <a:xfrm>
            <a:off x="7054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F1_main_prauc_2489">
            <a:extLst>
              <a:ext uri="{FF2B5EF4-FFF2-40B4-BE49-F238E27FC236}">
                <a16:creationId xmlns:a16="http://schemas.microsoft.com/office/drawing/2014/main" id="{E2B60D55-BC82-432E-9A33-9A9A5F0310D7}"/>
              </a:ext>
            </a:extLst>
          </p:cNvPr>
          <p:cNvSpPr>
            <a:spLocks noGrp="1"/>
          </p:cNvSpPr>
          <p:nvPr/>
        </p:nvSpPr>
        <p:spPr>
          <a:xfrm>
            <a:off x="69398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F1_main_prauc_2490">
            <a:extLst>
              <a:ext uri="{FF2B5EF4-FFF2-40B4-BE49-F238E27FC236}">
                <a16:creationId xmlns:a16="http://schemas.microsoft.com/office/drawing/2014/main" id="{8CB49EB5-47CC-4BF9-9F20-16832D91B67D}"/>
              </a:ext>
            </a:extLst>
          </p:cNvPr>
          <p:cNvSpPr>
            <a:spLocks noGrp="1"/>
          </p:cNvSpPr>
          <p:nvPr/>
        </p:nvSpPr>
        <p:spPr>
          <a:xfrm>
            <a:off x="691737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F1_main_prauc_2491">
            <a:extLst>
              <a:ext uri="{FF2B5EF4-FFF2-40B4-BE49-F238E27FC236}">
                <a16:creationId xmlns:a16="http://schemas.microsoft.com/office/drawing/2014/main" id="{D9A28C88-8172-48A1-A910-44C8CCA4A41F}"/>
              </a:ext>
            </a:extLst>
          </p:cNvPr>
          <p:cNvSpPr>
            <a:spLocks noGrp="1"/>
          </p:cNvSpPr>
          <p:nvPr/>
        </p:nvSpPr>
        <p:spPr>
          <a:xfrm>
            <a:off x="7019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F1_main_prauc_2492">
            <a:extLst>
              <a:ext uri="{FF2B5EF4-FFF2-40B4-BE49-F238E27FC236}">
                <a16:creationId xmlns:a16="http://schemas.microsoft.com/office/drawing/2014/main" id="{FBDCB154-A50A-4D2E-978C-706E3AAD8754}"/>
              </a:ext>
            </a:extLst>
          </p:cNvPr>
          <p:cNvSpPr>
            <a:spLocks noGrp="1"/>
          </p:cNvSpPr>
          <p:nvPr/>
        </p:nvSpPr>
        <p:spPr>
          <a:xfrm>
            <a:off x="708806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F1_main_prauc_2493">
            <a:extLst>
              <a:ext uri="{FF2B5EF4-FFF2-40B4-BE49-F238E27FC236}">
                <a16:creationId xmlns:a16="http://schemas.microsoft.com/office/drawing/2014/main" id="{81822048-FB4E-4885-BDBC-2E369BDCE68A}"/>
              </a:ext>
            </a:extLst>
          </p:cNvPr>
          <p:cNvSpPr>
            <a:spLocks noGrp="1"/>
          </p:cNvSpPr>
          <p:nvPr/>
        </p:nvSpPr>
        <p:spPr>
          <a:xfrm>
            <a:off x="694540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F1_main_prauc_2494">
            <a:extLst>
              <a:ext uri="{FF2B5EF4-FFF2-40B4-BE49-F238E27FC236}">
                <a16:creationId xmlns:a16="http://schemas.microsoft.com/office/drawing/2014/main" id="{A81452BC-0AF4-4EEA-BDEB-23C10378B1DB}"/>
              </a:ext>
            </a:extLst>
          </p:cNvPr>
          <p:cNvSpPr>
            <a:spLocks noGrp="1"/>
          </p:cNvSpPr>
          <p:nvPr/>
        </p:nvSpPr>
        <p:spPr>
          <a:xfrm>
            <a:off x="701972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F1_main_prauc_2495">
            <a:extLst>
              <a:ext uri="{FF2B5EF4-FFF2-40B4-BE49-F238E27FC236}">
                <a16:creationId xmlns:a16="http://schemas.microsoft.com/office/drawing/2014/main" id="{7C259393-E3E3-4D6C-9B17-B52E0400B804}"/>
              </a:ext>
            </a:extLst>
          </p:cNvPr>
          <p:cNvSpPr>
            <a:spLocks noGrp="1"/>
          </p:cNvSpPr>
          <p:nvPr/>
        </p:nvSpPr>
        <p:spPr>
          <a:xfrm>
            <a:off x="69104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F1_main_prauc_2496">
            <a:extLst>
              <a:ext uri="{FF2B5EF4-FFF2-40B4-BE49-F238E27FC236}">
                <a16:creationId xmlns:a16="http://schemas.microsoft.com/office/drawing/2014/main" id="{D764E899-4D40-4B27-BCA0-64B694E1C06C}"/>
              </a:ext>
            </a:extLst>
          </p:cNvPr>
          <p:cNvSpPr>
            <a:spLocks noGrp="1"/>
          </p:cNvSpPr>
          <p:nvPr/>
        </p:nvSpPr>
        <p:spPr>
          <a:xfrm>
            <a:off x="68689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F1_main_prauc_2497">
            <a:extLst>
              <a:ext uri="{FF2B5EF4-FFF2-40B4-BE49-F238E27FC236}">
                <a16:creationId xmlns:a16="http://schemas.microsoft.com/office/drawing/2014/main" id="{1F215DCE-C907-4D50-B02E-84A3C6FB1ABB}"/>
              </a:ext>
            </a:extLst>
          </p:cNvPr>
          <p:cNvSpPr>
            <a:spLocks noGrp="1"/>
          </p:cNvSpPr>
          <p:nvPr/>
        </p:nvSpPr>
        <p:spPr>
          <a:xfrm>
            <a:off x="6872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F1_main_prauc_2498">
            <a:extLst>
              <a:ext uri="{FF2B5EF4-FFF2-40B4-BE49-F238E27FC236}">
                <a16:creationId xmlns:a16="http://schemas.microsoft.com/office/drawing/2014/main" id="{C6736233-D52B-46C8-A2F7-C7326B2F0A82}"/>
              </a:ext>
            </a:extLst>
          </p:cNvPr>
          <p:cNvSpPr>
            <a:spLocks noGrp="1"/>
          </p:cNvSpPr>
          <p:nvPr/>
        </p:nvSpPr>
        <p:spPr>
          <a:xfrm>
            <a:off x="70137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F1_main_prauc_2499">
            <a:extLst>
              <a:ext uri="{FF2B5EF4-FFF2-40B4-BE49-F238E27FC236}">
                <a16:creationId xmlns:a16="http://schemas.microsoft.com/office/drawing/2014/main" id="{AFC57934-F453-4F0B-B9F2-529AD68E4F2E}"/>
              </a:ext>
            </a:extLst>
          </p:cNvPr>
          <p:cNvSpPr>
            <a:spLocks noGrp="1"/>
          </p:cNvSpPr>
          <p:nvPr/>
        </p:nvSpPr>
        <p:spPr>
          <a:xfrm>
            <a:off x="70109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F1_main_prauc_2500">
            <a:extLst>
              <a:ext uri="{FF2B5EF4-FFF2-40B4-BE49-F238E27FC236}">
                <a16:creationId xmlns:a16="http://schemas.microsoft.com/office/drawing/2014/main" id="{97D4DCC6-C029-4663-8678-E1577E6AD10D}"/>
              </a:ext>
            </a:extLst>
          </p:cNvPr>
          <p:cNvSpPr>
            <a:spLocks noGrp="1"/>
          </p:cNvSpPr>
          <p:nvPr/>
        </p:nvSpPr>
        <p:spPr>
          <a:xfrm>
            <a:off x="68996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F1_main_prauc_2501">
            <a:extLst>
              <a:ext uri="{FF2B5EF4-FFF2-40B4-BE49-F238E27FC236}">
                <a16:creationId xmlns:a16="http://schemas.microsoft.com/office/drawing/2014/main" id="{E2289DF1-26FC-4C77-B160-2F60D31795E1}"/>
              </a:ext>
            </a:extLst>
          </p:cNvPr>
          <p:cNvSpPr>
            <a:spLocks noGrp="1"/>
          </p:cNvSpPr>
          <p:nvPr/>
        </p:nvSpPr>
        <p:spPr>
          <a:xfrm>
            <a:off x="7073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F1_main_prauc_2502">
            <a:extLst>
              <a:ext uri="{FF2B5EF4-FFF2-40B4-BE49-F238E27FC236}">
                <a16:creationId xmlns:a16="http://schemas.microsoft.com/office/drawing/2014/main" id="{432D3CC8-4131-4552-9FFD-710EED715FD3}"/>
              </a:ext>
            </a:extLst>
          </p:cNvPr>
          <p:cNvSpPr>
            <a:spLocks noGrp="1"/>
          </p:cNvSpPr>
          <p:nvPr/>
        </p:nvSpPr>
        <p:spPr>
          <a:xfrm>
            <a:off x="69633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F1_main_prauc_2503">
            <a:extLst>
              <a:ext uri="{FF2B5EF4-FFF2-40B4-BE49-F238E27FC236}">
                <a16:creationId xmlns:a16="http://schemas.microsoft.com/office/drawing/2014/main" id="{2285A24F-7A1F-4C27-9D87-8876D9A14C87}"/>
              </a:ext>
            </a:extLst>
          </p:cNvPr>
          <p:cNvSpPr>
            <a:spLocks noGrp="1"/>
          </p:cNvSpPr>
          <p:nvPr/>
        </p:nvSpPr>
        <p:spPr>
          <a:xfrm>
            <a:off x="7098122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F1_main_prauc_2504">
            <a:extLst>
              <a:ext uri="{FF2B5EF4-FFF2-40B4-BE49-F238E27FC236}">
                <a16:creationId xmlns:a16="http://schemas.microsoft.com/office/drawing/2014/main" id="{DCC016DB-7454-48B5-A087-067738470C4A}"/>
              </a:ext>
            </a:extLst>
          </p:cNvPr>
          <p:cNvSpPr>
            <a:spLocks noGrp="1"/>
          </p:cNvSpPr>
          <p:nvPr/>
        </p:nvSpPr>
        <p:spPr>
          <a:xfrm>
            <a:off x="6990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F1_main_prauc_2505">
            <a:extLst>
              <a:ext uri="{FF2B5EF4-FFF2-40B4-BE49-F238E27FC236}">
                <a16:creationId xmlns:a16="http://schemas.microsoft.com/office/drawing/2014/main" id="{6BEEA851-0439-499C-BB6D-28ADE09288AB}"/>
              </a:ext>
            </a:extLst>
          </p:cNvPr>
          <p:cNvSpPr>
            <a:spLocks noGrp="1"/>
          </p:cNvSpPr>
          <p:nvPr/>
        </p:nvSpPr>
        <p:spPr>
          <a:xfrm>
            <a:off x="70789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F1_main_prauc_2506">
            <a:extLst>
              <a:ext uri="{FF2B5EF4-FFF2-40B4-BE49-F238E27FC236}">
                <a16:creationId xmlns:a16="http://schemas.microsoft.com/office/drawing/2014/main" id="{A09A31C4-BDC3-470E-A60E-FF46B4537660}"/>
              </a:ext>
            </a:extLst>
          </p:cNvPr>
          <p:cNvSpPr>
            <a:spLocks noGrp="1"/>
          </p:cNvSpPr>
          <p:nvPr/>
        </p:nvSpPr>
        <p:spPr>
          <a:xfrm>
            <a:off x="700494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F1_main_prauc_2507">
            <a:extLst>
              <a:ext uri="{FF2B5EF4-FFF2-40B4-BE49-F238E27FC236}">
                <a16:creationId xmlns:a16="http://schemas.microsoft.com/office/drawing/2014/main" id="{5ACDE3B7-4111-4821-B19C-BCFD7D5F889D}"/>
              </a:ext>
            </a:extLst>
          </p:cNvPr>
          <p:cNvSpPr>
            <a:spLocks noGrp="1"/>
          </p:cNvSpPr>
          <p:nvPr/>
        </p:nvSpPr>
        <p:spPr>
          <a:xfrm>
            <a:off x="70054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F1_main_prauc_2508">
            <a:extLst>
              <a:ext uri="{FF2B5EF4-FFF2-40B4-BE49-F238E27FC236}">
                <a16:creationId xmlns:a16="http://schemas.microsoft.com/office/drawing/2014/main" id="{E9C485C4-3D4B-409A-812A-9A96384DE94F}"/>
              </a:ext>
            </a:extLst>
          </p:cNvPr>
          <p:cNvSpPr>
            <a:spLocks noGrp="1"/>
          </p:cNvSpPr>
          <p:nvPr/>
        </p:nvSpPr>
        <p:spPr>
          <a:xfrm>
            <a:off x="70037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F1_main_prauc_2509">
            <a:extLst>
              <a:ext uri="{FF2B5EF4-FFF2-40B4-BE49-F238E27FC236}">
                <a16:creationId xmlns:a16="http://schemas.microsoft.com/office/drawing/2014/main" id="{BC76F9C1-9019-41D8-B293-1F0513850C24}"/>
              </a:ext>
            </a:extLst>
          </p:cNvPr>
          <p:cNvSpPr>
            <a:spLocks noGrp="1"/>
          </p:cNvSpPr>
          <p:nvPr/>
        </p:nvSpPr>
        <p:spPr>
          <a:xfrm>
            <a:off x="7015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F1_main_prauc_2510">
            <a:extLst>
              <a:ext uri="{FF2B5EF4-FFF2-40B4-BE49-F238E27FC236}">
                <a16:creationId xmlns:a16="http://schemas.microsoft.com/office/drawing/2014/main" id="{C4655DAB-6B17-48B4-BDC3-BBEAB25B25C1}"/>
              </a:ext>
            </a:extLst>
          </p:cNvPr>
          <p:cNvSpPr>
            <a:spLocks noGrp="1"/>
          </p:cNvSpPr>
          <p:nvPr/>
        </p:nvSpPr>
        <p:spPr>
          <a:xfrm>
            <a:off x="6858309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F1_main_prauc_2511">
            <a:extLst>
              <a:ext uri="{FF2B5EF4-FFF2-40B4-BE49-F238E27FC236}">
                <a16:creationId xmlns:a16="http://schemas.microsoft.com/office/drawing/2014/main" id="{F11CFB6B-917F-4010-9219-C1E25D49133C}"/>
              </a:ext>
            </a:extLst>
          </p:cNvPr>
          <p:cNvSpPr>
            <a:spLocks noGrp="1"/>
          </p:cNvSpPr>
          <p:nvPr/>
        </p:nvSpPr>
        <p:spPr>
          <a:xfrm>
            <a:off x="6885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F1_main_prauc_2512">
            <a:extLst>
              <a:ext uri="{FF2B5EF4-FFF2-40B4-BE49-F238E27FC236}">
                <a16:creationId xmlns:a16="http://schemas.microsoft.com/office/drawing/2014/main" id="{EB33E3D1-4B13-4166-BC1B-F2FEAF13DAAF}"/>
              </a:ext>
            </a:extLst>
          </p:cNvPr>
          <p:cNvSpPr>
            <a:spLocks noGrp="1"/>
          </p:cNvSpPr>
          <p:nvPr/>
        </p:nvSpPr>
        <p:spPr>
          <a:xfrm>
            <a:off x="6968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F1_main_prauc_2513">
            <a:extLst>
              <a:ext uri="{FF2B5EF4-FFF2-40B4-BE49-F238E27FC236}">
                <a16:creationId xmlns:a16="http://schemas.microsoft.com/office/drawing/2014/main" id="{7857FEE3-2EA9-4494-B005-B0918F1BBA82}"/>
              </a:ext>
            </a:extLst>
          </p:cNvPr>
          <p:cNvSpPr>
            <a:spLocks noGrp="1"/>
          </p:cNvSpPr>
          <p:nvPr/>
        </p:nvSpPr>
        <p:spPr>
          <a:xfrm>
            <a:off x="69021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F1_main_prauc_2514">
            <a:extLst>
              <a:ext uri="{FF2B5EF4-FFF2-40B4-BE49-F238E27FC236}">
                <a16:creationId xmlns:a16="http://schemas.microsoft.com/office/drawing/2014/main" id="{B3BEC83C-4F26-4F55-80DB-607701645850}"/>
              </a:ext>
            </a:extLst>
          </p:cNvPr>
          <p:cNvSpPr>
            <a:spLocks noGrp="1"/>
          </p:cNvSpPr>
          <p:nvPr/>
        </p:nvSpPr>
        <p:spPr>
          <a:xfrm>
            <a:off x="69141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F1_main_prauc_2515">
            <a:extLst>
              <a:ext uri="{FF2B5EF4-FFF2-40B4-BE49-F238E27FC236}">
                <a16:creationId xmlns:a16="http://schemas.microsoft.com/office/drawing/2014/main" id="{CFA89BF1-3794-4439-A7FB-055E68A91B52}"/>
              </a:ext>
            </a:extLst>
          </p:cNvPr>
          <p:cNvSpPr>
            <a:spLocks noGrp="1"/>
          </p:cNvSpPr>
          <p:nvPr/>
        </p:nvSpPr>
        <p:spPr>
          <a:xfrm>
            <a:off x="69193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F1_main_prauc_2516">
            <a:extLst>
              <a:ext uri="{FF2B5EF4-FFF2-40B4-BE49-F238E27FC236}">
                <a16:creationId xmlns:a16="http://schemas.microsoft.com/office/drawing/2014/main" id="{3D58F5F8-41BA-4EC2-AA2F-7EA98D9FE409}"/>
              </a:ext>
            </a:extLst>
          </p:cNvPr>
          <p:cNvSpPr>
            <a:spLocks noGrp="1"/>
          </p:cNvSpPr>
          <p:nvPr/>
        </p:nvSpPr>
        <p:spPr>
          <a:xfrm>
            <a:off x="694169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F1_main_prauc_2517">
            <a:extLst>
              <a:ext uri="{FF2B5EF4-FFF2-40B4-BE49-F238E27FC236}">
                <a16:creationId xmlns:a16="http://schemas.microsoft.com/office/drawing/2014/main" id="{28113626-DA63-41D4-BB57-084C910960E5}"/>
              </a:ext>
            </a:extLst>
          </p:cNvPr>
          <p:cNvSpPr>
            <a:spLocks noGrp="1"/>
          </p:cNvSpPr>
          <p:nvPr/>
        </p:nvSpPr>
        <p:spPr>
          <a:xfrm>
            <a:off x="70282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F1_main_prauc_2518">
            <a:extLst>
              <a:ext uri="{FF2B5EF4-FFF2-40B4-BE49-F238E27FC236}">
                <a16:creationId xmlns:a16="http://schemas.microsoft.com/office/drawing/2014/main" id="{9CC8E555-E5F5-4A71-9F84-AA12FC7EA023}"/>
              </a:ext>
            </a:extLst>
          </p:cNvPr>
          <p:cNvSpPr>
            <a:spLocks noGrp="1"/>
          </p:cNvSpPr>
          <p:nvPr/>
        </p:nvSpPr>
        <p:spPr>
          <a:xfrm>
            <a:off x="699354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F1_main_prauc_2519">
            <a:extLst>
              <a:ext uri="{FF2B5EF4-FFF2-40B4-BE49-F238E27FC236}">
                <a16:creationId xmlns:a16="http://schemas.microsoft.com/office/drawing/2014/main" id="{0E41F6FE-F3DC-4F04-AD76-561807DD4031}"/>
              </a:ext>
            </a:extLst>
          </p:cNvPr>
          <p:cNvSpPr>
            <a:spLocks noGrp="1"/>
          </p:cNvSpPr>
          <p:nvPr/>
        </p:nvSpPr>
        <p:spPr>
          <a:xfrm>
            <a:off x="69900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F1_main_prauc_2520">
            <a:extLst>
              <a:ext uri="{FF2B5EF4-FFF2-40B4-BE49-F238E27FC236}">
                <a16:creationId xmlns:a16="http://schemas.microsoft.com/office/drawing/2014/main" id="{A662908B-3AC4-4937-AAE9-70BE62222992}"/>
              </a:ext>
            </a:extLst>
          </p:cNvPr>
          <p:cNvSpPr>
            <a:spLocks noGrp="1"/>
          </p:cNvSpPr>
          <p:nvPr/>
        </p:nvSpPr>
        <p:spPr>
          <a:xfrm>
            <a:off x="7095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F1_main_prauc_2521">
            <a:extLst>
              <a:ext uri="{FF2B5EF4-FFF2-40B4-BE49-F238E27FC236}">
                <a16:creationId xmlns:a16="http://schemas.microsoft.com/office/drawing/2014/main" id="{EDFA2370-F572-4297-9A28-9DF4D4B832A8}"/>
              </a:ext>
            </a:extLst>
          </p:cNvPr>
          <p:cNvSpPr>
            <a:spLocks noGrp="1"/>
          </p:cNvSpPr>
          <p:nvPr/>
        </p:nvSpPr>
        <p:spPr>
          <a:xfrm>
            <a:off x="69306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F1_main_prauc_2522">
            <a:extLst>
              <a:ext uri="{FF2B5EF4-FFF2-40B4-BE49-F238E27FC236}">
                <a16:creationId xmlns:a16="http://schemas.microsoft.com/office/drawing/2014/main" id="{8E5476A1-7B66-4FFF-A056-659F8DE7091E}"/>
              </a:ext>
            </a:extLst>
          </p:cNvPr>
          <p:cNvSpPr>
            <a:spLocks noGrp="1"/>
          </p:cNvSpPr>
          <p:nvPr/>
        </p:nvSpPr>
        <p:spPr>
          <a:xfrm>
            <a:off x="7081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F1_main_prauc_2523">
            <a:extLst>
              <a:ext uri="{FF2B5EF4-FFF2-40B4-BE49-F238E27FC236}">
                <a16:creationId xmlns:a16="http://schemas.microsoft.com/office/drawing/2014/main" id="{945CBE30-B5F4-42A1-816A-526BAAA4EF0D}"/>
              </a:ext>
            </a:extLst>
          </p:cNvPr>
          <p:cNvSpPr>
            <a:spLocks noGrp="1"/>
          </p:cNvSpPr>
          <p:nvPr/>
        </p:nvSpPr>
        <p:spPr>
          <a:xfrm>
            <a:off x="70433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F1_main_prauc_2524">
            <a:extLst>
              <a:ext uri="{FF2B5EF4-FFF2-40B4-BE49-F238E27FC236}">
                <a16:creationId xmlns:a16="http://schemas.microsoft.com/office/drawing/2014/main" id="{96CC6D8C-B3F8-42ED-B501-7E64FEDB2DE0}"/>
              </a:ext>
            </a:extLst>
          </p:cNvPr>
          <p:cNvSpPr>
            <a:spLocks noGrp="1"/>
          </p:cNvSpPr>
          <p:nvPr/>
        </p:nvSpPr>
        <p:spPr>
          <a:xfrm>
            <a:off x="68893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F1_main_prauc_2525">
            <a:extLst>
              <a:ext uri="{FF2B5EF4-FFF2-40B4-BE49-F238E27FC236}">
                <a16:creationId xmlns:a16="http://schemas.microsoft.com/office/drawing/2014/main" id="{CC75B25E-5B63-4330-B088-D0A9BF8ED595}"/>
              </a:ext>
            </a:extLst>
          </p:cNvPr>
          <p:cNvSpPr>
            <a:spLocks noGrp="1"/>
          </p:cNvSpPr>
          <p:nvPr/>
        </p:nvSpPr>
        <p:spPr>
          <a:xfrm>
            <a:off x="6975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F1_main_prauc_2526">
            <a:extLst>
              <a:ext uri="{FF2B5EF4-FFF2-40B4-BE49-F238E27FC236}">
                <a16:creationId xmlns:a16="http://schemas.microsoft.com/office/drawing/2014/main" id="{507F95D8-4233-4150-B50D-070D576802F9}"/>
              </a:ext>
            </a:extLst>
          </p:cNvPr>
          <p:cNvSpPr>
            <a:spLocks noGrp="1"/>
          </p:cNvSpPr>
          <p:nvPr/>
        </p:nvSpPr>
        <p:spPr>
          <a:xfrm>
            <a:off x="7035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F1_main_prauc_2527">
            <a:extLst>
              <a:ext uri="{FF2B5EF4-FFF2-40B4-BE49-F238E27FC236}">
                <a16:creationId xmlns:a16="http://schemas.microsoft.com/office/drawing/2014/main" id="{AB057352-0BD9-489C-935A-248809464789}"/>
              </a:ext>
            </a:extLst>
          </p:cNvPr>
          <p:cNvSpPr>
            <a:spLocks noGrp="1"/>
          </p:cNvSpPr>
          <p:nvPr/>
        </p:nvSpPr>
        <p:spPr>
          <a:xfrm>
            <a:off x="6938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F1_main_prauc_2528">
            <a:extLst>
              <a:ext uri="{FF2B5EF4-FFF2-40B4-BE49-F238E27FC236}">
                <a16:creationId xmlns:a16="http://schemas.microsoft.com/office/drawing/2014/main" id="{4832A2CD-D645-4D56-8D01-5C7A850CA319}"/>
              </a:ext>
            </a:extLst>
          </p:cNvPr>
          <p:cNvSpPr>
            <a:spLocks noGrp="1"/>
          </p:cNvSpPr>
          <p:nvPr/>
        </p:nvSpPr>
        <p:spPr>
          <a:xfrm>
            <a:off x="701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F1_main_prauc_2529">
            <a:extLst>
              <a:ext uri="{FF2B5EF4-FFF2-40B4-BE49-F238E27FC236}">
                <a16:creationId xmlns:a16="http://schemas.microsoft.com/office/drawing/2014/main" id="{78AD6620-5A66-4299-9639-EDACBE430434}"/>
              </a:ext>
            </a:extLst>
          </p:cNvPr>
          <p:cNvSpPr>
            <a:spLocks noGrp="1"/>
          </p:cNvSpPr>
          <p:nvPr/>
        </p:nvSpPr>
        <p:spPr>
          <a:xfrm>
            <a:off x="69288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F1_main_prauc_2530">
            <a:extLst>
              <a:ext uri="{FF2B5EF4-FFF2-40B4-BE49-F238E27FC236}">
                <a16:creationId xmlns:a16="http://schemas.microsoft.com/office/drawing/2014/main" id="{852C5B8F-619E-4CAF-9616-50003E0F0FFA}"/>
              </a:ext>
            </a:extLst>
          </p:cNvPr>
          <p:cNvSpPr>
            <a:spLocks noGrp="1"/>
          </p:cNvSpPr>
          <p:nvPr/>
        </p:nvSpPr>
        <p:spPr>
          <a:xfrm>
            <a:off x="7024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F1_main_prauc_2531">
            <a:extLst>
              <a:ext uri="{FF2B5EF4-FFF2-40B4-BE49-F238E27FC236}">
                <a16:creationId xmlns:a16="http://schemas.microsoft.com/office/drawing/2014/main" id="{970F49AD-9F2B-47AB-BF57-B8642C9AABCD}"/>
              </a:ext>
            </a:extLst>
          </p:cNvPr>
          <p:cNvSpPr>
            <a:spLocks noGrp="1"/>
          </p:cNvSpPr>
          <p:nvPr/>
        </p:nvSpPr>
        <p:spPr>
          <a:xfrm>
            <a:off x="7013597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F1_main_prauc_2532">
            <a:extLst>
              <a:ext uri="{FF2B5EF4-FFF2-40B4-BE49-F238E27FC236}">
                <a16:creationId xmlns:a16="http://schemas.microsoft.com/office/drawing/2014/main" id="{0246D6C9-1C45-4EB4-991C-3AD18FC37BC1}"/>
              </a:ext>
            </a:extLst>
          </p:cNvPr>
          <p:cNvSpPr>
            <a:spLocks noGrp="1"/>
          </p:cNvSpPr>
          <p:nvPr/>
        </p:nvSpPr>
        <p:spPr>
          <a:xfrm>
            <a:off x="6926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F1_main_prauc_2533">
            <a:extLst>
              <a:ext uri="{FF2B5EF4-FFF2-40B4-BE49-F238E27FC236}">
                <a16:creationId xmlns:a16="http://schemas.microsoft.com/office/drawing/2014/main" id="{5011F6A2-7BDF-444F-A635-744ACFD8F0CC}"/>
              </a:ext>
            </a:extLst>
          </p:cNvPr>
          <p:cNvSpPr>
            <a:spLocks noGrp="1"/>
          </p:cNvSpPr>
          <p:nvPr/>
        </p:nvSpPr>
        <p:spPr>
          <a:xfrm>
            <a:off x="6981988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F1_main_prauc_2534">
            <a:extLst>
              <a:ext uri="{FF2B5EF4-FFF2-40B4-BE49-F238E27FC236}">
                <a16:creationId xmlns:a16="http://schemas.microsoft.com/office/drawing/2014/main" id="{48150A1C-9B07-461E-A251-953133A5231B}"/>
              </a:ext>
            </a:extLst>
          </p:cNvPr>
          <p:cNvSpPr>
            <a:spLocks noGrp="1"/>
          </p:cNvSpPr>
          <p:nvPr/>
        </p:nvSpPr>
        <p:spPr>
          <a:xfrm>
            <a:off x="6900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F1_main_prauc_2535">
            <a:extLst>
              <a:ext uri="{FF2B5EF4-FFF2-40B4-BE49-F238E27FC236}">
                <a16:creationId xmlns:a16="http://schemas.microsoft.com/office/drawing/2014/main" id="{F2485307-2ADC-46C0-A0B5-02D72423DA4D}"/>
              </a:ext>
            </a:extLst>
          </p:cNvPr>
          <p:cNvSpPr>
            <a:spLocks noGrp="1"/>
          </p:cNvSpPr>
          <p:nvPr/>
        </p:nvSpPr>
        <p:spPr>
          <a:xfrm>
            <a:off x="69933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F1_main_prauc_2536">
            <a:extLst>
              <a:ext uri="{FF2B5EF4-FFF2-40B4-BE49-F238E27FC236}">
                <a16:creationId xmlns:a16="http://schemas.microsoft.com/office/drawing/2014/main" id="{298206D3-5FED-45AC-93E7-D0D7BC496B54}"/>
              </a:ext>
            </a:extLst>
          </p:cNvPr>
          <p:cNvSpPr>
            <a:spLocks noGrp="1"/>
          </p:cNvSpPr>
          <p:nvPr/>
        </p:nvSpPr>
        <p:spPr>
          <a:xfrm>
            <a:off x="69208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F1_main_prauc_2537">
            <a:extLst>
              <a:ext uri="{FF2B5EF4-FFF2-40B4-BE49-F238E27FC236}">
                <a16:creationId xmlns:a16="http://schemas.microsoft.com/office/drawing/2014/main" id="{421BC3EB-31E6-4D5A-97F7-68CBA31338AC}"/>
              </a:ext>
            </a:extLst>
          </p:cNvPr>
          <p:cNvSpPr>
            <a:spLocks noGrp="1"/>
          </p:cNvSpPr>
          <p:nvPr/>
        </p:nvSpPr>
        <p:spPr>
          <a:xfrm>
            <a:off x="706747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F1_main_prauc_2538">
            <a:extLst>
              <a:ext uri="{FF2B5EF4-FFF2-40B4-BE49-F238E27FC236}">
                <a16:creationId xmlns:a16="http://schemas.microsoft.com/office/drawing/2014/main" id="{CEEB1015-CFA2-4C60-B448-CC72698F0C89}"/>
              </a:ext>
            </a:extLst>
          </p:cNvPr>
          <p:cNvSpPr>
            <a:spLocks noGrp="1"/>
          </p:cNvSpPr>
          <p:nvPr/>
        </p:nvSpPr>
        <p:spPr>
          <a:xfrm>
            <a:off x="70928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F1_main_prauc_2539">
            <a:extLst>
              <a:ext uri="{FF2B5EF4-FFF2-40B4-BE49-F238E27FC236}">
                <a16:creationId xmlns:a16="http://schemas.microsoft.com/office/drawing/2014/main" id="{3EE293AD-B54A-4DA7-A362-E752FFD819E1}"/>
              </a:ext>
            </a:extLst>
          </p:cNvPr>
          <p:cNvSpPr>
            <a:spLocks noGrp="1"/>
          </p:cNvSpPr>
          <p:nvPr/>
        </p:nvSpPr>
        <p:spPr>
          <a:xfrm>
            <a:off x="6994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F1_main_prauc_2540">
            <a:extLst>
              <a:ext uri="{FF2B5EF4-FFF2-40B4-BE49-F238E27FC236}">
                <a16:creationId xmlns:a16="http://schemas.microsoft.com/office/drawing/2014/main" id="{AD4605CA-0B31-461F-8808-7C6E9351A279}"/>
              </a:ext>
            </a:extLst>
          </p:cNvPr>
          <p:cNvSpPr>
            <a:spLocks noGrp="1"/>
          </p:cNvSpPr>
          <p:nvPr/>
        </p:nvSpPr>
        <p:spPr>
          <a:xfrm>
            <a:off x="70824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F1_main_prauc_2541">
            <a:extLst>
              <a:ext uri="{FF2B5EF4-FFF2-40B4-BE49-F238E27FC236}">
                <a16:creationId xmlns:a16="http://schemas.microsoft.com/office/drawing/2014/main" id="{1D4125F4-22A0-407B-8EEA-64805E7C0908}"/>
              </a:ext>
            </a:extLst>
          </p:cNvPr>
          <p:cNvSpPr>
            <a:spLocks noGrp="1"/>
          </p:cNvSpPr>
          <p:nvPr/>
        </p:nvSpPr>
        <p:spPr>
          <a:xfrm>
            <a:off x="70466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F1_main_prauc_2542">
            <a:extLst>
              <a:ext uri="{FF2B5EF4-FFF2-40B4-BE49-F238E27FC236}">
                <a16:creationId xmlns:a16="http://schemas.microsoft.com/office/drawing/2014/main" id="{43C64923-759E-472B-A699-987CD743B66A}"/>
              </a:ext>
            </a:extLst>
          </p:cNvPr>
          <p:cNvSpPr>
            <a:spLocks noGrp="1"/>
          </p:cNvSpPr>
          <p:nvPr/>
        </p:nvSpPr>
        <p:spPr>
          <a:xfrm>
            <a:off x="7052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F1_main_prauc_2543">
            <a:extLst>
              <a:ext uri="{FF2B5EF4-FFF2-40B4-BE49-F238E27FC236}">
                <a16:creationId xmlns:a16="http://schemas.microsoft.com/office/drawing/2014/main" id="{3B95ACB5-B8F0-4764-A0B4-4A4BE5486607}"/>
              </a:ext>
            </a:extLst>
          </p:cNvPr>
          <p:cNvSpPr>
            <a:spLocks noGrp="1"/>
          </p:cNvSpPr>
          <p:nvPr/>
        </p:nvSpPr>
        <p:spPr>
          <a:xfrm>
            <a:off x="70972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F1_main_prauc_2544">
            <a:extLst>
              <a:ext uri="{FF2B5EF4-FFF2-40B4-BE49-F238E27FC236}">
                <a16:creationId xmlns:a16="http://schemas.microsoft.com/office/drawing/2014/main" id="{476AE696-4C53-4EC4-9DEF-61AEB4892568}"/>
              </a:ext>
            </a:extLst>
          </p:cNvPr>
          <p:cNvSpPr>
            <a:spLocks noGrp="1"/>
          </p:cNvSpPr>
          <p:nvPr/>
        </p:nvSpPr>
        <p:spPr>
          <a:xfrm>
            <a:off x="7063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F1_main_prauc_2545">
            <a:extLst>
              <a:ext uri="{FF2B5EF4-FFF2-40B4-BE49-F238E27FC236}">
                <a16:creationId xmlns:a16="http://schemas.microsoft.com/office/drawing/2014/main" id="{D16C5AF0-A161-4352-8F07-0A76E4E348C5}"/>
              </a:ext>
            </a:extLst>
          </p:cNvPr>
          <p:cNvSpPr>
            <a:spLocks noGrp="1"/>
          </p:cNvSpPr>
          <p:nvPr/>
        </p:nvSpPr>
        <p:spPr>
          <a:xfrm>
            <a:off x="69400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F1_main_prauc_2546">
            <a:extLst>
              <a:ext uri="{FF2B5EF4-FFF2-40B4-BE49-F238E27FC236}">
                <a16:creationId xmlns:a16="http://schemas.microsoft.com/office/drawing/2014/main" id="{0EDADAB2-2E54-4C5F-9A72-A0BA06EB0DD5}"/>
              </a:ext>
            </a:extLst>
          </p:cNvPr>
          <p:cNvSpPr>
            <a:spLocks noGrp="1"/>
          </p:cNvSpPr>
          <p:nvPr/>
        </p:nvSpPr>
        <p:spPr>
          <a:xfrm>
            <a:off x="68579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F1_main_prauc_2547">
            <a:extLst>
              <a:ext uri="{FF2B5EF4-FFF2-40B4-BE49-F238E27FC236}">
                <a16:creationId xmlns:a16="http://schemas.microsoft.com/office/drawing/2014/main" id="{71B891AE-7B3F-486C-9B0E-61EF7B15F57F}"/>
              </a:ext>
            </a:extLst>
          </p:cNvPr>
          <p:cNvSpPr>
            <a:spLocks noGrp="1"/>
          </p:cNvSpPr>
          <p:nvPr/>
        </p:nvSpPr>
        <p:spPr>
          <a:xfrm>
            <a:off x="7012623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F1_main_prauc_2548">
            <a:extLst>
              <a:ext uri="{FF2B5EF4-FFF2-40B4-BE49-F238E27FC236}">
                <a16:creationId xmlns:a16="http://schemas.microsoft.com/office/drawing/2014/main" id="{F4421662-3927-4CD2-8668-97E5C5048007}"/>
              </a:ext>
            </a:extLst>
          </p:cNvPr>
          <p:cNvSpPr>
            <a:spLocks noGrp="1"/>
          </p:cNvSpPr>
          <p:nvPr/>
        </p:nvSpPr>
        <p:spPr>
          <a:xfrm>
            <a:off x="69535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F1_main_prauc_2549">
            <a:extLst>
              <a:ext uri="{FF2B5EF4-FFF2-40B4-BE49-F238E27FC236}">
                <a16:creationId xmlns:a16="http://schemas.microsoft.com/office/drawing/2014/main" id="{8FEBF164-08FE-4F6A-86B3-D09786E4BAC5}"/>
              </a:ext>
            </a:extLst>
          </p:cNvPr>
          <p:cNvSpPr>
            <a:spLocks noGrp="1"/>
          </p:cNvSpPr>
          <p:nvPr/>
        </p:nvSpPr>
        <p:spPr>
          <a:xfrm>
            <a:off x="70056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F1_main_prauc_2550">
            <a:extLst>
              <a:ext uri="{FF2B5EF4-FFF2-40B4-BE49-F238E27FC236}">
                <a16:creationId xmlns:a16="http://schemas.microsoft.com/office/drawing/2014/main" id="{CC853836-3575-4695-A47E-36ACBA8292E6}"/>
              </a:ext>
            </a:extLst>
          </p:cNvPr>
          <p:cNvSpPr>
            <a:spLocks noGrp="1"/>
          </p:cNvSpPr>
          <p:nvPr/>
        </p:nvSpPr>
        <p:spPr>
          <a:xfrm>
            <a:off x="68808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F1_main_prauc_2551">
            <a:extLst>
              <a:ext uri="{FF2B5EF4-FFF2-40B4-BE49-F238E27FC236}">
                <a16:creationId xmlns:a16="http://schemas.microsoft.com/office/drawing/2014/main" id="{E6222E55-59AC-4347-9612-1519FE5DA2F8}"/>
              </a:ext>
            </a:extLst>
          </p:cNvPr>
          <p:cNvSpPr>
            <a:spLocks noGrp="1"/>
          </p:cNvSpPr>
          <p:nvPr/>
        </p:nvSpPr>
        <p:spPr>
          <a:xfrm>
            <a:off x="70096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F1_main_prauc_2552">
            <a:extLst>
              <a:ext uri="{FF2B5EF4-FFF2-40B4-BE49-F238E27FC236}">
                <a16:creationId xmlns:a16="http://schemas.microsoft.com/office/drawing/2014/main" id="{9B716F63-559F-4D36-B885-971A7992CF4A}"/>
              </a:ext>
            </a:extLst>
          </p:cNvPr>
          <p:cNvSpPr>
            <a:spLocks noGrp="1"/>
          </p:cNvSpPr>
          <p:nvPr/>
        </p:nvSpPr>
        <p:spPr>
          <a:xfrm>
            <a:off x="6927671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F1_main_prauc_2553">
            <a:extLst>
              <a:ext uri="{FF2B5EF4-FFF2-40B4-BE49-F238E27FC236}">
                <a16:creationId xmlns:a16="http://schemas.microsoft.com/office/drawing/2014/main" id="{3CCC35F1-A77B-43D4-B08A-178C252AB179}"/>
              </a:ext>
            </a:extLst>
          </p:cNvPr>
          <p:cNvSpPr>
            <a:spLocks noGrp="1"/>
          </p:cNvSpPr>
          <p:nvPr/>
        </p:nvSpPr>
        <p:spPr>
          <a:xfrm>
            <a:off x="7091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F1_main_prauc_2554">
            <a:extLst>
              <a:ext uri="{FF2B5EF4-FFF2-40B4-BE49-F238E27FC236}">
                <a16:creationId xmlns:a16="http://schemas.microsoft.com/office/drawing/2014/main" id="{2243F9F1-6B58-4E7B-A9DB-33C6BE7AC11F}"/>
              </a:ext>
            </a:extLst>
          </p:cNvPr>
          <p:cNvSpPr>
            <a:spLocks noGrp="1"/>
          </p:cNvSpPr>
          <p:nvPr/>
        </p:nvSpPr>
        <p:spPr>
          <a:xfrm>
            <a:off x="6977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F1_main_prauc_2555">
            <a:extLst>
              <a:ext uri="{FF2B5EF4-FFF2-40B4-BE49-F238E27FC236}">
                <a16:creationId xmlns:a16="http://schemas.microsoft.com/office/drawing/2014/main" id="{9313C6C2-7C4A-4F7D-BF69-1781B975AC77}"/>
              </a:ext>
            </a:extLst>
          </p:cNvPr>
          <p:cNvSpPr>
            <a:spLocks noGrp="1"/>
          </p:cNvSpPr>
          <p:nvPr/>
        </p:nvSpPr>
        <p:spPr>
          <a:xfrm>
            <a:off x="69357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F1_main_prauc_2556">
            <a:extLst>
              <a:ext uri="{FF2B5EF4-FFF2-40B4-BE49-F238E27FC236}">
                <a16:creationId xmlns:a16="http://schemas.microsoft.com/office/drawing/2014/main" id="{1416A5E4-B10C-4047-96A8-1650FF72597B}"/>
              </a:ext>
            </a:extLst>
          </p:cNvPr>
          <p:cNvSpPr>
            <a:spLocks noGrp="1"/>
          </p:cNvSpPr>
          <p:nvPr/>
        </p:nvSpPr>
        <p:spPr>
          <a:xfrm>
            <a:off x="70605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F1_main_prauc_2557">
            <a:extLst>
              <a:ext uri="{FF2B5EF4-FFF2-40B4-BE49-F238E27FC236}">
                <a16:creationId xmlns:a16="http://schemas.microsoft.com/office/drawing/2014/main" id="{97436BD1-A1DA-4C00-89EB-783E8E114AA8}"/>
              </a:ext>
            </a:extLst>
          </p:cNvPr>
          <p:cNvSpPr>
            <a:spLocks noGrp="1"/>
          </p:cNvSpPr>
          <p:nvPr/>
        </p:nvSpPr>
        <p:spPr>
          <a:xfrm>
            <a:off x="69756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F1_main_prauc_2558">
            <a:extLst>
              <a:ext uri="{FF2B5EF4-FFF2-40B4-BE49-F238E27FC236}">
                <a16:creationId xmlns:a16="http://schemas.microsoft.com/office/drawing/2014/main" id="{208D20FD-932A-4E29-AD7A-F8847FDAB9A8}"/>
              </a:ext>
            </a:extLst>
          </p:cNvPr>
          <p:cNvSpPr>
            <a:spLocks noGrp="1"/>
          </p:cNvSpPr>
          <p:nvPr/>
        </p:nvSpPr>
        <p:spPr>
          <a:xfrm>
            <a:off x="70600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F1_main_prauc_2559">
            <a:extLst>
              <a:ext uri="{FF2B5EF4-FFF2-40B4-BE49-F238E27FC236}">
                <a16:creationId xmlns:a16="http://schemas.microsoft.com/office/drawing/2014/main" id="{B7BD0BDC-4148-4ED2-B184-28D0D7F34F9E}"/>
              </a:ext>
            </a:extLst>
          </p:cNvPr>
          <p:cNvSpPr>
            <a:spLocks noGrp="1"/>
          </p:cNvSpPr>
          <p:nvPr/>
        </p:nvSpPr>
        <p:spPr>
          <a:xfrm>
            <a:off x="70243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F1_main_prauc_2560">
            <a:extLst>
              <a:ext uri="{FF2B5EF4-FFF2-40B4-BE49-F238E27FC236}">
                <a16:creationId xmlns:a16="http://schemas.microsoft.com/office/drawing/2014/main" id="{71F3D3D8-2180-4F0B-830E-0E16386086CB}"/>
              </a:ext>
            </a:extLst>
          </p:cNvPr>
          <p:cNvSpPr>
            <a:spLocks noGrp="1"/>
          </p:cNvSpPr>
          <p:nvPr/>
        </p:nvSpPr>
        <p:spPr>
          <a:xfrm>
            <a:off x="69972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F1_main_prauc_2561">
            <a:extLst>
              <a:ext uri="{FF2B5EF4-FFF2-40B4-BE49-F238E27FC236}">
                <a16:creationId xmlns:a16="http://schemas.microsoft.com/office/drawing/2014/main" id="{7806FC4F-E1FC-4A2B-8F35-7585F0AE1B43}"/>
              </a:ext>
            </a:extLst>
          </p:cNvPr>
          <p:cNvSpPr>
            <a:spLocks noGrp="1"/>
          </p:cNvSpPr>
          <p:nvPr/>
        </p:nvSpPr>
        <p:spPr>
          <a:xfrm>
            <a:off x="70882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F1_main_prauc_2562">
            <a:extLst>
              <a:ext uri="{FF2B5EF4-FFF2-40B4-BE49-F238E27FC236}">
                <a16:creationId xmlns:a16="http://schemas.microsoft.com/office/drawing/2014/main" id="{F7F55A9A-8EE5-4B2C-BE1A-00446C31839D}"/>
              </a:ext>
            </a:extLst>
          </p:cNvPr>
          <p:cNvSpPr>
            <a:spLocks noGrp="1"/>
          </p:cNvSpPr>
          <p:nvPr/>
        </p:nvSpPr>
        <p:spPr>
          <a:xfrm>
            <a:off x="6866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F1_main_prauc_2563">
            <a:extLst>
              <a:ext uri="{FF2B5EF4-FFF2-40B4-BE49-F238E27FC236}">
                <a16:creationId xmlns:a16="http://schemas.microsoft.com/office/drawing/2014/main" id="{A59504A4-F24C-41C7-B6D0-0FC4C70556D7}"/>
              </a:ext>
            </a:extLst>
          </p:cNvPr>
          <p:cNvSpPr>
            <a:spLocks noGrp="1"/>
          </p:cNvSpPr>
          <p:nvPr/>
        </p:nvSpPr>
        <p:spPr>
          <a:xfrm>
            <a:off x="7076590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F1_main_prauc_2564">
            <a:extLst>
              <a:ext uri="{FF2B5EF4-FFF2-40B4-BE49-F238E27FC236}">
                <a16:creationId xmlns:a16="http://schemas.microsoft.com/office/drawing/2014/main" id="{92126B28-7C38-41A0-BD83-8CAF60ECFF6A}"/>
              </a:ext>
            </a:extLst>
          </p:cNvPr>
          <p:cNvSpPr>
            <a:spLocks noGrp="1"/>
          </p:cNvSpPr>
          <p:nvPr/>
        </p:nvSpPr>
        <p:spPr>
          <a:xfrm>
            <a:off x="69319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F1_main_prauc_2565">
            <a:extLst>
              <a:ext uri="{FF2B5EF4-FFF2-40B4-BE49-F238E27FC236}">
                <a16:creationId xmlns:a16="http://schemas.microsoft.com/office/drawing/2014/main" id="{12DF05C4-531E-402A-B334-2338E9BA9843}"/>
              </a:ext>
            </a:extLst>
          </p:cNvPr>
          <p:cNvSpPr>
            <a:spLocks noGrp="1"/>
          </p:cNvSpPr>
          <p:nvPr/>
        </p:nvSpPr>
        <p:spPr>
          <a:xfrm>
            <a:off x="6865956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F1_main_prauc_2566">
            <a:extLst>
              <a:ext uri="{FF2B5EF4-FFF2-40B4-BE49-F238E27FC236}">
                <a16:creationId xmlns:a16="http://schemas.microsoft.com/office/drawing/2014/main" id="{A3FF1EE1-58C4-4669-AA54-25764127E1D1}"/>
              </a:ext>
            </a:extLst>
          </p:cNvPr>
          <p:cNvSpPr>
            <a:spLocks noGrp="1"/>
          </p:cNvSpPr>
          <p:nvPr/>
        </p:nvSpPr>
        <p:spPr>
          <a:xfrm>
            <a:off x="85439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F1_main_prauc_2567">
            <a:extLst>
              <a:ext uri="{FF2B5EF4-FFF2-40B4-BE49-F238E27FC236}">
                <a16:creationId xmlns:a16="http://schemas.microsoft.com/office/drawing/2014/main" id="{48FEA536-12D5-4CF2-AB83-D7E5852DC066}"/>
              </a:ext>
            </a:extLst>
          </p:cNvPr>
          <p:cNvSpPr>
            <a:spLocks noGrp="1"/>
          </p:cNvSpPr>
          <p:nvPr/>
        </p:nvSpPr>
        <p:spPr>
          <a:xfrm>
            <a:off x="84391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F1_main_prauc_2568">
            <a:extLst>
              <a:ext uri="{FF2B5EF4-FFF2-40B4-BE49-F238E27FC236}">
                <a16:creationId xmlns:a16="http://schemas.microsoft.com/office/drawing/2014/main" id="{F25CDFF3-DF2D-4AA7-9131-2FD4564A0EA2}"/>
              </a:ext>
            </a:extLst>
          </p:cNvPr>
          <p:cNvSpPr>
            <a:spLocks noGrp="1"/>
          </p:cNvSpPr>
          <p:nvPr/>
        </p:nvSpPr>
        <p:spPr>
          <a:xfrm>
            <a:off x="8476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F1_main_prauc_2569">
            <a:extLst>
              <a:ext uri="{FF2B5EF4-FFF2-40B4-BE49-F238E27FC236}">
                <a16:creationId xmlns:a16="http://schemas.microsoft.com/office/drawing/2014/main" id="{B098E2B3-7316-4BA7-AF53-F114B82E8452}"/>
              </a:ext>
            </a:extLst>
          </p:cNvPr>
          <p:cNvSpPr>
            <a:spLocks noGrp="1"/>
          </p:cNvSpPr>
          <p:nvPr/>
        </p:nvSpPr>
        <p:spPr>
          <a:xfrm>
            <a:off x="84791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F1_main_prauc_2570">
            <a:extLst>
              <a:ext uri="{FF2B5EF4-FFF2-40B4-BE49-F238E27FC236}">
                <a16:creationId xmlns:a16="http://schemas.microsoft.com/office/drawing/2014/main" id="{7246B895-64A3-4F94-855F-A59AED43A620}"/>
              </a:ext>
            </a:extLst>
          </p:cNvPr>
          <p:cNvSpPr>
            <a:spLocks noGrp="1"/>
          </p:cNvSpPr>
          <p:nvPr/>
        </p:nvSpPr>
        <p:spPr>
          <a:xfrm>
            <a:off x="8455457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F1_main_prauc_2571">
            <a:extLst>
              <a:ext uri="{FF2B5EF4-FFF2-40B4-BE49-F238E27FC236}">
                <a16:creationId xmlns:a16="http://schemas.microsoft.com/office/drawing/2014/main" id="{3FFD4CC4-5696-4A96-A1F4-E6C5037FA3DF}"/>
              </a:ext>
            </a:extLst>
          </p:cNvPr>
          <p:cNvSpPr>
            <a:spLocks noGrp="1"/>
          </p:cNvSpPr>
          <p:nvPr/>
        </p:nvSpPr>
        <p:spPr>
          <a:xfrm>
            <a:off x="86061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F1_main_prauc_2572">
            <a:extLst>
              <a:ext uri="{FF2B5EF4-FFF2-40B4-BE49-F238E27FC236}">
                <a16:creationId xmlns:a16="http://schemas.microsoft.com/office/drawing/2014/main" id="{32111956-923A-4A82-A2E4-869F9A7EAB25}"/>
              </a:ext>
            </a:extLst>
          </p:cNvPr>
          <p:cNvSpPr>
            <a:spLocks noGrp="1"/>
          </p:cNvSpPr>
          <p:nvPr/>
        </p:nvSpPr>
        <p:spPr>
          <a:xfrm>
            <a:off x="8428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F1_main_prauc_2573">
            <a:extLst>
              <a:ext uri="{FF2B5EF4-FFF2-40B4-BE49-F238E27FC236}">
                <a16:creationId xmlns:a16="http://schemas.microsoft.com/office/drawing/2014/main" id="{0790C603-3B89-4ADA-9B93-8B0968C58AA9}"/>
              </a:ext>
            </a:extLst>
          </p:cNvPr>
          <p:cNvSpPr>
            <a:spLocks noGrp="1"/>
          </p:cNvSpPr>
          <p:nvPr/>
        </p:nvSpPr>
        <p:spPr>
          <a:xfrm>
            <a:off x="8497050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F1_main_prauc_2574">
            <a:extLst>
              <a:ext uri="{FF2B5EF4-FFF2-40B4-BE49-F238E27FC236}">
                <a16:creationId xmlns:a16="http://schemas.microsoft.com/office/drawing/2014/main" id="{6C839DF9-BE2D-401F-8F04-6AC51A430357}"/>
              </a:ext>
            </a:extLst>
          </p:cNvPr>
          <p:cNvSpPr>
            <a:spLocks noGrp="1"/>
          </p:cNvSpPr>
          <p:nvPr/>
        </p:nvSpPr>
        <p:spPr>
          <a:xfrm>
            <a:off x="8605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F1_main_prauc_2575">
            <a:extLst>
              <a:ext uri="{FF2B5EF4-FFF2-40B4-BE49-F238E27FC236}">
                <a16:creationId xmlns:a16="http://schemas.microsoft.com/office/drawing/2014/main" id="{6BED4047-383C-4D17-A903-96566ABF3000}"/>
              </a:ext>
            </a:extLst>
          </p:cNvPr>
          <p:cNvSpPr>
            <a:spLocks noGrp="1"/>
          </p:cNvSpPr>
          <p:nvPr/>
        </p:nvSpPr>
        <p:spPr>
          <a:xfrm>
            <a:off x="855328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F1_main_prauc_2576">
            <a:extLst>
              <a:ext uri="{FF2B5EF4-FFF2-40B4-BE49-F238E27FC236}">
                <a16:creationId xmlns:a16="http://schemas.microsoft.com/office/drawing/2014/main" id="{DEBFEFF2-9E33-4AFE-AF95-586D243354B5}"/>
              </a:ext>
            </a:extLst>
          </p:cNvPr>
          <p:cNvSpPr>
            <a:spLocks noGrp="1"/>
          </p:cNvSpPr>
          <p:nvPr/>
        </p:nvSpPr>
        <p:spPr>
          <a:xfrm>
            <a:off x="8491003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F1_main_prauc_2577">
            <a:extLst>
              <a:ext uri="{FF2B5EF4-FFF2-40B4-BE49-F238E27FC236}">
                <a16:creationId xmlns:a16="http://schemas.microsoft.com/office/drawing/2014/main" id="{EB0A35EF-19E9-46CB-98BD-153D40169754}"/>
              </a:ext>
            </a:extLst>
          </p:cNvPr>
          <p:cNvSpPr>
            <a:spLocks noGrp="1"/>
          </p:cNvSpPr>
          <p:nvPr/>
        </p:nvSpPr>
        <p:spPr>
          <a:xfrm>
            <a:off x="8648935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F1_main_prauc_2578">
            <a:extLst>
              <a:ext uri="{FF2B5EF4-FFF2-40B4-BE49-F238E27FC236}">
                <a16:creationId xmlns:a16="http://schemas.microsoft.com/office/drawing/2014/main" id="{DBC03132-EE58-4F0E-A536-7EB852F55755}"/>
              </a:ext>
            </a:extLst>
          </p:cNvPr>
          <p:cNvSpPr>
            <a:spLocks noGrp="1"/>
          </p:cNvSpPr>
          <p:nvPr/>
        </p:nvSpPr>
        <p:spPr>
          <a:xfrm>
            <a:off x="8470437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F1_main_prauc_2579">
            <a:extLst>
              <a:ext uri="{FF2B5EF4-FFF2-40B4-BE49-F238E27FC236}">
                <a16:creationId xmlns:a16="http://schemas.microsoft.com/office/drawing/2014/main" id="{0F02FC2C-F878-4C85-81A2-B0BEDFC872B5}"/>
              </a:ext>
            </a:extLst>
          </p:cNvPr>
          <p:cNvSpPr>
            <a:spLocks noGrp="1"/>
          </p:cNvSpPr>
          <p:nvPr/>
        </p:nvSpPr>
        <p:spPr>
          <a:xfrm>
            <a:off x="86122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F1_main_prauc_2580">
            <a:extLst>
              <a:ext uri="{FF2B5EF4-FFF2-40B4-BE49-F238E27FC236}">
                <a16:creationId xmlns:a16="http://schemas.microsoft.com/office/drawing/2014/main" id="{4FBD027B-4419-4AD9-9E5A-AEC4C887B8A1}"/>
              </a:ext>
            </a:extLst>
          </p:cNvPr>
          <p:cNvSpPr>
            <a:spLocks noGrp="1"/>
          </p:cNvSpPr>
          <p:nvPr/>
        </p:nvSpPr>
        <p:spPr>
          <a:xfrm>
            <a:off x="84592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F1_main_prauc_2581">
            <a:extLst>
              <a:ext uri="{FF2B5EF4-FFF2-40B4-BE49-F238E27FC236}">
                <a16:creationId xmlns:a16="http://schemas.microsoft.com/office/drawing/2014/main" id="{B6D6CD84-4C3C-4D89-8AF6-AFD2E700E72D}"/>
              </a:ext>
            </a:extLst>
          </p:cNvPr>
          <p:cNvSpPr>
            <a:spLocks noGrp="1"/>
          </p:cNvSpPr>
          <p:nvPr/>
        </p:nvSpPr>
        <p:spPr>
          <a:xfrm>
            <a:off x="8543561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F1_main_prauc_2582">
            <a:extLst>
              <a:ext uri="{FF2B5EF4-FFF2-40B4-BE49-F238E27FC236}">
                <a16:creationId xmlns:a16="http://schemas.microsoft.com/office/drawing/2014/main" id="{CB178AD4-B680-43BF-9041-2B16FD04ABBA}"/>
              </a:ext>
            </a:extLst>
          </p:cNvPr>
          <p:cNvSpPr>
            <a:spLocks noGrp="1"/>
          </p:cNvSpPr>
          <p:nvPr/>
        </p:nvSpPr>
        <p:spPr>
          <a:xfrm>
            <a:off x="8670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F1_main_prauc_2583">
            <a:extLst>
              <a:ext uri="{FF2B5EF4-FFF2-40B4-BE49-F238E27FC236}">
                <a16:creationId xmlns:a16="http://schemas.microsoft.com/office/drawing/2014/main" id="{11FA7596-C249-4B37-98AD-DDBAA4601D10}"/>
              </a:ext>
            </a:extLst>
          </p:cNvPr>
          <p:cNvSpPr>
            <a:spLocks noGrp="1"/>
          </p:cNvSpPr>
          <p:nvPr/>
        </p:nvSpPr>
        <p:spPr>
          <a:xfrm>
            <a:off x="84828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F1_main_prauc_2584">
            <a:extLst>
              <a:ext uri="{FF2B5EF4-FFF2-40B4-BE49-F238E27FC236}">
                <a16:creationId xmlns:a16="http://schemas.microsoft.com/office/drawing/2014/main" id="{76867998-0D5D-4188-99DA-F8F465B8E7E7}"/>
              </a:ext>
            </a:extLst>
          </p:cNvPr>
          <p:cNvSpPr>
            <a:spLocks noGrp="1"/>
          </p:cNvSpPr>
          <p:nvPr/>
        </p:nvSpPr>
        <p:spPr>
          <a:xfrm>
            <a:off x="84274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F1_main_prauc_2585">
            <a:extLst>
              <a:ext uri="{FF2B5EF4-FFF2-40B4-BE49-F238E27FC236}">
                <a16:creationId xmlns:a16="http://schemas.microsoft.com/office/drawing/2014/main" id="{E4C04EFC-5796-49DA-B674-6D7DDF6827D9}"/>
              </a:ext>
            </a:extLst>
          </p:cNvPr>
          <p:cNvSpPr>
            <a:spLocks noGrp="1"/>
          </p:cNvSpPr>
          <p:nvPr/>
        </p:nvSpPr>
        <p:spPr>
          <a:xfrm>
            <a:off x="8497468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F1_main_prauc_2586">
            <a:extLst>
              <a:ext uri="{FF2B5EF4-FFF2-40B4-BE49-F238E27FC236}">
                <a16:creationId xmlns:a16="http://schemas.microsoft.com/office/drawing/2014/main" id="{A6FB7B26-ED55-4305-B2CE-561120533913}"/>
              </a:ext>
            </a:extLst>
          </p:cNvPr>
          <p:cNvSpPr>
            <a:spLocks noGrp="1"/>
          </p:cNvSpPr>
          <p:nvPr/>
        </p:nvSpPr>
        <p:spPr>
          <a:xfrm>
            <a:off x="86730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F1_main_prauc_2587">
            <a:extLst>
              <a:ext uri="{FF2B5EF4-FFF2-40B4-BE49-F238E27FC236}">
                <a16:creationId xmlns:a16="http://schemas.microsoft.com/office/drawing/2014/main" id="{98B44DCA-3F6D-4539-9A21-0D553A1930DC}"/>
              </a:ext>
            </a:extLst>
          </p:cNvPr>
          <p:cNvSpPr>
            <a:spLocks noGrp="1"/>
          </p:cNvSpPr>
          <p:nvPr/>
        </p:nvSpPr>
        <p:spPr>
          <a:xfrm>
            <a:off x="8452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F1_main_prauc_2588">
            <a:extLst>
              <a:ext uri="{FF2B5EF4-FFF2-40B4-BE49-F238E27FC236}">
                <a16:creationId xmlns:a16="http://schemas.microsoft.com/office/drawing/2014/main" id="{05F9E09A-995B-48CA-9E53-2E093860162E}"/>
              </a:ext>
            </a:extLst>
          </p:cNvPr>
          <p:cNvSpPr>
            <a:spLocks noGrp="1"/>
          </p:cNvSpPr>
          <p:nvPr/>
        </p:nvSpPr>
        <p:spPr>
          <a:xfrm>
            <a:off x="8586545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F1_main_prauc_2589">
            <a:extLst>
              <a:ext uri="{FF2B5EF4-FFF2-40B4-BE49-F238E27FC236}">
                <a16:creationId xmlns:a16="http://schemas.microsoft.com/office/drawing/2014/main" id="{32EEFF7B-AC1E-4F35-BFFD-CF5EACF458E1}"/>
              </a:ext>
            </a:extLst>
          </p:cNvPr>
          <p:cNvSpPr>
            <a:spLocks noGrp="1"/>
          </p:cNvSpPr>
          <p:nvPr/>
        </p:nvSpPr>
        <p:spPr>
          <a:xfrm>
            <a:off x="8570858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F1_main_prauc_2590">
            <a:extLst>
              <a:ext uri="{FF2B5EF4-FFF2-40B4-BE49-F238E27FC236}">
                <a16:creationId xmlns:a16="http://schemas.microsoft.com/office/drawing/2014/main" id="{DF4A6E94-7880-4BF5-9527-52F515D28A6A}"/>
              </a:ext>
            </a:extLst>
          </p:cNvPr>
          <p:cNvSpPr>
            <a:spLocks noGrp="1"/>
          </p:cNvSpPr>
          <p:nvPr/>
        </p:nvSpPr>
        <p:spPr>
          <a:xfrm>
            <a:off x="86040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F1_main_prauc_2591">
            <a:extLst>
              <a:ext uri="{FF2B5EF4-FFF2-40B4-BE49-F238E27FC236}">
                <a16:creationId xmlns:a16="http://schemas.microsoft.com/office/drawing/2014/main" id="{8A3DC7EC-E6A3-42FB-A39E-0C9C379710BF}"/>
              </a:ext>
            </a:extLst>
          </p:cNvPr>
          <p:cNvSpPr>
            <a:spLocks noGrp="1"/>
          </p:cNvSpPr>
          <p:nvPr/>
        </p:nvSpPr>
        <p:spPr>
          <a:xfrm>
            <a:off x="84862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F1_main_prauc_2592">
            <a:extLst>
              <a:ext uri="{FF2B5EF4-FFF2-40B4-BE49-F238E27FC236}">
                <a16:creationId xmlns:a16="http://schemas.microsoft.com/office/drawing/2014/main" id="{01E7FA14-1CAE-4B8F-82D6-639D7278C354}"/>
              </a:ext>
            </a:extLst>
          </p:cNvPr>
          <p:cNvSpPr>
            <a:spLocks noGrp="1"/>
          </p:cNvSpPr>
          <p:nvPr/>
        </p:nvSpPr>
        <p:spPr>
          <a:xfrm>
            <a:off x="85475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F1_main_prauc_2593">
            <a:extLst>
              <a:ext uri="{FF2B5EF4-FFF2-40B4-BE49-F238E27FC236}">
                <a16:creationId xmlns:a16="http://schemas.microsoft.com/office/drawing/2014/main" id="{915AC671-6C3B-4F36-B5AD-96EBC4A08C9A}"/>
              </a:ext>
            </a:extLst>
          </p:cNvPr>
          <p:cNvSpPr>
            <a:spLocks noGrp="1"/>
          </p:cNvSpPr>
          <p:nvPr/>
        </p:nvSpPr>
        <p:spPr>
          <a:xfrm>
            <a:off x="8614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F1_main_prauc_2594">
            <a:extLst>
              <a:ext uri="{FF2B5EF4-FFF2-40B4-BE49-F238E27FC236}">
                <a16:creationId xmlns:a16="http://schemas.microsoft.com/office/drawing/2014/main" id="{0370AEC7-CBB3-42DA-9199-B9095C9949FF}"/>
              </a:ext>
            </a:extLst>
          </p:cNvPr>
          <p:cNvSpPr>
            <a:spLocks noGrp="1"/>
          </p:cNvSpPr>
          <p:nvPr/>
        </p:nvSpPr>
        <p:spPr>
          <a:xfrm>
            <a:off x="8563388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F1_main_prauc_2595">
            <a:extLst>
              <a:ext uri="{FF2B5EF4-FFF2-40B4-BE49-F238E27FC236}">
                <a16:creationId xmlns:a16="http://schemas.microsoft.com/office/drawing/2014/main" id="{5FF3A89C-7D81-48C4-9B91-5069543D7EE1}"/>
              </a:ext>
            </a:extLst>
          </p:cNvPr>
          <p:cNvSpPr>
            <a:spLocks noGrp="1"/>
          </p:cNvSpPr>
          <p:nvPr/>
        </p:nvSpPr>
        <p:spPr>
          <a:xfrm>
            <a:off x="85521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F1_main_prauc_2596">
            <a:extLst>
              <a:ext uri="{FF2B5EF4-FFF2-40B4-BE49-F238E27FC236}">
                <a16:creationId xmlns:a16="http://schemas.microsoft.com/office/drawing/2014/main" id="{4A61638A-3129-4C40-990D-7CF325E4C948}"/>
              </a:ext>
            </a:extLst>
          </p:cNvPr>
          <p:cNvSpPr>
            <a:spLocks noGrp="1"/>
          </p:cNvSpPr>
          <p:nvPr/>
        </p:nvSpPr>
        <p:spPr>
          <a:xfrm>
            <a:off x="84387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F1_main_prauc_2597">
            <a:extLst>
              <a:ext uri="{FF2B5EF4-FFF2-40B4-BE49-F238E27FC236}">
                <a16:creationId xmlns:a16="http://schemas.microsoft.com/office/drawing/2014/main" id="{93EB88D1-1B99-473C-BD50-C1AB14D92110}"/>
              </a:ext>
            </a:extLst>
          </p:cNvPr>
          <p:cNvSpPr>
            <a:spLocks noGrp="1"/>
          </p:cNvSpPr>
          <p:nvPr/>
        </p:nvSpPr>
        <p:spPr>
          <a:xfrm>
            <a:off x="8463860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F1_main_prauc_2598">
            <a:extLst>
              <a:ext uri="{FF2B5EF4-FFF2-40B4-BE49-F238E27FC236}">
                <a16:creationId xmlns:a16="http://schemas.microsoft.com/office/drawing/2014/main" id="{AEC7813A-C783-46E3-8F69-1938F6DE5C92}"/>
              </a:ext>
            </a:extLst>
          </p:cNvPr>
          <p:cNvSpPr>
            <a:spLocks noGrp="1"/>
          </p:cNvSpPr>
          <p:nvPr/>
        </p:nvSpPr>
        <p:spPr>
          <a:xfrm>
            <a:off x="85807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F1_main_prauc_2599">
            <a:extLst>
              <a:ext uri="{FF2B5EF4-FFF2-40B4-BE49-F238E27FC236}">
                <a16:creationId xmlns:a16="http://schemas.microsoft.com/office/drawing/2014/main" id="{306DAA05-BD78-4990-AEA0-E7BB22ABE17D}"/>
              </a:ext>
            </a:extLst>
          </p:cNvPr>
          <p:cNvSpPr>
            <a:spLocks noGrp="1"/>
          </p:cNvSpPr>
          <p:nvPr/>
        </p:nvSpPr>
        <p:spPr>
          <a:xfrm>
            <a:off x="84457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F1_main_prauc_2600">
            <a:extLst>
              <a:ext uri="{FF2B5EF4-FFF2-40B4-BE49-F238E27FC236}">
                <a16:creationId xmlns:a16="http://schemas.microsoft.com/office/drawing/2014/main" id="{3577D70D-A73C-43FE-8B20-9A981CFC1568}"/>
              </a:ext>
            </a:extLst>
          </p:cNvPr>
          <p:cNvSpPr>
            <a:spLocks noGrp="1"/>
          </p:cNvSpPr>
          <p:nvPr/>
        </p:nvSpPr>
        <p:spPr>
          <a:xfrm>
            <a:off x="86351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F1_main_prauc_2601">
            <a:extLst>
              <a:ext uri="{FF2B5EF4-FFF2-40B4-BE49-F238E27FC236}">
                <a16:creationId xmlns:a16="http://schemas.microsoft.com/office/drawing/2014/main" id="{39071268-E452-4EE0-8890-564408DC22AC}"/>
              </a:ext>
            </a:extLst>
          </p:cNvPr>
          <p:cNvSpPr>
            <a:spLocks noGrp="1"/>
          </p:cNvSpPr>
          <p:nvPr/>
        </p:nvSpPr>
        <p:spPr>
          <a:xfrm>
            <a:off x="85402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F1_main_prauc_2602">
            <a:extLst>
              <a:ext uri="{FF2B5EF4-FFF2-40B4-BE49-F238E27FC236}">
                <a16:creationId xmlns:a16="http://schemas.microsoft.com/office/drawing/2014/main" id="{08DD898D-3E25-4A8D-A83C-42798ACEA524}"/>
              </a:ext>
            </a:extLst>
          </p:cNvPr>
          <p:cNvSpPr>
            <a:spLocks noGrp="1"/>
          </p:cNvSpPr>
          <p:nvPr/>
        </p:nvSpPr>
        <p:spPr>
          <a:xfrm>
            <a:off x="86637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F1_main_prauc_2603">
            <a:extLst>
              <a:ext uri="{FF2B5EF4-FFF2-40B4-BE49-F238E27FC236}">
                <a16:creationId xmlns:a16="http://schemas.microsoft.com/office/drawing/2014/main" id="{36C1E748-853D-4508-96D2-A74CC0C56321}"/>
              </a:ext>
            </a:extLst>
          </p:cNvPr>
          <p:cNvSpPr>
            <a:spLocks noGrp="1"/>
          </p:cNvSpPr>
          <p:nvPr/>
        </p:nvSpPr>
        <p:spPr>
          <a:xfrm>
            <a:off x="86716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F1_main_prauc_2604">
            <a:extLst>
              <a:ext uri="{FF2B5EF4-FFF2-40B4-BE49-F238E27FC236}">
                <a16:creationId xmlns:a16="http://schemas.microsoft.com/office/drawing/2014/main" id="{0BD39983-D791-4FE9-9D0B-0294CB2DCFFE}"/>
              </a:ext>
            </a:extLst>
          </p:cNvPr>
          <p:cNvSpPr>
            <a:spLocks noGrp="1"/>
          </p:cNvSpPr>
          <p:nvPr/>
        </p:nvSpPr>
        <p:spPr>
          <a:xfrm>
            <a:off x="84816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F1_main_prauc_2605">
            <a:extLst>
              <a:ext uri="{FF2B5EF4-FFF2-40B4-BE49-F238E27FC236}">
                <a16:creationId xmlns:a16="http://schemas.microsoft.com/office/drawing/2014/main" id="{84818012-950C-47CE-AFE1-0E4C91A39D63}"/>
              </a:ext>
            </a:extLst>
          </p:cNvPr>
          <p:cNvSpPr>
            <a:spLocks noGrp="1"/>
          </p:cNvSpPr>
          <p:nvPr/>
        </p:nvSpPr>
        <p:spPr>
          <a:xfrm>
            <a:off x="85083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F1_main_prauc_2606">
            <a:extLst>
              <a:ext uri="{FF2B5EF4-FFF2-40B4-BE49-F238E27FC236}">
                <a16:creationId xmlns:a16="http://schemas.microsoft.com/office/drawing/2014/main" id="{19F404C3-04D4-4787-AFD3-9F7869E2B81D}"/>
              </a:ext>
            </a:extLst>
          </p:cNvPr>
          <p:cNvSpPr>
            <a:spLocks noGrp="1"/>
          </p:cNvSpPr>
          <p:nvPr/>
        </p:nvSpPr>
        <p:spPr>
          <a:xfrm>
            <a:off x="8670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F1_main_prauc_2607">
            <a:extLst>
              <a:ext uri="{FF2B5EF4-FFF2-40B4-BE49-F238E27FC236}">
                <a16:creationId xmlns:a16="http://schemas.microsoft.com/office/drawing/2014/main" id="{F5751978-C21D-4E08-B856-1B92C40D1E70}"/>
              </a:ext>
            </a:extLst>
          </p:cNvPr>
          <p:cNvSpPr>
            <a:spLocks noGrp="1"/>
          </p:cNvSpPr>
          <p:nvPr/>
        </p:nvSpPr>
        <p:spPr>
          <a:xfrm>
            <a:off x="85599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F1_main_prauc_2608">
            <a:extLst>
              <a:ext uri="{FF2B5EF4-FFF2-40B4-BE49-F238E27FC236}">
                <a16:creationId xmlns:a16="http://schemas.microsoft.com/office/drawing/2014/main" id="{1475361B-0454-44D9-B78C-CB8B372D2CD1}"/>
              </a:ext>
            </a:extLst>
          </p:cNvPr>
          <p:cNvSpPr>
            <a:spLocks noGrp="1"/>
          </p:cNvSpPr>
          <p:nvPr/>
        </p:nvSpPr>
        <p:spPr>
          <a:xfrm>
            <a:off x="84619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F1_main_prauc_2609">
            <a:extLst>
              <a:ext uri="{FF2B5EF4-FFF2-40B4-BE49-F238E27FC236}">
                <a16:creationId xmlns:a16="http://schemas.microsoft.com/office/drawing/2014/main" id="{C9EDEBA7-F29F-4A4B-9ED0-88F9ADBE60D0}"/>
              </a:ext>
            </a:extLst>
          </p:cNvPr>
          <p:cNvSpPr>
            <a:spLocks noGrp="1"/>
          </p:cNvSpPr>
          <p:nvPr/>
        </p:nvSpPr>
        <p:spPr>
          <a:xfrm>
            <a:off x="8485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F1_main_prauc_2610">
            <a:extLst>
              <a:ext uri="{FF2B5EF4-FFF2-40B4-BE49-F238E27FC236}">
                <a16:creationId xmlns:a16="http://schemas.microsoft.com/office/drawing/2014/main" id="{23CDE72D-51A0-4D39-9794-001ED2E13297}"/>
              </a:ext>
            </a:extLst>
          </p:cNvPr>
          <p:cNvSpPr>
            <a:spLocks noGrp="1"/>
          </p:cNvSpPr>
          <p:nvPr/>
        </p:nvSpPr>
        <p:spPr>
          <a:xfrm>
            <a:off x="8574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F1_main_prauc_2611">
            <a:extLst>
              <a:ext uri="{FF2B5EF4-FFF2-40B4-BE49-F238E27FC236}">
                <a16:creationId xmlns:a16="http://schemas.microsoft.com/office/drawing/2014/main" id="{53DCC8E7-99FE-4959-AC1B-1C397B50E87C}"/>
              </a:ext>
            </a:extLst>
          </p:cNvPr>
          <p:cNvSpPr>
            <a:spLocks noGrp="1"/>
          </p:cNvSpPr>
          <p:nvPr/>
        </p:nvSpPr>
        <p:spPr>
          <a:xfrm>
            <a:off x="86608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F1_main_prauc_2612">
            <a:extLst>
              <a:ext uri="{FF2B5EF4-FFF2-40B4-BE49-F238E27FC236}">
                <a16:creationId xmlns:a16="http://schemas.microsoft.com/office/drawing/2014/main" id="{0A2D0485-BE5F-4024-A939-FA2FDEBC3535}"/>
              </a:ext>
            </a:extLst>
          </p:cNvPr>
          <p:cNvSpPr>
            <a:spLocks noGrp="1"/>
          </p:cNvSpPr>
          <p:nvPr/>
        </p:nvSpPr>
        <p:spPr>
          <a:xfrm>
            <a:off x="8667778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F1_main_prauc_2613">
            <a:extLst>
              <a:ext uri="{FF2B5EF4-FFF2-40B4-BE49-F238E27FC236}">
                <a16:creationId xmlns:a16="http://schemas.microsoft.com/office/drawing/2014/main" id="{FE2DF005-57DB-460C-A07D-14775586526E}"/>
              </a:ext>
            </a:extLst>
          </p:cNvPr>
          <p:cNvSpPr>
            <a:spLocks noGrp="1"/>
          </p:cNvSpPr>
          <p:nvPr/>
        </p:nvSpPr>
        <p:spPr>
          <a:xfrm>
            <a:off x="85750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F1_main_prauc_2614">
            <a:extLst>
              <a:ext uri="{FF2B5EF4-FFF2-40B4-BE49-F238E27FC236}">
                <a16:creationId xmlns:a16="http://schemas.microsoft.com/office/drawing/2014/main" id="{7E94173F-05D1-4D14-BF37-A520D731BD27}"/>
              </a:ext>
            </a:extLst>
          </p:cNvPr>
          <p:cNvSpPr>
            <a:spLocks noGrp="1"/>
          </p:cNvSpPr>
          <p:nvPr/>
        </p:nvSpPr>
        <p:spPr>
          <a:xfrm>
            <a:off x="86238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F1_main_prauc_2615">
            <a:extLst>
              <a:ext uri="{FF2B5EF4-FFF2-40B4-BE49-F238E27FC236}">
                <a16:creationId xmlns:a16="http://schemas.microsoft.com/office/drawing/2014/main" id="{0857A680-C16C-461A-8409-58702CA83E7D}"/>
              </a:ext>
            </a:extLst>
          </p:cNvPr>
          <p:cNvSpPr>
            <a:spLocks noGrp="1"/>
          </p:cNvSpPr>
          <p:nvPr/>
        </p:nvSpPr>
        <p:spPr>
          <a:xfrm>
            <a:off x="85404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F1_main_prauc_2616">
            <a:extLst>
              <a:ext uri="{FF2B5EF4-FFF2-40B4-BE49-F238E27FC236}">
                <a16:creationId xmlns:a16="http://schemas.microsoft.com/office/drawing/2014/main" id="{76AC4F79-0A31-448F-936D-7C2A3A6F1189}"/>
              </a:ext>
            </a:extLst>
          </p:cNvPr>
          <p:cNvSpPr>
            <a:spLocks noGrp="1"/>
          </p:cNvSpPr>
          <p:nvPr/>
        </p:nvSpPr>
        <p:spPr>
          <a:xfrm>
            <a:off x="86456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F1_main_prauc_2617">
            <a:extLst>
              <a:ext uri="{FF2B5EF4-FFF2-40B4-BE49-F238E27FC236}">
                <a16:creationId xmlns:a16="http://schemas.microsoft.com/office/drawing/2014/main" id="{FA5C7AD8-E90E-40BC-AE34-67F0EBC934A6}"/>
              </a:ext>
            </a:extLst>
          </p:cNvPr>
          <p:cNvSpPr>
            <a:spLocks noGrp="1"/>
          </p:cNvSpPr>
          <p:nvPr/>
        </p:nvSpPr>
        <p:spPr>
          <a:xfrm>
            <a:off x="8560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F1_main_prauc_2618">
            <a:extLst>
              <a:ext uri="{FF2B5EF4-FFF2-40B4-BE49-F238E27FC236}">
                <a16:creationId xmlns:a16="http://schemas.microsoft.com/office/drawing/2014/main" id="{37FD1295-1DC8-4E5C-8B94-41595C078A27}"/>
              </a:ext>
            </a:extLst>
          </p:cNvPr>
          <p:cNvSpPr>
            <a:spLocks noGrp="1"/>
          </p:cNvSpPr>
          <p:nvPr/>
        </p:nvSpPr>
        <p:spPr>
          <a:xfrm>
            <a:off x="8483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F1_main_prauc_2619">
            <a:extLst>
              <a:ext uri="{FF2B5EF4-FFF2-40B4-BE49-F238E27FC236}">
                <a16:creationId xmlns:a16="http://schemas.microsoft.com/office/drawing/2014/main" id="{934C9C79-9B58-4BEE-A77D-894E76E9C955}"/>
              </a:ext>
            </a:extLst>
          </p:cNvPr>
          <p:cNvSpPr>
            <a:spLocks noGrp="1"/>
          </p:cNvSpPr>
          <p:nvPr/>
        </p:nvSpPr>
        <p:spPr>
          <a:xfrm>
            <a:off x="8474465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F1_main_prauc_2620">
            <a:extLst>
              <a:ext uri="{FF2B5EF4-FFF2-40B4-BE49-F238E27FC236}">
                <a16:creationId xmlns:a16="http://schemas.microsoft.com/office/drawing/2014/main" id="{6A6040D8-7286-463C-9165-4230D9FAB8D5}"/>
              </a:ext>
            </a:extLst>
          </p:cNvPr>
          <p:cNvSpPr>
            <a:spLocks noGrp="1"/>
          </p:cNvSpPr>
          <p:nvPr/>
        </p:nvSpPr>
        <p:spPr>
          <a:xfrm>
            <a:off x="85650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F1_main_prauc_2621">
            <a:extLst>
              <a:ext uri="{FF2B5EF4-FFF2-40B4-BE49-F238E27FC236}">
                <a16:creationId xmlns:a16="http://schemas.microsoft.com/office/drawing/2014/main" id="{AFEE6C61-8BAB-4386-9C7A-6D17DBA08EA5}"/>
              </a:ext>
            </a:extLst>
          </p:cNvPr>
          <p:cNvSpPr>
            <a:spLocks noGrp="1"/>
          </p:cNvSpPr>
          <p:nvPr/>
        </p:nvSpPr>
        <p:spPr>
          <a:xfrm>
            <a:off x="8597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F1_main_prauc_2622">
            <a:extLst>
              <a:ext uri="{FF2B5EF4-FFF2-40B4-BE49-F238E27FC236}">
                <a16:creationId xmlns:a16="http://schemas.microsoft.com/office/drawing/2014/main" id="{5B3E91CF-380E-40DF-9621-ECB0264A12BA}"/>
              </a:ext>
            </a:extLst>
          </p:cNvPr>
          <p:cNvSpPr>
            <a:spLocks noGrp="1"/>
          </p:cNvSpPr>
          <p:nvPr/>
        </p:nvSpPr>
        <p:spPr>
          <a:xfrm>
            <a:off x="86781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F1_main_prauc_2623">
            <a:extLst>
              <a:ext uri="{FF2B5EF4-FFF2-40B4-BE49-F238E27FC236}">
                <a16:creationId xmlns:a16="http://schemas.microsoft.com/office/drawing/2014/main" id="{E01CB54F-B9A6-47E2-99FB-B3227DA092BE}"/>
              </a:ext>
            </a:extLst>
          </p:cNvPr>
          <p:cNvSpPr>
            <a:spLocks noGrp="1"/>
          </p:cNvSpPr>
          <p:nvPr/>
        </p:nvSpPr>
        <p:spPr>
          <a:xfrm>
            <a:off x="85378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F1_main_prauc_2624">
            <a:extLst>
              <a:ext uri="{FF2B5EF4-FFF2-40B4-BE49-F238E27FC236}">
                <a16:creationId xmlns:a16="http://schemas.microsoft.com/office/drawing/2014/main" id="{F92035D5-3B36-40BD-A96E-6633B752518F}"/>
              </a:ext>
            </a:extLst>
          </p:cNvPr>
          <p:cNvSpPr>
            <a:spLocks noGrp="1"/>
          </p:cNvSpPr>
          <p:nvPr/>
        </p:nvSpPr>
        <p:spPr>
          <a:xfrm>
            <a:off x="8434841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F1_main_prauc_2625">
            <a:extLst>
              <a:ext uri="{FF2B5EF4-FFF2-40B4-BE49-F238E27FC236}">
                <a16:creationId xmlns:a16="http://schemas.microsoft.com/office/drawing/2014/main" id="{2E4F2608-75D1-4CFE-A82B-1817CDEEAF6B}"/>
              </a:ext>
            </a:extLst>
          </p:cNvPr>
          <p:cNvSpPr>
            <a:spLocks noGrp="1"/>
          </p:cNvSpPr>
          <p:nvPr/>
        </p:nvSpPr>
        <p:spPr>
          <a:xfrm>
            <a:off x="8502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F1_main_prauc_2626">
            <a:extLst>
              <a:ext uri="{FF2B5EF4-FFF2-40B4-BE49-F238E27FC236}">
                <a16:creationId xmlns:a16="http://schemas.microsoft.com/office/drawing/2014/main" id="{B686F3F2-8185-4D0E-9582-BE5A54D4A10A}"/>
              </a:ext>
            </a:extLst>
          </p:cNvPr>
          <p:cNvSpPr>
            <a:spLocks noGrp="1"/>
          </p:cNvSpPr>
          <p:nvPr/>
        </p:nvSpPr>
        <p:spPr>
          <a:xfrm>
            <a:off x="8671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F1_main_prauc_2627">
            <a:extLst>
              <a:ext uri="{FF2B5EF4-FFF2-40B4-BE49-F238E27FC236}">
                <a16:creationId xmlns:a16="http://schemas.microsoft.com/office/drawing/2014/main" id="{C8E1F216-52EE-4111-BEE3-E5C6AFDA929A}"/>
              </a:ext>
            </a:extLst>
          </p:cNvPr>
          <p:cNvSpPr>
            <a:spLocks noGrp="1"/>
          </p:cNvSpPr>
          <p:nvPr/>
        </p:nvSpPr>
        <p:spPr>
          <a:xfrm>
            <a:off x="85549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F1_main_prauc_2628">
            <a:extLst>
              <a:ext uri="{FF2B5EF4-FFF2-40B4-BE49-F238E27FC236}">
                <a16:creationId xmlns:a16="http://schemas.microsoft.com/office/drawing/2014/main" id="{319713A5-AC05-4338-A067-AED39486A874}"/>
              </a:ext>
            </a:extLst>
          </p:cNvPr>
          <p:cNvSpPr>
            <a:spLocks noGrp="1"/>
          </p:cNvSpPr>
          <p:nvPr/>
        </p:nvSpPr>
        <p:spPr>
          <a:xfrm>
            <a:off x="85232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F1_main_prauc_2629">
            <a:extLst>
              <a:ext uri="{FF2B5EF4-FFF2-40B4-BE49-F238E27FC236}">
                <a16:creationId xmlns:a16="http://schemas.microsoft.com/office/drawing/2014/main" id="{D02C19CC-D268-4334-A89A-8F8541C8C22F}"/>
              </a:ext>
            </a:extLst>
          </p:cNvPr>
          <p:cNvSpPr>
            <a:spLocks noGrp="1"/>
          </p:cNvSpPr>
          <p:nvPr/>
        </p:nvSpPr>
        <p:spPr>
          <a:xfrm>
            <a:off x="8583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F1_main_prauc_2630">
            <a:extLst>
              <a:ext uri="{FF2B5EF4-FFF2-40B4-BE49-F238E27FC236}">
                <a16:creationId xmlns:a16="http://schemas.microsoft.com/office/drawing/2014/main" id="{755F6B29-6FF7-46CB-BD8A-5DBDA011E116}"/>
              </a:ext>
            </a:extLst>
          </p:cNvPr>
          <p:cNvSpPr>
            <a:spLocks noGrp="1"/>
          </p:cNvSpPr>
          <p:nvPr/>
        </p:nvSpPr>
        <p:spPr>
          <a:xfrm>
            <a:off x="862289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F1_main_prauc_2631">
            <a:extLst>
              <a:ext uri="{FF2B5EF4-FFF2-40B4-BE49-F238E27FC236}">
                <a16:creationId xmlns:a16="http://schemas.microsoft.com/office/drawing/2014/main" id="{CAC1AE75-BF2B-430A-B39B-1D7749E3C00C}"/>
              </a:ext>
            </a:extLst>
          </p:cNvPr>
          <p:cNvSpPr>
            <a:spLocks noGrp="1"/>
          </p:cNvSpPr>
          <p:nvPr/>
        </p:nvSpPr>
        <p:spPr>
          <a:xfrm>
            <a:off x="85058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F1_main_prauc_2632">
            <a:extLst>
              <a:ext uri="{FF2B5EF4-FFF2-40B4-BE49-F238E27FC236}">
                <a16:creationId xmlns:a16="http://schemas.microsoft.com/office/drawing/2014/main" id="{7CF1EC00-C321-4D7A-9981-1599478B06C3}"/>
              </a:ext>
            </a:extLst>
          </p:cNvPr>
          <p:cNvSpPr>
            <a:spLocks noGrp="1"/>
          </p:cNvSpPr>
          <p:nvPr/>
        </p:nvSpPr>
        <p:spPr>
          <a:xfrm>
            <a:off x="84355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F1_main_prauc_2633">
            <a:extLst>
              <a:ext uri="{FF2B5EF4-FFF2-40B4-BE49-F238E27FC236}">
                <a16:creationId xmlns:a16="http://schemas.microsoft.com/office/drawing/2014/main" id="{B744EFC5-6EE9-4DBD-BC9B-FEE313D02F45}"/>
              </a:ext>
            </a:extLst>
          </p:cNvPr>
          <p:cNvSpPr>
            <a:spLocks noGrp="1"/>
          </p:cNvSpPr>
          <p:nvPr/>
        </p:nvSpPr>
        <p:spPr>
          <a:xfrm>
            <a:off x="86314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F1_main_prauc_2634">
            <a:extLst>
              <a:ext uri="{FF2B5EF4-FFF2-40B4-BE49-F238E27FC236}">
                <a16:creationId xmlns:a16="http://schemas.microsoft.com/office/drawing/2014/main" id="{F313C65D-EE55-4C68-B795-7F0691758D3E}"/>
              </a:ext>
            </a:extLst>
          </p:cNvPr>
          <p:cNvSpPr>
            <a:spLocks noGrp="1"/>
          </p:cNvSpPr>
          <p:nvPr/>
        </p:nvSpPr>
        <p:spPr>
          <a:xfrm>
            <a:off x="8471242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F1_main_prauc_2635">
            <a:extLst>
              <a:ext uri="{FF2B5EF4-FFF2-40B4-BE49-F238E27FC236}">
                <a16:creationId xmlns:a16="http://schemas.microsoft.com/office/drawing/2014/main" id="{473D3E19-360A-4C0A-8612-CD6965BFF1D9}"/>
              </a:ext>
            </a:extLst>
          </p:cNvPr>
          <p:cNvSpPr>
            <a:spLocks noGrp="1"/>
          </p:cNvSpPr>
          <p:nvPr/>
        </p:nvSpPr>
        <p:spPr>
          <a:xfrm>
            <a:off x="84729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F1_main_prauc_2636">
            <a:extLst>
              <a:ext uri="{FF2B5EF4-FFF2-40B4-BE49-F238E27FC236}">
                <a16:creationId xmlns:a16="http://schemas.microsoft.com/office/drawing/2014/main" id="{9EA57940-B173-442A-BE90-F9DE44DDC268}"/>
              </a:ext>
            </a:extLst>
          </p:cNvPr>
          <p:cNvSpPr>
            <a:spLocks noGrp="1"/>
          </p:cNvSpPr>
          <p:nvPr/>
        </p:nvSpPr>
        <p:spPr>
          <a:xfrm>
            <a:off x="843790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F1_main_prauc_2637">
            <a:extLst>
              <a:ext uri="{FF2B5EF4-FFF2-40B4-BE49-F238E27FC236}">
                <a16:creationId xmlns:a16="http://schemas.microsoft.com/office/drawing/2014/main" id="{F5B87A55-DFFA-4576-832D-29AC0EEEC53F}"/>
              </a:ext>
            </a:extLst>
          </p:cNvPr>
          <p:cNvSpPr>
            <a:spLocks noGrp="1"/>
          </p:cNvSpPr>
          <p:nvPr/>
        </p:nvSpPr>
        <p:spPr>
          <a:xfrm>
            <a:off x="8469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F1_main_prauc_2638">
            <a:extLst>
              <a:ext uri="{FF2B5EF4-FFF2-40B4-BE49-F238E27FC236}">
                <a16:creationId xmlns:a16="http://schemas.microsoft.com/office/drawing/2014/main" id="{81E69929-7978-40CB-8AD4-42ACB18B28F4}"/>
              </a:ext>
            </a:extLst>
          </p:cNvPr>
          <p:cNvSpPr>
            <a:spLocks noGrp="1"/>
          </p:cNvSpPr>
          <p:nvPr/>
        </p:nvSpPr>
        <p:spPr>
          <a:xfrm>
            <a:off x="85436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F1_main_prauc_2639">
            <a:extLst>
              <a:ext uri="{FF2B5EF4-FFF2-40B4-BE49-F238E27FC236}">
                <a16:creationId xmlns:a16="http://schemas.microsoft.com/office/drawing/2014/main" id="{096D4038-1022-4838-B5E7-B86102E0AC64}"/>
              </a:ext>
            </a:extLst>
          </p:cNvPr>
          <p:cNvSpPr>
            <a:spLocks noGrp="1"/>
          </p:cNvSpPr>
          <p:nvPr/>
        </p:nvSpPr>
        <p:spPr>
          <a:xfrm>
            <a:off x="8640540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F1_main_prauc_2640">
            <a:extLst>
              <a:ext uri="{FF2B5EF4-FFF2-40B4-BE49-F238E27FC236}">
                <a16:creationId xmlns:a16="http://schemas.microsoft.com/office/drawing/2014/main" id="{EE3965B5-26C8-4AE6-888C-F36B461159C2}"/>
              </a:ext>
            </a:extLst>
          </p:cNvPr>
          <p:cNvSpPr>
            <a:spLocks noGrp="1"/>
          </p:cNvSpPr>
          <p:nvPr/>
        </p:nvSpPr>
        <p:spPr>
          <a:xfrm>
            <a:off x="86778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F1_main_prauc_2641">
            <a:extLst>
              <a:ext uri="{FF2B5EF4-FFF2-40B4-BE49-F238E27FC236}">
                <a16:creationId xmlns:a16="http://schemas.microsoft.com/office/drawing/2014/main" id="{3AFE7F3F-70DA-46BE-B973-B74E79621E97}"/>
              </a:ext>
            </a:extLst>
          </p:cNvPr>
          <p:cNvSpPr>
            <a:spLocks noGrp="1"/>
          </p:cNvSpPr>
          <p:nvPr/>
        </p:nvSpPr>
        <p:spPr>
          <a:xfrm>
            <a:off x="8438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F1_main_prauc_2642">
            <a:extLst>
              <a:ext uri="{FF2B5EF4-FFF2-40B4-BE49-F238E27FC236}">
                <a16:creationId xmlns:a16="http://schemas.microsoft.com/office/drawing/2014/main" id="{A510FD7B-79B2-46C1-8412-954801ADFE9B}"/>
              </a:ext>
            </a:extLst>
          </p:cNvPr>
          <p:cNvSpPr>
            <a:spLocks noGrp="1"/>
          </p:cNvSpPr>
          <p:nvPr/>
        </p:nvSpPr>
        <p:spPr>
          <a:xfrm>
            <a:off x="8496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F1_main_prauc_2643">
            <a:extLst>
              <a:ext uri="{FF2B5EF4-FFF2-40B4-BE49-F238E27FC236}">
                <a16:creationId xmlns:a16="http://schemas.microsoft.com/office/drawing/2014/main" id="{C9A083BB-A100-49B9-8FC9-FA0F2B3B6EB5}"/>
              </a:ext>
            </a:extLst>
          </p:cNvPr>
          <p:cNvSpPr>
            <a:spLocks noGrp="1"/>
          </p:cNvSpPr>
          <p:nvPr/>
        </p:nvSpPr>
        <p:spPr>
          <a:xfrm>
            <a:off x="844198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F1_main_prauc_2644">
            <a:extLst>
              <a:ext uri="{FF2B5EF4-FFF2-40B4-BE49-F238E27FC236}">
                <a16:creationId xmlns:a16="http://schemas.microsoft.com/office/drawing/2014/main" id="{17C2A3B5-BC0A-4E41-910B-CB3D1A3370A8}"/>
              </a:ext>
            </a:extLst>
          </p:cNvPr>
          <p:cNvSpPr>
            <a:spLocks noGrp="1"/>
          </p:cNvSpPr>
          <p:nvPr/>
        </p:nvSpPr>
        <p:spPr>
          <a:xfrm>
            <a:off x="85710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F1_main_prauc_2645">
            <a:extLst>
              <a:ext uri="{FF2B5EF4-FFF2-40B4-BE49-F238E27FC236}">
                <a16:creationId xmlns:a16="http://schemas.microsoft.com/office/drawing/2014/main" id="{C6A8B1D1-7A7B-4A9A-AC0A-76372361E0ED}"/>
              </a:ext>
            </a:extLst>
          </p:cNvPr>
          <p:cNvSpPr>
            <a:spLocks noGrp="1"/>
          </p:cNvSpPr>
          <p:nvPr/>
        </p:nvSpPr>
        <p:spPr>
          <a:xfrm>
            <a:off x="852199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F1_main_prauc_2646">
            <a:extLst>
              <a:ext uri="{FF2B5EF4-FFF2-40B4-BE49-F238E27FC236}">
                <a16:creationId xmlns:a16="http://schemas.microsoft.com/office/drawing/2014/main" id="{081ADC55-CD5E-452D-9B57-904393B6B020}"/>
              </a:ext>
            </a:extLst>
          </p:cNvPr>
          <p:cNvSpPr>
            <a:spLocks noGrp="1"/>
          </p:cNvSpPr>
          <p:nvPr/>
        </p:nvSpPr>
        <p:spPr>
          <a:xfrm>
            <a:off x="855647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F1_main_prauc_2647">
            <a:extLst>
              <a:ext uri="{FF2B5EF4-FFF2-40B4-BE49-F238E27FC236}">
                <a16:creationId xmlns:a16="http://schemas.microsoft.com/office/drawing/2014/main" id="{BF5DC167-431A-4F2F-A218-774F4F1E657B}"/>
              </a:ext>
            </a:extLst>
          </p:cNvPr>
          <p:cNvSpPr>
            <a:spLocks noGrp="1"/>
          </p:cNvSpPr>
          <p:nvPr/>
        </p:nvSpPr>
        <p:spPr>
          <a:xfrm>
            <a:off x="85489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F1_main_prauc_2648">
            <a:extLst>
              <a:ext uri="{FF2B5EF4-FFF2-40B4-BE49-F238E27FC236}">
                <a16:creationId xmlns:a16="http://schemas.microsoft.com/office/drawing/2014/main" id="{17A88C6F-13AE-4194-BD96-8E7706E298BA}"/>
              </a:ext>
            </a:extLst>
          </p:cNvPr>
          <p:cNvSpPr>
            <a:spLocks noGrp="1"/>
          </p:cNvSpPr>
          <p:nvPr/>
        </p:nvSpPr>
        <p:spPr>
          <a:xfrm>
            <a:off x="85750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F1_main_prauc_2649">
            <a:extLst>
              <a:ext uri="{FF2B5EF4-FFF2-40B4-BE49-F238E27FC236}">
                <a16:creationId xmlns:a16="http://schemas.microsoft.com/office/drawing/2014/main" id="{30F6C594-ACF3-45C6-A104-CB71EAE5BCA4}"/>
              </a:ext>
            </a:extLst>
          </p:cNvPr>
          <p:cNvSpPr>
            <a:spLocks noGrp="1"/>
          </p:cNvSpPr>
          <p:nvPr/>
        </p:nvSpPr>
        <p:spPr>
          <a:xfrm>
            <a:off x="8553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F1_main_prauc_2650">
            <a:extLst>
              <a:ext uri="{FF2B5EF4-FFF2-40B4-BE49-F238E27FC236}">
                <a16:creationId xmlns:a16="http://schemas.microsoft.com/office/drawing/2014/main" id="{2BEC557F-3E97-48D8-834E-2B2CF0A0AA3E}"/>
              </a:ext>
            </a:extLst>
          </p:cNvPr>
          <p:cNvSpPr>
            <a:spLocks noGrp="1"/>
          </p:cNvSpPr>
          <p:nvPr/>
        </p:nvSpPr>
        <p:spPr>
          <a:xfrm>
            <a:off x="84805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F1_main_prauc_2651">
            <a:extLst>
              <a:ext uri="{FF2B5EF4-FFF2-40B4-BE49-F238E27FC236}">
                <a16:creationId xmlns:a16="http://schemas.microsoft.com/office/drawing/2014/main" id="{177EF135-ED7D-47C6-91D5-ACF5F9CC4B19}"/>
              </a:ext>
            </a:extLst>
          </p:cNvPr>
          <p:cNvSpPr>
            <a:spLocks noGrp="1"/>
          </p:cNvSpPr>
          <p:nvPr/>
        </p:nvSpPr>
        <p:spPr>
          <a:xfrm>
            <a:off x="8594341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F1_main_prauc_2652">
            <a:extLst>
              <a:ext uri="{FF2B5EF4-FFF2-40B4-BE49-F238E27FC236}">
                <a16:creationId xmlns:a16="http://schemas.microsoft.com/office/drawing/2014/main" id="{692E05BD-1227-4FD4-A95D-837622583D81}"/>
              </a:ext>
            </a:extLst>
          </p:cNvPr>
          <p:cNvSpPr>
            <a:spLocks noGrp="1"/>
          </p:cNvSpPr>
          <p:nvPr/>
        </p:nvSpPr>
        <p:spPr>
          <a:xfrm>
            <a:off x="8616789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F1_main_prauc_2653">
            <a:extLst>
              <a:ext uri="{FF2B5EF4-FFF2-40B4-BE49-F238E27FC236}">
                <a16:creationId xmlns:a16="http://schemas.microsoft.com/office/drawing/2014/main" id="{A1D37794-2A5C-4518-BCD5-ADC0BA175F95}"/>
              </a:ext>
            </a:extLst>
          </p:cNvPr>
          <p:cNvSpPr>
            <a:spLocks noGrp="1"/>
          </p:cNvSpPr>
          <p:nvPr/>
        </p:nvSpPr>
        <p:spPr>
          <a:xfrm>
            <a:off x="85126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F1_main_prauc_2654">
            <a:extLst>
              <a:ext uri="{FF2B5EF4-FFF2-40B4-BE49-F238E27FC236}">
                <a16:creationId xmlns:a16="http://schemas.microsoft.com/office/drawing/2014/main" id="{8A9F2F6A-8D07-489F-8963-0EB3FEB277D6}"/>
              </a:ext>
            </a:extLst>
          </p:cNvPr>
          <p:cNvSpPr>
            <a:spLocks noGrp="1"/>
          </p:cNvSpPr>
          <p:nvPr/>
        </p:nvSpPr>
        <p:spPr>
          <a:xfrm>
            <a:off x="84405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F1_main_prauc_2655">
            <a:extLst>
              <a:ext uri="{FF2B5EF4-FFF2-40B4-BE49-F238E27FC236}">
                <a16:creationId xmlns:a16="http://schemas.microsoft.com/office/drawing/2014/main" id="{753DAAE4-330A-4BC6-97C8-42879314AE17}"/>
              </a:ext>
            </a:extLst>
          </p:cNvPr>
          <p:cNvSpPr>
            <a:spLocks noGrp="1"/>
          </p:cNvSpPr>
          <p:nvPr/>
        </p:nvSpPr>
        <p:spPr>
          <a:xfrm>
            <a:off x="8489029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F1_main_prauc_2656">
            <a:extLst>
              <a:ext uri="{FF2B5EF4-FFF2-40B4-BE49-F238E27FC236}">
                <a16:creationId xmlns:a16="http://schemas.microsoft.com/office/drawing/2014/main" id="{B1DCD699-FB25-4177-873E-F5C9D6A5B3C0}"/>
              </a:ext>
            </a:extLst>
          </p:cNvPr>
          <p:cNvSpPr>
            <a:spLocks noGrp="1"/>
          </p:cNvSpPr>
          <p:nvPr/>
        </p:nvSpPr>
        <p:spPr>
          <a:xfrm>
            <a:off x="86726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F1_main_prauc_2657">
            <a:extLst>
              <a:ext uri="{FF2B5EF4-FFF2-40B4-BE49-F238E27FC236}">
                <a16:creationId xmlns:a16="http://schemas.microsoft.com/office/drawing/2014/main" id="{96BC1B7F-19A9-4995-BDD2-C13F704239E9}"/>
              </a:ext>
            </a:extLst>
          </p:cNvPr>
          <p:cNvSpPr>
            <a:spLocks noGrp="1"/>
          </p:cNvSpPr>
          <p:nvPr/>
        </p:nvSpPr>
        <p:spPr>
          <a:xfrm>
            <a:off x="86660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F1_main_prauc_2658">
            <a:extLst>
              <a:ext uri="{FF2B5EF4-FFF2-40B4-BE49-F238E27FC236}">
                <a16:creationId xmlns:a16="http://schemas.microsoft.com/office/drawing/2014/main" id="{1593C830-44DF-4A2D-9212-AC7753BED9F1}"/>
              </a:ext>
            </a:extLst>
          </p:cNvPr>
          <p:cNvSpPr>
            <a:spLocks noGrp="1"/>
          </p:cNvSpPr>
          <p:nvPr/>
        </p:nvSpPr>
        <p:spPr>
          <a:xfrm>
            <a:off x="8433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F1_main_prauc_2659">
            <a:extLst>
              <a:ext uri="{FF2B5EF4-FFF2-40B4-BE49-F238E27FC236}">
                <a16:creationId xmlns:a16="http://schemas.microsoft.com/office/drawing/2014/main" id="{F888BA92-0456-4A03-A2AE-0362C10B44D8}"/>
              </a:ext>
            </a:extLst>
          </p:cNvPr>
          <p:cNvSpPr>
            <a:spLocks noGrp="1"/>
          </p:cNvSpPr>
          <p:nvPr/>
        </p:nvSpPr>
        <p:spPr>
          <a:xfrm>
            <a:off x="86044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F1_main_prauc_2660">
            <a:extLst>
              <a:ext uri="{FF2B5EF4-FFF2-40B4-BE49-F238E27FC236}">
                <a16:creationId xmlns:a16="http://schemas.microsoft.com/office/drawing/2014/main" id="{0AE6715E-71CF-4F46-BAD1-80475EE4AE8A}"/>
              </a:ext>
            </a:extLst>
          </p:cNvPr>
          <p:cNvSpPr>
            <a:spLocks noGrp="1"/>
          </p:cNvSpPr>
          <p:nvPr/>
        </p:nvSpPr>
        <p:spPr>
          <a:xfrm>
            <a:off x="84259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F1_main_prauc_2661">
            <a:extLst>
              <a:ext uri="{FF2B5EF4-FFF2-40B4-BE49-F238E27FC236}">
                <a16:creationId xmlns:a16="http://schemas.microsoft.com/office/drawing/2014/main" id="{B3DCDE71-80E4-492B-A708-FF0EF3653EAD}"/>
              </a:ext>
            </a:extLst>
          </p:cNvPr>
          <p:cNvSpPr>
            <a:spLocks noGrp="1"/>
          </p:cNvSpPr>
          <p:nvPr/>
        </p:nvSpPr>
        <p:spPr>
          <a:xfrm>
            <a:off x="8493896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F1_main_prauc_2662">
            <a:extLst>
              <a:ext uri="{FF2B5EF4-FFF2-40B4-BE49-F238E27FC236}">
                <a16:creationId xmlns:a16="http://schemas.microsoft.com/office/drawing/2014/main" id="{5F83EE41-75FA-478B-810F-CB31DFF09B10}"/>
              </a:ext>
            </a:extLst>
          </p:cNvPr>
          <p:cNvSpPr>
            <a:spLocks noGrp="1"/>
          </p:cNvSpPr>
          <p:nvPr/>
        </p:nvSpPr>
        <p:spPr>
          <a:xfrm>
            <a:off x="86096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F1_main_prauc_2663">
            <a:extLst>
              <a:ext uri="{FF2B5EF4-FFF2-40B4-BE49-F238E27FC236}">
                <a16:creationId xmlns:a16="http://schemas.microsoft.com/office/drawing/2014/main" id="{8579691B-0AD8-43D8-B68B-0A4B6C6E208D}"/>
              </a:ext>
            </a:extLst>
          </p:cNvPr>
          <p:cNvSpPr>
            <a:spLocks noGrp="1"/>
          </p:cNvSpPr>
          <p:nvPr/>
        </p:nvSpPr>
        <p:spPr>
          <a:xfrm>
            <a:off x="86513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F1_main_prauc_2664">
            <a:extLst>
              <a:ext uri="{FF2B5EF4-FFF2-40B4-BE49-F238E27FC236}">
                <a16:creationId xmlns:a16="http://schemas.microsoft.com/office/drawing/2014/main" id="{F42EB32A-FCDD-48A4-AF02-1F61CE61782C}"/>
              </a:ext>
            </a:extLst>
          </p:cNvPr>
          <p:cNvSpPr>
            <a:spLocks noGrp="1"/>
          </p:cNvSpPr>
          <p:nvPr/>
        </p:nvSpPr>
        <p:spPr>
          <a:xfrm>
            <a:off x="86658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F1_main_prauc_2665">
            <a:extLst>
              <a:ext uri="{FF2B5EF4-FFF2-40B4-BE49-F238E27FC236}">
                <a16:creationId xmlns:a16="http://schemas.microsoft.com/office/drawing/2014/main" id="{5414EAD0-BB38-4284-BECF-678671EEE781}"/>
              </a:ext>
            </a:extLst>
          </p:cNvPr>
          <p:cNvSpPr>
            <a:spLocks noGrp="1"/>
          </p:cNvSpPr>
          <p:nvPr/>
        </p:nvSpPr>
        <p:spPr>
          <a:xfrm>
            <a:off x="8493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F1_main_prauc_2666">
            <a:extLst>
              <a:ext uri="{FF2B5EF4-FFF2-40B4-BE49-F238E27FC236}">
                <a16:creationId xmlns:a16="http://schemas.microsoft.com/office/drawing/2014/main" id="{ECA2D5EE-2C10-42F8-8597-A64F30ED927C}"/>
              </a:ext>
            </a:extLst>
          </p:cNvPr>
          <p:cNvSpPr>
            <a:spLocks noGrp="1"/>
          </p:cNvSpPr>
          <p:nvPr/>
        </p:nvSpPr>
        <p:spPr>
          <a:xfrm>
            <a:off x="8657875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F1_main_prauc_2667">
            <a:extLst>
              <a:ext uri="{FF2B5EF4-FFF2-40B4-BE49-F238E27FC236}">
                <a16:creationId xmlns:a16="http://schemas.microsoft.com/office/drawing/2014/main" id="{8E88002B-0ABF-4E43-8921-CD94AF9ED8C8}"/>
              </a:ext>
            </a:extLst>
          </p:cNvPr>
          <p:cNvSpPr>
            <a:spLocks noGrp="1"/>
          </p:cNvSpPr>
          <p:nvPr/>
        </p:nvSpPr>
        <p:spPr>
          <a:xfrm>
            <a:off x="85160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F1_main_prauc_2668">
            <a:extLst>
              <a:ext uri="{FF2B5EF4-FFF2-40B4-BE49-F238E27FC236}">
                <a16:creationId xmlns:a16="http://schemas.microsoft.com/office/drawing/2014/main" id="{33B3CEB4-9944-4687-A19F-C665AA1A26E6}"/>
              </a:ext>
            </a:extLst>
          </p:cNvPr>
          <p:cNvSpPr>
            <a:spLocks noGrp="1"/>
          </p:cNvSpPr>
          <p:nvPr/>
        </p:nvSpPr>
        <p:spPr>
          <a:xfrm>
            <a:off x="8435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F1_main_prauc_2669">
            <a:extLst>
              <a:ext uri="{FF2B5EF4-FFF2-40B4-BE49-F238E27FC236}">
                <a16:creationId xmlns:a16="http://schemas.microsoft.com/office/drawing/2014/main" id="{F3EA72C8-517E-4430-8FDF-0E47BE6B7D5A}"/>
              </a:ext>
            </a:extLst>
          </p:cNvPr>
          <p:cNvSpPr>
            <a:spLocks noGrp="1"/>
          </p:cNvSpPr>
          <p:nvPr/>
        </p:nvSpPr>
        <p:spPr>
          <a:xfrm>
            <a:off x="844260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F1_main_prauc_2670">
            <a:extLst>
              <a:ext uri="{FF2B5EF4-FFF2-40B4-BE49-F238E27FC236}">
                <a16:creationId xmlns:a16="http://schemas.microsoft.com/office/drawing/2014/main" id="{A52F36C3-69D3-46C5-B0AB-F6DFE4F3333A}"/>
              </a:ext>
            </a:extLst>
          </p:cNvPr>
          <p:cNvSpPr>
            <a:spLocks noGrp="1"/>
          </p:cNvSpPr>
          <p:nvPr/>
        </p:nvSpPr>
        <p:spPr>
          <a:xfrm>
            <a:off x="8655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F1_main_prauc_2671">
            <a:extLst>
              <a:ext uri="{FF2B5EF4-FFF2-40B4-BE49-F238E27FC236}">
                <a16:creationId xmlns:a16="http://schemas.microsoft.com/office/drawing/2014/main" id="{819B5985-2A90-4E3E-9B6C-5955E70CCDE5}"/>
              </a:ext>
            </a:extLst>
          </p:cNvPr>
          <p:cNvSpPr>
            <a:spLocks noGrp="1"/>
          </p:cNvSpPr>
          <p:nvPr/>
        </p:nvSpPr>
        <p:spPr>
          <a:xfrm>
            <a:off x="862929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F1_main_prauc_2672">
            <a:extLst>
              <a:ext uri="{FF2B5EF4-FFF2-40B4-BE49-F238E27FC236}">
                <a16:creationId xmlns:a16="http://schemas.microsoft.com/office/drawing/2014/main" id="{888D8A80-1E49-4F4A-B58D-7CCEF23ED94B}"/>
              </a:ext>
            </a:extLst>
          </p:cNvPr>
          <p:cNvSpPr>
            <a:spLocks noGrp="1"/>
          </p:cNvSpPr>
          <p:nvPr/>
        </p:nvSpPr>
        <p:spPr>
          <a:xfrm>
            <a:off x="849525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F1_main_prauc_2673">
            <a:extLst>
              <a:ext uri="{FF2B5EF4-FFF2-40B4-BE49-F238E27FC236}">
                <a16:creationId xmlns:a16="http://schemas.microsoft.com/office/drawing/2014/main" id="{ABFB5E1F-DE00-4F1A-9271-7251F386684B}"/>
              </a:ext>
            </a:extLst>
          </p:cNvPr>
          <p:cNvSpPr>
            <a:spLocks noGrp="1"/>
          </p:cNvSpPr>
          <p:nvPr/>
        </p:nvSpPr>
        <p:spPr>
          <a:xfrm>
            <a:off x="860154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F1_main_prauc_2674">
            <a:extLst>
              <a:ext uri="{FF2B5EF4-FFF2-40B4-BE49-F238E27FC236}">
                <a16:creationId xmlns:a16="http://schemas.microsoft.com/office/drawing/2014/main" id="{87AE0CA4-57F6-457F-9E44-CD9ACCCDFC32}"/>
              </a:ext>
            </a:extLst>
          </p:cNvPr>
          <p:cNvSpPr>
            <a:spLocks noGrp="1"/>
          </p:cNvSpPr>
          <p:nvPr/>
        </p:nvSpPr>
        <p:spPr>
          <a:xfrm>
            <a:off x="8660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F1_main_prauc_2675">
            <a:extLst>
              <a:ext uri="{FF2B5EF4-FFF2-40B4-BE49-F238E27FC236}">
                <a16:creationId xmlns:a16="http://schemas.microsoft.com/office/drawing/2014/main" id="{2DC063CF-BAA0-4972-8D58-2F88CD888A8D}"/>
              </a:ext>
            </a:extLst>
          </p:cNvPr>
          <p:cNvSpPr>
            <a:spLocks noGrp="1"/>
          </p:cNvSpPr>
          <p:nvPr/>
        </p:nvSpPr>
        <p:spPr>
          <a:xfrm>
            <a:off x="85696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F1_main_prauc_2676">
            <a:extLst>
              <a:ext uri="{FF2B5EF4-FFF2-40B4-BE49-F238E27FC236}">
                <a16:creationId xmlns:a16="http://schemas.microsoft.com/office/drawing/2014/main" id="{EC822B1A-9C1B-43F0-AF18-344F470533A2}"/>
              </a:ext>
            </a:extLst>
          </p:cNvPr>
          <p:cNvSpPr>
            <a:spLocks noGrp="1"/>
          </p:cNvSpPr>
          <p:nvPr/>
        </p:nvSpPr>
        <p:spPr>
          <a:xfrm>
            <a:off x="85182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F1_main_prauc_2677">
            <a:extLst>
              <a:ext uri="{FF2B5EF4-FFF2-40B4-BE49-F238E27FC236}">
                <a16:creationId xmlns:a16="http://schemas.microsoft.com/office/drawing/2014/main" id="{05F5BB7B-8F38-45A6-B878-50E87CDAD5D8}"/>
              </a:ext>
            </a:extLst>
          </p:cNvPr>
          <p:cNvSpPr>
            <a:spLocks noGrp="1"/>
          </p:cNvSpPr>
          <p:nvPr/>
        </p:nvSpPr>
        <p:spPr>
          <a:xfrm>
            <a:off x="85643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F1_main_prauc_2678">
            <a:extLst>
              <a:ext uri="{FF2B5EF4-FFF2-40B4-BE49-F238E27FC236}">
                <a16:creationId xmlns:a16="http://schemas.microsoft.com/office/drawing/2014/main" id="{46EB85D3-CFB6-42EF-ADB9-C581B15DA14E}"/>
              </a:ext>
            </a:extLst>
          </p:cNvPr>
          <p:cNvSpPr>
            <a:spLocks noGrp="1"/>
          </p:cNvSpPr>
          <p:nvPr/>
        </p:nvSpPr>
        <p:spPr>
          <a:xfrm>
            <a:off x="8565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F1_main_prauc_2679">
            <a:extLst>
              <a:ext uri="{FF2B5EF4-FFF2-40B4-BE49-F238E27FC236}">
                <a16:creationId xmlns:a16="http://schemas.microsoft.com/office/drawing/2014/main" id="{CEB31636-6EDE-43AD-9649-4535C23FE138}"/>
              </a:ext>
            </a:extLst>
          </p:cNvPr>
          <p:cNvSpPr>
            <a:spLocks noGrp="1"/>
          </p:cNvSpPr>
          <p:nvPr/>
        </p:nvSpPr>
        <p:spPr>
          <a:xfrm>
            <a:off x="86451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F1_main_prauc_2680">
            <a:extLst>
              <a:ext uri="{FF2B5EF4-FFF2-40B4-BE49-F238E27FC236}">
                <a16:creationId xmlns:a16="http://schemas.microsoft.com/office/drawing/2014/main" id="{D370C13B-641F-4511-823F-B313B3F69AEC}"/>
              </a:ext>
            </a:extLst>
          </p:cNvPr>
          <p:cNvSpPr>
            <a:spLocks noGrp="1"/>
          </p:cNvSpPr>
          <p:nvPr/>
        </p:nvSpPr>
        <p:spPr>
          <a:xfrm>
            <a:off x="8661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F1_main_prauc_2681">
            <a:extLst>
              <a:ext uri="{FF2B5EF4-FFF2-40B4-BE49-F238E27FC236}">
                <a16:creationId xmlns:a16="http://schemas.microsoft.com/office/drawing/2014/main" id="{8FAB04C1-350D-4FD6-8BAA-9EDDD02E2BF5}"/>
              </a:ext>
            </a:extLst>
          </p:cNvPr>
          <p:cNvSpPr>
            <a:spLocks noGrp="1"/>
          </p:cNvSpPr>
          <p:nvPr/>
        </p:nvSpPr>
        <p:spPr>
          <a:xfrm>
            <a:off x="8528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F1_main_prauc_2682">
            <a:extLst>
              <a:ext uri="{FF2B5EF4-FFF2-40B4-BE49-F238E27FC236}">
                <a16:creationId xmlns:a16="http://schemas.microsoft.com/office/drawing/2014/main" id="{F04D2CC7-B6AA-46BE-BF47-19F9145C8B23}"/>
              </a:ext>
            </a:extLst>
          </p:cNvPr>
          <p:cNvSpPr>
            <a:spLocks noGrp="1"/>
          </p:cNvSpPr>
          <p:nvPr/>
        </p:nvSpPr>
        <p:spPr>
          <a:xfrm>
            <a:off x="8453940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F1_main_prauc_2683">
            <a:extLst>
              <a:ext uri="{FF2B5EF4-FFF2-40B4-BE49-F238E27FC236}">
                <a16:creationId xmlns:a16="http://schemas.microsoft.com/office/drawing/2014/main" id="{47060F73-CB95-4202-8F5D-F4AA0AD520C4}"/>
              </a:ext>
            </a:extLst>
          </p:cNvPr>
          <p:cNvSpPr>
            <a:spLocks noGrp="1"/>
          </p:cNvSpPr>
          <p:nvPr/>
        </p:nvSpPr>
        <p:spPr>
          <a:xfrm>
            <a:off x="86212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F1_main_prauc_2684">
            <a:extLst>
              <a:ext uri="{FF2B5EF4-FFF2-40B4-BE49-F238E27FC236}">
                <a16:creationId xmlns:a16="http://schemas.microsoft.com/office/drawing/2014/main" id="{CBD449AD-E219-44BE-86AE-E9A5BAFDF9F2}"/>
              </a:ext>
            </a:extLst>
          </p:cNvPr>
          <p:cNvSpPr>
            <a:spLocks noGrp="1"/>
          </p:cNvSpPr>
          <p:nvPr/>
        </p:nvSpPr>
        <p:spPr>
          <a:xfrm>
            <a:off x="8595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F1_main_prauc_2685">
            <a:extLst>
              <a:ext uri="{FF2B5EF4-FFF2-40B4-BE49-F238E27FC236}">
                <a16:creationId xmlns:a16="http://schemas.microsoft.com/office/drawing/2014/main" id="{C89A546A-DF83-4F61-A5EA-01269275D271}"/>
              </a:ext>
            </a:extLst>
          </p:cNvPr>
          <p:cNvSpPr>
            <a:spLocks noGrp="1"/>
          </p:cNvSpPr>
          <p:nvPr/>
        </p:nvSpPr>
        <p:spPr>
          <a:xfrm>
            <a:off x="865833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F1_main_prauc_2686">
            <a:extLst>
              <a:ext uri="{FF2B5EF4-FFF2-40B4-BE49-F238E27FC236}">
                <a16:creationId xmlns:a16="http://schemas.microsoft.com/office/drawing/2014/main" id="{45B8DDE3-0AC1-4FB5-A0B0-7BC048B7AB46}"/>
              </a:ext>
            </a:extLst>
          </p:cNvPr>
          <p:cNvSpPr>
            <a:spLocks noGrp="1"/>
          </p:cNvSpPr>
          <p:nvPr/>
        </p:nvSpPr>
        <p:spPr>
          <a:xfrm>
            <a:off x="8474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F1_main_prauc_2687">
            <a:extLst>
              <a:ext uri="{FF2B5EF4-FFF2-40B4-BE49-F238E27FC236}">
                <a16:creationId xmlns:a16="http://schemas.microsoft.com/office/drawing/2014/main" id="{01642303-C3CC-4713-822C-62F66EFED632}"/>
              </a:ext>
            </a:extLst>
          </p:cNvPr>
          <p:cNvSpPr>
            <a:spLocks noGrp="1"/>
          </p:cNvSpPr>
          <p:nvPr/>
        </p:nvSpPr>
        <p:spPr>
          <a:xfrm>
            <a:off x="8467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F1_main_prauc_2688">
            <a:extLst>
              <a:ext uri="{FF2B5EF4-FFF2-40B4-BE49-F238E27FC236}">
                <a16:creationId xmlns:a16="http://schemas.microsoft.com/office/drawing/2014/main" id="{89AC522B-E5A0-4B08-893B-AC4D8E3BB5AB}"/>
              </a:ext>
            </a:extLst>
          </p:cNvPr>
          <p:cNvSpPr>
            <a:spLocks noGrp="1"/>
          </p:cNvSpPr>
          <p:nvPr/>
        </p:nvSpPr>
        <p:spPr>
          <a:xfrm>
            <a:off x="8462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F1_main_prauc_2689">
            <a:extLst>
              <a:ext uri="{FF2B5EF4-FFF2-40B4-BE49-F238E27FC236}">
                <a16:creationId xmlns:a16="http://schemas.microsoft.com/office/drawing/2014/main" id="{7033BA2F-9B84-44C3-9BCD-3CDC7BE558D5}"/>
              </a:ext>
            </a:extLst>
          </p:cNvPr>
          <p:cNvSpPr>
            <a:spLocks noGrp="1"/>
          </p:cNvSpPr>
          <p:nvPr/>
        </p:nvSpPr>
        <p:spPr>
          <a:xfrm>
            <a:off x="8593275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F1_main_prauc_2690">
            <a:extLst>
              <a:ext uri="{FF2B5EF4-FFF2-40B4-BE49-F238E27FC236}">
                <a16:creationId xmlns:a16="http://schemas.microsoft.com/office/drawing/2014/main" id="{F6965925-8D61-4F8B-8084-52F602B908FB}"/>
              </a:ext>
            </a:extLst>
          </p:cNvPr>
          <p:cNvSpPr>
            <a:spLocks noGrp="1"/>
          </p:cNvSpPr>
          <p:nvPr/>
        </p:nvSpPr>
        <p:spPr>
          <a:xfrm>
            <a:off x="84460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F1_main_prauc_2691">
            <a:extLst>
              <a:ext uri="{FF2B5EF4-FFF2-40B4-BE49-F238E27FC236}">
                <a16:creationId xmlns:a16="http://schemas.microsoft.com/office/drawing/2014/main" id="{76615689-D435-46BD-88A2-7ADC70CE0D23}"/>
              </a:ext>
            </a:extLst>
          </p:cNvPr>
          <p:cNvSpPr>
            <a:spLocks noGrp="1"/>
          </p:cNvSpPr>
          <p:nvPr/>
        </p:nvSpPr>
        <p:spPr>
          <a:xfrm>
            <a:off x="85355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F1_main_prauc_2692">
            <a:extLst>
              <a:ext uri="{FF2B5EF4-FFF2-40B4-BE49-F238E27FC236}">
                <a16:creationId xmlns:a16="http://schemas.microsoft.com/office/drawing/2014/main" id="{7455070B-9F85-4FEF-AA59-89E0D3770E2E}"/>
              </a:ext>
            </a:extLst>
          </p:cNvPr>
          <p:cNvSpPr>
            <a:spLocks noGrp="1"/>
          </p:cNvSpPr>
          <p:nvPr/>
        </p:nvSpPr>
        <p:spPr>
          <a:xfrm>
            <a:off x="8574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F1_main_prauc_2693">
            <a:extLst>
              <a:ext uri="{FF2B5EF4-FFF2-40B4-BE49-F238E27FC236}">
                <a16:creationId xmlns:a16="http://schemas.microsoft.com/office/drawing/2014/main" id="{22BD84AC-A5DD-40EE-AD9E-5D7E89E885B3}"/>
              </a:ext>
            </a:extLst>
          </p:cNvPr>
          <p:cNvSpPr>
            <a:spLocks noGrp="1"/>
          </p:cNvSpPr>
          <p:nvPr/>
        </p:nvSpPr>
        <p:spPr>
          <a:xfrm>
            <a:off x="86504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F1_main_prauc_2694">
            <a:extLst>
              <a:ext uri="{FF2B5EF4-FFF2-40B4-BE49-F238E27FC236}">
                <a16:creationId xmlns:a16="http://schemas.microsoft.com/office/drawing/2014/main" id="{01B76B06-5A1F-4FE7-B854-93110E1F6431}"/>
              </a:ext>
            </a:extLst>
          </p:cNvPr>
          <p:cNvSpPr>
            <a:spLocks noGrp="1"/>
          </p:cNvSpPr>
          <p:nvPr/>
        </p:nvSpPr>
        <p:spPr>
          <a:xfrm>
            <a:off x="8444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F1_main_prauc_2695">
            <a:extLst>
              <a:ext uri="{FF2B5EF4-FFF2-40B4-BE49-F238E27FC236}">
                <a16:creationId xmlns:a16="http://schemas.microsoft.com/office/drawing/2014/main" id="{DD3B0F0E-3946-4855-A1D3-F7F18159D33A}"/>
              </a:ext>
            </a:extLst>
          </p:cNvPr>
          <p:cNvSpPr>
            <a:spLocks noGrp="1"/>
          </p:cNvSpPr>
          <p:nvPr/>
        </p:nvSpPr>
        <p:spPr>
          <a:xfrm>
            <a:off x="867516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F1_main_prauc_2696">
            <a:extLst>
              <a:ext uri="{FF2B5EF4-FFF2-40B4-BE49-F238E27FC236}">
                <a16:creationId xmlns:a16="http://schemas.microsoft.com/office/drawing/2014/main" id="{41762E61-F455-4C41-8A1D-A5DDDFAF57DF}"/>
              </a:ext>
            </a:extLst>
          </p:cNvPr>
          <p:cNvSpPr>
            <a:spLocks noGrp="1"/>
          </p:cNvSpPr>
          <p:nvPr/>
        </p:nvSpPr>
        <p:spPr>
          <a:xfrm>
            <a:off x="8611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F1_main_prauc_2697">
            <a:extLst>
              <a:ext uri="{FF2B5EF4-FFF2-40B4-BE49-F238E27FC236}">
                <a16:creationId xmlns:a16="http://schemas.microsoft.com/office/drawing/2014/main" id="{493F370C-DA16-4147-B89E-54F8B30EAAD7}"/>
              </a:ext>
            </a:extLst>
          </p:cNvPr>
          <p:cNvSpPr>
            <a:spLocks noGrp="1"/>
          </p:cNvSpPr>
          <p:nvPr/>
        </p:nvSpPr>
        <p:spPr>
          <a:xfrm>
            <a:off x="842557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F1_main_prauc_2698">
            <a:extLst>
              <a:ext uri="{FF2B5EF4-FFF2-40B4-BE49-F238E27FC236}">
                <a16:creationId xmlns:a16="http://schemas.microsoft.com/office/drawing/2014/main" id="{24C1A634-2CB2-45DE-806E-2D7C1502F0DC}"/>
              </a:ext>
            </a:extLst>
          </p:cNvPr>
          <p:cNvSpPr>
            <a:spLocks noGrp="1"/>
          </p:cNvSpPr>
          <p:nvPr/>
        </p:nvSpPr>
        <p:spPr>
          <a:xfrm>
            <a:off x="8516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F1_main_prauc_2699">
            <a:extLst>
              <a:ext uri="{FF2B5EF4-FFF2-40B4-BE49-F238E27FC236}">
                <a16:creationId xmlns:a16="http://schemas.microsoft.com/office/drawing/2014/main" id="{DC17A4CF-CD99-4B6C-9801-5EBCA0831B41}"/>
              </a:ext>
            </a:extLst>
          </p:cNvPr>
          <p:cNvSpPr>
            <a:spLocks noGrp="1"/>
          </p:cNvSpPr>
          <p:nvPr/>
        </p:nvSpPr>
        <p:spPr>
          <a:xfrm>
            <a:off x="84917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F1_main_prauc_2700">
            <a:extLst>
              <a:ext uri="{FF2B5EF4-FFF2-40B4-BE49-F238E27FC236}">
                <a16:creationId xmlns:a16="http://schemas.microsoft.com/office/drawing/2014/main" id="{A5A9848F-AF62-4F5D-A698-4A0F52B4BB15}"/>
              </a:ext>
            </a:extLst>
          </p:cNvPr>
          <p:cNvSpPr>
            <a:spLocks noGrp="1"/>
          </p:cNvSpPr>
          <p:nvPr/>
        </p:nvSpPr>
        <p:spPr>
          <a:xfrm>
            <a:off x="8466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F1_main_prauc_2701">
            <a:extLst>
              <a:ext uri="{FF2B5EF4-FFF2-40B4-BE49-F238E27FC236}">
                <a16:creationId xmlns:a16="http://schemas.microsoft.com/office/drawing/2014/main" id="{2175F637-DB69-48F6-A0C3-9F21B70398F1}"/>
              </a:ext>
            </a:extLst>
          </p:cNvPr>
          <p:cNvSpPr>
            <a:spLocks noGrp="1"/>
          </p:cNvSpPr>
          <p:nvPr/>
        </p:nvSpPr>
        <p:spPr>
          <a:xfrm>
            <a:off x="8538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F1_main_prauc_2702">
            <a:extLst>
              <a:ext uri="{FF2B5EF4-FFF2-40B4-BE49-F238E27FC236}">
                <a16:creationId xmlns:a16="http://schemas.microsoft.com/office/drawing/2014/main" id="{15CD9408-12D4-42D3-B54A-ED4CE75A04CE}"/>
              </a:ext>
            </a:extLst>
          </p:cNvPr>
          <p:cNvSpPr>
            <a:spLocks noGrp="1"/>
          </p:cNvSpPr>
          <p:nvPr/>
        </p:nvSpPr>
        <p:spPr>
          <a:xfrm>
            <a:off x="85604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F1_main_prauc_2703">
            <a:extLst>
              <a:ext uri="{FF2B5EF4-FFF2-40B4-BE49-F238E27FC236}">
                <a16:creationId xmlns:a16="http://schemas.microsoft.com/office/drawing/2014/main" id="{DEC8CAEA-6AB3-47E2-8DBE-E388319E53D9}"/>
              </a:ext>
            </a:extLst>
          </p:cNvPr>
          <p:cNvSpPr>
            <a:spLocks noGrp="1"/>
          </p:cNvSpPr>
          <p:nvPr/>
        </p:nvSpPr>
        <p:spPr>
          <a:xfrm>
            <a:off x="8612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F1_main_prauc_2704">
            <a:extLst>
              <a:ext uri="{FF2B5EF4-FFF2-40B4-BE49-F238E27FC236}">
                <a16:creationId xmlns:a16="http://schemas.microsoft.com/office/drawing/2014/main" id="{BBCDB68F-AD42-4A64-AE32-1527E509AFCE}"/>
              </a:ext>
            </a:extLst>
          </p:cNvPr>
          <p:cNvSpPr>
            <a:spLocks noGrp="1"/>
          </p:cNvSpPr>
          <p:nvPr/>
        </p:nvSpPr>
        <p:spPr>
          <a:xfrm>
            <a:off x="86770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F1_main_prauc_2705">
            <a:extLst>
              <a:ext uri="{FF2B5EF4-FFF2-40B4-BE49-F238E27FC236}">
                <a16:creationId xmlns:a16="http://schemas.microsoft.com/office/drawing/2014/main" id="{03CF529C-FBA0-4544-AD71-C1FA9E05EA26}"/>
              </a:ext>
            </a:extLst>
          </p:cNvPr>
          <p:cNvSpPr>
            <a:spLocks noGrp="1"/>
          </p:cNvSpPr>
          <p:nvPr/>
        </p:nvSpPr>
        <p:spPr>
          <a:xfrm>
            <a:off x="85712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F1_main_prauc_2706">
            <a:extLst>
              <a:ext uri="{FF2B5EF4-FFF2-40B4-BE49-F238E27FC236}">
                <a16:creationId xmlns:a16="http://schemas.microsoft.com/office/drawing/2014/main" id="{B4731E1B-3C34-461A-B45A-86FAA89F6224}"/>
              </a:ext>
            </a:extLst>
          </p:cNvPr>
          <p:cNvSpPr>
            <a:spLocks noGrp="1"/>
          </p:cNvSpPr>
          <p:nvPr/>
        </p:nvSpPr>
        <p:spPr>
          <a:xfrm>
            <a:off x="85790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F1_main_prauc_2707">
            <a:extLst>
              <a:ext uri="{FF2B5EF4-FFF2-40B4-BE49-F238E27FC236}">
                <a16:creationId xmlns:a16="http://schemas.microsoft.com/office/drawing/2014/main" id="{94CBB4C6-DECB-4D00-BE5C-3F012A93A859}"/>
              </a:ext>
            </a:extLst>
          </p:cNvPr>
          <p:cNvSpPr>
            <a:spLocks noGrp="1"/>
          </p:cNvSpPr>
          <p:nvPr/>
        </p:nvSpPr>
        <p:spPr>
          <a:xfrm>
            <a:off x="85410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F1_main_prauc_2708">
            <a:extLst>
              <a:ext uri="{FF2B5EF4-FFF2-40B4-BE49-F238E27FC236}">
                <a16:creationId xmlns:a16="http://schemas.microsoft.com/office/drawing/2014/main" id="{71C6E17D-7CF2-4AB1-95B7-EF8DE11C3A10}"/>
              </a:ext>
            </a:extLst>
          </p:cNvPr>
          <p:cNvSpPr>
            <a:spLocks noGrp="1"/>
          </p:cNvSpPr>
          <p:nvPr/>
        </p:nvSpPr>
        <p:spPr>
          <a:xfrm>
            <a:off x="84391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F1_main_prauc_2709">
            <a:extLst>
              <a:ext uri="{FF2B5EF4-FFF2-40B4-BE49-F238E27FC236}">
                <a16:creationId xmlns:a16="http://schemas.microsoft.com/office/drawing/2014/main" id="{AB0EC8AC-6CA2-4793-88B9-59E6AA548797}"/>
              </a:ext>
            </a:extLst>
          </p:cNvPr>
          <p:cNvSpPr>
            <a:spLocks noGrp="1"/>
          </p:cNvSpPr>
          <p:nvPr/>
        </p:nvSpPr>
        <p:spPr>
          <a:xfrm>
            <a:off x="8554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F1_main_prauc_2710">
            <a:extLst>
              <a:ext uri="{FF2B5EF4-FFF2-40B4-BE49-F238E27FC236}">
                <a16:creationId xmlns:a16="http://schemas.microsoft.com/office/drawing/2014/main" id="{3ECC64FB-D3C1-4B10-91C3-56255C7331A5}"/>
              </a:ext>
            </a:extLst>
          </p:cNvPr>
          <p:cNvSpPr>
            <a:spLocks noGrp="1"/>
          </p:cNvSpPr>
          <p:nvPr/>
        </p:nvSpPr>
        <p:spPr>
          <a:xfrm>
            <a:off x="8572106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F1_main_prauc_2711">
            <a:extLst>
              <a:ext uri="{FF2B5EF4-FFF2-40B4-BE49-F238E27FC236}">
                <a16:creationId xmlns:a16="http://schemas.microsoft.com/office/drawing/2014/main" id="{49206B48-C3D9-4742-9C68-0B696E49155F}"/>
              </a:ext>
            </a:extLst>
          </p:cNvPr>
          <p:cNvSpPr>
            <a:spLocks noGrp="1"/>
          </p:cNvSpPr>
          <p:nvPr/>
        </p:nvSpPr>
        <p:spPr>
          <a:xfrm>
            <a:off x="85805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F1_main_prauc_2712">
            <a:extLst>
              <a:ext uri="{FF2B5EF4-FFF2-40B4-BE49-F238E27FC236}">
                <a16:creationId xmlns:a16="http://schemas.microsoft.com/office/drawing/2014/main" id="{3D298EE5-13EC-4C2C-A1F6-44D629A68CB7}"/>
              </a:ext>
            </a:extLst>
          </p:cNvPr>
          <p:cNvSpPr>
            <a:spLocks noGrp="1"/>
          </p:cNvSpPr>
          <p:nvPr/>
        </p:nvSpPr>
        <p:spPr>
          <a:xfrm>
            <a:off x="8467065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F1_main_prauc_2713">
            <a:extLst>
              <a:ext uri="{FF2B5EF4-FFF2-40B4-BE49-F238E27FC236}">
                <a16:creationId xmlns:a16="http://schemas.microsoft.com/office/drawing/2014/main" id="{490434DC-8843-4AF5-89DB-8AB94B052744}"/>
              </a:ext>
            </a:extLst>
          </p:cNvPr>
          <p:cNvSpPr>
            <a:spLocks noGrp="1"/>
          </p:cNvSpPr>
          <p:nvPr/>
        </p:nvSpPr>
        <p:spPr>
          <a:xfrm>
            <a:off x="84973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F1_main_prauc_2714">
            <a:extLst>
              <a:ext uri="{FF2B5EF4-FFF2-40B4-BE49-F238E27FC236}">
                <a16:creationId xmlns:a16="http://schemas.microsoft.com/office/drawing/2014/main" id="{A90222BE-9ED5-4908-ACFA-C382C056BEB1}"/>
              </a:ext>
            </a:extLst>
          </p:cNvPr>
          <p:cNvSpPr>
            <a:spLocks noGrp="1"/>
          </p:cNvSpPr>
          <p:nvPr/>
        </p:nvSpPr>
        <p:spPr>
          <a:xfrm>
            <a:off x="85331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F1_main_prauc_2715">
            <a:extLst>
              <a:ext uri="{FF2B5EF4-FFF2-40B4-BE49-F238E27FC236}">
                <a16:creationId xmlns:a16="http://schemas.microsoft.com/office/drawing/2014/main" id="{CECC17A6-DD80-4A68-BA3B-A92891A1D5AE}"/>
              </a:ext>
            </a:extLst>
          </p:cNvPr>
          <p:cNvSpPr>
            <a:spLocks noGrp="1"/>
          </p:cNvSpPr>
          <p:nvPr/>
        </p:nvSpPr>
        <p:spPr>
          <a:xfrm>
            <a:off x="86648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F1_main_prauc_2716">
            <a:extLst>
              <a:ext uri="{FF2B5EF4-FFF2-40B4-BE49-F238E27FC236}">
                <a16:creationId xmlns:a16="http://schemas.microsoft.com/office/drawing/2014/main" id="{E2A783EF-264E-42D5-AC94-3973D5E156B1}"/>
              </a:ext>
            </a:extLst>
          </p:cNvPr>
          <p:cNvSpPr>
            <a:spLocks noGrp="1"/>
          </p:cNvSpPr>
          <p:nvPr/>
        </p:nvSpPr>
        <p:spPr>
          <a:xfrm>
            <a:off x="84992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F1_main_prauc_2717">
            <a:extLst>
              <a:ext uri="{FF2B5EF4-FFF2-40B4-BE49-F238E27FC236}">
                <a16:creationId xmlns:a16="http://schemas.microsoft.com/office/drawing/2014/main" id="{1405EBB6-E900-4B8F-93EC-B5F7A5E696FB}"/>
              </a:ext>
            </a:extLst>
          </p:cNvPr>
          <p:cNvSpPr>
            <a:spLocks noGrp="1"/>
          </p:cNvSpPr>
          <p:nvPr/>
        </p:nvSpPr>
        <p:spPr>
          <a:xfrm>
            <a:off x="86280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F1_main_prauc_2718">
            <a:extLst>
              <a:ext uri="{FF2B5EF4-FFF2-40B4-BE49-F238E27FC236}">
                <a16:creationId xmlns:a16="http://schemas.microsoft.com/office/drawing/2014/main" id="{034F881C-8FE1-4904-8978-DAFB7D06AC1A}"/>
              </a:ext>
            </a:extLst>
          </p:cNvPr>
          <p:cNvSpPr>
            <a:spLocks noGrp="1"/>
          </p:cNvSpPr>
          <p:nvPr/>
        </p:nvSpPr>
        <p:spPr>
          <a:xfrm>
            <a:off x="86081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F1_main_prauc_2719">
            <a:extLst>
              <a:ext uri="{FF2B5EF4-FFF2-40B4-BE49-F238E27FC236}">
                <a16:creationId xmlns:a16="http://schemas.microsoft.com/office/drawing/2014/main" id="{AAB7BF96-3D68-4029-8D67-F1AC0980E0FD}"/>
              </a:ext>
            </a:extLst>
          </p:cNvPr>
          <p:cNvSpPr>
            <a:spLocks noGrp="1"/>
          </p:cNvSpPr>
          <p:nvPr/>
        </p:nvSpPr>
        <p:spPr>
          <a:xfrm>
            <a:off x="84822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F1_main_prauc_2720">
            <a:extLst>
              <a:ext uri="{FF2B5EF4-FFF2-40B4-BE49-F238E27FC236}">
                <a16:creationId xmlns:a16="http://schemas.microsoft.com/office/drawing/2014/main" id="{2EA1D719-50ED-459A-88B2-79FFA73D1372}"/>
              </a:ext>
            </a:extLst>
          </p:cNvPr>
          <p:cNvSpPr>
            <a:spLocks noGrp="1"/>
          </p:cNvSpPr>
          <p:nvPr/>
        </p:nvSpPr>
        <p:spPr>
          <a:xfrm>
            <a:off x="85465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F1_main_prauc_2721">
            <a:extLst>
              <a:ext uri="{FF2B5EF4-FFF2-40B4-BE49-F238E27FC236}">
                <a16:creationId xmlns:a16="http://schemas.microsoft.com/office/drawing/2014/main" id="{E8555545-4212-49D3-A795-AD44D7270FCD}"/>
              </a:ext>
            </a:extLst>
          </p:cNvPr>
          <p:cNvSpPr>
            <a:spLocks noGrp="1"/>
          </p:cNvSpPr>
          <p:nvPr/>
        </p:nvSpPr>
        <p:spPr>
          <a:xfrm>
            <a:off x="84519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F1_main_prauc_2722">
            <a:extLst>
              <a:ext uri="{FF2B5EF4-FFF2-40B4-BE49-F238E27FC236}">
                <a16:creationId xmlns:a16="http://schemas.microsoft.com/office/drawing/2014/main" id="{7FD8CC18-AD34-4F52-922B-8F0244FB47DA}"/>
              </a:ext>
            </a:extLst>
          </p:cNvPr>
          <p:cNvSpPr>
            <a:spLocks noGrp="1"/>
          </p:cNvSpPr>
          <p:nvPr/>
        </p:nvSpPr>
        <p:spPr>
          <a:xfrm>
            <a:off x="8430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F1_main_prauc_2723">
            <a:extLst>
              <a:ext uri="{FF2B5EF4-FFF2-40B4-BE49-F238E27FC236}">
                <a16:creationId xmlns:a16="http://schemas.microsoft.com/office/drawing/2014/main" id="{7DE178BD-F46A-46F4-8079-0A7B3C9FEFA0}"/>
              </a:ext>
            </a:extLst>
          </p:cNvPr>
          <p:cNvSpPr>
            <a:spLocks noGrp="1"/>
          </p:cNvSpPr>
          <p:nvPr/>
        </p:nvSpPr>
        <p:spPr>
          <a:xfrm>
            <a:off x="8585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F1_main_prauc_2724">
            <a:extLst>
              <a:ext uri="{FF2B5EF4-FFF2-40B4-BE49-F238E27FC236}">
                <a16:creationId xmlns:a16="http://schemas.microsoft.com/office/drawing/2014/main" id="{DE29F3AE-CFB5-4E6B-852F-E554E4AECF0A}"/>
              </a:ext>
            </a:extLst>
          </p:cNvPr>
          <p:cNvSpPr>
            <a:spLocks noGrp="1"/>
          </p:cNvSpPr>
          <p:nvPr/>
        </p:nvSpPr>
        <p:spPr>
          <a:xfrm>
            <a:off x="84907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F1_main_prauc_2725">
            <a:extLst>
              <a:ext uri="{FF2B5EF4-FFF2-40B4-BE49-F238E27FC236}">
                <a16:creationId xmlns:a16="http://schemas.microsoft.com/office/drawing/2014/main" id="{D1D3B76A-E9F7-4FC9-8A9D-723179C7F9A7}"/>
              </a:ext>
            </a:extLst>
          </p:cNvPr>
          <p:cNvSpPr>
            <a:spLocks noGrp="1"/>
          </p:cNvSpPr>
          <p:nvPr/>
        </p:nvSpPr>
        <p:spPr>
          <a:xfrm>
            <a:off x="8651889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F1_main_prauc_2726">
            <a:extLst>
              <a:ext uri="{FF2B5EF4-FFF2-40B4-BE49-F238E27FC236}">
                <a16:creationId xmlns:a16="http://schemas.microsoft.com/office/drawing/2014/main" id="{123A4E11-3B9D-410F-865C-517030536491}"/>
              </a:ext>
            </a:extLst>
          </p:cNvPr>
          <p:cNvSpPr>
            <a:spLocks noGrp="1"/>
          </p:cNvSpPr>
          <p:nvPr/>
        </p:nvSpPr>
        <p:spPr>
          <a:xfrm>
            <a:off x="865440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F1_main_prauc_2727">
            <a:extLst>
              <a:ext uri="{FF2B5EF4-FFF2-40B4-BE49-F238E27FC236}">
                <a16:creationId xmlns:a16="http://schemas.microsoft.com/office/drawing/2014/main" id="{470ACED4-32E7-42B2-A130-D7A265E38258}"/>
              </a:ext>
            </a:extLst>
          </p:cNvPr>
          <p:cNvSpPr>
            <a:spLocks noGrp="1"/>
          </p:cNvSpPr>
          <p:nvPr/>
        </p:nvSpPr>
        <p:spPr>
          <a:xfrm>
            <a:off x="8678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F1_main_prauc_2728">
            <a:extLst>
              <a:ext uri="{FF2B5EF4-FFF2-40B4-BE49-F238E27FC236}">
                <a16:creationId xmlns:a16="http://schemas.microsoft.com/office/drawing/2014/main" id="{893C6E20-CE0E-4CC6-9C5E-44372A001F20}"/>
              </a:ext>
            </a:extLst>
          </p:cNvPr>
          <p:cNvSpPr>
            <a:spLocks noGrp="1"/>
          </p:cNvSpPr>
          <p:nvPr/>
        </p:nvSpPr>
        <p:spPr>
          <a:xfrm>
            <a:off x="85553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F1_main_prauc_2729">
            <a:extLst>
              <a:ext uri="{FF2B5EF4-FFF2-40B4-BE49-F238E27FC236}">
                <a16:creationId xmlns:a16="http://schemas.microsoft.com/office/drawing/2014/main" id="{EAF32EAE-3E2E-4606-9891-C1D685826346}"/>
              </a:ext>
            </a:extLst>
          </p:cNvPr>
          <p:cNvSpPr>
            <a:spLocks noGrp="1"/>
          </p:cNvSpPr>
          <p:nvPr/>
        </p:nvSpPr>
        <p:spPr>
          <a:xfrm>
            <a:off x="8543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F1_main_prauc_2730">
            <a:extLst>
              <a:ext uri="{FF2B5EF4-FFF2-40B4-BE49-F238E27FC236}">
                <a16:creationId xmlns:a16="http://schemas.microsoft.com/office/drawing/2014/main" id="{ABE5C78A-93EF-4AF7-B95B-786FF9A4795E}"/>
              </a:ext>
            </a:extLst>
          </p:cNvPr>
          <p:cNvSpPr>
            <a:spLocks noGrp="1"/>
          </p:cNvSpPr>
          <p:nvPr/>
        </p:nvSpPr>
        <p:spPr>
          <a:xfrm>
            <a:off x="8640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F1_main_prauc_2731">
            <a:extLst>
              <a:ext uri="{FF2B5EF4-FFF2-40B4-BE49-F238E27FC236}">
                <a16:creationId xmlns:a16="http://schemas.microsoft.com/office/drawing/2014/main" id="{9CDA90EE-DD9C-4EAC-A03B-966D4B8751FF}"/>
              </a:ext>
            </a:extLst>
          </p:cNvPr>
          <p:cNvSpPr>
            <a:spLocks noGrp="1"/>
          </p:cNvSpPr>
          <p:nvPr/>
        </p:nvSpPr>
        <p:spPr>
          <a:xfrm>
            <a:off x="8470705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F1_main_prauc_2732">
            <a:extLst>
              <a:ext uri="{FF2B5EF4-FFF2-40B4-BE49-F238E27FC236}">
                <a16:creationId xmlns:a16="http://schemas.microsoft.com/office/drawing/2014/main" id="{B7741F69-D882-4FAC-B923-86659EFC622D}"/>
              </a:ext>
            </a:extLst>
          </p:cNvPr>
          <p:cNvSpPr>
            <a:spLocks noGrp="1"/>
          </p:cNvSpPr>
          <p:nvPr/>
        </p:nvSpPr>
        <p:spPr>
          <a:xfrm>
            <a:off x="84753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F1_main_prauc_2733">
            <a:extLst>
              <a:ext uri="{FF2B5EF4-FFF2-40B4-BE49-F238E27FC236}">
                <a16:creationId xmlns:a16="http://schemas.microsoft.com/office/drawing/2014/main" id="{A0B0940F-A5AD-4FC5-952C-670D34AAA616}"/>
              </a:ext>
            </a:extLst>
          </p:cNvPr>
          <p:cNvSpPr>
            <a:spLocks noGrp="1"/>
          </p:cNvSpPr>
          <p:nvPr/>
        </p:nvSpPr>
        <p:spPr>
          <a:xfrm>
            <a:off x="8474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F1_main_prauc_2734">
            <a:extLst>
              <a:ext uri="{FF2B5EF4-FFF2-40B4-BE49-F238E27FC236}">
                <a16:creationId xmlns:a16="http://schemas.microsoft.com/office/drawing/2014/main" id="{C36765A0-42B8-4CEC-9C3A-10DA5692785F}"/>
              </a:ext>
            </a:extLst>
          </p:cNvPr>
          <p:cNvSpPr>
            <a:spLocks noGrp="1"/>
          </p:cNvSpPr>
          <p:nvPr/>
        </p:nvSpPr>
        <p:spPr>
          <a:xfrm>
            <a:off x="86486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F1_main_prauc_2735">
            <a:extLst>
              <a:ext uri="{FF2B5EF4-FFF2-40B4-BE49-F238E27FC236}">
                <a16:creationId xmlns:a16="http://schemas.microsoft.com/office/drawing/2014/main" id="{274AC9A2-FF4D-463F-A8D8-EDB786E233E2}"/>
              </a:ext>
            </a:extLst>
          </p:cNvPr>
          <p:cNvSpPr>
            <a:spLocks noGrp="1"/>
          </p:cNvSpPr>
          <p:nvPr/>
        </p:nvSpPr>
        <p:spPr>
          <a:xfrm>
            <a:off x="85625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F1_main_prauc_2736">
            <a:extLst>
              <a:ext uri="{FF2B5EF4-FFF2-40B4-BE49-F238E27FC236}">
                <a16:creationId xmlns:a16="http://schemas.microsoft.com/office/drawing/2014/main" id="{5B0D29A8-EC4B-416D-ACB1-98EF9F7FC127}"/>
              </a:ext>
            </a:extLst>
          </p:cNvPr>
          <p:cNvSpPr>
            <a:spLocks noGrp="1"/>
          </p:cNvSpPr>
          <p:nvPr/>
        </p:nvSpPr>
        <p:spPr>
          <a:xfrm>
            <a:off x="86504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F1_main_prauc_2737">
            <a:extLst>
              <a:ext uri="{FF2B5EF4-FFF2-40B4-BE49-F238E27FC236}">
                <a16:creationId xmlns:a16="http://schemas.microsoft.com/office/drawing/2014/main" id="{A2CBF595-7A7A-4A52-89D3-F92A5DEB6A9A}"/>
              </a:ext>
            </a:extLst>
          </p:cNvPr>
          <p:cNvSpPr>
            <a:spLocks noGrp="1"/>
          </p:cNvSpPr>
          <p:nvPr/>
        </p:nvSpPr>
        <p:spPr>
          <a:xfrm>
            <a:off x="85929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F1_main_prauc_2738">
            <a:extLst>
              <a:ext uri="{FF2B5EF4-FFF2-40B4-BE49-F238E27FC236}">
                <a16:creationId xmlns:a16="http://schemas.microsoft.com/office/drawing/2014/main" id="{C0F9BF90-2F3E-47F6-8948-41E8927B1E50}"/>
              </a:ext>
            </a:extLst>
          </p:cNvPr>
          <p:cNvSpPr>
            <a:spLocks noGrp="1"/>
          </p:cNvSpPr>
          <p:nvPr/>
        </p:nvSpPr>
        <p:spPr>
          <a:xfrm>
            <a:off x="8667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F1_main_prauc_2739">
            <a:extLst>
              <a:ext uri="{FF2B5EF4-FFF2-40B4-BE49-F238E27FC236}">
                <a16:creationId xmlns:a16="http://schemas.microsoft.com/office/drawing/2014/main" id="{07A1C5C9-30F9-4B08-B5A6-2000BCE6006C}"/>
              </a:ext>
            </a:extLst>
          </p:cNvPr>
          <p:cNvSpPr>
            <a:spLocks noGrp="1"/>
          </p:cNvSpPr>
          <p:nvPr/>
        </p:nvSpPr>
        <p:spPr>
          <a:xfrm>
            <a:off x="86166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F1_main_prauc_2740">
            <a:extLst>
              <a:ext uri="{FF2B5EF4-FFF2-40B4-BE49-F238E27FC236}">
                <a16:creationId xmlns:a16="http://schemas.microsoft.com/office/drawing/2014/main" id="{28095817-F90E-4401-9F04-866045D451B8}"/>
              </a:ext>
            </a:extLst>
          </p:cNvPr>
          <p:cNvSpPr>
            <a:spLocks noGrp="1"/>
          </p:cNvSpPr>
          <p:nvPr/>
        </p:nvSpPr>
        <p:spPr>
          <a:xfrm>
            <a:off x="85110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F1_main_prauc_2741">
            <a:extLst>
              <a:ext uri="{FF2B5EF4-FFF2-40B4-BE49-F238E27FC236}">
                <a16:creationId xmlns:a16="http://schemas.microsoft.com/office/drawing/2014/main" id="{3BDF048B-BA9B-4555-A1C4-9586482D3565}"/>
              </a:ext>
            </a:extLst>
          </p:cNvPr>
          <p:cNvSpPr>
            <a:spLocks noGrp="1"/>
          </p:cNvSpPr>
          <p:nvPr/>
        </p:nvSpPr>
        <p:spPr>
          <a:xfrm>
            <a:off x="86637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F1_main_prauc_2742">
            <a:extLst>
              <a:ext uri="{FF2B5EF4-FFF2-40B4-BE49-F238E27FC236}">
                <a16:creationId xmlns:a16="http://schemas.microsoft.com/office/drawing/2014/main" id="{EC50AF4E-3312-4DDA-B1F2-4799DB10C724}"/>
              </a:ext>
            </a:extLst>
          </p:cNvPr>
          <p:cNvSpPr>
            <a:spLocks noGrp="1"/>
          </p:cNvSpPr>
          <p:nvPr/>
        </p:nvSpPr>
        <p:spPr>
          <a:xfrm>
            <a:off x="8464499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F1_main_prauc_2743">
            <a:extLst>
              <a:ext uri="{FF2B5EF4-FFF2-40B4-BE49-F238E27FC236}">
                <a16:creationId xmlns:a16="http://schemas.microsoft.com/office/drawing/2014/main" id="{85B945BC-6CDC-4323-AC04-0940E002A717}"/>
              </a:ext>
            </a:extLst>
          </p:cNvPr>
          <p:cNvSpPr>
            <a:spLocks noGrp="1"/>
          </p:cNvSpPr>
          <p:nvPr/>
        </p:nvSpPr>
        <p:spPr>
          <a:xfrm>
            <a:off x="8647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F1_main_prauc_2744">
            <a:extLst>
              <a:ext uri="{FF2B5EF4-FFF2-40B4-BE49-F238E27FC236}">
                <a16:creationId xmlns:a16="http://schemas.microsoft.com/office/drawing/2014/main" id="{6B5F1E0F-3220-49D6-A83C-FF7C7C536699}"/>
              </a:ext>
            </a:extLst>
          </p:cNvPr>
          <p:cNvSpPr>
            <a:spLocks noGrp="1"/>
          </p:cNvSpPr>
          <p:nvPr/>
        </p:nvSpPr>
        <p:spPr>
          <a:xfrm>
            <a:off x="8635739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F1_main_prauc_2745">
            <a:extLst>
              <a:ext uri="{FF2B5EF4-FFF2-40B4-BE49-F238E27FC236}">
                <a16:creationId xmlns:a16="http://schemas.microsoft.com/office/drawing/2014/main" id="{3A4EB6F5-9BFF-4AD0-A25C-9CB7CF7AF7BD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F1_main_prauc_2746">
            <a:extLst>
              <a:ext uri="{FF2B5EF4-FFF2-40B4-BE49-F238E27FC236}">
                <a16:creationId xmlns:a16="http://schemas.microsoft.com/office/drawing/2014/main" id="{1BCEF6F0-8FC9-4864-AA05-100CBFFAFE0C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F1_main_prauc_2747">
            <a:extLst>
              <a:ext uri="{FF2B5EF4-FFF2-40B4-BE49-F238E27FC236}">
                <a16:creationId xmlns:a16="http://schemas.microsoft.com/office/drawing/2014/main" id="{CE422CF4-0240-489B-B043-A25DEB0ED057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F1_main_prauc_2748">
            <a:extLst>
              <a:ext uri="{FF2B5EF4-FFF2-40B4-BE49-F238E27FC236}">
                <a16:creationId xmlns:a16="http://schemas.microsoft.com/office/drawing/2014/main" id="{53E09EA1-F563-4B95-8452-16B1D44ED49E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F1_main_prauc_2749">
            <a:extLst>
              <a:ext uri="{FF2B5EF4-FFF2-40B4-BE49-F238E27FC236}">
                <a16:creationId xmlns:a16="http://schemas.microsoft.com/office/drawing/2014/main" id="{E8252774-7F0C-471A-A8EA-88113C3249B9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F1_main_prauc_2750">
            <a:extLst>
              <a:ext uri="{FF2B5EF4-FFF2-40B4-BE49-F238E27FC236}">
                <a16:creationId xmlns:a16="http://schemas.microsoft.com/office/drawing/2014/main" id="{B9C15C51-E3D4-40C9-A1CF-9B3E4E9F1661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F1_main_prauc_2751">
            <a:extLst>
              <a:ext uri="{FF2B5EF4-FFF2-40B4-BE49-F238E27FC236}">
                <a16:creationId xmlns:a16="http://schemas.microsoft.com/office/drawing/2014/main" id="{FE23AE77-0A47-4458-A1E1-2579D7867A0A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F1_main_prauc_2752">
            <a:extLst>
              <a:ext uri="{FF2B5EF4-FFF2-40B4-BE49-F238E27FC236}">
                <a16:creationId xmlns:a16="http://schemas.microsoft.com/office/drawing/2014/main" id="{7ACC539A-A458-4A48-84CE-C18058B2D9EB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F1_main_prauc_2753">
            <a:extLst>
              <a:ext uri="{FF2B5EF4-FFF2-40B4-BE49-F238E27FC236}">
                <a16:creationId xmlns:a16="http://schemas.microsoft.com/office/drawing/2014/main" id="{A194F52B-5B05-4FD6-BD9C-9C1F41498264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F1_main_prauc_2754">
            <a:extLst>
              <a:ext uri="{FF2B5EF4-FFF2-40B4-BE49-F238E27FC236}">
                <a16:creationId xmlns:a16="http://schemas.microsoft.com/office/drawing/2014/main" id="{EC0C1DA7-D58A-47DD-84DB-4555549B5C19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F1_main_prauc_2755">
            <a:extLst>
              <a:ext uri="{FF2B5EF4-FFF2-40B4-BE49-F238E27FC236}">
                <a16:creationId xmlns:a16="http://schemas.microsoft.com/office/drawing/2014/main" id="{34982DEE-2D63-467A-B1A1-E769C5AD8F74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F1_main_prauc_2756">
            <a:extLst>
              <a:ext uri="{FF2B5EF4-FFF2-40B4-BE49-F238E27FC236}">
                <a16:creationId xmlns:a16="http://schemas.microsoft.com/office/drawing/2014/main" id="{54D75BA2-654E-49EE-93B7-CADB9366494F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F1_main_prauc_2757">
            <a:extLst>
              <a:ext uri="{FF2B5EF4-FFF2-40B4-BE49-F238E27FC236}">
                <a16:creationId xmlns:a16="http://schemas.microsoft.com/office/drawing/2014/main" id="{329DC3DA-8B4D-4DB1-A35F-F91C775D6FF3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F1_main_prauc_2758">
            <a:extLst>
              <a:ext uri="{FF2B5EF4-FFF2-40B4-BE49-F238E27FC236}">
                <a16:creationId xmlns:a16="http://schemas.microsoft.com/office/drawing/2014/main" id="{ECE3FF54-D16C-4CAA-8FD7-D3C94F3B3139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F1_main_prauc_2759">
            <a:extLst>
              <a:ext uri="{FF2B5EF4-FFF2-40B4-BE49-F238E27FC236}">
                <a16:creationId xmlns:a16="http://schemas.microsoft.com/office/drawing/2014/main" id="{D26FF800-3756-4DA0-A3B9-B226B2538AC0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F1_main_prauc_2760">
            <a:extLst>
              <a:ext uri="{FF2B5EF4-FFF2-40B4-BE49-F238E27FC236}">
                <a16:creationId xmlns:a16="http://schemas.microsoft.com/office/drawing/2014/main" id="{6DF938E3-7145-4AE0-923B-BEDE8BE44AC1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F1_main_prauc_2761">
            <a:extLst>
              <a:ext uri="{FF2B5EF4-FFF2-40B4-BE49-F238E27FC236}">
                <a16:creationId xmlns:a16="http://schemas.microsoft.com/office/drawing/2014/main" id="{2370882F-5D9E-4B37-9782-648C772DF96E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F1_main_prauc_2762">
            <a:extLst>
              <a:ext uri="{FF2B5EF4-FFF2-40B4-BE49-F238E27FC236}">
                <a16:creationId xmlns:a16="http://schemas.microsoft.com/office/drawing/2014/main" id="{2282B57F-E961-431D-AABE-B703502C989A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4" name="F1_main_prauc_2763">
            <a:extLst>
              <a:ext uri="{FF2B5EF4-FFF2-40B4-BE49-F238E27FC236}">
                <a16:creationId xmlns:a16="http://schemas.microsoft.com/office/drawing/2014/main" id="{21F026E0-F419-451E-B8A3-105CF5884EFB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5" name="F1_main_prauc_2764">
            <a:extLst>
              <a:ext uri="{FF2B5EF4-FFF2-40B4-BE49-F238E27FC236}">
                <a16:creationId xmlns:a16="http://schemas.microsoft.com/office/drawing/2014/main" id="{58F012BB-F599-4A66-B6F4-8EC38693B028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6" name="F1_main_prauc_2765">
            <a:extLst>
              <a:ext uri="{FF2B5EF4-FFF2-40B4-BE49-F238E27FC236}">
                <a16:creationId xmlns:a16="http://schemas.microsoft.com/office/drawing/2014/main" id="{4A0DC066-03B0-47D5-BF0D-DE3DD3BA4A38}"/>
              </a:ext>
            </a:extLst>
          </p:cNvPr>
          <p:cNvSpPr>
            <a:spLocks noGrp="1"/>
          </p:cNvSpPr>
          <p:nvPr/>
        </p:nvSpPr>
        <p:spPr>
          <a:xfrm>
            <a:off x="3485857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7" name="F1_main_prauc_2766">
            <a:extLst>
              <a:ext uri="{FF2B5EF4-FFF2-40B4-BE49-F238E27FC236}">
                <a16:creationId xmlns:a16="http://schemas.microsoft.com/office/drawing/2014/main" id="{6BF6328B-D541-4644-A5BE-6C0FF9EDABF9}"/>
              </a:ext>
            </a:extLst>
          </p:cNvPr>
          <p:cNvSpPr>
            <a:spLocks noGrp="1"/>
          </p:cNvSpPr>
          <p:nvPr/>
        </p:nvSpPr>
        <p:spPr>
          <a:xfrm>
            <a:off x="3395362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8" name="F1_main_prauc_2767">
            <a:extLst>
              <a:ext uri="{FF2B5EF4-FFF2-40B4-BE49-F238E27FC236}">
                <a16:creationId xmlns:a16="http://schemas.microsoft.com/office/drawing/2014/main" id="{BF72328E-6F6D-4C1D-8343-031E3ED7F44D}"/>
              </a:ext>
            </a:extLst>
          </p:cNvPr>
          <p:cNvSpPr>
            <a:spLocks noGrp="1"/>
          </p:cNvSpPr>
          <p:nvPr/>
        </p:nvSpPr>
        <p:spPr>
          <a:xfrm>
            <a:off x="3395362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9" name="F1_main_prauc_2768">
            <a:extLst>
              <a:ext uri="{FF2B5EF4-FFF2-40B4-BE49-F238E27FC236}">
                <a16:creationId xmlns:a16="http://schemas.microsoft.com/office/drawing/2014/main" id="{B8DB31D0-CA9F-4379-B2AF-1D7A942170A1}"/>
              </a:ext>
            </a:extLst>
          </p:cNvPr>
          <p:cNvSpPr>
            <a:spLocks noGrp="1"/>
          </p:cNvSpPr>
          <p:nvPr/>
        </p:nvSpPr>
        <p:spPr>
          <a:xfrm>
            <a:off x="5059680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0" name="F1_main_prauc_2769">
            <a:extLst>
              <a:ext uri="{FF2B5EF4-FFF2-40B4-BE49-F238E27FC236}">
                <a16:creationId xmlns:a16="http://schemas.microsoft.com/office/drawing/2014/main" id="{A15EDA01-29CB-4A2E-96E9-B9CCD4EF019D}"/>
              </a:ext>
            </a:extLst>
          </p:cNvPr>
          <p:cNvSpPr>
            <a:spLocks noGrp="1"/>
          </p:cNvSpPr>
          <p:nvPr/>
        </p:nvSpPr>
        <p:spPr>
          <a:xfrm>
            <a:off x="4969185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1" name="F1_main_prauc_2770">
            <a:extLst>
              <a:ext uri="{FF2B5EF4-FFF2-40B4-BE49-F238E27FC236}">
                <a16:creationId xmlns:a16="http://schemas.microsoft.com/office/drawing/2014/main" id="{EF2ECD73-6A73-45EA-BA95-4EB50468B568}"/>
              </a:ext>
            </a:extLst>
          </p:cNvPr>
          <p:cNvSpPr>
            <a:spLocks noGrp="1"/>
          </p:cNvSpPr>
          <p:nvPr/>
        </p:nvSpPr>
        <p:spPr>
          <a:xfrm>
            <a:off x="4969185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2" name="F1_main_prauc_2771">
            <a:extLst>
              <a:ext uri="{FF2B5EF4-FFF2-40B4-BE49-F238E27FC236}">
                <a16:creationId xmlns:a16="http://schemas.microsoft.com/office/drawing/2014/main" id="{55419DC8-F604-4349-844A-C8F7CC553E4A}"/>
              </a:ext>
            </a:extLst>
          </p:cNvPr>
          <p:cNvSpPr>
            <a:spLocks noGrp="1"/>
          </p:cNvSpPr>
          <p:nvPr/>
        </p:nvSpPr>
        <p:spPr>
          <a:xfrm>
            <a:off x="6633503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3" name="F1_main_prauc_2772">
            <a:extLst>
              <a:ext uri="{FF2B5EF4-FFF2-40B4-BE49-F238E27FC236}">
                <a16:creationId xmlns:a16="http://schemas.microsoft.com/office/drawing/2014/main" id="{47757A69-B1BA-4A97-BE11-DEEA7B51BBFB}"/>
              </a:ext>
            </a:extLst>
          </p:cNvPr>
          <p:cNvSpPr>
            <a:spLocks noGrp="1"/>
          </p:cNvSpPr>
          <p:nvPr/>
        </p:nvSpPr>
        <p:spPr>
          <a:xfrm>
            <a:off x="6543008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4" name="F1_main_prauc_2773">
            <a:extLst>
              <a:ext uri="{FF2B5EF4-FFF2-40B4-BE49-F238E27FC236}">
                <a16:creationId xmlns:a16="http://schemas.microsoft.com/office/drawing/2014/main" id="{0878347C-B6C9-4612-976C-31256D0C3BFB}"/>
              </a:ext>
            </a:extLst>
          </p:cNvPr>
          <p:cNvSpPr>
            <a:spLocks noGrp="1"/>
          </p:cNvSpPr>
          <p:nvPr/>
        </p:nvSpPr>
        <p:spPr>
          <a:xfrm>
            <a:off x="6543008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5" name="F1_main_prauc_2774">
            <a:extLst>
              <a:ext uri="{FF2B5EF4-FFF2-40B4-BE49-F238E27FC236}">
                <a16:creationId xmlns:a16="http://schemas.microsoft.com/office/drawing/2014/main" id="{23DEB324-EC80-44E5-9909-EEBDD0B0662B}"/>
              </a:ext>
            </a:extLst>
          </p:cNvPr>
          <p:cNvSpPr>
            <a:spLocks noGrp="1"/>
          </p:cNvSpPr>
          <p:nvPr/>
        </p:nvSpPr>
        <p:spPr>
          <a:xfrm>
            <a:off x="8207326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6" name="F1_main_prauc_2775">
            <a:extLst>
              <a:ext uri="{FF2B5EF4-FFF2-40B4-BE49-F238E27FC236}">
                <a16:creationId xmlns:a16="http://schemas.microsoft.com/office/drawing/2014/main" id="{30B27825-9A6D-4224-A7A9-B1740E106A83}"/>
              </a:ext>
            </a:extLst>
          </p:cNvPr>
          <p:cNvSpPr>
            <a:spLocks noGrp="1"/>
          </p:cNvSpPr>
          <p:nvPr/>
        </p:nvSpPr>
        <p:spPr>
          <a:xfrm>
            <a:off x="8116831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7" name="F1_main_prauc_2776">
            <a:extLst>
              <a:ext uri="{FF2B5EF4-FFF2-40B4-BE49-F238E27FC236}">
                <a16:creationId xmlns:a16="http://schemas.microsoft.com/office/drawing/2014/main" id="{8B677A1E-88CE-4254-8420-0980C726BA18}"/>
              </a:ext>
            </a:extLst>
          </p:cNvPr>
          <p:cNvSpPr>
            <a:spLocks noGrp="1"/>
          </p:cNvSpPr>
          <p:nvPr/>
        </p:nvSpPr>
        <p:spPr>
          <a:xfrm>
            <a:off x="8116831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8" name="F1_main_prauc_2777">
            <a:extLst>
              <a:ext uri="{FF2B5EF4-FFF2-40B4-BE49-F238E27FC236}">
                <a16:creationId xmlns:a16="http://schemas.microsoft.com/office/drawing/2014/main" id="{E47F1C8C-4F32-4A83-813B-34857BC0CED6}"/>
              </a:ext>
            </a:extLst>
          </p:cNvPr>
          <p:cNvSpPr>
            <a:spLocks noGrp="1"/>
          </p:cNvSpPr>
          <p:nvPr/>
        </p:nvSpPr>
        <p:spPr>
          <a:xfrm>
            <a:off x="2274013" y="5406510"/>
            <a:ext cx="191" cy="210746"/>
          </a:xfrm>
          <a:custGeom>
            <a:avLst/>
            <a:gdLst/>
            <a:ahLst/>
            <a:cxnLst/>
            <a:rect l="0" t="0" r="0" b="0"/>
            <a:pathLst>
              <a:path w="191" h="210746">
                <a:moveTo>
                  <a:pt x="0" y="21074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69" name="F1_main_prauc_2778">
            <a:extLst>
              <a:ext uri="{FF2B5EF4-FFF2-40B4-BE49-F238E27FC236}">
                <a16:creationId xmlns:a16="http://schemas.microsoft.com/office/drawing/2014/main" id="{D9DBAA81-9040-48CA-BFC5-2552766B48C6}"/>
              </a:ext>
            </a:extLst>
          </p:cNvPr>
          <p:cNvSpPr>
            <a:spLocks noGrp="1"/>
          </p:cNvSpPr>
          <p:nvPr/>
        </p:nvSpPr>
        <p:spPr>
          <a:xfrm>
            <a:off x="2183518" y="561725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0" name="F1_main_prauc_2779">
            <a:extLst>
              <a:ext uri="{FF2B5EF4-FFF2-40B4-BE49-F238E27FC236}">
                <a16:creationId xmlns:a16="http://schemas.microsoft.com/office/drawing/2014/main" id="{E6D6F701-FB4D-4E00-93D0-96A9C679940B}"/>
              </a:ext>
            </a:extLst>
          </p:cNvPr>
          <p:cNvSpPr>
            <a:spLocks noGrp="1"/>
          </p:cNvSpPr>
          <p:nvPr/>
        </p:nvSpPr>
        <p:spPr>
          <a:xfrm>
            <a:off x="2183518" y="54065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1" name="F1_main_prauc_2780">
            <a:extLst>
              <a:ext uri="{FF2B5EF4-FFF2-40B4-BE49-F238E27FC236}">
                <a16:creationId xmlns:a16="http://schemas.microsoft.com/office/drawing/2014/main" id="{F563EAFB-77FA-4684-8FCB-FE54C7B490DD}"/>
              </a:ext>
            </a:extLst>
          </p:cNvPr>
          <p:cNvSpPr>
            <a:spLocks noGrp="1"/>
          </p:cNvSpPr>
          <p:nvPr/>
        </p:nvSpPr>
        <p:spPr>
          <a:xfrm>
            <a:off x="3847836" y="5151826"/>
            <a:ext cx="191" cy="300623"/>
          </a:xfrm>
          <a:custGeom>
            <a:avLst/>
            <a:gdLst/>
            <a:ahLst/>
            <a:cxnLst/>
            <a:rect l="0" t="0" r="0" b="0"/>
            <a:pathLst>
              <a:path w="191" h="300623">
                <a:moveTo>
                  <a:pt x="0" y="3006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2" name="F1_main_prauc_2781">
            <a:extLst>
              <a:ext uri="{FF2B5EF4-FFF2-40B4-BE49-F238E27FC236}">
                <a16:creationId xmlns:a16="http://schemas.microsoft.com/office/drawing/2014/main" id="{09821EB9-5DBE-46D6-96F1-AE90B7D21999}"/>
              </a:ext>
            </a:extLst>
          </p:cNvPr>
          <p:cNvSpPr>
            <a:spLocks noGrp="1"/>
          </p:cNvSpPr>
          <p:nvPr/>
        </p:nvSpPr>
        <p:spPr>
          <a:xfrm>
            <a:off x="3757341" y="54524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3" name="F1_main_prauc_2782">
            <a:extLst>
              <a:ext uri="{FF2B5EF4-FFF2-40B4-BE49-F238E27FC236}">
                <a16:creationId xmlns:a16="http://schemas.microsoft.com/office/drawing/2014/main" id="{ABC5E4C3-8CF2-4B11-A806-403200E637C7}"/>
              </a:ext>
            </a:extLst>
          </p:cNvPr>
          <p:cNvSpPr>
            <a:spLocks noGrp="1"/>
          </p:cNvSpPr>
          <p:nvPr/>
        </p:nvSpPr>
        <p:spPr>
          <a:xfrm>
            <a:off x="3757341" y="515182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4" name="F1_main_prauc_2783">
            <a:extLst>
              <a:ext uri="{FF2B5EF4-FFF2-40B4-BE49-F238E27FC236}">
                <a16:creationId xmlns:a16="http://schemas.microsoft.com/office/drawing/2014/main" id="{A090B67B-5DD0-4CC6-A900-DFD97D085587}"/>
              </a:ext>
            </a:extLst>
          </p:cNvPr>
          <p:cNvSpPr>
            <a:spLocks noGrp="1"/>
          </p:cNvSpPr>
          <p:nvPr/>
        </p:nvSpPr>
        <p:spPr>
          <a:xfrm>
            <a:off x="5421659" y="5158771"/>
            <a:ext cx="191" cy="299249"/>
          </a:xfrm>
          <a:custGeom>
            <a:avLst/>
            <a:gdLst/>
            <a:ahLst/>
            <a:cxnLst/>
            <a:rect l="0" t="0" r="0" b="0"/>
            <a:pathLst>
              <a:path w="191" h="299249">
                <a:moveTo>
                  <a:pt x="0" y="29924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5" name="F1_main_prauc_2784">
            <a:extLst>
              <a:ext uri="{FF2B5EF4-FFF2-40B4-BE49-F238E27FC236}">
                <a16:creationId xmlns:a16="http://schemas.microsoft.com/office/drawing/2014/main" id="{3B0BA845-8B2D-4E42-8D0C-F3143E83256D}"/>
              </a:ext>
            </a:extLst>
          </p:cNvPr>
          <p:cNvSpPr>
            <a:spLocks noGrp="1"/>
          </p:cNvSpPr>
          <p:nvPr/>
        </p:nvSpPr>
        <p:spPr>
          <a:xfrm>
            <a:off x="5331164" y="545802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6" name="F1_main_prauc_2785">
            <a:extLst>
              <a:ext uri="{FF2B5EF4-FFF2-40B4-BE49-F238E27FC236}">
                <a16:creationId xmlns:a16="http://schemas.microsoft.com/office/drawing/2014/main" id="{CC136D3D-45CB-48D1-AAB4-57E95D3ABE60}"/>
              </a:ext>
            </a:extLst>
          </p:cNvPr>
          <p:cNvSpPr>
            <a:spLocks noGrp="1"/>
          </p:cNvSpPr>
          <p:nvPr/>
        </p:nvSpPr>
        <p:spPr>
          <a:xfrm>
            <a:off x="5331164" y="515877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7" name="F1_main_prauc_2786">
            <a:extLst>
              <a:ext uri="{FF2B5EF4-FFF2-40B4-BE49-F238E27FC236}">
                <a16:creationId xmlns:a16="http://schemas.microsoft.com/office/drawing/2014/main" id="{B0D9B607-9621-4CF9-9080-65CE9A9119BD}"/>
              </a:ext>
            </a:extLst>
          </p:cNvPr>
          <p:cNvSpPr>
            <a:spLocks noGrp="1"/>
          </p:cNvSpPr>
          <p:nvPr/>
        </p:nvSpPr>
        <p:spPr>
          <a:xfrm>
            <a:off x="6995482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8" name="F1_main_prauc_2787">
            <a:extLst>
              <a:ext uri="{FF2B5EF4-FFF2-40B4-BE49-F238E27FC236}">
                <a16:creationId xmlns:a16="http://schemas.microsoft.com/office/drawing/2014/main" id="{50B6BE0F-1715-42DA-9A86-772826B182A7}"/>
              </a:ext>
            </a:extLst>
          </p:cNvPr>
          <p:cNvSpPr>
            <a:spLocks noGrp="1"/>
          </p:cNvSpPr>
          <p:nvPr/>
        </p:nvSpPr>
        <p:spPr>
          <a:xfrm>
            <a:off x="6904988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9" name="F1_main_prauc_2788">
            <a:extLst>
              <a:ext uri="{FF2B5EF4-FFF2-40B4-BE49-F238E27FC236}">
                <a16:creationId xmlns:a16="http://schemas.microsoft.com/office/drawing/2014/main" id="{FE619712-01BA-4D9A-97D1-E4FB05D0FD33}"/>
              </a:ext>
            </a:extLst>
          </p:cNvPr>
          <p:cNvSpPr>
            <a:spLocks noGrp="1"/>
          </p:cNvSpPr>
          <p:nvPr/>
        </p:nvSpPr>
        <p:spPr>
          <a:xfrm>
            <a:off x="6904988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0" name="F1_main_prauc_2789">
            <a:extLst>
              <a:ext uri="{FF2B5EF4-FFF2-40B4-BE49-F238E27FC236}">
                <a16:creationId xmlns:a16="http://schemas.microsoft.com/office/drawing/2014/main" id="{8D4381FD-C568-4086-9E26-DF0B6228DC3B}"/>
              </a:ext>
            </a:extLst>
          </p:cNvPr>
          <p:cNvSpPr>
            <a:spLocks noGrp="1"/>
          </p:cNvSpPr>
          <p:nvPr/>
        </p:nvSpPr>
        <p:spPr>
          <a:xfrm>
            <a:off x="8569305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1" name="F1_main_prauc_2790">
            <a:extLst>
              <a:ext uri="{FF2B5EF4-FFF2-40B4-BE49-F238E27FC236}">
                <a16:creationId xmlns:a16="http://schemas.microsoft.com/office/drawing/2014/main" id="{F6C8BAA5-2D3C-40C7-BACD-E2B6D574C5B0}"/>
              </a:ext>
            </a:extLst>
          </p:cNvPr>
          <p:cNvSpPr>
            <a:spLocks noGrp="1"/>
          </p:cNvSpPr>
          <p:nvPr/>
        </p:nvSpPr>
        <p:spPr>
          <a:xfrm>
            <a:off x="8478811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2" name="F1_main_prauc_2791">
            <a:extLst>
              <a:ext uri="{FF2B5EF4-FFF2-40B4-BE49-F238E27FC236}">
                <a16:creationId xmlns:a16="http://schemas.microsoft.com/office/drawing/2014/main" id="{04E4720C-A8B2-4F35-A0C2-0BADDD481403}"/>
              </a:ext>
            </a:extLst>
          </p:cNvPr>
          <p:cNvSpPr>
            <a:spLocks noGrp="1"/>
          </p:cNvSpPr>
          <p:nvPr/>
        </p:nvSpPr>
        <p:spPr>
          <a:xfrm>
            <a:off x="8478811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3" name="F1_main_prauc_2792">
            <a:extLst>
              <a:ext uri="{FF2B5EF4-FFF2-40B4-BE49-F238E27FC236}">
                <a16:creationId xmlns:a16="http://schemas.microsoft.com/office/drawing/2014/main" id="{6533A48B-F06D-46F7-9DDC-FF5E65553DCD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F1_main_prauc_2793">
            <a:extLst>
              <a:ext uri="{FF2B5EF4-FFF2-40B4-BE49-F238E27FC236}">
                <a16:creationId xmlns:a16="http://schemas.microsoft.com/office/drawing/2014/main" id="{B2E763B4-8005-4022-A63F-05DF03225AB9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F1_main_prauc_2794">
            <a:extLst>
              <a:ext uri="{FF2B5EF4-FFF2-40B4-BE49-F238E27FC236}">
                <a16:creationId xmlns:a16="http://schemas.microsoft.com/office/drawing/2014/main" id="{7B76BC86-8371-4929-80C2-D83982D840AE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F1_main_prauc_2795">
            <a:extLst>
              <a:ext uri="{FF2B5EF4-FFF2-40B4-BE49-F238E27FC236}">
                <a16:creationId xmlns:a16="http://schemas.microsoft.com/office/drawing/2014/main" id="{ECA7B5EA-4090-47CA-94FE-EDD9465FDDF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F1_main_prauc_2796">
            <a:extLst>
              <a:ext uri="{FF2B5EF4-FFF2-40B4-BE49-F238E27FC236}">
                <a16:creationId xmlns:a16="http://schemas.microsoft.com/office/drawing/2014/main" id="{B1944A35-59D3-4E6F-93EE-5C49B41F5C5B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F1_main_prauc_2797">
            <a:extLst>
              <a:ext uri="{FF2B5EF4-FFF2-40B4-BE49-F238E27FC236}">
                <a16:creationId xmlns:a16="http://schemas.microsoft.com/office/drawing/2014/main" id="{97ADC180-0384-4CA2-B8E3-FCD213DA6F6B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9" name="F1_main_prauc_2798">
            <a:extLst>
              <a:ext uri="{FF2B5EF4-FFF2-40B4-BE49-F238E27FC236}">
                <a16:creationId xmlns:a16="http://schemas.microsoft.com/office/drawing/2014/main" id="{B9E137CB-1072-4734-A08D-851B44A8F633}"/>
              </a:ext>
            </a:extLst>
          </p:cNvPr>
          <p:cNvSpPr>
            <a:spLocks noGrp="1"/>
          </p:cNvSpPr>
          <p:nvPr/>
        </p:nvSpPr>
        <p:spPr>
          <a:xfrm>
            <a:off x="3341065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0" name="F1_main_prauc_2799">
            <a:extLst>
              <a:ext uri="{FF2B5EF4-FFF2-40B4-BE49-F238E27FC236}">
                <a16:creationId xmlns:a16="http://schemas.microsoft.com/office/drawing/2014/main" id="{2F97A91D-8218-4311-BEE8-0CA626AED88A}"/>
              </a:ext>
            </a:extLst>
          </p:cNvPr>
          <p:cNvSpPr>
            <a:spLocks noGrp="1"/>
          </p:cNvSpPr>
          <p:nvPr/>
        </p:nvSpPr>
        <p:spPr>
          <a:xfrm>
            <a:off x="4914888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1" name="F1_main_prauc_2800">
            <a:extLst>
              <a:ext uri="{FF2B5EF4-FFF2-40B4-BE49-F238E27FC236}">
                <a16:creationId xmlns:a16="http://schemas.microsoft.com/office/drawing/2014/main" id="{E184528F-FF47-4A54-B3A8-A691D890F9F0}"/>
              </a:ext>
            </a:extLst>
          </p:cNvPr>
          <p:cNvSpPr>
            <a:spLocks noGrp="1"/>
          </p:cNvSpPr>
          <p:nvPr/>
        </p:nvSpPr>
        <p:spPr>
          <a:xfrm>
            <a:off x="6488711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2" name="F1_main_prauc_2801">
            <a:extLst>
              <a:ext uri="{FF2B5EF4-FFF2-40B4-BE49-F238E27FC236}">
                <a16:creationId xmlns:a16="http://schemas.microsoft.com/office/drawing/2014/main" id="{B18184B3-78AB-4E06-B803-21A99D341B8D}"/>
              </a:ext>
            </a:extLst>
          </p:cNvPr>
          <p:cNvSpPr>
            <a:spLocks noGrp="1"/>
          </p:cNvSpPr>
          <p:nvPr/>
        </p:nvSpPr>
        <p:spPr>
          <a:xfrm>
            <a:off x="8062534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3" name="F1_main_prauc_2802">
            <a:extLst>
              <a:ext uri="{FF2B5EF4-FFF2-40B4-BE49-F238E27FC236}">
                <a16:creationId xmlns:a16="http://schemas.microsoft.com/office/drawing/2014/main" id="{AB5187E5-29A6-4FD7-9EA7-7D5987108D5A}"/>
              </a:ext>
            </a:extLst>
          </p:cNvPr>
          <p:cNvSpPr>
            <a:spLocks noGrp="1"/>
          </p:cNvSpPr>
          <p:nvPr/>
        </p:nvSpPr>
        <p:spPr>
          <a:xfrm>
            <a:off x="2129221" y="551478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4" name="F1_main_prauc_2803">
            <a:extLst>
              <a:ext uri="{FF2B5EF4-FFF2-40B4-BE49-F238E27FC236}">
                <a16:creationId xmlns:a16="http://schemas.microsoft.com/office/drawing/2014/main" id="{34D4EE8E-1413-42B7-BBB7-375B675A87BC}"/>
              </a:ext>
            </a:extLst>
          </p:cNvPr>
          <p:cNvSpPr>
            <a:spLocks noGrp="1"/>
          </p:cNvSpPr>
          <p:nvPr/>
        </p:nvSpPr>
        <p:spPr>
          <a:xfrm>
            <a:off x="3703045" y="530619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5" name="F1_main_prauc_2804">
            <a:extLst>
              <a:ext uri="{FF2B5EF4-FFF2-40B4-BE49-F238E27FC236}">
                <a16:creationId xmlns:a16="http://schemas.microsoft.com/office/drawing/2014/main" id="{0E5643AC-5A76-4AF7-9683-7A9E811DC99B}"/>
              </a:ext>
            </a:extLst>
          </p:cNvPr>
          <p:cNvSpPr>
            <a:spLocks noGrp="1"/>
          </p:cNvSpPr>
          <p:nvPr/>
        </p:nvSpPr>
        <p:spPr>
          <a:xfrm>
            <a:off x="5276868" y="531178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6" name="F1_main_prauc_2805">
            <a:extLst>
              <a:ext uri="{FF2B5EF4-FFF2-40B4-BE49-F238E27FC236}">
                <a16:creationId xmlns:a16="http://schemas.microsoft.com/office/drawing/2014/main" id="{967351B4-E734-495C-A3FE-38523A3DF6D1}"/>
              </a:ext>
            </a:extLst>
          </p:cNvPr>
          <p:cNvSpPr>
            <a:spLocks noGrp="1"/>
          </p:cNvSpPr>
          <p:nvPr/>
        </p:nvSpPr>
        <p:spPr>
          <a:xfrm>
            <a:off x="6850691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7" name="F1_main_prauc_2806">
            <a:extLst>
              <a:ext uri="{FF2B5EF4-FFF2-40B4-BE49-F238E27FC236}">
                <a16:creationId xmlns:a16="http://schemas.microsoft.com/office/drawing/2014/main" id="{E3D17006-6704-4FCF-8C77-197AF723646F}"/>
              </a:ext>
            </a:extLst>
          </p:cNvPr>
          <p:cNvSpPr>
            <a:spLocks noGrp="1"/>
          </p:cNvSpPr>
          <p:nvPr/>
        </p:nvSpPr>
        <p:spPr>
          <a:xfrm>
            <a:off x="8424514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8" name="text_2807">
            <a:extLst>
              <a:ext uri="{FF2B5EF4-FFF2-40B4-BE49-F238E27FC236}">
                <a16:creationId xmlns:a16="http://schemas.microsoft.com/office/drawing/2014/main" id="{0959993B-33EC-4CBA-8D3A-38E2EAFE4EF0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2537707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Stage1 detection performance</a:t>
            </a:r>
          </a:p>
        </p:txBody>
      </p:sp>
      <p:sp>
        <p:nvSpPr>
          <p:cNvPr id="2799" name="text_2808">
            <a:extLst>
              <a:ext uri="{FF2B5EF4-FFF2-40B4-BE49-F238E27FC236}">
                <a16:creationId xmlns:a16="http://schemas.microsoft.com/office/drawing/2014/main" id="{8A5A0C1C-103C-4B3C-B0CE-F0C08CEC1A02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F1_main_prauc_2809">
            <a:extLst>
              <a:ext uri="{FF2B5EF4-FFF2-40B4-BE49-F238E27FC236}">
                <a16:creationId xmlns:a16="http://schemas.microsoft.com/office/drawing/2014/main" id="{49E45B3C-342A-4518-B04E-E2CD40CDE0BB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2810">
            <a:extLst>
              <a:ext uri="{FF2B5EF4-FFF2-40B4-BE49-F238E27FC236}">
                <a16:creationId xmlns:a16="http://schemas.microsoft.com/office/drawing/2014/main" id="{BE1A3F73-B2A3-42FD-905C-54CCF0D64266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154730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2802" name="F1_main_prauc_2811">
            <a:extLst>
              <a:ext uri="{FF2B5EF4-FFF2-40B4-BE49-F238E27FC236}">
                <a16:creationId xmlns:a16="http://schemas.microsoft.com/office/drawing/2014/main" id="{CD81157A-260E-48DC-8B8F-1A5ADD7ECDAC}"/>
              </a:ext>
            </a:extLst>
          </p:cNvPr>
          <p:cNvSpPr>
            <a:spLocks noGrp="1"/>
          </p:cNvSpPr>
          <p:nvPr/>
        </p:nvSpPr>
        <p:spPr>
          <a:xfrm>
            <a:off x="2603076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2812">
            <a:extLst>
              <a:ext uri="{FF2B5EF4-FFF2-40B4-BE49-F238E27FC236}">
                <a16:creationId xmlns:a16="http://schemas.microsoft.com/office/drawing/2014/main" id="{C873A4E6-085B-4622-B2E8-0180F0B574F9}"/>
              </a:ext>
            </a:extLst>
          </p:cNvPr>
          <p:cNvSpPr>
            <a:spLocks noGrp="1"/>
          </p:cNvSpPr>
          <p:nvPr/>
        </p:nvSpPr>
        <p:spPr>
          <a:xfrm>
            <a:off x="2837674" y="2160866"/>
            <a:ext cx="160074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2804" name="F1_main_prauc_2813">
            <a:extLst>
              <a:ext uri="{FF2B5EF4-FFF2-40B4-BE49-F238E27FC236}">
                <a16:creationId xmlns:a16="http://schemas.microsoft.com/office/drawing/2014/main" id="{844C1A1A-FDE2-4661-BA33-02A4B3C9F454}"/>
              </a:ext>
            </a:extLst>
          </p:cNvPr>
          <p:cNvSpPr>
            <a:spLocks noGrp="1"/>
          </p:cNvSpPr>
          <p:nvPr/>
        </p:nvSpPr>
        <p:spPr>
          <a:xfrm>
            <a:off x="4639519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92979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2814">
            <a:extLst>
              <a:ext uri="{FF2B5EF4-FFF2-40B4-BE49-F238E27FC236}">
                <a16:creationId xmlns:a16="http://schemas.microsoft.com/office/drawing/2014/main" id="{6995B52C-9C79-4374-B8FF-41BB6B950286}"/>
              </a:ext>
            </a:extLst>
          </p:cNvPr>
          <p:cNvSpPr>
            <a:spLocks noGrp="1"/>
          </p:cNvSpPr>
          <p:nvPr/>
        </p:nvSpPr>
        <p:spPr>
          <a:xfrm>
            <a:off x="4874116" y="2160866"/>
            <a:ext cx="52345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60651197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3_paired_semantic_8399">
            <a:extLst>
              <a:ext uri="{FF2B5EF4-FFF2-40B4-BE49-F238E27FC236}">
                <a16:creationId xmlns:a16="http://schemas.microsoft.com/office/drawing/2014/main" id="{2E8D5833-BFCF-4FDC-8D94-7349B6439CFC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3_paired_semantic_8400">
            <a:extLst>
              <a:ext uri="{FF2B5EF4-FFF2-40B4-BE49-F238E27FC236}">
                <a16:creationId xmlns:a16="http://schemas.microsoft.com/office/drawing/2014/main" id="{F11DF9EB-A0DD-4CB7-B176-3955B990416E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3_paired_semantic_8401">
            <a:extLst>
              <a:ext uri="{FF2B5EF4-FFF2-40B4-BE49-F238E27FC236}">
                <a16:creationId xmlns:a16="http://schemas.microsoft.com/office/drawing/2014/main" id="{3A984F1B-3F53-4D0D-B412-0737E8A660BF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3_paired_semantic_8402">
            <a:extLst>
              <a:ext uri="{FF2B5EF4-FFF2-40B4-BE49-F238E27FC236}">
                <a16:creationId xmlns:a16="http://schemas.microsoft.com/office/drawing/2014/main" id="{CD8585EF-D55D-4CCA-92A8-D7DDE712CAE8}"/>
              </a:ext>
            </a:extLst>
          </p:cNvPr>
          <p:cNvSpPr>
            <a:spLocks noGrp="1"/>
          </p:cNvSpPr>
          <p:nvPr/>
        </p:nvSpPr>
        <p:spPr>
          <a:xfrm>
            <a:off x="1864911" y="3730649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3_paired_semantic_8403">
            <a:extLst>
              <a:ext uri="{FF2B5EF4-FFF2-40B4-BE49-F238E27FC236}">
                <a16:creationId xmlns:a16="http://schemas.microsoft.com/office/drawing/2014/main" id="{F2E5D643-4A6A-45F0-8D16-2B5522167CEC}"/>
              </a:ext>
            </a:extLst>
          </p:cNvPr>
          <p:cNvSpPr>
            <a:spLocks noGrp="1"/>
          </p:cNvSpPr>
          <p:nvPr/>
        </p:nvSpPr>
        <p:spPr>
          <a:xfrm>
            <a:off x="1864902" y="236675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3_paired_semantic_8404">
            <a:extLst>
              <a:ext uri="{FF2B5EF4-FFF2-40B4-BE49-F238E27FC236}">
                <a16:creationId xmlns:a16="http://schemas.microsoft.com/office/drawing/2014/main" id="{5C578B17-9335-41CF-B38C-29C4DE3CD779}"/>
              </a:ext>
            </a:extLst>
          </p:cNvPr>
          <p:cNvSpPr>
            <a:spLocks noGrp="1"/>
          </p:cNvSpPr>
          <p:nvPr/>
        </p:nvSpPr>
        <p:spPr>
          <a:xfrm>
            <a:off x="3397573" y="26476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3_paired_semantic_8405">
            <a:extLst>
              <a:ext uri="{FF2B5EF4-FFF2-40B4-BE49-F238E27FC236}">
                <a16:creationId xmlns:a16="http://schemas.microsoft.com/office/drawing/2014/main" id="{97D90F0C-34CA-4C9C-B813-805183AE47BD}"/>
              </a:ext>
            </a:extLst>
          </p:cNvPr>
          <p:cNvSpPr>
            <a:spLocks noGrp="1"/>
          </p:cNvSpPr>
          <p:nvPr/>
        </p:nvSpPr>
        <p:spPr>
          <a:xfrm>
            <a:off x="1864912" y="6271011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3_paired_semantic_8406">
            <a:extLst>
              <a:ext uri="{FF2B5EF4-FFF2-40B4-BE49-F238E27FC236}">
                <a16:creationId xmlns:a16="http://schemas.microsoft.com/office/drawing/2014/main" id="{295FDD9E-BE10-43F8-9133-0361A248E11E}"/>
              </a:ext>
            </a:extLst>
          </p:cNvPr>
          <p:cNvSpPr>
            <a:spLocks noGrp="1"/>
          </p:cNvSpPr>
          <p:nvPr/>
        </p:nvSpPr>
        <p:spPr>
          <a:xfrm>
            <a:off x="4405134" y="3045861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3_paired_semantic_8407">
            <a:extLst>
              <a:ext uri="{FF2B5EF4-FFF2-40B4-BE49-F238E27FC236}">
                <a16:creationId xmlns:a16="http://schemas.microsoft.com/office/drawing/2014/main" id="{BD8FB2FD-EC16-47D3-A3C6-263354ED6C6F}"/>
              </a:ext>
            </a:extLst>
          </p:cNvPr>
          <p:cNvSpPr>
            <a:spLocks noGrp="1"/>
          </p:cNvSpPr>
          <p:nvPr/>
        </p:nvSpPr>
        <p:spPr>
          <a:xfrm>
            <a:off x="1864900" y="5173939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3_paired_semantic_8408">
            <a:extLst>
              <a:ext uri="{FF2B5EF4-FFF2-40B4-BE49-F238E27FC236}">
                <a16:creationId xmlns:a16="http://schemas.microsoft.com/office/drawing/2014/main" id="{6F5A4980-A835-4083-927E-29FD711002E1}"/>
              </a:ext>
            </a:extLst>
          </p:cNvPr>
          <p:cNvSpPr>
            <a:spLocks noGrp="1"/>
          </p:cNvSpPr>
          <p:nvPr/>
        </p:nvSpPr>
        <p:spPr>
          <a:xfrm>
            <a:off x="1865046" y="231613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3_paired_semantic_8409">
            <a:extLst>
              <a:ext uri="{FF2B5EF4-FFF2-40B4-BE49-F238E27FC236}">
                <a16:creationId xmlns:a16="http://schemas.microsoft.com/office/drawing/2014/main" id="{28FF2C6C-985F-4B8B-AAD4-74CF2D046503}"/>
              </a:ext>
            </a:extLst>
          </p:cNvPr>
          <p:cNvSpPr>
            <a:spLocks noGrp="1"/>
          </p:cNvSpPr>
          <p:nvPr/>
        </p:nvSpPr>
        <p:spPr>
          <a:xfrm>
            <a:off x="5099419" y="2398907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3_paired_semantic_8410">
            <a:extLst>
              <a:ext uri="{FF2B5EF4-FFF2-40B4-BE49-F238E27FC236}">
                <a16:creationId xmlns:a16="http://schemas.microsoft.com/office/drawing/2014/main" id="{F844706F-F6FE-4600-ADCE-B2E31E420658}"/>
              </a:ext>
            </a:extLst>
          </p:cNvPr>
          <p:cNvSpPr>
            <a:spLocks noGrp="1"/>
          </p:cNvSpPr>
          <p:nvPr/>
        </p:nvSpPr>
        <p:spPr>
          <a:xfrm>
            <a:off x="1865069" y="464483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3_paired_semantic_8411">
            <a:extLst>
              <a:ext uri="{FF2B5EF4-FFF2-40B4-BE49-F238E27FC236}">
                <a16:creationId xmlns:a16="http://schemas.microsoft.com/office/drawing/2014/main" id="{7ADBA0F1-3326-45C1-951E-3F1F9B259A37}"/>
              </a:ext>
            </a:extLst>
          </p:cNvPr>
          <p:cNvSpPr>
            <a:spLocks noGrp="1"/>
          </p:cNvSpPr>
          <p:nvPr/>
        </p:nvSpPr>
        <p:spPr>
          <a:xfrm>
            <a:off x="2663552" y="2703945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3_paired_semantic_8412">
            <a:extLst>
              <a:ext uri="{FF2B5EF4-FFF2-40B4-BE49-F238E27FC236}">
                <a16:creationId xmlns:a16="http://schemas.microsoft.com/office/drawing/2014/main" id="{D30E91EC-3408-441E-9172-7D274E87214D}"/>
              </a:ext>
            </a:extLst>
          </p:cNvPr>
          <p:cNvSpPr>
            <a:spLocks noGrp="1"/>
          </p:cNvSpPr>
          <p:nvPr/>
        </p:nvSpPr>
        <p:spPr>
          <a:xfrm>
            <a:off x="4368501" y="4826134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3_paired_semantic_8413">
            <a:extLst>
              <a:ext uri="{FF2B5EF4-FFF2-40B4-BE49-F238E27FC236}">
                <a16:creationId xmlns:a16="http://schemas.microsoft.com/office/drawing/2014/main" id="{876454C7-5B40-460B-82F2-DB6175611A21}"/>
              </a:ext>
            </a:extLst>
          </p:cNvPr>
          <p:cNvSpPr>
            <a:spLocks noGrp="1"/>
          </p:cNvSpPr>
          <p:nvPr/>
        </p:nvSpPr>
        <p:spPr>
          <a:xfrm>
            <a:off x="3266386" y="402403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3_paired_semantic_8414">
            <a:extLst>
              <a:ext uri="{FF2B5EF4-FFF2-40B4-BE49-F238E27FC236}">
                <a16:creationId xmlns:a16="http://schemas.microsoft.com/office/drawing/2014/main" id="{DEECBE06-7F6C-4ED6-8E8C-6DE81B146BEF}"/>
              </a:ext>
            </a:extLst>
          </p:cNvPr>
          <p:cNvSpPr>
            <a:spLocks noGrp="1"/>
          </p:cNvSpPr>
          <p:nvPr/>
        </p:nvSpPr>
        <p:spPr>
          <a:xfrm>
            <a:off x="3314336" y="420843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3_paired_semantic_8415">
            <a:extLst>
              <a:ext uri="{FF2B5EF4-FFF2-40B4-BE49-F238E27FC236}">
                <a16:creationId xmlns:a16="http://schemas.microsoft.com/office/drawing/2014/main" id="{539D679A-3FF2-4ED8-B303-7B371F57C9C3}"/>
              </a:ext>
            </a:extLst>
          </p:cNvPr>
          <p:cNvSpPr>
            <a:spLocks noGrp="1"/>
          </p:cNvSpPr>
          <p:nvPr/>
        </p:nvSpPr>
        <p:spPr>
          <a:xfrm>
            <a:off x="1864914" y="3790266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3_paired_semantic_8416">
            <a:extLst>
              <a:ext uri="{FF2B5EF4-FFF2-40B4-BE49-F238E27FC236}">
                <a16:creationId xmlns:a16="http://schemas.microsoft.com/office/drawing/2014/main" id="{CE99CC2F-7501-4955-8AA6-B463E705ED09}"/>
              </a:ext>
            </a:extLst>
          </p:cNvPr>
          <p:cNvSpPr>
            <a:spLocks noGrp="1"/>
          </p:cNvSpPr>
          <p:nvPr/>
        </p:nvSpPr>
        <p:spPr>
          <a:xfrm>
            <a:off x="2538045" y="2566717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3_paired_semantic_8417">
            <a:extLst>
              <a:ext uri="{FF2B5EF4-FFF2-40B4-BE49-F238E27FC236}">
                <a16:creationId xmlns:a16="http://schemas.microsoft.com/office/drawing/2014/main" id="{C866C7CB-7BCE-4405-A8EA-F9E92349C8E2}"/>
              </a:ext>
            </a:extLst>
          </p:cNvPr>
          <p:cNvSpPr>
            <a:spLocks noGrp="1"/>
          </p:cNvSpPr>
          <p:nvPr/>
        </p:nvSpPr>
        <p:spPr>
          <a:xfrm>
            <a:off x="3594320" y="293349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3_paired_semantic_8418">
            <a:extLst>
              <a:ext uri="{FF2B5EF4-FFF2-40B4-BE49-F238E27FC236}">
                <a16:creationId xmlns:a16="http://schemas.microsoft.com/office/drawing/2014/main" id="{DE51C92C-548A-4177-A051-FE211A101FED}"/>
              </a:ext>
            </a:extLst>
          </p:cNvPr>
          <p:cNvSpPr>
            <a:spLocks noGrp="1"/>
          </p:cNvSpPr>
          <p:nvPr/>
        </p:nvSpPr>
        <p:spPr>
          <a:xfrm>
            <a:off x="1864908" y="4438490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3_paired_semantic_8419">
            <a:extLst>
              <a:ext uri="{FF2B5EF4-FFF2-40B4-BE49-F238E27FC236}">
                <a16:creationId xmlns:a16="http://schemas.microsoft.com/office/drawing/2014/main" id="{F5BCEB6D-3B04-45E1-8CF4-127DB1834305}"/>
              </a:ext>
            </a:extLst>
          </p:cNvPr>
          <p:cNvSpPr>
            <a:spLocks noGrp="1"/>
          </p:cNvSpPr>
          <p:nvPr/>
        </p:nvSpPr>
        <p:spPr>
          <a:xfrm>
            <a:off x="3888789" y="492264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3_paired_semantic_8420">
            <a:extLst>
              <a:ext uri="{FF2B5EF4-FFF2-40B4-BE49-F238E27FC236}">
                <a16:creationId xmlns:a16="http://schemas.microsoft.com/office/drawing/2014/main" id="{E657F2EA-9AF1-4F1C-9599-FC15DEB5AF6B}"/>
              </a:ext>
            </a:extLst>
          </p:cNvPr>
          <p:cNvSpPr>
            <a:spLocks noGrp="1"/>
          </p:cNvSpPr>
          <p:nvPr/>
        </p:nvSpPr>
        <p:spPr>
          <a:xfrm>
            <a:off x="4283568" y="3496101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3_paired_semantic_8421">
            <a:extLst>
              <a:ext uri="{FF2B5EF4-FFF2-40B4-BE49-F238E27FC236}">
                <a16:creationId xmlns:a16="http://schemas.microsoft.com/office/drawing/2014/main" id="{9DF70CA3-E739-4D00-9493-C73A24DF73BA}"/>
              </a:ext>
            </a:extLst>
          </p:cNvPr>
          <p:cNvSpPr>
            <a:spLocks noGrp="1"/>
          </p:cNvSpPr>
          <p:nvPr/>
        </p:nvSpPr>
        <p:spPr>
          <a:xfrm>
            <a:off x="3078445" y="380180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3_paired_semantic_8422">
            <a:extLst>
              <a:ext uri="{FF2B5EF4-FFF2-40B4-BE49-F238E27FC236}">
                <a16:creationId xmlns:a16="http://schemas.microsoft.com/office/drawing/2014/main" id="{67D6CA14-2850-419C-8ADA-93AA77C23DA0}"/>
              </a:ext>
            </a:extLst>
          </p:cNvPr>
          <p:cNvSpPr>
            <a:spLocks noGrp="1"/>
          </p:cNvSpPr>
          <p:nvPr/>
        </p:nvSpPr>
        <p:spPr>
          <a:xfrm>
            <a:off x="2730608" y="5130571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3_paired_semantic_8423">
            <a:extLst>
              <a:ext uri="{FF2B5EF4-FFF2-40B4-BE49-F238E27FC236}">
                <a16:creationId xmlns:a16="http://schemas.microsoft.com/office/drawing/2014/main" id="{991942B7-B63C-4E2A-B5C3-4083F0A7AB70}"/>
              </a:ext>
            </a:extLst>
          </p:cNvPr>
          <p:cNvSpPr>
            <a:spLocks noGrp="1"/>
          </p:cNvSpPr>
          <p:nvPr/>
        </p:nvSpPr>
        <p:spPr>
          <a:xfrm>
            <a:off x="1865034" y="4909366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3_paired_semantic_8424">
            <a:extLst>
              <a:ext uri="{FF2B5EF4-FFF2-40B4-BE49-F238E27FC236}">
                <a16:creationId xmlns:a16="http://schemas.microsoft.com/office/drawing/2014/main" id="{327F64D3-BC8C-4357-8E4C-E7B560C697BA}"/>
              </a:ext>
            </a:extLst>
          </p:cNvPr>
          <p:cNvSpPr>
            <a:spLocks noGrp="1"/>
          </p:cNvSpPr>
          <p:nvPr/>
        </p:nvSpPr>
        <p:spPr>
          <a:xfrm>
            <a:off x="3381058" y="463445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3_paired_semantic_8425">
            <a:extLst>
              <a:ext uri="{FF2B5EF4-FFF2-40B4-BE49-F238E27FC236}">
                <a16:creationId xmlns:a16="http://schemas.microsoft.com/office/drawing/2014/main" id="{9BC1AEB1-87D0-4D40-A6E1-E061D8FB2FB0}"/>
              </a:ext>
            </a:extLst>
          </p:cNvPr>
          <p:cNvSpPr>
            <a:spLocks noGrp="1"/>
          </p:cNvSpPr>
          <p:nvPr/>
        </p:nvSpPr>
        <p:spPr>
          <a:xfrm>
            <a:off x="5631099" y="2284702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3_paired_semantic_8426">
            <a:extLst>
              <a:ext uri="{FF2B5EF4-FFF2-40B4-BE49-F238E27FC236}">
                <a16:creationId xmlns:a16="http://schemas.microsoft.com/office/drawing/2014/main" id="{1B70D5CD-5CB6-4B7F-804E-CD2AF35BE832}"/>
              </a:ext>
            </a:extLst>
          </p:cNvPr>
          <p:cNvSpPr>
            <a:spLocks noGrp="1"/>
          </p:cNvSpPr>
          <p:nvPr/>
        </p:nvSpPr>
        <p:spPr>
          <a:xfrm>
            <a:off x="1864908" y="6441246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3_paired_semantic_8427">
            <a:extLst>
              <a:ext uri="{FF2B5EF4-FFF2-40B4-BE49-F238E27FC236}">
                <a16:creationId xmlns:a16="http://schemas.microsoft.com/office/drawing/2014/main" id="{E0390D4D-6A2E-48C5-BB37-4B35EABBEAEB}"/>
              </a:ext>
            </a:extLst>
          </p:cNvPr>
          <p:cNvSpPr>
            <a:spLocks noGrp="1"/>
          </p:cNvSpPr>
          <p:nvPr/>
        </p:nvSpPr>
        <p:spPr>
          <a:xfrm>
            <a:off x="1864906" y="6545296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3_paired_semantic_8428">
            <a:extLst>
              <a:ext uri="{FF2B5EF4-FFF2-40B4-BE49-F238E27FC236}">
                <a16:creationId xmlns:a16="http://schemas.microsoft.com/office/drawing/2014/main" id="{6F1E15BF-A4BE-4BF3-A9C7-1AEAA8DEBEB4}"/>
              </a:ext>
            </a:extLst>
          </p:cNvPr>
          <p:cNvSpPr>
            <a:spLocks noGrp="1"/>
          </p:cNvSpPr>
          <p:nvPr/>
        </p:nvSpPr>
        <p:spPr>
          <a:xfrm>
            <a:off x="2867902" y="5558724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3_paired_semantic_8429">
            <a:extLst>
              <a:ext uri="{FF2B5EF4-FFF2-40B4-BE49-F238E27FC236}">
                <a16:creationId xmlns:a16="http://schemas.microsoft.com/office/drawing/2014/main" id="{4EEFC475-0627-430E-9764-2889121B96E4}"/>
              </a:ext>
            </a:extLst>
          </p:cNvPr>
          <p:cNvSpPr>
            <a:spLocks noGrp="1"/>
          </p:cNvSpPr>
          <p:nvPr/>
        </p:nvSpPr>
        <p:spPr>
          <a:xfrm>
            <a:off x="1865033" y="426952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3_paired_semantic_8430">
            <a:extLst>
              <a:ext uri="{FF2B5EF4-FFF2-40B4-BE49-F238E27FC236}">
                <a16:creationId xmlns:a16="http://schemas.microsoft.com/office/drawing/2014/main" id="{29B4B12E-CD69-4E6A-8DDB-9197ED97664A}"/>
              </a:ext>
            </a:extLst>
          </p:cNvPr>
          <p:cNvSpPr>
            <a:spLocks noGrp="1"/>
          </p:cNvSpPr>
          <p:nvPr/>
        </p:nvSpPr>
        <p:spPr>
          <a:xfrm>
            <a:off x="4834900" y="2159129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3_paired_semantic_8431">
            <a:extLst>
              <a:ext uri="{FF2B5EF4-FFF2-40B4-BE49-F238E27FC236}">
                <a16:creationId xmlns:a16="http://schemas.microsoft.com/office/drawing/2014/main" id="{00143370-B04D-4521-A2C6-4DD7C0E74E88}"/>
              </a:ext>
            </a:extLst>
          </p:cNvPr>
          <p:cNvSpPr>
            <a:spLocks noGrp="1"/>
          </p:cNvSpPr>
          <p:nvPr/>
        </p:nvSpPr>
        <p:spPr>
          <a:xfrm>
            <a:off x="4899895" y="2290388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3_paired_semantic_8432">
            <a:extLst>
              <a:ext uri="{FF2B5EF4-FFF2-40B4-BE49-F238E27FC236}">
                <a16:creationId xmlns:a16="http://schemas.microsoft.com/office/drawing/2014/main" id="{EF4E42D0-0665-4B36-920F-EE41671038A0}"/>
              </a:ext>
            </a:extLst>
          </p:cNvPr>
          <p:cNvSpPr>
            <a:spLocks noGrp="1"/>
          </p:cNvSpPr>
          <p:nvPr/>
        </p:nvSpPr>
        <p:spPr>
          <a:xfrm>
            <a:off x="1864896" y="6578023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3_paired_semantic_8433">
            <a:extLst>
              <a:ext uri="{FF2B5EF4-FFF2-40B4-BE49-F238E27FC236}">
                <a16:creationId xmlns:a16="http://schemas.microsoft.com/office/drawing/2014/main" id="{D5EB4E3F-BA2E-40A2-A392-50819299A19A}"/>
              </a:ext>
            </a:extLst>
          </p:cNvPr>
          <p:cNvSpPr>
            <a:spLocks noGrp="1"/>
          </p:cNvSpPr>
          <p:nvPr/>
        </p:nvSpPr>
        <p:spPr>
          <a:xfrm>
            <a:off x="3803766" y="3609717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3_paired_semantic_8434">
            <a:extLst>
              <a:ext uri="{FF2B5EF4-FFF2-40B4-BE49-F238E27FC236}">
                <a16:creationId xmlns:a16="http://schemas.microsoft.com/office/drawing/2014/main" id="{8E3207B6-C8E5-49E0-BDF1-5C482E450906}"/>
              </a:ext>
            </a:extLst>
          </p:cNvPr>
          <p:cNvSpPr>
            <a:spLocks noGrp="1"/>
          </p:cNvSpPr>
          <p:nvPr/>
        </p:nvSpPr>
        <p:spPr>
          <a:xfrm>
            <a:off x="1864954" y="6385322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3_paired_semantic_8435">
            <a:extLst>
              <a:ext uri="{FF2B5EF4-FFF2-40B4-BE49-F238E27FC236}">
                <a16:creationId xmlns:a16="http://schemas.microsoft.com/office/drawing/2014/main" id="{6634FCA9-75A7-4F66-98A6-59B14130843B}"/>
              </a:ext>
            </a:extLst>
          </p:cNvPr>
          <p:cNvSpPr>
            <a:spLocks noGrp="1"/>
          </p:cNvSpPr>
          <p:nvPr/>
        </p:nvSpPr>
        <p:spPr>
          <a:xfrm>
            <a:off x="3474397" y="5612118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3_paired_semantic_8436">
            <a:extLst>
              <a:ext uri="{FF2B5EF4-FFF2-40B4-BE49-F238E27FC236}">
                <a16:creationId xmlns:a16="http://schemas.microsoft.com/office/drawing/2014/main" id="{468FFED4-E322-4D97-BA69-DBE3AFB85A4A}"/>
              </a:ext>
            </a:extLst>
          </p:cNvPr>
          <p:cNvSpPr>
            <a:spLocks noGrp="1"/>
          </p:cNvSpPr>
          <p:nvPr/>
        </p:nvSpPr>
        <p:spPr>
          <a:xfrm>
            <a:off x="1864900" y="430787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3_paired_semantic_8437">
            <a:extLst>
              <a:ext uri="{FF2B5EF4-FFF2-40B4-BE49-F238E27FC236}">
                <a16:creationId xmlns:a16="http://schemas.microsoft.com/office/drawing/2014/main" id="{46AC6607-F280-4B57-BE7B-1FAC59B0662B}"/>
              </a:ext>
            </a:extLst>
          </p:cNvPr>
          <p:cNvSpPr>
            <a:spLocks noGrp="1"/>
          </p:cNvSpPr>
          <p:nvPr/>
        </p:nvSpPr>
        <p:spPr>
          <a:xfrm>
            <a:off x="1864954" y="6577966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3_paired_semantic_8438">
            <a:extLst>
              <a:ext uri="{FF2B5EF4-FFF2-40B4-BE49-F238E27FC236}">
                <a16:creationId xmlns:a16="http://schemas.microsoft.com/office/drawing/2014/main" id="{7B682EAD-98D1-4E92-AA68-BD04843456D4}"/>
              </a:ext>
            </a:extLst>
          </p:cNvPr>
          <p:cNvSpPr>
            <a:spLocks noGrp="1"/>
          </p:cNvSpPr>
          <p:nvPr/>
        </p:nvSpPr>
        <p:spPr>
          <a:xfrm>
            <a:off x="1864900" y="6578019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3_paired_semantic_8439">
            <a:extLst>
              <a:ext uri="{FF2B5EF4-FFF2-40B4-BE49-F238E27FC236}">
                <a16:creationId xmlns:a16="http://schemas.microsoft.com/office/drawing/2014/main" id="{4876E2C6-51AB-49FD-B22B-3661CE6EF9DF}"/>
              </a:ext>
            </a:extLst>
          </p:cNvPr>
          <p:cNvSpPr>
            <a:spLocks noGrp="1"/>
          </p:cNvSpPr>
          <p:nvPr/>
        </p:nvSpPr>
        <p:spPr>
          <a:xfrm>
            <a:off x="2675972" y="432386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3_paired_semantic_8440">
            <a:extLst>
              <a:ext uri="{FF2B5EF4-FFF2-40B4-BE49-F238E27FC236}">
                <a16:creationId xmlns:a16="http://schemas.microsoft.com/office/drawing/2014/main" id="{E97101C5-A6AD-47E4-83B5-BEEA32BD0798}"/>
              </a:ext>
            </a:extLst>
          </p:cNvPr>
          <p:cNvSpPr>
            <a:spLocks noGrp="1"/>
          </p:cNvSpPr>
          <p:nvPr/>
        </p:nvSpPr>
        <p:spPr>
          <a:xfrm>
            <a:off x="1864971" y="232813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3_paired_semantic_8441">
            <a:extLst>
              <a:ext uri="{FF2B5EF4-FFF2-40B4-BE49-F238E27FC236}">
                <a16:creationId xmlns:a16="http://schemas.microsoft.com/office/drawing/2014/main" id="{379380B4-617D-4740-BC4D-A0845CE973B4}"/>
              </a:ext>
            </a:extLst>
          </p:cNvPr>
          <p:cNvSpPr>
            <a:spLocks noGrp="1"/>
          </p:cNvSpPr>
          <p:nvPr/>
        </p:nvSpPr>
        <p:spPr>
          <a:xfrm>
            <a:off x="5020380" y="2060163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3_paired_semantic_8442">
            <a:extLst>
              <a:ext uri="{FF2B5EF4-FFF2-40B4-BE49-F238E27FC236}">
                <a16:creationId xmlns:a16="http://schemas.microsoft.com/office/drawing/2014/main" id="{6337EA44-58E8-4076-B768-C6E0A33D7C32}"/>
              </a:ext>
            </a:extLst>
          </p:cNvPr>
          <p:cNvSpPr>
            <a:spLocks noGrp="1"/>
          </p:cNvSpPr>
          <p:nvPr/>
        </p:nvSpPr>
        <p:spPr>
          <a:xfrm>
            <a:off x="1864927" y="6437761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3_paired_semantic_8443">
            <a:extLst>
              <a:ext uri="{FF2B5EF4-FFF2-40B4-BE49-F238E27FC236}">
                <a16:creationId xmlns:a16="http://schemas.microsoft.com/office/drawing/2014/main" id="{821A6B6A-6855-4105-9F4F-A965DFA25784}"/>
              </a:ext>
            </a:extLst>
          </p:cNvPr>
          <p:cNvSpPr>
            <a:spLocks noGrp="1"/>
          </p:cNvSpPr>
          <p:nvPr/>
        </p:nvSpPr>
        <p:spPr>
          <a:xfrm>
            <a:off x="5611695" y="2434708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3_paired_semantic_8444">
            <a:extLst>
              <a:ext uri="{FF2B5EF4-FFF2-40B4-BE49-F238E27FC236}">
                <a16:creationId xmlns:a16="http://schemas.microsoft.com/office/drawing/2014/main" id="{AFC465A0-EC7B-478D-B65A-E2A4014113CC}"/>
              </a:ext>
            </a:extLst>
          </p:cNvPr>
          <p:cNvSpPr>
            <a:spLocks noGrp="1"/>
          </p:cNvSpPr>
          <p:nvPr/>
        </p:nvSpPr>
        <p:spPr>
          <a:xfrm>
            <a:off x="1864899" y="310646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3_paired_semantic_8445">
            <a:extLst>
              <a:ext uri="{FF2B5EF4-FFF2-40B4-BE49-F238E27FC236}">
                <a16:creationId xmlns:a16="http://schemas.microsoft.com/office/drawing/2014/main" id="{E41DB13C-3407-409A-8546-CE85EBBD718E}"/>
              </a:ext>
            </a:extLst>
          </p:cNvPr>
          <p:cNvSpPr>
            <a:spLocks noGrp="1"/>
          </p:cNvSpPr>
          <p:nvPr/>
        </p:nvSpPr>
        <p:spPr>
          <a:xfrm>
            <a:off x="1864983" y="335244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3_paired_semantic_8446">
            <a:extLst>
              <a:ext uri="{FF2B5EF4-FFF2-40B4-BE49-F238E27FC236}">
                <a16:creationId xmlns:a16="http://schemas.microsoft.com/office/drawing/2014/main" id="{3CB1AE70-85B8-409B-B381-FE947700E3F3}"/>
              </a:ext>
            </a:extLst>
          </p:cNvPr>
          <p:cNvSpPr>
            <a:spLocks noGrp="1"/>
          </p:cNvSpPr>
          <p:nvPr/>
        </p:nvSpPr>
        <p:spPr>
          <a:xfrm>
            <a:off x="1864904" y="386119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3_paired_semantic_8447">
            <a:extLst>
              <a:ext uri="{FF2B5EF4-FFF2-40B4-BE49-F238E27FC236}">
                <a16:creationId xmlns:a16="http://schemas.microsoft.com/office/drawing/2014/main" id="{13B061F4-639D-4A46-9119-09C1833BFFFC}"/>
              </a:ext>
            </a:extLst>
          </p:cNvPr>
          <p:cNvSpPr>
            <a:spLocks noGrp="1"/>
          </p:cNvSpPr>
          <p:nvPr/>
        </p:nvSpPr>
        <p:spPr>
          <a:xfrm>
            <a:off x="1882803" y="3613914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3_paired_semantic_8448">
            <a:extLst>
              <a:ext uri="{FF2B5EF4-FFF2-40B4-BE49-F238E27FC236}">
                <a16:creationId xmlns:a16="http://schemas.microsoft.com/office/drawing/2014/main" id="{6EBDB878-F40F-481F-A0B1-2A82434C28AB}"/>
              </a:ext>
            </a:extLst>
          </p:cNvPr>
          <p:cNvSpPr>
            <a:spLocks noGrp="1"/>
          </p:cNvSpPr>
          <p:nvPr/>
        </p:nvSpPr>
        <p:spPr>
          <a:xfrm>
            <a:off x="2020992" y="5055807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3_paired_semantic_8449">
            <a:extLst>
              <a:ext uri="{FF2B5EF4-FFF2-40B4-BE49-F238E27FC236}">
                <a16:creationId xmlns:a16="http://schemas.microsoft.com/office/drawing/2014/main" id="{A9AEA4E8-EC6C-47AA-9314-CECA9345F976}"/>
              </a:ext>
            </a:extLst>
          </p:cNvPr>
          <p:cNvSpPr>
            <a:spLocks noGrp="1"/>
          </p:cNvSpPr>
          <p:nvPr/>
        </p:nvSpPr>
        <p:spPr>
          <a:xfrm>
            <a:off x="1865238" y="643170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3_paired_semantic_8450">
            <a:extLst>
              <a:ext uri="{FF2B5EF4-FFF2-40B4-BE49-F238E27FC236}">
                <a16:creationId xmlns:a16="http://schemas.microsoft.com/office/drawing/2014/main" id="{09961FF0-F618-42E8-9CD3-6A6AB7B4D967}"/>
              </a:ext>
            </a:extLst>
          </p:cNvPr>
          <p:cNvSpPr>
            <a:spLocks noGrp="1"/>
          </p:cNvSpPr>
          <p:nvPr/>
        </p:nvSpPr>
        <p:spPr>
          <a:xfrm>
            <a:off x="2553105" y="435843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3_paired_semantic_8451">
            <a:extLst>
              <a:ext uri="{FF2B5EF4-FFF2-40B4-BE49-F238E27FC236}">
                <a16:creationId xmlns:a16="http://schemas.microsoft.com/office/drawing/2014/main" id="{521B8E00-2804-47F4-93B8-EF31EDBE333F}"/>
              </a:ext>
            </a:extLst>
          </p:cNvPr>
          <p:cNvSpPr>
            <a:spLocks noGrp="1"/>
          </p:cNvSpPr>
          <p:nvPr/>
        </p:nvSpPr>
        <p:spPr>
          <a:xfrm>
            <a:off x="4653512" y="2365276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3_paired_semantic_8452">
            <a:extLst>
              <a:ext uri="{FF2B5EF4-FFF2-40B4-BE49-F238E27FC236}">
                <a16:creationId xmlns:a16="http://schemas.microsoft.com/office/drawing/2014/main" id="{C572FCCA-6D14-40AB-B95D-5F63FA0002E5}"/>
              </a:ext>
            </a:extLst>
          </p:cNvPr>
          <p:cNvSpPr>
            <a:spLocks noGrp="1"/>
          </p:cNvSpPr>
          <p:nvPr/>
        </p:nvSpPr>
        <p:spPr>
          <a:xfrm>
            <a:off x="2122013" y="4132503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3_paired_semantic_8453">
            <a:extLst>
              <a:ext uri="{FF2B5EF4-FFF2-40B4-BE49-F238E27FC236}">
                <a16:creationId xmlns:a16="http://schemas.microsoft.com/office/drawing/2014/main" id="{41C6D610-5D53-43ED-A502-D87E732932A5}"/>
              </a:ext>
            </a:extLst>
          </p:cNvPr>
          <p:cNvSpPr>
            <a:spLocks noGrp="1"/>
          </p:cNvSpPr>
          <p:nvPr/>
        </p:nvSpPr>
        <p:spPr>
          <a:xfrm>
            <a:off x="1865035" y="6444311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3_paired_semantic_8454">
            <a:extLst>
              <a:ext uri="{FF2B5EF4-FFF2-40B4-BE49-F238E27FC236}">
                <a16:creationId xmlns:a16="http://schemas.microsoft.com/office/drawing/2014/main" id="{9C1405B0-0320-4E3C-939D-2D35C8FBFCEE}"/>
              </a:ext>
            </a:extLst>
          </p:cNvPr>
          <p:cNvSpPr>
            <a:spLocks noGrp="1"/>
          </p:cNvSpPr>
          <p:nvPr/>
        </p:nvSpPr>
        <p:spPr>
          <a:xfrm>
            <a:off x="2633736" y="4146374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3_paired_semantic_8455">
            <a:extLst>
              <a:ext uri="{FF2B5EF4-FFF2-40B4-BE49-F238E27FC236}">
                <a16:creationId xmlns:a16="http://schemas.microsoft.com/office/drawing/2014/main" id="{3FD804A4-1D23-4FC7-ACB4-C95CAD854F86}"/>
              </a:ext>
            </a:extLst>
          </p:cNvPr>
          <p:cNvSpPr>
            <a:spLocks noGrp="1"/>
          </p:cNvSpPr>
          <p:nvPr/>
        </p:nvSpPr>
        <p:spPr>
          <a:xfrm>
            <a:off x="3813285" y="4296255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3_paired_semantic_8456">
            <a:extLst>
              <a:ext uri="{FF2B5EF4-FFF2-40B4-BE49-F238E27FC236}">
                <a16:creationId xmlns:a16="http://schemas.microsoft.com/office/drawing/2014/main" id="{688BBBBF-E4AD-43C1-A595-F0BC7ABCA106}"/>
              </a:ext>
            </a:extLst>
          </p:cNvPr>
          <p:cNvSpPr>
            <a:spLocks noGrp="1"/>
          </p:cNvSpPr>
          <p:nvPr/>
        </p:nvSpPr>
        <p:spPr>
          <a:xfrm>
            <a:off x="1864967" y="365570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3_paired_semantic_8457">
            <a:extLst>
              <a:ext uri="{FF2B5EF4-FFF2-40B4-BE49-F238E27FC236}">
                <a16:creationId xmlns:a16="http://schemas.microsoft.com/office/drawing/2014/main" id="{7A651ED2-4C6E-4936-AB0D-105F52EBA11D}"/>
              </a:ext>
            </a:extLst>
          </p:cNvPr>
          <p:cNvSpPr>
            <a:spLocks noGrp="1"/>
          </p:cNvSpPr>
          <p:nvPr/>
        </p:nvSpPr>
        <p:spPr>
          <a:xfrm>
            <a:off x="4040726" y="3923834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3_paired_semantic_8458">
            <a:extLst>
              <a:ext uri="{FF2B5EF4-FFF2-40B4-BE49-F238E27FC236}">
                <a16:creationId xmlns:a16="http://schemas.microsoft.com/office/drawing/2014/main" id="{80875DAC-6CF7-449F-B9C4-DBAEAB50EC93}"/>
              </a:ext>
            </a:extLst>
          </p:cNvPr>
          <p:cNvSpPr>
            <a:spLocks noGrp="1"/>
          </p:cNvSpPr>
          <p:nvPr/>
        </p:nvSpPr>
        <p:spPr>
          <a:xfrm>
            <a:off x="3264681" y="3882194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3_paired_semantic_8459">
            <a:extLst>
              <a:ext uri="{FF2B5EF4-FFF2-40B4-BE49-F238E27FC236}">
                <a16:creationId xmlns:a16="http://schemas.microsoft.com/office/drawing/2014/main" id="{C3263041-97B9-41C4-8CE1-CBB3A116C030}"/>
              </a:ext>
            </a:extLst>
          </p:cNvPr>
          <p:cNvSpPr>
            <a:spLocks noGrp="1"/>
          </p:cNvSpPr>
          <p:nvPr/>
        </p:nvSpPr>
        <p:spPr>
          <a:xfrm>
            <a:off x="5425825" y="200485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3_paired_semantic_8460">
            <a:extLst>
              <a:ext uri="{FF2B5EF4-FFF2-40B4-BE49-F238E27FC236}">
                <a16:creationId xmlns:a16="http://schemas.microsoft.com/office/drawing/2014/main" id="{0ED5F3D9-67FD-44A4-8213-BA5455234439}"/>
              </a:ext>
            </a:extLst>
          </p:cNvPr>
          <p:cNvSpPr>
            <a:spLocks noGrp="1"/>
          </p:cNvSpPr>
          <p:nvPr/>
        </p:nvSpPr>
        <p:spPr>
          <a:xfrm>
            <a:off x="5620131" y="2529654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3_paired_semantic_8461">
            <a:extLst>
              <a:ext uri="{FF2B5EF4-FFF2-40B4-BE49-F238E27FC236}">
                <a16:creationId xmlns:a16="http://schemas.microsoft.com/office/drawing/2014/main" id="{453B5470-087F-44ED-BB0A-E982D7E4A1B6}"/>
              </a:ext>
            </a:extLst>
          </p:cNvPr>
          <p:cNvSpPr>
            <a:spLocks noGrp="1"/>
          </p:cNvSpPr>
          <p:nvPr/>
        </p:nvSpPr>
        <p:spPr>
          <a:xfrm>
            <a:off x="3374830" y="2737945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3_paired_semantic_8462">
            <a:extLst>
              <a:ext uri="{FF2B5EF4-FFF2-40B4-BE49-F238E27FC236}">
                <a16:creationId xmlns:a16="http://schemas.microsoft.com/office/drawing/2014/main" id="{343A0F07-4BD5-4BFA-AD27-0EE751D95744}"/>
              </a:ext>
            </a:extLst>
          </p:cNvPr>
          <p:cNvSpPr>
            <a:spLocks noGrp="1"/>
          </p:cNvSpPr>
          <p:nvPr/>
        </p:nvSpPr>
        <p:spPr>
          <a:xfrm>
            <a:off x="4096363" y="3582512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3_paired_semantic_8463">
            <a:extLst>
              <a:ext uri="{FF2B5EF4-FFF2-40B4-BE49-F238E27FC236}">
                <a16:creationId xmlns:a16="http://schemas.microsoft.com/office/drawing/2014/main" id="{10280677-6DFE-4399-8EAB-B817A072C5F0}"/>
              </a:ext>
            </a:extLst>
          </p:cNvPr>
          <p:cNvSpPr>
            <a:spLocks noGrp="1"/>
          </p:cNvSpPr>
          <p:nvPr/>
        </p:nvSpPr>
        <p:spPr>
          <a:xfrm>
            <a:off x="1864914" y="2113312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3_paired_semantic_8464">
            <a:extLst>
              <a:ext uri="{FF2B5EF4-FFF2-40B4-BE49-F238E27FC236}">
                <a16:creationId xmlns:a16="http://schemas.microsoft.com/office/drawing/2014/main" id="{C373DF6B-87A0-42F8-A634-00A84E1E222F}"/>
              </a:ext>
            </a:extLst>
          </p:cNvPr>
          <p:cNvSpPr>
            <a:spLocks noGrp="1"/>
          </p:cNvSpPr>
          <p:nvPr/>
        </p:nvSpPr>
        <p:spPr>
          <a:xfrm>
            <a:off x="1864900" y="4603791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3_paired_semantic_8465">
            <a:extLst>
              <a:ext uri="{FF2B5EF4-FFF2-40B4-BE49-F238E27FC236}">
                <a16:creationId xmlns:a16="http://schemas.microsoft.com/office/drawing/2014/main" id="{56CFA405-5C3B-4160-8B43-22E02FBBA99C}"/>
              </a:ext>
            </a:extLst>
          </p:cNvPr>
          <p:cNvSpPr>
            <a:spLocks noGrp="1"/>
          </p:cNvSpPr>
          <p:nvPr/>
        </p:nvSpPr>
        <p:spPr>
          <a:xfrm>
            <a:off x="1864926" y="6142479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3_paired_semantic_8466">
            <a:extLst>
              <a:ext uri="{FF2B5EF4-FFF2-40B4-BE49-F238E27FC236}">
                <a16:creationId xmlns:a16="http://schemas.microsoft.com/office/drawing/2014/main" id="{04794F8A-5499-4778-A156-2994A75C5B73}"/>
              </a:ext>
            </a:extLst>
          </p:cNvPr>
          <p:cNvSpPr>
            <a:spLocks noGrp="1"/>
          </p:cNvSpPr>
          <p:nvPr/>
        </p:nvSpPr>
        <p:spPr>
          <a:xfrm>
            <a:off x="2448388" y="647615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3_paired_semantic_8467">
            <a:extLst>
              <a:ext uri="{FF2B5EF4-FFF2-40B4-BE49-F238E27FC236}">
                <a16:creationId xmlns:a16="http://schemas.microsoft.com/office/drawing/2014/main" id="{5D7F2BE7-3473-4622-8FBE-3130AC8518F9}"/>
              </a:ext>
            </a:extLst>
          </p:cNvPr>
          <p:cNvSpPr>
            <a:spLocks noGrp="1"/>
          </p:cNvSpPr>
          <p:nvPr/>
        </p:nvSpPr>
        <p:spPr>
          <a:xfrm>
            <a:off x="1864937" y="5738085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3_paired_semantic_8468">
            <a:extLst>
              <a:ext uri="{FF2B5EF4-FFF2-40B4-BE49-F238E27FC236}">
                <a16:creationId xmlns:a16="http://schemas.microsoft.com/office/drawing/2014/main" id="{7B551F6E-7425-4DEB-B71C-C322BF6AB16F}"/>
              </a:ext>
            </a:extLst>
          </p:cNvPr>
          <p:cNvSpPr>
            <a:spLocks noGrp="1"/>
          </p:cNvSpPr>
          <p:nvPr/>
        </p:nvSpPr>
        <p:spPr>
          <a:xfrm>
            <a:off x="1864999" y="5986084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3_paired_semantic_8469">
            <a:extLst>
              <a:ext uri="{FF2B5EF4-FFF2-40B4-BE49-F238E27FC236}">
                <a16:creationId xmlns:a16="http://schemas.microsoft.com/office/drawing/2014/main" id="{D1998FB1-8A15-4D65-AAED-182BBDB1B83F}"/>
              </a:ext>
            </a:extLst>
          </p:cNvPr>
          <p:cNvSpPr>
            <a:spLocks noGrp="1"/>
          </p:cNvSpPr>
          <p:nvPr/>
        </p:nvSpPr>
        <p:spPr>
          <a:xfrm>
            <a:off x="1864923" y="657751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3_paired_semantic_8470">
            <a:extLst>
              <a:ext uri="{FF2B5EF4-FFF2-40B4-BE49-F238E27FC236}">
                <a16:creationId xmlns:a16="http://schemas.microsoft.com/office/drawing/2014/main" id="{7E999EFD-1376-4A0E-BBD0-E5F82E66BBC1}"/>
              </a:ext>
            </a:extLst>
          </p:cNvPr>
          <p:cNvSpPr>
            <a:spLocks noGrp="1"/>
          </p:cNvSpPr>
          <p:nvPr/>
        </p:nvSpPr>
        <p:spPr>
          <a:xfrm>
            <a:off x="4186439" y="366500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3_paired_semantic_8471">
            <a:extLst>
              <a:ext uri="{FF2B5EF4-FFF2-40B4-BE49-F238E27FC236}">
                <a16:creationId xmlns:a16="http://schemas.microsoft.com/office/drawing/2014/main" id="{698F4BA9-B5C0-4F2E-BD7A-565712634EFA}"/>
              </a:ext>
            </a:extLst>
          </p:cNvPr>
          <p:cNvSpPr>
            <a:spLocks noGrp="1"/>
          </p:cNvSpPr>
          <p:nvPr/>
        </p:nvSpPr>
        <p:spPr>
          <a:xfrm>
            <a:off x="1864957" y="530078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3_paired_semantic_8472">
            <a:extLst>
              <a:ext uri="{FF2B5EF4-FFF2-40B4-BE49-F238E27FC236}">
                <a16:creationId xmlns:a16="http://schemas.microsoft.com/office/drawing/2014/main" id="{084464FB-B7A3-4E79-B18A-73BD47AFCB1F}"/>
              </a:ext>
            </a:extLst>
          </p:cNvPr>
          <p:cNvSpPr>
            <a:spLocks noGrp="1"/>
          </p:cNvSpPr>
          <p:nvPr/>
        </p:nvSpPr>
        <p:spPr>
          <a:xfrm>
            <a:off x="4330616" y="2125962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3_paired_semantic_8473">
            <a:extLst>
              <a:ext uri="{FF2B5EF4-FFF2-40B4-BE49-F238E27FC236}">
                <a16:creationId xmlns:a16="http://schemas.microsoft.com/office/drawing/2014/main" id="{6CFFA7F9-6BC2-495B-BDB2-E43D8102367B}"/>
              </a:ext>
            </a:extLst>
          </p:cNvPr>
          <p:cNvSpPr>
            <a:spLocks noGrp="1"/>
          </p:cNvSpPr>
          <p:nvPr/>
        </p:nvSpPr>
        <p:spPr>
          <a:xfrm>
            <a:off x="2705799" y="452951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3_paired_semantic_8474">
            <a:extLst>
              <a:ext uri="{FF2B5EF4-FFF2-40B4-BE49-F238E27FC236}">
                <a16:creationId xmlns:a16="http://schemas.microsoft.com/office/drawing/2014/main" id="{A0EDC878-2B7D-47A9-B8C6-8076442AAF78}"/>
              </a:ext>
            </a:extLst>
          </p:cNvPr>
          <p:cNvSpPr>
            <a:spLocks noGrp="1"/>
          </p:cNvSpPr>
          <p:nvPr/>
        </p:nvSpPr>
        <p:spPr>
          <a:xfrm>
            <a:off x="1877954" y="4596106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3_paired_semantic_8475">
            <a:extLst>
              <a:ext uri="{FF2B5EF4-FFF2-40B4-BE49-F238E27FC236}">
                <a16:creationId xmlns:a16="http://schemas.microsoft.com/office/drawing/2014/main" id="{988D7655-98F9-467D-A6B1-4F78ECF6DB6D}"/>
              </a:ext>
            </a:extLst>
          </p:cNvPr>
          <p:cNvSpPr>
            <a:spLocks noGrp="1"/>
          </p:cNvSpPr>
          <p:nvPr/>
        </p:nvSpPr>
        <p:spPr>
          <a:xfrm>
            <a:off x="2031245" y="232520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3_paired_semantic_8476">
            <a:extLst>
              <a:ext uri="{FF2B5EF4-FFF2-40B4-BE49-F238E27FC236}">
                <a16:creationId xmlns:a16="http://schemas.microsoft.com/office/drawing/2014/main" id="{2ABCD13B-F55F-4FF5-A300-BF22C6EEE4AE}"/>
              </a:ext>
            </a:extLst>
          </p:cNvPr>
          <p:cNvSpPr>
            <a:spLocks noGrp="1"/>
          </p:cNvSpPr>
          <p:nvPr/>
        </p:nvSpPr>
        <p:spPr>
          <a:xfrm>
            <a:off x="2222639" y="5811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3_paired_semantic_8477">
            <a:extLst>
              <a:ext uri="{FF2B5EF4-FFF2-40B4-BE49-F238E27FC236}">
                <a16:creationId xmlns:a16="http://schemas.microsoft.com/office/drawing/2014/main" id="{D21739F2-3643-442B-AF8B-595C2132098A}"/>
              </a:ext>
            </a:extLst>
          </p:cNvPr>
          <p:cNvSpPr>
            <a:spLocks noGrp="1"/>
          </p:cNvSpPr>
          <p:nvPr/>
        </p:nvSpPr>
        <p:spPr>
          <a:xfrm>
            <a:off x="1892200" y="5392897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3_paired_semantic_8478">
            <a:extLst>
              <a:ext uri="{FF2B5EF4-FFF2-40B4-BE49-F238E27FC236}">
                <a16:creationId xmlns:a16="http://schemas.microsoft.com/office/drawing/2014/main" id="{B38FAF9D-4DCF-4B37-B0E4-232E0E222DF9}"/>
              </a:ext>
            </a:extLst>
          </p:cNvPr>
          <p:cNvSpPr>
            <a:spLocks noGrp="1"/>
          </p:cNvSpPr>
          <p:nvPr/>
        </p:nvSpPr>
        <p:spPr>
          <a:xfrm>
            <a:off x="1865036" y="6320992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3_paired_semantic_8479">
            <a:extLst>
              <a:ext uri="{FF2B5EF4-FFF2-40B4-BE49-F238E27FC236}">
                <a16:creationId xmlns:a16="http://schemas.microsoft.com/office/drawing/2014/main" id="{C69BCBDB-65B4-4A74-B633-9B359C105D23}"/>
              </a:ext>
            </a:extLst>
          </p:cNvPr>
          <p:cNvSpPr>
            <a:spLocks noGrp="1"/>
          </p:cNvSpPr>
          <p:nvPr/>
        </p:nvSpPr>
        <p:spPr>
          <a:xfrm>
            <a:off x="4703370" y="220671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3_paired_semantic_8480">
            <a:extLst>
              <a:ext uri="{FF2B5EF4-FFF2-40B4-BE49-F238E27FC236}">
                <a16:creationId xmlns:a16="http://schemas.microsoft.com/office/drawing/2014/main" id="{89DB5D22-0589-4442-8BE7-F6D1BE31AC2D}"/>
              </a:ext>
            </a:extLst>
          </p:cNvPr>
          <p:cNvSpPr>
            <a:spLocks noGrp="1"/>
          </p:cNvSpPr>
          <p:nvPr/>
        </p:nvSpPr>
        <p:spPr>
          <a:xfrm>
            <a:off x="1864964" y="3488252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3_paired_semantic_8481">
            <a:extLst>
              <a:ext uri="{FF2B5EF4-FFF2-40B4-BE49-F238E27FC236}">
                <a16:creationId xmlns:a16="http://schemas.microsoft.com/office/drawing/2014/main" id="{21F74C1E-C53C-428E-95AD-3B8E17D0A972}"/>
              </a:ext>
            </a:extLst>
          </p:cNvPr>
          <p:cNvSpPr>
            <a:spLocks noGrp="1"/>
          </p:cNvSpPr>
          <p:nvPr/>
        </p:nvSpPr>
        <p:spPr>
          <a:xfrm>
            <a:off x="1865321" y="2400058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3_paired_semantic_8482">
            <a:extLst>
              <a:ext uri="{FF2B5EF4-FFF2-40B4-BE49-F238E27FC236}">
                <a16:creationId xmlns:a16="http://schemas.microsoft.com/office/drawing/2014/main" id="{DD933FE3-033E-4B81-BC2C-118A1BDB295E}"/>
              </a:ext>
            </a:extLst>
          </p:cNvPr>
          <p:cNvSpPr>
            <a:spLocks noGrp="1"/>
          </p:cNvSpPr>
          <p:nvPr/>
        </p:nvSpPr>
        <p:spPr>
          <a:xfrm>
            <a:off x="4780384" y="2236968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3_paired_semantic_8483">
            <a:extLst>
              <a:ext uri="{FF2B5EF4-FFF2-40B4-BE49-F238E27FC236}">
                <a16:creationId xmlns:a16="http://schemas.microsoft.com/office/drawing/2014/main" id="{05CB1454-964A-4D79-AB9E-8DB1F4C462EC}"/>
              </a:ext>
            </a:extLst>
          </p:cNvPr>
          <p:cNvSpPr>
            <a:spLocks noGrp="1"/>
          </p:cNvSpPr>
          <p:nvPr/>
        </p:nvSpPr>
        <p:spPr>
          <a:xfrm>
            <a:off x="4310045" y="4232400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3_paired_semantic_8484">
            <a:extLst>
              <a:ext uri="{FF2B5EF4-FFF2-40B4-BE49-F238E27FC236}">
                <a16:creationId xmlns:a16="http://schemas.microsoft.com/office/drawing/2014/main" id="{795DB825-FA17-48EA-9E9E-111E97D45EC3}"/>
              </a:ext>
            </a:extLst>
          </p:cNvPr>
          <p:cNvSpPr>
            <a:spLocks noGrp="1"/>
          </p:cNvSpPr>
          <p:nvPr/>
        </p:nvSpPr>
        <p:spPr>
          <a:xfrm>
            <a:off x="3922782" y="274614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3_paired_semantic_8485">
            <a:extLst>
              <a:ext uri="{FF2B5EF4-FFF2-40B4-BE49-F238E27FC236}">
                <a16:creationId xmlns:a16="http://schemas.microsoft.com/office/drawing/2014/main" id="{A323C231-86AA-4788-A036-7EF4F3834F94}"/>
              </a:ext>
            </a:extLst>
          </p:cNvPr>
          <p:cNvSpPr>
            <a:spLocks noGrp="1"/>
          </p:cNvSpPr>
          <p:nvPr/>
        </p:nvSpPr>
        <p:spPr>
          <a:xfrm>
            <a:off x="1864920" y="332525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3_paired_semantic_8486">
            <a:extLst>
              <a:ext uri="{FF2B5EF4-FFF2-40B4-BE49-F238E27FC236}">
                <a16:creationId xmlns:a16="http://schemas.microsoft.com/office/drawing/2014/main" id="{14351EEE-7E53-42A8-86B4-9346BAF64DC5}"/>
              </a:ext>
            </a:extLst>
          </p:cNvPr>
          <p:cNvSpPr>
            <a:spLocks noGrp="1"/>
          </p:cNvSpPr>
          <p:nvPr/>
        </p:nvSpPr>
        <p:spPr>
          <a:xfrm>
            <a:off x="4182294" y="2167502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3_paired_semantic_8487">
            <a:extLst>
              <a:ext uri="{FF2B5EF4-FFF2-40B4-BE49-F238E27FC236}">
                <a16:creationId xmlns:a16="http://schemas.microsoft.com/office/drawing/2014/main" id="{85C492BD-72FE-456F-8CAA-74C4443E9B85}"/>
              </a:ext>
            </a:extLst>
          </p:cNvPr>
          <p:cNvSpPr>
            <a:spLocks noGrp="1"/>
          </p:cNvSpPr>
          <p:nvPr/>
        </p:nvSpPr>
        <p:spPr>
          <a:xfrm>
            <a:off x="2908964" y="416678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3_paired_semantic_8488">
            <a:extLst>
              <a:ext uri="{FF2B5EF4-FFF2-40B4-BE49-F238E27FC236}">
                <a16:creationId xmlns:a16="http://schemas.microsoft.com/office/drawing/2014/main" id="{7F29D8E2-625D-4A26-9409-0C3CEB286356}"/>
              </a:ext>
            </a:extLst>
          </p:cNvPr>
          <p:cNvSpPr>
            <a:spLocks noGrp="1"/>
          </p:cNvSpPr>
          <p:nvPr/>
        </p:nvSpPr>
        <p:spPr>
          <a:xfrm>
            <a:off x="1873291" y="502559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3_paired_semantic_8489">
            <a:extLst>
              <a:ext uri="{FF2B5EF4-FFF2-40B4-BE49-F238E27FC236}">
                <a16:creationId xmlns:a16="http://schemas.microsoft.com/office/drawing/2014/main" id="{EE25ECFC-6B0A-4FCD-B344-0E34FDAAE4DA}"/>
              </a:ext>
            </a:extLst>
          </p:cNvPr>
          <p:cNvSpPr>
            <a:spLocks noGrp="1"/>
          </p:cNvSpPr>
          <p:nvPr/>
        </p:nvSpPr>
        <p:spPr>
          <a:xfrm>
            <a:off x="1864902" y="1654795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3_paired_semantic_8490">
            <a:extLst>
              <a:ext uri="{FF2B5EF4-FFF2-40B4-BE49-F238E27FC236}">
                <a16:creationId xmlns:a16="http://schemas.microsoft.com/office/drawing/2014/main" id="{283E998C-C5C3-4B9F-9C51-A022FC372544}"/>
              </a:ext>
            </a:extLst>
          </p:cNvPr>
          <p:cNvSpPr>
            <a:spLocks noGrp="1"/>
          </p:cNvSpPr>
          <p:nvPr/>
        </p:nvSpPr>
        <p:spPr>
          <a:xfrm>
            <a:off x="1864966" y="637673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3_paired_semantic_8491">
            <a:extLst>
              <a:ext uri="{FF2B5EF4-FFF2-40B4-BE49-F238E27FC236}">
                <a16:creationId xmlns:a16="http://schemas.microsoft.com/office/drawing/2014/main" id="{43CCBFB9-2A2A-4882-9581-DC456E3F6176}"/>
              </a:ext>
            </a:extLst>
          </p:cNvPr>
          <p:cNvSpPr>
            <a:spLocks noGrp="1"/>
          </p:cNvSpPr>
          <p:nvPr/>
        </p:nvSpPr>
        <p:spPr>
          <a:xfrm>
            <a:off x="3334377" y="2377776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3_paired_semantic_8492">
            <a:extLst>
              <a:ext uri="{FF2B5EF4-FFF2-40B4-BE49-F238E27FC236}">
                <a16:creationId xmlns:a16="http://schemas.microsoft.com/office/drawing/2014/main" id="{554F1D6A-F52A-417A-85F8-E98F63AA8575}"/>
              </a:ext>
            </a:extLst>
          </p:cNvPr>
          <p:cNvSpPr>
            <a:spLocks noGrp="1"/>
          </p:cNvSpPr>
          <p:nvPr/>
        </p:nvSpPr>
        <p:spPr>
          <a:xfrm>
            <a:off x="1864944" y="48441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3_paired_semantic_8493">
            <a:extLst>
              <a:ext uri="{FF2B5EF4-FFF2-40B4-BE49-F238E27FC236}">
                <a16:creationId xmlns:a16="http://schemas.microsoft.com/office/drawing/2014/main" id="{1A2290BD-CA64-4F75-942E-45F2EFB84CBE}"/>
              </a:ext>
            </a:extLst>
          </p:cNvPr>
          <p:cNvSpPr>
            <a:spLocks noGrp="1"/>
          </p:cNvSpPr>
          <p:nvPr/>
        </p:nvSpPr>
        <p:spPr>
          <a:xfrm>
            <a:off x="1873753" y="47116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3_paired_semantic_8494">
            <a:extLst>
              <a:ext uri="{FF2B5EF4-FFF2-40B4-BE49-F238E27FC236}">
                <a16:creationId xmlns:a16="http://schemas.microsoft.com/office/drawing/2014/main" id="{AF7BB085-F0C4-41B9-9F04-F5D608D04B9D}"/>
              </a:ext>
            </a:extLst>
          </p:cNvPr>
          <p:cNvSpPr>
            <a:spLocks noGrp="1"/>
          </p:cNvSpPr>
          <p:nvPr/>
        </p:nvSpPr>
        <p:spPr>
          <a:xfrm>
            <a:off x="1864902" y="221317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3_paired_semantic_8495">
            <a:extLst>
              <a:ext uri="{FF2B5EF4-FFF2-40B4-BE49-F238E27FC236}">
                <a16:creationId xmlns:a16="http://schemas.microsoft.com/office/drawing/2014/main" id="{E3C0C089-D309-4A24-89D4-4B915DDC514C}"/>
              </a:ext>
            </a:extLst>
          </p:cNvPr>
          <p:cNvSpPr>
            <a:spLocks noGrp="1"/>
          </p:cNvSpPr>
          <p:nvPr/>
        </p:nvSpPr>
        <p:spPr>
          <a:xfrm>
            <a:off x="1890019" y="308809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3_paired_semantic_8496">
            <a:extLst>
              <a:ext uri="{FF2B5EF4-FFF2-40B4-BE49-F238E27FC236}">
                <a16:creationId xmlns:a16="http://schemas.microsoft.com/office/drawing/2014/main" id="{BAAC7B89-C877-4656-AC05-2896FD694C3B}"/>
              </a:ext>
            </a:extLst>
          </p:cNvPr>
          <p:cNvSpPr>
            <a:spLocks noGrp="1"/>
          </p:cNvSpPr>
          <p:nvPr/>
        </p:nvSpPr>
        <p:spPr>
          <a:xfrm>
            <a:off x="1864914" y="6578006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3_paired_semantic_8497">
            <a:extLst>
              <a:ext uri="{FF2B5EF4-FFF2-40B4-BE49-F238E27FC236}">
                <a16:creationId xmlns:a16="http://schemas.microsoft.com/office/drawing/2014/main" id="{92289913-A2D2-4760-9F95-C9073D619EF2}"/>
              </a:ext>
            </a:extLst>
          </p:cNvPr>
          <p:cNvSpPr>
            <a:spLocks noGrp="1"/>
          </p:cNvSpPr>
          <p:nvPr/>
        </p:nvSpPr>
        <p:spPr>
          <a:xfrm>
            <a:off x="2558112" y="5369396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3_paired_semantic_8498">
            <a:extLst>
              <a:ext uri="{FF2B5EF4-FFF2-40B4-BE49-F238E27FC236}">
                <a16:creationId xmlns:a16="http://schemas.microsoft.com/office/drawing/2014/main" id="{D989C7FA-AB13-4236-B0DF-33B48494312B}"/>
              </a:ext>
            </a:extLst>
          </p:cNvPr>
          <p:cNvSpPr>
            <a:spLocks noGrp="1"/>
          </p:cNvSpPr>
          <p:nvPr/>
        </p:nvSpPr>
        <p:spPr>
          <a:xfrm>
            <a:off x="1864904" y="4723496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3_paired_semantic_8499">
            <a:extLst>
              <a:ext uri="{FF2B5EF4-FFF2-40B4-BE49-F238E27FC236}">
                <a16:creationId xmlns:a16="http://schemas.microsoft.com/office/drawing/2014/main" id="{BDA5D0F1-FFDB-478A-9387-41DD9DD59168}"/>
              </a:ext>
            </a:extLst>
          </p:cNvPr>
          <p:cNvSpPr>
            <a:spLocks noGrp="1"/>
          </p:cNvSpPr>
          <p:nvPr/>
        </p:nvSpPr>
        <p:spPr>
          <a:xfrm>
            <a:off x="4307761" y="4498377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3_paired_semantic_8500">
            <a:extLst>
              <a:ext uri="{FF2B5EF4-FFF2-40B4-BE49-F238E27FC236}">
                <a16:creationId xmlns:a16="http://schemas.microsoft.com/office/drawing/2014/main" id="{3D57A5CD-FBBB-4E18-B0B6-809BE2EE7DDD}"/>
              </a:ext>
            </a:extLst>
          </p:cNvPr>
          <p:cNvSpPr>
            <a:spLocks noGrp="1"/>
          </p:cNvSpPr>
          <p:nvPr/>
        </p:nvSpPr>
        <p:spPr>
          <a:xfrm>
            <a:off x="2290843" y="487782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3_paired_semantic_8501">
            <a:extLst>
              <a:ext uri="{FF2B5EF4-FFF2-40B4-BE49-F238E27FC236}">
                <a16:creationId xmlns:a16="http://schemas.microsoft.com/office/drawing/2014/main" id="{38496D5F-A27C-43EA-8714-D50F444489CB}"/>
              </a:ext>
            </a:extLst>
          </p:cNvPr>
          <p:cNvSpPr>
            <a:spLocks noGrp="1"/>
          </p:cNvSpPr>
          <p:nvPr/>
        </p:nvSpPr>
        <p:spPr>
          <a:xfrm>
            <a:off x="4621986" y="3932037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3_paired_semantic_8502">
            <a:extLst>
              <a:ext uri="{FF2B5EF4-FFF2-40B4-BE49-F238E27FC236}">
                <a16:creationId xmlns:a16="http://schemas.microsoft.com/office/drawing/2014/main" id="{B7462078-8CFB-4028-9619-77D32C2D5A99}"/>
              </a:ext>
            </a:extLst>
          </p:cNvPr>
          <p:cNvSpPr>
            <a:spLocks noGrp="1"/>
          </p:cNvSpPr>
          <p:nvPr/>
        </p:nvSpPr>
        <p:spPr>
          <a:xfrm>
            <a:off x="5426213" y="2272958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3_paired_semantic_8503">
            <a:extLst>
              <a:ext uri="{FF2B5EF4-FFF2-40B4-BE49-F238E27FC236}">
                <a16:creationId xmlns:a16="http://schemas.microsoft.com/office/drawing/2014/main" id="{EFFA5CDC-84EA-4CAA-8908-08DFDB7751BF}"/>
              </a:ext>
            </a:extLst>
          </p:cNvPr>
          <p:cNvSpPr>
            <a:spLocks noGrp="1"/>
          </p:cNvSpPr>
          <p:nvPr/>
        </p:nvSpPr>
        <p:spPr>
          <a:xfrm>
            <a:off x="1865031" y="591326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3_paired_semantic_8504">
            <a:extLst>
              <a:ext uri="{FF2B5EF4-FFF2-40B4-BE49-F238E27FC236}">
                <a16:creationId xmlns:a16="http://schemas.microsoft.com/office/drawing/2014/main" id="{E9CFF4ED-05F3-427F-8B71-F157BF4083F0}"/>
              </a:ext>
            </a:extLst>
          </p:cNvPr>
          <p:cNvSpPr>
            <a:spLocks noGrp="1"/>
          </p:cNvSpPr>
          <p:nvPr/>
        </p:nvSpPr>
        <p:spPr>
          <a:xfrm>
            <a:off x="1864921" y="6577999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3_paired_semantic_8505">
            <a:extLst>
              <a:ext uri="{FF2B5EF4-FFF2-40B4-BE49-F238E27FC236}">
                <a16:creationId xmlns:a16="http://schemas.microsoft.com/office/drawing/2014/main" id="{22D7A36E-DD6C-44E7-8514-EBC39E8A1700}"/>
              </a:ext>
            </a:extLst>
          </p:cNvPr>
          <p:cNvSpPr>
            <a:spLocks noGrp="1"/>
          </p:cNvSpPr>
          <p:nvPr/>
        </p:nvSpPr>
        <p:spPr>
          <a:xfrm>
            <a:off x="2688682" y="483317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3_paired_semantic_8506">
            <a:extLst>
              <a:ext uri="{FF2B5EF4-FFF2-40B4-BE49-F238E27FC236}">
                <a16:creationId xmlns:a16="http://schemas.microsoft.com/office/drawing/2014/main" id="{66772DD0-AD34-48A1-8DE3-A67DD9CD2483}"/>
              </a:ext>
            </a:extLst>
          </p:cNvPr>
          <p:cNvSpPr>
            <a:spLocks noGrp="1"/>
          </p:cNvSpPr>
          <p:nvPr/>
        </p:nvSpPr>
        <p:spPr>
          <a:xfrm>
            <a:off x="3225479" y="5004866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3_paired_semantic_8507">
            <a:extLst>
              <a:ext uri="{FF2B5EF4-FFF2-40B4-BE49-F238E27FC236}">
                <a16:creationId xmlns:a16="http://schemas.microsoft.com/office/drawing/2014/main" id="{C7E075B0-38D3-4597-B601-B0D481FAA59B}"/>
              </a:ext>
            </a:extLst>
          </p:cNvPr>
          <p:cNvSpPr>
            <a:spLocks noGrp="1"/>
          </p:cNvSpPr>
          <p:nvPr/>
        </p:nvSpPr>
        <p:spPr>
          <a:xfrm>
            <a:off x="3014957" y="286695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3_paired_semantic_8508">
            <a:extLst>
              <a:ext uri="{FF2B5EF4-FFF2-40B4-BE49-F238E27FC236}">
                <a16:creationId xmlns:a16="http://schemas.microsoft.com/office/drawing/2014/main" id="{1B791679-6A00-4A5B-9E93-BAF52902BE89}"/>
              </a:ext>
            </a:extLst>
          </p:cNvPr>
          <p:cNvSpPr>
            <a:spLocks noGrp="1"/>
          </p:cNvSpPr>
          <p:nvPr/>
        </p:nvSpPr>
        <p:spPr>
          <a:xfrm>
            <a:off x="4879410" y="2052610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3_paired_semantic_8509">
            <a:extLst>
              <a:ext uri="{FF2B5EF4-FFF2-40B4-BE49-F238E27FC236}">
                <a16:creationId xmlns:a16="http://schemas.microsoft.com/office/drawing/2014/main" id="{8C911B5B-19FB-48C1-BFFA-F6927145581F}"/>
              </a:ext>
            </a:extLst>
          </p:cNvPr>
          <p:cNvSpPr>
            <a:spLocks noGrp="1"/>
          </p:cNvSpPr>
          <p:nvPr/>
        </p:nvSpPr>
        <p:spPr>
          <a:xfrm>
            <a:off x="5304074" y="347523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3_paired_semantic_8510">
            <a:extLst>
              <a:ext uri="{FF2B5EF4-FFF2-40B4-BE49-F238E27FC236}">
                <a16:creationId xmlns:a16="http://schemas.microsoft.com/office/drawing/2014/main" id="{5C8E4A03-E906-4282-8D22-38616947D082}"/>
              </a:ext>
            </a:extLst>
          </p:cNvPr>
          <p:cNvSpPr>
            <a:spLocks noGrp="1"/>
          </p:cNvSpPr>
          <p:nvPr/>
        </p:nvSpPr>
        <p:spPr>
          <a:xfrm>
            <a:off x="1864915" y="4392968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3_paired_semantic_8511">
            <a:extLst>
              <a:ext uri="{FF2B5EF4-FFF2-40B4-BE49-F238E27FC236}">
                <a16:creationId xmlns:a16="http://schemas.microsoft.com/office/drawing/2014/main" id="{54571DA9-E23E-42DE-AF5A-20507DD46384}"/>
              </a:ext>
            </a:extLst>
          </p:cNvPr>
          <p:cNvSpPr>
            <a:spLocks noGrp="1"/>
          </p:cNvSpPr>
          <p:nvPr/>
        </p:nvSpPr>
        <p:spPr>
          <a:xfrm>
            <a:off x="3297826" y="5107688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3_paired_semantic_8512">
            <a:extLst>
              <a:ext uri="{FF2B5EF4-FFF2-40B4-BE49-F238E27FC236}">
                <a16:creationId xmlns:a16="http://schemas.microsoft.com/office/drawing/2014/main" id="{84A96AAF-B7D3-40C2-B1AB-E716034B9975}"/>
              </a:ext>
            </a:extLst>
          </p:cNvPr>
          <p:cNvSpPr>
            <a:spLocks noGrp="1"/>
          </p:cNvSpPr>
          <p:nvPr/>
        </p:nvSpPr>
        <p:spPr>
          <a:xfrm>
            <a:off x="2045776" y="5439202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3_paired_semantic_8513">
            <a:extLst>
              <a:ext uri="{FF2B5EF4-FFF2-40B4-BE49-F238E27FC236}">
                <a16:creationId xmlns:a16="http://schemas.microsoft.com/office/drawing/2014/main" id="{E1CED6CB-4E76-461A-997B-885B61F97403}"/>
              </a:ext>
            </a:extLst>
          </p:cNvPr>
          <p:cNvSpPr>
            <a:spLocks noGrp="1"/>
          </p:cNvSpPr>
          <p:nvPr/>
        </p:nvSpPr>
        <p:spPr>
          <a:xfrm>
            <a:off x="1864935" y="4817187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3_paired_semantic_8514">
            <a:extLst>
              <a:ext uri="{FF2B5EF4-FFF2-40B4-BE49-F238E27FC236}">
                <a16:creationId xmlns:a16="http://schemas.microsoft.com/office/drawing/2014/main" id="{CEF91EC2-776B-4DE1-9D3A-ABE5A1EAA292}"/>
              </a:ext>
            </a:extLst>
          </p:cNvPr>
          <p:cNvSpPr>
            <a:spLocks noGrp="1"/>
          </p:cNvSpPr>
          <p:nvPr/>
        </p:nvSpPr>
        <p:spPr>
          <a:xfrm>
            <a:off x="1864995" y="312374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3_paired_semantic_8515">
            <a:extLst>
              <a:ext uri="{FF2B5EF4-FFF2-40B4-BE49-F238E27FC236}">
                <a16:creationId xmlns:a16="http://schemas.microsoft.com/office/drawing/2014/main" id="{6BCB3FAF-7D0E-40A3-B412-6E4347CD8C09}"/>
              </a:ext>
            </a:extLst>
          </p:cNvPr>
          <p:cNvSpPr>
            <a:spLocks noGrp="1"/>
          </p:cNvSpPr>
          <p:nvPr/>
        </p:nvSpPr>
        <p:spPr>
          <a:xfrm>
            <a:off x="3287665" y="2727244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3_paired_semantic_8516">
            <a:extLst>
              <a:ext uri="{FF2B5EF4-FFF2-40B4-BE49-F238E27FC236}">
                <a16:creationId xmlns:a16="http://schemas.microsoft.com/office/drawing/2014/main" id="{55302EC9-7AA8-420E-A326-0AC68284D2DC}"/>
              </a:ext>
            </a:extLst>
          </p:cNvPr>
          <p:cNvSpPr>
            <a:spLocks noGrp="1"/>
          </p:cNvSpPr>
          <p:nvPr/>
        </p:nvSpPr>
        <p:spPr>
          <a:xfrm>
            <a:off x="1864912" y="392987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3_paired_semantic_8517">
            <a:extLst>
              <a:ext uri="{FF2B5EF4-FFF2-40B4-BE49-F238E27FC236}">
                <a16:creationId xmlns:a16="http://schemas.microsoft.com/office/drawing/2014/main" id="{9CF29308-1C17-4C88-B034-071C816B2EEF}"/>
              </a:ext>
            </a:extLst>
          </p:cNvPr>
          <p:cNvSpPr>
            <a:spLocks noGrp="1"/>
          </p:cNvSpPr>
          <p:nvPr/>
        </p:nvSpPr>
        <p:spPr>
          <a:xfrm>
            <a:off x="1865053" y="5031074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3_paired_semantic_8518">
            <a:extLst>
              <a:ext uri="{FF2B5EF4-FFF2-40B4-BE49-F238E27FC236}">
                <a16:creationId xmlns:a16="http://schemas.microsoft.com/office/drawing/2014/main" id="{F4EC4E32-9982-4D14-B1AF-BD5E04D0D7CB}"/>
              </a:ext>
            </a:extLst>
          </p:cNvPr>
          <p:cNvSpPr>
            <a:spLocks noGrp="1"/>
          </p:cNvSpPr>
          <p:nvPr/>
        </p:nvSpPr>
        <p:spPr>
          <a:xfrm>
            <a:off x="2213878" y="6127020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3_paired_semantic_8519">
            <a:extLst>
              <a:ext uri="{FF2B5EF4-FFF2-40B4-BE49-F238E27FC236}">
                <a16:creationId xmlns:a16="http://schemas.microsoft.com/office/drawing/2014/main" id="{A5D56407-2F67-4F9B-919B-15797655AB09}"/>
              </a:ext>
            </a:extLst>
          </p:cNvPr>
          <p:cNvSpPr>
            <a:spLocks noGrp="1"/>
          </p:cNvSpPr>
          <p:nvPr/>
        </p:nvSpPr>
        <p:spPr>
          <a:xfrm>
            <a:off x="1864901" y="2847523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3_paired_semantic_8520">
            <a:extLst>
              <a:ext uri="{FF2B5EF4-FFF2-40B4-BE49-F238E27FC236}">
                <a16:creationId xmlns:a16="http://schemas.microsoft.com/office/drawing/2014/main" id="{1504AA87-089A-4138-A499-D91D15808261}"/>
              </a:ext>
            </a:extLst>
          </p:cNvPr>
          <p:cNvSpPr>
            <a:spLocks noGrp="1"/>
          </p:cNvSpPr>
          <p:nvPr/>
        </p:nvSpPr>
        <p:spPr>
          <a:xfrm>
            <a:off x="1864915" y="6578005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3_paired_semantic_8521">
            <a:extLst>
              <a:ext uri="{FF2B5EF4-FFF2-40B4-BE49-F238E27FC236}">
                <a16:creationId xmlns:a16="http://schemas.microsoft.com/office/drawing/2014/main" id="{08430727-DFE0-4E3C-BE55-A9F1C371A772}"/>
              </a:ext>
            </a:extLst>
          </p:cNvPr>
          <p:cNvSpPr>
            <a:spLocks noGrp="1"/>
          </p:cNvSpPr>
          <p:nvPr/>
        </p:nvSpPr>
        <p:spPr>
          <a:xfrm>
            <a:off x="4681229" y="2589657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3_paired_semantic_8522">
            <a:extLst>
              <a:ext uri="{FF2B5EF4-FFF2-40B4-BE49-F238E27FC236}">
                <a16:creationId xmlns:a16="http://schemas.microsoft.com/office/drawing/2014/main" id="{5FF1001F-8A79-4BB7-BE17-E6202606C356}"/>
              </a:ext>
            </a:extLst>
          </p:cNvPr>
          <p:cNvSpPr>
            <a:spLocks noGrp="1"/>
          </p:cNvSpPr>
          <p:nvPr/>
        </p:nvSpPr>
        <p:spPr>
          <a:xfrm>
            <a:off x="2226623" y="630754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3_paired_semantic_8523">
            <a:extLst>
              <a:ext uri="{FF2B5EF4-FFF2-40B4-BE49-F238E27FC236}">
                <a16:creationId xmlns:a16="http://schemas.microsoft.com/office/drawing/2014/main" id="{E64EE206-E6DC-4C6D-B2ED-C58631096658}"/>
              </a:ext>
            </a:extLst>
          </p:cNvPr>
          <p:cNvSpPr>
            <a:spLocks noGrp="1"/>
          </p:cNvSpPr>
          <p:nvPr/>
        </p:nvSpPr>
        <p:spPr>
          <a:xfrm>
            <a:off x="1865917" y="380077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3_paired_semantic_8524">
            <a:extLst>
              <a:ext uri="{FF2B5EF4-FFF2-40B4-BE49-F238E27FC236}">
                <a16:creationId xmlns:a16="http://schemas.microsoft.com/office/drawing/2014/main" id="{57FC90B4-412D-4652-9D9E-CD5AC689D3E5}"/>
              </a:ext>
            </a:extLst>
          </p:cNvPr>
          <p:cNvSpPr>
            <a:spLocks noGrp="1"/>
          </p:cNvSpPr>
          <p:nvPr/>
        </p:nvSpPr>
        <p:spPr>
          <a:xfrm>
            <a:off x="1865088" y="42057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3_paired_semantic_8525">
            <a:extLst>
              <a:ext uri="{FF2B5EF4-FFF2-40B4-BE49-F238E27FC236}">
                <a16:creationId xmlns:a16="http://schemas.microsoft.com/office/drawing/2014/main" id="{B4651F30-1C3C-42CA-95F5-96F5882CC857}"/>
              </a:ext>
            </a:extLst>
          </p:cNvPr>
          <p:cNvSpPr>
            <a:spLocks noGrp="1"/>
          </p:cNvSpPr>
          <p:nvPr/>
        </p:nvSpPr>
        <p:spPr>
          <a:xfrm>
            <a:off x="2670522" y="4122893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3_paired_semantic_8526">
            <a:extLst>
              <a:ext uri="{FF2B5EF4-FFF2-40B4-BE49-F238E27FC236}">
                <a16:creationId xmlns:a16="http://schemas.microsoft.com/office/drawing/2014/main" id="{E7B8A00C-9D65-4E40-8099-E34F5EB49591}"/>
              </a:ext>
            </a:extLst>
          </p:cNvPr>
          <p:cNvSpPr>
            <a:spLocks noGrp="1"/>
          </p:cNvSpPr>
          <p:nvPr/>
        </p:nvSpPr>
        <p:spPr>
          <a:xfrm>
            <a:off x="1912548" y="253336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3_paired_semantic_8527">
            <a:extLst>
              <a:ext uri="{FF2B5EF4-FFF2-40B4-BE49-F238E27FC236}">
                <a16:creationId xmlns:a16="http://schemas.microsoft.com/office/drawing/2014/main" id="{55D86F46-B1B4-474F-A76D-6CB0F665B1F1}"/>
              </a:ext>
            </a:extLst>
          </p:cNvPr>
          <p:cNvSpPr>
            <a:spLocks noGrp="1"/>
          </p:cNvSpPr>
          <p:nvPr/>
        </p:nvSpPr>
        <p:spPr>
          <a:xfrm>
            <a:off x="1864958" y="2256792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3_paired_semantic_8528">
            <a:extLst>
              <a:ext uri="{FF2B5EF4-FFF2-40B4-BE49-F238E27FC236}">
                <a16:creationId xmlns:a16="http://schemas.microsoft.com/office/drawing/2014/main" id="{C14965DB-6083-4D55-8E6C-91455D2CD014}"/>
              </a:ext>
            </a:extLst>
          </p:cNvPr>
          <p:cNvSpPr>
            <a:spLocks noGrp="1"/>
          </p:cNvSpPr>
          <p:nvPr/>
        </p:nvSpPr>
        <p:spPr>
          <a:xfrm>
            <a:off x="1865065" y="6031633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3_paired_semantic_8529">
            <a:extLst>
              <a:ext uri="{FF2B5EF4-FFF2-40B4-BE49-F238E27FC236}">
                <a16:creationId xmlns:a16="http://schemas.microsoft.com/office/drawing/2014/main" id="{7F05A4A4-3C05-49FF-A543-4EBEC847D49E}"/>
              </a:ext>
            </a:extLst>
          </p:cNvPr>
          <p:cNvSpPr>
            <a:spLocks noGrp="1"/>
          </p:cNvSpPr>
          <p:nvPr/>
        </p:nvSpPr>
        <p:spPr>
          <a:xfrm>
            <a:off x="1864900" y="657802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3_paired_semantic_8530">
            <a:extLst>
              <a:ext uri="{FF2B5EF4-FFF2-40B4-BE49-F238E27FC236}">
                <a16:creationId xmlns:a16="http://schemas.microsoft.com/office/drawing/2014/main" id="{044CB4EB-C106-4E0F-ADC3-D55393A0F8E0}"/>
              </a:ext>
            </a:extLst>
          </p:cNvPr>
          <p:cNvSpPr>
            <a:spLocks noGrp="1"/>
          </p:cNvSpPr>
          <p:nvPr/>
        </p:nvSpPr>
        <p:spPr>
          <a:xfrm>
            <a:off x="2312248" y="4401838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3_paired_semantic_8531">
            <a:extLst>
              <a:ext uri="{FF2B5EF4-FFF2-40B4-BE49-F238E27FC236}">
                <a16:creationId xmlns:a16="http://schemas.microsoft.com/office/drawing/2014/main" id="{941B18B1-35B5-4D51-9A95-EB98ED633C7A}"/>
              </a:ext>
            </a:extLst>
          </p:cNvPr>
          <p:cNvSpPr>
            <a:spLocks noGrp="1"/>
          </p:cNvSpPr>
          <p:nvPr/>
        </p:nvSpPr>
        <p:spPr>
          <a:xfrm>
            <a:off x="4728017" y="2517884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3_paired_semantic_8532">
            <a:extLst>
              <a:ext uri="{FF2B5EF4-FFF2-40B4-BE49-F238E27FC236}">
                <a16:creationId xmlns:a16="http://schemas.microsoft.com/office/drawing/2014/main" id="{08564C61-2989-4CAB-8FDD-B03654D5E84A}"/>
              </a:ext>
            </a:extLst>
          </p:cNvPr>
          <p:cNvSpPr>
            <a:spLocks noGrp="1"/>
          </p:cNvSpPr>
          <p:nvPr/>
        </p:nvSpPr>
        <p:spPr>
          <a:xfrm>
            <a:off x="3973468" y="3223517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3_paired_semantic_8533">
            <a:extLst>
              <a:ext uri="{FF2B5EF4-FFF2-40B4-BE49-F238E27FC236}">
                <a16:creationId xmlns:a16="http://schemas.microsoft.com/office/drawing/2014/main" id="{B6910C0D-D817-499B-B522-60AB11ED396F}"/>
              </a:ext>
            </a:extLst>
          </p:cNvPr>
          <p:cNvSpPr>
            <a:spLocks noGrp="1"/>
          </p:cNvSpPr>
          <p:nvPr/>
        </p:nvSpPr>
        <p:spPr>
          <a:xfrm>
            <a:off x="4117880" y="415511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3_paired_semantic_8534">
            <a:extLst>
              <a:ext uri="{FF2B5EF4-FFF2-40B4-BE49-F238E27FC236}">
                <a16:creationId xmlns:a16="http://schemas.microsoft.com/office/drawing/2014/main" id="{DA95DFCD-FA50-4E92-9E72-DC3D80ED061D}"/>
              </a:ext>
            </a:extLst>
          </p:cNvPr>
          <p:cNvSpPr>
            <a:spLocks noGrp="1"/>
          </p:cNvSpPr>
          <p:nvPr/>
        </p:nvSpPr>
        <p:spPr>
          <a:xfrm>
            <a:off x="1864977" y="2886742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3_paired_semantic_8535">
            <a:extLst>
              <a:ext uri="{FF2B5EF4-FFF2-40B4-BE49-F238E27FC236}">
                <a16:creationId xmlns:a16="http://schemas.microsoft.com/office/drawing/2014/main" id="{16FEB5B4-FBCA-4645-A619-65652CB822CC}"/>
              </a:ext>
            </a:extLst>
          </p:cNvPr>
          <p:cNvSpPr>
            <a:spLocks noGrp="1"/>
          </p:cNvSpPr>
          <p:nvPr/>
        </p:nvSpPr>
        <p:spPr>
          <a:xfrm>
            <a:off x="4880647" y="2450206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3_paired_semantic_8536">
            <a:extLst>
              <a:ext uri="{FF2B5EF4-FFF2-40B4-BE49-F238E27FC236}">
                <a16:creationId xmlns:a16="http://schemas.microsoft.com/office/drawing/2014/main" id="{58A1B0A3-5F41-4BDF-B464-1729121EA9A1}"/>
              </a:ext>
            </a:extLst>
          </p:cNvPr>
          <p:cNvSpPr>
            <a:spLocks noGrp="1"/>
          </p:cNvSpPr>
          <p:nvPr/>
        </p:nvSpPr>
        <p:spPr>
          <a:xfrm>
            <a:off x="3911399" y="4428884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3_paired_semantic_8537">
            <a:extLst>
              <a:ext uri="{FF2B5EF4-FFF2-40B4-BE49-F238E27FC236}">
                <a16:creationId xmlns:a16="http://schemas.microsoft.com/office/drawing/2014/main" id="{5BBCD641-C320-4D6D-B38A-C32442338E52}"/>
              </a:ext>
            </a:extLst>
          </p:cNvPr>
          <p:cNvSpPr>
            <a:spLocks noGrp="1"/>
          </p:cNvSpPr>
          <p:nvPr/>
        </p:nvSpPr>
        <p:spPr>
          <a:xfrm>
            <a:off x="5844175" y="2510319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3_paired_semantic_8538">
            <a:extLst>
              <a:ext uri="{FF2B5EF4-FFF2-40B4-BE49-F238E27FC236}">
                <a16:creationId xmlns:a16="http://schemas.microsoft.com/office/drawing/2014/main" id="{BA54ABE6-5CDC-450B-95DD-28ADC1665464}"/>
              </a:ext>
            </a:extLst>
          </p:cNvPr>
          <p:cNvSpPr>
            <a:spLocks noGrp="1"/>
          </p:cNvSpPr>
          <p:nvPr/>
        </p:nvSpPr>
        <p:spPr>
          <a:xfrm>
            <a:off x="3481000" y="4057878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3_paired_semantic_8539">
            <a:extLst>
              <a:ext uri="{FF2B5EF4-FFF2-40B4-BE49-F238E27FC236}">
                <a16:creationId xmlns:a16="http://schemas.microsoft.com/office/drawing/2014/main" id="{F576CD97-CEAD-45AC-9C4D-02F8AD811F9B}"/>
              </a:ext>
            </a:extLst>
          </p:cNvPr>
          <p:cNvSpPr>
            <a:spLocks noGrp="1"/>
          </p:cNvSpPr>
          <p:nvPr/>
        </p:nvSpPr>
        <p:spPr>
          <a:xfrm>
            <a:off x="3834747" y="2883444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3_paired_semantic_8540">
            <a:extLst>
              <a:ext uri="{FF2B5EF4-FFF2-40B4-BE49-F238E27FC236}">
                <a16:creationId xmlns:a16="http://schemas.microsoft.com/office/drawing/2014/main" id="{7AA1F41B-800E-49AD-94ED-4CEEDA73D10C}"/>
              </a:ext>
            </a:extLst>
          </p:cNvPr>
          <p:cNvSpPr>
            <a:spLocks noGrp="1"/>
          </p:cNvSpPr>
          <p:nvPr/>
        </p:nvSpPr>
        <p:spPr>
          <a:xfrm>
            <a:off x="2106589" y="6458613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3_paired_semantic_8541">
            <a:extLst>
              <a:ext uri="{FF2B5EF4-FFF2-40B4-BE49-F238E27FC236}">
                <a16:creationId xmlns:a16="http://schemas.microsoft.com/office/drawing/2014/main" id="{7C7D9FB3-CB37-488C-8A95-C93B06F3BC7D}"/>
              </a:ext>
            </a:extLst>
          </p:cNvPr>
          <p:cNvSpPr>
            <a:spLocks noGrp="1"/>
          </p:cNvSpPr>
          <p:nvPr/>
        </p:nvSpPr>
        <p:spPr>
          <a:xfrm>
            <a:off x="1864923" y="4236347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3_paired_semantic_8542">
            <a:extLst>
              <a:ext uri="{FF2B5EF4-FFF2-40B4-BE49-F238E27FC236}">
                <a16:creationId xmlns:a16="http://schemas.microsoft.com/office/drawing/2014/main" id="{B648CA25-D630-4CD2-A2A8-E8143ED52715}"/>
              </a:ext>
            </a:extLst>
          </p:cNvPr>
          <p:cNvSpPr>
            <a:spLocks noGrp="1"/>
          </p:cNvSpPr>
          <p:nvPr/>
        </p:nvSpPr>
        <p:spPr>
          <a:xfrm>
            <a:off x="4571078" y="245989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3_paired_semantic_8543">
            <a:extLst>
              <a:ext uri="{FF2B5EF4-FFF2-40B4-BE49-F238E27FC236}">
                <a16:creationId xmlns:a16="http://schemas.microsoft.com/office/drawing/2014/main" id="{35E74F23-889E-4842-AED4-1989709D03C4}"/>
              </a:ext>
            </a:extLst>
          </p:cNvPr>
          <p:cNvSpPr>
            <a:spLocks noGrp="1"/>
          </p:cNvSpPr>
          <p:nvPr/>
        </p:nvSpPr>
        <p:spPr>
          <a:xfrm>
            <a:off x="1864897" y="6428215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3_paired_semantic_8544">
            <a:extLst>
              <a:ext uri="{FF2B5EF4-FFF2-40B4-BE49-F238E27FC236}">
                <a16:creationId xmlns:a16="http://schemas.microsoft.com/office/drawing/2014/main" id="{619BBFCE-7664-4769-A5D9-27122DD9B309}"/>
              </a:ext>
            </a:extLst>
          </p:cNvPr>
          <p:cNvSpPr>
            <a:spLocks noGrp="1"/>
          </p:cNvSpPr>
          <p:nvPr/>
        </p:nvSpPr>
        <p:spPr>
          <a:xfrm>
            <a:off x="2259794" y="3801404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3_paired_semantic_8545">
            <a:extLst>
              <a:ext uri="{FF2B5EF4-FFF2-40B4-BE49-F238E27FC236}">
                <a16:creationId xmlns:a16="http://schemas.microsoft.com/office/drawing/2014/main" id="{3C6BB578-86DF-4A00-ABE9-6ABAB01E8C3A}"/>
              </a:ext>
            </a:extLst>
          </p:cNvPr>
          <p:cNvSpPr>
            <a:spLocks noGrp="1"/>
          </p:cNvSpPr>
          <p:nvPr/>
        </p:nvSpPr>
        <p:spPr>
          <a:xfrm>
            <a:off x="1865047" y="6533186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3_paired_semantic_8546">
            <a:extLst>
              <a:ext uri="{FF2B5EF4-FFF2-40B4-BE49-F238E27FC236}">
                <a16:creationId xmlns:a16="http://schemas.microsoft.com/office/drawing/2014/main" id="{397C9811-CDD7-4D19-86D6-4545F9CED894}"/>
              </a:ext>
            </a:extLst>
          </p:cNvPr>
          <p:cNvSpPr>
            <a:spLocks noGrp="1"/>
          </p:cNvSpPr>
          <p:nvPr/>
        </p:nvSpPr>
        <p:spPr>
          <a:xfrm>
            <a:off x="2739960" y="4774855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3_paired_semantic_8547">
            <a:extLst>
              <a:ext uri="{FF2B5EF4-FFF2-40B4-BE49-F238E27FC236}">
                <a16:creationId xmlns:a16="http://schemas.microsoft.com/office/drawing/2014/main" id="{73A447E6-190C-43F9-8E6C-26D604E4B354}"/>
              </a:ext>
            </a:extLst>
          </p:cNvPr>
          <p:cNvSpPr>
            <a:spLocks noGrp="1"/>
          </p:cNvSpPr>
          <p:nvPr/>
        </p:nvSpPr>
        <p:spPr>
          <a:xfrm>
            <a:off x="3275752" y="5092021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3_paired_semantic_8548">
            <a:extLst>
              <a:ext uri="{FF2B5EF4-FFF2-40B4-BE49-F238E27FC236}">
                <a16:creationId xmlns:a16="http://schemas.microsoft.com/office/drawing/2014/main" id="{7DC9CA76-2CC9-4690-85D3-CCC60ABBF72B}"/>
              </a:ext>
            </a:extLst>
          </p:cNvPr>
          <p:cNvSpPr>
            <a:spLocks noGrp="1"/>
          </p:cNvSpPr>
          <p:nvPr/>
        </p:nvSpPr>
        <p:spPr>
          <a:xfrm>
            <a:off x="3268260" y="4166736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3_paired_semantic_8549">
            <a:extLst>
              <a:ext uri="{FF2B5EF4-FFF2-40B4-BE49-F238E27FC236}">
                <a16:creationId xmlns:a16="http://schemas.microsoft.com/office/drawing/2014/main" id="{7DF9D333-4397-4EC9-A11B-4CA36711088D}"/>
              </a:ext>
            </a:extLst>
          </p:cNvPr>
          <p:cNvSpPr>
            <a:spLocks noGrp="1"/>
          </p:cNvSpPr>
          <p:nvPr/>
        </p:nvSpPr>
        <p:spPr>
          <a:xfrm>
            <a:off x="2015851" y="6286495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3_paired_semantic_8550">
            <a:extLst>
              <a:ext uri="{FF2B5EF4-FFF2-40B4-BE49-F238E27FC236}">
                <a16:creationId xmlns:a16="http://schemas.microsoft.com/office/drawing/2014/main" id="{D5B16220-2AA1-4198-86FE-154EFB951D08}"/>
              </a:ext>
            </a:extLst>
          </p:cNvPr>
          <p:cNvSpPr>
            <a:spLocks noGrp="1"/>
          </p:cNvSpPr>
          <p:nvPr/>
        </p:nvSpPr>
        <p:spPr>
          <a:xfrm>
            <a:off x="4095098" y="3385825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3_paired_semantic_8551">
            <a:extLst>
              <a:ext uri="{FF2B5EF4-FFF2-40B4-BE49-F238E27FC236}">
                <a16:creationId xmlns:a16="http://schemas.microsoft.com/office/drawing/2014/main" id="{6E6B849D-0AE3-42D5-B9BC-708BDFA17FE5}"/>
              </a:ext>
            </a:extLst>
          </p:cNvPr>
          <p:cNvSpPr>
            <a:spLocks noGrp="1"/>
          </p:cNvSpPr>
          <p:nvPr/>
        </p:nvSpPr>
        <p:spPr>
          <a:xfrm>
            <a:off x="4967010" y="2626079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3_paired_semantic_8552">
            <a:extLst>
              <a:ext uri="{FF2B5EF4-FFF2-40B4-BE49-F238E27FC236}">
                <a16:creationId xmlns:a16="http://schemas.microsoft.com/office/drawing/2014/main" id="{0D51A56B-497D-4680-AD84-190E5C78687F}"/>
              </a:ext>
            </a:extLst>
          </p:cNvPr>
          <p:cNvSpPr>
            <a:spLocks noGrp="1"/>
          </p:cNvSpPr>
          <p:nvPr/>
        </p:nvSpPr>
        <p:spPr>
          <a:xfrm>
            <a:off x="4676538" y="520111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3_paired_semantic_8553">
            <a:extLst>
              <a:ext uri="{FF2B5EF4-FFF2-40B4-BE49-F238E27FC236}">
                <a16:creationId xmlns:a16="http://schemas.microsoft.com/office/drawing/2014/main" id="{BCA24503-2DA7-4D9A-97DC-05A15503A7CE}"/>
              </a:ext>
            </a:extLst>
          </p:cNvPr>
          <p:cNvSpPr>
            <a:spLocks noGrp="1"/>
          </p:cNvSpPr>
          <p:nvPr/>
        </p:nvSpPr>
        <p:spPr>
          <a:xfrm>
            <a:off x="1865728" y="265098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3_paired_semantic_8554">
            <a:extLst>
              <a:ext uri="{FF2B5EF4-FFF2-40B4-BE49-F238E27FC236}">
                <a16:creationId xmlns:a16="http://schemas.microsoft.com/office/drawing/2014/main" id="{07A00E0C-1B77-4B7F-9263-DFDE576A9B01}"/>
              </a:ext>
            </a:extLst>
          </p:cNvPr>
          <p:cNvSpPr>
            <a:spLocks noGrp="1"/>
          </p:cNvSpPr>
          <p:nvPr/>
        </p:nvSpPr>
        <p:spPr>
          <a:xfrm>
            <a:off x="1864919" y="552309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3_paired_semantic_8555">
            <a:extLst>
              <a:ext uri="{FF2B5EF4-FFF2-40B4-BE49-F238E27FC236}">
                <a16:creationId xmlns:a16="http://schemas.microsoft.com/office/drawing/2014/main" id="{90FDFC3E-9E7D-4C0B-9657-66953ACC3CFB}"/>
              </a:ext>
            </a:extLst>
          </p:cNvPr>
          <p:cNvSpPr>
            <a:spLocks noGrp="1"/>
          </p:cNvSpPr>
          <p:nvPr/>
        </p:nvSpPr>
        <p:spPr>
          <a:xfrm>
            <a:off x="3045620" y="386139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3_paired_semantic_8556">
            <a:extLst>
              <a:ext uri="{FF2B5EF4-FFF2-40B4-BE49-F238E27FC236}">
                <a16:creationId xmlns:a16="http://schemas.microsoft.com/office/drawing/2014/main" id="{F41038AA-7457-4A87-8719-5244158A0F7D}"/>
              </a:ext>
            </a:extLst>
          </p:cNvPr>
          <p:cNvSpPr>
            <a:spLocks noGrp="1"/>
          </p:cNvSpPr>
          <p:nvPr/>
        </p:nvSpPr>
        <p:spPr>
          <a:xfrm>
            <a:off x="3479740" y="419498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3_paired_semantic_8557">
            <a:extLst>
              <a:ext uri="{FF2B5EF4-FFF2-40B4-BE49-F238E27FC236}">
                <a16:creationId xmlns:a16="http://schemas.microsoft.com/office/drawing/2014/main" id="{E65A6E36-4F63-4A75-A12A-61B87182F778}"/>
              </a:ext>
            </a:extLst>
          </p:cNvPr>
          <p:cNvSpPr>
            <a:spLocks noGrp="1"/>
          </p:cNvSpPr>
          <p:nvPr/>
        </p:nvSpPr>
        <p:spPr>
          <a:xfrm>
            <a:off x="1864926" y="4016003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3_paired_semantic_8558">
            <a:extLst>
              <a:ext uri="{FF2B5EF4-FFF2-40B4-BE49-F238E27FC236}">
                <a16:creationId xmlns:a16="http://schemas.microsoft.com/office/drawing/2014/main" id="{2B8F1536-B95A-4996-8ADD-50CD8BA6B071}"/>
              </a:ext>
            </a:extLst>
          </p:cNvPr>
          <p:cNvSpPr>
            <a:spLocks noGrp="1"/>
          </p:cNvSpPr>
          <p:nvPr/>
        </p:nvSpPr>
        <p:spPr>
          <a:xfrm>
            <a:off x="3180391" y="3335813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3_paired_semantic_8559">
            <a:extLst>
              <a:ext uri="{FF2B5EF4-FFF2-40B4-BE49-F238E27FC236}">
                <a16:creationId xmlns:a16="http://schemas.microsoft.com/office/drawing/2014/main" id="{7E0B8BE9-A4B0-49DF-9197-3241EBF6CD1B}"/>
              </a:ext>
            </a:extLst>
          </p:cNvPr>
          <p:cNvSpPr>
            <a:spLocks noGrp="1"/>
          </p:cNvSpPr>
          <p:nvPr/>
        </p:nvSpPr>
        <p:spPr>
          <a:xfrm>
            <a:off x="2401814" y="294490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3_paired_semantic_8560">
            <a:extLst>
              <a:ext uri="{FF2B5EF4-FFF2-40B4-BE49-F238E27FC236}">
                <a16:creationId xmlns:a16="http://schemas.microsoft.com/office/drawing/2014/main" id="{0D58A817-84D8-4797-B0D4-290E1B152F01}"/>
              </a:ext>
            </a:extLst>
          </p:cNvPr>
          <p:cNvSpPr>
            <a:spLocks noGrp="1"/>
          </p:cNvSpPr>
          <p:nvPr/>
        </p:nvSpPr>
        <p:spPr>
          <a:xfrm>
            <a:off x="1864924" y="5623353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3_paired_semantic_8561">
            <a:extLst>
              <a:ext uri="{FF2B5EF4-FFF2-40B4-BE49-F238E27FC236}">
                <a16:creationId xmlns:a16="http://schemas.microsoft.com/office/drawing/2014/main" id="{2AEDE25D-ADCB-4E78-83BD-56880D86AB4C}"/>
              </a:ext>
            </a:extLst>
          </p:cNvPr>
          <p:cNvSpPr>
            <a:spLocks noGrp="1"/>
          </p:cNvSpPr>
          <p:nvPr/>
        </p:nvSpPr>
        <p:spPr>
          <a:xfrm>
            <a:off x="3952559" y="2646544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3_paired_semantic_8562">
            <a:extLst>
              <a:ext uri="{FF2B5EF4-FFF2-40B4-BE49-F238E27FC236}">
                <a16:creationId xmlns:a16="http://schemas.microsoft.com/office/drawing/2014/main" id="{9E90978F-1702-4600-A5B2-E69AC8FD60F5}"/>
              </a:ext>
            </a:extLst>
          </p:cNvPr>
          <p:cNvSpPr>
            <a:spLocks noGrp="1"/>
          </p:cNvSpPr>
          <p:nvPr/>
        </p:nvSpPr>
        <p:spPr>
          <a:xfrm>
            <a:off x="2051951" y="5786142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3_paired_semantic_8563">
            <a:extLst>
              <a:ext uri="{FF2B5EF4-FFF2-40B4-BE49-F238E27FC236}">
                <a16:creationId xmlns:a16="http://schemas.microsoft.com/office/drawing/2014/main" id="{D4B30102-377A-419B-A1EE-0C1B1816F157}"/>
              </a:ext>
            </a:extLst>
          </p:cNvPr>
          <p:cNvSpPr>
            <a:spLocks noGrp="1"/>
          </p:cNvSpPr>
          <p:nvPr/>
        </p:nvSpPr>
        <p:spPr>
          <a:xfrm>
            <a:off x="1864977" y="2869151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3_paired_semantic_8564">
            <a:extLst>
              <a:ext uri="{FF2B5EF4-FFF2-40B4-BE49-F238E27FC236}">
                <a16:creationId xmlns:a16="http://schemas.microsoft.com/office/drawing/2014/main" id="{3F46E94A-29A0-42D8-ABFD-385436BA5139}"/>
              </a:ext>
            </a:extLst>
          </p:cNvPr>
          <p:cNvSpPr>
            <a:spLocks noGrp="1"/>
          </p:cNvSpPr>
          <p:nvPr/>
        </p:nvSpPr>
        <p:spPr>
          <a:xfrm>
            <a:off x="1864950" y="385865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3_paired_semantic_8565">
            <a:extLst>
              <a:ext uri="{FF2B5EF4-FFF2-40B4-BE49-F238E27FC236}">
                <a16:creationId xmlns:a16="http://schemas.microsoft.com/office/drawing/2014/main" id="{A605F7F7-6810-4DE9-9CB1-281AE279D5EC}"/>
              </a:ext>
            </a:extLst>
          </p:cNvPr>
          <p:cNvSpPr>
            <a:spLocks noGrp="1"/>
          </p:cNvSpPr>
          <p:nvPr/>
        </p:nvSpPr>
        <p:spPr>
          <a:xfrm>
            <a:off x="1865000" y="223414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3_paired_semantic_8566">
            <a:extLst>
              <a:ext uri="{FF2B5EF4-FFF2-40B4-BE49-F238E27FC236}">
                <a16:creationId xmlns:a16="http://schemas.microsoft.com/office/drawing/2014/main" id="{CEA7066B-CF28-42A6-9F4C-F9C8F4CB7BA4}"/>
              </a:ext>
            </a:extLst>
          </p:cNvPr>
          <p:cNvSpPr>
            <a:spLocks noGrp="1"/>
          </p:cNvSpPr>
          <p:nvPr/>
        </p:nvSpPr>
        <p:spPr>
          <a:xfrm>
            <a:off x="1864903" y="3387458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3_paired_semantic_8567">
            <a:extLst>
              <a:ext uri="{FF2B5EF4-FFF2-40B4-BE49-F238E27FC236}">
                <a16:creationId xmlns:a16="http://schemas.microsoft.com/office/drawing/2014/main" id="{CDFE9E02-FECD-49C3-A4D8-322DA2882E06}"/>
              </a:ext>
            </a:extLst>
          </p:cNvPr>
          <p:cNvSpPr>
            <a:spLocks noGrp="1"/>
          </p:cNvSpPr>
          <p:nvPr/>
        </p:nvSpPr>
        <p:spPr>
          <a:xfrm>
            <a:off x="4441689" y="3262335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3_paired_semantic_8568">
            <a:extLst>
              <a:ext uri="{FF2B5EF4-FFF2-40B4-BE49-F238E27FC236}">
                <a16:creationId xmlns:a16="http://schemas.microsoft.com/office/drawing/2014/main" id="{C695FDF2-D9FF-4245-95C2-C87E22A9DA3F}"/>
              </a:ext>
            </a:extLst>
          </p:cNvPr>
          <p:cNvSpPr>
            <a:spLocks noGrp="1"/>
          </p:cNvSpPr>
          <p:nvPr/>
        </p:nvSpPr>
        <p:spPr>
          <a:xfrm>
            <a:off x="1864967" y="4223693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3_paired_semantic_8569">
            <a:extLst>
              <a:ext uri="{FF2B5EF4-FFF2-40B4-BE49-F238E27FC236}">
                <a16:creationId xmlns:a16="http://schemas.microsoft.com/office/drawing/2014/main" id="{90A38591-58A3-40E1-95B3-437347DC0F3D}"/>
              </a:ext>
            </a:extLst>
          </p:cNvPr>
          <p:cNvSpPr>
            <a:spLocks noGrp="1"/>
          </p:cNvSpPr>
          <p:nvPr/>
        </p:nvSpPr>
        <p:spPr>
          <a:xfrm>
            <a:off x="3332904" y="487060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3_paired_semantic_8570">
            <a:extLst>
              <a:ext uri="{FF2B5EF4-FFF2-40B4-BE49-F238E27FC236}">
                <a16:creationId xmlns:a16="http://schemas.microsoft.com/office/drawing/2014/main" id="{E5E7A37F-9FF4-4CD6-AC5C-C2AD941AA6E2}"/>
              </a:ext>
            </a:extLst>
          </p:cNvPr>
          <p:cNvSpPr>
            <a:spLocks noGrp="1"/>
          </p:cNvSpPr>
          <p:nvPr/>
        </p:nvSpPr>
        <p:spPr>
          <a:xfrm>
            <a:off x="2614986" y="4920464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3_paired_semantic_8571">
            <a:extLst>
              <a:ext uri="{FF2B5EF4-FFF2-40B4-BE49-F238E27FC236}">
                <a16:creationId xmlns:a16="http://schemas.microsoft.com/office/drawing/2014/main" id="{21BD6479-4177-4C01-B373-342FF19860DD}"/>
              </a:ext>
            </a:extLst>
          </p:cNvPr>
          <p:cNvSpPr>
            <a:spLocks noGrp="1"/>
          </p:cNvSpPr>
          <p:nvPr/>
        </p:nvSpPr>
        <p:spPr>
          <a:xfrm>
            <a:off x="2772319" y="4468395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3_paired_semantic_8572">
            <a:extLst>
              <a:ext uri="{FF2B5EF4-FFF2-40B4-BE49-F238E27FC236}">
                <a16:creationId xmlns:a16="http://schemas.microsoft.com/office/drawing/2014/main" id="{6B7CCE05-B485-4015-A1B8-7D14474E3598}"/>
              </a:ext>
            </a:extLst>
          </p:cNvPr>
          <p:cNvSpPr>
            <a:spLocks noGrp="1"/>
          </p:cNvSpPr>
          <p:nvPr/>
        </p:nvSpPr>
        <p:spPr>
          <a:xfrm>
            <a:off x="2313259" y="249587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3_paired_semantic_8573">
            <a:extLst>
              <a:ext uri="{FF2B5EF4-FFF2-40B4-BE49-F238E27FC236}">
                <a16:creationId xmlns:a16="http://schemas.microsoft.com/office/drawing/2014/main" id="{09D7DD4D-0FE1-46F4-9F12-FFFDE163A099}"/>
              </a:ext>
            </a:extLst>
          </p:cNvPr>
          <p:cNvSpPr>
            <a:spLocks noGrp="1"/>
          </p:cNvSpPr>
          <p:nvPr/>
        </p:nvSpPr>
        <p:spPr>
          <a:xfrm>
            <a:off x="3248606" y="415779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3_paired_semantic_8574">
            <a:extLst>
              <a:ext uri="{FF2B5EF4-FFF2-40B4-BE49-F238E27FC236}">
                <a16:creationId xmlns:a16="http://schemas.microsoft.com/office/drawing/2014/main" id="{719EEA6F-BFCF-4B18-898C-0E2E1BA4673E}"/>
              </a:ext>
            </a:extLst>
          </p:cNvPr>
          <p:cNvSpPr>
            <a:spLocks noGrp="1"/>
          </p:cNvSpPr>
          <p:nvPr/>
        </p:nvSpPr>
        <p:spPr>
          <a:xfrm>
            <a:off x="1867686" y="4719673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3_paired_semantic_8575">
            <a:extLst>
              <a:ext uri="{FF2B5EF4-FFF2-40B4-BE49-F238E27FC236}">
                <a16:creationId xmlns:a16="http://schemas.microsoft.com/office/drawing/2014/main" id="{6AB8F57D-D51C-47E5-8B2B-8A6CA7D710F7}"/>
              </a:ext>
            </a:extLst>
          </p:cNvPr>
          <p:cNvSpPr>
            <a:spLocks noGrp="1"/>
          </p:cNvSpPr>
          <p:nvPr/>
        </p:nvSpPr>
        <p:spPr>
          <a:xfrm>
            <a:off x="1864977" y="2824454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3_paired_semantic_8576">
            <a:extLst>
              <a:ext uri="{FF2B5EF4-FFF2-40B4-BE49-F238E27FC236}">
                <a16:creationId xmlns:a16="http://schemas.microsoft.com/office/drawing/2014/main" id="{EC4397EE-6F06-408C-88BC-59F8310B6C43}"/>
              </a:ext>
            </a:extLst>
          </p:cNvPr>
          <p:cNvSpPr>
            <a:spLocks noGrp="1"/>
          </p:cNvSpPr>
          <p:nvPr/>
        </p:nvSpPr>
        <p:spPr>
          <a:xfrm>
            <a:off x="2161922" y="488273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3_paired_semantic_8577">
            <a:extLst>
              <a:ext uri="{FF2B5EF4-FFF2-40B4-BE49-F238E27FC236}">
                <a16:creationId xmlns:a16="http://schemas.microsoft.com/office/drawing/2014/main" id="{13A93372-5FCE-4DAE-B81E-CD351656131C}"/>
              </a:ext>
            </a:extLst>
          </p:cNvPr>
          <p:cNvSpPr>
            <a:spLocks noGrp="1"/>
          </p:cNvSpPr>
          <p:nvPr/>
        </p:nvSpPr>
        <p:spPr>
          <a:xfrm>
            <a:off x="2942132" y="65286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3_paired_semantic_8578">
            <a:extLst>
              <a:ext uri="{FF2B5EF4-FFF2-40B4-BE49-F238E27FC236}">
                <a16:creationId xmlns:a16="http://schemas.microsoft.com/office/drawing/2014/main" id="{017BA172-C9DF-41D8-9899-F44D3B3357A4}"/>
              </a:ext>
            </a:extLst>
          </p:cNvPr>
          <p:cNvSpPr>
            <a:spLocks noGrp="1"/>
          </p:cNvSpPr>
          <p:nvPr/>
        </p:nvSpPr>
        <p:spPr>
          <a:xfrm>
            <a:off x="2847686" y="4854003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3_paired_semantic_8579">
            <a:extLst>
              <a:ext uri="{FF2B5EF4-FFF2-40B4-BE49-F238E27FC236}">
                <a16:creationId xmlns:a16="http://schemas.microsoft.com/office/drawing/2014/main" id="{7608B16D-B3E6-4099-A7B7-A20427C77470}"/>
              </a:ext>
            </a:extLst>
          </p:cNvPr>
          <p:cNvSpPr>
            <a:spLocks noGrp="1"/>
          </p:cNvSpPr>
          <p:nvPr/>
        </p:nvSpPr>
        <p:spPr>
          <a:xfrm>
            <a:off x="1864905" y="6320051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3_paired_semantic_8580">
            <a:extLst>
              <a:ext uri="{FF2B5EF4-FFF2-40B4-BE49-F238E27FC236}">
                <a16:creationId xmlns:a16="http://schemas.microsoft.com/office/drawing/2014/main" id="{6568488F-F551-4574-B2D6-9738186B06B6}"/>
              </a:ext>
            </a:extLst>
          </p:cNvPr>
          <p:cNvSpPr>
            <a:spLocks noGrp="1"/>
          </p:cNvSpPr>
          <p:nvPr/>
        </p:nvSpPr>
        <p:spPr>
          <a:xfrm>
            <a:off x="2039849" y="4265220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3_paired_semantic_8581">
            <a:extLst>
              <a:ext uri="{FF2B5EF4-FFF2-40B4-BE49-F238E27FC236}">
                <a16:creationId xmlns:a16="http://schemas.microsoft.com/office/drawing/2014/main" id="{ECC66E57-4C70-414B-9A2D-FB90CD68F0EC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8582">
            <a:extLst>
              <a:ext uri="{FF2B5EF4-FFF2-40B4-BE49-F238E27FC236}">
                <a16:creationId xmlns:a16="http://schemas.microsoft.com/office/drawing/2014/main" id="{A5D34B77-3850-4CA0-955C-73A4DDD92F69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3_paired_semantic_8583">
            <a:extLst>
              <a:ext uri="{FF2B5EF4-FFF2-40B4-BE49-F238E27FC236}">
                <a16:creationId xmlns:a16="http://schemas.microsoft.com/office/drawing/2014/main" id="{6381ECFC-4210-45E3-AA71-A1B39F21FB35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8584">
            <a:extLst>
              <a:ext uri="{FF2B5EF4-FFF2-40B4-BE49-F238E27FC236}">
                <a16:creationId xmlns:a16="http://schemas.microsoft.com/office/drawing/2014/main" id="{E6E4BD21-502B-4B28-83B3-4A80870F20D0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3_paired_semantic_8585">
            <a:extLst>
              <a:ext uri="{FF2B5EF4-FFF2-40B4-BE49-F238E27FC236}">
                <a16:creationId xmlns:a16="http://schemas.microsoft.com/office/drawing/2014/main" id="{0695352F-EE55-4349-A3A8-8181A699D581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8586">
            <a:extLst>
              <a:ext uri="{FF2B5EF4-FFF2-40B4-BE49-F238E27FC236}">
                <a16:creationId xmlns:a16="http://schemas.microsoft.com/office/drawing/2014/main" id="{4E93D133-62A5-4BC1-BD29-9975A7F3BF86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3_paired_semantic_8587">
            <a:extLst>
              <a:ext uri="{FF2B5EF4-FFF2-40B4-BE49-F238E27FC236}">
                <a16:creationId xmlns:a16="http://schemas.microsoft.com/office/drawing/2014/main" id="{B0DFEB1F-2192-4447-A6FD-61D91F48A7B7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8588">
            <a:extLst>
              <a:ext uri="{FF2B5EF4-FFF2-40B4-BE49-F238E27FC236}">
                <a16:creationId xmlns:a16="http://schemas.microsoft.com/office/drawing/2014/main" id="{2B691C74-8144-410E-8CA9-F9C0A2A57A55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3_paired_semantic_8589">
            <a:extLst>
              <a:ext uri="{FF2B5EF4-FFF2-40B4-BE49-F238E27FC236}">
                <a16:creationId xmlns:a16="http://schemas.microsoft.com/office/drawing/2014/main" id="{4D244BA8-77D9-4722-929C-5ED528D9AA13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8590">
            <a:extLst>
              <a:ext uri="{FF2B5EF4-FFF2-40B4-BE49-F238E27FC236}">
                <a16:creationId xmlns:a16="http://schemas.microsoft.com/office/drawing/2014/main" id="{6C6FE136-BD0F-4093-AD0C-6058E45BA8D3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3_paired_semantic_8591">
            <a:extLst>
              <a:ext uri="{FF2B5EF4-FFF2-40B4-BE49-F238E27FC236}">
                <a16:creationId xmlns:a16="http://schemas.microsoft.com/office/drawing/2014/main" id="{15C5EBAF-A0F2-4728-ADA4-15BCA9834776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8592">
            <a:extLst>
              <a:ext uri="{FF2B5EF4-FFF2-40B4-BE49-F238E27FC236}">
                <a16:creationId xmlns:a16="http://schemas.microsoft.com/office/drawing/2014/main" id="{DFF1A092-F13B-45D5-9E26-AAD75E7E172B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8593">
            <a:extLst>
              <a:ext uri="{FF2B5EF4-FFF2-40B4-BE49-F238E27FC236}">
                <a16:creationId xmlns:a16="http://schemas.microsoft.com/office/drawing/2014/main" id="{F68173F9-EFCD-434B-8435-6F16A65CAA7F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3_paired_semantic_8594">
            <a:extLst>
              <a:ext uri="{FF2B5EF4-FFF2-40B4-BE49-F238E27FC236}">
                <a16:creationId xmlns:a16="http://schemas.microsoft.com/office/drawing/2014/main" id="{9AAE5EC0-37FC-4B06-AEF5-469F70C3F367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8595">
            <a:extLst>
              <a:ext uri="{FF2B5EF4-FFF2-40B4-BE49-F238E27FC236}">
                <a16:creationId xmlns:a16="http://schemas.microsoft.com/office/drawing/2014/main" id="{C9B36622-2810-465B-B2FD-6D8A1B75F802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3_paired_semantic_8596">
            <a:extLst>
              <a:ext uri="{FF2B5EF4-FFF2-40B4-BE49-F238E27FC236}">
                <a16:creationId xmlns:a16="http://schemas.microsoft.com/office/drawing/2014/main" id="{9F5739CF-F290-4D2B-ADAE-B18B9CC5FCD5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8597">
            <a:extLst>
              <a:ext uri="{FF2B5EF4-FFF2-40B4-BE49-F238E27FC236}">
                <a16:creationId xmlns:a16="http://schemas.microsoft.com/office/drawing/2014/main" id="{E50F4E76-EB5E-41E1-B4E6-28DC78D4A611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3_paired_semantic_8598">
            <a:extLst>
              <a:ext uri="{FF2B5EF4-FFF2-40B4-BE49-F238E27FC236}">
                <a16:creationId xmlns:a16="http://schemas.microsoft.com/office/drawing/2014/main" id="{7FFB7BF3-BE68-4369-8C80-41446C4D66D8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8599">
            <a:extLst>
              <a:ext uri="{FF2B5EF4-FFF2-40B4-BE49-F238E27FC236}">
                <a16:creationId xmlns:a16="http://schemas.microsoft.com/office/drawing/2014/main" id="{7EBE270C-E064-408A-97F3-C9694BC86C48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3_paired_semantic_8600">
            <a:extLst>
              <a:ext uri="{FF2B5EF4-FFF2-40B4-BE49-F238E27FC236}">
                <a16:creationId xmlns:a16="http://schemas.microsoft.com/office/drawing/2014/main" id="{F16F0E27-2280-4E6D-9BA5-2D2520F5A467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8601">
            <a:extLst>
              <a:ext uri="{FF2B5EF4-FFF2-40B4-BE49-F238E27FC236}">
                <a16:creationId xmlns:a16="http://schemas.microsoft.com/office/drawing/2014/main" id="{BF033787-C623-4B10-972A-C1C470ACC257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3_paired_semantic_8602">
            <a:extLst>
              <a:ext uri="{FF2B5EF4-FFF2-40B4-BE49-F238E27FC236}">
                <a16:creationId xmlns:a16="http://schemas.microsoft.com/office/drawing/2014/main" id="{3F83464D-35E7-4071-A33D-1A25DB192B12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8603">
            <a:extLst>
              <a:ext uri="{FF2B5EF4-FFF2-40B4-BE49-F238E27FC236}">
                <a16:creationId xmlns:a16="http://schemas.microsoft.com/office/drawing/2014/main" id="{E8DEFB79-34FB-4E04-A2DD-1B4A16B06C1B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3_paired_semantic_8604">
            <a:extLst>
              <a:ext uri="{FF2B5EF4-FFF2-40B4-BE49-F238E27FC236}">
                <a16:creationId xmlns:a16="http://schemas.microsoft.com/office/drawing/2014/main" id="{2AC0EF5A-581E-46ED-A1A8-3ECBA81AB2DA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8605">
            <a:extLst>
              <a:ext uri="{FF2B5EF4-FFF2-40B4-BE49-F238E27FC236}">
                <a16:creationId xmlns:a16="http://schemas.microsoft.com/office/drawing/2014/main" id="{0E661BD6-48E1-4A9A-9AE3-8154CE961549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8606">
            <a:extLst>
              <a:ext uri="{FF2B5EF4-FFF2-40B4-BE49-F238E27FC236}">
                <a16:creationId xmlns:a16="http://schemas.microsoft.com/office/drawing/2014/main" id="{CEA680B7-033B-4186-991B-C963036B34F8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3_paired_semantic_8607">
            <a:extLst>
              <a:ext uri="{FF2B5EF4-FFF2-40B4-BE49-F238E27FC236}">
                <a16:creationId xmlns:a16="http://schemas.microsoft.com/office/drawing/2014/main" id="{73395B61-6BCF-4042-B739-08BFD46A49D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3_paired_semantic_8608">
            <a:extLst>
              <a:ext uri="{FF2B5EF4-FFF2-40B4-BE49-F238E27FC236}">
                <a16:creationId xmlns:a16="http://schemas.microsoft.com/office/drawing/2014/main" id="{9C419CE5-4DFF-41DC-912E-350953FC5A09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3_paired_semantic_8609">
            <a:extLst>
              <a:ext uri="{FF2B5EF4-FFF2-40B4-BE49-F238E27FC236}">
                <a16:creationId xmlns:a16="http://schemas.microsoft.com/office/drawing/2014/main" id="{F035F74D-1BC5-4087-B126-645C75D82E78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3_paired_semantic_8610">
            <a:extLst>
              <a:ext uri="{FF2B5EF4-FFF2-40B4-BE49-F238E27FC236}">
                <a16:creationId xmlns:a16="http://schemas.microsoft.com/office/drawing/2014/main" id="{D39E38D5-1509-4463-8631-D1142A87973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3_paired_semantic_8611">
            <a:extLst>
              <a:ext uri="{FF2B5EF4-FFF2-40B4-BE49-F238E27FC236}">
                <a16:creationId xmlns:a16="http://schemas.microsoft.com/office/drawing/2014/main" id="{B403E68F-A180-4789-96AD-FDAA843FCF47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3_paired_semantic_8612">
            <a:extLst>
              <a:ext uri="{FF2B5EF4-FFF2-40B4-BE49-F238E27FC236}">
                <a16:creationId xmlns:a16="http://schemas.microsoft.com/office/drawing/2014/main" id="{57F62874-58D3-43CA-8C61-9C96C849D01E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3_paired_semantic_8613">
            <a:extLst>
              <a:ext uri="{FF2B5EF4-FFF2-40B4-BE49-F238E27FC236}">
                <a16:creationId xmlns:a16="http://schemas.microsoft.com/office/drawing/2014/main" id="{A41C6F6C-F88D-4BE3-969E-E12CA453EA1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3_paired_semantic_8614">
            <a:extLst>
              <a:ext uri="{FF2B5EF4-FFF2-40B4-BE49-F238E27FC236}">
                <a16:creationId xmlns:a16="http://schemas.microsoft.com/office/drawing/2014/main" id="{EE831C31-42A4-4E56-AB7B-2E903A0E3233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3_paired_semantic_8615">
            <a:extLst>
              <a:ext uri="{FF2B5EF4-FFF2-40B4-BE49-F238E27FC236}">
                <a16:creationId xmlns:a16="http://schemas.microsoft.com/office/drawing/2014/main" id="{385E220E-AA47-474E-9B0B-A48BB9F6FCA9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3_paired_semantic_8616">
            <a:extLst>
              <a:ext uri="{FF2B5EF4-FFF2-40B4-BE49-F238E27FC236}">
                <a16:creationId xmlns:a16="http://schemas.microsoft.com/office/drawing/2014/main" id="{20A3B8A2-926A-4AB2-8643-C15E36B20ACE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3_paired_semantic_8617">
            <a:extLst>
              <a:ext uri="{FF2B5EF4-FFF2-40B4-BE49-F238E27FC236}">
                <a16:creationId xmlns:a16="http://schemas.microsoft.com/office/drawing/2014/main" id="{C18F7CCD-956B-4D73-9882-2B95E6E631C1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3_paired_semantic_8618">
            <a:extLst>
              <a:ext uri="{FF2B5EF4-FFF2-40B4-BE49-F238E27FC236}">
                <a16:creationId xmlns:a16="http://schemas.microsoft.com/office/drawing/2014/main" id="{F64715F2-022E-48A8-9A8B-77CC56D6E910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3_paired_semantic_8619">
            <a:extLst>
              <a:ext uri="{FF2B5EF4-FFF2-40B4-BE49-F238E27FC236}">
                <a16:creationId xmlns:a16="http://schemas.microsoft.com/office/drawing/2014/main" id="{B31F87D2-B2D6-411D-B706-6DE21955987E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3_paired_semantic_8620">
            <a:extLst>
              <a:ext uri="{FF2B5EF4-FFF2-40B4-BE49-F238E27FC236}">
                <a16:creationId xmlns:a16="http://schemas.microsoft.com/office/drawing/2014/main" id="{2BE1C975-1D3B-49D8-A5C9-C853DF541220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3_paired_semantic_8621">
            <a:extLst>
              <a:ext uri="{FF2B5EF4-FFF2-40B4-BE49-F238E27FC236}">
                <a16:creationId xmlns:a16="http://schemas.microsoft.com/office/drawing/2014/main" id="{AEB51568-D091-4D5C-8822-69F18E110EAF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3_paired_semantic_8622">
            <a:extLst>
              <a:ext uri="{FF2B5EF4-FFF2-40B4-BE49-F238E27FC236}">
                <a16:creationId xmlns:a16="http://schemas.microsoft.com/office/drawing/2014/main" id="{CA38E300-1C66-4A06-85F5-65B0573733C6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3_paired_semantic_8623">
            <a:extLst>
              <a:ext uri="{FF2B5EF4-FFF2-40B4-BE49-F238E27FC236}">
                <a16:creationId xmlns:a16="http://schemas.microsoft.com/office/drawing/2014/main" id="{4EA1E62D-DC64-45A2-978E-F5DE8032E163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3_paired_semantic_8624">
            <a:extLst>
              <a:ext uri="{FF2B5EF4-FFF2-40B4-BE49-F238E27FC236}">
                <a16:creationId xmlns:a16="http://schemas.microsoft.com/office/drawing/2014/main" id="{2D841B5B-8339-4ADF-A1E6-66EAEAF7FA38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3_paired_semantic_8625">
            <a:extLst>
              <a:ext uri="{FF2B5EF4-FFF2-40B4-BE49-F238E27FC236}">
                <a16:creationId xmlns:a16="http://schemas.microsoft.com/office/drawing/2014/main" id="{FF3B5E07-A64F-41C4-8ED4-A6FED8301E60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3_paired_semantic_8626">
            <a:extLst>
              <a:ext uri="{FF2B5EF4-FFF2-40B4-BE49-F238E27FC236}">
                <a16:creationId xmlns:a16="http://schemas.microsoft.com/office/drawing/2014/main" id="{FF5CB040-7F13-4660-B068-CF1BA9629193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3_paired_semantic_8627">
            <a:extLst>
              <a:ext uri="{FF2B5EF4-FFF2-40B4-BE49-F238E27FC236}">
                <a16:creationId xmlns:a16="http://schemas.microsoft.com/office/drawing/2014/main" id="{A5A80D3D-BDA0-4BB0-B730-DE2267BE957F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3_paired_semantic_8628">
            <a:extLst>
              <a:ext uri="{FF2B5EF4-FFF2-40B4-BE49-F238E27FC236}">
                <a16:creationId xmlns:a16="http://schemas.microsoft.com/office/drawing/2014/main" id="{8326987C-094C-4E70-B238-DE866F5D9122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3_paired_semantic_8629">
            <a:extLst>
              <a:ext uri="{FF2B5EF4-FFF2-40B4-BE49-F238E27FC236}">
                <a16:creationId xmlns:a16="http://schemas.microsoft.com/office/drawing/2014/main" id="{93039BCC-9CF0-415C-88B9-BE35AF4D4C44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3_paired_semantic_8630">
            <a:extLst>
              <a:ext uri="{FF2B5EF4-FFF2-40B4-BE49-F238E27FC236}">
                <a16:creationId xmlns:a16="http://schemas.microsoft.com/office/drawing/2014/main" id="{28A6F181-F5E2-4B5C-882E-B2AA87DCE003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3_paired_semantic_8631">
            <a:extLst>
              <a:ext uri="{FF2B5EF4-FFF2-40B4-BE49-F238E27FC236}">
                <a16:creationId xmlns:a16="http://schemas.microsoft.com/office/drawing/2014/main" id="{70FBB5EF-C39E-46BF-A736-FDFF3E052A9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3_paired_semantic_8632">
            <a:extLst>
              <a:ext uri="{FF2B5EF4-FFF2-40B4-BE49-F238E27FC236}">
                <a16:creationId xmlns:a16="http://schemas.microsoft.com/office/drawing/2014/main" id="{76139620-6A2B-47C7-BB29-6AB239C5A1F6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3_paired_semantic_8633">
            <a:extLst>
              <a:ext uri="{FF2B5EF4-FFF2-40B4-BE49-F238E27FC236}">
                <a16:creationId xmlns:a16="http://schemas.microsoft.com/office/drawing/2014/main" id="{721379CC-DA6F-4CC8-9B86-E2FA25D8F4E8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3_paired_semantic_8634">
            <a:extLst>
              <a:ext uri="{FF2B5EF4-FFF2-40B4-BE49-F238E27FC236}">
                <a16:creationId xmlns:a16="http://schemas.microsoft.com/office/drawing/2014/main" id="{FDF2BED5-9BB4-40FA-B941-37A0D0F78CD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3_paired_semantic_8635">
            <a:extLst>
              <a:ext uri="{FF2B5EF4-FFF2-40B4-BE49-F238E27FC236}">
                <a16:creationId xmlns:a16="http://schemas.microsoft.com/office/drawing/2014/main" id="{B2E0A4C6-2051-41D7-AA0A-9940FF6C878C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3_paired_semantic_8636">
            <a:extLst>
              <a:ext uri="{FF2B5EF4-FFF2-40B4-BE49-F238E27FC236}">
                <a16:creationId xmlns:a16="http://schemas.microsoft.com/office/drawing/2014/main" id="{16303C01-2044-45BF-9A2C-F8D1EA3C50C5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3_paired_semantic_8637">
            <a:extLst>
              <a:ext uri="{FF2B5EF4-FFF2-40B4-BE49-F238E27FC236}">
                <a16:creationId xmlns:a16="http://schemas.microsoft.com/office/drawing/2014/main" id="{38BA5AF0-B477-4DB6-B6C4-97B018FC8C3D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3_paired_semantic_8638">
            <a:extLst>
              <a:ext uri="{FF2B5EF4-FFF2-40B4-BE49-F238E27FC236}">
                <a16:creationId xmlns:a16="http://schemas.microsoft.com/office/drawing/2014/main" id="{E2B364DC-DF5F-405B-B5EB-68698ECAF20B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3_paired_semantic_8639">
            <a:extLst>
              <a:ext uri="{FF2B5EF4-FFF2-40B4-BE49-F238E27FC236}">
                <a16:creationId xmlns:a16="http://schemas.microsoft.com/office/drawing/2014/main" id="{C0C5544D-0B82-4D85-AA1D-24AD3026337E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3_paired_semantic_8640">
            <a:extLst>
              <a:ext uri="{FF2B5EF4-FFF2-40B4-BE49-F238E27FC236}">
                <a16:creationId xmlns:a16="http://schemas.microsoft.com/office/drawing/2014/main" id="{F52456E8-0D94-4F8E-8B81-5A8D7440B583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3_paired_semantic_8641">
            <a:extLst>
              <a:ext uri="{FF2B5EF4-FFF2-40B4-BE49-F238E27FC236}">
                <a16:creationId xmlns:a16="http://schemas.microsoft.com/office/drawing/2014/main" id="{CF1E5F90-27BC-4C3C-B572-F8A670569C30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3_paired_semantic_8642">
            <a:extLst>
              <a:ext uri="{FF2B5EF4-FFF2-40B4-BE49-F238E27FC236}">
                <a16:creationId xmlns:a16="http://schemas.microsoft.com/office/drawing/2014/main" id="{4D82AED7-AF68-4D4F-970C-A647571006E0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3_paired_semantic_8643">
            <a:extLst>
              <a:ext uri="{FF2B5EF4-FFF2-40B4-BE49-F238E27FC236}">
                <a16:creationId xmlns:a16="http://schemas.microsoft.com/office/drawing/2014/main" id="{8078B89D-31D6-4087-A79E-B764B5D8686D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3_paired_semantic_8644">
            <a:extLst>
              <a:ext uri="{FF2B5EF4-FFF2-40B4-BE49-F238E27FC236}">
                <a16:creationId xmlns:a16="http://schemas.microsoft.com/office/drawing/2014/main" id="{B9DCC2CE-1F28-42A9-8D6F-DC98938094EE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3_paired_semantic_8645">
            <a:extLst>
              <a:ext uri="{FF2B5EF4-FFF2-40B4-BE49-F238E27FC236}">
                <a16:creationId xmlns:a16="http://schemas.microsoft.com/office/drawing/2014/main" id="{81C8C5E0-A110-4C44-8198-738DA72824F4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3_paired_semantic_8646">
            <a:extLst>
              <a:ext uri="{FF2B5EF4-FFF2-40B4-BE49-F238E27FC236}">
                <a16:creationId xmlns:a16="http://schemas.microsoft.com/office/drawing/2014/main" id="{4531FE2E-7A0F-4898-A69D-75DC1F5C1FCB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3_paired_semantic_8647">
            <a:extLst>
              <a:ext uri="{FF2B5EF4-FFF2-40B4-BE49-F238E27FC236}">
                <a16:creationId xmlns:a16="http://schemas.microsoft.com/office/drawing/2014/main" id="{F2C8331F-826D-4995-B5BF-A611795C902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3_paired_semantic_8648">
            <a:extLst>
              <a:ext uri="{FF2B5EF4-FFF2-40B4-BE49-F238E27FC236}">
                <a16:creationId xmlns:a16="http://schemas.microsoft.com/office/drawing/2014/main" id="{B0072236-AA8F-47BD-969B-594FC7144889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3_paired_semantic_8649">
            <a:extLst>
              <a:ext uri="{FF2B5EF4-FFF2-40B4-BE49-F238E27FC236}">
                <a16:creationId xmlns:a16="http://schemas.microsoft.com/office/drawing/2014/main" id="{20F33499-0550-44BE-B836-CAA433CC112E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3_paired_semantic_8650">
            <a:extLst>
              <a:ext uri="{FF2B5EF4-FFF2-40B4-BE49-F238E27FC236}">
                <a16:creationId xmlns:a16="http://schemas.microsoft.com/office/drawing/2014/main" id="{E5139CE3-AA5E-484E-948A-C77F239A29A1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3_paired_semantic_8651">
            <a:extLst>
              <a:ext uri="{FF2B5EF4-FFF2-40B4-BE49-F238E27FC236}">
                <a16:creationId xmlns:a16="http://schemas.microsoft.com/office/drawing/2014/main" id="{71C65982-5BA0-425E-80F9-F45252ADE620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3_paired_semantic_8652">
            <a:extLst>
              <a:ext uri="{FF2B5EF4-FFF2-40B4-BE49-F238E27FC236}">
                <a16:creationId xmlns:a16="http://schemas.microsoft.com/office/drawing/2014/main" id="{73F3D8CC-18F4-434A-8F1D-F8E7A7DB18A9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3_paired_semantic_8653">
            <a:extLst>
              <a:ext uri="{FF2B5EF4-FFF2-40B4-BE49-F238E27FC236}">
                <a16:creationId xmlns:a16="http://schemas.microsoft.com/office/drawing/2014/main" id="{CE179EFC-E2C3-481F-A83F-78A57E9865FC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3_paired_semantic_8654">
            <a:extLst>
              <a:ext uri="{FF2B5EF4-FFF2-40B4-BE49-F238E27FC236}">
                <a16:creationId xmlns:a16="http://schemas.microsoft.com/office/drawing/2014/main" id="{CD08D098-A138-4450-A83E-97041A99F7B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3_paired_semantic_8655">
            <a:extLst>
              <a:ext uri="{FF2B5EF4-FFF2-40B4-BE49-F238E27FC236}">
                <a16:creationId xmlns:a16="http://schemas.microsoft.com/office/drawing/2014/main" id="{A13559CA-58C4-46D0-A608-71DC0531871B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3_paired_semantic_8656">
            <a:extLst>
              <a:ext uri="{FF2B5EF4-FFF2-40B4-BE49-F238E27FC236}">
                <a16:creationId xmlns:a16="http://schemas.microsoft.com/office/drawing/2014/main" id="{0A74B2A1-953E-4585-A2DC-A32855A125AE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3_paired_semantic_8657">
            <a:extLst>
              <a:ext uri="{FF2B5EF4-FFF2-40B4-BE49-F238E27FC236}">
                <a16:creationId xmlns:a16="http://schemas.microsoft.com/office/drawing/2014/main" id="{72B66FF9-E3C8-46FA-B7EB-1799BAF89A44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3_paired_semantic_8658">
            <a:extLst>
              <a:ext uri="{FF2B5EF4-FFF2-40B4-BE49-F238E27FC236}">
                <a16:creationId xmlns:a16="http://schemas.microsoft.com/office/drawing/2014/main" id="{9670BFE4-0127-4E82-9358-F2FD9B0C7329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3_paired_semantic_8659">
            <a:extLst>
              <a:ext uri="{FF2B5EF4-FFF2-40B4-BE49-F238E27FC236}">
                <a16:creationId xmlns:a16="http://schemas.microsoft.com/office/drawing/2014/main" id="{EF814B4E-3535-4E32-852A-B7D88E557E28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3_paired_semantic_8660">
            <a:extLst>
              <a:ext uri="{FF2B5EF4-FFF2-40B4-BE49-F238E27FC236}">
                <a16:creationId xmlns:a16="http://schemas.microsoft.com/office/drawing/2014/main" id="{801F0973-A7B4-4BAD-A133-0D34B30F4292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3_paired_semantic_8661">
            <a:extLst>
              <a:ext uri="{FF2B5EF4-FFF2-40B4-BE49-F238E27FC236}">
                <a16:creationId xmlns:a16="http://schemas.microsoft.com/office/drawing/2014/main" id="{B590D9A9-99C8-4A8C-B5DA-0DDC33BF1D7D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3_paired_semantic_8662">
            <a:extLst>
              <a:ext uri="{FF2B5EF4-FFF2-40B4-BE49-F238E27FC236}">
                <a16:creationId xmlns:a16="http://schemas.microsoft.com/office/drawing/2014/main" id="{E0A34DF6-176C-4FA7-AC85-30437D0BB61F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3_paired_semantic_8663">
            <a:extLst>
              <a:ext uri="{FF2B5EF4-FFF2-40B4-BE49-F238E27FC236}">
                <a16:creationId xmlns:a16="http://schemas.microsoft.com/office/drawing/2014/main" id="{122645E8-1A04-466E-9476-5FBA5A95F6F8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3_paired_semantic_8664">
            <a:extLst>
              <a:ext uri="{FF2B5EF4-FFF2-40B4-BE49-F238E27FC236}">
                <a16:creationId xmlns:a16="http://schemas.microsoft.com/office/drawing/2014/main" id="{2BD50DFF-8831-4618-B346-CA5C3D9DE4F3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3_paired_semantic_8665">
            <a:extLst>
              <a:ext uri="{FF2B5EF4-FFF2-40B4-BE49-F238E27FC236}">
                <a16:creationId xmlns:a16="http://schemas.microsoft.com/office/drawing/2014/main" id="{E5E3FEE1-0588-4A59-A164-6FD33490D09C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3_paired_semantic_8666">
            <a:extLst>
              <a:ext uri="{FF2B5EF4-FFF2-40B4-BE49-F238E27FC236}">
                <a16:creationId xmlns:a16="http://schemas.microsoft.com/office/drawing/2014/main" id="{63CDA2B4-C339-4893-83F8-3BCB573C4C8E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3_paired_semantic_8667">
            <a:extLst>
              <a:ext uri="{FF2B5EF4-FFF2-40B4-BE49-F238E27FC236}">
                <a16:creationId xmlns:a16="http://schemas.microsoft.com/office/drawing/2014/main" id="{4B85A487-0112-48A4-BE7E-7AFC84DE81B2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3_paired_semantic_8668">
            <a:extLst>
              <a:ext uri="{FF2B5EF4-FFF2-40B4-BE49-F238E27FC236}">
                <a16:creationId xmlns:a16="http://schemas.microsoft.com/office/drawing/2014/main" id="{DE1FBAD2-6703-447B-A3FA-8EF2B86695A5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3_paired_semantic_8669">
            <a:extLst>
              <a:ext uri="{FF2B5EF4-FFF2-40B4-BE49-F238E27FC236}">
                <a16:creationId xmlns:a16="http://schemas.microsoft.com/office/drawing/2014/main" id="{DF440CC3-8489-4FFC-97A1-84993D84F0D8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3_paired_semantic_8670">
            <a:extLst>
              <a:ext uri="{FF2B5EF4-FFF2-40B4-BE49-F238E27FC236}">
                <a16:creationId xmlns:a16="http://schemas.microsoft.com/office/drawing/2014/main" id="{DF592E10-E4BC-4067-92B6-F3190112207F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3_paired_semantic_8671">
            <a:extLst>
              <a:ext uri="{FF2B5EF4-FFF2-40B4-BE49-F238E27FC236}">
                <a16:creationId xmlns:a16="http://schemas.microsoft.com/office/drawing/2014/main" id="{9FC4C9CF-A40E-4856-A07A-3161D57EBF95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3_paired_semantic_8672">
            <a:extLst>
              <a:ext uri="{FF2B5EF4-FFF2-40B4-BE49-F238E27FC236}">
                <a16:creationId xmlns:a16="http://schemas.microsoft.com/office/drawing/2014/main" id="{ADAB2AA9-4A04-466C-B44C-FFDC52B240BA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3_paired_semantic_8673">
            <a:extLst>
              <a:ext uri="{FF2B5EF4-FFF2-40B4-BE49-F238E27FC236}">
                <a16:creationId xmlns:a16="http://schemas.microsoft.com/office/drawing/2014/main" id="{C64F9CD1-7973-462F-A82F-49AE08171F0F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3_paired_semantic_8674">
            <a:extLst>
              <a:ext uri="{FF2B5EF4-FFF2-40B4-BE49-F238E27FC236}">
                <a16:creationId xmlns:a16="http://schemas.microsoft.com/office/drawing/2014/main" id="{B81490E4-97C6-42FB-8CAC-D31DE442D08C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3_paired_semantic_8675">
            <a:extLst>
              <a:ext uri="{FF2B5EF4-FFF2-40B4-BE49-F238E27FC236}">
                <a16:creationId xmlns:a16="http://schemas.microsoft.com/office/drawing/2014/main" id="{B81E0AEB-9C31-4E8E-A24A-32850720B6B9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3_paired_semantic_8676">
            <a:extLst>
              <a:ext uri="{FF2B5EF4-FFF2-40B4-BE49-F238E27FC236}">
                <a16:creationId xmlns:a16="http://schemas.microsoft.com/office/drawing/2014/main" id="{DD55A736-CBC7-4AEE-B75F-63249DF70286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3_paired_semantic_8677">
            <a:extLst>
              <a:ext uri="{FF2B5EF4-FFF2-40B4-BE49-F238E27FC236}">
                <a16:creationId xmlns:a16="http://schemas.microsoft.com/office/drawing/2014/main" id="{83E23834-3ECC-429F-B92B-7BD6291F7295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3_paired_semantic_8678">
            <a:extLst>
              <a:ext uri="{FF2B5EF4-FFF2-40B4-BE49-F238E27FC236}">
                <a16:creationId xmlns:a16="http://schemas.microsoft.com/office/drawing/2014/main" id="{CC950A9A-DD3C-4D80-AA94-A181C16A1980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3_paired_semantic_8679">
            <a:extLst>
              <a:ext uri="{FF2B5EF4-FFF2-40B4-BE49-F238E27FC236}">
                <a16:creationId xmlns:a16="http://schemas.microsoft.com/office/drawing/2014/main" id="{F76D270E-1E3E-4F08-A63B-7378C439266E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3_paired_semantic_8680">
            <a:extLst>
              <a:ext uri="{FF2B5EF4-FFF2-40B4-BE49-F238E27FC236}">
                <a16:creationId xmlns:a16="http://schemas.microsoft.com/office/drawing/2014/main" id="{5E5695C8-7DAC-436F-9C8E-23D52527C868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3_paired_semantic_8681">
            <a:extLst>
              <a:ext uri="{FF2B5EF4-FFF2-40B4-BE49-F238E27FC236}">
                <a16:creationId xmlns:a16="http://schemas.microsoft.com/office/drawing/2014/main" id="{79BC2B31-4B63-4A17-A82F-A8C756A7528C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3_paired_semantic_8682">
            <a:extLst>
              <a:ext uri="{FF2B5EF4-FFF2-40B4-BE49-F238E27FC236}">
                <a16:creationId xmlns:a16="http://schemas.microsoft.com/office/drawing/2014/main" id="{101B49B9-EBBB-44D7-8CF2-B1F2E0D583F9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3_paired_semantic_8683">
            <a:extLst>
              <a:ext uri="{FF2B5EF4-FFF2-40B4-BE49-F238E27FC236}">
                <a16:creationId xmlns:a16="http://schemas.microsoft.com/office/drawing/2014/main" id="{42B87B74-0103-4E39-8037-91850FBD7D15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3_paired_semantic_8684">
            <a:extLst>
              <a:ext uri="{FF2B5EF4-FFF2-40B4-BE49-F238E27FC236}">
                <a16:creationId xmlns:a16="http://schemas.microsoft.com/office/drawing/2014/main" id="{A2801DAA-0CFE-4AF7-B7C7-72210B21785E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3_paired_semantic_8685">
            <a:extLst>
              <a:ext uri="{FF2B5EF4-FFF2-40B4-BE49-F238E27FC236}">
                <a16:creationId xmlns:a16="http://schemas.microsoft.com/office/drawing/2014/main" id="{B45D06E4-22E9-47B1-9661-51E30A3DAFAB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3_paired_semantic_8686">
            <a:extLst>
              <a:ext uri="{FF2B5EF4-FFF2-40B4-BE49-F238E27FC236}">
                <a16:creationId xmlns:a16="http://schemas.microsoft.com/office/drawing/2014/main" id="{9B3D17B1-03DA-4B8D-A013-A8EF9351673F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3_paired_semantic_8687">
            <a:extLst>
              <a:ext uri="{FF2B5EF4-FFF2-40B4-BE49-F238E27FC236}">
                <a16:creationId xmlns:a16="http://schemas.microsoft.com/office/drawing/2014/main" id="{2159BF7A-91E9-4BB0-92F0-78D38D9023F7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3_paired_semantic_8688">
            <a:extLst>
              <a:ext uri="{FF2B5EF4-FFF2-40B4-BE49-F238E27FC236}">
                <a16:creationId xmlns:a16="http://schemas.microsoft.com/office/drawing/2014/main" id="{4DF7480D-B0C8-4AF3-954C-3CB6665DC52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3_paired_semantic_8689">
            <a:extLst>
              <a:ext uri="{FF2B5EF4-FFF2-40B4-BE49-F238E27FC236}">
                <a16:creationId xmlns:a16="http://schemas.microsoft.com/office/drawing/2014/main" id="{E93A3924-F3D7-46CA-B310-1A22A3C4E6A3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3_paired_semantic_8690">
            <a:extLst>
              <a:ext uri="{FF2B5EF4-FFF2-40B4-BE49-F238E27FC236}">
                <a16:creationId xmlns:a16="http://schemas.microsoft.com/office/drawing/2014/main" id="{06D1125E-18B0-4688-82C4-BFBE5D006166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3_paired_semantic_8691">
            <a:extLst>
              <a:ext uri="{FF2B5EF4-FFF2-40B4-BE49-F238E27FC236}">
                <a16:creationId xmlns:a16="http://schemas.microsoft.com/office/drawing/2014/main" id="{355CE416-A476-4D76-A2FD-65D1698D491D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3_paired_semantic_8692">
            <a:extLst>
              <a:ext uri="{FF2B5EF4-FFF2-40B4-BE49-F238E27FC236}">
                <a16:creationId xmlns:a16="http://schemas.microsoft.com/office/drawing/2014/main" id="{94E8A260-13A0-4BCD-B4CE-B2F575BEE393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3_paired_semantic_8693">
            <a:extLst>
              <a:ext uri="{FF2B5EF4-FFF2-40B4-BE49-F238E27FC236}">
                <a16:creationId xmlns:a16="http://schemas.microsoft.com/office/drawing/2014/main" id="{236785D1-CD09-4720-9F8A-349928FCDF9B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3_paired_semantic_8694">
            <a:extLst>
              <a:ext uri="{FF2B5EF4-FFF2-40B4-BE49-F238E27FC236}">
                <a16:creationId xmlns:a16="http://schemas.microsoft.com/office/drawing/2014/main" id="{0C2330BC-059C-476E-A2BC-26A60EEF2263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3_paired_semantic_8695">
            <a:extLst>
              <a:ext uri="{FF2B5EF4-FFF2-40B4-BE49-F238E27FC236}">
                <a16:creationId xmlns:a16="http://schemas.microsoft.com/office/drawing/2014/main" id="{0398AD49-BB5E-4039-9D89-5C8FC493899F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3_paired_semantic_8696">
            <a:extLst>
              <a:ext uri="{FF2B5EF4-FFF2-40B4-BE49-F238E27FC236}">
                <a16:creationId xmlns:a16="http://schemas.microsoft.com/office/drawing/2014/main" id="{C475B41B-5976-49EC-B4D8-739DD94FED51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3_paired_semantic_8697">
            <a:extLst>
              <a:ext uri="{FF2B5EF4-FFF2-40B4-BE49-F238E27FC236}">
                <a16:creationId xmlns:a16="http://schemas.microsoft.com/office/drawing/2014/main" id="{F38C4484-8277-479D-8D98-AE9BEEE94D84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3_paired_semantic_8698">
            <a:extLst>
              <a:ext uri="{FF2B5EF4-FFF2-40B4-BE49-F238E27FC236}">
                <a16:creationId xmlns:a16="http://schemas.microsoft.com/office/drawing/2014/main" id="{870C72EF-3EF0-442B-9FE1-12A9E84EE4F5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3_paired_semantic_8699">
            <a:extLst>
              <a:ext uri="{FF2B5EF4-FFF2-40B4-BE49-F238E27FC236}">
                <a16:creationId xmlns:a16="http://schemas.microsoft.com/office/drawing/2014/main" id="{AD7D2BA9-1D8F-4932-86B7-78B0F1D117D3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3_paired_semantic_8700">
            <a:extLst>
              <a:ext uri="{FF2B5EF4-FFF2-40B4-BE49-F238E27FC236}">
                <a16:creationId xmlns:a16="http://schemas.microsoft.com/office/drawing/2014/main" id="{4C45C3C0-33EB-4360-A156-AB1E1C2983C1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3_paired_semantic_8701">
            <a:extLst>
              <a:ext uri="{FF2B5EF4-FFF2-40B4-BE49-F238E27FC236}">
                <a16:creationId xmlns:a16="http://schemas.microsoft.com/office/drawing/2014/main" id="{47A8BD78-1C39-4AB5-A984-D87F8C0B98EC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3_paired_semantic_8702">
            <a:extLst>
              <a:ext uri="{FF2B5EF4-FFF2-40B4-BE49-F238E27FC236}">
                <a16:creationId xmlns:a16="http://schemas.microsoft.com/office/drawing/2014/main" id="{11C7513C-E404-47A9-9B3D-68DE71263D95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3_paired_semantic_8703">
            <a:extLst>
              <a:ext uri="{FF2B5EF4-FFF2-40B4-BE49-F238E27FC236}">
                <a16:creationId xmlns:a16="http://schemas.microsoft.com/office/drawing/2014/main" id="{8D3CBF41-E1EC-491F-B42E-DDACFCBE2A19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3_paired_semantic_8704">
            <a:extLst>
              <a:ext uri="{FF2B5EF4-FFF2-40B4-BE49-F238E27FC236}">
                <a16:creationId xmlns:a16="http://schemas.microsoft.com/office/drawing/2014/main" id="{9D5C203A-59E9-425C-8F65-33733FAE9BF1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3_paired_semantic_8705">
            <a:extLst>
              <a:ext uri="{FF2B5EF4-FFF2-40B4-BE49-F238E27FC236}">
                <a16:creationId xmlns:a16="http://schemas.microsoft.com/office/drawing/2014/main" id="{E40DDD21-02FD-437E-8A23-07FE472CA0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3_paired_semantic_8706">
            <a:extLst>
              <a:ext uri="{FF2B5EF4-FFF2-40B4-BE49-F238E27FC236}">
                <a16:creationId xmlns:a16="http://schemas.microsoft.com/office/drawing/2014/main" id="{AB6D193C-6574-4D08-ACF3-5B7A988B06EA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3_paired_semantic_8707">
            <a:extLst>
              <a:ext uri="{FF2B5EF4-FFF2-40B4-BE49-F238E27FC236}">
                <a16:creationId xmlns:a16="http://schemas.microsoft.com/office/drawing/2014/main" id="{DE20EE7E-2C48-4156-AF69-9D5574F64408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3_paired_semantic_8708">
            <a:extLst>
              <a:ext uri="{FF2B5EF4-FFF2-40B4-BE49-F238E27FC236}">
                <a16:creationId xmlns:a16="http://schemas.microsoft.com/office/drawing/2014/main" id="{65C5BD96-0C5E-4825-80C1-A551C6EAAE00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3_paired_semantic_8709">
            <a:extLst>
              <a:ext uri="{FF2B5EF4-FFF2-40B4-BE49-F238E27FC236}">
                <a16:creationId xmlns:a16="http://schemas.microsoft.com/office/drawing/2014/main" id="{E5E4BB8B-A005-45C4-8E65-E6446EA50C16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3_paired_semantic_8710">
            <a:extLst>
              <a:ext uri="{FF2B5EF4-FFF2-40B4-BE49-F238E27FC236}">
                <a16:creationId xmlns:a16="http://schemas.microsoft.com/office/drawing/2014/main" id="{2003DC1F-C447-4238-8B5F-10BE84A910C6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3_paired_semantic_8711">
            <a:extLst>
              <a:ext uri="{FF2B5EF4-FFF2-40B4-BE49-F238E27FC236}">
                <a16:creationId xmlns:a16="http://schemas.microsoft.com/office/drawing/2014/main" id="{E9FE9FAD-BB96-40A0-AE9C-5397347E5849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3_paired_semantic_8712">
            <a:extLst>
              <a:ext uri="{FF2B5EF4-FFF2-40B4-BE49-F238E27FC236}">
                <a16:creationId xmlns:a16="http://schemas.microsoft.com/office/drawing/2014/main" id="{C242D6C7-37BA-448C-9AB3-5F136048164B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3_paired_semantic_8713">
            <a:extLst>
              <a:ext uri="{FF2B5EF4-FFF2-40B4-BE49-F238E27FC236}">
                <a16:creationId xmlns:a16="http://schemas.microsoft.com/office/drawing/2014/main" id="{3EBFD580-4CA8-4DAB-A011-E589331504A1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3_paired_semantic_8714">
            <a:extLst>
              <a:ext uri="{FF2B5EF4-FFF2-40B4-BE49-F238E27FC236}">
                <a16:creationId xmlns:a16="http://schemas.microsoft.com/office/drawing/2014/main" id="{D10E0BBD-8639-4304-B3D5-C23F0060B6FF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3_paired_semantic_8715">
            <a:extLst>
              <a:ext uri="{FF2B5EF4-FFF2-40B4-BE49-F238E27FC236}">
                <a16:creationId xmlns:a16="http://schemas.microsoft.com/office/drawing/2014/main" id="{F2D46822-D8D9-420D-B2AD-0F203E789945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3_paired_semantic_8716">
            <a:extLst>
              <a:ext uri="{FF2B5EF4-FFF2-40B4-BE49-F238E27FC236}">
                <a16:creationId xmlns:a16="http://schemas.microsoft.com/office/drawing/2014/main" id="{C48FEE1E-39FE-460C-96C1-DAE6A783EAF4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3_paired_semantic_8717">
            <a:extLst>
              <a:ext uri="{FF2B5EF4-FFF2-40B4-BE49-F238E27FC236}">
                <a16:creationId xmlns:a16="http://schemas.microsoft.com/office/drawing/2014/main" id="{D993FCED-ED3B-4A3D-9F20-E6A963FEAF44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3_paired_semantic_8718">
            <a:extLst>
              <a:ext uri="{FF2B5EF4-FFF2-40B4-BE49-F238E27FC236}">
                <a16:creationId xmlns:a16="http://schemas.microsoft.com/office/drawing/2014/main" id="{60B98E74-EE1F-4562-B41F-A2C7CEB92E12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3_paired_semantic_8719">
            <a:extLst>
              <a:ext uri="{FF2B5EF4-FFF2-40B4-BE49-F238E27FC236}">
                <a16:creationId xmlns:a16="http://schemas.microsoft.com/office/drawing/2014/main" id="{456143C2-2DAE-4CB6-9037-92025621B81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3_paired_semantic_8720">
            <a:extLst>
              <a:ext uri="{FF2B5EF4-FFF2-40B4-BE49-F238E27FC236}">
                <a16:creationId xmlns:a16="http://schemas.microsoft.com/office/drawing/2014/main" id="{0C49160D-5740-4F56-9B65-E6EB22A97EF8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3_paired_semantic_8721">
            <a:extLst>
              <a:ext uri="{FF2B5EF4-FFF2-40B4-BE49-F238E27FC236}">
                <a16:creationId xmlns:a16="http://schemas.microsoft.com/office/drawing/2014/main" id="{7ED825C6-9F78-429C-8417-5BB63E52EC97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3_paired_semantic_8722">
            <a:extLst>
              <a:ext uri="{FF2B5EF4-FFF2-40B4-BE49-F238E27FC236}">
                <a16:creationId xmlns:a16="http://schemas.microsoft.com/office/drawing/2014/main" id="{28DE4307-5B10-4FE0-8F9C-7F5EF25C75FB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3_paired_semantic_8723">
            <a:extLst>
              <a:ext uri="{FF2B5EF4-FFF2-40B4-BE49-F238E27FC236}">
                <a16:creationId xmlns:a16="http://schemas.microsoft.com/office/drawing/2014/main" id="{EC1360AE-3F25-4FD2-8E43-B259EB29C7DC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3_paired_semantic_8724">
            <a:extLst>
              <a:ext uri="{FF2B5EF4-FFF2-40B4-BE49-F238E27FC236}">
                <a16:creationId xmlns:a16="http://schemas.microsoft.com/office/drawing/2014/main" id="{0E65EA26-952D-48CF-AD24-65322D87D069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3_paired_semantic_8725">
            <a:extLst>
              <a:ext uri="{FF2B5EF4-FFF2-40B4-BE49-F238E27FC236}">
                <a16:creationId xmlns:a16="http://schemas.microsoft.com/office/drawing/2014/main" id="{5D642DC2-8D1B-4F03-802D-81C684EFEEFC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3_paired_semantic_8726">
            <a:extLst>
              <a:ext uri="{FF2B5EF4-FFF2-40B4-BE49-F238E27FC236}">
                <a16:creationId xmlns:a16="http://schemas.microsoft.com/office/drawing/2014/main" id="{570BD007-05B2-45C8-9A5A-D59668E6A24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3_paired_semantic_8727">
            <a:extLst>
              <a:ext uri="{FF2B5EF4-FFF2-40B4-BE49-F238E27FC236}">
                <a16:creationId xmlns:a16="http://schemas.microsoft.com/office/drawing/2014/main" id="{59210A69-2215-451C-B048-385AAE3B848D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3_paired_semantic_8728">
            <a:extLst>
              <a:ext uri="{FF2B5EF4-FFF2-40B4-BE49-F238E27FC236}">
                <a16:creationId xmlns:a16="http://schemas.microsoft.com/office/drawing/2014/main" id="{8056F1F3-00C4-4CEF-9F66-42129B7B6FF2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3_paired_semantic_8729">
            <a:extLst>
              <a:ext uri="{FF2B5EF4-FFF2-40B4-BE49-F238E27FC236}">
                <a16:creationId xmlns:a16="http://schemas.microsoft.com/office/drawing/2014/main" id="{8378DCCD-4650-48EC-8F50-DEEDEEDFD933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3_paired_semantic_8730">
            <a:extLst>
              <a:ext uri="{FF2B5EF4-FFF2-40B4-BE49-F238E27FC236}">
                <a16:creationId xmlns:a16="http://schemas.microsoft.com/office/drawing/2014/main" id="{93FA502B-5669-451C-912D-5EB920E3D6ED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3_paired_semantic_8731">
            <a:extLst>
              <a:ext uri="{FF2B5EF4-FFF2-40B4-BE49-F238E27FC236}">
                <a16:creationId xmlns:a16="http://schemas.microsoft.com/office/drawing/2014/main" id="{B2ED9F40-707E-43CA-A394-31486D6130FF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3_paired_semantic_8732">
            <a:extLst>
              <a:ext uri="{FF2B5EF4-FFF2-40B4-BE49-F238E27FC236}">
                <a16:creationId xmlns:a16="http://schemas.microsoft.com/office/drawing/2014/main" id="{621EFC4B-91F3-4455-9E19-C592D6763DE3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3_paired_semantic_8733">
            <a:extLst>
              <a:ext uri="{FF2B5EF4-FFF2-40B4-BE49-F238E27FC236}">
                <a16:creationId xmlns:a16="http://schemas.microsoft.com/office/drawing/2014/main" id="{EE939FD3-5687-433E-965F-9285F0386F9F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3_paired_semantic_8734">
            <a:extLst>
              <a:ext uri="{FF2B5EF4-FFF2-40B4-BE49-F238E27FC236}">
                <a16:creationId xmlns:a16="http://schemas.microsoft.com/office/drawing/2014/main" id="{DF232E97-9B9E-42D4-A4DA-95A4F421D2AA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3_paired_semantic_8735">
            <a:extLst>
              <a:ext uri="{FF2B5EF4-FFF2-40B4-BE49-F238E27FC236}">
                <a16:creationId xmlns:a16="http://schemas.microsoft.com/office/drawing/2014/main" id="{14EF4786-B35E-4C29-9521-54074B50D7E6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3_paired_semantic_8736">
            <a:extLst>
              <a:ext uri="{FF2B5EF4-FFF2-40B4-BE49-F238E27FC236}">
                <a16:creationId xmlns:a16="http://schemas.microsoft.com/office/drawing/2014/main" id="{E4EF5E57-9930-4A3C-AD20-4BA0D962633D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3_paired_semantic_8737">
            <a:extLst>
              <a:ext uri="{FF2B5EF4-FFF2-40B4-BE49-F238E27FC236}">
                <a16:creationId xmlns:a16="http://schemas.microsoft.com/office/drawing/2014/main" id="{FA238A92-CCE1-4F10-849D-8F41076F0631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3_paired_semantic_8738">
            <a:extLst>
              <a:ext uri="{FF2B5EF4-FFF2-40B4-BE49-F238E27FC236}">
                <a16:creationId xmlns:a16="http://schemas.microsoft.com/office/drawing/2014/main" id="{10442BB3-AD55-418F-A672-5F347DACE118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3_paired_semantic_8739">
            <a:extLst>
              <a:ext uri="{FF2B5EF4-FFF2-40B4-BE49-F238E27FC236}">
                <a16:creationId xmlns:a16="http://schemas.microsoft.com/office/drawing/2014/main" id="{DB42DB80-3E02-43EA-B358-B5EA068D92DD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3_paired_semantic_8740">
            <a:extLst>
              <a:ext uri="{FF2B5EF4-FFF2-40B4-BE49-F238E27FC236}">
                <a16:creationId xmlns:a16="http://schemas.microsoft.com/office/drawing/2014/main" id="{3ACA7E8D-3AC7-463F-B03D-0DB53247FC9F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3_paired_semantic_8741">
            <a:extLst>
              <a:ext uri="{FF2B5EF4-FFF2-40B4-BE49-F238E27FC236}">
                <a16:creationId xmlns:a16="http://schemas.microsoft.com/office/drawing/2014/main" id="{1959B1FD-9480-45AF-B870-A9B2BFE718A3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3_paired_semantic_8742">
            <a:extLst>
              <a:ext uri="{FF2B5EF4-FFF2-40B4-BE49-F238E27FC236}">
                <a16:creationId xmlns:a16="http://schemas.microsoft.com/office/drawing/2014/main" id="{8B2FBBB4-DB0A-4EAD-AE3C-CB4ED58A4A11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3_paired_semantic_8743">
            <a:extLst>
              <a:ext uri="{FF2B5EF4-FFF2-40B4-BE49-F238E27FC236}">
                <a16:creationId xmlns:a16="http://schemas.microsoft.com/office/drawing/2014/main" id="{ED38586F-C4B1-4338-AF54-1D5055057ED6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3_paired_semantic_8744">
            <a:extLst>
              <a:ext uri="{FF2B5EF4-FFF2-40B4-BE49-F238E27FC236}">
                <a16:creationId xmlns:a16="http://schemas.microsoft.com/office/drawing/2014/main" id="{6ED3695B-14CD-4A69-988D-F9AFFF0CFFA7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3_paired_semantic_8745">
            <a:extLst>
              <a:ext uri="{FF2B5EF4-FFF2-40B4-BE49-F238E27FC236}">
                <a16:creationId xmlns:a16="http://schemas.microsoft.com/office/drawing/2014/main" id="{6C4579D9-F0A6-4916-97A1-CCF412526FB0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3_paired_semantic_8746">
            <a:extLst>
              <a:ext uri="{FF2B5EF4-FFF2-40B4-BE49-F238E27FC236}">
                <a16:creationId xmlns:a16="http://schemas.microsoft.com/office/drawing/2014/main" id="{B6120E81-BC7D-4248-BDC0-42802B9B4E5F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3_paired_semantic_8747">
            <a:extLst>
              <a:ext uri="{FF2B5EF4-FFF2-40B4-BE49-F238E27FC236}">
                <a16:creationId xmlns:a16="http://schemas.microsoft.com/office/drawing/2014/main" id="{05144458-CDFE-4DF1-908D-319FD8692025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3_paired_semantic_8748">
            <a:extLst>
              <a:ext uri="{FF2B5EF4-FFF2-40B4-BE49-F238E27FC236}">
                <a16:creationId xmlns:a16="http://schemas.microsoft.com/office/drawing/2014/main" id="{66C3E40F-A314-4C51-A41E-387EB8ED0BC1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3_paired_semantic_8749">
            <a:extLst>
              <a:ext uri="{FF2B5EF4-FFF2-40B4-BE49-F238E27FC236}">
                <a16:creationId xmlns:a16="http://schemas.microsoft.com/office/drawing/2014/main" id="{6CCD4A3B-59E8-42F4-9F4E-20EF1704A22D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3_paired_semantic_8750">
            <a:extLst>
              <a:ext uri="{FF2B5EF4-FFF2-40B4-BE49-F238E27FC236}">
                <a16:creationId xmlns:a16="http://schemas.microsoft.com/office/drawing/2014/main" id="{CA8C741B-BAA3-49B0-80F1-441D59402C24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3_paired_semantic_8751">
            <a:extLst>
              <a:ext uri="{FF2B5EF4-FFF2-40B4-BE49-F238E27FC236}">
                <a16:creationId xmlns:a16="http://schemas.microsoft.com/office/drawing/2014/main" id="{1918DBAF-6472-4981-8C5A-50A89F6F3625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3_paired_semantic_8752">
            <a:extLst>
              <a:ext uri="{FF2B5EF4-FFF2-40B4-BE49-F238E27FC236}">
                <a16:creationId xmlns:a16="http://schemas.microsoft.com/office/drawing/2014/main" id="{85D50824-1ADD-4207-B70C-4BB2B62C13FC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3_paired_semantic_8753">
            <a:extLst>
              <a:ext uri="{FF2B5EF4-FFF2-40B4-BE49-F238E27FC236}">
                <a16:creationId xmlns:a16="http://schemas.microsoft.com/office/drawing/2014/main" id="{039C9ADB-FB3D-4839-AC43-BFD40E1C12F2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3_paired_semantic_8754">
            <a:extLst>
              <a:ext uri="{FF2B5EF4-FFF2-40B4-BE49-F238E27FC236}">
                <a16:creationId xmlns:a16="http://schemas.microsoft.com/office/drawing/2014/main" id="{2DFCD1DA-2E70-4EA8-99F8-0BD2A7B517E6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3_paired_semantic_8755">
            <a:extLst>
              <a:ext uri="{FF2B5EF4-FFF2-40B4-BE49-F238E27FC236}">
                <a16:creationId xmlns:a16="http://schemas.microsoft.com/office/drawing/2014/main" id="{8699558D-355C-4251-BD01-A67801C3FF66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3_paired_semantic_8756">
            <a:extLst>
              <a:ext uri="{FF2B5EF4-FFF2-40B4-BE49-F238E27FC236}">
                <a16:creationId xmlns:a16="http://schemas.microsoft.com/office/drawing/2014/main" id="{8F1D7905-EF5D-46BC-B013-F6B1601F2F3E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3_paired_semantic_8757">
            <a:extLst>
              <a:ext uri="{FF2B5EF4-FFF2-40B4-BE49-F238E27FC236}">
                <a16:creationId xmlns:a16="http://schemas.microsoft.com/office/drawing/2014/main" id="{2911856F-0B6F-43D6-8FBE-1B580C5830A7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3_paired_semantic_8758">
            <a:extLst>
              <a:ext uri="{FF2B5EF4-FFF2-40B4-BE49-F238E27FC236}">
                <a16:creationId xmlns:a16="http://schemas.microsoft.com/office/drawing/2014/main" id="{F871BE10-40BB-4BE3-BB43-3B08D9CA95D9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3_paired_semantic_8759">
            <a:extLst>
              <a:ext uri="{FF2B5EF4-FFF2-40B4-BE49-F238E27FC236}">
                <a16:creationId xmlns:a16="http://schemas.microsoft.com/office/drawing/2014/main" id="{577B019B-D742-4BEC-9F75-EAF407790B7E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3_paired_semantic_8760">
            <a:extLst>
              <a:ext uri="{FF2B5EF4-FFF2-40B4-BE49-F238E27FC236}">
                <a16:creationId xmlns:a16="http://schemas.microsoft.com/office/drawing/2014/main" id="{10AAB067-8040-4ECA-83FB-1C76FFE20005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3_paired_semantic_8761">
            <a:extLst>
              <a:ext uri="{FF2B5EF4-FFF2-40B4-BE49-F238E27FC236}">
                <a16:creationId xmlns:a16="http://schemas.microsoft.com/office/drawing/2014/main" id="{B7B29F64-C58C-45F5-A63F-6B541C7D71E1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3_paired_semantic_8762">
            <a:extLst>
              <a:ext uri="{FF2B5EF4-FFF2-40B4-BE49-F238E27FC236}">
                <a16:creationId xmlns:a16="http://schemas.microsoft.com/office/drawing/2014/main" id="{91A6B78B-CDBB-4A85-A5A6-FC80A568F4E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3_paired_semantic_8763">
            <a:extLst>
              <a:ext uri="{FF2B5EF4-FFF2-40B4-BE49-F238E27FC236}">
                <a16:creationId xmlns:a16="http://schemas.microsoft.com/office/drawing/2014/main" id="{4FDCD369-ED90-4AEC-A724-1C002A49BBD4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3_paired_semantic_8764">
            <a:extLst>
              <a:ext uri="{FF2B5EF4-FFF2-40B4-BE49-F238E27FC236}">
                <a16:creationId xmlns:a16="http://schemas.microsoft.com/office/drawing/2014/main" id="{A774DDD1-1318-4670-A5A1-568246103115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3_paired_semantic_8765">
            <a:extLst>
              <a:ext uri="{FF2B5EF4-FFF2-40B4-BE49-F238E27FC236}">
                <a16:creationId xmlns:a16="http://schemas.microsoft.com/office/drawing/2014/main" id="{C81C358C-4662-4A00-9B6D-95782A789321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3_paired_semantic_8766">
            <a:extLst>
              <a:ext uri="{FF2B5EF4-FFF2-40B4-BE49-F238E27FC236}">
                <a16:creationId xmlns:a16="http://schemas.microsoft.com/office/drawing/2014/main" id="{3018C3A0-79E8-4925-A5E2-769228C918A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3_paired_semantic_8767">
            <a:extLst>
              <a:ext uri="{FF2B5EF4-FFF2-40B4-BE49-F238E27FC236}">
                <a16:creationId xmlns:a16="http://schemas.microsoft.com/office/drawing/2014/main" id="{3F60049C-42EB-4CD6-9101-586EEA3867DE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3_paired_semantic_8768">
            <a:extLst>
              <a:ext uri="{FF2B5EF4-FFF2-40B4-BE49-F238E27FC236}">
                <a16:creationId xmlns:a16="http://schemas.microsoft.com/office/drawing/2014/main" id="{4E3B774F-8316-43F1-97EC-150A9A082FE5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3_paired_semantic_8769">
            <a:extLst>
              <a:ext uri="{FF2B5EF4-FFF2-40B4-BE49-F238E27FC236}">
                <a16:creationId xmlns:a16="http://schemas.microsoft.com/office/drawing/2014/main" id="{1DDBF44B-822D-4BB1-94F4-D5762A63F903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3_paired_semantic_8770">
            <a:extLst>
              <a:ext uri="{FF2B5EF4-FFF2-40B4-BE49-F238E27FC236}">
                <a16:creationId xmlns:a16="http://schemas.microsoft.com/office/drawing/2014/main" id="{5900D498-95DB-4583-BEB6-03DC0DBB7061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3_paired_semantic_8771">
            <a:extLst>
              <a:ext uri="{FF2B5EF4-FFF2-40B4-BE49-F238E27FC236}">
                <a16:creationId xmlns:a16="http://schemas.microsoft.com/office/drawing/2014/main" id="{C3CC08CB-3366-4448-9D57-D4C2DEB0DCE0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3_paired_semantic_8772">
            <a:extLst>
              <a:ext uri="{FF2B5EF4-FFF2-40B4-BE49-F238E27FC236}">
                <a16:creationId xmlns:a16="http://schemas.microsoft.com/office/drawing/2014/main" id="{074E8B1D-452D-4C4F-B7BF-681F050C79ED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3_paired_semantic_8773">
            <a:extLst>
              <a:ext uri="{FF2B5EF4-FFF2-40B4-BE49-F238E27FC236}">
                <a16:creationId xmlns:a16="http://schemas.microsoft.com/office/drawing/2014/main" id="{ACAACD3A-ABE7-4B98-BD88-6017FBA89F0F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3_paired_semantic_8774">
            <a:extLst>
              <a:ext uri="{FF2B5EF4-FFF2-40B4-BE49-F238E27FC236}">
                <a16:creationId xmlns:a16="http://schemas.microsoft.com/office/drawing/2014/main" id="{38FBBC43-E1FC-4022-B065-41F7E8AA4055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3_paired_semantic_8775">
            <a:extLst>
              <a:ext uri="{FF2B5EF4-FFF2-40B4-BE49-F238E27FC236}">
                <a16:creationId xmlns:a16="http://schemas.microsoft.com/office/drawing/2014/main" id="{94DE03F5-ACD0-4097-8487-C9E0D52E6E01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3_paired_semantic_8776">
            <a:extLst>
              <a:ext uri="{FF2B5EF4-FFF2-40B4-BE49-F238E27FC236}">
                <a16:creationId xmlns:a16="http://schemas.microsoft.com/office/drawing/2014/main" id="{A0ABEC75-135F-4015-89FD-DD742091DE59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3_paired_semantic_8777">
            <a:extLst>
              <a:ext uri="{FF2B5EF4-FFF2-40B4-BE49-F238E27FC236}">
                <a16:creationId xmlns:a16="http://schemas.microsoft.com/office/drawing/2014/main" id="{439AE3EF-D640-4056-815F-8DE3DC79621A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3_paired_semantic_8778">
            <a:extLst>
              <a:ext uri="{FF2B5EF4-FFF2-40B4-BE49-F238E27FC236}">
                <a16:creationId xmlns:a16="http://schemas.microsoft.com/office/drawing/2014/main" id="{15E9A811-466A-4FBB-B456-BB7A7983CCD8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3_paired_semantic_8779">
            <a:extLst>
              <a:ext uri="{FF2B5EF4-FFF2-40B4-BE49-F238E27FC236}">
                <a16:creationId xmlns:a16="http://schemas.microsoft.com/office/drawing/2014/main" id="{F83E8A77-2DC8-4D8D-A074-275EA8C3B80B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3_paired_semantic_8780">
            <a:extLst>
              <a:ext uri="{FF2B5EF4-FFF2-40B4-BE49-F238E27FC236}">
                <a16:creationId xmlns:a16="http://schemas.microsoft.com/office/drawing/2014/main" id="{4BAE3667-0B7B-44E3-BBBD-DDF8F7DDA07F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3_paired_semantic_8781">
            <a:extLst>
              <a:ext uri="{FF2B5EF4-FFF2-40B4-BE49-F238E27FC236}">
                <a16:creationId xmlns:a16="http://schemas.microsoft.com/office/drawing/2014/main" id="{C22AF7FF-F27E-4BD0-9D0F-3D9B4F921D98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3_paired_semantic_8782">
            <a:extLst>
              <a:ext uri="{FF2B5EF4-FFF2-40B4-BE49-F238E27FC236}">
                <a16:creationId xmlns:a16="http://schemas.microsoft.com/office/drawing/2014/main" id="{4222AB2C-32A8-42C4-9480-D54D2687ECB3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3_paired_semantic_8783">
            <a:extLst>
              <a:ext uri="{FF2B5EF4-FFF2-40B4-BE49-F238E27FC236}">
                <a16:creationId xmlns:a16="http://schemas.microsoft.com/office/drawing/2014/main" id="{43BD03AD-C435-49B7-83E8-6B05371C6AC9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3_paired_semantic_8784">
            <a:extLst>
              <a:ext uri="{FF2B5EF4-FFF2-40B4-BE49-F238E27FC236}">
                <a16:creationId xmlns:a16="http://schemas.microsoft.com/office/drawing/2014/main" id="{D37059E5-A3F8-4DD7-BEC5-CA514B818347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3_paired_semantic_8785">
            <a:extLst>
              <a:ext uri="{FF2B5EF4-FFF2-40B4-BE49-F238E27FC236}">
                <a16:creationId xmlns:a16="http://schemas.microsoft.com/office/drawing/2014/main" id="{DB6BFBF2-F278-4FC2-9238-7FAFE7BEB33E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3_paired_semantic_8786">
            <a:extLst>
              <a:ext uri="{FF2B5EF4-FFF2-40B4-BE49-F238E27FC236}">
                <a16:creationId xmlns:a16="http://schemas.microsoft.com/office/drawing/2014/main" id="{4CCD1836-8BD3-471B-A59F-7ABB94E75AC7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3_paired_semantic_8787">
            <a:extLst>
              <a:ext uri="{FF2B5EF4-FFF2-40B4-BE49-F238E27FC236}">
                <a16:creationId xmlns:a16="http://schemas.microsoft.com/office/drawing/2014/main" id="{43C95AFA-6AE0-4E90-B392-81FCC06C105E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3_paired_semantic_8788">
            <a:extLst>
              <a:ext uri="{FF2B5EF4-FFF2-40B4-BE49-F238E27FC236}">
                <a16:creationId xmlns:a16="http://schemas.microsoft.com/office/drawing/2014/main" id="{801013A5-AC41-4EE8-B473-F1B0406BFA51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3_paired_semantic_8789">
            <a:extLst>
              <a:ext uri="{FF2B5EF4-FFF2-40B4-BE49-F238E27FC236}">
                <a16:creationId xmlns:a16="http://schemas.microsoft.com/office/drawing/2014/main" id="{4D1A4465-0924-440A-A0A6-4C24DCE09034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3_paired_semantic_8790">
            <a:extLst>
              <a:ext uri="{FF2B5EF4-FFF2-40B4-BE49-F238E27FC236}">
                <a16:creationId xmlns:a16="http://schemas.microsoft.com/office/drawing/2014/main" id="{795A9BDF-A5CD-457B-824B-0BEC23AAC104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3_paired_semantic_8791">
            <a:extLst>
              <a:ext uri="{FF2B5EF4-FFF2-40B4-BE49-F238E27FC236}">
                <a16:creationId xmlns:a16="http://schemas.microsoft.com/office/drawing/2014/main" id="{4ED19E40-7C12-4240-86AF-EC8D86D9DA89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3_paired_semantic_8792">
            <a:extLst>
              <a:ext uri="{FF2B5EF4-FFF2-40B4-BE49-F238E27FC236}">
                <a16:creationId xmlns:a16="http://schemas.microsoft.com/office/drawing/2014/main" id="{CF8CD25D-4948-4654-99AF-A1D872B3B43D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3_paired_semantic_8793">
            <a:extLst>
              <a:ext uri="{FF2B5EF4-FFF2-40B4-BE49-F238E27FC236}">
                <a16:creationId xmlns:a16="http://schemas.microsoft.com/office/drawing/2014/main" id="{D9F9AFD1-C3A6-4632-ABC5-E9B39BCEE9FC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3_paired_semantic_8794">
            <a:extLst>
              <a:ext uri="{FF2B5EF4-FFF2-40B4-BE49-F238E27FC236}">
                <a16:creationId xmlns:a16="http://schemas.microsoft.com/office/drawing/2014/main" id="{0CC1B03B-7311-4ADA-8656-D3E06D1CD882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3_paired_semantic_8795">
            <a:extLst>
              <a:ext uri="{FF2B5EF4-FFF2-40B4-BE49-F238E27FC236}">
                <a16:creationId xmlns:a16="http://schemas.microsoft.com/office/drawing/2014/main" id="{7E55D8F7-9BAC-46CB-86BE-EB8E3B441246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3_paired_semantic_8796">
            <a:extLst>
              <a:ext uri="{FF2B5EF4-FFF2-40B4-BE49-F238E27FC236}">
                <a16:creationId xmlns:a16="http://schemas.microsoft.com/office/drawing/2014/main" id="{7DD0544F-D828-4A7A-91BD-3B20348FF71C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3_paired_semantic_8797">
            <a:extLst>
              <a:ext uri="{FF2B5EF4-FFF2-40B4-BE49-F238E27FC236}">
                <a16:creationId xmlns:a16="http://schemas.microsoft.com/office/drawing/2014/main" id="{F0C24709-B199-4CA1-B484-F3F3A3FB874A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3_paired_semantic_8798">
            <a:extLst>
              <a:ext uri="{FF2B5EF4-FFF2-40B4-BE49-F238E27FC236}">
                <a16:creationId xmlns:a16="http://schemas.microsoft.com/office/drawing/2014/main" id="{05AC2C30-D6CE-478C-AB34-C0148426F98C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3_paired_semantic_8799">
            <a:extLst>
              <a:ext uri="{FF2B5EF4-FFF2-40B4-BE49-F238E27FC236}">
                <a16:creationId xmlns:a16="http://schemas.microsoft.com/office/drawing/2014/main" id="{AF207EA1-459C-48FF-949A-CAE14B7B8D03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3_paired_semantic_8800">
            <a:extLst>
              <a:ext uri="{FF2B5EF4-FFF2-40B4-BE49-F238E27FC236}">
                <a16:creationId xmlns:a16="http://schemas.microsoft.com/office/drawing/2014/main" id="{B0E2B59B-C53E-4ECB-AF99-31D8A1468EA9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3_paired_semantic_8801">
            <a:extLst>
              <a:ext uri="{FF2B5EF4-FFF2-40B4-BE49-F238E27FC236}">
                <a16:creationId xmlns:a16="http://schemas.microsoft.com/office/drawing/2014/main" id="{65E366EB-4BD1-476B-89E4-29111A38A60C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3_paired_semantic_8802">
            <a:extLst>
              <a:ext uri="{FF2B5EF4-FFF2-40B4-BE49-F238E27FC236}">
                <a16:creationId xmlns:a16="http://schemas.microsoft.com/office/drawing/2014/main" id="{CFDE6094-361E-48DC-B081-BF4AD3EB6CB1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3_paired_semantic_8803">
            <a:extLst>
              <a:ext uri="{FF2B5EF4-FFF2-40B4-BE49-F238E27FC236}">
                <a16:creationId xmlns:a16="http://schemas.microsoft.com/office/drawing/2014/main" id="{38615778-ACE4-489D-9090-80BC9394B081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3_paired_semantic_8804">
            <a:extLst>
              <a:ext uri="{FF2B5EF4-FFF2-40B4-BE49-F238E27FC236}">
                <a16:creationId xmlns:a16="http://schemas.microsoft.com/office/drawing/2014/main" id="{996B7C8E-A944-4C40-9BDD-ABE1A1A85207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3_paired_semantic_8805">
            <a:extLst>
              <a:ext uri="{FF2B5EF4-FFF2-40B4-BE49-F238E27FC236}">
                <a16:creationId xmlns:a16="http://schemas.microsoft.com/office/drawing/2014/main" id="{266F541C-2BBB-415C-B5F1-65AFBE4E1B2D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3_paired_semantic_8806">
            <a:extLst>
              <a:ext uri="{FF2B5EF4-FFF2-40B4-BE49-F238E27FC236}">
                <a16:creationId xmlns:a16="http://schemas.microsoft.com/office/drawing/2014/main" id="{3D6520C3-C26C-42EF-A322-923FEF19C91D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3_paired_semantic_8807">
            <a:extLst>
              <a:ext uri="{FF2B5EF4-FFF2-40B4-BE49-F238E27FC236}">
                <a16:creationId xmlns:a16="http://schemas.microsoft.com/office/drawing/2014/main" id="{0AAEF2D2-950D-4A1C-AC23-36FB578A6F14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3_paired_semantic_8808">
            <a:extLst>
              <a:ext uri="{FF2B5EF4-FFF2-40B4-BE49-F238E27FC236}">
                <a16:creationId xmlns:a16="http://schemas.microsoft.com/office/drawing/2014/main" id="{9498B547-C29A-4E55-8F19-C9E84AD6E3C2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3_paired_semantic_8809">
            <a:extLst>
              <a:ext uri="{FF2B5EF4-FFF2-40B4-BE49-F238E27FC236}">
                <a16:creationId xmlns:a16="http://schemas.microsoft.com/office/drawing/2014/main" id="{2769E4A3-3D38-47B5-97F8-3F0BF8FB7863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3_paired_semantic_8810">
            <a:extLst>
              <a:ext uri="{FF2B5EF4-FFF2-40B4-BE49-F238E27FC236}">
                <a16:creationId xmlns:a16="http://schemas.microsoft.com/office/drawing/2014/main" id="{4BEB8F18-E620-4C4E-BD43-35B117A333DD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3_paired_semantic_8811">
            <a:extLst>
              <a:ext uri="{FF2B5EF4-FFF2-40B4-BE49-F238E27FC236}">
                <a16:creationId xmlns:a16="http://schemas.microsoft.com/office/drawing/2014/main" id="{D21D805A-9787-48D7-95D5-773280321CFA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3_paired_semantic_8812">
            <a:extLst>
              <a:ext uri="{FF2B5EF4-FFF2-40B4-BE49-F238E27FC236}">
                <a16:creationId xmlns:a16="http://schemas.microsoft.com/office/drawing/2014/main" id="{B526F107-9973-4F90-81CE-A9FB0188A232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3_paired_semantic_8813">
            <a:extLst>
              <a:ext uri="{FF2B5EF4-FFF2-40B4-BE49-F238E27FC236}">
                <a16:creationId xmlns:a16="http://schemas.microsoft.com/office/drawing/2014/main" id="{511E1692-A0B4-4F79-85C9-A57F4D0CF657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3_paired_semantic_8814">
            <a:extLst>
              <a:ext uri="{FF2B5EF4-FFF2-40B4-BE49-F238E27FC236}">
                <a16:creationId xmlns:a16="http://schemas.microsoft.com/office/drawing/2014/main" id="{3CD6CDF9-09C0-4AD5-A50D-01AF63F5B985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3_paired_semantic_8815">
            <a:extLst>
              <a:ext uri="{FF2B5EF4-FFF2-40B4-BE49-F238E27FC236}">
                <a16:creationId xmlns:a16="http://schemas.microsoft.com/office/drawing/2014/main" id="{78630C31-FD89-45FB-8413-92686A91EE6D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3_paired_semantic_8816">
            <a:extLst>
              <a:ext uri="{FF2B5EF4-FFF2-40B4-BE49-F238E27FC236}">
                <a16:creationId xmlns:a16="http://schemas.microsoft.com/office/drawing/2014/main" id="{A79BAAB0-18D3-470C-A280-F5F93DB15D8D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3_paired_semantic_8817">
            <a:extLst>
              <a:ext uri="{FF2B5EF4-FFF2-40B4-BE49-F238E27FC236}">
                <a16:creationId xmlns:a16="http://schemas.microsoft.com/office/drawing/2014/main" id="{8AED1FFE-BE01-4511-86F7-82105369ACD2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3_paired_semantic_8818">
            <a:extLst>
              <a:ext uri="{FF2B5EF4-FFF2-40B4-BE49-F238E27FC236}">
                <a16:creationId xmlns:a16="http://schemas.microsoft.com/office/drawing/2014/main" id="{F740F085-C156-4A47-BA1F-0E2889D718A6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3_paired_semantic_8819">
            <a:extLst>
              <a:ext uri="{FF2B5EF4-FFF2-40B4-BE49-F238E27FC236}">
                <a16:creationId xmlns:a16="http://schemas.microsoft.com/office/drawing/2014/main" id="{2ABE5187-B255-4256-A958-03C88C0655F2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3_paired_semantic_8820">
            <a:extLst>
              <a:ext uri="{FF2B5EF4-FFF2-40B4-BE49-F238E27FC236}">
                <a16:creationId xmlns:a16="http://schemas.microsoft.com/office/drawing/2014/main" id="{6689F757-B4C7-43D6-8B45-961CDF16470C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3_paired_semantic_8821">
            <a:extLst>
              <a:ext uri="{FF2B5EF4-FFF2-40B4-BE49-F238E27FC236}">
                <a16:creationId xmlns:a16="http://schemas.microsoft.com/office/drawing/2014/main" id="{470CA98C-8D64-4D0E-83E4-B5F1A60C23C6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3_paired_semantic_8822">
            <a:extLst>
              <a:ext uri="{FF2B5EF4-FFF2-40B4-BE49-F238E27FC236}">
                <a16:creationId xmlns:a16="http://schemas.microsoft.com/office/drawing/2014/main" id="{8149D2CD-7193-4231-A164-FAC1B30A6331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3_paired_semantic_8823">
            <a:extLst>
              <a:ext uri="{FF2B5EF4-FFF2-40B4-BE49-F238E27FC236}">
                <a16:creationId xmlns:a16="http://schemas.microsoft.com/office/drawing/2014/main" id="{081F3019-1E03-4FD3-AF97-C17D52F76D26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3_paired_semantic_8824">
            <a:extLst>
              <a:ext uri="{FF2B5EF4-FFF2-40B4-BE49-F238E27FC236}">
                <a16:creationId xmlns:a16="http://schemas.microsoft.com/office/drawing/2014/main" id="{8E66A31D-BDF2-436D-A9FD-1D73D854467F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3_paired_semantic_8825">
            <a:extLst>
              <a:ext uri="{FF2B5EF4-FFF2-40B4-BE49-F238E27FC236}">
                <a16:creationId xmlns:a16="http://schemas.microsoft.com/office/drawing/2014/main" id="{84D91578-5408-4C56-B84B-8BB1CEDECCB4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3_paired_semantic_8826">
            <a:extLst>
              <a:ext uri="{FF2B5EF4-FFF2-40B4-BE49-F238E27FC236}">
                <a16:creationId xmlns:a16="http://schemas.microsoft.com/office/drawing/2014/main" id="{4E6AFA0A-61D1-49FA-A64D-2FC9828AFBE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3_paired_semantic_8827">
            <a:extLst>
              <a:ext uri="{FF2B5EF4-FFF2-40B4-BE49-F238E27FC236}">
                <a16:creationId xmlns:a16="http://schemas.microsoft.com/office/drawing/2014/main" id="{5E25C3BF-621E-4BB6-A0B3-04A1C38F668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3_paired_semantic_8828">
            <a:extLst>
              <a:ext uri="{FF2B5EF4-FFF2-40B4-BE49-F238E27FC236}">
                <a16:creationId xmlns:a16="http://schemas.microsoft.com/office/drawing/2014/main" id="{B7D59D8B-BF2D-48AA-88E5-4F06F5AC7424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3_paired_semantic_8829">
            <a:extLst>
              <a:ext uri="{FF2B5EF4-FFF2-40B4-BE49-F238E27FC236}">
                <a16:creationId xmlns:a16="http://schemas.microsoft.com/office/drawing/2014/main" id="{10384980-DE80-4A93-8577-3C1219C60ED5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3_paired_semantic_8830">
            <a:extLst>
              <a:ext uri="{FF2B5EF4-FFF2-40B4-BE49-F238E27FC236}">
                <a16:creationId xmlns:a16="http://schemas.microsoft.com/office/drawing/2014/main" id="{2866545B-CE7A-45BC-9A6B-0DA7B9464683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3_paired_semantic_8831">
            <a:extLst>
              <a:ext uri="{FF2B5EF4-FFF2-40B4-BE49-F238E27FC236}">
                <a16:creationId xmlns:a16="http://schemas.microsoft.com/office/drawing/2014/main" id="{A943D6DA-FC1B-4398-B009-CADC511DAD93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3_paired_semantic_8832">
            <a:extLst>
              <a:ext uri="{FF2B5EF4-FFF2-40B4-BE49-F238E27FC236}">
                <a16:creationId xmlns:a16="http://schemas.microsoft.com/office/drawing/2014/main" id="{B1D63274-FECD-404F-8F5D-0958EB9363AA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3_paired_semantic_8833">
            <a:extLst>
              <a:ext uri="{FF2B5EF4-FFF2-40B4-BE49-F238E27FC236}">
                <a16:creationId xmlns:a16="http://schemas.microsoft.com/office/drawing/2014/main" id="{F60C9497-CBC4-4C67-B73B-BCD2B9EEC8F7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3_paired_semantic_8834">
            <a:extLst>
              <a:ext uri="{FF2B5EF4-FFF2-40B4-BE49-F238E27FC236}">
                <a16:creationId xmlns:a16="http://schemas.microsoft.com/office/drawing/2014/main" id="{22B7DF40-D878-4F53-9C2A-11CD97BFE655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3_paired_semantic_8835">
            <a:extLst>
              <a:ext uri="{FF2B5EF4-FFF2-40B4-BE49-F238E27FC236}">
                <a16:creationId xmlns:a16="http://schemas.microsoft.com/office/drawing/2014/main" id="{8631705A-DEB8-447F-B188-03B7B5DAFB4B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3_paired_semantic_8836">
            <a:extLst>
              <a:ext uri="{FF2B5EF4-FFF2-40B4-BE49-F238E27FC236}">
                <a16:creationId xmlns:a16="http://schemas.microsoft.com/office/drawing/2014/main" id="{09787428-3E0B-4F44-A030-6CD33FADA4FE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3_paired_semantic_8837">
            <a:extLst>
              <a:ext uri="{FF2B5EF4-FFF2-40B4-BE49-F238E27FC236}">
                <a16:creationId xmlns:a16="http://schemas.microsoft.com/office/drawing/2014/main" id="{695BC0F8-831D-4641-990F-C216FC799002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3_paired_semantic_8838">
            <a:extLst>
              <a:ext uri="{FF2B5EF4-FFF2-40B4-BE49-F238E27FC236}">
                <a16:creationId xmlns:a16="http://schemas.microsoft.com/office/drawing/2014/main" id="{2A55AB8F-BC45-42E0-9306-83744E1032C4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3_paired_semantic_8839">
            <a:extLst>
              <a:ext uri="{FF2B5EF4-FFF2-40B4-BE49-F238E27FC236}">
                <a16:creationId xmlns:a16="http://schemas.microsoft.com/office/drawing/2014/main" id="{157B5E96-4536-4C14-BECF-1612A2ACAA5C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3_paired_semantic_8840">
            <a:extLst>
              <a:ext uri="{FF2B5EF4-FFF2-40B4-BE49-F238E27FC236}">
                <a16:creationId xmlns:a16="http://schemas.microsoft.com/office/drawing/2014/main" id="{40F79710-23EA-465B-B350-6939BB0FDC57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3_paired_semantic_8841">
            <a:extLst>
              <a:ext uri="{FF2B5EF4-FFF2-40B4-BE49-F238E27FC236}">
                <a16:creationId xmlns:a16="http://schemas.microsoft.com/office/drawing/2014/main" id="{1C3A95DE-D8D4-4F07-B4B5-C73952E821D0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3_paired_semantic_8842">
            <a:extLst>
              <a:ext uri="{FF2B5EF4-FFF2-40B4-BE49-F238E27FC236}">
                <a16:creationId xmlns:a16="http://schemas.microsoft.com/office/drawing/2014/main" id="{B8480BEC-3FC2-4E0A-B7F9-C4DDF22FB9BA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3_paired_semantic_8843">
            <a:extLst>
              <a:ext uri="{FF2B5EF4-FFF2-40B4-BE49-F238E27FC236}">
                <a16:creationId xmlns:a16="http://schemas.microsoft.com/office/drawing/2014/main" id="{BD1F358F-C183-476E-B7CE-DE0AAB35D16E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3_paired_semantic_8844">
            <a:extLst>
              <a:ext uri="{FF2B5EF4-FFF2-40B4-BE49-F238E27FC236}">
                <a16:creationId xmlns:a16="http://schemas.microsoft.com/office/drawing/2014/main" id="{A52CC5AE-3B68-45A0-BCE5-203BF0743677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3_paired_semantic_8845">
            <a:extLst>
              <a:ext uri="{FF2B5EF4-FFF2-40B4-BE49-F238E27FC236}">
                <a16:creationId xmlns:a16="http://schemas.microsoft.com/office/drawing/2014/main" id="{59C22D1A-A12F-49DB-BFC8-179A99CD1535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3_paired_semantic_8846">
            <a:extLst>
              <a:ext uri="{FF2B5EF4-FFF2-40B4-BE49-F238E27FC236}">
                <a16:creationId xmlns:a16="http://schemas.microsoft.com/office/drawing/2014/main" id="{3F184125-C377-43BA-AB43-7D52C3A16542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3_paired_semantic_8847">
            <a:extLst>
              <a:ext uri="{FF2B5EF4-FFF2-40B4-BE49-F238E27FC236}">
                <a16:creationId xmlns:a16="http://schemas.microsoft.com/office/drawing/2014/main" id="{976F83C9-F1F0-4F4E-8B47-D79101ACA253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3_paired_semantic_8848">
            <a:extLst>
              <a:ext uri="{FF2B5EF4-FFF2-40B4-BE49-F238E27FC236}">
                <a16:creationId xmlns:a16="http://schemas.microsoft.com/office/drawing/2014/main" id="{3E52F96B-AB14-468B-832C-34F1CF3ADE3A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3_paired_semantic_8849">
            <a:extLst>
              <a:ext uri="{FF2B5EF4-FFF2-40B4-BE49-F238E27FC236}">
                <a16:creationId xmlns:a16="http://schemas.microsoft.com/office/drawing/2014/main" id="{018746B6-5266-4842-BE8B-F3C8EF36D14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3_paired_semantic_8850">
            <a:extLst>
              <a:ext uri="{FF2B5EF4-FFF2-40B4-BE49-F238E27FC236}">
                <a16:creationId xmlns:a16="http://schemas.microsoft.com/office/drawing/2014/main" id="{093D8176-3B39-4461-ACB7-10128EC747C1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3_paired_semantic_8851">
            <a:extLst>
              <a:ext uri="{FF2B5EF4-FFF2-40B4-BE49-F238E27FC236}">
                <a16:creationId xmlns:a16="http://schemas.microsoft.com/office/drawing/2014/main" id="{FDDA3AC4-4516-42EC-90E1-1720C287294A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3_paired_semantic_8852">
            <a:extLst>
              <a:ext uri="{FF2B5EF4-FFF2-40B4-BE49-F238E27FC236}">
                <a16:creationId xmlns:a16="http://schemas.microsoft.com/office/drawing/2014/main" id="{9421E1D3-8A20-4126-BA11-AE47C01712C7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3_paired_semantic_8853">
            <a:extLst>
              <a:ext uri="{FF2B5EF4-FFF2-40B4-BE49-F238E27FC236}">
                <a16:creationId xmlns:a16="http://schemas.microsoft.com/office/drawing/2014/main" id="{DFF53C9C-5BB7-4CF3-946B-F4024C0666C3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3_paired_semantic_8854">
            <a:extLst>
              <a:ext uri="{FF2B5EF4-FFF2-40B4-BE49-F238E27FC236}">
                <a16:creationId xmlns:a16="http://schemas.microsoft.com/office/drawing/2014/main" id="{41BF18E8-0A4C-4899-A9D6-591B9FADCB28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3_paired_semantic_8855">
            <a:extLst>
              <a:ext uri="{FF2B5EF4-FFF2-40B4-BE49-F238E27FC236}">
                <a16:creationId xmlns:a16="http://schemas.microsoft.com/office/drawing/2014/main" id="{197A8F15-5823-4BF9-A482-D2C0A947AA82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3_paired_semantic_8856">
            <a:extLst>
              <a:ext uri="{FF2B5EF4-FFF2-40B4-BE49-F238E27FC236}">
                <a16:creationId xmlns:a16="http://schemas.microsoft.com/office/drawing/2014/main" id="{06BB8136-6D5B-451E-BD57-084F5CDA6B7B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3_paired_semantic_8857">
            <a:extLst>
              <a:ext uri="{FF2B5EF4-FFF2-40B4-BE49-F238E27FC236}">
                <a16:creationId xmlns:a16="http://schemas.microsoft.com/office/drawing/2014/main" id="{4CB839AA-43EA-480E-8B2C-5ECB4D9501B3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3_paired_semantic_8858">
            <a:extLst>
              <a:ext uri="{FF2B5EF4-FFF2-40B4-BE49-F238E27FC236}">
                <a16:creationId xmlns:a16="http://schemas.microsoft.com/office/drawing/2014/main" id="{62F24A59-851C-46A1-A1B6-079E57842BFE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3_paired_semantic_8859">
            <a:extLst>
              <a:ext uri="{FF2B5EF4-FFF2-40B4-BE49-F238E27FC236}">
                <a16:creationId xmlns:a16="http://schemas.microsoft.com/office/drawing/2014/main" id="{90F9AF58-8920-43C3-8E42-ABE3B27DE2E5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3_paired_semantic_8860">
            <a:extLst>
              <a:ext uri="{FF2B5EF4-FFF2-40B4-BE49-F238E27FC236}">
                <a16:creationId xmlns:a16="http://schemas.microsoft.com/office/drawing/2014/main" id="{10E6BECA-1D2B-4463-84B6-B6B97E5B5425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3_paired_semantic_8861">
            <a:extLst>
              <a:ext uri="{FF2B5EF4-FFF2-40B4-BE49-F238E27FC236}">
                <a16:creationId xmlns:a16="http://schemas.microsoft.com/office/drawing/2014/main" id="{A8F60FDB-61B2-43F9-91EA-6E2A5D687A23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3_paired_semantic_8862">
            <a:extLst>
              <a:ext uri="{FF2B5EF4-FFF2-40B4-BE49-F238E27FC236}">
                <a16:creationId xmlns:a16="http://schemas.microsoft.com/office/drawing/2014/main" id="{D9EDDFF8-9225-4BC6-AC7F-9A817E5FE5EB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3_paired_semantic_8863">
            <a:extLst>
              <a:ext uri="{FF2B5EF4-FFF2-40B4-BE49-F238E27FC236}">
                <a16:creationId xmlns:a16="http://schemas.microsoft.com/office/drawing/2014/main" id="{DFEC2018-2C14-4ABF-BAD7-35772405DFC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3_paired_semantic_8864">
            <a:extLst>
              <a:ext uri="{FF2B5EF4-FFF2-40B4-BE49-F238E27FC236}">
                <a16:creationId xmlns:a16="http://schemas.microsoft.com/office/drawing/2014/main" id="{3C264B9F-388E-4905-A1A2-E2337957C274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3_paired_semantic_8865">
            <a:extLst>
              <a:ext uri="{FF2B5EF4-FFF2-40B4-BE49-F238E27FC236}">
                <a16:creationId xmlns:a16="http://schemas.microsoft.com/office/drawing/2014/main" id="{21232766-E977-4CE5-A253-08A5BF659AF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3_paired_semantic_8866">
            <a:extLst>
              <a:ext uri="{FF2B5EF4-FFF2-40B4-BE49-F238E27FC236}">
                <a16:creationId xmlns:a16="http://schemas.microsoft.com/office/drawing/2014/main" id="{3243A9BA-BC49-47DC-A824-81A7ECBD09DF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8867">
            <a:extLst>
              <a:ext uri="{FF2B5EF4-FFF2-40B4-BE49-F238E27FC236}">
                <a16:creationId xmlns:a16="http://schemas.microsoft.com/office/drawing/2014/main" id="{14A2AA43-1E43-4998-9033-AAC85EF6DEAF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3_paired_semantic_8868">
            <a:extLst>
              <a:ext uri="{FF2B5EF4-FFF2-40B4-BE49-F238E27FC236}">
                <a16:creationId xmlns:a16="http://schemas.microsoft.com/office/drawing/2014/main" id="{14F79462-08FC-44BE-863E-0CA37B5EA31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8869">
            <a:extLst>
              <a:ext uri="{FF2B5EF4-FFF2-40B4-BE49-F238E27FC236}">
                <a16:creationId xmlns:a16="http://schemas.microsoft.com/office/drawing/2014/main" id="{F25423DA-53DE-4399-A14A-2442E7957C59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3_paired_semantic_8870">
            <a:extLst>
              <a:ext uri="{FF2B5EF4-FFF2-40B4-BE49-F238E27FC236}">
                <a16:creationId xmlns:a16="http://schemas.microsoft.com/office/drawing/2014/main" id="{CCBE2D4C-622A-44A0-91BE-834CF8E41588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8871">
            <a:extLst>
              <a:ext uri="{FF2B5EF4-FFF2-40B4-BE49-F238E27FC236}">
                <a16:creationId xmlns:a16="http://schemas.microsoft.com/office/drawing/2014/main" id="{2D42739C-413B-4D0A-A726-2FD3E345572D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3_paired_semantic_8872">
            <a:extLst>
              <a:ext uri="{FF2B5EF4-FFF2-40B4-BE49-F238E27FC236}">
                <a16:creationId xmlns:a16="http://schemas.microsoft.com/office/drawing/2014/main" id="{53B978BD-2D58-439F-8AE7-42683767784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8873">
            <a:extLst>
              <a:ext uri="{FF2B5EF4-FFF2-40B4-BE49-F238E27FC236}">
                <a16:creationId xmlns:a16="http://schemas.microsoft.com/office/drawing/2014/main" id="{5E8C011B-D9EE-4E9E-AFD6-25DA0140F2B6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8874">
            <a:extLst>
              <a:ext uri="{FF2B5EF4-FFF2-40B4-BE49-F238E27FC236}">
                <a16:creationId xmlns:a16="http://schemas.microsoft.com/office/drawing/2014/main" id="{63B2E507-E544-4D34-B443-ACA06C77C4E0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8875">
            <a:extLst>
              <a:ext uri="{FF2B5EF4-FFF2-40B4-BE49-F238E27FC236}">
                <a16:creationId xmlns:a16="http://schemas.microsoft.com/office/drawing/2014/main" id="{7099331D-B666-4B77-8D6F-327B5FEAD77D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2104671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PRAUC</a:t>
            </a:r>
          </a:p>
        </p:txBody>
      </p:sp>
      <p:sp>
        <p:nvSpPr>
          <p:cNvPr id="478" name="text_8876">
            <a:extLst>
              <a:ext uri="{FF2B5EF4-FFF2-40B4-BE49-F238E27FC236}">
                <a16:creationId xmlns:a16="http://schemas.microsoft.com/office/drawing/2014/main" id="{E858F729-8587-45FD-B43B-5958BA29E941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810746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160    Equal: 7    Emap2lig higher: 12</a:t>
            </a:r>
          </a:p>
        </p:txBody>
      </p:sp>
      <p:sp>
        <p:nvSpPr>
          <p:cNvPr id="479" name="text_8877">
            <a:extLst>
              <a:ext uri="{FF2B5EF4-FFF2-40B4-BE49-F238E27FC236}">
                <a16:creationId xmlns:a16="http://schemas.microsoft.com/office/drawing/2014/main" id="{8419C8D3-6181-4BD7-A3F1-4331621AD3D2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8925737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4_paired_one_to_one_0p3_8878">
            <a:extLst>
              <a:ext uri="{FF2B5EF4-FFF2-40B4-BE49-F238E27FC236}">
                <a16:creationId xmlns:a16="http://schemas.microsoft.com/office/drawing/2014/main" id="{D9A49E04-C57F-4C19-9B18-A21430315CF0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4_paired_one_to_one_0p3_8879">
            <a:extLst>
              <a:ext uri="{FF2B5EF4-FFF2-40B4-BE49-F238E27FC236}">
                <a16:creationId xmlns:a16="http://schemas.microsoft.com/office/drawing/2014/main" id="{A8AF2F34-6C47-4FBE-B552-6F5E900CBC5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4_paired_one_to_one_0p3_8880">
            <a:extLst>
              <a:ext uri="{FF2B5EF4-FFF2-40B4-BE49-F238E27FC236}">
                <a16:creationId xmlns:a16="http://schemas.microsoft.com/office/drawing/2014/main" id="{80BB94A6-174C-47AD-9626-43846CCB2760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4_paired_one_to_one_0p3_8881">
            <a:extLst>
              <a:ext uri="{FF2B5EF4-FFF2-40B4-BE49-F238E27FC236}">
                <a16:creationId xmlns:a16="http://schemas.microsoft.com/office/drawing/2014/main" id="{727B968F-3C26-4125-A932-D52BD01DB7F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4_paired_one_to_one_0p3_8882">
            <a:extLst>
              <a:ext uri="{FF2B5EF4-FFF2-40B4-BE49-F238E27FC236}">
                <a16:creationId xmlns:a16="http://schemas.microsoft.com/office/drawing/2014/main" id="{C965888D-10B6-4317-9A26-2347E2CF509C}"/>
              </a:ext>
            </a:extLst>
          </p:cNvPr>
          <p:cNvSpPr>
            <a:spLocks noGrp="1"/>
          </p:cNvSpPr>
          <p:nvPr/>
        </p:nvSpPr>
        <p:spPr>
          <a:xfrm>
            <a:off x="1864893" y="294586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4_paired_one_to_one_0p3_8883">
            <a:extLst>
              <a:ext uri="{FF2B5EF4-FFF2-40B4-BE49-F238E27FC236}">
                <a16:creationId xmlns:a16="http://schemas.microsoft.com/office/drawing/2014/main" id="{0038789C-A161-4ED8-B2EB-F01FC2841F3D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4_paired_one_to_one_0p3_8884">
            <a:extLst>
              <a:ext uri="{FF2B5EF4-FFF2-40B4-BE49-F238E27FC236}">
                <a16:creationId xmlns:a16="http://schemas.microsoft.com/office/drawing/2014/main" id="{B97C9F96-05DF-46E8-B46D-BB72FBD6339B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4_paired_one_to_one_0p3_8885">
            <a:extLst>
              <a:ext uri="{FF2B5EF4-FFF2-40B4-BE49-F238E27FC236}">
                <a16:creationId xmlns:a16="http://schemas.microsoft.com/office/drawing/2014/main" id="{619398B0-7B7A-413D-B927-ECC853672684}"/>
              </a:ext>
            </a:extLst>
          </p:cNvPr>
          <p:cNvSpPr>
            <a:spLocks noGrp="1"/>
          </p:cNvSpPr>
          <p:nvPr/>
        </p:nvSpPr>
        <p:spPr>
          <a:xfrm>
            <a:off x="4201216" y="3760529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4_paired_one_to_one_0p3_8886">
            <a:extLst>
              <a:ext uri="{FF2B5EF4-FFF2-40B4-BE49-F238E27FC236}">
                <a16:creationId xmlns:a16="http://schemas.microsoft.com/office/drawing/2014/main" id="{244E5A50-5F2D-44CE-98C5-54D65D31B17E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4_paired_one_to_one_0p3_8887">
            <a:extLst>
              <a:ext uri="{FF2B5EF4-FFF2-40B4-BE49-F238E27FC236}">
                <a16:creationId xmlns:a16="http://schemas.microsoft.com/office/drawing/2014/main" id="{DD1A1AD4-0FA2-4199-A89B-B71247616428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4_paired_one_to_one_0p3_8888">
            <a:extLst>
              <a:ext uri="{FF2B5EF4-FFF2-40B4-BE49-F238E27FC236}">
                <a16:creationId xmlns:a16="http://schemas.microsoft.com/office/drawing/2014/main" id="{9B5DF5ED-9186-401F-9FA2-AC28888030B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4_paired_one_to_one_0p3_8889">
            <a:extLst>
              <a:ext uri="{FF2B5EF4-FFF2-40B4-BE49-F238E27FC236}">
                <a16:creationId xmlns:a16="http://schemas.microsoft.com/office/drawing/2014/main" id="{1DB67F1D-5600-43E2-A073-9D9315C156E2}"/>
              </a:ext>
            </a:extLst>
          </p:cNvPr>
          <p:cNvSpPr>
            <a:spLocks noGrp="1"/>
          </p:cNvSpPr>
          <p:nvPr/>
        </p:nvSpPr>
        <p:spPr>
          <a:xfrm>
            <a:off x="1864893" y="5259383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4_paired_one_to_one_0p3_8890">
            <a:extLst>
              <a:ext uri="{FF2B5EF4-FFF2-40B4-BE49-F238E27FC236}">
                <a16:creationId xmlns:a16="http://schemas.microsoft.com/office/drawing/2014/main" id="{460418DE-81C8-4E17-88F1-52D784E0289A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4_paired_one_to_one_0p3_8891">
            <a:extLst>
              <a:ext uri="{FF2B5EF4-FFF2-40B4-BE49-F238E27FC236}">
                <a16:creationId xmlns:a16="http://schemas.microsoft.com/office/drawing/2014/main" id="{8827CA58-97AB-4152-9576-82FB5F965F94}"/>
              </a:ext>
            </a:extLst>
          </p:cNvPr>
          <p:cNvSpPr>
            <a:spLocks noGrp="1"/>
          </p:cNvSpPr>
          <p:nvPr/>
        </p:nvSpPr>
        <p:spPr>
          <a:xfrm>
            <a:off x="5759811" y="4195161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4_paired_one_to_one_0p3_8892">
            <a:extLst>
              <a:ext uri="{FF2B5EF4-FFF2-40B4-BE49-F238E27FC236}">
                <a16:creationId xmlns:a16="http://schemas.microsoft.com/office/drawing/2014/main" id="{8749FA6F-EBAC-4C7A-AC48-E3EFC0A87BA3}"/>
              </a:ext>
            </a:extLst>
          </p:cNvPr>
          <p:cNvSpPr>
            <a:spLocks noGrp="1"/>
          </p:cNvSpPr>
          <p:nvPr/>
        </p:nvSpPr>
        <p:spPr>
          <a:xfrm>
            <a:off x="4961352" y="358883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4_paired_one_to_one_0p3_8893">
            <a:extLst>
              <a:ext uri="{FF2B5EF4-FFF2-40B4-BE49-F238E27FC236}">
                <a16:creationId xmlns:a16="http://schemas.microsoft.com/office/drawing/2014/main" id="{25D36AAE-216E-4885-A32E-54EA236BF948}"/>
              </a:ext>
            </a:extLst>
          </p:cNvPr>
          <p:cNvSpPr>
            <a:spLocks noGrp="1"/>
          </p:cNvSpPr>
          <p:nvPr/>
        </p:nvSpPr>
        <p:spPr>
          <a:xfrm>
            <a:off x="5793354" y="431535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4_paired_one_to_one_0p3_8894">
            <a:extLst>
              <a:ext uri="{FF2B5EF4-FFF2-40B4-BE49-F238E27FC236}">
                <a16:creationId xmlns:a16="http://schemas.microsoft.com/office/drawing/2014/main" id="{0E2C77DB-BB5E-4A11-AA7B-DC88801F4927}"/>
              </a:ext>
            </a:extLst>
          </p:cNvPr>
          <p:cNvSpPr>
            <a:spLocks noGrp="1"/>
          </p:cNvSpPr>
          <p:nvPr/>
        </p:nvSpPr>
        <p:spPr>
          <a:xfrm>
            <a:off x="1864893" y="348745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4_paired_one_to_one_0p3_8895">
            <a:extLst>
              <a:ext uri="{FF2B5EF4-FFF2-40B4-BE49-F238E27FC236}">
                <a16:creationId xmlns:a16="http://schemas.microsoft.com/office/drawing/2014/main" id="{A67BD799-61D9-4FAE-B087-20E782394B6D}"/>
              </a:ext>
            </a:extLst>
          </p:cNvPr>
          <p:cNvSpPr>
            <a:spLocks noGrp="1"/>
          </p:cNvSpPr>
          <p:nvPr/>
        </p:nvSpPr>
        <p:spPr>
          <a:xfrm>
            <a:off x="2963763" y="4929721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4_paired_one_to_one_0p3_8896">
            <a:extLst>
              <a:ext uri="{FF2B5EF4-FFF2-40B4-BE49-F238E27FC236}">
                <a16:creationId xmlns:a16="http://schemas.microsoft.com/office/drawing/2014/main" id="{95566909-D679-4D9F-9A22-2769FBA4E628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4_paired_one_to_one_0p3_8897">
            <a:extLst>
              <a:ext uri="{FF2B5EF4-FFF2-40B4-BE49-F238E27FC236}">
                <a16:creationId xmlns:a16="http://schemas.microsoft.com/office/drawing/2014/main" id="{5EC81AF9-A129-48D8-80A4-C3DA45FC42C4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4_paired_one_to_one_0p3_8898">
            <a:extLst>
              <a:ext uri="{FF2B5EF4-FFF2-40B4-BE49-F238E27FC236}">
                <a16:creationId xmlns:a16="http://schemas.microsoft.com/office/drawing/2014/main" id="{D2EB8F0A-51A2-4DF0-AF33-F03FAF1D0B01}"/>
              </a:ext>
            </a:extLst>
          </p:cNvPr>
          <p:cNvSpPr>
            <a:spLocks noGrp="1"/>
          </p:cNvSpPr>
          <p:nvPr/>
        </p:nvSpPr>
        <p:spPr>
          <a:xfrm>
            <a:off x="3101122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4_paired_one_to_one_0p3_8899">
            <a:extLst>
              <a:ext uri="{FF2B5EF4-FFF2-40B4-BE49-F238E27FC236}">
                <a16:creationId xmlns:a16="http://schemas.microsoft.com/office/drawing/2014/main" id="{4CD082F5-56C3-4DA1-96E3-089A8BEC93B8}"/>
              </a:ext>
            </a:extLst>
          </p:cNvPr>
          <p:cNvSpPr>
            <a:spLocks noGrp="1"/>
          </p:cNvSpPr>
          <p:nvPr/>
        </p:nvSpPr>
        <p:spPr>
          <a:xfrm>
            <a:off x="5602513" y="1838808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4_paired_one_to_one_0p3_8900">
            <a:extLst>
              <a:ext uri="{FF2B5EF4-FFF2-40B4-BE49-F238E27FC236}">
                <a16:creationId xmlns:a16="http://schemas.microsoft.com/office/drawing/2014/main" id="{94612DF8-F1CB-474E-B9E6-6FBEA95B96E9}"/>
              </a:ext>
            </a:extLst>
          </p:cNvPr>
          <p:cNvSpPr>
            <a:spLocks noGrp="1"/>
          </p:cNvSpPr>
          <p:nvPr/>
        </p:nvSpPr>
        <p:spPr>
          <a:xfrm>
            <a:off x="5304523" y="286934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4_paired_one_to_one_0p3_8901">
            <a:extLst>
              <a:ext uri="{FF2B5EF4-FFF2-40B4-BE49-F238E27FC236}">
                <a16:creationId xmlns:a16="http://schemas.microsoft.com/office/drawing/2014/main" id="{55306D13-DE62-4C2D-808B-2FFAC9334E88}"/>
              </a:ext>
            </a:extLst>
          </p:cNvPr>
          <p:cNvSpPr>
            <a:spLocks noGrp="1"/>
          </p:cNvSpPr>
          <p:nvPr/>
        </p:nvSpPr>
        <p:spPr>
          <a:xfrm>
            <a:off x="2981825" y="4310219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4_paired_one_to_one_0p3_8902">
            <a:extLst>
              <a:ext uri="{FF2B5EF4-FFF2-40B4-BE49-F238E27FC236}">
                <a16:creationId xmlns:a16="http://schemas.microsoft.com/office/drawing/2014/main" id="{4E653A38-B47B-4D33-A7D3-380382514A38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4_paired_one_to_one_0p3_8903">
            <a:extLst>
              <a:ext uri="{FF2B5EF4-FFF2-40B4-BE49-F238E27FC236}">
                <a16:creationId xmlns:a16="http://schemas.microsoft.com/office/drawing/2014/main" id="{AD66A589-26A7-4CED-A022-EFFE59D89B69}"/>
              </a:ext>
            </a:extLst>
          </p:cNvPr>
          <p:cNvSpPr>
            <a:spLocks noGrp="1"/>
          </p:cNvSpPr>
          <p:nvPr/>
        </p:nvSpPr>
        <p:spPr>
          <a:xfrm>
            <a:off x="5095572" y="262209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4_paired_one_to_one_0p3_8904">
            <a:extLst>
              <a:ext uri="{FF2B5EF4-FFF2-40B4-BE49-F238E27FC236}">
                <a16:creationId xmlns:a16="http://schemas.microsoft.com/office/drawing/2014/main" id="{96EA9162-E190-45FC-AE99-C72A7561BF3C}"/>
              </a:ext>
            </a:extLst>
          </p:cNvPr>
          <p:cNvSpPr>
            <a:spLocks noGrp="1"/>
          </p:cNvSpPr>
          <p:nvPr/>
        </p:nvSpPr>
        <p:spPr>
          <a:xfrm>
            <a:off x="4955466" y="348745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4_paired_one_to_one_0p3_8905">
            <a:extLst>
              <a:ext uri="{FF2B5EF4-FFF2-40B4-BE49-F238E27FC236}">
                <a16:creationId xmlns:a16="http://schemas.microsoft.com/office/drawing/2014/main" id="{F10210F4-7B5D-476A-ADB8-1F142768D3B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4_paired_one_to_one_0p3_8906">
            <a:extLst>
              <a:ext uri="{FF2B5EF4-FFF2-40B4-BE49-F238E27FC236}">
                <a16:creationId xmlns:a16="http://schemas.microsoft.com/office/drawing/2014/main" id="{31470127-51A5-492A-9D66-48C6B021F671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4_paired_one_to_one_0p3_8907">
            <a:extLst>
              <a:ext uri="{FF2B5EF4-FFF2-40B4-BE49-F238E27FC236}">
                <a16:creationId xmlns:a16="http://schemas.microsoft.com/office/drawing/2014/main" id="{590182B7-3878-4BE2-831D-F74B3FBCB3CB}"/>
              </a:ext>
            </a:extLst>
          </p:cNvPr>
          <p:cNvSpPr>
            <a:spLocks noGrp="1"/>
          </p:cNvSpPr>
          <p:nvPr/>
        </p:nvSpPr>
        <p:spPr>
          <a:xfrm>
            <a:off x="2826404" y="443523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4_paired_one_to_one_0p3_8908">
            <a:extLst>
              <a:ext uri="{FF2B5EF4-FFF2-40B4-BE49-F238E27FC236}">
                <a16:creationId xmlns:a16="http://schemas.microsoft.com/office/drawing/2014/main" id="{B2414177-C1C2-4D8E-9333-2631995B449F}"/>
              </a:ext>
            </a:extLst>
          </p:cNvPr>
          <p:cNvSpPr>
            <a:spLocks noGrp="1"/>
          </p:cNvSpPr>
          <p:nvPr/>
        </p:nvSpPr>
        <p:spPr>
          <a:xfrm>
            <a:off x="1864893" y="553951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4_paired_one_to_one_0p3_8909">
            <a:extLst>
              <a:ext uri="{FF2B5EF4-FFF2-40B4-BE49-F238E27FC236}">
                <a16:creationId xmlns:a16="http://schemas.microsoft.com/office/drawing/2014/main" id="{9157AA31-0E3F-4E34-87A5-958EABCFB6C8}"/>
              </a:ext>
            </a:extLst>
          </p:cNvPr>
          <p:cNvSpPr>
            <a:spLocks noGrp="1"/>
          </p:cNvSpPr>
          <p:nvPr/>
        </p:nvSpPr>
        <p:spPr>
          <a:xfrm>
            <a:off x="2571309" y="5165194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4_paired_one_to_one_0p3_8910">
            <a:extLst>
              <a:ext uri="{FF2B5EF4-FFF2-40B4-BE49-F238E27FC236}">
                <a16:creationId xmlns:a16="http://schemas.microsoft.com/office/drawing/2014/main" id="{48EDE240-FE4E-4CF2-AF3A-E4C37313EBBB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4_paired_one_to_one_0p3_8911">
            <a:extLst>
              <a:ext uri="{FF2B5EF4-FFF2-40B4-BE49-F238E27FC236}">
                <a16:creationId xmlns:a16="http://schemas.microsoft.com/office/drawing/2014/main" id="{F09AB154-D7D1-4D8C-887A-971B110E6B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4_paired_one_to_one_0p3_8912">
            <a:extLst>
              <a:ext uri="{FF2B5EF4-FFF2-40B4-BE49-F238E27FC236}">
                <a16:creationId xmlns:a16="http://schemas.microsoft.com/office/drawing/2014/main" id="{7FE97567-DB6E-464D-8BF5-9636C8B558CD}"/>
              </a:ext>
            </a:extLst>
          </p:cNvPr>
          <p:cNvSpPr>
            <a:spLocks noGrp="1"/>
          </p:cNvSpPr>
          <p:nvPr/>
        </p:nvSpPr>
        <p:spPr>
          <a:xfrm>
            <a:off x="2562253" y="5344300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4_paired_one_to_one_0p3_8913">
            <a:extLst>
              <a:ext uri="{FF2B5EF4-FFF2-40B4-BE49-F238E27FC236}">
                <a16:creationId xmlns:a16="http://schemas.microsoft.com/office/drawing/2014/main" id="{63F60157-C2DC-4F7B-99BF-808747D1E18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4_paired_one_to_one_0p3_8914">
            <a:extLst>
              <a:ext uri="{FF2B5EF4-FFF2-40B4-BE49-F238E27FC236}">
                <a16:creationId xmlns:a16="http://schemas.microsoft.com/office/drawing/2014/main" id="{9AAB4F22-872B-408F-81F7-95C1DBB48A91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4_paired_one_to_one_0p3_8915">
            <a:extLst>
              <a:ext uri="{FF2B5EF4-FFF2-40B4-BE49-F238E27FC236}">
                <a16:creationId xmlns:a16="http://schemas.microsoft.com/office/drawing/2014/main" id="{EE214E77-A16C-4309-BA4D-B6DF5061378D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4_paired_one_to_one_0p3_8916">
            <a:extLst>
              <a:ext uri="{FF2B5EF4-FFF2-40B4-BE49-F238E27FC236}">
                <a16:creationId xmlns:a16="http://schemas.microsoft.com/office/drawing/2014/main" id="{A7CF33FA-00A2-412F-BAB4-98D6F0F9E77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4_paired_one_to_one_0p3_8917">
            <a:extLst>
              <a:ext uri="{FF2B5EF4-FFF2-40B4-BE49-F238E27FC236}">
                <a16:creationId xmlns:a16="http://schemas.microsoft.com/office/drawing/2014/main" id="{9C1F91F0-A430-4FF7-9951-1CD6B5E90CE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4_paired_one_to_one_0p3_8918">
            <a:extLst>
              <a:ext uri="{FF2B5EF4-FFF2-40B4-BE49-F238E27FC236}">
                <a16:creationId xmlns:a16="http://schemas.microsoft.com/office/drawing/2014/main" id="{B218C4D8-DF42-43F6-AA8C-E27E15C3D22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4_paired_one_to_one_0p3_8919">
            <a:extLst>
              <a:ext uri="{FF2B5EF4-FFF2-40B4-BE49-F238E27FC236}">
                <a16:creationId xmlns:a16="http://schemas.microsoft.com/office/drawing/2014/main" id="{9E8974C7-E12B-40E2-B0B7-38C64804DA0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4_paired_one_to_one_0p3_8920">
            <a:extLst>
              <a:ext uri="{FF2B5EF4-FFF2-40B4-BE49-F238E27FC236}">
                <a16:creationId xmlns:a16="http://schemas.microsoft.com/office/drawing/2014/main" id="{95849163-ABAF-4460-BC90-A144B2785D56}"/>
              </a:ext>
            </a:extLst>
          </p:cNvPr>
          <p:cNvSpPr>
            <a:spLocks noGrp="1"/>
          </p:cNvSpPr>
          <p:nvPr/>
        </p:nvSpPr>
        <p:spPr>
          <a:xfrm>
            <a:off x="3719236" y="2251225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4_paired_one_to_one_0p3_8921">
            <a:extLst>
              <a:ext uri="{FF2B5EF4-FFF2-40B4-BE49-F238E27FC236}">
                <a16:creationId xmlns:a16="http://schemas.microsoft.com/office/drawing/2014/main" id="{8EF92FB5-D501-4525-B7BF-BF4F05275E01}"/>
              </a:ext>
            </a:extLst>
          </p:cNvPr>
          <p:cNvSpPr>
            <a:spLocks noGrp="1"/>
          </p:cNvSpPr>
          <p:nvPr/>
        </p:nvSpPr>
        <p:spPr>
          <a:xfrm>
            <a:off x="1864893" y="6028592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4_paired_one_to_one_0p3_8922">
            <a:extLst>
              <a:ext uri="{FF2B5EF4-FFF2-40B4-BE49-F238E27FC236}">
                <a16:creationId xmlns:a16="http://schemas.microsoft.com/office/drawing/2014/main" id="{E78C343F-3880-4AC4-A6B5-C2BDA8E2855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4_paired_one_to_one_0p3_8923">
            <a:extLst>
              <a:ext uri="{FF2B5EF4-FFF2-40B4-BE49-F238E27FC236}">
                <a16:creationId xmlns:a16="http://schemas.microsoft.com/office/drawing/2014/main" id="{B185C5C3-1477-427E-9496-A0979121E2A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4_paired_one_to_one_0p3_8924">
            <a:extLst>
              <a:ext uri="{FF2B5EF4-FFF2-40B4-BE49-F238E27FC236}">
                <a16:creationId xmlns:a16="http://schemas.microsoft.com/office/drawing/2014/main" id="{17BE0255-5EB6-4BCB-8ED3-7399C6E230E0}"/>
              </a:ext>
            </a:extLst>
          </p:cNvPr>
          <p:cNvSpPr>
            <a:spLocks noGrp="1"/>
          </p:cNvSpPr>
          <p:nvPr/>
        </p:nvSpPr>
        <p:spPr>
          <a:xfrm>
            <a:off x="1864893" y="270928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4_paired_one_to_one_0p3_8925">
            <a:extLst>
              <a:ext uri="{FF2B5EF4-FFF2-40B4-BE49-F238E27FC236}">
                <a16:creationId xmlns:a16="http://schemas.microsoft.com/office/drawing/2014/main" id="{EF83FB8E-3FB2-43D9-A535-BF561CD0E01B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4_paired_one_to_one_0p3_8926">
            <a:extLst>
              <a:ext uri="{FF2B5EF4-FFF2-40B4-BE49-F238E27FC236}">
                <a16:creationId xmlns:a16="http://schemas.microsoft.com/office/drawing/2014/main" id="{24B24778-29A7-46AD-8D4E-E227B5EE504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4_paired_one_to_one_0p3_8927">
            <a:extLst>
              <a:ext uri="{FF2B5EF4-FFF2-40B4-BE49-F238E27FC236}">
                <a16:creationId xmlns:a16="http://schemas.microsoft.com/office/drawing/2014/main" id="{08B3BC3A-F8CA-4874-B120-F9773146F13F}"/>
              </a:ext>
            </a:extLst>
          </p:cNvPr>
          <p:cNvSpPr>
            <a:spLocks noGrp="1"/>
          </p:cNvSpPr>
          <p:nvPr/>
        </p:nvSpPr>
        <p:spPr>
          <a:xfrm>
            <a:off x="2907392" y="5057091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4_paired_one_to_one_0p3_8928">
            <a:extLst>
              <a:ext uri="{FF2B5EF4-FFF2-40B4-BE49-F238E27FC236}">
                <a16:creationId xmlns:a16="http://schemas.microsoft.com/office/drawing/2014/main" id="{59BFCA26-8293-4E86-A27A-C45C0EA703F2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4_paired_one_to_one_0p3_8929">
            <a:extLst>
              <a:ext uri="{FF2B5EF4-FFF2-40B4-BE49-F238E27FC236}">
                <a16:creationId xmlns:a16="http://schemas.microsoft.com/office/drawing/2014/main" id="{FF413423-980D-4BB1-B9E1-B16E9C8A83D0}"/>
              </a:ext>
            </a:extLst>
          </p:cNvPr>
          <p:cNvSpPr>
            <a:spLocks noGrp="1"/>
          </p:cNvSpPr>
          <p:nvPr/>
        </p:nvSpPr>
        <p:spPr>
          <a:xfrm>
            <a:off x="4667012" y="4105569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4_paired_one_to_one_0p3_8930">
            <a:extLst>
              <a:ext uri="{FF2B5EF4-FFF2-40B4-BE49-F238E27FC236}">
                <a16:creationId xmlns:a16="http://schemas.microsoft.com/office/drawing/2014/main" id="{C038D9AA-D384-4A1E-8B37-A911881D5E59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4_paired_one_to_one_0p3_8931">
            <a:extLst>
              <a:ext uri="{FF2B5EF4-FFF2-40B4-BE49-F238E27FC236}">
                <a16:creationId xmlns:a16="http://schemas.microsoft.com/office/drawing/2014/main" id="{3B5A3C78-B622-4CD0-804D-704346E495C3}"/>
              </a:ext>
            </a:extLst>
          </p:cNvPr>
          <p:cNvSpPr>
            <a:spLocks noGrp="1"/>
          </p:cNvSpPr>
          <p:nvPr/>
        </p:nvSpPr>
        <p:spPr>
          <a:xfrm>
            <a:off x="1864893" y="52233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4_paired_one_to_one_0p3_8932">
            <a:extLst>
              <a:ext uri="{FF2B5EF4-FFF2-40B4-BE49-F238E27FC236}">
                <a16:creationId xmlns:a16="http://schemas.microsoft.com/office/drawing/2014/main" id="{DB0AC39D-AD4E-4B5A-B4C2-7F6C1C7DD416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4_paired_one_to_one_0p3_8933">
            <a:extLst>
              <a:ext uri="{FF2B5EF4-FFF2-40B4-BE49-F238E27FC236}">
                <a16:creationId xmlns:a16="http://schemas.microsoft.com/office/drawing/2014/main" id="{A5AFEDF8-57C0-4D58-8B77-3F862CC18024}"/>
              </a:ext>
            </a:extLst>
          </p:cNvPr>
          <p:cNvSpPr>
            <a:spLocks noGrp="1"/>
          </p:cNvSpPr>
          <p:nvPr/>
        </p:nvSpPr>
        <p:spPr>
          <a:xfrm>
            <a:off x="1864893" y="300824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4_paired_one_to_one_0p3_8934">
            <a:extLst>
              <a:ext uri="{FF2B5EF4-FFF2-40B4-BE49-F238E27FC236}">
                <a16:creationId xmlns:a16="http://schemas.microsoft.com/office/drawing/2014/main" id="{B3368E0D-684A-41F5-9FAD-E3431EAC87C4}"/>
              </a:ext>
            </a:extLst>
          </p:cNvPr>
          <p:cNvSpPr>
            <a:spLocks noGrp="1"/>
          </p:cNvSpPr>
          <p:nvPr/>
        </p:nvSpPr>
        <p:spPr>
          <a:xfrm>
            <a:off x="5642488" y="3246712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4_paired_one_to_one_0p3_8935">
            <a:extLst>
              <a:ext uri="{FF2B5EF4-FFF2-40B4-BE49-F238E27FC236}">
                <a16:creationId xmlns:a16="http://schemas.microsoft.com/office/drawing/2014/main" id="{89659C56-97C6-40E2-A563-C7D7899E1AF9}"/>
              </a:ext>
            </a:extLst>
          </p:cNvPr>
          <p:cNvSpPr>
            <a:spLocks noGrp="1"/>
          </p:cNvSpPr>
          <p:nvPr/>
        </p:nvSpPr>
        <p:spPr>
          <a:xfrm>
            <a:off x="1864893" y="35518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4_paired_one_to_one_0p3_8936">
            <a:extLst>
              <a:ext uri="{FF2B5EF4-FFF2-40B4-BE49-F238E27FC236}">
                <a16:creationId xmlns:a16="http://schemas.microsoft.com/office/drawing/2014/main" id="{1C80269B-47D1-4CF5-91C4-5FEA435735B8}"/>
              </a:ext>
            </a:extLst>
          </p:cNvPr>
          <p:cNvSpPr>
            <a:spLocks noGrp="1"/>
          </p:cNvSpPr>
          <p:nvPr/>
        </p:nvSpPr>
        <p:spPr>
          <a:xfrm>
            <a:off x="5161504" y="3640511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4_paired_one_to_one_0p3_8937">
            <a:extLst>
              <a:ext uri="{FF2B5EF4-FFF2-40B4-BE49-F238E27FC236}">
                <a16:creationId xmlns:a16="http://schemas.microsoft.com/office/drawing/2014/main" id="{121E9209-C9E5-4D08-9173-0CBE3C42F019}"/>
              </a:ext>
            </a:extLst>
          </p:cNvPr>
          <p:cNvSpPr>
            <a:spLocks noGrp="1"/>
          </p:cNvSpPr>
          <p:nvPr/>
        </p:nvSpPr>
        <p:spPr>
          <a:xfrm>
            <a:off x="1864893" y="445877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4_paired_one_to_one_0p3_8938">
            <a:extLst>
              <a:ext uri="{FF2B5EF4-FFF2-40B4-BE49-F238E27FC236}">
                <a16:creationId xmlns:a16="http://schemas.microsoft.com/office/drawing/2014/main" id="{D1A1A434-9F2A-4DAE-A56F-840F732BB88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4_paired_one_to_one_0p3_8939">
            <a:extLst>
              <a:ext uri="{FF2B5EF4-FFF2-40B4-BE49-F238E27FC236}">
                <a16:creationId xmlns:a16="http://schemas.microsoft.com/office/drawing/2014/main" id="{8E8A8B96-FA62-4685-ABD3-8D8C32E1D3AE}"/>
              </a:ext>
            </a:extLst>
          </p:cNvPr>
          <p:cNvSpPr>
            <a:spLocks noGrp="1"/>
          </p:cNvSpPr>
          <p:nvPr/>
        </p:nvSpPr>
        <p:spPr>
          <a:xfrm>
            <a:off x="1960060" y="6464131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4_paired_one_to_one_0p3_8940">
            <a:extLst>
              <a:ext uri="{FF2B5EF4-FFF2-40B4-BE49-F238E27FC236}">
                <a16:creationId xmlns:a16="http://schemas.microsoft.com/office/drawing/2014/main" id="{F97BC0D4-9230-4CAF-84C8-93636AD64AD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4_paired_one_to_one_0p3_8941">
            <a:extLst>
              <a:ext uri="{FF2B5EF4-FFF2-40B4-BE49-F238E27FC236}">
                <a16:creationId xmlns:a16="http://schemas.microsoft.com/office/drawing/2014/main" id="{5DE5BF82-E369-40AD-BF47-218E9E56F5E2}"/>
              </a:ext>
            </a:extLst>
          </p:cNvPr>
          <p:cNvSpPr>
            <a:spLocks noGrp="1"/>
          </p:cNvSpPr>
          <p:nvPr/>
        </p:nvSpPr>
        <p:spPr>
          <a:xfrm>
            <a:off x="3307160" y="321960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4_paired_one_to_one_0p3_8942">
            <a:extLst>
              <a:ext uri="{FF2B5EF4-FFF2-40B4-BE49-F238E27FC236}">
                <a16:creationId xmlns:a16="http://schemas.microsoft.com/office/drawing/2014/main" id="{FBF1EE40-ECAB-4D05-A750-8994FBE6A53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4_paired_one_to_one_0p3_8943">
            <a:extLst>
              <a:ext uri="{FF2B5EF4-FFF2-40B4-BE49-F238E27FC236}">
                <a16:creationId xmlns:a16="http://schemas.microsoft.com/office/drawing/2014/main" id="{E16E3183-B042-4A8C-BE21-074E87320BB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4_paired_one_to_one_0p3_8944">
            <a:extLst>
              <a:ext uri="{FF2B5EF4-FFF2-40B4-BE49-F238E27FC236}">
                <a16:creationId xmlns:a16="http://schemas.microsoft.com/office/drawing/2014/main" id="{7340405B-18A3-4F1B-B8B3-28FEC0E3EEC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4_paired_one_to_one_0p3_8945">
            <a:extLst>
              <a:ext uri="{FF2B5EF4-FFF2-40B4-BE49-F238E27FC236}">
                <a16:creationId xmlns:a16="http://schemas.microsoft.com/office/drawing/2014/main" id="{FE36C1C9-BE79-414D-A034-EBA1A7038B7D}"/>
              </a:ext>
            </a:extLst>
          </p:cNvPr>
          <p:cNvSpPr>
            <a:spLocks noGrp="1"/>
          </p:cNvSpPr>
          <p:nvPr/>
        </p:nvSpPr>
        <p:spPr>
          <a:xfrm>
            <a:off x="3513198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4_paired_one_to_one_0p3_8946">
            <a:extLst>
              <a:ext uri="{FF2B5EF4-FFF2-40B4-BE49-F238E27FC236}">
                <a16:creationId xmlns:a16="http://schemas.microsoft.com/office/drawing/2014/main" id="{8097BF4B-D84B-455B-9CDC-C2CE4B9952B8}"/>
              </a:ext>
            </a:extLst>
          </p:cNvPr>
          <p:cNvSpPr>
            <a:spLocks noGrp="1"/>
          </p:cNvSpPr>
          <p:nvPr/>
        </p:nvSpPr>
        <p:spPr>
          <a:xfrm>
            <a:off x="1864893" y="430179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4_paired_one_to_one_0p3_8947">
            <a:extLst>
              <a:ext uri="{FF2B5EF4-FFF2-40B4-BE49-F238E27FC236}">
                <a16:creationId xmlns:a16="http://schemas.microsoft.com/office/drawing/2014/main" id="{FEFC35A9-200F-4B6E-9A24-137DC34EE18E}"/>
              </a:ext>
            </a:extLst>
          </p:cNvPr>
          <p:cNvSpPr>
            <a:spLocks noGrp="1"/>
          </p:cNvSpPr>
          <p:nvPr/>
        </p:nvSpPr>
        <p:spPr>
          <a:xfrm>
            <a:off x="1864893" y="3247777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4_paired_one_to_one_0p3_8948">
            <a:extLst>
              <a:ext uri="{FF2B5EF4-FFF2-40B4-BE49-F238E27FC236}">
                <a16:creationId xmlns:a16="http://schemas.microsoft.com/office/drawing/2014/main" id="{B5EACBB8-932C-4BAA-AC9A-CF6812895CF9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4_paired_one_to_one_0p3_8949">
            <a:extLst>
              <a:ext uri="{FF2B5EF4-FFF2-40B4-BE49-F238E27FC236}">
                <a16:creationId xmlns:a16="http://schemas.microsoft.com/office/drawing/2014/main" id="{3B673C37-AA04-4C71-BAFC-5D66F3CAB004}"/>
              </a:ext>
            </a:extLst>
          </p:cNvPr>
          <p:cNvSpPr>
            <a:spLocks noGrp="1"/>
          </p:cNvSpPr>
          <p:nvPr/>
        </p:nvSpPr>
        <p:spPr>
          <a:xfrm>
            <a:off x="3804175" y="16331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4_paired_one_to_one_0p3_8950">
            <a:extLst>
              <a:ext uri="{FF2B5EF4-FFF2-40B4-BE49-F238E27FC236}">
                <a16:creationId xmlns:a16="http://schemas.microsoft.com/office/drawing/2014/main" id="{102115B3-73F2-4018-88E1-4D0BA270AB1B}"/>
              </a:ext>
            </a:extLst>
          </p:cNvPr>
          <p:cNvSpPr>
            <a:spLocks noGrp="1"/>
          </p:cNvSpPr>
          <p:nvPr/>
        </p:nvSpPr>
        <p:spPr>
          <a:xfrm>
            <a:off x="1864893" y="3719907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4_paired_one_to_one_0p3_8951">
            <a:extLst>
              <a:ext uri="{FF2B5EF4-FFF2-40B4-BE49-F238E27FC236}">
                <a16:creationId xmlns:a16="http://schemas.microsoft.com/office/drawing/2014/main" id="{93BF8E5A-7EF8-4964-8263-1471FD1ED2C3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4_paired_one_to_one_0p3_8952">
            <a:extLst>
              <a:ext uri="{FF2B5EF4-FFF2-40B4-BE49-F238E27FC236}">
                <a16:creationId xmlns:a16="http://schemas.microsoft.com/office/drawing/2014/main" id="{1CC9A752-CB0E-4FCA-9005-52D21F545A67}"/>
              </a:ext>
            </a:extLst>
          </p:cNvPr>
          <p:cNvSpPr>
            <a:spLocks noGrp="1"/>
          </p:cNvSpPr>
          <p:nvPr/>
        </p:nvSpPr>
        <p:spPr>
          <a:xfrm>
            <a:off x="4867164" y="188035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4_paired_one_to_one_0p3_8953">
            <a:extLst>
              <a:ext uri="{FF2B5EF4-FFF2-40B4-BE49-F238E27FC236}">
                <a16:creationId xmlns:a16="http://schemas.microsoft.com/office/drawing/2014/main" id="{75DB2352-FE64-4DDB-BBBF-4B14E7608E41}"/>
              </a:ext>
            </a:extLst>
          </p:cNvPr>
          <p:cNvSpPr>
            <a:spLocks noGrp="1"/>
          </p:cNvSpPr>
          <p:nvPr/>
        </p:nvSpPr>
        <p:spPr>
          <a:xfrm>
            <a:off x="1864893" y="4929721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4_paired_one_to_one_0p3_8954">
            <a:extLst>
              <a:ext uri="{FF2B5EF4-FFF2-40B4-BE49-F238E27FC236}">
                <a16:creationId xmlns:a16="http://schemas.microsoft.com/office/drawing/2014/main" id="{0E1D5D36-44CD-4798-AB06-D120EF3A9EEE}"/>
              </a:ext>
            </a:extLst>
          </p:cNvPr>
          <p:cNvSpPr>
            <a:spLocks noGrp="1"/>
          </p:cNvSpPr>
          <p:nvPr/>
        </p:nvSpPr>
        <p:spPr>
          <a:xfrm>
            <a:off x="2448668" y="410556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4_paired_one_to_one_0p3_8955">
            <a:extLst>
              <a:ext uri="{FF2B5EF4-FFF2-40B4-BE49-F238E27FC236}">
                <a16:creationId xmlns:a16="http://schemas.microsoft.com/office/drawing/2014/main" id="{CE84CEB4-EE3E-4F2E-B4FF-B17BDE8256A7}"/>
              </a:ext>
            </a:extLst>
          </p:cNvPr>
          <p:cNvSpPr>
            <a:spLocks noGrp="1"/>
          </p:cNvSpPr>
          <p:nvPr/>
        </p:nvSpPr>
        <p:spPr>
          <a:xfrm>
            <a:off x="3389575" y="6036441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4_paired_one_to_one_0p3_8956">
            <a:extLst>
              <a:ext uri="{FF2B5EF4-FFF2-40B4-BE49-F238E27FC236}">
                <a16:creationId xmlns:a16="http://schemas.microsoft.com/office/drawing/2014/main" id="{77A91EC5-7145-4AEE-9C03-854001F43F7B}"/>
              </a:ext>
            </a:extLst>
          </p:cNvPr>
          <p:cNvSpPr>
            <a:spLocks noGrp="1"/>
          </p:cNvSpPr>
          <p:nvPr/>
        </p:nvSpPr>
        <p:spPr>
          <a:xfrm>
            <a:off x="2029723" y="3782776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4_paired_one_to_one_0p3_8957">
            <a:extLst>
              <a:ext uri="{FF2B5EF4-FFF2-40B4-BE49-F238E27FC236}">
                <a16:creationId xmlns:a16="http://schemas.microsoft.com/office/drawing/2014/main" id="{B69181E5-F732-4DE3-990D-10FA2950092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4_paired_one_to_one_0p3_8958">
            <a:extLst>
              <a:ext uri="{FF2B5EF4-FFF2-40B4-BE49-F238E27FC236}">
                <a16:creationId xmlns:a16="http://schemas.microsoft.com/office/drawing/2014/main" id="{9C4B4BF0-A81E-4DFD-B353-C655D26D1B9E}"/>
              </a:ext>
            </a:extLst>
          </p:cNvPr>
          <p:cNvSpPr>
            <a:spLocks noGrp="1"/>
          </p:cNvSpPr>
          <p:nvPr/>
        </p:nvSpPr>
        <p:spPr>
          <a:xfrm>
            <a:off x="3513198" y="492972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4_paired_one_to_one_0p3_8959">
            <a:extLst>
              <a:ext uri="{FF2B5EF4-FFF2-40B4-BE49-F238E27FC236}">
                <a16:creationId xmlns:a16="http://schemas.microsoft.com/office/drawing/2014/main" id="{1DAD6A03-228C-467D-895B-820EB935253C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4_paired_one_to_one_0p3_8960">
            <a:extLst>
              <a:ext uri="{FF2B5EF4-FFF2-40B4-BE49-F238E27FC236}">
                <a16:creationId xmlns:a16="http://schemas.microsoft.com/office/drawing/2014/main" id="{79213DF9-85D5-4E19-9E60-27B8471001BD}"/>
              </a:ext>
            </a:extLst>
          </p:cNvPr>
          <p:cNvSpPr>
            <a:spLocks noGrp="1"/>
          </p:cNvSpPr>
          <p:nvPr/>
        </p:nvSpPr>
        <p:spPr>
          <a:xfrm>
            <a:off x="1864893" y="2283327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4_paired_one_to_one_0p3_8961">
            <a:extLst>
              <a:ext uri="{FF2B5EF4-FFF2-40B4-BE49-F238E27FC236}">
                <a16:creationId xmlns:a16="http://schemas.microsoft.com/office/drawing/2014/main" id="{A19B6368-7E00-45FF-BF20-D52B90466AE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4_paired_one_to_one_0p3_8962">
            <a:extLst>
              <a:ext uri="{FF2B5EF4-FFF2-40B4-BE49-F238E27FC236}">
                <a16:creationId xmlns:a16="http://schemas.microsoft.com/office/drawing/2014/main" id="{7AB7E4D7-5E9B-4FF9-82EA-72E3FC53A700}"/>
              </a:ext>
            </a:extLst>
          </p:cNvPr>
          <p:cNvSpPr>
            <a:spLocks noGrp="1"/>
          </p:cNvSpPr>
          <p:nvPr/>
        </p:nvSpPr>
        <p:spPr>
          <a:xfrm>
            <a:off x="4337351" y="5341798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4_paired_one_to_one_0p3_8963">
            <a:extLst>
              <a:ext uri="{FF2B5EF4-FFF2-40B4-BE49-F238E27FC236}">
                <a16:creationId xmlns:a16="http://schemas.microsoft.com/office/drawing/2014/main" id="{4385E0AA-271C-42F5-AD09-DA414E40E6DE}"/>
              </a:ext>
            </a:extLst>
          </p:cNvPr>
          <p:cNvSpPr>
            <a:spLocks noGrp="1"/>
          </p:cNvSpPr>
          <p:nvPr/>
        </p:nvSpPr>
        <p:spPr>
          <a:xfrm>
            <a:off x="5396976" y="304594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4_paired_one_to_one_0p3_8964">
            <a:extLst>
              <a:ext uri="{FF2B5EF4-FFF2-40B4-BE49-F238E27FC236}">
                <a16:creationId xmlns:a16="http://schemas.microsoft.com/office/drawing/2014/main" id="{FED4252A-C1A8-46F2-B933-6CD6C62CCE0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4_paired_one_to_one_0p3_8965">
            <a:extLst>
              <a:ext uri="{FF2B5EF4-FFF2-40B4-BE49-F238E27FC236}">
                <a16:creationId xmlns:a16="http://schemas.microsoft.com/office/drawing/2014/main" id="{C5EE269B-DBBA-48A2-96E6-1B55732ADC35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4_paired_one_to_one_0p3_8966">
            <a:extLst>
              <a:ext uri="{FF2B5EF4-FFF2-40B4-BE49-F238E27FC236}">
                <a16:creationId xmlns:a16="http://schemas.microsoft.com/office/drawing/2014/main" id="{7D85A001-AE1F-496D-8B03-CCA733539C1C}"/>
              </a:ext>
            </a:extLst>
          </p:cNvPr>
          <p:cNvSpPr>
            <a:spLocks noGrp="1"/>
          </p:cNvSpPr>
          <p:nvPr/>
        </p:nvSpPr>
        <p:spPr>
          <a:xfrm>
            <a:off x="2600844" y="508121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4_paired_one_to_one_0p3_8967">
            <a:extLst>
              <a:ext uri="{FF2B5EF4-FFF2-40B4-BE49-F238E27FC236}">
                <a16:creationId xmlns:a16="http://schemas.microsoft.com/office/drawing/2014/main" id="{70508F14-EFFA-4087-A7B5-F937209864C1}"/>
              </a:ext>
            </a:extLst>
          </p:cNvPr>
          <p:cNvSpPr>
            <a:spLocks noGrp="1"/>
          </p:cNvSpPr>
          <p:nvPr/>
        </p:nvSpPr>
        <p:spPr>
          <a:xfrm>
            <a:off x="2689045" y="383085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4_paired_one_to_one_0p3_8968">
            <a:extLst>
              <a:ext uri="{FF2B5EF4-FFF2-40B4-BE49-F238E27FC236}">
                <a16:creationId xmlns:a16="http://schemas.microsoft.com/office/drawing/2014/main" id="{A5F999E9-3D70-4975-941F-7FA3A70FE9F4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4_paired_one_to_one_0p3_8969">
            <a:extLst>
              <a:ext uri="{FF2B5EF4-FFF2-40B4-BE49-F238E27FC236}">
                <a16:creationId xmlns:a16="http://schemas.microsoft.com/office/drawing/2014/main" id="{11881FED-9668-4DD0-BC80-750C21E996E0}"/>
              </a:ext>
            </a:extLst>
          </p:cNvPr>
          <p:cNvSpPr>
            <a:spLocks noGrp="1"/>
          </p:cNvSpPr>
          <p:nvPr/>
        </p:nvSpPr>
        <p:spPr>
          <a:xfrm>
            <a:off x="1864893" y="450415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4_paired_one_to_one_0p3_8970">
            <a:extLst>
              <a:ext uri="{FF2B5EF4-FFF2-40B4-BE49-F238E27FC236}">
                <a16:creationId xmlns:a16="http://schemas.microsoft.com/office/drawing/2014/main" id="{59A4C9EC-D34D-4555-B1AC-CD013C4E0E1B}"/>
              </a:ext>
            </a:extLst>
          </p:cNvPr>
          <p:cNvSpPr>
            <a:spLocks noGrp="1"/>
          </p:cNvSpPr>
          <p:nvPr/>
        </p:nvSpPr>
        <p:spPr>
          <a:xfrm>
            <a:off x="4882892" y="188371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4_paired_one_to_one_0p3_8971">
            <a:extLst>
              <a:ext uri="{FF2B5EF4-FFF2-40B4-BE49-F238E27FC236}">
                <a16:creationId xmlns:a16="http://schemas.microsoft.com/office/drawing/2014/main" id="{0A7D652E-3962-4531-9399-C90628720578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4_paired_one_to_one_0p3_8972">
            <a:extLst>
              <a:ext uri="{FF2B5EF4-FFF2-40B4-BE49-F238E27FC236}">
                <a16:creationId xmlns:a16="http://schemas.microsoft.com/office/drawing/2014/main" id="{875EA9CD-D936-48BB-88E8-54DEC9EBE93E}"/>
              </a:ext>
            </a:extLst>
          </p:cNvPr>
          <p:cNvSpPr>
            <a:spLocks noGrp="1"/>
          </p:cNvSpPr>
          <p:nvPr/>
        </p:nvSpPr>
        <p:spPr>
          <a:xfrm>
            <a:off x="1867879" y="4929721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4_paired_one_to_one_0p3_8973">
            <a:extLst>
              <a:ext uri="{FF2B5EF4-FFF2-40B4-BE49-F238E27FC236}">
                <a16:creationId xmlns:a16="http://schemas.microsoft.com/office/drawing/2014/main" id="{17A7B737-3508-4F1C-99FC-D5FB21ADCDD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4_paired_one_to_one_0p3_8974">
            <a:extLst>
              <a:ext uri="{FF2B5EF4-FFF2-40B4-BE49-F238E27FC236}">
                <a16:creationId xmlns:a16="http://schemas.microsoft.com/office/drawing/2014/main" id="{A425FE5F-5E77-48D5-803D-E78D2D1F822E}"/>
              </a:ext>
            </a:extLst>
          </p:cNvPr>
          <p:cNvSpPr>
            <a:spLocks noGrp="1"/>
          </p:cNvSpPr>
          <p:nvPr/>
        </p:nvSpPr>
        <p:spPr>
          <a:xfrm>
            <a:off x="2508517" y="204518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4_paired_one_to_one_0p3_8975">
            <a:extLst>
              <a:ext uri="{FF2B5EF4-FFF2-40B4-BE49-F238E27FC236}">
                <a16:creationId xmlns:a16="http://schemas.microsoft.com/office/drawing/2014/main" id="{FA78E5B3-D430-40BC-A1B9-383DE5E571F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4_paired_one_to_one_0p3_8976">
            <a:extLst>
              <a:ext uri="{FF2B5EF4-FFF2-40B4-BE49-F238E27FC236}">
                <a16:creationId xmlns:a16="http://schemas.microsoft.com/office/drawing/2014/main" id="{F3D98973-79D8-4668-A3EF-FD18426F420F}"/>
              </a:ext>
            </a:extLst>
          </p:cNvPr>
          <p:cNvSpPr>
            <a:spLocks noGrp="1"/>
          </p:cNvSpPr>
          <p:nvPr/>
        </p:nvSpPr>
        <p:spPr>
          <a:xfrm>
            <a:off x="2689045" y="5204439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4_paired_one_to_one_0p3_8977">
            <a:extLst>
              <a:ext uri="{FF2B5EF4-FFF2-40B4-BE49-F238E27FC236}">
                <a16:creationId xmlns:a16="http://schemas.microsoft.com/office/drawing/2014/main" id="{16C9BF91-409A-49F6-905D-53993590159D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4_paired_one_to_one_0p3_8978">
            <a:extLst>
              <a:ext uri="{FF2B5EF4-FFF2-40B4-BE49-F238E27FC236}">
                <a16:creationId xmlns:a16="http://schemas.microsoft.com/office/drawing/2014/main" id="{8EDB30C9-5F14-45BE-A8E2-3D44F4F1A87C}"/>
              </a:ext>
            </a:extLst>
          </p:cNvPr>
          <p:cNvSpPr>
            <a:spLocks noGrp="1"/>
          </p:cNvSpPr>
          <p:nvPr/>
        </p:nvSpPr>
        <p:spPr>
          <a:xfrm>
            <a:off x="5573580" y="4105569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4_paired_one_to_one_0p3_8979">
            <a:extLst>
              <a:ext uri="{FF2B5EF4-FFF2-40B4-BE49-F238E27FC236}">
                <a16:creationId xmlns:a16="http://schemas.microsoft.com/office/drawing/2014/main" id="{B347B8FC-4FE0-4DD3-818C-C6CBB92D4731}"/>
              </a:ext>
            </a:extLst>
          </p:cNvPr>
          <p:cNvSpPr>
            <a:spLocks noGrp="1"/>
          </p:cNvSpPr>
          <p:nvPr/>
        </p:nvSpPr>
        <p:spPr>
          <a:xfrm>
            <a:off x="1864893" y="587161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4_paired_one_to_one_0p3_8980">
            <a:extLst>
              <a:ext uri="{FF2B5EF4-FFF2-40B4-BE49-F238E27FC236}">
                <a16:creationId xmlns:a16="http://schemas.microsoft.com/office/drawing/2014/main" id="{8B01226E-F447-41A0-850F-BA6B1FE33E7F}"/>
              </a:ext>
            </a:extLst>
          </p:cNvPr>
          <p:cNvSpPr>
            <a:spLocks noGrp="1"/>
          </p:cNvSpPr>
          <p:nvPr/>
        </p:nvSpPr>
        <p:spPr>
          <a:xfrm>
            <a:off x="4053232" y="421158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4_paired_one_to_one_0p3_8981">
            <a:extLst>
              <a:ext uri="{FF2B5EF4-FFF2-40B4-BE49-F238E27FC236}">
                <a16:creationId xmlns:a16="http://schemas.microsoft.com/office/drawing/2014/main" id="{4A46D046-9FE2-48EF-90D4-B3809805349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4_paired_one_to_one_0p3_8982">
            <a:extLst>
              <a:ext uri="{FF2B5EF4-FFF2-40B4-BE49-F238E27FC236}">
                <a16:creationId xmlns:a16="http://schemas.microsoft.com/office/drawing/2014/main" id="{49B99B08-657F-4B14-A3C6-8145CE781463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4_paired_one_to_one_0p3_8983">
            <a:extLst>
              <a:ext uri="{FF2B5EF4-FFF2-40B4-BE49-F238E27FC236}">
                <a16:creationId xmlns:a16="http://schemas.microsoft.com/office/drawing/2014/main" id="{102D7267-B59B-4364-B160-622DCFDC5CD2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4_paired_one_to_one_0p3_8984">
            <a:extLst>
              <a:ext uri="{FF2B5EF4-FFF2-40B4-BE49-F238E27FC236}">
                <a16:creationId xmlns:a16="http://schemas.microsoft.com/office/drawing/2014/main" id="{2D29B182-8D69-4DFC-A878-8B1132BE99CB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4_paired_one_to_one_0p3_8985">
            <a:extLst>
              <a:ext uri="{FF2B5EF4-FFF2-40B4-BE49-F238E27FC236}">
                <a16:creationId xmlns:a16="http://schemas.microsoft.com/office/drawing/2014/main" id="{C45F7A8D-0C26-421C-AFFD-591F0B7675CE}"/>
              </a:ext>
            </a:extLst>
          </p:cNvPr>
          <p:cNvSpPr>
            <a:spLocks noGrp="1"/>
          </p:cNvSpPr>
          <p:nvPr/>
        </p:nvSpPr>
        <p:spPr>
          <a:xfrm>
            <a:off x="5765879" y="2831611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4_paired_one_to_one_0p3_8986">
            <a:extLst>
              <a:ext uri="{FF2B5EF4-FFF2-40B4-BE49-F238E27FC236}">
                <a16:creationId xmlns:a16="http://schemas.microsoft.com/office/drawing/2014/main" id="{80319655-6EEB-4AC7-834E-02953DF81D84}"/>
              </a:ext>
            </a:extLst>
          </p:cNvPr>
          <p:cNvSpPr>
            <a:spLocks noGrp="1"/>
          </p:cNvSpPr>
          <p:nvPr/>
        </p:nvSpPr>
        <p:spPr>
          <a:xfrm>
            <a:off x="6809809" y="321960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4_paired_one_to_one_0p3_8987">
            <a:extLst>
              <a:ext uri="{FF2B5EF4-FFF2-40B4-BE49-F238E27FC236}">
                <a16:creationId xmlns:a16="http://schemas.microsoft.com/office/drawing/2014/main" id="{2D290CD0-9A07-4CBB-8F96-01CE1B56C312}"/>
              </a:ext>
            </a:extLst>
          </p:cNvPr>
          <p:cNvSpPr>
            <a:spLocks noGrp="1"/>
          </p:cNvSpPr>
          <p:nvPr/>
        </p:nvSpPr>
        <p:spPr>
          <a:xfrm>
            <a:off x="4231772" y="4105569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4_paired_one_to_one_0p3_8988">
            <a:extLst>
              <a:ext uri="{FF2B5EF4-FFF2-40B4-BE49-F238E27FC236}">
                <a16:creationId xmlns:a16="http://schemas.microsoft.com/office/drawing/2014/main" id="{19AA33F5-576E-4F37-9701-94F769E814E3}"/>
              </a:ext>
            </a:extLst>
          </p:cNvPr>
          <p:cNvSpPr>
            <a:spLocks noGrp="1"/>
          </p:cNvSpPr>
          <p:nvPr/>
        </p:nvSpPr>
        <p:spPr>
          <a:xfrm>
            <a:off x="3595614" y="510035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4_paired_one_to_one_0p3_8989">
            <a:extLst>
              <a:ext uri="{FF2B5EF4-FFF2-40B4-BE49-F238E27FC236}">
                <a16:creationId xmlns:a16="http://schemas.microsoft.com/office/drawing/2014/main" id="{FA603A65-1313-4F7A-9113-FEC8EE46DB5C}"/>
              </a:ext>
            </a:extLst>
          </p:cNvPr>
          <p:cNvSpPr>
            <a:spLocks noGrp="1"/>
          </p:cNvSpPr>
          <p:nvPr/>
        </p:nvSpPr>
        <p:spPr>
          <a:xfrm>
            <a:off x="1864893" y="3116585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4_paired_one_to_one_0p3_8990">
            <a:extLst>
              <a:ext uri="{FF2B5EF4-FFF2-40B4-BE49-F238E27FC236}">
                <a16:creationId xmlns:a16="http://schemas.microsoft.com/office/drawing/2014/main" id="{41634815-2223-4AEF-9020-BC2FE120E74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4_paired_one_to_one_0p3_8991">
            <a:extLst>
              <a:ext uri="{FF2B5EF4-FFF2-40B4-BE49-F238E27FC236}">
                <a16:creationId xmlns:a16="http://schemas.microsoft.com/office/drawing/2014/main" id="{9AA3D0EF-3255-4A37-ABF6-999040AC085F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4_paired_one_to_one_0p3_8992">
            <a:extLst>
              <a:ext uri="{FF2B5EF4-FFF2-40B4-BE49-F238E27FC236}">
                <a16:creationId xmlns:a16="http://schemas.microsoft.com/office/drawing/2014/main" id="{D03CDDF8-E6E6-46CF-9EBA-B8E7AFF7640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4_paired_one_to_one_0p3_8993">
            <a:extLst>
              <a:ext uri="{FF2B5EF4-FFF2-40B4-BE49-F238E27FC236}">
                <a16:creationId xmlns:a16="http://schemas.microsoft.com/office/drawing/2014/main" id="{D6583006-46C6-4B87-AE6A-2B00A890EBFE}"/>
              </a:ext>
            </a:extLst>
          </p:cNvPr>
          <p:cNvSpPr>
            <a:spLocks noGrp="1"/>
          </p:cNvSpPr>
          <p:nvPr/>
        </p:nvSpPr>
        <p:spPr>
          <a:xfrm>
            <a:off x="1864893" y="312556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4_paired_one_to_one_0p3_8994">
            <a:extLst>
              <a:ext uri="{FF2B5EF4-FFF2-40B4-BE49-F238E27FC236}">
                <a16:creationId xmlns:a16="http://schemas.microsoft.com/office/drawing/2014/main" id="{C0F13994-99B2-4202-A713-6926EEB94A57}"/>
              </a:ext>
            </a:extLst>
          </p:cNvPr>
          <p:cNvSpPr>
            <a:spLocks noGrp="1"/>
          </p:cNvSpPr>
          <p:nvPr/>
        </p:nvSpPr>
        <p:spPr>
          <a:xfrm>
            <a:off x="3667727" y="2457263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4_paired_one_to_one_0p3_8995">
            <a:extLst>
              <a:ext uri="{FF2B5EF4-FFF2-40B4-BE49-F238E27FC236}">
                <a16:creationId xmlns:a16="http://schemas.microsoft.com/office/drawing/2014/main" id="{A4708552-6CEE-4300-97B3-248C6AC3DCCD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4_paired_one_to_one_0p3_8996">
            <a:extLst>
              <a:ext uri="{FF2B5EF4-FFF2-40B4-BE49-F238E27FC236}">
                <a16:creationId xmlns:a16="http://schemas.microsoft.com/office/drawing/2014/main" id="{E3C6AB48-1FBD-48BE-A095-66F95B9423A2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4_paired_one_to_one_0p3_8997">
            <a:extLst>
              <a:ext uri="{FF2B5EF4-FFF2-40B4-BE49-F238E27FC236}">
                <a16:creationId xmlns:a16="http://schemas.microsoft.com/office/drawing/2014/main" id="{BE6FB6BE-A763-4B18-A17C-FE69F1821054}"/>
              </a:ext>
            </a:extLst>
          </p:cNvPr>
          <p:cNvSpPr>
            <a:spLocks noGrp="1"/>
          </p:cNvSpPr>
          <p:nvPr/>
        </p:nvSpPr>
        <p:spPr>
          <a:xfrm>
            <a:off x="2064818" y="4624254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4_paired_one_to_one_0p3_8998">
            <a:extLst>
              <a:ext uri="{FF2B5EF4-FFF2-40B4-BE49-F238E27FC236}">
                <a16:creationId xmlns:a16="http://schemas.microsoft.com/office/drawing/2014/main" id="{8613D652-FABB-45DB-AF39-961038509CE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4_paired_one_to_one_0p3_8999">
            <a:extLst>
              <a:ext uri="{FF2B5EF4-FFF2-40B4-BE49-F238E27FC236}">
                <a16:creationId xmlns:a16="http://schemas.microsoft.com/office/drawing/2014/main" id="{BD940915-3FAE-4383-9E6F-88846AA96117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4_paired_one_to_one_0p3_9000">
            <a:extLst>
              <a:ext uri="{FF2B5EF4-FFF2-40B4-BE49-F238E27FC236}">
                <a16:creationId xmlns:a16="http://schemas.microsoft.com/office/drawing/2014/main" id="{C580DBE0-8030-41A3-9660-256D16EFC85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4_paired_one_to_one_0p3_9001">
            <a:extLst>
              <a:ext uri="{FF2B5EF4-FFF2-40B4-BE49-F238E27FC236}">
                <a16:creationId xmlns:a16="http://schemas.microsoft.com/office/drawing/2014/main" id="{C8B984D8-1009-48AA-9225-37FA3DAAF91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4_paired_one_to_one_0p3_9002">
            <a:extLst>
              <a:ext uri="{FF2B5EF4-FFF2-40B4-BE49-F238E27FC236}">
                <a16:creationId xmlns:a16="http://schemas.microsoft.com/office/drawing/2014/main" id="{F63DC961-15F0-47DA-9EE7-553ACC3ADBBA}"/>
              </a:ext>
            </a:extLst>
          </p:cNvPr>
          <p:cNvSpPr>
            <a:spLocks noGrp="1"/>
          </p:cNvSpPr>
          <p:nvPr/>
        </p:nvSpPr>
        <p:spPr>
          <a:xfrm>
            <a:off x="1864893" y="3824761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4_paired_one_to_one_0p3_9003">
            <a:extLst>
              <a:ext uri="{FF2B5EF4-FFF2-40B4-BE49-F238E27FC236}">
                <a16:creationId xmlns:a16="http://schemas.microsoft.com/office/drawing/2014/main" id="{8A07D2A8-0662-4153-8B40-CA40F80BF23E}"/>
              </a:ext>
            </a:extLst>
          </p:cNvPr>
          <p:cNvSpPr>
            <a:spLocks noGrp="1"/>
          </p:cNvSpPr>
          <p:nvPr/>
        </p:nvSpPr>
        <p:spPr>
          <a:xfrm>
            <a:off x="1864893" y="1888205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4_paired_one_to_one_0p3_9004">
            <a:extLst>
              <a:ext uri="{FF2B5EF4-FFF2-40B4-BE49-F238E27FC236}">
                <a16:creationId xmlns:a16="http://schemas.microsoft.com/office/drawing/2014/main" id="{EEFBE65F-9562-4959-ADAC-3B74EE803D43}"/>
              </a:ext>
            </a:extLst>
          </p:cNvPr>
          <p:cNvSpPr>
            <a:spLocks noGrp="1"/>
          </p:cNvSpPr>
          <p:nvPr/>
        </p:nvSpPr>
        <p:spPr>
          <a:xfrm>
            <a:off x="3485303" y="5573591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4_paired_one_to_one_0p3_9005">
            <a:extLst>
              <a:ext uri="{FF2B5EF4-FFF2-40B4-BE49-F238E27FC236}">
                <a16:creationId xmlns:a16="http://schemas.microsoft.com/office/drawing/2014/main" id="{8CCDDCBC-682D-4794-B234-2D16183ED43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4_paired_one_to_one_0p3_9006">
            <a:extLst>
              <a:ext uri="{FF2B5EF4-FFF2-40B4-BE49-F238E27FC236}">
                <a16:creationId xmlns:a16="http://schemas.microsoft.com/office/drawing/2014/main" id="{8E42D482-FE78-4A00-B7F5-B6760803FB83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4_paired_one_to_one_0p3_9007">
            <a:extLst>
              <a:ext uri="{FF2B5EF4-FFF2-40B4-BE49-F238E27FC236}">
                <a16:creationId xmlns:a16="http://schemas.microsoft.com/office/drawing/2014/main" id="{B381D43B-284B-44B2-957B-3F9D9143FCCC}"/>
              </a:ext>
            </a:extLst>
          </p:cNvPr>
          <p:cNvSpPr>
            <a:spLocks noGrp="1"/>
          </p:cNvSpPr>
          <p:nvPr/>
        </p:nvSpPr>
        <p:spPr>
          <a:xfrm>
            <a:off x="1864893" y="4339079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4_paired_one_to_one_0p3_9008">
            <a:extLst>
              <a:ext uri="{FF2B5EF4-FFF2-40B4-BE49-F238E27FC236}">
                <a16:creationId xmlns:a16="http://schemas.microsoft.com/office/drawing/2014/main" id="{C1BCA116-1286-41F3-AA7B-482FA5EE0C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4_paired_one_to_one_0p3_9009">
            <a:extLst>
              <a:ext uri="{FF2B5EF4-FFF2-40B4-BE49-F238E27FC236}">
                <a16:creationId xmlns:a16="http://schemas.microsoft.com/office/drawing/2014/main" id="{23CD19FF-611B-4C4C-8DA1-E5B0CD51DA4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4_paired_one_to_one_0p3_9010">
            <a:extLst>
              <a:ext uri="{FF2B5EF4-FFF2-40B4-BE49-F238E27FC236}">
                <a16:creationId xmlns:a16="http://schemas.microsoft.com/office/drawing/2014/main" id="{8BF2A41C-C880-4F63-AB3C-8609A3D2C7BD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4_paired_one_to_one_0p3_9011">
            <a:extLst>
              <a:ext uri="{FF2B5EF4-FFF2-40B4-BE49-F238E27FC236}">
                <a16:creationId xmlns:a16="http://schemas.microsoft.com/office/drawing/2014/main" id="{6C63A458-4911-442A-9CF2-1DE81653D995}"/>
              </a:ext>
            </a:extLst>
          </p:cNvPr>
          <p:cNvSpPr>
            <a:spLocks noGrp="1"/>
          </p:cNvSpPr>
          <p:nvPr/>
        </p:nvSpPr>
        <p:spPr>
          <a:xfrm>
            <a:off x="1864893" y="6548593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4_paired_one_to_one_0p3_9012">
            <a:extLst>
              <a:ext uri="{FF2B5EF4-FFF2-40B4-BE49-F238E27FC236}">
                <a16:creationId xmlns:a16="http://schemas.microsoft.com/office/drawing/2014/main" id="{584976DF-B260-4AE1-9BD2-8B1BA6929BD8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4_paired_one_to_one_0p3_9013">
            <a:extLst>
              <a:ext uri="{FF2B5EF4-FFF2-40B4-BE49-F238E27FC236}">
                <a16:creationId xmlns:a16="http://schemas.microsoft.com/office/drawing/2014/main" id="{E41C0E50-7D7D-4354-87EC-304243CAAAA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4_paired_one_to_one_0p3_9014">
            <a:extLst>
              <a:ext uri="{FF2B5EF4-FFF2-40B4-BE49-F238E27FC236}">
                <a16:creationId xmlns:a16="http://schemas.microsoft.com/office/drawing/2014/main" id="{DEB5599D-95EE-4BAA-ABF1-508C0A999341}"/>
              </a:ext>
            </a:extLst>
          </p:cNvPr>
          <p:cNvSpPr>
            <a:spLocks noGrp="1"/>
          </p:cNvSpPr>
          <p:nvPr/>
        </p:nvSpPr>
        <p:spPr>
          <a:xfrm>
            <a:off x="4278483" y="410556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4_paired_one_to_one_0p3_9015">
            <a:extLst>
              <a:ext uri="{FF2B5EF4-FFF2-40B4-BE49-F238E27FC236}">
                <a16:creationId xmlns:a16="http://schemas.microsoft.com/office/drawing/2014/main" id="{1F178579-0039-4395-B3DA-A96E7AA29E27}"/>
              </a:ext>
            </a:extLst>
          </p:cNvPr>
          <p:cNvSpPr>
            <a:spLocks noGrp="1"/>
          </p:cNvSpPr>
          <p:nvPr/>
        </p:nvSpPr>
        <p:spPr>
          <a:xfrm>
            <a:off x="5573580" y="4523577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4_paired_one_to_one_0p3_9016">
            <a:extLst>
              <a:ext uri="{FF2B5EF4-FFF2-40B4-BE49-F238E27FC236}">
                <a16:creationId xmlns:a16="http://schemas.microsoft.com/office/drawing/2014/main" id="{B21B62B9-33C4-4827-906E-E41202416674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4_paired_one_to_one_0p3_9017">
            <a:extLst>
              <a:ext uri="{FF2B5EF4-FFF2-40B4-BE49-F238E27FC236}">
                <a16:creationId xmlns:a16="http://schemas.microsoft.com/office/drawing/2014/main" id="{3E464CF5-DD0B-4118-882F-6C9E7C3F888B}"/>
              </a:ext>
            </a:extLst>
          </p:cNvPr>
          <p:cNvSpPr>
            <a:spLocks noGrp="1"/>
          </p:cNvSpPr>
          <p:nvPr/>
        </p:nvSpPr>
        <p:spPr>
          <a:xfrm>
            <a:off x="4337351" y="433907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4_paired_one_to_one_0p3_9018">
            <a:extLst>
              <a:ext uri="{FF2B5EF4-FFF2-40B4-BE49-F238E27FC236}">
                <a16:creationId xmlns:a16="http://schemas.microsoft.com/office/drawing/2014/main" id="{73353A81-0A39-44D9-9D44-C0423BC8671E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4_paired_one_to_one_0p3_9019">
            <a:extLst>
              <a:ext uri="{FF2B5EF4-FFF2-40B4-BE49-F238E27FC236}">
                <a16:creationId xmlns:a16="http://schemas.microsoft.com/office/drawing/2014/main" id="{03E332DA-9BB8-4B10-9048-277335C25B54}"/>
              </a:ext>
            </a:extLst>
          </p:cNvPr>
          <p:cNvSpPr>
            <a:spLocks noGrp="1"/>
          </p:cNvSpPr>
          <p:nvPr/>
        </p:nvSpPr>
        <p:spPr>
          <a:xfrm>
            <a:off x="1942157" y="6578027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4_paired_one_to_one_0p3_9020">
            <a:extLst>
              <a:ext uri="{FF2B5EF4-FFF2-40B4-BE49-F238E27FC236}">
                <a16:creationId xmlns:a16="http://schemas.microsoft.com/office/drawing/2014/main" id="{444020A9-5E4E-4E2A-829A-2D43E23D49E3}"/>
              </a:ext>
            </a:extLst>
          </p:cNvPr>
          <p:cNvSpPr>
            <a:spLocks noGrp="1"/>
          </p:cNvSpPr>
          <p:nvPr/>
        </p:nvSpPr>
        <p:spPr>
          <a:xfrm>
            <a:off x="1864893" y="451764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4_paired_one_to_one_0p3_9021">
            <a:extLst>
              <a:ext uri="{FF2B5EF4-FFF2-40B4-BE49-F238E27FC236}">
                <a16:creationId xmlns:a16="http://schemas.microsoft.com/office/drawing/2014/main" id="{608FEC02-D105-475D-B753-3320388E5ECA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4_paired_one_to_one_0p3_9022">
            <a:extLst>
              <a:ext uri="{FF2B5EF4-FFF2-40B4-BE49-F238E27FC236}">
                <a16:creationId xmlns:a16="http://schemas.microsoft.com/office/drawing/2014/main" id="{097A1E7F-6A67-4A92-A52E-461788C361DB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4_paired_one_to_one_0p3_9023">
            <a:extLst>
              <a:ext uri="{FF2B5EF4-FFF2-40B4-BE49-F238E27FC236}">
                <a16:creationId xmlns:a16="http://schemas.microsoft.com/office/drawing/2014/main" id="{679E7F33-2273-429C-A368-878EDF5638D6}"/>
              </a:ext>
            </a:extLst>
          </p:cNvPr>
          <p:cNvSpPr>
            <a:spLocks noGrp="1"/>
          </p:cNvSpPr>
          <p:nvPr/>
        </p:nvSpPr>
        <p:spPr>
          <a:xfrm>
            <a:off x="1864893" y="5018896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4_paired_one_to_one_0p3_9024">
            <a:extLst>
              <a:ext uri="{FF2B5EF4-FFF2-40B4-BE49-F238E27FC236}">
                <a16:creationId xmlns:a16="http://schemas.microsoft.com/office/drawing/2014/main" id="{68BE0E7F-D60D-4FB3-A30F-48874292CF3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4_paired_one_to_one_0p3_9025">
            <a:extLst>
              <a:ext uri="{FF2B5EF4-FFF2-40B4-BE49-F238E27FC236}">
                <a16:creationId xmlns:a16="http://schemas.microsoft.com/office/drawing/2014/main" id="{DF078732-71A2-4EE7-955C-9FF637ACA076}"/>
              </a:ext>
            </a:extLst>
          </p:cNvPr>
          <p:cNvSpPr>
            <a:spLocks noGrp="1"/>
          </p:cNvSpPr>
          <p:nvPr/>
        </p:nvSpPr>
        <p:spPr>
          <a:xfrm>
            <a:off x="2919220" y="5040233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4_paired_one_to_one_0p3_9026">
            <a:extLst>
              <a:ext uri="{FF2B5EF4-FFF2-40B4-BE49-F238E27FC236}">
                <a16:creationId xmlns:a16="http://schemas.microsoft.com/office/drawing/2014/main" id="{47726CB2-2617-44E8-9E7C-875A7C5E1A32}"/>
              </a:ext>
            </a:extLst>
          </p:cNvPr>
          <p:cNvSpPr>
            <a:spLocks noGrp="1"/>
          </p:cNvSpPr>
          <p:nvPr/>
        </p:nvSpPr>
        <p:spPr>
          <a:xfrm>
            <a:off x="1864893" y="6231883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4_paired_one_to_one_0p3_9027">
            <a:extLst>
              <a:ext uri="{FF2B5EF4-FFF2-40B4-BE49-F238E27FC236}">
                <a16:creationId xmlns:a16="http://schemas.microsoft.com/office/drawing/2014/main" id="{38179773-81FA-4E55-8A5A-01C95F0A8900}"/>
              </a:ext>
            </a:extLst>
          </p:cNvPr>
          <p:cNvSpPr>
            <a:spLocks noGrp="1"/>
          </p:cNvSpPr>
          <p:nvPr/>
        </p:nvSpPr>
        <p:spPr>
          <a:xfrm>
            <a:off x="4670428" y="3306319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4_paired_one_to_one_0p3_9028">
            <a:extLst>
              <a:ext uri="{FF2B5EF4-FFF2-40B4-BE49-F238E27FC236}">
                <a16:creationId xmlns:a16="http://schemas.microsoft.com/office/drawing/2014/main" id="{65A1E1F5-8559-4FEA-92CC-52BBECA59D7A}"/>
              </a:ext>
            </a:extLst>
          </p:cNvPr>
          <p:cNvSpPr>
            <a:spLocks noGrp="1"/>
          </p:cNvSpPr>
          <p:nvPr/>
        </p:nvSpPr>
        <p:spPr>
          <a:xfrm>
            <a:off x="2029723" y="6578027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4_paired_one_to_one_0p3_9029">
            <a:extLst>
              <a:ext uri="{FF2B5EF4-FFF2-40B4-BE49-F238E27FC236}">
                <a16:creationId xmlns:a16="http://schemas.microsoft.com/office/drawing/2014/main" id="{18E1F532-9880-4F03-8B75-530B9B42A363}"/>
              </a:ext>
            </a:extLst>
          </p:cNvPr>
          <p:cNvSpPr>
            <a:spLocks noGrp="1"/>
          </p:cNvSpPr>
          <p:nvPr/>
        </p:nvSpPr>
        <p:spPr>
          <a:xfrm>
            <a:off x="4320969" y="163311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4_paired_one_to_one_0p3_9030">
            <a:extLst>
              <a:ext uri="{FF2B5EF4-FFF2-40B4-BE49-F238E27FC236}">
                <a16:creationId xmlns:a16="http://schemas.microsoft.com/office/drawing/2014/main" id="{B8647F6A-95CC-4260-94C4-450487E55B20}"/>
              </a:ext>
            </a:extLst>
          </p:cNvPr>
          <p:cNvSpPr>
            <a:spLocks noGrp="1"/>
          </p:cNvSpPr>
          <p:nvPr/>
        </p:nvSpPr>
        <p:spPr>
          <a:xfrm>
            <a:off x="2985068" y="1633110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4_paired_one_to_one_0p3_9031">
            <a:extLst>
              <a:ext uri="{FF2B5EF4-FFF2-40B4-BE49-F238E27FC236}">
                <a16:creationId xmlns:a16="http://schemas.microsoft.com/office/drawing/2014/main" id="{982465B1-950A-454A-8849-ADA26A31D6C2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4_paired_one_to_one_0p3_9032">
            <a:extLst>
              <a:ext uri="{FF2B5EF4-FFF2-40B4-BE49-F238E27FC236}">
                <a16:creationId xmlns:a16="http://schemas.microsoft.com/office/drawing/2014/main" id="{CD7BEB5D-4CC2-43DD-82C2-1B88EA5DA24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4_paired_one_to_one_0p3_9033">
            <a:extLst>
              <a:ext uri="{FF2B5EF4-FFF2-40B4-BE49-F238E27FC236}">
                <a16:creationId xmlns:a16="http://schemas.microsoft.com/office/drawing/2014/main" id="{4B4BED6C-176E-4E39-8542-98669ECE1F21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4_paired_one_to_one_0p3_9034">
            <a:extLst>
              <a:ext uri="{FF2B5EF4-FFF2-40B4-BE49-F238E27FC236}">
                <a16:creationId xmlns:a16="http://schemas.microsoft.com/office/drawing/2014/main" id="{2DA8FED0-6CFF-4B3A-8E54-9468E48242F7}"/>
              </a:ext>
            </a:extLst>
          </p:cNvPr>
          <p:cNvSpPr>
            <a:spLocks noGrp="1"/>
          </p:cNvSpPr>
          <p:nvPr/>
        </p:nvSpPr>
        <p:spPr>
          <a:xfrm>
            <a:off x="3992839" y="313866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4_paired_one_to_one_0p3_9035">
            <a:extLst>
              <a:ext uri="{FF2B5EF4-FFF2-40B4-BE49-F238E27FC236}">
                <a16:creationId xmlns:a16="http://schemas.microsoft.com/office/drawing/2014/main" id="{005D3F26-5CE2-484C-AB85-F96577BA0683}"/>
              </a:ext>
            </a:extLst>
          </p:cNvPr>
          <p:cNvSpPr>
            <a:spLocks noGrp="1"/>
          </p:cNvSpPr>
          <p:nvPr/>
        </p:nvSpPr>
        <p:spPr>
          <a:xfrm>
            <a:off x="1864893" y="553410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4_paired_one_to_one_0p3_9036">
            <a:extLst>
              <a:ext uri="{FF2B5EF4-FFF2-40B4-BE49-F238E27FC236}">
                <a16:creationId xmlns:a16="http://schemas.microsoft.com/office/drawing/2014/main" id="{02241E03-8D5C-422E-8F58-70D56E5600CB}"/>
              </a:ext>
            </a:extLst>
          </p:cNvPr>
          <p:cNvSpPr>
            <a:spLocks noGrp="1"/>
          </p:cNvSpPr>
          <p:nvPr/>
        </p:nvSpPr>
        <p:spPr>
          <a:xfrm>
            <a:off x="1864893" y="3229906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4_paired_one_to_one_0p3_9037">
            <a:extLst>
              <a:ext uri="{FF2B5EF4-FFF2-40B4-BE49-F238E27FC236}">
                <a16:creationId xmlns:a16="http://schemas.microsoft.com/office/drawing/2014/main" id="{1638E76E-E7C6-409C-973B-F31E1EC6063E}"/>
              </a:ext>
            </a:extLst>
          </p:cNvPr>
          <p:cNvSpPr>
            <a:spLocks noGrp="1"/>
          </p:cNvSpPr>
          <p:nvPr/>
        </p:nvSpPr>
        <p:spPr>
          <a:xfrm>
            <a:off x="6809809" y="4517645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4_paired_one_to_one_0p3_9038">
            <a:extLst>
              <a:ext uri="{FF2B5EF4-FFF2-40B4-BE49-F238E27FC236}">
                <a16:creationId xmlns:a16="http://schemas.microsoft.com/office/drawing/2014/main" id="{3B009B70-DA4A-4444-A3B3-C78EE4694C4A}"/>
              </a:ext>
            </a:extLst>
          </p:cNvPr>
          <p:cNvSpPr>
            <a:spLocks noGrp="1"/>
          </p:cNvSpPr>
          <p:nvPr/>
        </p:nvSpPr>
        <p:spPr>
          <a:xfrm>
            <a:off x="2483007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4_paired_one_to_one_0p3_9039">
            <a:extLst>
              <a:ext uri="{FF2B5EF4-FFF2-40B4-BE49-F238E27FC236}">
                <a16:creationId xmlns:a16="http://schemas.microsoft.com/office/drawing/2014/main" id="{7DA15BFC-B62E-44CE-8387-CB2757049B79}"/>
              </a:ext>
            </a:extLst>
          </p:cNvPr>
          <p:cNvSpPr>
            <a:spLocks noGrp="1"/>
          </p:cNvSpPr>
          <p:nvPr/>
        </p:nvSpPr>
        <p:spPr>
          <a:xfrm>
            <a:off x="1864893" y="5094552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4_paired_one_to_one_0p3_9040">
            <a:extLst>
              <a:ext uri="{FF2B5EF4-FFF2-40B4-BE49-F238E27FC236}">
                <a16:creationId xmlns:a16="http://schemas.microsoft.com/office/drawing/2014/main" id="{218D974B-2CAD-4F3C-B56B-C428C2EDE1B8}"/>
              </a:ext>
            </a:extLst>
          </p:cNvPr>
          <p:cNvSpPr>
            <a:spLocks noGrp="1"/>
          </p:cNvSpPr>
          <p:nvPr/>
        </p:nvSpPr>
        <p:spPr>
          <a:xfrm>
            <a:off x="4983994" y="3611077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4_paired_one_to_one_0p3_9041">
            <a:extLst>
              <a:ext uri="{FF2B5EF4-FFF2-40B4-BE49-F238E27FC236}">
                <a16:creationId xmlns:a16="http://schemas.microsoft.com/office/drawing/2014/main" id="{D1E52D87-5C1C-484C-AF87-733BE3B365E9}"/>
              </a:ext>
            </a:extLst>
          </p:cNvPr>
          <p:cNvSpPr>
            <a:spLocks noGrp="1"/>
          </p:cNvSpPr>
          <p:nvPr/>
        </p:nvSpPr>
        <p:spPr>
          <a:xfrm>
            <a:off x="5985657" y="1633110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4_paired_one_to_one_0p3_9042">
            <a:extLst>
              <a:ext uri="{FF2B5EF4-FFF2-40B4-BE49-F238E27FC236}">
                <a16:creationId xmlns:a16="http://schemas.microsoft.com/office/drawing/2014/main" id="{330FFFEC-AC9F-43C1-97B3-8936DDB4235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4_paired_one_to_one_0p3_9043">
            <a:extLst>
              <a:ext uri="{FF2B5EF4-FFF2-40B4-BE49-F238E27FC236}">
                <a16:creationId xmlns:a16="http://schemas.microsoft.com/office/drawing/2014/main" id="{9601F649-7CBB-420F-B741-6E3B7E24DAE1}"/>
              </a:ext>
            </a:extLst>
          </p:cNvPr>
          <p:cNvSpPr>
            <a:spLocks noGrp="1"/>
          </p:cNvSpPr>
          <p:nvPr/>
        </p:nvSpPr>
        <p:spPr>
          <a:xfrm>
            <a:off x="1864893" y="3830851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4_paired_one_to_one_0p3_9044">
            <a:extLst>
              <a:ext uri="{FF2B5EF4-FFF2-40B4-BE49-F238E27FC236}">
                <a16:creationId xmlns:a16="http://schemas.microsoft.com/office/drawing/2014/main" id="{BE9FB9B5-6191-42E6-A349-94EBE2A4A36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4_paired_one_to_one_0p3_9045">
            <a:extLst>
              <a:ext uri="{FF2B5EF4-FFF2-40B4-BE49-F238E27FC236}">
                <a16:creationId xmlns:a16="http://schemas.microsoft.com/office/drawing/2014/main" id="{949CA7B6-08B7-418E-BC1D-7308D4542E53}"/>
              </a:ext>
            </a:extLst>
          </p:cNvPr>
          <p:cNvSpPr>
            <a:spLocks noGrp="1"/>
          </p:cNvSpPr>
          <p:nvPr/>
        </p:nvSpPr>
        <p:spPr>
          <a:xfrm>
            <a:off x="1864893" y="2457263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4_paired_one_to_one_0p3_9046">
            <a:extLst>
              <a:ext uri="{FF2B5EF4-FFF2-40B4-BE49-F238E27FC236}">
                <a16:creationId xmlns:a16="http://schemas.microsoft.com/office/drawing/2014/main" id="{11638FC9-933D-4AF6-AA8D-6522EA06574B}"/>
              </a:ext>
            </a:extLst>
          </p:cNvPr>
          <p:cNvSpPr>
            <a:spLocks noGrp="1"/>
          </p:cNvSpPr>
          <p:nvPr/>
        </p:nvSpPr>
        <p:spPr>
          <a:xfrm>
            <a:off x="3933684" y="5319092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4_paired_one_to_one_0p3_9047">
            <a:extLst>
              <a:ext uri="{FF2B5EF4-FFF2-40B4-BE49-F238E27FC236}">
                <a16:creationId xmlns:a16="http://schemas.microsoft.com/office/drawing/2014/main" id="{9B703CF4-EE15-4D17-B966-33AFD1010CFD}"/>
              </a:ext>
            </a:extLst>
          </p:cNvPr>
          <p:cNvSpPr>
            <a:spLocks noGrp="1"/>
          </p:cNvSpPr>
          <p:nvPr/>
        </p:nvSpPr>
        <p:spPr>
          <a:xfrm>
            <a:off x="1864893" y="4462854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4_paired_one_to_one_0p3_9048">
            <a:extLst>
              <a:ext uri="{FF2B5EF4-FFF2-40B4-BE49-F238E27FC236}">
                <a16:creationId xmlns:a16="http://schemas.microsoft.com/office/drawing/2014/main" id="{F270F96C-35CF-4CCC-A0A8-1F74513092F2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4_paired_one_to_one_0p3_9049">
            <a:extLst>
              <a:ext uri="{FF2B5EF4-FFF2-40B4-BE49-F238E27FC236}">
                <a16:creationId xmlns:a16="http://schemas.microsoft.com/office/drawing/2014/main" id="{3AF03890-C922-4F85-9A47-08544042E7EE}"/>
              </a:ext>
            </a:extLst>
          </p:cNvPr>
          <p:cNvSpPr>
            <a:spLocks noGrp="1"/>
          </p:cNvSpPr>
          <p:nvPr/>
        </p:nvSpPr>
        <p:spPr>
          <a:xfrm>
            <a:off x="2235964" y="4298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4_paired_one_to_one_0p3_9050">
            <a:extLst>
              <a:ext uri="{FF2B5EF4-FFF2-40B4-BE49-F238E27FC236}">
                <a16:creationId xmlns:a16="http://schemas.microsoft.com/office/drawing/2014/main" id="{B0E95BAE-2732-40F4-BB15-27C35289D20E}"/>
              </a:ext>
            </a:extLst>
          </p:cNvPr>
          <p:cNvSpPr>
            <a:spLocks noGrp="1"/>
          </p:cNvSpPr>
          <p:nvPr/>
        </p:nvSpPr>
        <p:spPr>
          <a:xfrm>
            <a:off x="3937048" y="4600060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4_paired_one_to_one_0p3_9051">
            <a:extLst>
              <a:ext uri="{FF2B5EF4-FFF2-40B4-BE49-F238E27FC236}">
                <a16:creationId xmlns:a16="http://schemas.microsoft.com/office/drawing/2014/main" id="{88F9BF19-F9C7-4682-89F1-B906ED6D0770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4_paired_one_to_one_0p3_9052">
            <a:extLst>
              <a:ext uri="{FF2B5EF4-FFF2-40B4-BE49-F238E27FC236}">
                <a16:creationId xmlns:a16="http://schemas.microsoft.com/office/drawing/2014/main" id="{13756776-8CB6-4C4A-B098-3F68042456C8}"/>
              </a:ext>
            </a:extLst>
          </p:cNvPr>
          <p:cNvSpPr>
            <a:spLocks noGrp="1"/>
          </p:cNvSpPr>
          <p:nvPr/>
        </p:nvSpPr>
        <p:spPr>
          <a:xfrm>
            <a:off x="1976331" y="5524192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4_paired_one_to_one_0p3_9053">
            <a:extLst>
              <a:ext uri="{FF2B5EF4-FFF2-40B4-BE49-F238E27FC236}">
                <a16:creationId xmlns:a16="http://schemas.microsoft.com/office/drawing/2014/main" id="{2E0203BF-31F9-4002-AA45-CBF4E50DFBCC}"/>
              </a:ext>
            </a:extLst>
          </p:cNvPr>
          <p:cNvSpPr>
            <a:spLocks noGrp="1"/>
          </p:cNvSpPr>
          <p:nvPr/>
        </p:nvSpPr>
        <p:spPr>
          <a:xfrm>
            <a:off x="1877770" y="6165951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4_paired_one_to_one_0p3_9054">
            <a:extLst>
              <a:ext uri="{FF2B5EF4-FFF2-40B4-BE49-F238E27FC236}">
                <a16:creationId xmlns:a16="http://schemas.microsoft.com/office/drawing/2014/main" id="{990C5C90-D0E2-4846-9BBA-907D2493A37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4_paired_one_to_one_0p3_9055">
            <a:extLst>
              <a:ext uri="{FF2B5EF4-FFF2-40B4-BE49-F238E27FC236}">
                <a16:creationId xmlns:a16="http://schemas.microsoft.com/office/drawing/2014/main" id="{87D23585-55F5-4C08-8E8B-DF63CFEE9456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4_paired_one_to_one_0p3_9056">
            <a:extLst>
              <a:ext uri="{FF2B5EF4-FFF2-40B4-BE49-F238E27FC236}">
                <a16:creationId xmlns:a16="http://schemas.microsoft.com/office/drawing/2014/main" id="{A6A70E33-4992-4F45-B6C4-9C9FFD1183F3}"/>
              </a:ext>
            </a:extLst>
          </p:cNvPr>
          <p:cNvSpPr>
            <a:spLocks noGrp="1"/>
          </p:cNvSpPr>
          <p:nvPr/>
        </p:nvSpPr>
        <p:spPr>
          <a:xfrm>
            <a:off x="6809809" y="6578027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4_paired_one_to_one_0p3_9057">
            <a:extLst>
              <a:ext uri="{FF2B5EF4-FFF2-40B4-BE49-F238E27FC236}">
                <a16:creationId xmlns:a16="http://schemas.microsoft.com/office/drawing/2014/main" id="{809850F6-4250-4ECB-B0A8-CCEBAD7188BE}"/>
              </a:ext>
            </a:extLst>
          </p:cNvPr>
          <p:cNvSpPr>
            <a:spLocks noGrp="1"/>
          </p:cNvSpPr>
          <p:nvPr/>
        </p:nvSpPr>
        <p:spPr>
          <a:xfrm>
            <a:off x="3919488" y="4647479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4_paired_one_to_one_0p3_9058">
            <a:extLst>
              <a:ext uri="{FF2B5EF4-FFF2-40B4-BE49-F238E27FC236}">
                <a16:creationId xmlns:a16="http://schemas.microsoft.com/office/drawing/2014/main" id="{529D1BCD-F51F-4132-A702-84345F1A8BD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4_paired_one_to_one_0p3_9059">
            <a:extLst>
              <a:ext uri="{FF2B5EF4-FFF2-40B4-BE49-F238E27FC236}">
                <a16:creationId xmlns:a16="http://schemas.microsoft.com/office/drawing/2014/main" id="{0BE96ED2-E1D2-47E5-90C8-6BF5343DAE3C}"/>
              </a:ext>
            </a:extLst>
          </p:cNvPr>
          <p:cNvSpPr>
            <a:spLocks noGrp="1"/>
          </p:cNvSpPr>
          <p:nvPr/>
        </p:nvSpPr>
        <p:spPr>
          <a:xfrm>
            <a:off x="2359384" y="6224819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4_paired_one_to_one_0p3_9060">
            <a:extLst>
              <a:ext uri="{FF2B5EF4-FFF2-40B4-BE49-F238E27FC236}">
                <a16:creationId xmlns:a16="http://schemas.microsoft.com/office/drawing/2014/main" id="{F977E494-347C-4637-9B58-EDD5CCFDB584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9061">
            <a:extLst>
              <a:ext uri="{FF2B5EF4-FFF2-40B4-BE49-F238E27FC236}">
                <a16:creationId xmlns:a16="http://schemas.microsoft.com/office/drawing/2014/main" id="{8003EFA5-6976-4276-85E1-C63C37621EAD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4_paired_one_to_one_0p3_9062">
            <a:extLst>
              <a:ext uri="{FF2B5EF4-FFF2-40B4-BE49-F238E27FC236}">
                <a16:creationId xmlns:a16="http://schemas.microsoft.com/office/drawing/2014/main" id="{72802385-A7DC-49C1-90C6-EA2DE996B878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9063">
            <a:extLst>
              <a:ext uri="{FF2B5EF4-FFF2-40B4-BE49-F238E27FC236}">
                <a16:creationId xmlns:a16="http://schemas.microsoft.com/office/drawing/2014/main" id="{E475E535-E612-469C-8393-95D43208E2A8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4_paired_one_to_one_0p3_9064">
            <a:extLst>
              <a:ext uri="{FF2B5EF4-FFF2-40B4-BE49-F238E27FC236}">
                <a16:creationId xmlns:a16="http://schemas.microsoft.com/office/drawing/2014/main" id="{15BF74C5-9BF2-447F-9F0D-F7219F1D2278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9065">
            <a:extLst>
              <a:ext uri="{FF2B5EF4-FFF2-40B4-BE49-F238E27FC236}">
                <a16:creationId xmlns:a16="http://schemas.microsoft.com/office/drawing/2014/main" id="{3EC27F76-344F-4C22-A0B0-B716426D10DA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4_paired_one_to_one_0p3_9066">
            <a:extLst>
              <a:ext uri="{FF2B5EF4-FFF2-40B4-BE49-F238E27FC236}">
                <a16:creationId xmlns:a16="http://schemas.microsoft.com/office/drawing/2014/main" id="{595A5DDA-3756-4C7C-BC2A-EB8418190635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9067">
            <a:extLst>
              <a:ext uri="{FF2B5EF4-FFF2-40B4-BE49-F238E27FC236}">
                <a16:creationId xmlns:a16="http://schemas.microsoft.com/office/drawing/2014/main" id="{77C4470A-043C-4FBA-831B-BEA65A859458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4_paired_one_to_one_0p3_9068">
            <a:extLst>
              <a:ext uri="{FF2B5EF4-FFF2-40B4-BE49-F238E27FC236}">
                <a16:creationId xmlns:a16="http://schemas.microsoft.com/office/drawing/2014/main" id="{6504CC0D-1FD7-4A0D-AF48-E633529B2E5C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9069">
            <a:extLst>
              <a:ext uri="{FF2B5EF4-FFF2-40B4-BE49-F238E27FC236}">
                <a16:creationId xmlns:a16="http://schemas.microsoft.com/office/drawing/2014/main" id="{3DF9CE4B-57BC-4006-9D36-4B1424E5664D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4_paired_one_to_one_0p3_9070">
            <a:extLst>
              <a:ext uri="{FF2B5EF4-FFF2-40B4-BE49-F238E27FC236}">
                <a16:creationId xmlns:a16="http://schemas.microsoft.com/office/drawing/2014/main" id="{2D999F9A-3216-4A83-AFDC-71DA423066CB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9071">
            <a:extLst>
              <a:ext uri="{FF2B5EF4-FFF2-40B4-BE49-F238E27FC236}">
                <a16:creationId xmlns:a16="http://schemas.microsoft.com/office/drawing/2014/main" id="{DD29CBDC-2592-4FCF-86F2-8AD6A48E6897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9072">
            <a:extLst>
              <a:ext uri="{FF2B5EF4-FFF2-40B4-BE49-F238E27FC236}">
                <a16:creationId xmlns:a16="http://schemas.microsoft.com/office/drawing/2014/main" id="{B4D8E14E-1EC7-4019-BA8C-6A25EFF784C8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4_paired_one_to_one_0p3_9073">
            <a:extLst>
              <a:ext uri="{FF2B5EF4-FFF2-40B4-BE49-F238E27FC236}">
                <a16:creationId xmlns:a16="http://schemas.microsoft.com/office/drawing/2014/main" id="{04984E79-64F4-4A29-BC81-CEEBAF494B89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9074">
            <a:extLst>
              <a:ext uri="{FF2B5EF4-FFF2-40B4-BE49-F238E27FC236}">
                <a16:creationId xmlns:a16="http://schemas.microsoft.com/office/drawing/2014/main" id="{ADCB14EB-B0C0-465D-99C1-6539EC4A9295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4_paired_one_to_one_0p3_9075">
            <a:extLst>
              <a:ext uri="{FF2B5EF4-FFF2-40B4-BE49-F238E27FC236}">
                <a16:creationId xmlns:a16="http://schemas.microsoft.com/office/drawing/2014/main" id="{742DE624-0C4E-40E8-929C-2680A341C22B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9076">
            <a:extLst>
              <a:ext uri="{FF2B5EF4-FFF2-40B4-BE49-F238E27FC236}">
                <a16:creationId xmlns:a16="http://schemas.microsoft.com/office/drawing/2014/main" id="{4ED1D117-0519-4A5E-B571-8A9B61E1A947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4_paired_one_to_one_0p3_9077">
            <a:extLst>
              <a:ext uri="{FF2B5EF4-FFF2-40B4-BE49-F238E27FC236}">
                <a16:creationId xmlns:a16="http://schemas.microsoft.com/office/drawing/2014/main" id="{6C4C6686-7BB8-4955-B6A7-AFBB7F27D045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9078">
            <a:extLst>
              <a:ext uri="{FF2B5EF4-FFF2-40B4-BE49-F238E27FC236}">
                <a16:creationId xmlns:a16="http://schemas.microsoft.com/office/drawing/2014/main" id="{EA468B37-2077-472B-BA48-9E9CFA773EB7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4_paired_one_to_one_0p3_9079">
            <a:extLst>
              <a:ext uri="{FF2B5EF4-FFF2-40B4-BE49-F238E27FC236}">
                <a16:creationId xmlns:a16="http://schemas.microsoft.com/office/drawing/2014/main" id="{B3156606-DADD-43A1-87BB-B96BBC3070A1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9080">
            <a:extLst>
              <a:ext uri="{FF2B5EF4-FFF2-40B4-BE49-F238E27FC236}">
                <a16:creationId xmlns:a16="http://schemas.microsoft.com/office/drawing/2014/main" id="{A20B5FC2-3BD3-4089-87C8-543EDFB4679E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4_paired_one_to_one_0p3_9081">
            <a:extLst>
              <a:ext uri="{FF2B5EF4-FFF2-40B4-BE49-F238E27FC236}">
                <a16:creationId xmlns:a16="http://schemas.microsoft.com/office/drawing/2014/main" id="{9B936F9D-EABD-44D4-80BB-C0D356CFEF36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9082">
            <a:extLst>
              <a:ext uri="{FF2B5EF4-FFF2-40B4-BE49-F238E27FC236}">
                <a16:creationId xmlns:a16="http://schemas.microsoft.com/office/drawing/2014/main" id="{45B2D7B2-243D-48D3-9F8C-4C83D1012320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4_paired_one_to_one_0p3_9083">
            <a:extLst>
              <a:ext uri="{FF2B5EF4-FFF2-40B4-BE49-F238E27FC236}">
                <a16:creationId xmlns:a16="http://schemas.microsoft.com/office/drawing/2014/main" id="{F8418E20-AAB2-4E7A-8B2D-B587D550F6BF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9084">
            <a:extLst>
              <a:ext uri="{FF2B5EF4-FFF2-40B4-BE49-F238E27FC236}">
                <a16:creationId xmlns:a16="http://schemas.microsoft.com/office/drawing/2014/main" id="{322CD34C-2FEA-4CC3-849E-E2F9C3BF1D00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9085">
            <a:extLst>
              <a:ext uri="{FF2B5EF4-FFF2-40B4-BE49-F238E27FC236}">
                <a16:creationId xmlns:a16="http://schemas.microsoft.com/office/drawing/2014/main" id="{52E1E696-39EE-43DC-9F84-AC83F6AD00ED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4_paired_one_to_one_0p3_9086">
            <a:extLst>
              <a:ext uri="{FF2B5EF4-FFF2-40B4-BE49-F238E27FC236}">
                <a16:creationId xmlns:a16="http://schemas.microsoft.com/office/drawing/2014/main" id="{01E65EA5-DC1C-4E15-A551-7D292EE584C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4_paired_one_to_one_0p3_9087">
            <a:extLst>
              <a:ext uri="{FF2B5EF4-FFF2-40B4-BE49-F238E27FC236}">
                <a16:creationId xmlns:a16="http://schemas.microsoft.com/office/drawing/2014/main" id="{6A4ACDB8-D9DA-4874-AEBD-3E14CBF195C7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4_paired_one_to_one_0p3_9088">
            <a:extLst>
              <a:ext uri="{FF2B5EF4-FFF2-40B4-BE49-F238E27FC236}">
                <a16:creationId xmlns:a16="http://schemas.microsoft.com/office/drawing/2014/main" id="{ABDB28DB-6B42-462E-AF67-6D5AC96D8CBA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4_paired_one_to_one_0p3_9089">
            <a:extLst>
              <a:ext uri="{FF2B5EF4-FFF2-40B4-BE49-F238E27FC236}">
                <a16:creationId xmlns:a16="http://schemas.microsoft.com/office/drawing/2014/main" id="{2CC1E910-C638-4449-9157-1B39E9EE572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4_paired_one_to_one_0p3_9090">
            <a:extLst>
              <a:ext uri="{FF2B5EF4-FFF2-40B4-BE49-F238E27FC236}">
                <a16:creationId xmlns:a16="http://schemas.microsoft.com/office/drawing/2014/main" id="{88023E65-93B7-4771-967F-02FC96AA5BC0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4_paired_one_to_one_0p3_9091">
            <a:extLst>
              <a:ext uri="{FF2B5EF4-FFF2-40B4-BE49-F238E27FC236}">
                <a16:creationId xmlns:a16="http://schemas.microsoft.com/office/drawing/2014/main" id="{89EB550F-99CD-4144-80E2-56EF02FD5B0C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4_paired_one_to_one_0p3_9092">
            <a:extLst>
              <a:ext uri="{FF2B5EF4-FFF2-40B4-BE49-F238E27FC236}">
                <a16:creationId xmlns:a16="http://schemas.microsoft.com/office/drawing/2014/main" id="{F247F4F7-A51B-4F3A-905B-6926E6F621F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4_paired_one_to_one_0p3_9093">
            <a:extLst>
              <a:ext uri="{FF2B5EF4-FFF2-40B4-BE49-F238E27FC236}">
                <a16:creationId xmlns:a16="http://schemas.microsoft.com/office/drawing/2014/main" id="{06B6C11C-E714-4187-A185-228B044C0C46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4_paired_one_to_one_0p3_9094">
            <a:extLst>
              <a:ext uri="{FF2B5EF4-FFF2-40B4-BE49-F238E27FC236}">
                <a16:creationId xmlns:a16="http://schemas.microsoft.com/office/drawing/2014/main" id="{7644D556-5332-4734-BE6E-B3F19AE693D7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4_paired_one_to_one_0p3_9095">
            <a:extLst>
              <a:ext uri="{FF2B5EF4-FFF2-40B4-BE49-F238E27FC236}">
                <a16:creationId xmlns:a16="http://schemas.microsoft.com/office/drawing/2014/main" id="{24409110-57D9-42B4-975B-CC4A69D16D97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4_paired_one_to_one_0p3_9096">
            <a:extLst>
              <a:ext uri="{FF2B5EF4-FFF2-40B4-BE49-F238E27FC236}">
                <a16:creationId xmlns:a16="http://schemas.microsoft.com/office/drawing/2014/main" id="{17CF816A-B9A2-455E-AEB2-DB50A61BCCB5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4_paired_one_to_one_0p3_9097">
            <a:extLst>
              <a:ext uri="{FF2B5EF4-FFF2-40B4-BE49-F238E27FC236}">
                <a16:creationId xmlns:a16="http://schemas.microsoft.com/office/drawing/2014/main" id="{B2765764-4923-4326-AE9B-B03CBE35C20B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4_paired_one_to_one_0p3_9098">
            <a:extLst>
              <a:ext uri="{FF2B5EF4-FFF2-40B4-BE49-F238E27FC236}">
                <a16:creationId xmlns:a16="http://schemas.microsoft.com/office/drawing/2014/main" id="{DD7963AB-1998-454C-B3C9-2F1CCB8BF0B1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4_paired_one_to_one_0p3_9099">
            <a:extLst>
              <a:ext uri="{FF2B5EF4-FFF2-40B4-BE49-F238E27FC236}">
                <a16:creationId xmlns:a16="http://schemas.microsoft.com/office/drawing/2014/main" id="{A8FB64D6-CA0C-4F6D-A935-E5AE8E53E514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4_paired_one_to_one_0p3_9100">
            <a:extLst>
              <a:ext uri="{FF2B5EF4-FFF2-40B4-BE49-F238E27FC236}">
                <a16:creationId xmlns:a16="http://schemas.microsoft.com/office/drawing/2014/main" id="{F106BEF0-4A09-4B78-B99E-870B97CF34FB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4_paired_one_to_one_0p3_9101">
            <a:extLst>
              <a:ext uri="{FF2B5EF4-FFF2-40B4-BE49-F238E27FC236}">
                <a16:creationId xmlns:a16="http://schemas.microsoft.com/office/drawing/2014/main" id="{6D5FFB7E-9748-4FD9-BAA1-352EAC27E61D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4_paired_one_to_one_0p3_9102">
            <a:extLst>
              <a:ext uri="{FF2B5EF4-FFF2-40B4-BE49-F238E27FC236}">
                <a16:creationId xmlns:a16="http://schemas.microsoft.com/office/drawing/2014/main" id="{8DF475FB-D3D1-488C-8243-868032D92DE4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4_paired_one_to_one_0p3_9103">
            <a:extLst>
              <a:ext uri="{FF2B5EF4-FFF2-40B4-BE49-F238E27FC236}">
                <a16:creationId xmlns:a16="http://schemas.microsoft.com/office/drawing/2014/main" id="{B5F85F29-720F-40BB-A53B-D3DD6E897153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4_paired_one_to_one_0p3_9104">
            <a:extLst>
              <a:ext uri="{FF2B5EF4-FFF2-40B4-BE49-F238E27FC236}">
                <a16:creationId xmlns:a16="http://schemas.microsoft.com/office/drawing/2014/main" id="{93703351-AB10-46C2-AD75-C6FE6FAA27DC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4_paired_one_to_one_0p3_9105">
            <a:extLst>
              <a:ext uri="{FF2B5EF4-FFF2-40B4-BE49-F238E27FC236}">
                <a16:creationId xmlns:a16="http://schemas.microsoft.com/office/drawing/2014/main" id="{75EAFA3D-7F42-4402-B0F8-DCF782CBA3B5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4_paired_one_to_one_0p3_9106">
            <a:extLst>
              <a:ext uri="{FF2B5EF4-FFF2-40B4-BE49-F238E27FC236}">
                <a16:creationId xmlns:a16="http://schemas.microsoft.com/office/drawing/2014/main" id="{1A5FC42F-F6BA-43A7-AFA3-C599EADC9957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4_paired_one_to_one_0p3_9107">
            <a:extLst>
              <a:ext uri="{FF2B5EF4-FFF2-40B4-BE49-F238E27FC236}">
                <a16:creationId xmlns:a16="http://schemas.microsoft.com/office/drawing/2014/main" id="{5D33B484-76D3-4034-92F2-B5226AE13F90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4_paired_one_to_one_0p3_9108">
            <a:extLst>
              <a:ext uri="{FF2B5EF4-FFF2-40B4-BE49-F238E27FC236}">
                <a16:creationId xmlns:a16="http://schemas.microsoft.com/office/drawing/2014/main" id="{C778DE8B-6DEB-40CE-9CC2-8D3B55D427BB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4_paired_one_to_one_0p3_9109">
            <a:extLst>
              <a:ext uri="{FF2B5EF4-FFF2-40B4-BE49-F238E27FC236}">
                <a16:creationId xmlns:a16="http://schemas.microsoft.com/office/drawing/2014/main" id="{DDADE496-AA25-4A98-907C-D12D62B32DE4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4_paired_one_to_one_0p3_9110">
            <a:extLst>
              <a:ext uri="{FF2B5EF4-FFF2-40B4-BE49-F238E27FC236}">
                <a16:creationId xmlns:a16="http://schemas.microsoft.com/office/drawing/2014/main" id="{E707D3AC-5F49-4992-A2D6-39781088FE1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4_paired_one_to_one_0p3_9111">
            <a:extLst>
              <a:ext uri="{FF2B5EF4-FFF2-40B4-BE49-F238E27FC236}">
                <a16:creationId xmlns:a16="http://schemas.microsoft.com/office/drawing/2014/main" id="{71ADC874-C382-4A2A-9F01-4532DA454CDD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4_paired_one_to_one_0p3_9112">
            <a:extLst>
              <a:ext uri="{FF2B5EF4-FFF2-40B4-BE49-F238E27FC236}">
                <a16:creationId xmlns:a16="http://schemas.microsoft.com/office/drawing/2014/main" id="{96787BCF-1C3B-44DF-826C-5AFD8A8CA952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4_paired_one_to_one_0p3_9113">
            <a:extLst>
              <a:ext uri="{FF2B5EF4-FFF2-40B4-BE49-F238E27FC236}">
                <a16:creationId xmlns:a16="http://schemas.microsoft.com/office/drawing/2014/main" id="{6CC4AAD5-B69F-4843-8C99-09DC1567C82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4_paired_one_to_one_0p3_9114">
            <a:extLst>
              <a:ext uri="{FF2B5EF4-FFF2-40B4-BE49-F238E27FC236}">
                <a16:creationId xmlns:a16="http://schemas.microsoft.com/office/drawing/2014/main" id="{EB28AD16-DFCE-4EC4-A4CA-37374FC4816E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4_paired_one_to_one_0p3_9115">
            <a:extLst>
              <a:ext uri="{FF2B5EF4-FFF2-40B4-BE49-F238E27FC236}">
                <a16:creationId xmlns:a16="http://schemas.microsoft.com/office/drawing/2014/main" id="{D23F1D42-4261-486B-8E0D-263B6AF72AD4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4_paired_one_to_one_0p3_9116">
            <a:extLst>
              <a:ext uri="{FF2B5EF4-FFF2-40B4-BE49-F238E27FC236}">
                <a16:creationId xmlns:a16="http://schemas.microsoft.com/office/drawing/2014/main" id="{B3E181FA-0718-40F6-B491-0A5EB62F8810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4_paired_one_to_one_0p3_9117">
            <a:extLst>
              <a:ext uri="{FF2B5EF4-FFF2-40B4-BE49-F238E27FC236}">
                <a16:creationId xmlns:a16="http://schemas.microsoft.com/office/drawing/2014/main" id="{693BCBFF-A2DE-4FF1-B84A-1FCBC0AA3582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4_paired_one_to_one_0p3_9118">
            <a:extLst>
              <a:ext uri="{FF2B5EF4-FFF2-40B4-BE49-F238E27FC236}">
                <a16:creationId xmlns:a16="http://schemas.microsoft.com/office/drawing/2014/main" id="{EABDAFBD-903D-4EB4-99FA-D56F7285F314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4_paired_one_to_one_0p3_9119">
            <a:extLst>
              <a:ext uri="{FF2B5EF4-FFF2-40B4-BE49-F238E27FC236}">
                <a16:creationId xmlns:a16="http://schemas.microsoft.com/office/drawing/2014/main" id="{77E392DC-0512-473D-B08A-7593C45738D1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4_paired_one_to_one_0p3_9120">
            <a:extLst>
              <a:ext uri="{FF2B5EF4-FFF2-40B4-BE49-F238E27FC236}">
                <a16:creationId xmlns:a16="http://schemas.microsoft.com/office/drawing/2014/main" id="{2701295D-F1C5-4FD2-AD7D-BB642713935E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4_paired_one_to_one_0p3_9121">
            <a:extLst>
              <a:ext uri="{FF2B5EF4-FFF2-40B4-BE49-F238E27FC236}">
                <a16:creationId xmlns:a16="http://schemas.microsoft.com/office/drawing/2014/main" id="{05B95F83-32F5-410D-BB8A-E4DD70939D2B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4_paired_one_to_one_0p3_9122">
            <a:extLst>
              <a:ext uri="{FF2B5EF4-FFF2-40B4-BE49-F238E27FC236}">
                <a16:creationId xmlns:a16="http://schemas.microsoft.com/office/drawing/2014/main" id="{0A576B5C-7EE3-4BEC-BDF1-BB8EF2C89A3B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4_paired_one_to_one_0p3_9123">
            <a:extLst>
              <a:ext uri="{FF2B5EF4-FFF2-40B4-BE49-F238E27FC236}">
                <a16:creationId xmlns:a16="http://schemas.microsoft.com/office/drawing/2014/main" id="{959FFC4D-3251-43D5-83CE-108B4A1018B3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4_paired_one_to_one_0p3_9124">
            <a:extLst>
              <a:ext uri="{FF2B5EF4-FFF2-40B4-BE49-F238E27FC236}">
                <a16:creationId xmlns:a16="http://schemas.microsoft.com/office/drawing/2014/main" id="{7799F501-59E2-496D-AC35-7B53C63FA755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4_paired_one_to_one_0p3_9125">
            <a:extLst>
              <a:ext uri="{FF2B5EF4-FFF2-40B4-BE49-F238E27FC236}">
                <a16:creationId xmlns:a16="http://schemas.microsoft.com/office/drawing/2014/main" id="{1CD76434-A439-45CD-8E51-CD0718479D1C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4_paired_one_to_one_0p3_9126">
            <a:extLst>
              <a:ext uri="{FF2B5EF4-FFF2-40B4-BE49-F238E27FC236}">
                <a16:creationId xmlns:a16="http://schemas.microsoft.com/office/drawing/2014/main" id="{50392057-C095-4652-9335-3C2E219365E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4_paired_one_to_one_0p3_9127">
            <a:extLst>
              <a:ext uri="{FF2B5EF4-FFF2-40B4-BE49-F238E27FC236}">
                <a16:creationId xmlns:a16="http://schemas.microsoft.com/office/drawing/2014/main" id="{C18FCBF4-62E4-4A4C-AE72-69CBFE7094A7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4_paired_one_to_one_0p3_9128">
            <a:extLst>
              <a:ext uri="{FF2B5EF4-FFF2-40B4-BE49-F238E27FC236}">
                <a16:creationId xmlns:a16="http://schemas.microsoft.com/office/drawing/2014/main" id="{030692E1-3DD5-481E-820C-88574CB73649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4_paired_one_to_one_0p3_9129">
            <a:extLst>
              <a:ext uri="{FF2B5EF4-FFF2-40B4-BE49-F238E27FC236}">
                <a16:creationId xmlns:a16="http://schemas.microsoft.com/office/drawing/2014/main" id="{AE8C7D1F-F3BE-41FF-9F5A-97F7B3562FEE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4_paired_one_to_one_0p3_9130">
            <a:extLst>
              <a:ext uri="{FF2B5EF4-FFF2-40B4-BE49-F238E27FC236}">
                <a16:creationId xmlns:a16="http://schemas.microsoft.com/office/drawing/2014/main" id="{272CE21D-76F1-41B9-B3C4-67ACE1178562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4_paired_one_to_one_0p3_9131">
            <a:extLst>
              <a:ext uri="{FF2B5EF4-FFF2-40B4-BE49-F238E27FC236}">
                <a16:creationId xmlns:a16="http://schemas.microsoft.com/office/drawing/2014/main" id="{1CC8A4D5-299B-4568-BB21-FD0B88A97FD6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4_paired_one_to_one_0p3_9132">
            <a:extLst>
              <a:ext uri="{FF2B5EF4-FFF2-40B4-BE49-F238E27FC236}">
                <a16:creationId xmlns:a16="http://schemas.microsoft.com/office/drawing/2014/main" id="{15F2926D-C9B2-4C8E-A42D-96DCB51D5018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4_paired_one_to_one_0p3_9133">
            <a:extLst>
              <a:ext uri="{FF2B5EF4-FFF2-40B4-BE49-F238E27FC236}">
                <a16:creationId xmlns:a16="http://schemas.microsoft.com/office/drawing/2014/main" id="{A3A393BC-54A5-43F1-B7F9-11CA4552805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4_paired_one_to_one_0p3_9134">
            <a:extLst>
              <a:ext uri="{FF2B5EF4-FFF2-40B4-BE49-F238E27FC236}">
                <a16:creationId xmlns:a16="http://schemas.microsoft.com/office/drawing/2014/main" id="{DCC3D747-054D-4015-BA43-733A8DD59875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4_paired_one_to_one_0p3_9135">
            <a:extLst>
              <a:ext uri="{FF2B5EF4-FFF2-40B4-BE49-F238E27FC236}">
                <a16:creationId xmlns:a16="http://schemas.microsoft.com/office/drawing/2014/main" id="{C20DB864-A2DA-48B1-839E-104EF414174C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4_paired_one_to_one_0p3_9136">
            <a:extLst>
              <a:ext uri="{FF2B5EF4-FFF2-40B4-BE49-F238E27FC236}">
                <a16:creationId xmlns:a16="http://schemas.microsoft.com/office/drawing/2014/main" id="{96C97663-A7E5-40AA-BF7F-B8CBEA8A3349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4_paired_one_to_one_0p3_9137">
            <a:extLst>
              <a:ext uri="{FF2B5EF4-FFF2-40B4-BE49-F238E27FC236}">
                <a16:creationId xmlns:a16="http://schemas.microsoft.com/office/drawing/2014/main" id="{78423675-C1ED-4A09-9F9C-2D0EFF152D2B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4_paired_one_to_one_0p3_9138">
            <a:extLst>
              <a:ext uri="{FF2B5EF4-FFF2-40B4-BE49-F238E27FC236}">
                <a16:creationId xmlns:a16="http://schemas.microsoft.com/office/drawing/2014/main" id="{DF25F82C-03EC-409B-9DBC-6A7D35C48872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4_paired_one_to_one_0p3_9139">
            <a:extLst>
              <a:ext uri="{FF2B5EF4-FFF2-40B4-BE49-F238E27FC236}">
                <a16:creationId xmlns:a16="http://schemas.microsoft.com/office/drawing/2014/main" id="{4BF3D18A-28CA-4E8E-9676-4906CB5B50AF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4_paired_one_to_one_0p3_9140">
            <a:extLst>
              <a:ext uri="{FF2B5EF4-FFF2-40B4-BE49-F238E27FC236}">
                <a16:creationId xmlns:a16="http://schemas.microsoft.com/office/drawing/2014/main" id="{EA40D213-6B8E-4740-84B1-B30DCD0316CE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4_paired_one_to_one_0p3_9141">
            <a:extLst>
              <a:ext uri="{FF2B5EF4-FFF2-40B4-BE49-F238E27FC236}">
                <a16:creationId xmlns:a16="http://schemas.microsoft.com/office/drawing/2014/main" id="{38BEA05A-6ED7-44E2-B93F-E9C5C27340D3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4_paired_one_to_one_0p3_9142">
            <a:extLst>
              <a:ext uri="{FF2B5EF4-FFF2-40B4-BE49-F238E27FC236}">
                <a16:creationId xmlns:a16="http://schemas.microsoft.com/office/drawing/2014/main" id="{6AC4852C-E3AB-4FED-A475-A91D8EB7B7C2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4_paired_one_to_one_0p3_9143">
            <a:extLst>
              <a:ext uri="{FF2B5EF4-FFF2-40B4-BE49-F238E27FC236}">
                <a16:creationId xmlns:a16="http://schemas.microsoft.com/office/drawing/2014/main" id="{909AC0BB-37D2-4AFD-AC14-871B49703212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4_paired_one_to_one_0p3_9144">
            <a:extLst>
              <a:ext uri="{FF2B5EF4-FFF2-40B4-BE49-F238E27FC236}">
                <a16:creationId xmlns:a16="http://schemas.microsoft.com/office/drawing/2014/main" id="{CE6F8ECB-F955-4A49-8E80-337B6769F72E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4_paired_one_to_one_0p3_9145">
            <a:extLst>
              <a:ext uri="{FF2B5EF4-FFF2-40B4-BE49-F238E27FC236}">
                <a16:creationId xmlns:a16="http://schemas.microsoft.com/office/drawing/2014/main" id="{F9BF6DB8-34DB-46E6-B14E-F284332F9F3A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4_paired_one_to_one_0p3_9146">
            <a:extLst>
              <a:ext uri="{FF2B5EF4-FFF2-40B4-BE49-F238E27FC236}">
                <a16:creationId xmlns:a16="http://schemas.microsoft.com/office/drawing/2014/main" id="{4EA6F089-89DF-49FA-8470-63CB87399718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4_paired_one_to_one_0p3_9147">
            <a:extLst>
              <a:ext uri="{FF2B5EF4-FFF2-40B4-BE49-F238E27FC236}">
                <a16:creationId xmlns:a16="http://schemas.microsoft.com/office/drawing/2014/main" id="{D2EFCFFB-E35F-465F-8FD1-035EE1A1F601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4_paired_one_to_one_0p3_9148">
            <a:extLst>
              <a:ext uri="{FF2B5EF4-FFF2-40B4-BE49-F238E27FC236}">
                <a16:creationId xmlns:a16="http://schemas.microsoft.com/office/drawing/2014/main" id="{EF70645D-53AC-4E4D-9527-3462AECB961F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4_paired_one_to_one_0p3_9149">
            <a:extLst>
              <a:ext uri="{FF2B5EF4-FFF2-40B4-BE49-F238E27FC236}">
                <a16:creationId xmlns:a16="http://schemas.microsoft.com/office/drawing/2014/main" id="{AB5EFD7C-AB9F-4C22-974B-83B25EBD1835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4_paired_one_to_one_0p3_9150">
            <a:extLst>
              <a:ext uri="{FF2B5EF4-FFF2-40B4-BE49-F238E27FC236}">
                <a16:creationId xmlns:a16="http://schemas.microsoft.com/office/drawing/2014/main" id="{4BE742A5-0B85-4ED0-B7C1-C9F43AB8D471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4_paired_one_to_one_0p3_9151">
            <a:extLst>
              <a:ext uri="{FF2B5EF4-FFF2-40B4-BE49-F238E27FC236}">
                <a16:creationId xmlns:a16="http://schemas.microsoft.com/office/drawing/2014/main" id="{8D4FBA86-7FB2-4EA2-ACE4-9094A78610DC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4_paired_one_to_one_0p3_9152">
            <a:extLst>
              <a:ext uri="{FF2B5EF4-FFF2-40B4-BE49-F238E27FC236}">
                <a16:creationId xmlns:a16="http://schemas.microsoft.com/office/drawing/2014/main" id="{F9D0CEE2-E640-40C8-BC3D-1D358E4E5393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4_paired_one_to_one_0p3_9153">
            <a:extLst>
              <a:ext uri="{FF2B5EF4-FFF2-40B4-BE49-F238E27FC236}">
                <a16:creationId xmlns:a16="http://schemas.microsoft.com/office/drawing/2014/main" id="{A9085807-4F17-40FC-8060-E790B9844A9D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4_paired_one_to_one_0p3_9154">
            <a:extLst>
              <a:ext uri="{FF2B5EF4-FFF2-40B4-BE49-F238E27FC236}">
                <a16:creationId xmlns:a16="http://schemas.microsoft.com/office/drawing/2014/main" id="{9B62CCF0-14E4-4659-89A7-004D6F62FF67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4_paired_one_to_one_0p3_9155">
            <a:extLst>
              <a:ext uri="{FF2B5EF4-FFF2-40B4-BE49-F238E27FC236}">
                <a16:creationId xmlns:a16="http://schemas.microsoft.com/office/drawing/2014/main" id="{9AEA28D7-3534-4C9E-B94A-875B9E1CF5B3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4_paired_one_to_one_0p3_9156">
            <a:extLst>
              <a:ext uri="{FF2B5EF4-FFF2-40B4-BE49-F238E27FC236}">
                <a16:creationId xmlns:a16="http://schemas.microsoft.com/office/drawing/2014/main" id="{2ECDB2F6-FB56-4A36-97E5-CA1DEEE47022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4_paired_one_to_one_0p3_9157">
            <a:extLst>
              <a:ext uri="{FF2B5EF4-FFF2-40B4-BE49-F238E27FC236}">
                <a16:creationId xmlns:a16="http://schemas.microsoft.com/office/drawing/2014/main" id="{C0A6A5E7-67C8-4931-9216-B878CC00F72A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4_paired_one_to_one_0p3_9158">
            <a:extLst>
              <a:ext uri="{FF2B5EF4-FFF2-40B4-BE49-F238E27FC236}">
                <a16:creationId xmlns:a16="http://schemas.microsoft.com/office/drawing/2014/main" id="{CB2E372F-4B28-4CAA-88FB-37C2D57E7CC9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4_paired_one_to_one_0p3_9159">
            <a:extLst>
              <a:ext uri="{FF2B5EF4-FFF2-40B4-BE49-F238E27FC236}">
                <a16:creationId xmlns:a16="http://schemas.microsoft.com/office/drawing/2014/main" id="{263CAD7F-CFBE-4A9E-8F6D-DE02EAF06350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4_paired_one_to_one_0p3_9160">
            <a:extLst>
              <a:ext uri="{FF2B5EF4-FFF2-40B4-BE49-F238E27FC236}">
                <a16:creationId xmlns:a16="http://schemas.microsoft.com/office/drawing/2014/main" id="{139B3061-3F0D-448E-AF29-727EABBF5F44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4_paired_one_to_one_0p3_9161">
            <a:extLst>
              <a:ext uri="{FF2B5EF4-FFF2-40B4-BE49-F238E27FC236}">
                <a16:creationId xmlns:a16="http://schemas.microsoft.com/office/drawing/2014/main" id="{2253FF4B-7B6E-42DB-94C9-49ACFE3179B0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4_paired_one_to_one_0p3_9162">
            <a:extLst>
              <a:ext uri="{FF2B5EF4-FFF2-40B4-BE49-F238E27FC236}">
                <a16:creationId xmlns:a16="http://schemas.microsoft.com/office/drawing/2014/main" id="{6D3A05DC-6FEA-4D35-A13C-FBDB090E27D0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4_paired_one_to_one_0p3_9163">
            <a:extLst>
              <a:ext uri="{FF2B5EF4-FFF2-40B4-BE49-F238E27FC236}">
                <a16:creationId xmlns:a16="http://schemas.microsoft.com/office/drawing/2014/main" id="{7BDE048C-9F9C-42D8-8374-87CBE8034DD1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4_paired_one_to_one_0p3_9164">
            <a:extLst>
              <a:ext uri="{FF2B5EF4-FFF2-40B4-BE49-F238E27FC236}">
                <a16:creationId xmlns:a16="http://schemas.microsoft.com/office/drawing/2014/main" id="{746FAB63-B262-423D-BEC4-C53D887ABB9E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4_paired_one_to_one_0p3_9165">
            <a:extLst>
              <a:ext uri="{FF2B5EF4-FFF2-40B4-BE49-F238E27FC236}">
                <a16:creationId xmlns:a16="http://schemas.microsoft.com/office/drawing/2014/main" id="{9A5A66CE-AA5E-44E6-BCE6-E0183541A616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4_paired_one_to_one_0p3_9166">
            <a:extLst>
              <a:ext uri="{FF2B5EF4-FFF2-40B4-BE49-F238E27FC236}">
                <a16:creationId xmlns:a16="http://schemas.microsoft.com/office/drawing/2014/main" id="{0925CE06-CA0B-4C35-A62D-9ECF041E8AF5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4_paired_one_to_one_0p3_9167">
            <a:extLst>
              <a:ext uri="{FF2B5EF4-FFF2-40B4-BE49-F238E27FC236}">
                <a16:creationId xmlns:a16="http://schemas.microsoft.com/office/drawing/2014/main" id="{B73C76B2-26BC-4DED-B8B3-9A352445E4F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4_paired_one_to_one_0p3_9168">
            <a:extLst>
              <a:ext uri="{FF2B5EF4-FFF2-40B4-BE49-F238E27FC236}">
                <a16:creationId xmlns:a16="http://schemas.microsoft.com/office/drawing/2014/main" id="{BFA4268B-D221-4B5C-BF43-7476F7C2AC1B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4_paired_one_to_one_0p3_9169">
            <a:extLst>
              <a:ext uri="{FF2B5EF4-FFF2-40B4-BE49-F238E27FC236}">
                <a16:creationId xmlns:a16="http://schemas.microsoft.com/office/drawing/2014/main" id="{0509F556-CBB7-466F-97FE-22E268A16B4A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4_paired_one_to_one_0p3_9170">
            <a:extLst>
              <a:ext uri="{FF2B5EF4-FFF2-40B4-BE49-F238E27FC236}">
                <a16:creationId xmlns:a16="http://schemas.microsoft.com/office/drawing/2014/main" id="{EE531A1B-C4E3-44F2-BE1C-F07A70F3A901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4_paired_one_to_one_0p3_9171">
            <a:extLst>
              <a:ext uri="{FF2B5EF4-FFF2-40B4-BE49-F238E27FC236}">
                <a16:creationId xmlns:a16="http://schemas.microsoft.com/office/drawing/2014/main" id="{EBE16A57-1F37-40D7-8AD0-CABC4A3A0E05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4_paired_one_to_one_0p3_9172">
            <a:extLst>
              <a:ext uri="{FF2B5EF4-FFF2-40B4-BE49-F238E27FC236}">
                <a16:creationId xmlns:a16="http://schemas.microsoft.com/office/drawing/2014/main" id="{7CFEDA17-3A8C-494D-89C4-A33EC1911240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4_paired_one_to_one_0p3_9173">
            <a:extLst>
              <a:ext uri="{FF2B5EF4-FFF2-40B4-BE49-F238E27FC236}">
                <a16:creationId xmlns:a16="http://schemas.microsoft.com/office/drawing/2014/main" id="{A8E22E05-56BB-4BB7-9D22-F575E6F544D0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4_paired_one_to_one_0p3_9174">
            <a:extLst>
              <a:ext uri="{FF2B5EF4-FFF2-40B4-BE49-F238E27FC236}">
                <a16:creationId xmlns:a16="http://schemas.microsoft.com/office/drawing/2014/main" id="{2CC1F411-34CD-4B03-A1A9-A9C068042628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4_paired_one_to_one_0p3_9175">
            <a:extLst>
              <a:ext uri="{FF2B5EF4-FFF2-40B4-BE49-F238E27FC236}">
                <a16:creationId xmlns:a16="http://schemas.microsoft.com/office/drawing/2014/main" id="{0DFB96B1-5F0A-4A22-96AB-C8B127BC29B4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4_paired_one_to_one_0p3_9176">
            <a:extLst>
              <a:ext uri="{FF2B5EF4-FFF2-40B4-BE49-F238E27FC236}">
                <a16:creationId xmlns:a16="http://schemas.microsoft.com/office/drawing/2014/main" id="{3D0C5FDB-9ACA-4D9C-9EE4-04BA63A190CE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4_paired_one_to_one_0p3_9177">
            <a:extLst>
              <a:ext uri="{FF2B5EF4-FFF2-40B4-BE49-F238E27FC236}">
                <a16:creationId xmlns:a16="http://schemas.microsoft.com/office/drawing/2014/main" id="{CA9EAC0D-CA5F-45D8-B60F-545562875246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4_paired_one_to_one_0p3_9178">
            <a:extLst>
              <a:ext uri="{FF2B5EF4-FFF2-40B4-BE49-F238E27FC236}">
                <a16:creationId xmlns:a16="http://schemas.microsoft.com/office/drawing/2014/main" id="{6BCAC911-7741-48EB-BF89-FECFD3AAE49F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4_paired_one_to_one_0p3_9179">
            <a:extLst>
              <a:ext uri="{FF2B5EF4-FFF2-40B4-BE49-F238E27FC236}">
                <a16:creationId xmlns:a16="http://schemas.microsoft.com/office/drawing/2014/main" id="{2542796C-50A7-4602-BBC8-469A8E8EBE49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4_paired_one_to_one_0p3_9180">
            <a:extLst>
              <a:ext uri="{FF2B5EF4-FFF2-40B4-BE49-F238E27FC236}">
                <a16:creationId xmlns:a16="http://schemas.microsoft.com/office/drawing/2014/main" id="{3E88DD48-33A6-47F5-8D7A-0BB02D793EFD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4_paired_one_to_one_0p3_9181">
            <a:extLst>
              <a:ext uri="{FF2B5EF4-FFF2-40B4-BE49-F238E27FC236}">
                <a16:creationId xmlns:a16="http://schemas.microsoft.com/office/drawing/2014/main" id="{E0C7B977-AF72-4F93-9EE7-02C3EB589E2E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4_paired_one_to_one_0p3_9182">
            <a:extLst>
              <a:ext uri="{FF2B5EF4-FFF2-40B4-BE49-F238E27FC236}">
                <a16:creationId xmlns:a16="http://schemas.microsoft.com/office/drawing/2014/main" id="{9AFF0EFF-0CD8-46D4-A687-A8474BC84BD1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4_paired_one_to_one_0p3_9183">
            <a:extLst>
              <a:ext uri="{FF2B5EF4-FFF2-40B4-BE49-F238E27FC236}">
                <a16:creationId xmlns:a16="http://schemas.microsoft.com/office/drawing/2014/main" id="{7193DCE1-DE33-45DE-9B82-197235A1AB07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4_paired_one_to_one_0p3_9184">
            <a:extLst>
              <a:ext uri="{FF2B5EF4-FFF2-40B4-BE49-F238E27FC236}">
                <a16:creationId xmlns:a16="http://schemas.microsoft.com/office/drawing/2014/main" id="{EDC91792-6B67-4A21-9EE2-0AF1745FF7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4_paired_one_to_one_0p3_9185">
            <a:extLst>
              <a:ext uri="{FF2B5EF4-FFF2-40B4-BE49-F238E27FC236}">
                <a16:creationId xmlns:a16="http://schemas.microsoft.com/office/drawing/2014/main" id="{0C089217-07ED-45BD-A554-C975F94427C0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4_paired_one_to_one_0p3_9186">
            <a:extLst>
              <a:ext uri="{FF2B5EF4-FFF2-40B4-BE49-F238E27FC236}">
                <a16:creationId xmlns:a16="http://schemas.microsoft.com/office/drawing/2014/main" id="{7CBEEE8B-FE6E-436A-A832-2FEF33386246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4_paired_one_to_one_0p3_9187">
            <a:extLst>
              <a:ext uri="{FF2B5EF4-FFF2-40B4-BE49-F238E27FC236}">
                <a16:creationId xmlns:a16="http://schemas.microsoft.com/office/drawing/2014/main" id="{9FE06068-17FF-4A93-A58C-91159178DEF6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4_paired_one_to_one_0p3_9188">
            <a:extLst>
              <a:ext uri="{FF2B5EF4-FFF2-40B4-BE49-F238E27FC236}">
                <a16:creationId xmlns:a16="http://schemas.microsoft.com/office/drawing/2014/main" id="{B009B9D3-F6AA-4381-9957-AED95F73EF6E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4_paired_one_to_one_0p3_9189">
            <a:extLst>
              <a:ext uri="{FF2B5EF4-FFF2-40B4-BE49-F238E27FC236}">
                <a16:creationId xmlns:a16="http://schemas.microsoft.com/office/drawing/2014/main" id="{F6CE9985-435F-4582-A92C-896C9CF37593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4_paired_one_to_one_0p3_9190">
            <a:extLst>
              <a:ext uri="{FF2B5EF4-FFF2-40B4-BE49-F238E27FC236}">
                <a16:creationId xmlns:a16="http://schemas.microsoft.com/office/drawing/2014/main" id="{1180690A-9571-4DD1-99FE-709B944F28B1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4_paired_one_to_one_0p3_9191">
            <a:extLst>
              <a:ext uri="{FF2B5EF4-FFF2-40B4-BE49-F238E27FC236}">
                <a16:creationId xmlns:a16="http://schemas.microsoft.com/office/drawing/2014/main" id="{1986F121-6156-4370-9A89-816AAD21A1A6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4_paired_one_to_one_0p3_9192">
            <a:extLst>
              <a:ext uri="{FF2B5EF4-FFF2-40B4-BE49-F238E27FC236}">
                <a16:creationId xmlns:a16="http://schemas.microsoft.com/office/drawing/2014/main" id="{477BEC61-0472-4ED8-ACFE-9F0FBF522214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4_paired_one_to_one_0p3_9193">
            <a:extLst>
              <a:ext uri="{FF2B5EF4-FFF2-40B4-BE49-F238E27FC236}">
                <a16:creationId xmlns:a16="http://schemas.microsoft.com/office/drawing/2014/main" id="{AD7131CA-51F1-4347-8C36-77647ED43980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4_paired_one_to_one_0p3_9194">
            <a:extLst>
              <a:ext uri="{FF2B5EF4-FFF2-40B4-BE49-F238E27FC236}">
                <a16:creationId xmlns:a16="http://schemas.microsoft.com/office/drawing/2014/main" id="{DA567F69-28F9-4896-9C65-36231EE52180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4_paired_one_to_one_0p3_9195">
            <a:extLst>
              <a:ext uri="{FF2B5EF4-FFF2-40B4-BE49-F238E27FC236}">
                <a16:creationId xmlns:a16="http://schemas.microsoft.com/office/drawing/2014/main" id="{B199277F-FA62-473E-8C1B-D285B359037F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4_paired_one_to_one_0p3_9196">
            <a:extLst>
              <a:ext uri="{FF2B5EF4-FFF2-40B4-BE49-F238E27FC236}">
                <a16:creationId xmlns:a16="http://schemas.microsoft.com/office/drawing/2014/main" id="{DAF945CA-BCE7-4C61-AA3D-BA977C2259AF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4_paired_one_to_one_0p3_9197">
            <a:extLst>
              <a:ext uri="{FF2B5EF4-FFF2-40B4-BE49-F238E27FC236}">
                <a16:creationId xmlns:a16="http://schemas.microsoft.com/office/drawing/2014/main" id="{3396C135-56A0-487C-B17E-7E00A2F912E8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4_paired_one_to_one_0p3_9198">
            <a:extLst>
              <a:ext uri="{FF2B5EF4-FFF2-40B4-BE49-F238E27FC236}">
                <a16:creationId xmlns:a16="http://schemas.microsoft.com/office/drawing/2014/main" id="{0C23B08F-3446-4D23-B883-A560C07D4AA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4_paired_one_to_one_0p3_9199">
            <a:extLst>
              <a:ext uri="{FF2B5EF4-FFF2-40B4-BE49-F238E27FC236}">
                <a16:creationId xmlns:a16="http://schemas.microsoft.com/office/drawing/2014/main" id="{F7BE8F6A-3014-4102-AAF5-6534C010629C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4_paired_one_to_one_0p3_9200">
            <a:extLst>
              <a:ext uri="{FF2B5EF4-FFF2-40B4-BE49-F238E27FC236}">
                <a16:creationId xmlns:a16="http://schemas.microsoft.com/office/drawing/2014/main" id="{288AB06C-E654-43AD-B406-C5F6A6BA38DB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4_paired_one_to_one_0p3_9201">
            <a:extLst>
              <a:ext uri="{FF2B5EF4-FFF2-40B4-BE49-F238E27FC236}">
                <a16:creationId xmlns:a16="http://schemas.microsoft.com/office/drawing/2014/main" id="{D8833CEA-FD10-4D41-BDE5-65B810F61073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4_paired_one_to_one_0p3_9202">
            <a:extLst>
              <a:ext uri="{FF2B5EF4-FFF2-40B4-BE49-F238E27FC236}">
                <a16:creationId xmlns:a16="http://schemas.microsoft.com/office/drawing/2014/main" id="{5D4FBD61-EEF8-4462-836D-FBA7C1E0A4B6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4_paired_one_to_one_0p3_9203">
            <a:extLst>
              <a:ext uri="{FF2B5EF4-FFF2-40B4-BE49-F238E27FC236}">
                <a16:creationId xmlns:a16="http://schemas.microsoft.com/office/drawing/2014/main" id="{7D84A495-E837-4E10-9DD3-1E99882303ED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4_paired_one_to_one_0p3_9204">
            <a:extLst>
              <a:ext uri="{FF2B5EF4-FFF2-40B4-BE49-F238E27FC236}">
                <a16:creationId xmlns:a16="http://schemas.microsoft.com/office/drawing/2014/main" id="{9C85B5CF-906C-4265-BA86-EA81B925EDAA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4_paired_one_to_one_0p3_9205">
            <a:extLst>
              <a:ext uri="{FF2B5EF4-FFF2-40B4-BE49-F238E27FC236}">
                <a16:creationId xmlns:a16="http://schemas.microsoft.com/office/drawing/2014/main" id="{4BEA4E82-D37A-4B42-B50F-E131997971E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4_paired_one_to_one_0p3_9206">
            <a:extLst>
              <a:ext uri="{FF2B5EF4-FFF2-40B4-BE49-F238E27FC236}">
                <a16:creationId xmlns:a16="http://schemas.microsoft.com/office/drawing/2014/main" id="{CC5E18C6-3E72-40CD-92FC-4BB8766E31EC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4_paired_one_to_one_0p3_9207">
            <a:extLst>
              <a:ext uri="{FF2B5EF4-FFF2-40B4-BE49-F238E27FC236}">
                <a16:creationId xmlns:a16="http://schemas.microsoft.com/office/drawing/2014/main" id="{7D2AB5CC-1CF5-4D01-B54F-42216F485A34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4_paired_one_to_one_0p3_9208">
            <a:extLst>
              <a:ext uri="{FF2B5EF4-FFF2-40B4-BE49-F238E27FC236}">
                <a16:creationId xmlns:a16="http://schemas.microsoft.com/office/drawing/2014/main" id="{02FE9E1E-A043-4A56-99C5-C0F8BDFEDCE8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4_paired_one_to_one_0p3_9209">
            <a:extLst>
              <a:ext uri="{FF2B5EF4-FFF2-40B4-BE49-F238E27FC236}">
                <a16:creationId xmlns:a16="http://schemas.microsoft.com/office/drawing/2014/main" id="{B022AE18-2391-4237-83BF-81F698F45219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4_paired_one_to_one_0p3_9210">
            <a:extLst>
              <a:ext uri="{FF2B5EF4-FFF2-40B4-BE49-F238E27FC236}">
                <a16:creationId xmlns:a16="http://schemas.microsoft.com/office/drawing/2014/main" id="{E019B9AF-275C-4B1C-BF45-BBCC61A7E40E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4_paired_one_to_one_0p3_9211">
            <a:extLst>
              <a:ext uri="{FF2B5EF4-FFF2-40B4-BE49-F238E27FC236}">
                <a16:creationId xmlns:a16="http://schemas.microsoft.com/office/drawing/2014/main" id="{A8CF88EE-3D63-48E9-995C-742AF3B55304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4_paired_one_to_one_0p3_9212">
            <a:extLst>
              <a:ext uri="{FF2B5EF4-FFF2-40B4-BE49-F238E27FC236}">
                <a16:creationId xmlns:a16="http://schemas.microsoft.com/office/drawing/2014/main" id="{0B5026BB-FF08-4B3B-A234-487708EAF6BA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4_paired_one_to_one_0p3_9213">
            <a:extLst>
              <a:ext uri="{FF2B5EF4-FFF2-40B4-BE49-F238E27FC236}">
                <a16:creationId xmlns:a16="http://schemas.microsoft.com/office/drawing/2014/main" id="{F4F4A800-9435-4E55-ABC9-C05F528E75CF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4_paired_one_to_one_0p3_9214">
            <a:extLst>
              <a:ext uri="{FF2B5EF4-FFF2-40B4-BE49-F238E27FC236}">
                <a16:creationId xmlns:a16="http://schemas.microsoft.com/office/drawing/2014/main" id="{094A4B2C-78D6-4D08-BDB8-E840715533D2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4_paired_one_to_one_0p3_9215">
            <a:extLst>
              <a:ext uri="{FF2B5EF4-FFF2-40B4-BE49-F238E27FC236}">
                <a16:creationId xmlns:a16="http://schemas.microsoft.com/office/drawing/2014/main" id="{AC9BDF87-2D64-4211-AE59-135464B42387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4_paired_one_to_one_0p3_9216">
            <a:extLst>
              <a:ext uri="{FF2B5EF4-FFF2-40B4-BE49-F238E27FC236}">
                <a16:creationId xmlns:a16="http://schemas.microsoft.com/office/drawing/2014/main" id="{A96915E6-5897-401C-9E79-43BFCFD11448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4_paired_one_to_one_0p3_9217">
            <a:extLst>
              <a:ext uri="{FF2B5EF4-FFF2-40B4-BE49-F238E27FC236}">
                <a16:creationId xmlns:a16="http://schemas.microsoft.com/office/drawing/2014/main" id="{A11C72DE-E313-4CD0-BB12-B924BBA8C250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4_paired_one_to_one_0p3_9218">
            <a:extLst>
              <a:ext uri="{FF2B5EF4-FFF2-40B4-BE49-F238E27FC236}">
                <a16:creationId xmlns:a16="http://schemas.microsoft.com/office/drawing/2014/main" id="{21F7BAF1-5024-45C7-BCFF-528F00DFFAE7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4_paired_one_to_one_0p3_9219">
            <a:extLst>
              <a:ext uri="{FF2B5EF4-FFF2-40B4-BE49-F238E27FC236}">
                <a16:creationId xmlns:a16="http://schemas.microsoft.com/office/drawing/2014/main" id="{453280ED-D624-4F74-967E-A24453BA9274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4_paired_one_to_one_0p3_9220">
            <a:extLst>
              <a:ext uri="{FF2B5EF4-FFF2-40B4-BE49-F238E27FC236}">
                <a16:creationId xmlns:a16="http://schemas.microsoft.com/office/drawing/2014/main" id="{4AEA4DCC-BAFD-4DEC-8103-2175CEFFCA27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4_paired_one_to_one_0p3_9221">
            <a:extLst>
              <a:ext uri="{FF2B5EF4-FFF2-40B4-BE49-F238E27FC236}">
                <a16:creationId xmlns:a16="http://schemas.microsoft.com/office/drawing/2014/main" id="{0B9764BF-C935-477D-BC86-FEA82CF51464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4_paired_one_to_one_0p3_9222">
            <a:extLst>
              <a:ext uri="{FF2B5EF4-FFF2-40B4-BE49-F238E27FC236}">
                <a16:creationId xmlns:a16="http://schemas.microsoft.com/office/drawing/2014/main" id="{8787D327-A68C-418F-9BC9-69E4FE7A7B6D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4_paired_one_to_one_0p3_9223">
            <a:extLst>
              <a:ext uri="{FF2B5EF4-FFF2-40B4-BE49-F238E27FC236}">
                <a16:creationId xmlns:a16="http://schemas.microsoft.com/office/drawing/2014/main" id="{E8A5F0D9-48AD-448B-9D6F-D4028F5EE123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4_paired_one_to_one_0p3_9224">
            <a:extLst>
              <a:ext uri="{FF2B5EF4-FFF2-40B4-BE49-F238E27FC236}">
                <a16:creationId xmlns:a16="http://schemas.microsoft.com/office/drawing/2014/main" id="{2F45A658-5A83-4393-B724-2E902E2AEFED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4_paired_one_to_one_0p3_9225">
            <a:extLst>
              <a:ext uri="{FF2B5EF4-FFF2-40B4-BE49-F238E27FC236}">
                <a16:creationId xmlns:a16="http://schemas.microsoft.com/office/drawing/2014/main" id="{42930D0A-509F-49A6-A532-916DA01977A3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4_paired_one_to_one_0p3_9226">
            <a:extLst>
              <a:ext uri="{FF2B5EF4-FFF2-40B4-BE49-F238E27FC236}">
                <a16:creationId xmlns:a16="http://schemas.microsoft.com/office/drawing/2014/main" id="{582DCA61-D90B-4ED5-B0CF-DFB9DE708CAB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4_paired_one_to_one_0p3_9227">
            <a:extLst>
              <a:ext uri="{FF2B5EF4-FFF2-40B4-BE49-F238E27FC236}">
                <a16:creationId xmlns:a16="http://schemas.microsoft.com/office/drawing/2014/main" id="{6FFCC3B5-A3A0-40EA-9FF0-278E6003D740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4_paired_one_to_one_0p3_9228">
            <a:extLst>
              <a:ext uri="{FF2B5EF4-FFF2-40B4-BE49-F238E27FC236}">
                <a16:creationId xmlns:a16="http://schemas.microsoft.com/office/drawing/2014/main" id="{E93731C5-DC42-4E7C-B8B3-EEA8488B8353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4_paired_one_to_one_0p3_9229">
            <a:extLst>
              <a:ext uri="{FF2B5EF4-FFF2-40B4-BE49-F238E27FC236}">
                <a16:creationId xmlns:a16="http://schemas.microsoft.com/office/drawing/2014/main" id="{342360F6-64AA-4E6C-9216-6BCBE325B8E8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4_paired_one_to_one_0p3_9230">
            <a:extLst>
              <a:ext uri="{FF2B5EF4-FFF2-40B4-BE49-F238E27FC236}">
                <a16:creationId xmlns:a16="http://schemas.microsoft.com/office/drawing/2014/main" id="{2DFE4385-5270-4F12-9C93-FFAD01EE6311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4_paired_one_to_one_0p3_9231">
            <a:extLst>
              <a:ext uri="{FF2B5EF4-FFF2-40B4-BE49-F238E27FC236}">
                <a16:creationId xmlns:a16="http://schemas.microsoft.com/office/drawing/2014/main" id="{F7F72E74-A30B-4225-9A70-51526731DC99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4_paired_one_to_one_0p3_9232">
            <a:extLst>
              <a:ext uri="{FF2B5EF4-FFF2-40B4-BE49-F238E27FC236}">
                <a16:creationId xmlns:a16="http://schemas.microsoft.com/office/drawing/2014/main" id="{45F5E995-1740-4A35-B053-6B47C3C1F210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4_paired_one_to_one_0p3_9233">
            <a:extLst>
              <a:ext uri="{FF2B5EF4-FFF2-40B4-BE49-F238E27FC236}">
                <a16:creationId xmlns:a16="http://schemas.microsoft.com/office/drawing/2014/main" id="{C8E3F798-605E-4F67-BA94-C66CB4AFCE99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4_paired_one_to_one_0p3_9234">
            <a:extLst>
              <a:ext uri="{FF2B5EF4-FFF2-40B4-BE49-F238E27FC236}">
                <a16:creationId xmlns:a16="http://schemas.microsoft.com/office/drawing/2014/main" id="{8F4A4BC1-249C-4550-9494-DF69BC8C4E68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4_paired_one_to_one_0p3_9235">
            <a:extLst>
              <a:ext uri="{FF2B5EF4-FFF2-40B4-BE49-F238E27FC236}">
                <a16:creationId xmlns:a16="http://schemas.microsoft.com/office/drawing/2014/main" id="{2B53C4A7-437E-4AC8-BC02-5D0B47EC9527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4_paired_one_to_one_0p3_9236">
            <a:extLst>
              <a:ext uri="{FF2B5EF4-FFF2-40B4-BE49-F238E27FC236}">
                <a16:creationId xmlns:a16="http://schemas.microsoft.com/office/drawing/2014/main" id="{4026871C-04F7-4EED-837B-E0FC0406B0FC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4_paired_one_to_one_0p3_9237">
            <a:extLst>
              <a:ext uri="{FF2B5EF4-FFF2-40B4-BE49-F238E27FC236}">
                <a16:creationId xmlns:a16="http://schemas.microsoft.com/office/drawing/2014/main" id="{88CD2378-FA6F-49B9-B636-83F9EF63A356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4_paired_one_to_one_0p3_9238">
            <a:extLst>
              <a:ext uri="{FF2B5EF4-FFF2-40B4-BE49-F238E27FC236}">
                <a16:creationId xmlns:a16="http://schemas.microsoft.com/office/drawing/2014/main" id="{062AC414-CA36-4B05-95B3-4335C0F46741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4_paired_one_to_one_0p3_9239">
            <a:extLst>
              <a:ext uri="{FF2B5EF4-FFF2-40B4-BE49-F238E27FC236}">
                <a16:creationId xmlns:a16="http://schemas.microsoft.com/office/drawing/2014/main" id="{E48D74AF-03CB-4722-A925-A834CC64ADD8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4_paired_one_to_one_0p3_9240">
            <a:extLst>
              <a:ext uri="{FF2B5EF4-FFF2-40B4-BE49-F238E27FC236}">
                <a16:creationId xmlns:a16="http://schemas.microsoft.com/office/drawing/2014/main" id="{5C6CF892-351F-4917-AA84-AD1087247543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4_paired_one_to_one_0p3_9241">
            <a:extLst>
              <a:ext uri="{FF2B5EF4-FFF2-40B4-BE49-F238E27FC236}">
                <a16:creationId xmlns:a16="http://schemas.microsoft.com/office/drawing/2014/main" id="{5308F42F-3C9C-436B-9719-839DD6913B6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4_paired_one_to_one_0p3_9242">
            <a:extLst>
              <a:ext uri="{FF2B5EF4-FFF2-40B4-BE49-F238E27FC236}">
                <a16:creationId xmlns:a16="http://schemas.microsoft.com/office/drawing/2014/main" id="{5DC6AF2A-6302-4C48-9D56-DE8D39EAF6AA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4_paired_one_to_one_0p3_9243">
            <a:extLst>
              <a:ext uri="{FF2B5EF4-FFF2-40B4-BE49-F238E27FC236}">
                <a16:creationId xmlns:a16="http://schemas.microsoft.com/office/drawing/2014/main" id="{A1C9A1C7-0710-4E05-91D4-5E31000B3EE1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4_paired_one_to_one_0p3_9244">
            <a:extLst>
              <a:ext uri="{FF2B5EF4-FFF2-40B4-BE49-F238E27FC236}">
                <a16:creationId xmlns:a16="http://schemas.microsoft.com/office/drawing/2014/main" id="{93A866DD-4AEE-4BE1-8092-D9BEF4DE02A9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4_paired_one_to_one_0p3_9245">
            <a:extLst>
              <a:ext uri="{FF2B5EF4-FFF2-40B4-BE49-F238E27FC236}">
                <a16:creationId xmlns:a16="http://schemas.microsoft.com/office/drawing/2014/main" id="{6CA83BB4-1BA4-4088-8C6F-41D971A1D64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4_paired_one_to_one_0p3_9246">
            <a:extLst>
              <a:ext uri="{FF2B5EF4-FFF2-40B4-BE49-F238E27FC236}">
                <a16:creationId xmlns:a16="http://schemas.microsoft.com/office/drawing/2014/main" id="{0741FF7C-2171-4D7D-9BF3-DE6F52764DDA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4_paired_one_to_one_0p3_9247">
            <a:extLst>
              <a:ext uri="{FF2B5EF4-FFF2-40B4-BE49-F238E27FC236}">
                <a16:creationId xmlns:a16="http://schemas.microsoft.com/office/drawing/2014/main" id="{AAA7866E-F040-4812-9332-3B7E1E402439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4_paired_one_to_one_0p3_9248">
            <a:extLst>
              <a:ext uri="{FF2B5EF4-FFF2-40B4-BE49-F238E27FC236}">
                <a16:creationId xmlns:a16="http://schemas.microsoft.com/office/drawing/2014/main" id="{AFA27CFF-9308-4E0A-A781-25DF7CB9C404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4_paired_one_to_one_0p3_9249">
            <a:extLst>
              <a:ext uri="{FF2B5EF4-FFF2-40B4-BE49-F238E27FC236}">
                <a16:creationId xmlns:a16="http://schemas.microsoft.com/office/drawing/2014/main" id="{AC1B9A27-65E2-4BFB-A4B8-1ADAEC9E7B2F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4_paired_one_to_one_0p3_9250">
            <a:extLst>
              <a:ext uri="{FF2B5EF4-FFF2-40B4-BE49-F238E27FC236}">
                <a16:creationId xmlns:a16="http://schemas.microsoft.com/office/drawing/2014/main" id="{0AEB5376-C751-4813-A8D7-EB06B9C70F2B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4_paired_one_to_one_0p3_9251">
            <a:extLst>
              <a:ext uri="{FF2B5EF4-FFF2-40B4-BE49-F238E27FC236}">
                <a16:creationId xmlns:a16="http://schemas.microsoft.com/office/drawing/2014/main" id="{3C06E10A-F395-4DFD-8CE2-B7F375799C47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4_paired_one_to_one_0p3_9252">
            <a:extLst>
              <a:ext uri="{FF2B5EF4-FFF2-40B4-BE49-F238E27FC236}">
                <a16:creationId xmlns:a16="http://schemas.microsoft.com/office/drawing/2014/main" id="{8BD19BBD-9E6A-4E3F-B6BD-803D2958A177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4_paired_one_to_one_0p3_9253">
            <a:extLst>
              <a:ext uri="{FF2B5EF4-FFF2-40B4-BE49-F238E27FC236}">
                <a16:creationId xmlns:a16="http://schemas.microsoft.com/office/drawing/2014/main" id="{8B193233-A210-4EBF-B07F-0A5BABA34BD1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4_paired_one_to_one_0p3_9254">
            <a:extLst>
              <a:ext uri="{FF2B5EF4-FFF2-40B4-BE49-F238E27FC236}">
                <a16:creationId xmlns:a16="http://schemas.microsoft.com/office/drawing/2014/main" id="{C822C904-2135-4EDE-BF28-5F1066D54C4C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4_paired_one_to_one_0p3_9255">
            <a:extLst>
              <a:ext uri="{FF2B5EF4-FFF2-40B4-BE49-F238E27FC236}">
                <a16:creationId xmlns:a16="http://schemas.microsoft.com/office/drawing/2014/main" id="{B355FDCF-3F8E-40B5-9BCD-BAE01CF0BDD4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4_paired_one_to_one_0p3_9256">
            <a:extLst>
              <a:ext uri="{FF2B5EF4-FFF2-40B4-BE49-F238E27FC236}">
                <a16:creationId xmlns:a16="http://schemas.microsoft.com/office/drawing/2014/main" id="{E0802462-8E4B-4C16-B870-DA1E62D0EAC1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4_paired_one_to_one_0p3_9257">
            <a:extLst>
              <a:ext uri="{FF2B5EF4-FFF2-40B4-BE49-F238E27FC236}">
                <a16:creationId xmlns:a16="http://schemas.microsoft.com/office/drawing/2014/main" id="{F4587F36-92DC-4D99-89A5-BAD52DD056E6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4_paired_one_to_one_0p3_9258">
            <a:extLst>
              <a:ext uri="{FF2B5EF4-FFF2-40B4-BE49-F238E27FC236}">
                <a16:creationId xmlns:a16="http://schemas.microsoft.com/office/drawing/2014/main" id="{F1E3DB0B-8E7D-4B77-A32C-7BF37A6C4702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4_paired_one_to_one_0p3_9259">
            <a:extLst>
              <a:ext uri="{FF2B5EF4-FFF2-40B4-BE49-F238E27FC236}">
                <a16:creationId xmlns:a16="http://schemas.microsoft.com/office/drawing/2014/main" id="{D4C77FDE-624A-43FE-99AE-730904D8198A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4_paired_one_to_one_0p3_9260">
            <a:extLst>
              <a:ext uri="{FF2B5EF4-FFF2-40B4-BE49-F238E27FC236}">
                <a16:creationId xmlns:a16="http://schemas.microsoft.com/office/drawing/2014/main" id="{D6DD3615-0946-4A17-9489-89308181AD7D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4_paired_one_to_one_0p3_9261">
            <a:extLst>
              <a:ext uri="{FF2B5EF4-FFF2-40B4-BE49-F238E27FC236}">
                <a16:creationId xmlns:a16="http://schemas.microsoft.com/office/drawing/2014/main" id="{490B87CC-EF2D-4D86-B53E-9FCA6E56943D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4_paired_one_to_one_0p3_9262">
            <a:extLst>
              <a:ext uri="{FF2B5EF4-FFF2-40B4-BE49-F238E27FC236}">
                <a16:creationId xmlns:a16="http://schemas.microsoft.com/office/drawing/2014/main" id="{FC7E5A55-6DBC-41E7-99DE-D9FBE56D19A5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4_paired_one_to_one_0p3_9263">
            <a:extLst>
              <a:ext uri="{FF2B5EF4-FFF2-40B4-BE49-F238E27FC236}">
                <a16:creationId xmlns:a16="http://schemas.microsoft.com/office/drawing/2014/main" id="{DE4AD592-7561-4437-AB54-412EF82065C9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4_paired_one_to_one_0p3_9264">
            <a:extLst>
              <a:ext uri="{FF2B5EF4-FFF2-40B4-BE49-F238E27FC236}">
                <a16:creationId xmlns:a16="http://schemas.microsoft.com/office/drawing/2014/main" id="{10B46B25-6C1C-4343-BB85-159B21AF1AB3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4_paired_one_to_one_0p3_9265">
            <a:extLst>
              <a:ext uri="{FF2B5EF4-FFF2-40B4-BE49-F238E27FC236}">
                <a16:creationId xmlns:a16="http://schemas.microsoft.com/office/drawing/2014/main" id="{225B38AB-BC5C-4B68-96D9-E207B210DE20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4_paired_one_to_one_0p3_9266">
            <a:extLst>
              <a:ext uri="{FF2B5EF4-FFF2-40B4-BE49-F238E27FC236}">
                <a16:creationId xmlns:a16="http://schemas.microsoft.com/office/drawing/2014/main" id="{04356E76-57BD-4352-BECE-61FD1611C24D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4_paired_one_to_one_0p3_9267">
            <a:extLst>
              <a:ext uri="{FF2B5EF4-FFF2-40B4-BE49-F238E27FC236}">
                <a16:creationId xmlns:a16="http://schemas.microsoft.com/office/drawing/2014/main" id="{8FAB81FD-279E-4DF7-81DC-B8F785325BAD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4_paired_one_to_one_0p3_9268">
            <a:extLst>
              <a:ext uri="{FF2B5EF4-FFF2-40B4-BE49-F238E27FC236}">
                <a16:creationId xmlns:a16="http://schemas.microsoft.com/office/drawing/2014/main" id="{D3BB61AF-7E0D-4154-87A0-343E641BD96D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4_paired_one_to_one_0p3_9269">
            <a:extLst>
              <a:ext uri="{FF2B5EF4-FFF2-40B4-BE49-F238E27FC236}">
                <a16:creationId xmlns:a16="http://schemas.microsoft.com/office/drawing/2014/main" id="{0DA1B3C2-EEAB-409A-A7F6-4E77D7E42513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4_paired_one_to_one_0p3_9270">
            <a:extLst>
              <a:ext uri="{FF2B5EF4-FFF2-40B4-BE49-F238E27FC236}">
                <a16:creationId xmlns:a16="http://schemas.microsoft.com/office/drawing/2014/main" id="{EF800211-764D-4A13-814C-F63966045E01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4_paired_one_to_one_0p3_9271">
            <a:extLst>
              <a:ext uri="{FF2B5EF4-FFF2-40B4-BE49-F238E27FC236}">
                <a16:creationId xmlns:a16="http://schemas.microsoft.com/office/drawing/2014/main" id="{DE9190EA-A65D-48AD-B4C0-2B559F8751DA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4_paired_one_to_one_0p3_9272">
            <a:extLst>
              <a:ext uri="{FF2B5EF4-FFF2-40B4-BE49-F238E27FC236}">
                <a16:creationId xmlns:a16="http://schemas.microsoft.com/office/drawing/2014/main" id="{67550DD9-FE88-43A1-B753-A0F4AF9F8B95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4_paired_one_to_one_0p3_9273">
            <a:extLst>
              <a:ext uri="{FF2B5EF4-FFF2-40B4-BE49-F238E27FC236}">
                <a16:creationId xmlns:a16="http://schemas.microsoft.com/office/drawing/2014/main" id="{E579CFA3-2E71-42F5-BEBD-2B766C74BF90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4_paired_one_to_one_0p3_9274">
            <a:extLst>
              <a:ext uri="{FF2B5EF4-FFF2-40B4-BE49-F238E27FC236}">
                <a16:creationId xmlns:a16="http://schemas.microsoft.com/office/drawing/2014/main" id="{5ADD462F-B443-407E-B1FB-001B897F09A9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4_paired_one_to_one_0p3_9275">
            <a:extLst>
              <a:ext uri="{FF2B5EF4-FFF2-40B4-BE49-F238E27FC236}">
                <a16:creationId xmlns:a16="http://schemas.microsoft.com/office/drawing/2014/main" id="{8A870582-E005-4B3E-BF2E-4F657F39B061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4_paired_one_to_one_0p3_9276">
            <a:extLst>
              <a:ext uri="{FF2B5EF4-FFF2-40B4-BE49-F238E27FC236}">
                <a16:creationId xmlns:a16="http://schemas.microsoft.com/office/drawing/2014/main" id="{9D11A244-89CB-4E8F-BB67-392ED34048A5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4_paired_one_to_one_0p3_9277">
            <a:extLst>
              <a:ext uri="{FF2B5EF4-FFF2-40B4-BE49-F238E27FC236}">
                <a16:creationId xmlns:a16="http://schemas.microsoft.com/office/drawing/2014/main" id="{8A85635A-DAB5-4DF6-B4AA-A3220780E8F0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4_paired_one_to_one_0p3_9278">
            <a:extLst>
              <a:ext uri="{FF2B5EF4-FFF2-40B4-BE49-F238E27FC236}">
                <a16:creationId xmlns:a16="http://schemas.microsoft.com/office/drawing/2014/main" id="{44365298-DCB3-4826-B739-3EE564C69B1D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4_paired_one_to_one_0p3_9279">
            <a:extLst>
              <a:ext uri="{FF2B5EF4-FFF2-40B4-BE49-F238E27FC236}">
                <a16:creationId xmlns:a16="http://schemas.microsoft.com/office/drawing/2014/main" id="{70DB6D43-0371-459F-B935-676DE947A0B6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4_paired_one_to_one_0p3_9280">
            <a:extLst>
              <a:ext uri="{FF2B5EF4-FFF2-40B4-BE49-F238E27FC236}">
                <a16:creationId xmlns:a16="http://schemas.microsoft.com/office/drawing/2014/main" id="{BF005A19-820D-4C67-B20B-567E9CFC77AB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4_paired_one_to_one_0p3_9281">
            <a:extLst>
              <a:ext uri="{FF2B5EF4-FFF2-40B4-BE49-F238E27FC236}">
                <a16:creationId xmlns:a16="http://schemas.microsoft.com/office/drawing/2014/main" id="{92FE08C4-ED4B-4F6D-808C-D8F994894528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4_paired_one_to_one_0p3_9282">
            <a:extLst>
              <a:ext uri="{FF2B5EF4-FFF2-40B4-BE49-F238E27FC236}">
                <a16:creationId xmlns:a16="http://schemas.microsoft.com/office/drawing/2014/main" id="{ABB9F841-1B6A-4872-93A1-11EEF5F47B4A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4_paired_one_to_one_0p3_9283">
            <a:extLst>
              <a:ext uri="{FF2B5EF4-FFF2-40B4-BE49-F238E27FC236}">
                <a16:creationId xmlns:a16="http://schemas.microsoft.com/office/drawing/2014/main" id="{6784D40B-CB43-4BB1-BE95-CE8CE76CBE98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4_paired_one_to_one_0p3_9284">
            <a:extLst>
              <a:ext uri="{FF2B5EF4-FFF2-40B4-BE49-F238E27FC236}">
                <a16:creationId xmlns:a16="http://schemas.microsoft.com/office/drawing/2014/main" id="{332513B6-C349-468D-9AA3-AF9EDEED7F1C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4_paired_one_to_one_0p3_9285">
            <a:extLst>
              <a:ext uri="{FF2B5EF4-FFF2-40B4-BE49-F238E27FC236}">
                <a16:creationId xmlns:a16="http://schemas.microsoft.com/office/drawing/2014/main" id="{2320FF1F-56E9-4A01-81BD-A569B9F5B1D2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4_paired_one_to_one_0p3_9286">
            <a:extLst>
              <a:ext uri="{FF2B5EF4-FFF2-40B4-BE49-F238E27FC236}">
                <a16:creationId xmlns:a16="http://schemas.microsoft.com/office/drawing/2014/main" id="{2BCCFFBA-010D-42F2-9754-934F558A1856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4_paired_one_to_one_0p3_9287">
            <a:extLst>
              <a:ext uri="{FF2B5EF4-FFF2-40B4-BE49-F238E27FC236}">
                <a16:creationId xmlns:a16="http://schemas.microsoft.com/office/drawing/2014/main" id="{6507BCC6-32FC-465A-A3EC-9044DDF4D1D3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4_paired_one_to_one_0p3_9288">
            <a:extLst>
              <a:ext uri="{FF2B5EF4-FFF2-40B4-BE49-F238E27FC236}">
                <a16:creationId xmlns:a16="http://schemas.microsoft.com/office/drawing/2014/main" id="{DE514F1E-B0EA-4286-9BFD-089410C7CC37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4_paired_one_to_one_0p3_9289">
            <a:extLst>
              <a:ext uri="{FF2B5EF4-FFF2-40B4-BE49-F238E27FC236}">
                <a16:creationId xmlns:a16="http://schemas.microsoft.com/office/drawing/2014/main" id="{AEAA1A55-0F93-41B8-8CF6-E82955AA6F72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4_paired_one_to_one_0p3_9290">
            <a:extLst>
              <a:ext uri="{FF2B5EF4-FFF2-40B4-BE49-F238E27FC236}">
                <a16:creationId xmlns:a16="http://schemas.microsoft.com/office/drawing/2014/main" id="{34881236-FC9B-42DD-AF08-F6534C6AF335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4_paired_one_to_one_0p3_9291">
            <a:extLst>
              <a:ext uri="{FF2B5EF4-FFF2-40B4-BE49-F238E27FC236}">
                <a16:creationId xmlns:a16="http://schemas.microsoft.com/office/drawing/2014/main" id="{B5A39350-FB71-41AA-AD2F-DC7A47856CA9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4_paired_one_to_one_0p3_9292">
            <a:extLst>
              <a:ext uri="{FF2B5EF4-FFF2-40B4-BE49-F238E27FC236}">
                <a16:creationId xmlns:a16="http://schemas.microsoft.com/office/drawing/2014/main" id="{C2F2ADEC-BDF1-45F4-B142-21C63F9937DB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4_paired_one_to_one_0p3_9293">
            <a:extLst>
              <a:ext uri="{FF2B5EF4-FFF2-40B4-BE49-F238E27FC236}">
                <a16:creationId xmlns:a16="http://schemas.microsoft.com/office/drawing/2014/main" id="{375D8E21-8AAB-454B-8FB4-53C1697E6A84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4_paired_one_to_one_0p3_9294">
            <a:extLst>
              <a:ext uri="{FF2B5EF4-FFF2-40B4-BE49-F238E27FC236}">
                <a16:creationId xmlns:a16="http://schemas.microsoft.com/office/drawing/2014/main" id="{94E04E07-5748-40C3-A4B9-7D6B68C1799E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4_paired_one_to_one_0p3_9295">
            <a:extLst>
              <a:ext uri="{FF2B5EF4-FFF2-40B4-BE49-F238E27FC236}">
                <a16:creationId xmlns:a16="http://schemas.microsoft.com/office/drawing/2014/main" id="{A77DAC17-EBDE-477D-BD63-FCCAD653C462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4_paired_one_to_one_0p3_9296">
            <a:extLst>
              <a:ext uri="{FF2B5EF4-FFF2-40B4-BE49-F238E27FC236}">
                <a16:creationId xmlns:a16="http://schemas.microsoft.com/office/drawing/2014/main" id="{CF876591-04A0-4653-9B8A-A3CAC1052549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4_paired_one_to_one_0p3_9297">
            <a:extLst>
              <a:ext uri="{FF2B5EF4-FFF2-40B4-BE49-F238E27FC236}">
                <a16:creationId xmlns:a16="http://schemas.microsoft.com/office/drawing/2014/main" id="{CC383109-3DA4-4478-9223-5273C78B5500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4_paired_one_to_one_0p3_9298">
            <a:extLst>
              <a:ext uri="{FF2B5EF4-FFF2-40B4-BE49-F238E27FC236}">
                <a16:creationId xmlns:a16="http://schemas.microsoft.com/office/drawing/2014/main" id="{26B4D941-DA92-416C-A3E9-402F7709943B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4_paired_one_to_one_0p3_9299">
            <a:extLst>
              <a:ext uri="{FF2B5EF4-FFF2-40B4-BE49-F238E27FC236}">
                <a16:creationId xmlns:a16="http://schemas.microsoft.com/office/drawing/2014/main" id="{0EFDA1EC-D3C6-4BF5-B871-5D5A6B1A2BF9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4_paired_one_to_one_0p3_9300">
            <a:extLst>
              <a:ext uri="{FF2B5EF4-FFF2-40B4-BE49-F238E27FC236}">
                <a16:creationId xmlns:a16="http://schemas.microsoft.com/office/drawing/2014/main" id="{29FBDE4D-4BAA-47C5-A936-A4803C4C3903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4_paired_one_to_one_0p3_9301">
            <a:extLst>
              <a:ext uri="{FF2B5EF4-FFF2-40B4-BE49-F238E27FC236}">
                <a16:creationId xmlns:a16="http://schemas.microsoft.com/office/drawing/2014/main" id="{33FB4E47-E9E0-430A-B59D-57B87BB891F3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4_paired_one_to_one_0p3_9302">
            <a:extLst>
              <a:ext uri="{FF2B5EF4-FFF2-40B4-BE49-F238E27FC236}">
                <a16:creationId xmlns:a16="http://schemas.microsoft.com/office/drawing/2014/main" id="{7C8D5C16-7C79-4AD8-A467-A1AC1A1710BA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4_paired_one_to_one_0p3_9303">
            <a:extLst>
              <a:ext uri="{FF2B5EF4-FFF2-40B4-BE49-F238E27FC236}">
                <a16:creationId xmlns:a16="http://schemas.microsoft.com/office/drawing/2014/main" id="{6A808487-09FB-439C-BE38-0270B836C576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4_paired_one_to_one_0p3_9304">
            <a:extLst>
              <a:ext uri="{FF2B5EF4-FFF2-40B4-BE49-F238E27FC236}">
                <a16:creationId xmlns:a16="http://schemas.microsoft.com/office/drawing/2014/main" id="{EF75B01C-48D5-4694-ACD7-8975489842CB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4_paired_one_to_one_0p3_9305">
            <a:extLst>
              <a:ext uri="{FF2B5EF4-FFF2-40B4-BE49-F238E27FC236}">
                <a16:creationId xmlns:a16="http://schemas.microsoft.com/office/drawing/2014/main" id="{2F321955-678D-4AFA-9005-01A6B06078B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4_paired_one_to_one_0p3_9306">
            <a:extLst>
              <a:ext uri="{FF2B5EF4-FFF2-40B4-BE49-F238E27FC236}">
                <a16:creationId xmlns:a16="http://schemas.microsoft.com/office/drawing/2014/main" id="{174F5E0F-A38A-40B4-BE34-DB88B455119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4_paired_one_to_one_0p3_9307">
            <a:extLst>
              <a:ext uri="{FF2B5EF4-FFF2-40B4-BE49-F238E27FC236}">
                <a16:creationId xmlns:a16="http://schemas.microsoft.com/office/drawing/2014/main" id="{76489D12-B7CA-40B8-B2C1-389B295CAAA5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4_paired_one_to_one_0p3_9308">
            <a:extLst>
              <a:ext uri="{FF2B5EF4-FFF2-40B4-BE49-F238E27FC236}">
                <a16:creationId xmlns:a16="http://schemas.microsoft.com/office/drawing/2014/main" id="{CCD17FA3-44D6-4073-8028-7F914D1F22DC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4_paired_one_to_one_0p3_9309">
            <a:extLst>
              <a:ext uri="{FF2B5EF4-FFF2-40B4-BE49-F238E27FC236}">
                <a16:creationId xmlns:a16="http://schemas.microsoft.com/office/drawing/2014/main" id="{1CD06D97-9946-4B67-96EA-9BE3C720A877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4_paired_one_to_one_0p3_9310">
            <a:extLst>
              <a:ext uri="{FF2B5EF4-FFF2-40B4-BE49-F238E27FC236}">
                <a16:creationId xmlns:a16="http://schemas.microsoft.com/office/drawing/2014/main" id="{C5D7633F-EDD7-49FE-87D1-41425FA89B95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4_paired_one_to_one_0p3_9311">
            <a:extLst>
              <a:ext uri="{FF2B5EF4-FFF2-40B4-BE49-F238E27FC236}">
                <a16:creationId xmlns:a16="http://schemas.microsoft.com/office/drawing/2014/main" id="{BCF4AF5D-E154-4646-BC00-6B3CD8F2E4C2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4_paired_one_to_one_0p3_9312">
            <a:extLst>
              <a:ext uri="{FF2B5EF4-FFF2-40B4-BE49-F238E27FC236}">
                <a16:creationId xmlns:a16="http://schemas.microsoft.com/office/drawing/2014/main" id="{A460D50B-43D4-4948-AC7D-75E86C348952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4_paired_one_to_one_0p3_9313">
            <a:extLst>
              <a:ext uri="{FF2B5EF4-FFF2-40B4-BE49-F238E27FC236}">
                <a16:creationId xmlns:a16="http://schemas.microsoft.com/office/drawing/2014/main" id="{05EEE040-37B2-4911-BD36-4AE28F1C7476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4_paired_one_to_one_0p3_9314">
            <a:extLst>
              <a:ext uri="{FF2B5EF4-FFF2-40B4-BE49-F238E27FC236}">
                <a16:creationId xmlns:a16="http://schemas.microsoft.com/office/drawing/2014/main" id="{D8307434-8AD1-4184-BE07-D47A9A5C5CE9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4_paired_one_to_one_0p3_9315">
            <a:extLst>
              <a:ext uri="{FF2B5EF4-FFF2-40B4-BE49-F238E27FC236}">
                <a16:creationId xmlns:a16="http://schemas.microsoft.com/office/drawing/2014/main" id="{50E0B321-2403-4853-BE69-ADDC66E9E21B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4_paired_one_to_one_0p3_9316">
            <a:extLst>
              <a:ext uri="{FF2B5EF4-FFF2-40B4-BE49-F238E27FC236}">
                <a16:creationId xmlns:a16="http://schemas.microsoft.com/office/drawing/2014/main" id="{FB697524-D010-4981-8E80-5886DF45ACAB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4_paired_one_to_one_0p3_9317">
            <a:extLst>
              <a:ext uri="{FF2B5EF4-FFF2-40B4-BE49-F238E27FC236}">
                <a16:creationId xmlns:a16="http://schemas.microsoft.com/office/drawing/2014/main" id="{54BEE81D-91B1-4F5E-A187-785874EE4A1A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4_paired_one_to_one_0p3_9318">
            <a:extLst>
              <a:ext uri="{FF2B5EF4-FFF2-40B4-BE49-F238E27FC236}">
                <a16:creationId xmlns:a16="http://schemas.microsoft.com/office/drawing/2014/main" id="{C583E068-58D0-49D6-9347-8C0F8BD95D21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4_paired_one_to_one_0p3_9319">
            <a:extLst>
              <a:ext uri="{FF2B5EF4-FFF2-40B4-BE49-F238E27FC236}">
                <a16:creationId xmlns:a16="http://schemas.microsoft.com/office/drawing/2014/main" id="{6C25EB7D-A952-4257-AB22-90E1A8419394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4_paired_one_to_one_0p3_9320">
            <a:extLst>
              <a:ext uri="{FF2B5EF4-FFF2-40B4-BE49-F238E27FC236}">
                <a16:creationId xmlns:a16="http://schemas.microsoft.com/office/drawing/2014/main" id="{5D6C64A5-C3A7-4584-91BC-DBF099DDFDF9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4_paired_one_to_one_0p3_9321">
            <a:extLst>
              <a:ext uri="{FF2B5EF4-FFF2-40B4-BE49-F238E27FC236}">
                <a16:creationId xmlns:a16="http://schemas.microsoft.com/office/drawing/2014/main" id="{6E502F1A-5CC8-4BED-8716-B4378447DB17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4_paired_one_to_one_0p3_9322">
            <a:extLst>
              <a:ext uri="{FF2B5EF4-FFF2-40B4-BE49-F238E27FC236}">
                <a16:creationId xmlns:a16="http://schemas.microsoft.com/office/drawing/2014/main" id="{9BACAF1D-BD94-4FAF-8193-0A917A8D80DB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4_paired_one_to_one_0p3_9323">
            <a:extLst>
              <a:ext uri="{FF2B5EF4-FFF2-40B4-BE49-F238E27FC236}">
                <a16:creationId xmlns:a16="http://schemas.microsoft.com/office/drawing/2014/main" id="{127D0857-3074-4FBF-8EEA-31CC9D77244B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4_paired_one_to_one_0p3_9324">
            <a:extLst>
              <a:ext uri="{FF2B5EF4-FFF2-40B4-BE49-F238E27FC236}">
                <a16:creationId xmlns:a16="http://schemas.microsoft.com/office/drawing/2014/main" id="{3AEE9500-4497-4B38-82B9-AF5D8075375D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4_paired_one_to_one_0p3_9325">
            <a:extLst>
              <a:ext uri="{FF2B5EF4-FFF2-40B4-BE49-F238E27FC236}">
                <a16:creationId xmlns:a16="http://schemas.microsoft.com/office/drawing/2014/main" id="{82A2B4B2-775B-48DD-A3D1-1448BFA53381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4_paired_one_to_one_0p3_9326">
            <a:extLst>
              <a:ext uri="{FF2B5EF4-FFF2-40B4-BE49-F238E27FC236}">
                <a16:creationId xmlns:a16="http://schemas.microsoft.com/office/drawing/2014/main" id="{76969E7E-BCC0-42BB-89C7-22B2A466D096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4_paired_one_to_one_0p3_9327">
            <a:extLst>
              <a:ext uri="{FF2B5EF4-FFF2-40B4-BE49-F238E27FC236}">
                <a16:creationId xmlns:a16="http://schemas.microsoft.com/office/drawing/2014/main" id="{DA9E81B1-D91C-42B2-B21B-52AAD5EAEB90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4_paired_one_to_one_0p3_9328">
            <a:extLst>
              <a:ext uri="{FF2B5EF4-FFF2-40B4-BE49-F238E27FC236}">
                <a16:creationId xmlns:a16="http://schemas.microsoft.com/office/drawing/2014/main" id="{146CB94B-EB36-4A8F-84BC-A13CF676A60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4_paired_one_to_one_0p3_9329">
            <a:extLst>
              <a:ext uri="{FF2B5EF4-FFF2-40B4-BE49-F238E27FC236}">
                <a16:creationId xmlns:a16="http://schemas.microsoft.com/office/drawing/2014/main" id="{E026E984-E744-405F-A75D-18B4CC2670FD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4_paired_one_to_one_0p3_9330">
            <a:extLst>
              <a:ext uri="{FF2B5EF4-FFF2-40B4-BE49-F238E27FC236}">
                <a16:creationId xmlns:a16="http://schemas.microsoft.com/office/drawing/2014/main" id="{7BB407B3-F730-487D-BB12-A76D6A673964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4_paired_one_to_one_0p3_9331">
            <a:extLst>
              <a:ext uri="{FF2B5EF4-FFF2-40B4-BE49-F238E27FC236}">
                <a16:creationId xmlns:a16="http://schemas.microsoft.com/office/drawing/2014/main" id="{20F4848A-AF8C-431D-A8C4-4A78D2181F8F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4_paired_one_to_one_0p3_9332">
            <a:extLst>
              <a:ext uri="{FF2B5EF4-FFF2-40B4-BE49-F238E27FC236}">
                <a16:creationId xmlns:a16="http://schemas.microsoft.com/office/drawing/2014/main" id="{39F66976-8D6F-40C6-9952-D5D134220B3F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4_paired_one_to_one_0p3_9333">
            <a:extLst>
              <a:ext uri="{FF2B5EF4-FFF2-40B4-BE49-F238E27FC236}">
                <a16:creationId xmlns:a16="http://schemas.microsoft.com/office/drawing/2014/main" id="{2DF8643E-FEF7-4FE1-B266-DBCEF4649822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4_paired_one_to_one_0p3_9334">
            <a:extLst>
              <a:ext uri="{FF2B5EF4-FFF2-40B4-BE49-F238E27FC236}">
                <a16:creationId xmlns:a16="http://schemas.microsoft.com/office/drawing/2014/main" id="{35ABD6B8-ACC3-4F93-BD19-DA9806577EDF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4_paired_one_to_one_0p3_9335">
            <a:extLst>
              <a:ext uri="{FF2B5EF4-FFF2-40B4-BE49-F238E27FC236}">
                <a16:creationId xmlns:a16="http://schemas.microsoft.com/office/drawing/2014/main" id="{6CD2E847-49CF-42C8-A03F-7281498996D0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4_paired_one_to_one_0p3_9336">
            <a:extLst>
              <a:ext uri="{FF2B5EF4-FFF2-40B4-BE49-F238E27FC236}">
                <a16:creationId xmlns:a16="http://schemas.microsoft.com/office/drawing/2014/main" id="{9031A822-D8DA-4FAD-A979-260DF0AD468E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4_paired_one_to_one_0p3_9337">
            <a:extLst>
              <a:ext uri="{FF2B5EF4-FFF2-40B4-BE49-F238E27FC236}">
                <a16:creationId xmlns:a16="http://schemas.microsoft.com/office/drawing/2014/main" id="{5322ACAB-A6FB-4BAA-82D7-2374BCD1D1A2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4_paired_one_to_one_0p3_9338">
            <a:extLst>
              <a:ext uri="{FF2B5EF4-FFF2-40B4-BE49-F238E27FC236}">
                <a16:creationId xmlns:a16="http://schemas.microsoft.com/office/drawing/2014/main" id="{FE615C8C-C528-4D12-98BD-949A4634D7DB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4_paired_one_to_one_0p3_9339">
            <a:extLst>
              <a:ext uri="{FF2B5EF4-FFF2-40B4-BE49-F238E27FC236}">
                <a16:creationId xmlns:a16="http://schemas.microsoft.com/office/drawing/2014/main" id="{F304A645-8C4C-4050-9319-26BF7A2518C4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4_paired_one_to_one_0p3_9340">
            <a:extLst>
              <a:ext uri="{FF2B5EF4-FFF2-40B4-BE49-F238E27FC236}">
                <a16:creationId xmlns:a16="http://schemas.microsoft.com/office/drawing/2014/main" id="{FC548F00-FF43-485D-8AA8-2B74D5804444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4_paired_one_to_one_0p3_9341">
            <a:extLst>
              <a:ext uri="{FF2B5EF4-FFF2-40B4-BE49-F238E27FC236}">
                <a16:creationId xmlns:a16="http://schemas.microsoft.com/office/drawing/2014/main" id="{E3E4C155-F22D-443E-9A35-E4CE75DA8905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4_paired_one_to_one_0p3_9342">
            <a:extLst>
              <a:ext uri="{FF2B5EF4-FFF2-40B4-BE49-F238E27FC236}">
                <a16:creationId xmlns:a16="http://schemas.microsoft.com/office/drawing/2014/main" id="{876E789B-E15E-441B-A13B-25FF34060A0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4_paired_one_to_one_0p3_9343">
            <a:extLst>
              <a:ext uri="{FF2B5EF4-FFF2-40B4-BE49-F238E27FC236}">
                <a16:creationId xmlns:a16="http://schemas.microsoft.com/office/drawing/2014/main" id="{0C9D2CD0-4DC6-4512-9297-B73897339781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4_paired_one_to_one_0p3_9344">
            <a:extLst>
              <a:ext uri="{FF2B5EF4-FFF2-40B4-BE49-F238E27FC236}">
                <a16:creationId xmlns:a16="http://schemas.microsoft.com/office/drawing/2014/main" id="{1036395D-914C-41CA-BC31-402A3E4480A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4_paired_one_to_one_0p3_9345">
            <a:extLst>
              <a:ext uri="{FF2B5EF4-FFF2-40B4-BE49-F238E27FC236}">
                <a16:creationId xmlns:a16="http://schemas.microsoft.com/office/drawing/2014/main" id="{EC151ACF-B498-466B-B83B-6E1175B98D07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9346">
            <a:extLst>
              <a:ext uri="{FF2B5EF4-FFF2-40B4-BE49-F238E27FC236}">
                <a16:creationId xmlns:a16="http://schemas.microsoft.com/office/drawing/2014/main" id="{6073D5FB-83FB-4209-83F7-A9E7552BEF20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4_paired_one_to_one_0p3_9347">
            <a:extLst>
              <a:ext uri="{FF2B5EF4-FFF2-40B4-BE49-F238E27FC236}">
                <a16:creationId xmlns:a16="http://schemas.microsoft.com/office/drawing/2014/main" id="{E52ABB46-80C4-4851-BB5E-DD6296A5C2C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9348">
            <a:extLst>
              <a:ext uri="{FF2B5EF4-FFF2-40B4-BE49-F238E27FC236}">
                <a16:creationId xmlns:a16="http://schemas.microsoft.com/office/drawing/2014/main" id="{355C99AC-F922-439C-9BDE-B34E662F2312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4_paired_one_to_one_0p3_9349">
            <a:extLst>
              <a:ext uri="{FF2B5EF4-FFF2-40B4-BE49-F238E27FC236}">
                <a16:creationId xmlns:a16="http://schemas.microsoft.com/office/drawing/2014/main" id="{4298915E-A6A0-43A7-B928-09AA55B51907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9350">
            <a:extLst>
              <a:ext uri="{FF2B5EF4-FFF2-40B4-BE49-F238E27FC236}">
                <a16:creationId xmlns:a16="http://schemas.microsoft.com/office/drawing/2014/main" id="{6AC46456-3A42-4390-AA78-DF40CBA12F25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4_paired_one_to_one_0p3_9351">
            <a:extLst>
              <a:ext uri="{FF2B5EF4-FFF2-40B4-BE49-F238E27FC236}">
                <a16:creationId xmlns:a16="http://schemas.microsoft.com/office/drawing/2014/main" id="{D3C7DF2E-2BCC-4283-8165-E6E0F3E0E79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9352">
            <a:extLst>
              <a:ext uri="{FF2B5EF4-FFF2-40B4-BE49-F238E27FC236}">
                <a16:creationId xmlns:a16="http://schemas.microsoft.com/office/drawing/2014/main" id="{4721D26B-E37E-45A3-B9A2-47748647F01D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9353">
            <a:extLst>
              <a:ext uri="{FF2B5EF4-FFF2-40B4-BE49-F238E27FC236}">
                <a16:creationId xmlns:a16="http://schemas.microsoft.com/office/drawing/2014/main" id="{54C90F83-EB46-41E1-8214-947F3085CA57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9354">
            <a:extLst>
              <a:ext uri="{FF2B5EF4-FFF2-40B4-BE49-F238E27FC236}">
                <a16:creationId xmlns:a16="http://schemas.microsoft.com/office/drawing/2014/main" id="{374048CF-219A-4C8C-AD34-3B0A3315DEB2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3445960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at τ = 0.3</a:t>
            </a:r>
          </a:p>
        </p:txBody>
      </p:sp>
      <p:sp>
        <p:nvSpPr>
          <p:cNvPr id="478" name="text_9355">
            <a:extLst>
              <a:ext uri="{FF2B5EF4-FFF2-40B4-BE49-F238E27FC236}">
                <a16:creationId xmlns:a16="http://schemas.microsoft.com/office/drawing/2014/main" id="{03212A43-4049-4C9C-BD83-F3D804ECA1EB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901879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112    Equal: 40    Emap2lig higher: 27</a:t>
            </a:r>
          </a:p>
        </p:txBody>
      </p:sp>
      <p:sp>
        <p:nvSpPr>
          <p:cNvPr id="479" name="text_9356">
            <a:extLst>
              <a:ext uri="{FF2B5EF4-FFF2-40B4-BE49-F238E27FC236}">
                <a16:creationId xmlns:a16="http://schemas.microsoft.com/office/drawing/2014/main" id="{D40F59C3-BEB5-4974-A884-23E23025E498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6990340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5" name="F2_precision_recall_distributions_2815">
            <a:extLst>
              <a:ext uri="{FF2B5EF4-FFF2-40B4-BE49-F238E27FC236}">
                <a16:creationId xmlns:a16="http://schemas.microsoft.com/office/drawing/2014/main" id="{F308BEDA-75E1-4E5D-B19B-46AF65A732DB}"/>
              </a:ext>
            </a:extLst>
          </p:cNvPr>
          <p:cNvSpPr>
            <a:spLocks noGrp="1"/>
          </p:cNvSpPr>
          <p:nvPr/>
        </p:nvSpPr>
        <p:spPr>
          <a:xfrm>
            <a:off x="379568" y="352425"/>
            <a:ext cx="8765865" cy="8096250"/>
          </a:xfrm>
          <a:custGeom>
            <a:avLst/>
            <a:gdLst/>
            <a:ahLst/>
            <a:cxnLst/>
            <a:rect l="0" t="0" r="0" b="0"/>
            <a:pathLst>
              <a:path w="8765865" h="8096250">
                <a:moveTo>
                  <a:pt x="0" y="8096250"/>
                </a:moveTo>
                <a:lnTo>
                  <a:pt x="8765865" y="8096250"/>
                </a:lnTo>
                <a:lnTo>
                  <a:pt x="8765865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2_precision_recall_distributions_2816">
            <a:extLst>
              <a:ext uri="{FF2B5EF4-FFF2-40B4-BE49-F238E27FC236}">
                <a16:creationId xmlns:a16="http://schemas.microsoft.com/office/drawing/2014/main" id="{262A838D-B551-4539-85A2-F2CAC02AEEBF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2_precision_recall_distributions_2817">
            <a:extLst>
              <a:ext uri="{FF2B5EF4-FFF2-40B4-BE49-F238E27FC236}">
                <a16:creationId xmlns:a16="http://schemas.microsoft.com/office/drawing/2014/main" id="{2A1E9668-07DB-40BB-8E9C-966A6C713B03}"/>
              </a:ext>
            </a:extLst>
          </p:cNvPr>
          <p:cNvSpPr>
            <a:spLocks noGrp="1"/>
          </p:cNvSpPr>
          <p:nvPr/>
        </p:nvSpPr>
        <p:spPr>
          <a:xfrm>
            <a:off x="1212325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" name="F2_precision_recall_distributions_2818">
            <a:extLst>
              <a:ext uri="{FF2B5EF4-FFF2-40B4-BE49-F238E27FC236}">
                <a16:creationId xmlns:a16="http://schemas.microsoft.com/office/drawing/2014/main" id="{C8BC0E14-858C-459C-AF73-0BA2F01E8ED9}"/>
              </a:ext>
            </a:extLst>
          </p:cNvPr>
          <p:cNvSpPr>
            <a:spLocks noGrp="1"/>
          </p:cNvSpPr>
          <p:nvPr/>
        </p:nvSpPr>
        <p:spPr>
          <a:xfrm>
            <a:off x="1170051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" name="text_2819">
            <a:extLst>
              <a:ext uri="{FF2B5EF4-FFF2-40B4-BE49-F238E27FC236}">
                <a16:creationId xmlns:a16="http://schemas.microsoft.com/office/drawing/2014/main" id="{79C14D9B-B5F1-4EA9-A85B-4F2C26BD6080}"/>
              </a:ext>
            </a:extLst>
          </p:cNvPr>
          <p:cNvSpPr>
            <a:spLocks noGrp="1"/>
          </p:cNvSpPr>
          <p:nvPr/>
        </p:nvSpPr>
        <p:spPr>
          <a:xfrm>
            <a:off x="958091" y="230839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6" name="F2_precision_recall_distributions_2820">
            <a:extLst>
              <a:ext uri="{FF2B5EF4-FFF2-40B4-BE49-F238E27FC236}">
                <a16:creationId xmlns:a16="http://schemas.microsoft.com/office/drawing/2014/main" id="{58451265-6442-42E7-9A26-B3881C2E5ADB}"/>
              </a:ext>
            </a:extLst>
          </p:cNvPr>
          <p:cNvSpPr>
            <a:spLocks noGrp="1"/>
          </p:cNvSpPr>
          <p:nvPr/>
        </p:nvSpPr>
        <p:spPr>
          <a:xfrm>
            <a:off x="1212325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7" name="F2_precision_recall_distributions_2821">
            <a:extLst>
              <a:ext uri="{FF2B5EF4-FFF2-40B4-BE49-F238E27FC236}">
                <a16:creationId xmlns:a16="http://schemas.microsoft.com/office/drawing/2014/main" id="{4C10C15B-B019-4028-8F79-49D9286656FC}"/>
              </a:ext>
            </a:extLst>
          </p:cNvPr>
          <p:cNvSpPr>
            <a:spLocks noGrp="1"/>
          </p:cNvSpPr>
          <p:nvPr/>
        </p:nvSpPr>
        <p:spPr>
          <a:xfrm>
            <a:off x="1170051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8" name="text_2822">
            <a:extLst>
              <a:ext uri="{FF2B5EF4-FFF2-40B4-BE49-F238E27FC236}">
                <a16:creationId xmlns:a16="http://schemas.microsoft.com/office/drawing/2014/main" id="{8091EF86-77D9-4FC5-A687-69C350E6C57D}"/>
              </a:ext>
            </a:extLst>
          </p:cNvPr>
          <p:cNvSpPr>
            <a:spLocks noGrp="1"/>
          </p:cNvSpPr>
          <p:nvPr/>
        </p:nvSpPr>
        <p:spPr>
          <a:xfrm>
            <a:off x="958091" y="188400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9" name="F2_precision_recall_distributions_2823">
            <a:extLst>
              <a:ext uri="{FF2B5EF4-FFF2-40B4-BE49-F238E27FC236}">
                <a16:creationId xmlns:a16="http://schemas.microsoft.com/office/drawing/2014/main" id="{3561E7C9-452F-4274-823F-61538CCF7DC7}"/>
              </a:ext>
            </a:extLst>
          </p:cNvPr>
          <p:cNvSpPr>
            <a:spLocks noGrp="1"/>
          </p:cNvSpPr>
          <p:nvPr/>
        </p:nvSpPr>
        <p:spPr>
          <a:xfrm>
            <a:off x="1212325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0" name="F2_precision_recall_distributions_2824">
            <a:extLst>
              <a:ext uri="{FF2B5EF4-FFF2-40B4-BE49-F238E27FC236}">
                <a16:creationId xmlns:a16="http://schemas.microsoft.com/office/drawing/2014/main" id="{23ADF799-E431-4E44-BDE9-2CAD0074A886}"/>
              </a:ext>
            </a:extLst>
          </p:cNvPr>
          <p:cNvSpPr>
            <a:spLocks noGrp="1"/>
          </p:cNvSpPr>
          <p:nvPr/>
        </p:nvSpPr>
        <p:spPr>
          <a:xfrm>
            <a:off x="1170051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" name="text_2825">
            <a:extLst>
              <a:ext uri="{FF2B5EF4-FFF2-40B4-BE49-F238E27FC236}">
                <a16:creationId xmlns:a16="http://schemas.microsoft.com/office/drawing/2014/main" id="{209D63C8-306B-4CFA-8EE7-AA0402F5DBD4}"/>
              </a:ext>
            </a:extLst>
          </p:cNvPr>
          <p:cNvSpPr>
            <a:spLocks noGrp="1"/>
          </p:cNvSpPr>
          <p:nvPr/>
        </p:nvSpPr>
        <p:spPr>
          <a:xfrm>
            <a:off x="958091" y="145962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2" name="F2_precision_recall_distributions_2826">
            <a:extLst>
              <a:ext uri="{FF2B5EF4-FFF2-40B4-BE49-F238E27FC236}">
                <a16:creationId xmlns:a16="http://schemas.microsoft.com/office/drawing/2014/main" id="{C93ECA7B-8022-45A0-BCF0-94F503AC45CC}"/>
              </a:ext>
            </a:extLst>
          </p:cNvPr>
          <p:cNvSpPr>
            <a:spLocks noGrp="1"/>
          </p:cNvSpPr>
          <p:nvPr/>
        </p:nvSpPr>
        <p:spPr>
          <a:xfrm>
            <a:off x="151495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49205" y="848766"/>
                </a:moveTo>
                <a:lnTo>
                  <a:pt x="125891" y="848766"/>
                </a:lnTo>
                <a:lnTo>
                  <a:pt x="129654" y="842186"/>
                </a:lnTo>
                <a:lnTo>
                  <a:pt x="140478" y="835606"/>
                </a:lnTo>
                <a:lnTo>
                  <a:pt x="157061" y="829027"/>
                </a:lnTo>
                <a:lnTo>
                  <a:pt x="177525" y="822447"/>
                </a:lnTo>
                <a:lnTo>
                  <a:pt x="199760" y="815868"/>
                </a:lnTo>
                <a:lnTo>
                  <a:pt x="221786" y="809288"/>
                </a:lnTo>
                <a:lnTo>
                  <a:pt x="242030" y="802708"/>
                </a:lnTo>
                <a:lnTo>
                  <a:pt x="259477" y="796129"/>
                </a:lnTo>
                <a:lnTo>
                  <a:pt x="273686" y="789549"/>
                </a:lnTo>
                <a:lnTo>
                  <a:pt x="284694" y="782970"/>
                </a:lnTo>
                <a:lnTo>
                  <a:pt x="292857" y="776390"/>
                </a:lnTo>
                <a:lnTo>
                  <a:pt x="298682" y="769811"/>
                </a:lnTo>
                <a:lnTo>
                  <a:pt x="302689" y="763231"/>
                </a:lnTo>
                <a:lnTo>
                  <a:pt x="305323" y="756651"/>
                </a:lnTo>
                <a:lnTo>
                  <a:pt x="306919" y="750072"/>
                </a:lnTo>
                <a:lnTo>
                  <a:pt x="307705" y="743492"/>
                </a:lnTo>
                <a:lnTo>
                  <a:pt x="307826" y="736913"/>
                </a:lnTo>
                <a:lnTo>
                  <a:pt x="307376" y="730333"/>
                </a:lnTo>
                <a:lnTo>
                  <a:pt x="306422" y="723754"/>
                </a:lnTo>
                <a:lnTo>
                  <a:pt x="305024" y="717174"/>
                </a:lnTo>
                <a:lnTo>
                  <a:pt x="303234" y="710594"/>
                </a:lnTo>
                <a:lnTo>
                  <a:pt x="301109" y="704015"/>
                </a:lnTo>
                <a:lnTo>
                  <a:pt x="298696" y="697435"/>
                </a:lnTo>
                <a:lnTo>
                  <a:pt x="296036" y="690856"/>
                </a:lnTo>
                <a:lnTo>
                  <a:pt x="293155" y="684276"/>
                </a:lnTo>
                <a:lnTo>
                  <a:pt x="290061" y="677697"/>
                </a:lnTo>
                <a:lnTo>
                  <a:pt x="286753" y="671117"/>
                </a:lnTo>
                <a:lnTo>
                  <a:pt x="283234" y="664537"/>
                </a:lnTo>
                <a:lnTo>
                  <a:pt x="279532" y="657958"/>
                </a:lnTo>
                <a:lnTo>
                  <a:pt x="275722" y="651378"/>
                </a:lnTo>
                <a:lnTo>
                  <a:pt x="271950" y="644799"/>
                </a:lnTo>
                <a:lnTo>
                  <a:pt x="268429" y="638219"/>
                </a:lnTo>
                <a:lnTo>
                  <a:pt x="265424" y="631639"/>
                </a:lnTo>
                <a:lnTo>
                  <a:pt x="263210" y="625060"/>
                </a:lnTo>
                <a:lnTo>
                  <a:pt x="262017" y="618480"/>
                </a:lnTo>
                <a:lnTo>
                  <a:pt x="261967" y="611901"/>
                </a:lnTo>
                <a:lnTo>
                  <a:pt x="263030" y="605321"/>
                </a:lnTo>
                <a:lnTo>
                  <a:pt x="265000" y="598742"/>
                </a:lnTo>
                <a:lnTo>
                  <a:pt x="267509" y="592162"/>
                </a:lnTo>
                <a:lnTo>
                  <a:pt x="270069" y="585582"/>
                </a:lnTo>
                <a:lnTo>
                  <a:pt x="272142" y="579003"/>
                </a:lnTo>
                <a:lnTo>
                  <a:pt x="273216" y="572423"/>
                </a:lnTo>
                <a:lnTo>
                  <a:pt x="272887" y="565844"/>
                </a:lnTo>
                <a:lnTo>
                  <a:pt x="270912" y="559264"/>
                </a:lnTo>
                <a:lnTo>
                  <a:pt x="267244" y="552685"/>
                </a:lnTo>
                <a:lnTo>
                  <a:pt x="262037" y="546105"/>
                </a:lnTo>
                <a:lnTo>
                  <a:pt x="255629" y="539525"/>
                </a:lnTo>
                <a:lnTo>
                  <a:pt x="248499" y="532946"/>
                </a:lnTo>
                <a:lnTo>
                  <a:pt x="241218" y="526366"/>
                </a:lnTo>
                <a:lnTo>
                  <a:pt x="234387" y="519787"/>
                </a:lnTo>
                <a:lnTo>
                  <a:pt x="228573" y="513207"/>
                </a:lnTo>
                <a:lnTo>
                  <a:pt x="224254" y="506627"/>
                </a:lnTo>
                <a:lnTo>
                  <a:pt x="221758" y="500048"/>
                </a:lnTo>
                <a:lnTo>
                  <a:pt x="221229" y="493468"/>
                </a:lnTo>
                <a:lnTo>
                  <a:pt x="222598" y="486889"/>
                </a:lnTo>
                <a:lnTo>
                  <a:pt x="225591" y="480309"/>
                </a:lnTo>
                <a:lnTo>
                  <a:pt x="229752" y="473730"/>
                </a:lnTo>
                <a:lnTo>
                  <a:pt x="234500" y="467150"/>
                </a:lnTo>
                <a:lnTo>
                  <a:pt x="239191" y="460570"/>
                </a:lnTo>
                <a:lnTo>
                  <a:pt x="243207" y="453991"/>
                </a:lnTo>
                <a:lnTo>
                  <a:pt x="246022" y="447411"/>
                </a:lnTo>
                <a:lnTo>
                  <a:pt x="247259" y="440832"/>
                </a:lnTo>
                <a:lnTo>
                  <a:pt x="246727" y="434252"/>
                </a:lnTo>
                <a:lnTo>
                  <a:pt x="244422" y="427673"/>
                </a:lnTo>
                <a:lnTo>
                  <a:pt x="240507" y="421093"/>
                </a:lnTo>
                <a:lnTo>
                  <a:pt x="235269" y="414513"/>
                </a:lnTo>
                <a:lnTo>
                  <a:pt x="229073" y="407934"/>
                </a:lnTo>
                <a:lnTo>
                  <a:pt x="222315" y="401354"/>
                </a:lnTo>
                <a:lnTo>
                  <a:pt x="215375" y="394775"/>
                </a:lnTo>
                <a:lnTo>
                  <a:pt x="208595" y="388195"/>
                </a:lnTo>
                <a:lnTo>
                  <a:pt x="202260" y="381616"/>
                </a:lnTo>
                <a:lnTo>
                  <a:pt x="196593" y="375036"/>
                </a:lnTo>
                <a:lnTo>
                  <a:pt x="191756" y="368456"/>
                </a:lnTo>
                <a:lnTo>
                  <a:pt x="187847" y="361877"/>
                </a:lnTo>
                <a:lnTo>
                  <a:pt x="184894" y="355297"/>
                </a:lnTo>
                <a:lnTo>
                  <a:pt x="182851" y="348718"/>
                </a:lnTo>
                <a:lnTo>
                  <a:pt x="181582" y="342138"/>
                </a:lnTo>
                <a:lnTo>
                  <a:pt x="180856" y="335558"/>
                </a:lnTo>
                <a:lnTo>
                  <a:pt x="180349" y="328979"/>
                </a:lnTo>
                <a:lnTo>
                  <a:pt x="179660" y="322399"/>
                </a:lnTo>
                <a:lnTo>
                  <a:pt x="178334" y="315820"/>
                </a:lnTo>
                <a:lnTo>
                  <a:pt x="175907" y="309240"/>
                </a:lnTo>
                <a:lnTo>
                  <a:pt x="171946" y="302661"/>
                </a:lnTo>
                <a:lnTo>
                  <a:pt x="166089" y="296081"/>
                </a:lnTo>
                <a:lnTo>
                  <a:pt x="158075" y="289501"/>
                </a:lnTo>
                <a:lnTo>
                  <a:pt x="147771" y="282922"/>
                </a:lnTo>
                <a:lnTo>
                  <a:pt x="135188" y="276342"/>
                </a:lnTo>
                <a:lnTo>
                  <a:pt x="120494" y="269763"/>
                </a:lnTo>
                <a:lnTo>
                  <a:pt x="104032" y="263183"/>
                </a:lnTo>
                <a:lnTo>
                  <a:pt x="86327" y="256604"/>
                </a:lnTo>
                <a:lnTo>
                  <a:pt x="68093" y="250024"/>
                </a:lnTo>
                <a:lnTo>
                  <a:pt x="50211" y="243444"/>
                </a:lnTo>
                <a:lnTo>
                  <a:pt x="33680" y="236865"/>
                </a:lnTo>
                <a:lnTo>
                  <a:pt x="19538" y="230285"/>
                </a:lnTo>
                <a:lnTo>
                  <a:pt x="8748" y="223706"/>
                </a:lnTo>
                <a:lnTo>
                  <a:pt x="2080" y="217126"/>
                </a:lnTo>
                <a:lnTo>
                  <a:pt x="0" y="210546"/>
                </a:lnTo>
                <a:lnTo>
                  <a:pt x="2592" y="203967"/>
                </a:lnTo>
                <a:lnTo>
                  <a:pt x="9539" y="197387"/>
                </a:lnTo>
                <a:lnTo>
                  <a:pt x="20168" y="190808"/>
                </a:lnTo>
                <a:lnTo>
                  <a:pt x="33551" y="184228"/>
                </a:lnTo>
                <a:lnTo>
                  <a:pt x="48646" y="177649"/>
                </a:lnTo>
                <a:lnTo>
                  <a:pt x="64455" y="171069"/>
                </a:lnTo>
                <a:lnTo>
                  <a:pt x="80148" y="164489"/>
                </a:lnTo>
                <a:lnTo>
                  <a:pt x="95150" y="157910"/>
                </a:lnTo>
                <a:lnTo>
                  <a:pt x="109163" y="151330"/>
                </a:lnTo>
                <a:lnTo>
                  <a:pt x="122133" y="144751"/>
                </a:lnTo>
                <a:lnTo>
                  <a:pt x="134176" y="138171"/>
                </a:lnTo>
                <a:lnTo>
                  <a:pt x="145489" y="131592"/>
                </a:lnTo>
                <a:lnTo>
                  <a:pt x="156274" y="125012"/>
                </a:lnTo>
                <a:lnTo>
                  <a:pt x="166689" y="118432"/>
                </a:lnTo>
                <a:lnTo>
                  <a:pt x="176827" y="111853"/>
                </a:lnTo>
                <a:lnTo>
                  <a:pt x="186727" y="105273"/>
                </a:lnTo>
                <a:lnTo>
                  <a:pt x="196399" y="98694"/>
                </a:lnTo>
                <a:lnTo>
                  <a:pt x="205843" y="92114"/>
                </a:lnTo>
                <a:lnTo>
                  <a:pt x="215060" y="85535"/>
                </a:lnTo>
                <a:lnTo>
                  <a:pt x="224053" y="78955"/>
                </a:lnTo>
                <a:lnTo>
                  <a:pt x="232811" y="72375"/>
                </a:lnTo>
                <a:lnTo>
                  <a:pt x="241296" y="65796"/>
                </a:lnTo>
                <a:lnTo>
                  <a:pt x="249434" y="59216"/>
                </a:lnTo>
                <a:lnTo>
                  <a:pt x="257116" y="52637"/>
                </a:lnTo>
                <a:lnTo>
                  <a:pt x="264207" y="46057"/>
                </a:lnTo>
                <a:lnTo>
                  <a:pt x="270570" y="39477"/>
                </a:lnTo>
                <a:lnTo>
                  <a:pt x="276082" y="32898"/>
                </a:lnTo>
                <a:lnTo>
                  <a:pt x="280651" y="26318"/>
                </a:lnTo>
                <a:lnTo>
                  <a:pt x="284221" y="19739"/>
                </a:lnTo>
                <a:lnTo>
                  <a:pt x="286768" y="13159"/>
                </a:lnTo>
                <a:lnTo>
                  <a:pt x="288292" y="6580"/>
                </a:lnTo>
                <a:lnTo>
                  <a:pt x="288799" y="0"/>
                </a:lnTo>
                <a:lnTo>
                  <a:pt x="386298" y="0"/>
                </a:lnTo>
                <a:lnTo>
                  <a:pt x="386298" y="0"/>
                </a:lnTo>
                <a:lnTo>
                  <a:pt x="386805" y="6580"/>
                </a:lnTo>
                <a:lnTo>
                  <a:pt x="388328" y="13159"/>
                </a:lnTo>
                <a:lnTo>
                  <a:pt x="390876" y="19739"/>
                </a:lnTo>
                <a:lnTo>
                  <a:pt x="394445" y="26318"/>
                </a:lnTo>
                <a:lnTo>
                  <a:pt x="399014" y="32898"/>
                </a:lnTo>
                <a:lnTo>
                  <a:pt x="404526" y="39477"/>
                </a:lnTo>
                <a:lnTo>
                  <a:pt x="410890" y="46057"/>
                </a:lnTo>
                <a:lnTo>
                  <a:pt x="417981" y="52637"/>
                </a:lnTo>
                <a:lnTo>
                  <a:pt x="425662" y="59216"/>
                </a:lnTo>
                <a:lnTo>
                  <a:pt x="433801" y="65796"/>
                </a:lnTo>
                <a:lnTo>
                  <a:pt x="442286" y="72375"/>
                </a:lnTo>
                <a:lnTo>
                  <a:pt x="451044" y="78955"/>
                </a:lnTo>
                <a:lnTo>
                  <a:pt x="460036" y="85535"/>
                </a:lnTo>
                <a:lnTo>
                  <a:pt x="469254" y="92114"/>
                </a:lnTo>
                <a:lnTo>
                  <a:pt x="478697" y="98694"/>
                </a:lnTo>
                <a:lnTo>
                  <a:pt x="488369" y="105273"/>
                </a:lnTo>
                <a:lnTo>
                  <a:pt x="498270" y="111853"/>
                </a:lnTo>
                <a:lnTo>
                  <a:pt x="508408" y="118432"/>
                </a:lnTo>
                <a:lnTo>
                  <a:pt x="518822" y="125012"/>
                </a:lnTo>
                <a:lnTo>
                  <a:pt x="529608" y="131592"/>
                </a:lnTo>
                <a:lnTo>
                  <a:pt x="540921" y="138171"/>
                </a:lnTo>
                <a:lnTo>
                  <a:pt x="552964" y="144751"/>
                </a:lnTo>
                <a:lnTo>
                  <a:pt x="565934" y="151330"/>
                </a:lnTo>
                <a:lnTo>
                  <a:pt x="579947" y="157910"/>
                </a:lnTo>
                <a:lnTo>
                  <a:pt x="594949" y="164489"/>
                </a:lnTo>
                <a:lnTo>
                  <a:pt x="610642" y="171069"/>
                </a:lnTo>
                <a:lnTo>
                  <a:pt x="626450" y="177649"/>
                </a:lnTo>
                <a:lnTo>
                  <a:pt x="641546" y="184228"/>
                </a:lnTo>
                <a:lnTo>
                  <a:pt x="654928" y="190808"/>
                </a:lnTo>
                <a:lnTo>
                  <a:pt x="665557" y="197387"/>
                </a:lnTo>
                <a:lnTo>
                  <a:pt x="672505" y="203967"/>
                </a:lnTo>
                <a:lnTo>
                  <a:pt x="675097" y="210546"/>
                </a:lnTo>
                <a:lnTo>
                  <a:pt x="673016" y="217126"/>
                </a:lnTo>
                <a:lnTo>
                  <a:pt x="666349" y="223706"/>
                </a:lnTo>
                <a:lnTo>
                  <a:pt x="655559" y="230285"/>
                </a:lnTo>
                <a:lnTo>
                  <a:pt x="641416" y="236865"/>
                </a:lnTo>
                <a:lnTo>
                  <a:pt x="624885" y="243444"/>
                </a:lnTo>
                <a:lnTo>
                  <a:pt x="607003" y="250024"/>
                </a:lnTo>
                <a:lnTo>
                  <a:pt x="588769" y="256604"/>
                </a:lnTo>
                <a:lnTo>
                  <a:pt x="571065" y="263183"/>
                </a:lnTo>
                <a:lnTo>
                  <a:pt x="554602" y="269763"/>
                </a:lnTo>
                <a:lnTo>
                  <a:pt x="539908" y="276342"/>
                </a:lnTo>
                <a:lnTo>
                  <a:pt x="527325" y="282922"/>
                </a:lnTo>
                <a:lnTo>
                  <a:pt x="517022" y="289501"/>
                </a:lnTo>
                <a:lnTo>
                  <a:pt x="509008" y="296081"/>
                </a:lnTo>
                <a:lnTo>
                  <a:pt x="503150" y="302661"/>
                </a:lnTo>
                <a:lnTo>
                  <a:pt x="499189" y="309240"/>
                </a:lnTo>
                <a:lnTo>
                  <a:pt x="496763" y="315820"/>
                </a:lnTo>
                <a:lnTo>
                  <a:pt x="495437" y="322399"/>
                </a:lnTo>
                <a:lnTo>
                  <a:pt x="494747" y="328979"/>
                </a:lnTo>
                <a:lnTo>
                  <a:pt x="494240" y="335558"/>
                </a:lnTo>
                <a:lnTo>
                  <a:pt x="493514" y="342138"/>
                </a:lnTo>
                <a:lnTo>
                  <a:pt x="492245" y="348718"/>
                </a:lnTo>
                <a:lnTo>
                  <a:pt x="490202" y="355297"/>
                </a:lnTo>
                <a:lnTo>
                  <a:pt x="487250" y="361877"/>
                </a:lnTo>
                <a:lnTo>
                  <a:pt x="483340" y="368456"/>
                </a:lnTo>
                <a:lnTo>
                  <a:pt x="478503" y="375036"/>
                </a:lnTo>
                <a:lnTo>
                  <a:pt x="472837" y="381616"/>
                </a:lnTo>
                <a:lnTo>
                  <a:pt x="466501" y="388195"/>
                </a:lnTo>
                <a:lnTo>
                  <a:pt x="459721" y="394775"/>
                </a:lnTo>
                <a:lnTo>
                  <a:pt x="452781" y="401354"/>
                </a:lnTo>
                <a:lnTo>
                  <a:pt x="446023" y="407934"/>
                </a:lnTo>
                <a:lnTo>
                  <a:pt x="439828" y="414513"/>
                </a:lnTo>
                <a:lnTo>
                  <a:pt x="434590" y="421093"/>
                </a:lnTo>
                <a:lnTo>
                  <a:pt x="430674" y="427673"/>
                </a:lnTo>
                <a:lnTo>
                  <a:pt x="428369" y="434252"/>
                </a:lnTo>
                <a:lnTo>
                  <a:pt x="427838" y="440832"/>
                </a:lnTo>
                <a:lnTo>
                  <a:pt x="429075" y="447411"/>
                </a:lnTo>
                <a:lnTo>
                  <a:pt x="431889" y="453991"/>
                </a:lnTo>
                <a:lnTo>
                  <a:pt x="435905" y="460570"/>
                </a:lnTo>
                <a:lnTo>
                  <a:pt x="440597" y="467150"/>
                </a:lnTo>
                <a:lnTo>
                  <a:pt x="445344" y="473730"/>
                </a:lnTo>
                <a:lnTo>
                  <a:pt x="449506" y="480309"/>
                </a:lnTo>
                <a:lnTo>
                  <a:pt x="452499" y="486889"/>
                </a:lnTo>
                <a:lnTo>
                  <a:pt x="453868" y="493468"/>
                </a:lnTo>
                <a:lnTo>
                  <a:pt x="453338" y="500048"/>
                </a:lnTo>
                <a:lnTo>
                  <a:pt x="450843" y="506627"/>
                </a:lnTo>
                <a:lnTo>
                  <a:pt x="446523" y="513207"/>
                </a:lnTo>
                <a:lnTo>
                  <a:pt x="440710" y="519787"/>
                </a:lnTo>
                <a:lnTo>
                  <a:pt x="433878" y="526366"/>
                </a:lnTo>
                <a:lnTo>
                  <a:pt x="426597" y="532946"/>
                </a:lnTo>
                <a:lnTo>
                  <a:pt x="419467" y="539525"/>
                </a:lnTo>
                <a:lnTo>
                  <a:pt x="413059" y="546105"/>
                </a:lnTo>
                <a:lnTo>
                  <a:pt x="407852" y="552685"/>
                </a:lnTo>
                <a:lnTo>
                  <a:pt x="404184" y="559264"/>
                </a:lnTo>
                <a:lnTo>
                  <a:pt x="402209" y="565844"/>
                </a:lnTo>
                <a:lnTo>
                  <a:pt x="401880" y="572423"/>
                </a:lnTo>
                <a:lnTo>
                  <a:pt x="402955" y="579003"/>
                </a:lnTo>
                <a:lnTo>
                  <a:pt x="405027" y="585582"/>
                </a:lnTo>
                <a:lnTo>
                  <a:pt x="407587" y="592162"/>
                </a:lnTo>
                <a:lnTo>
                  <a:pt x="410097" y="598742"/>
                </a:lnTo>
                <a:lnTo>
                  <a:pt x="412067" y="605321"/>
                </a:lnTo>
                <a:lnTo>
                  <a:pt x="413130" y="611901"/>
                </a:lnTo>
                <a:lnTo>
                  <a:pt x="413079" y="618480"/>
                </a:lnTo>
                <a:lnTo>
                  <a:pt x="411886" y="625060"/>
                </a:lnTo>
                <a:lnTo>
                  <a:pt x="409673" y="631639"/>
                </a:lnTo>
                <a:lnTo>
                  <a:pt x="406668" y="638219"/>
                </a:lnTo>
                <a:lnTo>
                  <a:pt x="403147" y="644799"/>
                </a:lnTo>
                <a:lnTo>
                  <a:pt x="399375" y="651378"/>
                </a:lnTo>
                <a:lnTo>
                  <a:pt x="395565" y="657958"/>
                </a:lnTo>
                <a:lnTo>
                  <a:pt x="391862" y="664537"/>
                </a:lnTo>
                <a:lnTo>
                  <a:pt x="388343" y="671117"/>
                </a:lnTo>
                <a:lnTo>
                  <a:pt x="385035" y="677697"/>
                </a:lnTo>
                <a:lnTo>
                  <a:pt x="381941" y="684276"/>
                </a:lnTo>
                <a:lnTo>
                  <a:pt x="379060" y="690856"/>
                </a:lnTo>
                <a:lnTo>
                  <a:pt x="376400" y="697435"/>
                </a:lnTo>
                <a:lnTo>
                  <a:pt x="373988" y="704015"/>
                </a:lnTo>
                <a:lnTo>
                  <a:pt x="371862" y="710594"/>
                </a:lnTo>
                <a:lnTo>
                  <a:pt x="370073" y="717174"/>
                </a:lnTo>
                <a:lnTo>
                  <a:pt x="368674" y="723754"/>
                </a:lnTo>
                <a:lnTo>
                  <a:pt x="367721" y="730333"/>
                </a:lnTo>
                <a:lnTo>
                  <a:pt x="367271" y="736913"/>
                </a:lnTo>
                <a:lnTo>
                  <a:pt x="367392" y="743492"/>
                </a:lnTo>
                <a:lnTo>
                  <a:pt x="368177" y="750072"/>
                </a:lnTo>
                <a:lnTo>
                  <a:pt x="369773" y="756651"/>
                </a:lnTo>
                <a:lnTo>
                  <a:pt x="372407" y="763231"/>
                </a:lnTo>
                <a:lnTo>
                  <a:pt x="376414" y="769811"/>
                </a:lnTo>
                <a:lnTo>
                  <a:pt x="382239" y="776390"/>
                </a:lnTo>
                <a:lnTo>
                  <a:pt x="390402" y="782970"/>
                </a:lnTo>
                <a:lnTo>
                  <a:pt x="401410" y="789549"/>
                </a:lnTo>
                <a:lnTo>
                  <a:pt x="415619" y="796129"/>
                </a:lnTo>
                <a:lnTo>
                  <a:pt x="433067" y="802708"/>
                </a:lnTo>
                <a:lnTo>
                  <a:pt x="453311" y="809288"/>
                </a:lnTo>
                <a:lnTo>
                  <a:pt x="475337" y="815868"/>
                </a:lnTo>
                <a:lnTo>
                  <a:pt x="497572" y="822447"/>
                </a:lnTo>
                <a:lnTo>
                  <a:pt x="518035" y="829027"/>
                </a:lnTo>
                <a:lnTo>
                  <a:pt x="534619" y="835606"/>
                </a:lnTo>
                <a:lnTo>
                  <a:pt x="545442" y="842186"/>
                </a:lnTo>
                <a:lnTo>
                  <a:pt x="549205" y="848766"/>
                </a:lnTo>
                <a:lnTo>
                  <a:pt x="549205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3" name="F2_precision_recall_distributions_2827">
            <a:extLst>
              <a:ext uri="{FF2B5EF4-FFF2-40B4-BE49-F238E27FC236}">
                <a16:creationId xmlns:a16="http://schemas.microsoft.com/office/drawing/2014/main" id="{7F1BD0BF-568E-4190-B96E-AB5CB1C46495}"/>
              </a:ext>
            </a:extLst>
          </p:cNvPr>
          <p:cNvSpPr>
            <a:spLocks noGrp="1"/>
          </p:cNvSpPr>
          <p:nvPr/>
        </p:nvSpPr>
        <p:spPr>
          <a:xfrm>
            <a:off x="1694108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" name="F2_precision_recall_distributions_2828">
            <a:extLst>
              <a:ext uri="{FF2B5EF4-FFF2-40B4-BE49-F238E27FC236}">
                <a16:creationId xmlns:a16="http://schemas.microsoft.com/office/drawing/2014/main" id="{7C0B91B1-439A-4F2F-91BA-495DD0F3F5D9}"/>
              </a:ext>
            </a:extLst>
          </p:cNvPr>
          <p:cNvSpPr>
            <a:spLocks noGrp="1"/>
          </p:cNvSpPr>
          <p:nvPr/>
        </p:nvSpPr>
        <p:spPr>
          <a:xfrm>
            <a:off x="1663542" y="1570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" name="F2_precision_recall_distributions_2829">
            <a:extLst>
              <a:ext uri="{FF2B5EF4-FFF2-40B4-BE49-F238E27FC236}">
                <a16:creationId xmlns:a16="http://schemas.microsoft.com/office/drawing/2014/main" id="{793B2D89-6D63-4A41-BD11-8A5847DE8D23}"/>
              </a:ext>
            </a:extLst>
          </p:cNvPr>
          <p:cNvSpPr>
            <a:spLocks noGrp="1"/>
          </p:cNvSpPr>
          <p:nvPr/>
        </p:nvSpPr>
        <p:spPr>
          <a:xfrm>
            <a:off x="1925380" y="16716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" name="F2_precision_recall_distributions_2830">
            <a:extLst>
              <a:ext uri="{FF2B5EF4-FFF2-40B4-BE49-F238E27FC236}">
                <a16:creationId xmlns:a16="http://schemas.microsoft.com/office/drawing/2014/main" id="{50201A81-78C8-4E60-8BAC-7A6FCD17115E}"/>
              </a:ext>
            </a:extLst>
          </p:cNvPr>
          <p:cNvSpPr>
            <a:spLocks noGrp="1"/>
          </p:cNvSpPr>
          <p:nvPr/>
        </p:nvSpPr>
        <p:spPr>
          <a:xfrm>
            <a:off x="1830171" y="22636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" name="F2_precision_recall_distributions_2831">
            <a:extLst>
              <a:ext uri="{FF2B5EF4-FFF2-40B4-BE49-F238E27FC236}">
                <a16:creationId xmlns:a16="http://schemas.microsoft.com/office/drawing/2014/main" id="{280EA64C-0E53-47C3-8B4E-0000C57C18A4}"/>
              </a:ext>
            </a:extLst>
          </p:cNvPr>
          <p:cNvSpPr>
            <a:spLocks noGrp="1"/>
          </p:cNvSpPr>
          <p:nvPr/>
        </p:nvSpPr>
        <p:spPr>
          <a:xfrm>
            <a:off x="1930837" y="1754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" name="F2_precision_recall_distributions_2832">
            <a:extLst>
              <a:ext uri="{FF2B5EF4-FFF2-40B4-BE49-F238E27FC236}">
                <a16:creationId xmlns:a16="http://schemas.microsoft.com/office/drawing/2014/main" id="{73E412EC-BB5B-4007-BBFB-E464F7B6C9A1}"/>
              </a:ext>
            </a:extLst>
          </p:cNvPr>
          <p:cNvSpPr>
            <a:spLocks noGrp="1"/>
          </p:cNvSpPr>
          <p:nvPr/>
        </p:nvSpPr>
        <p:spPr>
          <a:xfrm>
            <a:off x="1989555" y="1827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" name="F2_precision_recall_distributions_2833">
            <a:extLst>
              <a:ext uri="{FF2B5EF4-FFF2-40B4-BE49-F238E27FC236}">
                <a16:creationId xmlns:a16="http://schemas.microsoft.com/office/drawing/2014/main" id="{6FFD17FD-D2AC-4580-A3EC-4A0D3B496612}"/>
              </a:ext>
            </a:extLst>
          </p:cNvPr>
          <p:cNvSpPr>
            <a:spLocks noGrp="1"/>
          </p:cNvSpPr>
          <p:nvPr/>
        </p:nvSpPr>
        <p:spPr>
          <a:xfrm>
            <a:off x="1935777" y="16954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" name="F2_precision_recall_distributions_2834">
            <a:extLst>
              <a:ext uri="{FF2B5EF4-FFF2-40B4-BE49-F238E27FC236}">
                <a16:creationId xmlns:a16="http://schemas.microsoft.com/office/drawing/2014/main" id="{2387207C-8475-4EC2-9158-29D46A915665}"/>
              </a:ext>
            </a:extLst>
          </p:cNvPr>
          <p:cNvSpPr>
            <a:spLocks noGrp="1"/>
          </p:cNvSpPr>
          <p:nvPr/>
        </p:nvSpPr>
        <p:spPr>
          <a:xfrm>
            <a:off x="1933602" y="1716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" name="F2_precision_recall_distributions_2835">
            <a:extLst>
              <a:ext uri="{FF2B5EF4-FFF2-40B4-BE49-F238E27FC236}">
                <a16:creationId xmlns:a16="http://schemas.microsoft.com/office/drawing/2014/main" id="{6B74997B-D25D-4ECA-BDC1-4A15C45BA0DB}"/>
              </a:ext>
            </a:extLst>
          </p:cNvPr>
          <p:cNvSpPr>
            <a:spLocks noGrp="1"/>
          </p:cNvSpPr>
          <p:nvPr/>
        </p:nvSpPr>
        <p:spPr>
          <a:xfrm>
            <a:off x="1821347" y="2115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" name="F2_precision_recall_distributions_2836">
            <a:extLst>
              <a:ext uri="{FF2B5EF4-FFF2-40B4-BE49-F238E27FC236}">
                <a16:creationId xmlns:a16="http://schemas.microsoft.com/office/drawing/2014/main" id="{13138E3B-E8E2-4D4F-B00B-2036DC10A3E9}"/>
              </a:ext>
            </a:extLst>
          </p:cNvPr>
          <p:cNvSpPr>
            <a:spLocks noGrp="1"/>
          </p:cNvSpPr>
          <p:nvPr/>
        </p:nvSpPr>
        <p:spPr>
          <a:xfrm>
            <a:off x="1842277" y="210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" name="F2_precision_recall_distributions_2837">
            <a:extLst>
              <a:ext uri="{FF2B5EF4-FFF2-40B4-BE49-F238E27FC236}">
                <a16:creationId xmlns:a16="http://schemas.microsoft.com/office/drawing/2014/main" id="{B6F8ACEB-EA6C-4667-BBB6-D950E5E2B950}"/>
              </a:ext>
            </a:extLst>
          </p:cNvPr>
          <p:cNvSpPr>
            <a:spLocks noGrp="1"/>
          </p:cNvSpPr>
          <p:nvPr/>
        </p:nvSpPr>
        <p:spPr>
          <a:xfrm>
            <a:off x="1809358" y="2094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" name="F2_precision_recall_distributions_2838">
            <a:extLst>
              <a:ext uri="{FF2B5EF4-FFF2-40B4-BE49-F238E27FC236}">
                <a16:creationId xmlns:a16="http://schemas.microsoft.com/office/drawing/2014/main" id="{F4AC9496-3FE9-42D5-81FE-B6067329EF3F}"/>
              </a:ext>
            </a:extLst>
          </p:cNvPr>
          <p:cNvSpPr>
            <a:spLocks noGrp="1"/>
          </p:cNvSpPr>
          <p:nvPr/>
        </p:nvSpPr>
        <p:spPr>
          <a:xfrm>
            <a:off x="1940049" y="17062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" name="F2_precision_recall_distributions_2839">
            <a:extLst>
              <a:ext uri="{FF2B5EF4-FFF2-40B4-BE49-F238E27FC236}">
                <a16:creationId xmlns:a16="http://schemas.microsoft.com/office/drawing/2014/main" id="{07262B6A-C9F4-4EC9-BFE9-C8BD1FE603A7}"/>
              </a:ext>
            </a:extLst>
          </p:cNvPr>
          <p:cNvSpPr>
            <a:spLocks noGrp="1"/>
          </p:cNvSpPr>
          <p:nvPr/>
        </p:nvSpPr>
        <p:spPr>
          <a:xfrm>
            <a:off x="1981976" y="18593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" name="F2_precision_recall_distributions_2840">
            <a:extLst>
              <a:ext uri="{FF2B5EF4-FFF2-40B4-BE49-F238E27FC236}">
                <a16:creationId xmlns:a16="http://schemas.microsoft.com/office/drawing/2014/main" id="{0336CBAF-C496-47A2-9198-2A623B440437}"/>
              </a:ext>
            </a:extLst>
          </p:cNvPr>
          <p:cNvSpPr>
            <a:spLocks noGrp="1"/>
          </p:cNvSpPr>
          <p:nvPr/>
        </p:nvSpPr>
        <p:spPr>
          <a:xfrm>
            <a:off x="1847154" y="2007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" name="F2_precision_recall_distributions_2841">
            <a:extLst>
              <a:ext uri="{FF2B5EF4-FFF2-40B4-BE49-F238E27FC236}">
                <a16:creationId xmlns:a16="http://schemas.microsoft.com/office/drawing/2014/main" id="{ED91DBCE-EECA-4402-AAC0-EE18EF421EC1}"/>
              </a:ext>
            </a:extLst>
          </p:cNvPr>
          <p:cNvSpPr>
            <a:spLocks noGrp="1"/>
          </p:cNvSpPr>
          <p:nvPr/>
        </p:nvSpPr>
        <p:spPr>
          <a:xfrm>
            <a:off x="1973761" y="17279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" name="F2_precision_recall_distributions_2842">
            <a:extLst>
              <a:ext uri="{FF2B5EF4-FFF2-40B4-BE49-F238E27FC236}">
                <a16:creationId xmlns:a16="http://schemas.microsoft.com/office/drawing/2014/main" id="{D970E0A9-6963-453B-8DCE-0C53B8526B8B}"/>
              </a:ext>
            </a:extLst>
          </p:cNvPr>
          <p:cNvSpPr>
            <a:spLocks noGrp="1"/>
          </p:cNvSpPr>
          <p:nvPr/>
        </p:nvSpPr>
        <p:spPr>
          <a:xfrm>
            <a:off x="1702546" y="1722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" name="F2_precision_recall_distributions_2843">
            <a:extLst>
              <a:ext uri="{FF2B5EF4-FFF2-40B4-BE49-F238E27FC236}">
                <a16:creationId xmlns:a16="http://schemas.microsoft.com/office/drawing/2014/main" id="{50A8A386-84C6-4A8B-A9B6-8F9BC7DA52DB}"/>
              </a:ext>
            </a:extLst>
          </p:cNvPr>
          <p:cNvSpPr>
            <a:spLocks noGrp="1"/>
          </p:cNvSpPr>
          <p:nvPr/>
        </p:nvSpPr>
        <p:spPr>
          <a:xfrm>
            <a:off x="1847615" y="21626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" name="F2_precision_recall_distributions_2844">
            <a:extLst>
              <a:ext uri="{FF2B5EF4-FFF2-40B4-BE49-F238E27FC236}">
                <a16:creationId xmlns:a16="http://schemas.microsoft.com/office/drawing/2014/main" id="{DFED1B9D-CCCB-4B83-A61D-C3DFD1CF9749}"/>
              </a:ext>
            </a:extLst>
          </p:cNvPr>
          <p:cNvSpPr>
            <a:spLocks noGrp="1"/>
          </p:cNvSpPr>
          <p:nvPr/>
        </p:nvSpPr>
        <p:spPr>
          <a:xfrm>
            <a:off x="1982622" y="17750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" name="F2_precision_recall_distributions_2845">
            <a:extLst>
              <a:ext uri="{FF2B5EF4-FFF2-40B4-BE49-F238E27FC236}">
                <a16:creationId xmlns:a16="http://schemas.microsoft.com/office/drawing/2014/main" id="{CFD26E8B-3B7E-4F6E-812A-DCFDBCBC71E2}"/>
              </a:ext>
            </a:extLst>
          </p:cNvPr>
          <p:cNvSpPr>
            <a:spLocks noGrp="1"/>
          </p:cNvSpPr>
          <p:nvPr/>
        </p:nvSpPr>
        <p:spPr>
          <a:xfrm>
            <a:off x="1759832" y="1837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" name="F2_precision_recall_distributions_2846">
            <a:extLst>
              <a:ext uri="{FF2B5EF4-FFF2-40B4-BE49-F238E27FC236}">
                <a16:creationId xmlns:a16="http://schemas.microsoft.com/office/drawing/2014/main" id="{F08914C2-A297-44AA-AB48-BE6692991AC5}"/>
              </a:ext>
            </a:extLst>
          </p:cNvPr>
          <p:cNvSpPr>
            <a:spLocks noGrp="1"/>
          </p:cNvSpPr>
          <p:nvPr/>
        </p:nvSpPr>
        <p:spPr>
          <a:xfrm>
            <a:off x="1943310" y="18117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" name="F2_precision_recall_distributions_2847">
            <a:extLst>
              <a:ext uri="{FF2B5EF4-FFF2-40B4-BE49-F238E27FC236}">
                <a16:creationId xmlns:a16="http://schemas.microsoft.com/office/drawing/2014/main" id="{07F22DA4-A95B-4D04-B305-D9AFD16C7F52}"/>
              </a:ext>
            </a:extLst>
          </p:cNvPr>
          <p:cNvSpPr>
            <a:spLocks noGrp="1"/>
          </p:cNvSpPr>
          <p:nvPr/>
        </p:nvSpPr>
        <p:spPr>
          <a:xfrm>
            <a:off x="1753736" y="18053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" name="F2_precision_recall_distributions_2848">
            <a:extLst>
              <a:ext uri="{FF2B5EF4-FFF2-40B4-BE49-F238E27FC236}">
                <a16:creationId xmlns:a16="http://schemas.microsoft.com/office/drawing/2014/main" id="{86868299-644B-4B60-A0CC-FEB56360314C}"/>
              </a:ext>
            </a:extLst>
          </p:cNvPr>
          <p:cNvSpPr>
            <a:spLocks noGrp="1"/>
          </p:cNvSpPr>
          <p:nvPr/>
        </p:nvSpPr>
        <p:spPr>
          <a:xfrm>
            <a:off x="1775643" y="18181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" name="F2_precision_recall_distributions_2849">
            <a:extLst>
              <a:ext uri="{FF2B5EF4-FFF2-40B4-BE49-F238E27FC236}">
                <a16:creationId xmlns:a16="http://schemas.microsoft.com/office/drawing/2014/main" id="{C8482D9C-6270-4CFC-AF9A-7754F7F50F81}"/>
              </a:ext>
            </a:extLst>
          </p:cNvPr>
          <p:cNvSpPr>
            <a:spLocks noGrp="1"/>
          </p:cNvSpPr>
          <p:nvPr/>
        </p:nvSpPr>
        <p:spPr>
          <a:xfrm>
            <a:off x="1759694" y="1762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" name="F2_precision_recall_distributions_2850">
            <a:extLst>
              <a:ext uri="{FF2B5EF4-FFF2-40B4-BE49-F238E27FC236}">
                <a16:creationId xmlns:a16="http://schemas.microsoft.com/office/drawing/2014/main" id="{1730DA38-1FCB-4E3C-B312-5E9C55F9685B}"/>
              </a:ext>
            </a:extLst>
          </p:cNvPr>
          <p:cNvSpPr>
            <a:spLocks noGrp="1"/>
          </p:cNvSpPr>
          <p:nvPr/>
        </p:nvSpPr>
        <p:spPr>
          <a:xfrm>
            <a:off x="1691320" y="16847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" name="F2_precision_recall_distributions_2851">
            <a:extLst>
              <a:ext uri="{FF2B5EF4-FFF2-40B4-BE49-F238E27FC236}">
                <a16:creationId xmlns:a16="http://schemas.microsoft.com/office/drawing/2014/main" id="{86FC74DB-58F2-470C-9236-ABB9B073D468}"/>
              </a:ext>
            </a:extLst>
          </p:cNvPr>
          <p:cNvSpPr>
            <a:spLocks noGrp="1"/>
          </p:cNvSpPr>
          <p:nvPr/>
        </p:nvSpPr>
        <p:spPr>
          <a:xfrm>
            <a:off x="1898973" y="22201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" name="F2_precision_recall_distributions_2852">
            <a:extLst>
              <a:ext uri="{FF2B5EF4-FFF2-40B4-BE49-F238E27FC236}">
                <a16:creationId xmlns:a16="http://schemas.microsoft.com/office/drawing/2014/main" id="{BAA54840-53E6-4AD8-A248-1DA5B149BDA5}"/>
              </a:ext>
            </a:extLst>
          </p:cNvPr>
          <p:cNvSpPr>
            <a:spLocks noGrp="1"/>
          </p:cNvSpPr>
          <p:nvPr/>
        </p:nvSpPr>
        <p:spPr>
          <a:xfrm>
            <a:off x="201396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" name="F2_precision_recall_distributions_2853">
            <a:extLst>
              <a:ext uri="{FF2B5EF4-FFF2-40B4-BE49-F238E27FC236}">
                <a16:creationId xmlns:a16="http://schemas.microsoft.com/office/drawing/2014/main" id="{E8DB3F79-A8B9-4322-8F3A-B8243B2FBAC3}"/>
              </a:ext>
            </a:extLst>
          </p:cNvPr>
          <p:cNvSpPr>
            <a:spLocks noGrp="1"/>
          </p:cNvSpPr>
          <p:nvPr/>
        </p:nvSpPr>
        <p:spPr>
          <a:xfrm>
            <a:off x="1658913" y="2080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" name="F2_precision_recall_distributions_2854">
            <a:extLst>
              <a:ext uri="{FF2B5EF4-FFF2-40B4-BE49-F238E27FC236}">
                <a16:creationId xmlns:a16="http://schemas.microsoft.com/office/drawing/2014/main" id="{DB80B9B7-001D-4BE6-9C45-1CE135B20838}"/>
              </a:ext>
            </a:extLst>
          </p:cNvPr>
          <p:cNvSpPr>
            <a:spLocks noGrp="1"/>
          </p:cNvSpPr>
          <p:nvPr/>
        </p:nvSpPr>
        <p:spPr>
          <a:xfrm>
            <a:off x="1664456" y="1856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" name="F2_precision_recall_distributions_2855">
            <a:extLst>
              <a:ext uri="{FF2B5EF4-FFF2-40B4-BE49-F238E27FC236}">
                <a16:creationId xmlns:a16="http://schemas.microsoft.com/office/drawing/2014/main" id="{8FEB2011-126D-445F-B2F9-C047233879BD}"/>
              </a:ext>
            </a:extLst>
          </p:cNvPr>
          <p:cNvSpPr>
            <a:spLocks noGrp="1"/>
          </p:cNvSpPr>
          <p:nvPr/>
        </p:nvSpPr>
        <p:spPr>
          <a:xfrm>
            <a:off x="1762153" y="16759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" name="F2_precision_recall_distributions_2856">
            <a:extLst>
              <a:ext uri="{FF2B5EF4-FFF2-40B4-BE49-F238E27FC236}">
                <a16:creationId xmlns:a16="http://schemas.microsoft.com/office/drawing/2014/main" id="{CE33DEE3-F335-4A42-BC91-3D34C5DA2274}"/>
              </a:ext>
            </a:extLst>
          </p:cNvPr>
          <p:cNvSpPr>
            <a:spLocks noGrp="1"/>
          </p:cNvSpPr>
          <p:nvPr/>
        </p:nvSpPr>
        <p:spPr>
          <a:xfrm>
            <a:off x="1696318" y="16721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" name="F2_precision_recall_distributions_2857">
            <a:extLst>
              <a:ext uri="{FF2B5EF4-FFF2-40B4-BE49-F238E27FC236}">
                <a16:creationId xmlns:a16="http://schemas.microsoft.com/office/drawing/2014/main" id="{75359D18-4251-46F2-B4B7-5CAC48C6DB97}"/>
              </a:ext>
            </a:extLst>
          </p:cNvPr>
          <p:cNvSpPr>
            <a:spLocks noGrp="1"/>
          </p:cNvSpPr>
          <p:nvPr/>
        </p:nvSpPr>
        <p:spPr>
          <a:xfrm>
            <a:off x="1929509" y="20239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" name="F2_precision_recall_distributions_2858">
            <a:extLst>
              <a:ext uri="{FF2B5EF4-FFF2-40B4-BE49-F238E27FC236}">
                <a16:creationId xmlns:a16="http://schemas.microsoft.com/office/drawing/2014/main" id="{01A7EC12-539E-4461-9437-D1E843346EA6}"/>
              </a:ext>
            </a:extLst>
          </p:cNvPr>
          <p:cNvSpPr>
            <a:spLocks noGrp="1"/>
          </p:cNvSpPr>
          <p:nvPr/>
        </p:nvSpPr>
        <p:spPr>
          <a:xfrm>
            <a:off x="1690284" y="1883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" name="F2_precision_recall_distributions_2859">
            <a:extLst>
              <a:ext uri="{FF2B5EF4-FFF2-40B4-BE49-F238E27FC236}">
                <a16:creationId xmlns:a16="http://schemas.microsoft.com/office/drawing/2014/main" id="{FAD09AA8-1052-4665-BD74-65489C530A25}"/>
              </a:ext>
            </a:extLst>
          </p:cNvPr>
          <p:cNvSpPr>
            <a:spLocks noGrp="1"/>
          </p:cNvSpPr>
          <p:nvPr/>
        </p:nvSpPr>
        <p:spPr>
          <a:xfrm>
            <a:off x="19172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" name="F2_precision_recall_distributions_2860">
            <a:extLst>
              <a:ext uri="{FF2B5EF4-FFF2-40B4-BE49-F238E27FC236}">
                <a16:creationId xmlns:a16="http://schemas.microsoft.com/office/drawing/2014/main" id="{43EFC467-2CCD-469E-84C5-71EDDFD6A53A}"/>
              </a:ext>
            </a:extLst>
          </p:cNvPr>
          <p:cNvSpPr>
            <a:spLocks noGrp="1"/>
          </p:cNvSpPr>
          <p:nvPr/>
        </p:nvSpPr>
        <p:spPr>
          <a:xfrm>
            <a:off x="1671639" y="2174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" name="F2_precision_recall_distributions_2861">
            <a:extLst>
              <a:ext uri="{FF2B5EF4-FFF2-40B4-BE49-F238E27FC236}">
                <a16:creationId xmlns:a16="http://schemas.microsoft.com/office/drawing/2014/main" id="{FA60CB05-34E3-427E-B5AA-AEA5F83AE6EC}"/>
              </a:ext>
            </a:extLst>
          </p:cNvPr>
          <p:cNvSpPr>
            <a:spLocks noGrp="1"/>
          </p:cNvSpPr>
          <p:nvPr/>
        </p:nvSpPr>
        <p:spPr>
          <a:xfrm>
            <a:off x="1672288" y="1591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" name="F2_precision_recall_distributions_2862">
            <a:extLst>
              <a:ext uri="{FF2B5EF4-FFF2-40B4-BE49-F238E27FC236}">
                <a16:creationId xmlns:a16="http://schemas.microsoft.com/office/drawing/2014/main" id="{69CB13FB-B7CD-486D-82F4-FBD72ACF34D6}"/>
              </a:ext>
            </a:extLst>
          </p:cNvPr>
          <p:cNvSpPr>
            <a:spLocks noGrp="1"/>
          </p:cNvSpPr>
          <p:nvPr/>
        </p:nvSpPr>
        <p:spPr>
          <a:xfrm>
            <a:off x="188226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" name="F2_precision_recall_distributions_2863">
            <a:extLst>
              <a:ext uri="{FF2B5EF4-FFF2-40B4-BE49-F238E27FC236}">
                <a16:creationId xmlns:a16="http://schemas.microsoft.com/office/drawing/2014/main" id="{CD2B018F-15DE-4608-9359-8ED978888738}"/>
              </a:ext>
            </a:extLst>
          </p:cNvPr>
          <p:cNvSpPr>
            <a:spLocks noGrp="1"/>
          </p:cNvSpPr>
          <p:nvPr/>
        </p:nvSpPr>
        <p:spPr>
          <a:xfrm>
            <a:off x="1991654" y="1944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" name="F2_precision_recall_distributions_2864">
            <a:extLst>
              <a:ext uri="{FF2B5EF4-FFF2-40B4-BE49-F238E27FC236}">
                <a16:creationId xmlns:a16="http://schemas.microsoft.com/office/drawing/2014/main" id="{DD584D51-4A73-4239-A81A-6C7F0995140C}"/>
              </a:ext>
            </a:extLst>
          </p:cNvPr>
          <p:cNvSpPr>
            <a:spLocks noGrp="1"/>
          </p:cNvSpPr>
          <p:nvPr/>
        </p:nvSpPr>
        <p:spPr>
          <a:xfrm>
            <a:off x="1826070" y="20151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" name="F2_precision_recall_distributions_2865">
            <a:extLst>
              <a:ext uri="{FF2B5EF4-FFF2-40B4-BE49-F238E27FC236}">
                <a16:creationId xmlns:a16="http://schemas.microsoft.com/office/drawing/2014/main" id="{AF45C963-7C4F-4273-B7FB-CD60B05EAE00}"/>
              </a:ext>
            </a:extLst>
          </p:cNvPr>
          <p:cNvSpPr>
            <a:spLocks noGrp="1"/>
          </p:cNvSpPr>
          <p:nvPr/>
        </p:nvSpPr>
        <p:spPr>
          <a:xfrm>
            <a:off x="1891064" y="16020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" name="F2_precision_recall_distributions_2866">
            <a:extLst>
              <a:ext uri="{FF2B5EF4-FFF2-40B4-BE49-F238E27FC236}">
                <a16:creationId xmlns:a16="http://schemas.microsoft.com/office/drawing/2014/main" id="{D1DC3C79-ABA4-45C4-AFE0-48CDB50C7903}"/>
              </a:ext>
            </a:extLst>
          </p:cNvPr>
          <p:cNvSpPr>
            <a:spLocks noGrp="1"/>
          </p:cNvSpPr>
          <p:nvPr/>
        </p:nvSpPr>
        <p:spPr>
          <a:xfrm>
            <a:off x="1768654" y="16991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" name="F2_precision_recall_distributions_2867">
            <a:extLst>
              <a:ext uri="{FF2B5EF4-FFF2-40B4-BE49-F238E27FC236}">
                <a16:creationId xmlns:a16="http://schemas.microsoft.com/office/drawing/2014/main" id="{7A81E734-E686-4283-997D-DAAC71FB5C37}"/>
              </a:ext>
            </a:extLst>
          </p:cNvPr>
          <p:cNvSpPr>
            <a:spLocks noGrp="1"/>
          </p:cNvSpPr>
          <p:nvPr/>
        </p:nvSpPr>
        <p:spPr>
          <a:xfrm>
            <a:off x="1685689" y="1848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" name="F2_precision_recall_distributions_2868">
            <a:extLst>
              <a:ext uri="{FF2B5EF4-FFF2-40B4-BE49-F238E27FC236}">
                <a16:creationId xmlns:a16="http://schemas.microsoft.com/office/drawing/2014/main" id="{97628B29-3786-49C2-942B-736EA4D6974E}"/>
              </a:ext>
            </a:extLst>
          </p:cNvPr>
          <p:cNvSpPr>
            <a:spLocks noGrp="1"/>
          </p:cNvSpPr>
          <p:nvPr/>
        </p:nvSpPr>
        <p:spPr>
          <a:xfrm>
            <a:off x="1653579" y="17110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" name="F2_precision_recall_distributions_2869">
            <a:extLst>
              <a:ext uri="{FF2B5EF4-FFF2-40B4-BE49-F238E27FC236}">
                <a16:creationId xmlns:a16="http://schemas.microsoft.com/office/drawing/2014/main" id="{F6FDCD78-70F0-4F80-8572-F58A2A952FA3}"/>
              </a:ext>
            </a:extLst>
          </p:cNvPr>
          <p:cNvSpPr>
            <a:spLocks noGrp="1"/>
          </p:cNvSpPr>
          <p:nvPr/>
        </p:nvSpPr>
        <p:spPr>
          <a:xfrm>
            <a:off x="1658701" y="1572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6" name="F2_precision_recall_distributions_2870">
            <a:extLst>
              <a:ext uri="{FF2B5EF4-FFF2-40B4-BE49-F238E27FC236}">
                <a16:creationId xmlns:a16="http://schemas.microsoft.com/office/drawing/2014/main" id="{DB38934E-3CBE-4389-B342-D4959CD524AF}"/>
              </a:ext>
            </a:extLst>
          </p:cNvPr>
          <p:cNvSpPr>
            <a:spLocks noGrp="1"/>
          </p:cNvSpPr>
          <p:nvPr/>
        </p:nvSpPr>
        <p:spPr>
          <a:xfrm>
            <a:off x="1887008" y="1649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" name="F2_precision_recall_distributions_2871">
            <a:extLst>
              <a:ext uri="{FF2B5EF4-FFF2-40B4-BE49-F238E27FC236}">
                <a16:creationId xmlns:a16="http://schemas.microsoft.com/office/drawing/2014/main" id="{B4A9F274-8520-49A3-9755-5CCD03E9C241}"/>
              </a:ext>
            </a:extLst>
          </p:cNvPr>
          <p:cNvSpPr>
            <a:spLocks noGrp="1"/>
          </p:cNvSpPr>
          <p:nvPr/>
        </p:nvSpPr>
        <p:spPr>
          <a:xfrm>
            <a:off x="1795933" y="1709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" name="F2_precision_recall_distributions_2872">
            <a:extLst>
              <a:ext uri="{FF2B5EF4-FFF2-40B4-BE49-F238E27FC236}">
                <a16:creationId xmlns:a16="http://schemas.microsoft.com/office/drawing/2014/main" id="{98781324-1EA9-4A62-B244-BBF97A06525D}"/>
              </a:ext>
            </a:extLst>
          </p:cNvPr>
          <p:cNvSpPr>
            <a:spLocks noGrp="1"/>
          </p:cNvSpPr>
          <p:nvPr/>
        </p:nvSpPr>
        <p:spPr>
          <a:xfrm>
            <a:off x="1761323" y="16423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" name="F2_precision_recall_distributions_2873">
            <a:extLst>
              <a:ext uri="{FF2B5EF4-FFF2-40B4-BE49-F238E27FC236}">
                <a16:creationId xmlns:a16="http://schemas.microsoft.com/office/drawing/2014/main" id="{C188829D-6CD2-4596-8940-BA7EEF42CF0C}"/>
              </a:ext>
            </a:extLst>
          </p:cNvPr>
          <p:cNvSpPr>
            <a:spLocks noGrp="1"/>
          </p:cNvSpPr>
          <p:nvPr/>
        </p:nvSpPr>
        <p:spPr>
          <a:xfrm>
            <a:off x="1724698" y="1770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" name="F2_precision_recall_distributions_2874">
            <a:extLst>
              <a:ext uri="{FF2B5EF4-FFF2-40B4-BE49-F238E27FC236}">
                <a16:creationId xmlns:a16="http://schemas.microsoft.com/office/drawing/2014/main" id="{E78DB996-2B55-4D8C-9F43-E7AAA54B8D5C}"/>
              </a:ext>
            </a:extLst>
          </p:cNvPr>
          <p:cNvSpPr>
            <a:spLocks noGrp="1"/>
          </p:cNvSpPr>
          <p:nvPr/>
        </p:nvSpPr>
        <p:spPr>
          <a:xfrm>
            <a:off x="1731419" y="17543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" name="F2_precision_recall_distributions_2875">
            <a:extLst>
              <a:ext uri="{FF2B5EF4-FFF2-40B4-BE49-F238E27FC236}">
                <a16:creationId xmlns:a16="http://schemas.microsoft.com/office/drawing/2014/main" id="{6B97BF34-70FB-494D-A671-EA81AB4BC1E3}"/>
              </a:ext>
            </a:extLst>
          </p:cNvPr>
          <p:cNvSpPr>
            <a:spLocks noGrp="1"/>
          </p:cNvSpPr>
          <p:nvPr/>
        </p:nvSpPr>
        <p:spPr>
          <a:xfrm>
            <a:off x="1916978" y="18635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" name="F2_precision_recall_distributions_2876">
            <a:extLst>
              <a:ext uri="{FF2B5EF4-FFF2-40B4-BE49-F238E27FC236}">
                <a16:creationId xmlns:a16="http://schemas.microsoft.com/office/drawing/2014/main" id="{843207ED-9CBA-4EED-9D12-A4DFCEB0E4A4}"/>
              </a:ext>
            </a:extLst>
          </p:cNvPr>
          <p:cNvSpPr>
            <a:spLocks noGrp="1"/>
          </p:cNvSpPr>
          <p:nvPr/>
        </p:nvSpPr>
        <p:spPr>
          <a:xfrm>
            <a:off x="1675553" y="16981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" name="F2_precision_recall_distributions_2877">
            <a:extLst>
              <a:ext uri="{FF2B5EF4-FFF2-40B4-BE49-F238E27FC236}">
                <a16:creationId xmlns:a16="http://schemas.microsoft.com/office/drawing/2014/main" id="{3748B82A-7710-408D-BD5E-E362E6AEE8AD}"/>
              </a:ext>
            </a:extLst>
          </p:cNvPr>
          <p:cNvSpPr>
            <a:spLocks noGrp="1"/>
          </p:cNvSpPr>
          <p:nvPr/>
        </p:nvSpPr>
        <p:spPr>
          <a:xfrm>
            <a:off x="1991383" y="17560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" name="F2_precision_recall_distributions_2878">
            <a:extLst>
              <a:ext uri="{FF2B5EF4-FFF2-40B4-BE49-F238E27FC236}">
                <a16:creationId xmlns:a16="http://schemas.microsoft.com/office/drawing/2014/main" id="{DF65DAAF-F047-400E-BE30-4B36CADEEC07}"/>
              </a:ext>
            </a:extLst>
          </p:cNvPr>
          <p:cNvSpPr>
            <a:spLocks noGrp="1"/>
          </p:cNvSpPr>
          <p:nvPr/>
        </p:nvSpPr>
        <p:spPr>
          <a:xfrm>
            <a:off x="1983732" y="18099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" name="F2_precision_recall_distributions_2879">
            <a:extLst>
              <a:ext uri="{FF2B5EF4-FFF2-40B4-BE49-F238E27FC236}">
                <a16:creationId xmlns:a16="http://schemas.microsoft.com/office/drawing/2014/main" id="{7B4A2618-5DDF-4837-BF51-1FDAFB0F6C90}"/>
              </a:ext>
            </a:extLst>
          </p:cNvPr>
          <p:cNvSpPr>
            <a:spLocks noGrp="1"/>
          </p:cNvSpPr>
          <p:nvPr/>
        </p:nvSpPr>
        <p:spPr>
          <a:xfrm>
            <a:off x="1660046" y="19565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" name="F2_precision_recall_distributions_2880">
            <a:extLst>
              <a:ext uri="{FF2B5EF4-FFF2-40B4-BE49-F238E27FC236}">
                <a16:creationId xmlns:a16="http://schemas.microsoft.com/office/drawing/2014/main" id="{4103E305-792D-4AB6-B8D8-632D4D954FEE}"/>
              </a:ext>
            </a:extLst>
          </p:cNvPr>
          <p:cNvSpPr>
            <a:spLocks noGrp="1"/>
          </p:cNvSpPr>
          <p:nvPr/>
        </p:nvSpPr>
        <p:spPr>
          <a:xfrm>
            <a:off x="1977713" y="17250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" name="F2_precision_recall_distributions_2881">
            <a:extLst>
              <a:ext uri="{FF2B5EF4-FFF2-40B4-BE49-F238E27FC236}">
                <a16:creationId xmlns:a16="http://schemas.microsoft.com/office/drawing/2014/main" id="{2ED874BA-D5E8-4CC8-AE63-FF389F8ACEAB}"/>
              </a:ext>
            </a:extLst>
          </p:cNvPr>
          <p:cNvSpPr>
            <a:spLocks noGrp="1"/>
          </p:cNvSpPr>
          <p:nvPr/>
        </p:nvSpPr>
        <p:spPr>
          <a:xfrm>
            <a:off x="2024369" y="16301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" name="F2_precision_recall_distributions_2882">
            <a:extLst>
              <a:ext uri="{FF2B5EF4-FFF2-40B4-BE49-F238E27FC236}">
                <a16:creationId xmlns:a16="http://schemas.microsoft.com/office/drawing/2014/main" id="{6AA52A09-6A83-4684-9A80-F5E2A90BB3C0}"/>
              </a:ext>
            </a:extLst>
          </p:cNvPr>
          <p:cNvSpPr>
            <a:spLocks noGrp="1"/>
          </p:cNvSpPr>
          <p:nvPr/>
        </p:nvSpPr>
        <p:spPr>
          <a:xfrm>
            <a:off x="1846611" y="19812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" name="F2_precision_recall_distributions_2883">
            <a:extLst>
              <a:ext uri="{FF2B5EF4-FFF2-40B4-BE49-F238E27FC236}">
                <a16:creationId xmlns:a16="http://schemas.microsoft.com/office/drawing/2014/main" id="{06317339-A001-4817-BF73-DC49FA36F1D2}"/>
              </a:ext>
            </a:extLst>
          </p:cNvPr>
          <p:cNvSpPr>
            <a:spLocks noGrp="1"/>
          </p:cNvSpPr>
          <p:nvPr/>
        </p:nvSpPr>
        <p:spPr>
          <a:xfrm>
            <a:off x="1994513" y="16135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" name="F2_precision_recall_distributions_2884">
            <a:extLst>
              <a:ext uri="{FF2B5EF4-FFF2-40B4-BE49-F238E27FC236}">
                <a16:creationId xmlns:a16="http://schemas.microsoft.com/office/drawing/2014/main" id="{CF662DF6-4CA6-479D-A62A-286B9F62E650}"/>
              </a:ext>
            </a:extLst>
          </p:cNvPr>
          <p:cNvSpPr>
            <a:spLocks noGrp="1"/>
          </p:cNvSpPr>
          <p:nvPr/>
        </p:nvSpPr>
        <p:spPr>
          <a:xfrm>
            <a:off x="1760214" y="1655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" name="F2_precision_recall_distributions_2885">
            <a:extLst>
              <a:ext uri="{FF2B5EF4-FFF2-40B4-BE49-F238E27FC236}">
                <a16:creationId xmlns:a16="http://schemas.microsoft.com/office/drawing/2014/main" id="{4882F4EC-F626-4ABA-9857-F89FBFD1EDF4}"/>
              </a:ext>
            </a:extLst>
          </p:cNvPr>
          <p:cNvSpPr>
            <a:spLocks noGrp="1"/>
          </p:cNvSpPr>
          <p:nvPr/>
        </p:nvSpPr>
        <p:spPr>
          <a:xfrm>
            <a:off x="1925766" y="16195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" name="F2_precision_recall_distributions_2886">
            <a:extLst>
              <a:ext uri="{FF2B5EF4-FFF2-40B4-BE49-F238E27FC236}">
                <a16:creationId xmlns:a16="http://schemas.microsoft.com/office/drawing/2014/main" id="{B1A48943-E8F0-4DD4-A4AD-51B19483AAF7}"/>
              </a:ext>
            </a:extLst>
          </p:cNvPr>
          <p:cNvSpPr>
            <a:spLocks noGrp="1"/>
          </p:cNvSpPr>
          <p:nvPr/>
        </p:nvSpPr>
        <p:spPr>
          <a:xfrm>
            <a:off x="2024589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" name="F2_precision_recall_distributions_2887">
            <a:extLst>
              <a:ext uri="{FF2B5EF4-FFF2-40B4-BE49-F238E27FC236}">
                <a16:creationId xmlns:a16="http://schemas.microsoft.com/office/drawing/2014/main" id="{B98C3F91-7880-475D-AC86-71B75C974B50}"/>
              </a:ext>
            </a:extLst>
          </p:cNvPr>
          <p:cNvSpPr>
            <a:spLocks noGrp="1"/>
          </p:cNvSpPr>
          <p:nvPr/>
        </p:nvSpPr>
        <p:spPr>
          <a:xfrm>
            <a:off x="1878407" y="2044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" name="F2_precision_recall_distributions_2888">
            <a:extLst>
              <a:ext uri="{FF2B5EF4-FFF2-40B4-BE49-F238E27FC236}">
                <a16:creationId xmlns:a16="http://schemas.microsoft.com/office/drawing/2014/main" id="{692E6279-5B7F-478C-A289-7A0C5CECC0C2}"/>
              </a:ext>
            </a:extLst>
          </p:cNvPr>
          <p:cNvSpPr>
            <a:spLocks noGrp="1"/>
          </p:cNvSpPr>
          <p:nvPr/>
        </p:nvSpPr>
        <p:spPr>
          <a:xfrm>
            <a:off x="1681514" y="15863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" name="F2_precision_recall_distributions_2889">
            <a:extLst>
              <a:ext uri="{FF2B5EF4-FFF2-40B4-BE49-F238E27FC236}">
                <a16:creationId xmlns:a16="http://schemas.microsoft.com/office/drawing/2014/main" id="{A0D4EE79-1561-4C19-B72D-3F9C751FE404}"/>
              </a:ext>
            </a:extLst>
          </p:cNvPr>
          <p:cNvSpPr>
            <a:spLocks noGrp="1"/>
          </p:cNvSpPr>
          <p:nvPr/>
        </p:nvSpPr>
        <p:spPr>
          <a:xfrm>
            <a:off x="1833891" y="15446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" name="F2_precision_recall_distributions_2890">
            <a:extLst>
              <a:ext uri="{FF2B5EF4-FFF2-40B4-BE49-F238E27FC236}">
                <a16:creationId xmlns:a16="http://schemas.microsoft.com/office/drawing/2014/main" id="{4FEABB4E-5A1C-4E2A-B9BF-576CD7E2B22E}"/>
              </a:ext>
            </a:extLst>
          </p:cNvPr>
          <p:cNvSpPr>
            <a:spLocks noGrp="1"/>
          </p:cNvSpPr>
          <p:nvPr/>
        </p:nvSpPr>
        <p:spPr>
          <a:xfrm>
            <a:off x="1690570" y="16264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" name="F2_precision_recall_distributions_2891">
            <a:extLst>
              <a:ext uri="{FF2B5EF4-FFF2-40B4-BE49-F238E27FC236}">
                <a16:creationId xmlns:a16="http://schemas.microsoft.com/office/drawing/2014/main" id="{201C5C67-29BC-4F3E-83FC-CE56FC251B40}"/>
              </a:ext>
            </a:extLst>
          </p:cNvPr>
          <p:cNvSpPr>
            <a:spLocks noGrp="1"/>
          </p:cNvSpPr>
          <p:nvPr/>
        </p:nvSpPr>
        <p:spPr>
          <a:xfrm>
            <a:off x="1990974" y="1766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" name="F2_precision_recall_distributions_2892">
            <a:extLst>
              <a:ext uri="{FF2B5EF4-FFF2-40B4-BE49-F238E27FC236}">
                <a16:creationId xmlns:a16="http://schemas.microsoft.com/office/drawing/2014/main" id="{E9EEB5F8-7AE4-4A47-AD4A-7E1B83F86A10}"/>
              </a:ext>
            </a:extLst>
          </p:cNvPr>
          <p:cNvSpPr>
            <a:spLocks noGrp="1"/>
          </p:cNvSpPr>
          <p:nvPr/>
        </p:nvSpPr>
        <p:spPr>
          <a:xfrm>
            <a:off x="1813960" y="1956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" name="F2_precision_recall_distributions_2893">
            <a:extLst>
              <a:ext uri="{FF2B5EF4-FFF2-40B4-BE49-F238E27FC236}">
                <a16:creationId xmlns:a16="http://schemas.microsoft.com/office/drawing/2014/main" id="{6EABF810-5894-45DA-B225-18EF8803A6D8}"/>
              </a:ext>
            </a:extLst>
          </p:cNvPr>
          <p:cNvSpPr>
            <a:spLocks noGrp="1"/>
          </p:cNvSpPr>
          <p:nvPr/>
        </p:nvSpPr>
        <p:spPr>
          <a:xfrm>
            <a:off x="1782639" y="21027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" name="F2_precision_recall_distributions_2894">
            <a:extLst>
              <a:ext uri="{FF2B5EF4-FFF2-40B4-BE49-F238E27FC236}">
                <a16:creationId xmlns:a16="http://schemas.microsoft.com/office/drawing/2014/main" id="{37593548-8C55-480E-980C-68ACD3308D45}"/>
              </a:ext>
            </a:extLst>
          </p:cNvPr>
          <p:cNvSpPr>
            <a:spLocks noGrp="1"/>
          </p:cNvSpPr>
          <p:nvPr/>
        </p:nvSpPr>
        <p:spPr>
          <a:xfrm>
            <a:off x="1883035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" name="F2_precision_recall_distributions_2895">
            <a:extLst>
              <a:ext uri="{FF2B5EF4-FFF2-40B4-BE49-F238E27FC236}">
                <a16:creationId xmlns:a16="http://schemas.microsoft.com/office/drawing/2014/main" id="{46E5E8D8-E4DB-48C7-AD30-E5F59CE5ECFF}"/>
              </a:ext>
            </a:extLst>
          </p:cNvPr>
          <p:cNvSpPr>
            <a:spLocks noGrp="1"/>
          </p:cNvSpPr>
          <p:nvPr/>
        </p:nvSpPr>
        <p:spPr>
          <a:xfrm>
            <a:off x="1831951" y="16764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" name="F2_precision_recall_distributions_2896">
            <a:extLst>
              <a:ext uri="{FF2B5EF4-FFF2-40B4-BE49-F238E27FC236}">
                <a16:creationId xmlns:a16="http://schemas.microsoft.com/office/drawing/2014/main" id="{8835C278-6553-4181-B7A5-C5722A2FE322}"/>
              </a:ext>
            </a:extLst>
          </p:cNvPr>
          <p:cNvSpPr>
            <a:spLocks noGrp="1"/>
          </p:cNvSpPr>
          <p:nvPr/>
        </p:nvSpPr>
        <p:spPr>
          <a:xfrm>
            <a:off x="1995650" y="21334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" name="F2_precision_recall_distributions_2897">
            <a:extLst>
              <a:ext uri="{FF2B5EF4-FFF2-40B4-BE49-F238E27FC236}">
                <a16:creationId xmlns:a16="http://schemas.microsoft.com/office/drawing/2014/main" id="{F2482B23-ABFC-44D2-B102-3D42024C4D8B}"/>
              </a:ext>
            </a:extLst>
          </p:cNvPr>
          <p:cNvSpPr>
            <a:spLocks noGrp="1"/>
          </p:cNvSpPr>
          <p:nvPr/>
        </p:nvSpPr>
        <p:spPr>
          <a:xfrm>
            <a:off x="1928051" y="16488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" name="F2_precision_recall_distributions_2898">
            <a:extLst>
              <a:ext uri="{FF2B5EF4-FFF2-40B4-BE49-F238E27FC236}">
                <a16:creationId xmlns:a16="http://schemas.microsoft.com/office/drawing/2014/main" id="{96DDEC4E-FDBA-465E-B63C-686837973C3D}"/>
              </a:ext>
            </a:extLst>
          </p:cNvPr>
          <p:cNvSpPr>
            <a:spLocks noGrp="1"/>
          </p:cNvSpPr>
          <p:nvPr/>
        </p:nvSpPr>
        <p:spPr>
          <a:xfrm>
            <a:off x="1762637" y="19926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" name="F2_precision_recall_distributions_2899">
            <a:extLst>
              <a:ext uri="{FF2B5EF4-FFF2-40B4-BE49-F238E27FC236}">
                <a16:creationId xmlns:a16="http://schemas.microsoft.com/office/drawing/2014/main" id="{6CCD7E0B-7EAC-4D0F-B6D8-BF16BAB99FA9}"/>
              </a:ext>
            </a:extLst>
          </p:cNvPr>
          <p:cNvSpPr>
            <a:spLocks noGrp="1"/>
          </p:cNvSpPr>
          <p:nvPr/>
        </p:nvSpPr>
        <p:spPr>
          <a:xfrm>
            <a:off x="1915206" y="1896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" name="F2_precision_recall_distributions_2900">
            <a:extLst>
              <a:ext uri="{FF2B5EF4-FFF2-40B4-BE49-F238E27FC236}">
                <a16:creationId xmlns:a16="http://schemas.microsoft.com/office/drawing/2014/main" id="{7E6498DC-9F41-43CB-B506-9EBF12F2F404}"/>
              </a:ext>
            </a:extLst>
          </p:cNvPr>
          <p:cNvSpPr>
            <a:spLocks noGrp="1"/>
          </p:cNvSpPr>
          <p:nvPr/>
        </p:nvSpPr>
        <p:spPr>
          <a:xfrm>
            <a:off x="1857548" y="1632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" name="F2_precision_recall_distributions_2901">
            <a:extLst>
              <a:ext uri="{FF2B5EF4-FFF2-40B4-BE49-F238E27FC236}">
                <a16:creationId xmlns:a16="http://schemas.microsoft.com/office/drawing/2014/main" id="{62013F56-8BF8-4AF5-9853-CF573F9D3503}"/>
              </a:ext>
            </a:extLst>
          </p:cNvPr>
          <p:cNvSpPr>
            <a:spLocks noGrp="1"/>
          </p:cNvSpPr>
          <p:nvPr/>
        </p:nvSpPr>
        <p:spPr>
          <a:xfrm>
            <a:off x="1869004" y="19173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" name="F2_precision_recall_distributions_2902">
            <a:extLst>
              <a:ext uri="{FF2B5EF4-FFF2-40B4-BE49-F238E27FC236}">
                <a16:creationId xmlns:a16="http://schemas.microsoft.com/office/drawing/2014/main" id="{85D36738-6504-45F1-B27B-1A3A68BDF4E5}"/>
              </a:ext>
            </a:extLst>
          </p:cNvPr>
          <p:cNvSpPr>
            <a:spLocks noGrp="1"/>
          </p:cNvSpPr>
          <p:nvPr/>
        </p:nvSpPr>
        <p:spPr>
          <a:xfrm>
            <a:off x="2023555" y="19758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" name="F2_precision_recall_distributions_2903">
            <a:extLst>
              <a:ext uri="{FF2B5EF4-FFF2-40B4-BE49-F238E27FC236}">
                <a16:creationId xmlns:a16="http://schemas.microsoft.com/office/drawing/2014/main" id="{79243111-F328-4CC3-9D48-BAEA7E3F0389}"/>
              </a:ext>
            </a:extLst>
          </p:cNvPr>
          <p:cNvSpPr>
            <a:spLocks noGrp="1"/>
          </p:cNvSpPr>
          <p:nvPr/>
        </p:nvSpPr>
        <p:spPr>
          <a:xfrm>
            <a:off x="168940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" name="F2_precision_recall_distributions_2904">
            <a:extLst>
              <a:ext uri="{FF2B5EF4-FFF2-40B4-BE49-F238E27FC236}">
                <a16:creationId xmlns:a16="http://schemas.microsoft.com/office/drawing/2014/main" id="{B2B839FB-F5E5-43D5-A835-9A2393C34034}"/>
              </a:ext>
            </a:extLst>
          </p:cNvPr>
          <p:cNvSpPr>
            <a:spLocks noGrp="1"/>
          </p:cNvSpPr>
          <p:nvPr/>
        </p:nvSpPr>
        <p:spPr>
          <a:xfrm>
            <a:off x="1892937" y="1637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" name="F2_precision_recall_distributions_2905">
            <a:extLst>
              <a:ext uri="{FF2B5EF4-FFF2-40B4-BE49-F238E27FC236}">
                <a16:creationId xmlns:a16="http://schemas.microsoft.com/office/drawing/2014/main" id="{625B2AB7-D74F-4F8C-BBA0-D723F5A57EA3}"/>
              </a:ext>
            </a:extLst>
          </p:cNvPr>
          <p:cNvSpPr>
            <a:spLocks noGrp="1"/>
          </p:cNvSpPr>
          <p:nvPr/>
        </p:nvSpPr>
        <p:spPr>
          <a:xfrm>
            <a:off x="1942228" y="15113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" name="F2_precision_recall_distributions_2906">
            <a:extLst>
              <a:ext uri="{FF2B5EF4-FFF2-40B4-BE49-F238E27FC236}">
                <a16:creationId xmlns:a16="http://schemas.microsoft.com/office/drawing/2014/main" id="{F99D4F24-B959-4175-8323-FEC63AEED35E}"/>
              </a:ext>
            </a:extLst>
          </p:cNvPr>
          <p:cNvSpPr>
            <a:spLocks noGrp="1"/>
          </p:cNvSpPr>
          <p:nvPr/>
        </p:nvSpPr>
        <p:spPr>
          <a:xfrm>
            <a:off x="1869253" y="17705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" name="F2_precision_recall_distributions_2907">
            <a:extLst>
              <a:ext uri="{FF2B5EF4-FFF2-40B4-BE49-F238E27FC236}">
                <a16:creationId xmlns:a16="http://schemas.microsoft.com/office/drawing/2014/main" id="{64B9B19A-C52F-48E3-B290-44D26388E341}"/>
              </a:ext>
            </a:extLst>
          </p:cNvPr>
          <p:cNvSpPr>
            <a:spLocks noGrp="1"/>
          </p:cNvSpPr>
          <p:nvPr/>
        </p:nvSpPr>
        <p:spPr>
          <a:xfrm>
            <a:off x="1956350" y="16960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" name="F2_precision_recall_distributions_2908">
            <a:extLst>
              <a:ext uri="{FF2B5EF4-FFF2-40B4-BE49-F238E27FC236}">
                <a16:creationId xmlns:a16="http://schemas.microsoft.com/office/drawing/2014/main" id="{07C7C40B-191E-4BDC-A6C8-50D0DA3A372E}"/>
              </a:ext>
            </a:extLst>
          </p:cNvPr>
          <p:cNvSpPr>
            <a:spLocks noGrp="1"/>
          </p:cNvSpPr>
          <p:nvPr/>
        </p:nvSpPr>
        <p:spPr>
          <a:xfrm>
            <a:off x="1682863" y="19907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" name="F2_precision_recall_distributions_2909">
            <a:extLst>
              <a:ext uri="{FF2B5EF4-FFF2-40B4-BE49-F238E27FC236}">
                <a16:creationId xmlns:a16="http://schemas.microsoft.com/office/drawing/2014/main" id="{DE8827BF-1710-430E-A041-88E408E88B3B}"/>
              </a:ext>
            </a:extLst>
          </p:cNvPr>
          <p:cNvSpPr>
            <a:spLocks noGrp="1"/>
          </p:cNvSpPr>
          <p:nvPr/>
        </p:nvSpPr>
        <p:spPr>
          <a:xfrm>
            <a:off x="1855985" y="16979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" name="F2_precision_recall_distributions_2910">
            <a:extLst>
              <a:ext uri="{FF2B5EF4-FFF2-40B4-BE49-F238E27FC236}">
                <a16:creationId xmlns:a16="http://schemas.microsoft.com/office/drawing/2014/main" id="{A8517203-984A-4D97-8FE9-7DDCC7645A4C}"/>
              </a:ext>
            </a:extLst>
          </p:cNvPr>
          <p:cNvSpPr>
            <a:spLocks noGrp="1"/>
          </p:cNvSpPr>
          <p:nvPr/>
        </p:nvSpPr>
        <p:spPr>
          <a:xfrm>
            <a:off x="1747427" y="18534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" name="F2_precision_recall_distributions_2911">
            <a:extLst>
              <a:ext uri="{FF2B5EF4-FFF2-40B4-BE49-F238E27FC236}">
                <a16:creationId xmlns:a16="http://schemas.microsoft.com/office/drawing/2014/main" id="{331C4F4C-89D2-4D00-A469-9870A9BD3088}"/>
              </a:ext>
            </a:extLst>
          </p:cNvPr>
          <p:cNvSpPr>
            <a:spLocks noGrp="1"/>
          </p:cNvSpPr>
          <p:nvPr/>
        </p:nvSpPr>
        <p:spPr>
          <a:xfrm>
            <a:off x="1913492" y="16363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" name="F2_precision_recall_distributions_2912">
            <a:extLst>
              <a:ext uri="{FF2B5EF4-FFF2-40B4-BE49-F238E27FC236}">
                <a16:creationId xmlns:a16="http://schemas.microsoft.com/office/drawing/2014/main" id="{AFB32E28-7A4F-4649-A4FB-D86069F9B371}"/>
              </a:ext>
            </a:extLst>
          </p:cNvPr>
          <p:cNvSpPr>
            <a:spLocks noGrp="1"/>
          </p:cNvSpPr>
          <p:nvPr/>
        </p:nvSpPr>
        <p:spPr>
          <a:xfrm>
            <a:off x="1771301" y="19937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" name="F2_precision_recall_distributions_2913">
            <a:extLst>
              <a:ext uri="{FF2B5EF4-FFF2-40B4-BE49-F238E27FC236}">
                <a16:creationId xmlns:a16="http://schemas.microsoft.com/office/drawing/2014/main" id="{A129940B-6A6C-44EF-B337-4C0035EEAC00}"/>
              </a:ext>
            </a:extLst>
          </p:cNvPr>
          <p:cNvSpPr>
            <a:spLocks noGrp="1"/>
          </p:cNvSpPr>
          <p:nvPr/>
        </p:nvSpPr>
        <p:spPr>
          <a:xfrm>
            <a:off x="1947504" y="19736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" name="F2_precision_recall_distributions_2914">
            <a:extLst>
              <a:ext uri="{FF2B5EF4-FFF2-40B4-BE49-F238E27FC236}">
                <a16:creationId xmlns:a16="http://schemas.microsoft.com/office/drawing/2014/main" id="{97B09075-9C2B-45D3-A166-4C35B66BD949}"/>
              </a:ext>
            </a:extLst>
          </p:cNvPr>
          <p:cNvSpPr>
            <a:spLocks noGrp="1"/>
          </p:cNvSpPr>
          <p:nvPr/>
        </p:nvSpPr>
        <p:spPr>
          <a:xfrm>
            <a:off x="2011845" y="15329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" name="F2_precision_recall_distributions_2915">
            <a:extLst>
              <a:ext uri="{FF2B5EF4-FFF2-40B4-BE49-F238E27FC236}">
                <a16:creationId xmlns:a16="http://schemas.microsoft.com/office/drawing/2014/main" id="{70749D81-53C6-43E8-9C8F-3C8A76066426}"/>
              </a:ext>
            </a:extLst>
          </p:cNvPr>
          <p:cNvSpPr>
            <a:spLocks noGrp="1"/>
          </p:cNvSpPr>
          <p:nvPr/>
        </p:nvSpPr>
        <p:spPr>
          <a:xfrm>
            <a:off x="1932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" name="F2_precision_recall_distributions_2916">
            <a:extLst>
              <a:ext uri="{FF2B5EF4-FFF2-40B4-BE49-F238E27FC236}">
                <a16:creationId xmlns:a16="http://schemas.microsoft.com/office/drawing/2014/main" id="{DAD13FE8-1493-489D-8F8B-0207A0E4D647}"/>
              </a:ext>
            </a:extLst>
          </p:cNvPr>
          <p:cNvSpPr>
            <a:spLocks noGrp="1"/>
          </p:cNvSpPr>
          <p:nvPr/>
        </p:nvSpPr>
        <p:spPr>
          <a:xfrm>
            <a:off x="1990223" y="16495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" name="F2_precision_recall_distributions_2917">
            <a:extLst>
              <a:ext uri="{FF2B5EF4-FFF2-40B4-BE49-F238E27FC236}">
                <a16:creationId xmlns:a16="http://schemas.microsoft.com/office/drawing/2014/main" id="{9B33D0A6-3817-4F09-AE01-7C980D266926}"/>
              </a:ext>
            </a:extLst>
          </p:cNvPr>
          <p:cNvSpPr>
            <a:spLocks noGrp="1"/>
          </p:cNvSpPr>
          <p:nvPr/>
        </p:nvSpPr>
        <p:spPr>
          <a:xfrm>
            <a:off x="1771330" y="2177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" name="F2_precision_recall_distributions_2918">
            <a:extLst>
              <a:ext uri="{FF2B5EF4-FFF2-40B4-BE49-F238E27FC236}">
                <a16:creationId xmlns:a16="http://schemas.microsoft.com/office/drawing/2014/main" id="{38FAF878-73EC-4C54-9276-0403429C462B}"/>
              </a:ext>
            </a:extLst>
          </p:cNvPr>
          <p:cNvSpPr>
            <a:spLocks noGrp="1"/>
          </p:cNvSpPr>
          <p:nvPr/>
        </p:nvSpPr>
        <p:spPr>
          <a:xfrm>
            <a:off x="1762344" y="17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" name="F2_precision_recall_distributions_2919">
            <a:extLst>
              <a:ext uri="{FF2B5EF4-FFF2-40B4-BE49-F238E27FC236}">
                <a16:creationId xmlns:a16="http://schemas.microsoft.com/office/drawing/2014/main" id="{CA959D7C-B953-4BEC-A9BC-501C332A732E}"/>
              </a:ext>
            </a:extLst>
          </p:cNvPr>
          <p:cNvSpPr>
            <a:spLocks noGrp="1"/>
          </p:cNvSpPr>
          <p:nvPr/>
        </p:nvSpPr>
        <p:spPr>
          <a:xfrm>
            <a:off x="1709316" y="15527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" name="F2_precision_recall_distributions_2920">
            <a:extLst>
              <a:ext uri="{FF2B5EF4-FFF2-40B4-BE49-F238E27FC236}">
                <a16:creationId xmlns:a16="http://schemas.microsoft.com/office/drawing/2014/main" id="{076FC98A-6825-476F-9397-84B60294E9CA}"/>
              </a:ext>
            </a:extLst>
          </p:cNvPr>
          <p:cNvSpPr>
            <a:spLocks noGrp="1"/>
          </p:cNvSpPr>
          <p:nvPr/>
        </p:nvSpPr>
        <p:spPr>
          <a:xfrm>
            <a:off x="1980858" y="16744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" name="F2_precision_recall_distributions_2921">
            <a:extLst>
              <a:ext uri="{FF2B5EF4-FFF2-40B4-BE49-F238E27FC236}">
                <a16:creationId xmlns:a16="http://schemas.microsoft.com/office/drawing/2014/main" id="{5B7DF304-CCA6-4C7E-B0ED-88FFFC652E3F}"/>
              </a:ext>
            </a:extLst>
          </p:cNvPr>
          <p:cNvSpPr>
            <a:spLocks noGrp="1"/>
          </p:cNvSpPr>
          <p:nvPr/>
        </p:nvSpPr>
        <p:spPr>
          <a:xfrm>
            <a:off x="1984557" y="15642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" name="F2_precision_recall_distributions_2922">
            <a:extLst>
              <a:ext uri="{FF2B5EF4-FFF2-40B4-BE49-F238E27FC236}">
                <a16:creationId xmlns:a16="http://schemas.microsoft.com/office/drawing/2014/main" id="{78B58063-64D7-4F6B-BFCD-4B1A17AB600B}"/>
              </a:ext>
            </a:extLst>
          </p:cNvPr>
          <p:cNvSpPr>
            <a:spLocks noGrp="1"/>
          </p:cNvSpPr>
          <p:nvPr/>
        </p:nvSpPr>
        <p:spPr>
          <a:xfrm>
            <a:off x="17188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" name="F2_precision_recall_distributions_2923">
            <a:extLst>
              <a:ext uri="{FF2B5EF4-FFF2-40B4-BE49-F238E27FC236}">
                <a16:creationId xmlns:a16="http://schemas.microsoft.com/office/drawing/2014/main" id="{3F75DCC7-56E9-4F60-83F9-8441227F3915}"/>
              </a:ext>
            </a:extLst>
          </p:cNvPr>
          <p:cNvSpPr>
            <a:spLocks noGrp="1"/>
          </p:cNvSpPr>
          <p:nvPr/>
        </p:nvSpPr>
        <p:spPr>
          <a:xfrm>
            <a:off x="2012701" y="21048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" name="F2_precision_recall_distributions_2924">
            <a:extLst>
              <a:ext uri="{FF2B5EF4-FFF2-40B4-BE49-F238E27FC236}">
                <a16:creationId xmlns:a16="http://schemas.microsoft.com/office/drawing/2014/main" id="{F91FF969-C121-41B1-A22C-4171A42A94B7}"/>
              </a:ext>
            </a:extLst>
          </p:cNvPr>
          <p:cNvSpPr>
            <a:spLocks noGrp="1"/>
          </p:cNvSpPr>
          <p:nvPr/>
        </p:nvSpPr>
        <p:spPr>
          <a:xfrm>
            <a:off x="1925680" y="16888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1" name="F2_precision_recall_distributions_2925">
            <a:extLst>
              <a:ext uri="{FF2B5EF4-FFF2-40B4-BE49-F238E27FC236}">
                <a16:creationId xmlns:a16="http://schemas.microsoft.com/office/drawing/2014/main" id="{20356573-8E8D-4C5B-B397-FB9D62804DFB}"/>
              </a:ext>
            </a:extLst>
          </p:cNvPr>
          <p:cNvSpPr>
            <a:spLocks noGrp="1"/>
          </p:cNvSpPr>
          <p:nvPr/>
        </p:nvSpPr>
        <p:spPr>
          <a:xfrm>
            <a:off x="1821240" y="17372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" name="F2_precision_recall_distributions_2926">
            <a:extLst>
              <a:ext uri="{FF2B5EF4-FFF2-40B4-BE49-F238E27FC236}">
                <a16:creationId xmlns:a16="http://schemas.microsoft.com/office/drawing/2014/main" id="{17E44AF4-49E0-4F7F-B3E9-394E06FCB4F2}"/>
              </a:ext>
            </a:extLst>
          </p:cNvPr>
          <p:cNvSpPr>
            <a:spLocks noGrp="1"/>
          </p:cNvSpPr>
          <p:nvPr/>
        </p:nvSpPr>
        <p:spPr>
          <a:xfrm>
            <a:off x="1721092" y="17851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" name="F2_precision_recall_distributions_2927">
            <a:extLst>
              <a:ext uri="{FF2B5EF4-FFF2-40B4-BE49-F238E27FC236}">
                <a16:creationId xmlns:a16="http://schemas.microsoft.com/office/drawing/2014/main" id="{507FADC1-029B-4099-9823-657905909425}"/>
              </a:ext>
            </a:extLst>
          </p:cNvPr>
          <p:cNvSpPr>
            <a:spLocks noGrp="1"/>
          </p:cNvSpPr>
          <p:nvPr/>
        </p:nvSpPr>
        <p:spPr>
          <a:xfrm>
            <a:off x="1717124" y="17000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" name="F2_precision_recall_distributions_2928">
            <a:extLst>
              <a:ext uri="{FF2B5EF4-FFF2-40B4-BE49-F238E27FC236}">
                <a16:creationId xmlns:a16="http://schemas.microsoft.com/office/drawing/2014/main" id="{6CBB5D3F-64AD-4504-9FB9-A90ED19F63CB}"/>
              </a:ext>
            </a:extLst>
          </p:cNvPr>
          <p:cNvSpPr>
            <a:spLocks noGrp="1"/>
          </p:cNvSpPr>
          <p:nvPr/>
        </p:nvSpPr>
        <p:spPr>
          <a:xfrm>
            <a:off x="1676381" y="16851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" name="F2_precision_recall_distributions_2929">
            <a:extLst>
              <a:ext uri="{FF2B5EF4-FFF2-40B4-BE49-F238E27FC236}">
                <a16:creationId xmlns:a16="http://schemas.microsoft.com/office/drawing/2014/main" id="{5E7525FE-117C-4567-9FEC-EC043B9F80AB}"/>
              </a:ext>
            </a:extLst>
          </p:cNvPr>
          <p:cNvSpPr>
            <a:spLocks noGrp="1"/>
          </p:cNvSpPr>
          <p:nvPr/>
        </p:nvSpPr>
        <p:spPr>
          <a:xfrm>
            <a:off x="191552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" name="F2_precision_recall_distributions_2930">
            <a:extLst>
              <a:ext uri="{FF2B5EF4-FFF2-40B4-BE49-F238E27FC236}">
                <a16:creationId xmlns:a16="http://schemas.microsoft.com/office/drawing/2014/main" id="{038D9587-3DBB-40C4-A3C6-B6FD07089320}"/>
              </a:ext>
            </a:extLst>
          </p:cNvPr>
          <p:cNvSpPr>
            <a:spLocks noGrp="1"/>
          </p:cNvSpPr>
          <p:nvPr/>
        </p:nvSpPr>
        <p:spPr>
          <a:xfrm>
            <a:off x="1926785" y="1687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" name="F2_precision_recall_distributions_2931">
            <a:extLst>
              <a:ext uri="{FF2B5EF4-FFF2-40B4-BE49-F238E27FC236}">
                <a16:creationId xmlns:a16="http://schemas.microsoft.com/office/drawing/2014/main" id="{6548E984-82C4-497E-8E9C-68048816CED1}"/>
              </a:ext>
            </a:extLst>
          </p:cNvPr>
          <p:cNvSpPr>
            <a:spLocks noGrp="1"/>
          </p:cNvSpPr>
          <p:nvPr/>
        </p:nvSpPr>
        <p:spPr>
          <a:xfrm>
            <a:off x="1978167" y="2213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" name="F2_precision_recall_distributions_2932">
            <a:extLst>
              <a:ext uri="{FF2B5EF4-FFF2-40B4-BE49-F238E27FC236}">
                <a16:creationId xmlns:a16="http://schemas.microsoft.com/office/drawing/2014/main" id="{40A6FEBB-00E4-4493-801B-0F14798ACBEE}"/>
              </a:ext>
            </a:extLst>
          </p:cNvPr>
          <p:cNvSpPr>
            <a:spLocks noGrp="1"/>
          </p:cNvSpPr>
          <p:nvPr/>
        </p:nvSpPr>
        <p:spPr>
          <a:xfrm>
            <a:off x="1867042" y="19996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" name="F2_precision_recall_distributions_2933">
            <a:extLst>
              <a:ext uri="{FF2B5EF4-FFF2-40B4-BE49-F238E27FC236}">
                <a16:creationId xmlns:a16="http://schemas.microsoft.com/office/drawing/2014/main" id="{A73AEDFE-AFDE-4FC1-8E67-E3C98C796A63}"/>
              </a:ext>
            </a:extLst>
          </p:cNvPr>
          <p:cNvSpPr>
            <a:spLocks noGrp="1"/>
          </p:cNvSpPr>
          <p:nvPr/>
        </p:nvSpPr>
        <p:spPr>
          <a:xfrm>
            <a:off x="1674365" y="164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" name="F2_precision_recall_distributions_2934">
            <a:extLst>
              <a:ext uri="{FF2B5EF4-FFF2-40B4-BE49-F238E27FC236}">
                <a16:creationId xmlns:a16="http://schemas.microsoft.com/office/drawing/2014/main" id="{7F9E0D46-F94E-4587-9EAC-76316AC95945}"/>
              </a:ext>
            </a:extLst>
          </p:cNvPr>
          <p:cNvSpPr>
            <a:spLocks noGrp="1"/>
          </p:cNvSpPr>
          <p:nvPr/>
        </p:nvSpPr>
        <p:spPr>
          <a:xfrm>
            <a:off x="1929558" y="17299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" name="F2_precision_recall_distributions_2935">
            <a:extLst>
              <a:ext uri="{FF2B5EF4-FFF2-40B4-BE49-F238E27FC236}">
                <a16:creationId xmlns:a16="http://schemas.microsoft.com/office/drawing/2014/main" id="{191DC2F7-8DEB-4785-B786-1035E1F5F64D}"/>
              </a:ext>
            </a:extLst>
          </p:cNvPr>
          <p:cNvSpPr>
            <a:spLocks noGrp="1"/>
          </p:cNvSpPr>
          <p:nvPr/>
        </p:nvSpPr>
        <p:spPr>
          <a:xfrm>
            <a:off x="1930314" y="21547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" name="F2_precision_recall_distributions_2936">
            <a:extLst>
              <a:ext uri="{FF2B5EF4-FFF2-40B4-BE49-F238E27FC236}">
                <a16:creationId xmlns:a16="http://schemas.microsoft.com/office/drawing/2014/main" id="{4AE28A3C-EEA7-48FF-951B-A2B3E473FEFD}"/>
              </a:ext>
            </a:extLst>
          </p:cNvPr>
          <p:cNvSpPr>
            <a:spLocks noGrp="1"/>
          </p:cNvSpPr>
          <p:nvPr/>
        </p:nvSpPr>
        <p:spPr>
          <a:xfrm>
            <a:off x="1746240" y="1838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" name="F2_precision_recall_distributions_2937">
            <a:extLst>
              <a:ext uri="{FF2B5EF4-FFF2-40B4-BE49-F238E27FC236}">
                <a16:creationId xmlns:a16="http://schemas.microsoft.com/office/drawing/2014/main" id="{96F93F50-E1F8-4978-89EF-ECB3A694BDB0}"/>
              </a:ext>
            </a:extLst>
          </p:cNvPr>
          <p:cNvSpPr>
            <a:spLocks noGrp="1"/>
          </p:cNvSpPr>
          <p:nvPr/>
        </p:nvSpPr>
        <p:spPr>
          <a:xfrm>
            <a:off x="1843090" y="18252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" name="F2_precision_recall_distributions_2938">
            <a:extLst>
              <a:ext uri="{FF2B5EF4-FFF2-40B4-BE49-F238E27FC236}">
                <a16:creationId xmlns:a16="http://schemas.microsoft.com/office/drawing/2014/main" id="{AC29B5BB-E524-432B-8B89-48DBA18C8B22}"/>
              </a:ext>
            </a:extLst>
          </p:cNvPr>
          <p:cNvSpPr>
            <a:spLocks noGrp="1"/>
          </p:cNvSpPr>
          <p:nvPr/>
        </p:nvSpPr>
        <p:spPr>
          <a:xfrm>
            <a:off x="1790291" y="2038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" name="F2_precision_recall_distributions_2939">
            <a:extLst>
              <a:ext uri="{FF2B5EF4-FFF2-40B4-BE49-F238E27FC236}">
                <a16:creationId xmlns:a16="http://schemas.microsoft.com/office/drawing/2014/main" id="{032C3372-4874-42E1-A69B-2F034F62192E}"/>
              </a:ext>
            </a:extLst>
          </p:cNvPr>
          <p:cNvSpPr>
            <a:spLocks noGrp="1"/>
          </p:cNvSpPr>
          <p:nvPr/>
        </p:nvSpPr>
        <p:spPr>
          <a:xfrm>
            <a:off x="1962738" y="15035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" name="F2_precision_recall_distributions_2940">
            <a:extLst>
              <a:ext uri="{FF2B5EF4-FFF2-40B4-BE49-F238E27FC236}">
                <a16:creationId xmlns:a16="http://schemas.microsoft.com/office/drawing/2014/main" id="{116AAC33-2FD6-486E-A016-35A54BA8E2EE}"/>
              </a:ext>
            </a:extLst>
          </p:cNvPr>
          <p:cNvSpPr>
            <a:spLocks noGrp="1"/>
          </p:cNvSpPr>
          <p:nvPr/>
        </p:nvSpPr>
        <p:spPr>
          <a:xfrm>
            <a:off x="1730835" y="15877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" name="F2_precision_recall_distributions_2941">
            <a:extLst>
              <a:ext uri="{FF2B5EF4-FFF2-40B4-BE49-F238E27FC236}">
                <a16:creationId xmlns:a16="http://schemas.microsoft.com/office/drawing/2014/main" id="{6FE553B9-1674-42C7-81C2-ED099B6F193B}"/>
              </a:ext>
            </a:extLst>
          </p:cNvPr>
          <p:cNvSpPr>
            <a:spLocks noGrp="1"/>
          </p:cNvSpPr>
          <p:nvPr/>
        </p:nvSpPr>
        <p:spPr>
          <a:xfrm>
            <a:off x="1853199" y="18955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" name="F2_precision_recall_distributions_2942">
            <a:extLst>
              <a:ext uri="{FF2B5EF4-FFF2-40B4-BE49-F238E27FC236}">
                <a16:creationId xmlns:a16="http://schemas.microsoft.com/office/drawing/2014/main" id="{254D1725-31F0-4418-9A9C-0056CBCAE14D}"/>
              </a:ext>
            </a:extLst>
          </p:cNvPr>
          <p:cNvSpPr>
            <a:spLocks noGrp="1"/>
          </p:cNvSpPr>
          <p:nvPr/>
        </p:nvSpPr>
        <p:spPr>
          <a:xfrm>
            <a:off x="1725259" y="15796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" name="F2_precision_recall_distributions_2943">
            <a:extLst>
              <a:ext uri="{FF2B5EF4-FFF2-40B4-BE49-F238E27FC236}">
                <a16:creationId xmlns:a16="http://schemas.microsoft.com/office/drawing/2014/main" id="{1FA208AE-E995-4C12-804F-E8DA07F4BB7C}"/>
              </a:ext>
            </a:extLst>
          </p:cNvPr>
          <p:cNvSpPr>
            <a:spLocks noGrp="1"/>
          </p:cNvSpPr>
          <p:nvPr/>
        </p:nvSpPr>
        <p:spPr>
          <a:xfrm>
            <a:off x="1920744" y="19700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" name="F2_precision_recall_distributions_2944">
            <a:extLst>
              <a:ext uri="{FF2B5EF4-FFF2-40B4-BE49-F238E27FC236}">
                <a16:creationId xmlns:a16="http://schemas.microsoft.com/office/drawing/2014/main" id="{9687A6F8-4603-4BD3-8258-420B2F3BCE54}"/>
              </a:ext>
            </a:extLst>
          </p:cNvPr>
          <p:cNvSpPr>
            <a:spLocks noGrp="1"/>
          </p:cNvSpPr>
          <p:nvPr/>
        </p:nvSpPr>
        <p:spPr>
          <a:xfrm>
            <a:off x="1935899" y="16964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" name="F2_precision_recall_distributions_2945">
            <a:extLst>
              <a:ext uri="{FF2B5EF4-FFF2-40B4-BE49-F238E27FC236}">
                <a16:creationId xmlns:a16="http://schemas.microsoft.com/office/drawing/2014/main" id="{5EBD3349-6EC0-43FC-AA84-BFF17D48726A}"/>
              </a:ext>
            </a:extLst>
          </p:cNvPr>
          <p:cNvSpPr>
            <a:spLocks noGrp="1"/>
          </p:cNvSpPr>
          <p:nvPr/>
        </p:nvSpPr>
        <p:spPr>
          <a:xfrm>
            <a:off x="18986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" name="F2_precision_recall_distributions_2946">
            <a:extLst>
              <a:ext uri="{FF2B5EF4-FFF2-40B4-BE49-F238E27FC236}">
                <a16:creationId xmlns:a16="http://schemas.microsoft.com/office/drawing/2014/main" id="{C7E54504-0156-48F6-9B48-B6E9D335F69F}"/>
              </a:ext>
            </a:extLst>
          </p:cNvPr>
          <p:cNvSpPr>
            <a:spLocks noGrp="1"/>
          </p:cNvSpPr>
          <p:nvPr/>
        </p:nvSpPr>
        <p:spPr>
          <a:xfrm>
            <a:off x="1849275" y="1738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" name="F2_precision_recall_distributions_2947">
            <a:extLst>
              <a:ext uri="{FF2B5EF4-FFF2-40B4-BE49-F238E27FC236}">
                <a16:creationId xmlns:a16="http://schemas.microsoft.com/office/drawing/2014/main" id="{159B7A8C-2AF4-480D-83A3-A3311D2C03A3}"/>
              </a:ext>
            </a:extLst>
          </p:cNvPr>
          <p:cNvSpPr>
            <a:spLocks noGrp="1"/>
          </p:cNvSpPr>
          <p:nvPr/>
        </p:nvSpPr>
        <p:spPr>
          <a:xfrm>
            <a:off x="188129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" name="F2_precision_recall_distributions_2948">
            <a:extLst>
              <a:ext uri="{FF2B5EF4-FFF2-40B4-BE49-F238E27FC236}">
                <a16:creationId xmlns:a16="http://schemas.microsoft.com/office/drawing/2014/main" id="{1B044338-D33B-48D9-BEED-1C63912CD3D7}"/>
              </a:ext>
            </a:extLst>
          </p:cNvPr>
          <p:cNvSpPr>
            <a:spLocks noGrp="1"/>
          </p:cNvSpPr>
          <p:nvPr/>
        </p:nvSpPr>
        <p:spPr>
          <a:xfrm>
            <a:off x="2003012" y="17390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" name="F2_precision_recall_distributions_2949">
            <a:extLst>
              <a:ext uri="{FF2B5EF4-FFF2-40B4-BE49-F238E27FC236}">
                <a16:creationId xmlns:a16="http://schemas.microsoft.com/office/drawing/2014/main" id="{4F33AFC2-44B0-4CD7-A0F3-A0A166FF71D9}"/>
              </a:ext>
            </a:extLst>
          </p:cNvPr>
          <p:cNvSpPr>
            <a:spLocks noGrp="1"/>
          </p:cNvSpPr>
          <p:nvPr/>
        </p:nvSpPr>
        <p:spPr>
          <a:xfrm>
            <a:off x="1893445" y="21082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" name="F2_precision_recall_distributions_2950">
            <a:extLst>
              <a:ext uri="{FF2B5EF4-FFF2-40B4-BE49-F238E27FC236}">
                <a16:creationId xmlns:a16="http://schemas.microsoft.com/office/drawing/2014/main" id="{B5B60227-7BE0-41F1-91CB-D72DB7749C27}"/>
              </a:ext>
            </a:extLst>
          </p:cNvPr>
          <p:cNvSpPr>
            <a:spLocks noGrp="1"/>
          </p:cNvSpPr>
          <p:nvPr/>
        </p:nvSpPr>
        <p:spPr>
          <a:xfrm>
            <a:off x="1920552" y="17757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" name="F2_precision_recall_distributions_2951">
            <a:extLst>
              <a:ext uri="{FF2B5EF4-FFF2-40B4-BE49-F238E27FC236}">
                <a16:creationId xmlns:a16="http://schemas.microsoft.com/office/drawing/2014/main" id="{BACC5949-D0D8-4B11-8762-9217A66D875D}"/>
              </a:ext>
            </a:extLst>
          </p:cNvPr>
          <p:cNvSpPr>
            <a:spLocks noGrp="1"/>
          </p:cNvSpPr>
          <p:nvPr/>
        </p:nvSpPr>
        <p:spPr>
          <a:xfrm>
            <a:off x="2007167" y="2019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" name="F2_precision_recall_distributions_2952">
            <a:extLst>
              <a:ext uri="{FF2B5EF4-FFF2-40B4-BE49-F238E27FC236}">
                <a16:creationId xmlns:a16="http://schemas.microsoft.com/office/drawing/2014/main" id="{133F6077-6EEF-4DFD-BA49-296C1430F955}"/>
              </a:ext>
            </a:extLst>
          </p:cNvPr>
          <p:cNvSpPr>
            <a:spLocks noGrp="1"/>
          </p:cNvSpPr>
          <p:nvPr/>
        </p:nvSpPr>
        <p:spPr>
          <a:xfrm>
            <a:off x="1705306" y="16121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" name="F2_precision_recall_distributions_2953">
            <a:extLst>
              <a:ext uri="{FF2B5EF4-FFF2-40B4-BE49-F238E27FC236}">
                <a16:creationId xmlns:a16="http://schemas.microsoft.com/office/drawing/2014/main" id="{530AA7AD-3158-4B8C-A99E-59C1C91B45D6}"/>
              </a:ext>
            </a:extLst>
          </p:cNvPr>
          <p:cNvSpPr>
            <a:spLocks noGrp="1"/>
          </p:cNvSpPr>
          <p:nvPr/>
        </p:nvSpPr>
        <p:spPr>
          <a:xfrm>
            <a:off x="1696725" y="15907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" name="F2_precision_recall_distributions_2954">
            <a:extLst>
              <a:ext uri="{FF2B5EF4-FFF2-40B4-BE49-F238E27FC236}">
                <a16:creationId xmlns:a16="http://schemas.microsoft.com/office/drawing/2014/main" id="{F26536D3-EE7D-4040-B611-8CB64D3DEFE3}"/>
              </a:ext>
            </a:extLst>
          </p:cNvPr>
          <p:cNvSpPr>
            <a:spLocks noGrp="1"/>
          </p:cNvSpPr>
          <p:nvPr/>
        </p:nvSpPr>
        <p:spPr>
          <a:xfrm>
            <a:off x="1705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" name="F2_precision_recall_distributions_2955">
            <a:extLst>
              <a:ext uri="{FF2B5EF4-FFF2-40B4-BE49-F238E27FC236}">
                <a16:creationId xmlns:a16="http://schemas.microsoft.com/office/drawing/2014/main" id="{F5E2741F-D010-4C71-952A-6055EF4662C7}"/>
              </a:ext>
            </a:extLst>
          </p:cNvPr>
          <p:cNvSpPr>
            <a:spLocks noGrp="1"/>
          </p:cNvSpPr>
          <p:nvPr/>
        </p:nvSpPr>
        <p:spPr>
          <a:xfrm>
            <a:off x="1800162" y="18616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" name="F2_precision_recall_distributions_2956">
            <a:extLst>
              <a:ext uri="{FF2B5EF4-FFF2-40B4-BE49-F238E27FC236}">
                <a16:creationId xmlns:a16="http://schemas.microsoft.com/office/drawing/2014/main" id="{62F51E10-0167-4374-8A18-D00698CCC2FE}"/>
              </a:ext>
            </a:extLst>
          </p:cNvPr>
          <p:cNvSpPr>
            <a:spLocks noGrp="1"/>
          </p:cNvSpPr>
          <p:nvPr/>
        </p:nvSpPr>
        <p:spPr>
          <a:xfrm>
            <a:off x="2006018" y="16756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" name="F2_precision_recall_distributions_2957">
            <a:extLst>
              <a:ext uri="{FF2B5EF4-FFF2-40B4-BE49-F238E27FC236}">
                <a16:creationId xmlns:a16="http://schemas.microsoft.com/office/drawing/2014/main" id="{30F96685-34F1-4626-A327-AE388115C712}"/>
              </a:ext>
            </a:extLst>
          </p:cNvPr>
          <p:cNvSpPr>
            <a:spLocks noGrp="1"/>
          </p:cNvSpPr>
          <p:nvPr/>
        </p:nvSpPr>
        <p:spPr>
          <a:xfrm>
            <a:off x="1862511" y="17012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" name="F2_precision_recall_distributions_2958">
            <a:extLst>
              <a:ext uri="{FF2B5EF4-FFF2-40B4-BE49-F238E27FC236}">
                <a16:creationId xmlns:a16="http://schemas.microsoft.com/office/drawing/2014/main" id="{8FD6C06E-61CE-4FE2-AA43-3E592C5C8382}"/>
              </a:ext>
            </a:extLst>
          </p:cNvPr>
          <p:cNvSpPr>
            <a:spLocks noGrp="1"/>
          </p:cNvSpPr>
          <p:nvPr/>
        </p:nvSpPr>
        <p:spPr>
          <a:xfrm>
            <a:off x="1824735" y="19115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" name="F2_precision_recall_distributions_2959">
            <a:extLst>
              <a:ext uri="{FF2B5EF4-FFF2-40B4-BE49-F238E27FC236}">
                <a16:creationId xmlns:a16="http://schemas.microsoft.com/office/drawing/2014/main" id="{D86BFB66-5B9D-432D-8BD9-A338AF7AAE62}"/>
              </a:ext>
            </a:extLst>
          </p:cNvPr>
          <p:cNvSpPr>
            <a:spLocks noGrp="1"/>
          </p:cNvSpPr>
          <p:nvPr/>
        </p:nvSpPr>
        <p:spPr>
          <a:xfrm>
            <a:off x="1971837" y="16996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" name="F2_precision_recall_distributions_2960">
            <a:extLst>
              <a:ext uri="{FF2B5EF4-FFF2-40B4-BE49-F238E27FC236}">
                <a16:creationId xmlns:a16="http://schemas.microsoft.com/office/drawing/2014/main" id="{CFDA536F-4456-47A1-A4AB-4AC060EDAABC}"/>
              </a:ext>
            </a:extLst>
          </p:cNvPr>
          <p:cNvSpPr>
            <a:spLocks noGrp="1"/>
          </p:cNvSpPr>
          <p:nvPr/>
        </p:nvSpPr>
        <p:spPr>
          <a:xfrm>
            <a:off x="1922036" y="17512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" name="F2_precision_recall_distributions_2961">
            <a:extLst>
              <a:ext uri="{FF2B5EF4-FFF2-40B4-BE49-F238E27FC236}">
                <a16:creationId xmlns:a16="http://schemas.microsoft.com/office/drawing/2014/main" id="{FE65C00F-530D-40EB-8DE7-3F116846CA3F}"/>
              </a:ext>
            </a:extLst>
          </p:cNvPr>
          <p:cNvSpPr>
            <a:spLocks noGrp="1"/>
          </p:cNvSpPr>
          <p:nvPr/>
        </p:nvSpPr>
        <p:spPr>
          <a:xfrm>
            <a:off x="1875964" y="17099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" name="F2_precision_recall_distributions_2962">
            <a:extLst>
              <a:ext uri="{FF2B5EF4-FFF2-40B4-BE49-F238E27FC236}">
                <a16:creationId xmlns:a16="http://schemas.microsoft.com/office/drawing/2014/main" id="{DA283BDE-B608-4C54-ACD9-E6A746EB9D38}"/>
              </a:ext>
            </a:extLst>
          </p:cNvPr>
          <p:cNvSpPr>
            <a:spLocks noGrp="1"/>
          </p:cNvSpPr>
          <p:nvPr/>
        </p:nvSpPr>
        <p:spPr>
          <a:xfrm>
            <a:off x="1892669" y="1622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" name="F2_precision_recall_distributions_2963">
            <a:extLst>
              <a:ext uri="{FF2B5EF4-FFF2-40B4-BE49-F238E27FC236}">
                <a16:creationId xmlns:a16="http://schemas.microsoft.com/office/drawing/2014/main" id="{E04B0130-39A1-4F2C-9A81-B03461B4BEE3}"/>
              </a:ext>
            </a:extLst>
          </p:cNvPr>
          <p:cNvSpPr>
            <a:spLocks noGrp="1"/>
          </p:cNvSpPr>
          <p:nvPr/>
        </p:nvSpPr>
        <p:spPr>
          <a:xfrm>
            <a:off x="1720540" y="17809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" name="F2_precision_recall_distributions_2964">
            <a:extLst>
              <a:ext uri="{FF2B5EF4-FFF2-40B4-BE49-F238E27FC236}">
                <a16:creationId xmlns:a16="http://schemas.microsoft.com/office/drawing/2014/main" id="{1EE38841-9004-4BDE-B5FC-84E14619D737}"/>
              </a:ext>
            </a:extLst>
          </p:cNvPr>
          <p:cNvSpPr>
            <a:spLocks noGrp="1"/>
          </p:cNvSpPr>
          <p:nvPr/>
        </p:nvSpPr>
        <p:spPr>
          <a:xfrm>
            <a:off x="1745395" y="16905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" name="F2_precision_recall_distributions_2965">
            <a:extLst>
              <a:ext uri="{FF2B5EF4-FFF2-40B4-BE49-F238E27FC236}">
                <a16:creationId xmlns:a16="http://schemas.microsoft.com/office/drawing/2014/main" id="{C5A0E793-1424-4EBD-B06E-89401C20AB02}"/>
              </a:ext>
            </a:extLst>
          </p:cNvPr>
          <p:cNvSpPr>
            <a:spLocks noGrp="1"/>
          </p:cNvSpPr>
          <p:nvPr/>
        </p:nvSpPr>
        <p:spPr>
          <a:xfrm>
            <a:off x="201709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" name="F2_precision_recall_distributions_2966">
            <a:extLst>
              <a:ext uri="{FF2B5EF4-FFF2-40B4-BE49-F238E27FC236}">
                <a16:creationId xmlns:a16="http://schemas.microsoft.com/office/drawing/2014/main" id="{FCC4ABEF-2323-4ACC-887F-56BB711C649A}"/>
              </a:ext>
            </a:extLst>
          </p:cNvPr>
          <p:cNvSpPr>
            <a:spLocks noGrp="1"/>
          </p:cNvSpPr>
          <p:nvPr/>
        </p:nvSpPr>
        <p:spPr>
          <a:xfrm>
            <a:off x="1960596" y="1904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" name="F2_precision_recall_distributions_2967">
            <a:extLst>
              <a:ext uri="{FF2B5EF4-FFF2-40B4-BE49-F238E27FC236}">
                <a16:creationId xmlns:a16="http://schemas.microsoft.com/office/drawing/2014/main" id="{F0D6F9D0-B70F-48E3-ACEE-1491C370D584}"/>
              </a:ext>
            </a:extLst>
          </p:cNvPr>
          <p:cNvSpPr>
            <a:spLocks noGrp="1"/>
          </p:cNvSpPr>
          <p:nvPr/>
        </p:nvSpPr>
        <p:spPr>
          <a:xfrm>
            <a:off x="1854179" y="1723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" name="F2_precision_recall_distributions_2968">
            <a:extLst>
              <a:ext uri="{FF2B5EF4-FFF2-40B4-BE49-F238E27FC236}">
                <a16:creationId xmlns:a16="http://schemas.microsoft.com/office/drawing/2014/main" id="{5270F373-7931-4D12-BC8D-E783142D6D02}"/>
              </a:ext>
            </a:extLst>
          </p:cNvPr>
          <p:cNvSpPr>
            <a:spLocks noGrp="1"/>
          </p:cNvSpPr>
          <p:nvPr/>
        </p:nvSpPr>
        <p:spPr>
          <a:xfrm>
            <a:off x="1698680" y="15555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" name="F2_precision_recall_distributions_2969">
            <a:extLst>
              <a:ext uri="{FF2B5EF4-FFF2-40B4-BE49-F238E27FC236}">
                <a16:creationId xmlns:a16="http://schemas.microsoft.com/office/drawing/2014/main" id="{B7CC90E5-AC72-4684-81EC-28529A1484E2}"/>
              </a:ext>
            </a:extLst>
          </p:cNvPr>
          <p:cNvSpPr>
            <a:spLocks noGrp="1"/>
          </p:cNvSpPr>
          <p:nvPr/>
        </p:nvSpPr>
        <p:spPr>
          <a:xfrm>
            <a:off x="1956720" y="19864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" name="F2_precision_recall_distributions_2970">
            <a:extLst>
              <a:ext uri="{FF2B5EF4-FFF2-40B4-BE49-F238E27FC236}">
                <a16:creationId xmlns:a16="http://schemas.microsoft.com/office/drawing/2014/main" id="{7BE1F8F2-4330-425C-A72D-F18B3C9202F9}"/>
              </a:ext>
            </a:extLst>
          </p:cNvPr>
          <p:cNvSpPr>
            <a:spLocks noGrp="1"/>
          </p:cNvSpPr>
          <p:nvPr/>
        </p:nvSpPr>
        <p:spPr>
          <a:xfrm>
            <a:off x="18506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" name="F2_precision_recall_distributions_2971">
            <a:extLst>
              <a:ext uri="{FF2B5EF4-FFF2-40B4-BE49-F238E27FC236}">
                <a16:creationId xmlns:a16="http://schemas.microsoft.com/office/drawing/2014/main" id="{B6D63912-EFE8-4BC4-A8AB-E2834303EBC5}"/>
              </a:ext>
            </a:extLst>
          </p:cNvPr>
          <p:cNvSpPr>
            <a:spLocks noGrp="1"/>
          </p:cNvSpPr>
          <p:nvPr/>
        </p:nvSpPr>
        <p:spPr>
          <a:xfrm>
            <a:off x="1933135" y="17271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" name="F2_precision_recall_distributions_2972">
            <a:extLst>
              <a:ext uri="{FF2B5EF4-FFF2-40B4-BE49-F238E27FC236}">
                <a16:creationId xmlns:a16="http://schemas.microsoft.com/office/drawing/2014/main" id="{E383C9BE-12A9-46D5-AF1D-4E94D232ED56}"/>
              </a:ext>
            </a:extLst>
          </p:cNvPr>
          <p:cNvSpPr>
            <a:spLocks noGrp="1"/>
          </p:cNvSpPr>
          <p:nvPr/>
        </p:nvSpPr>
        <p:spPr>
          <a:xfrm>
            <a:off x="1970105" y="17317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" name="F2_precision_recall_distributions_2973">
            <a:extLst>
              <a:ext uri="{FF2B5EF4-FFF2-40B4-BE49-F238E27FC236}">
                <a16:creationId xmlns:a16="http://schemas.microsoft.com/office/drawing/2014/main" id="{DDE55F9D-6B5D-4893-837C-9AB4C5525EC0}"/>
              </a:ext>
            </a:extLst>
          </p:cNvPr>
          <p:cNvSpPr>
            <a:spLocks noGrp="1"/>
          </p:cNvSpPr>
          <p:nvPr/>
        </p:nvSpPr>
        <p:spPr>
          <a:xfrm>
            <a:off x="1962501" y="18406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" name="F2_precision_recall_distributions_2974">
            <a:extLst>
              <a:ext uri="{FF2B5EF4-FFF2-40B4-BE49-F238E27FC236}">
                <a16:creationId xmlns:a16="http://schemas.microsoft.com/office/drawing/2014/main" id="{88F8BEDA-2D1A-4E1B-B4E4-4AFFF58D5C6D}"/>
              </a:ext>
            </a:extLst>
          </p:cNvPr>
          <p:cNvSpPr>
            <a:spLocks noGrp="1"/>
          </p:cNvSpPr>
          <p:nvPr/>
        </p:nvSpPr>
        <p:spPr>
          <a:xfrm>
            <a:off x="1736476" y="22748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" name="F2_precision_recall_distributions_2975">
            <a:extLst>
              <a:ext uri="{FF2B5EF4-FFF2-40B4-BE49-F238E27FC236}">
                <a16:creationId xmlns:a16="http://schemas.microsoft.com/office/drawing/2014/main" id="{2C66ED51-43B0-4D1F-A9C6-67FABAE2C714}"/>
              </a:ext>
            </a:extLst>
          </p:cNvPr>
          <p:cNvSpPr>
            <a:spLocks noGrp="1"/>
          </p:cNvSpPr>
          <p:nvPr/>
        </p:nvSpPr>
        <p:spPr>
          <a:xfrm>
            <a:off x="2011407" y="18250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" name="F2_precision_recall_distributions_2976">
            <a:extLst>
              <a:ext uri="{FF2B5EF4-FFF2-40B4-BE49-F238E27FC236}">
                <a16:creationId xmlns:a16="http://schemas.microsoft.com/office/drawing/2014/main" id="{F8D64BDD-BE9E-467A-BD40-2CA55D4347EB}"/>
              </a:ext>
            </a:extLst>
          </p:cNvPr>
          <p:cNvSpPr>
            <a:spLocks noGrp="1"/>
          </p:cNvSpPr>
          <p:nvPr/>
        </p:nvSpPr>
        <p:spPr>
          <a:xfrm>
            <a:off x="1829699" y="1705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" name="F2_precision_recall_distributions_2977">
            <a:extLst>
              <a:ext uri="{FF2B5EF4-FFF2-40B4-BE49-F238E27FC236}">
                <a16:creationId xmlns:a16="http://schemas.microsoft.com/office/drawing/2014/main" id="{1C2F63B7-723B-46CA-A7C0-A662B7D75961}"/>
              </a:ext>
            </a:extLst>
          </p:cNvPr>
          <p:cNvSpPr>
            <a:spLocks noGrp="1"/>
          </p:cNvSpPr>
          <p:nvPr/>
        </p:nvSpPr>
        <p:spPr>
          <a:xfrm>
            <a:off x="2002574" y="16319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" name="F2_precision_recall_distributions_2978">
            <a:extLst>
              <a:ext uri="{FF2B5EF4-FFF2-40B4-BE49-F238E27FC236}">
                <a16:creationId xmlns:a16="http://schemas.microsoft.com/office/drawing/2014/main" id="{62C4D29F-2779-4FE9-A71C-63A9939A7A2A}"/>
              </a:ext>
            </a:extLst>
          </p:cNvPr>
          <p:cNvSpPr>
            <a:spLocks noGrp="1"/>
          </p:cNvSpPr>
          <p:nvPr/>
        </p:nvSpPr>
        <p:spPr>
          <a:xfrm>
            <a:off x="1851396" y="16715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" name="F2_precision_recall_distributions_2979">
            <a:extLst>
              <a:ext uri="{FF2B5EF4-FFF2-40B4-BE49-F238E27FC236}">
                <a16:creationId xmlns:a16="http://schemas.microsoft.com/office/drawing/2014/main" id="{9DC683FB-ED52-458E-8EC5-FCC0AF58D609}"/>
              </a:ext>
            </a:extLst>
          </p:cNvPr>
          <p:cNvSpPr>
            <a:spLocks noGrp="1"/>
          </p:cNvSpPr>
          <p:nvPr/>
        </p:nvSpPr>
        <p:spPr>
          <a:xfrm>
            <a:off x="1781733" y="172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" name="F2_precision_recall_distributions_2980">
            <a:extLst>
              <a:ext uri="{FF2B5EF4-FFF2-40B4-BE49-F238E27FC236}">
                <a16:creationId xmlns:a16="http://schemas.microsoft.com/office/drawing/2014/main" id="{FD2337D1-3C3E-4C35-B136-71FC37EF4BFC}"/>
              </a:ext>
            </a:extLst>
          </p:cNvPr>
          <p:cNvSpPr>
            <a:spLocks noGrp="1"/>
          </p:cNvSpPr>
          <p:nvPr/>
        </p:nvSpPr>
        <p:spPr>
          <a:xfrm>
            <a:off x="1861516" y="1920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7" name="F2_precision_recall_distributions_2981">
            <a:extLst>
              <a:ext uri="{FF2B5EF4-FFF2-40B4-BE49-F238E27FC236}">
                <a16:creationId xmlns:a16="http://schemas.microsoft.com/office/drawing/2014/main" id="{3EB7B028-3CA8-46D6-BD03-7211DDA5FDF4}"/>
              </a:ext>
            </a:extLst>
          </p:cNvPr>
          <p:cNvSpPr>
            <a:spLocks noGrp="1"/>
          </p:cNvSpPr>
          <p:nvPr/>
        </p:nvSpPr>
        <p:spPr>
          <a:xfrm>
            <a:off x="2018473" y="16957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" name="F2_precision_recall_distributions_2982">
            <a:extLst>
              <a:ext uri="{FF2B5EF4-FFF2-40B4-BE49-F238E27FC236}">
                <a16:creationId xmlns:a16="http://schemas.microsoft.com/office/drawing/2014/main" id="{2EB16144-EDE0-4580-83E1-F2B89E8DBDAA}"/>
              </a:ext>
            </a:extLst>
          </p:cNvPr>
          <p:cNvSpPr>
            <a:spLocks noGrp="1"/>
          </p:cNvSpPr>
          <p:nvPr/>
        </p:nvSpPr>
        <p:spPr>
          <a:xfrm>
            <a:off x="1918317" y="21232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" name="F2_precision_recall_distributions_2983">
            <a:extLst>
              <a:ext uri="{FF2B5EF4-FFF2-40B4-BE49-F238E27FC236}">
                <a16:creationId xmlns:a16="http://schemas.microsoft.com/office/drawing/2014/main" id="{EE1DBE9B-A423-4454-9DD0-969775028434}"/>
              </a:ext>
            </a:extLst>
          </p:cNvPr>
          <p:cNvSpPr>
            <a:spLocks noGrp="1"/>
          </p:cNvSpPr>
          <p:nvPr/>
        </p:nvSpPr>
        <p:spPr>
          <a:xfrm>
            <a:off x="1911865" y="18805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" name="F2_precision_recall_distributions_2984">
            <a:extLst>
              <a:ext uri="{FF2B5EF4-FFF2-40B4-BE49-F238E27FC236}">
                <a16:creationId xmlns:a16="http://schemas.microsoft.com/office/drawing/2014/main" id="{E7B2C0C2-995D-4BD7-8308-9BB5ECA44160}"/>
              </a:ext>
            </a:extLst>
          </p:cNvPr>
          <p:cNvSpPr>
            <a:spLocks noGrp="1"/>
          </p:cNvSpPr>
          <p:nvPr/>
        </p:nvSpPr>
        <p:spPr>
          <a:xfrm>
            <a:off x="1858376" y="16664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" name="F2_precision_recall_distributions_2985">
            <a:extLst>
              <a:ext uri="{FF2B5EF4-FFF2-40B4-BE49-F238E27FC236}">
                <a16:creationId xmlns:a16="http://schemas.microsoft.com/office/drawing/2014/main" id="{6F16259C-FEC0-469C-AD1C-AAD28800DC54}"/>
              </a:ext>
            </a:extLst>
          </p:cNvPr>
          <p:cNvSpPr>
            <a:spLocks noGrp="1"/>
          </p:cNvSpPr>
          <p:nvPr/>
        </p:nvSpPr>
        <p:spPr>
          <a:xfrm>
            <a:off x="1962050" y="20088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" name="F2_precision_recall_distributions_2986">
            <a:extLst>
              <a:ext uri="{FF2B5EF4-FFF2-40B4-BE49-F238E27FC236}">
                <a16:creationId xmlns:a16="http://schemas.microsoft.com/office/drawing/2014/main" id="{39003EED-7145-4EA6-B9B8-BB6BFBBDC941}"/>
              </a:ext>
            </a:extLst>
          </p:cNvPr>
          <p:cNvSpPr>
            <a:spLocks noGrp="1"/>
          </p:cNvSpPr>
          <p:nvPr/>
        </p:nvSpPr>
        <p:spPr>
          <a:xfrm>
            <a:off x="1988932" y="1730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" name="F2_precision_recall_distributions_2987">
            <a:extLst>
              <a:ext uri="{FF2B5EF4-FFF2-40B4-BE49-F238E27FC236}">
                <a16:creationId xmlns:a16="http://schemas.microsoft.com/office/drawing/2014/main" id="{9005FE24-D469-4990-9177-0FD42C4ED6FC}"/>
              </a:ext>
            </a:extLst>
          </p:cNvPr>
          <p:cNvSpPr>
            <a:spLocks noGrp="1"/>
          </p:cNvSpPr>
          <p:nvPr/>
        </p:nvSpPr>
        <p:spPr>
          <a:xfrm>
            <a:off x="1966111" y="2276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" name="F2_precision_recall_distributions_2988">
            <a:extLst>
              <a:ext uri="{FF2B5EF4-FFF2-40B4-BE49-F238E27FC236}">
                <a16:creationId xmlns:a16="http://schemas.microsoft.com/office/drawing/2014/main" id="{FDDB4FF9-20E1-4E7D-BE28-61252C2F025F}"/>
              </a:ext>
            </a:extLst>
          </p:cNvPr>
          <p:cNvSpPr>
            <a:spLocks noGrp="1"/>
          </p:cNvSpPr>
          <p:nvPr/>
        </p:nvSpPr>
        <p:spPr>
          <a:xfrm>
            <a:off x="1694834" y="17227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" name="F2_precision_recall_distributions_2989">
            <a:extLst>
              <a:ext uri="{FF2B5EF4-FFF2-40B4-BE49-F238E27FC236}">
                <a16:creationId xmlns:a16="http://schemas.microsoft.com/office/drawing/2014/main" id="{4E5AC54D-F30C-4B53-BD6A-E7C131B7F219}"/>
              </a:ext>
            </a:extLst>
          </p:cNvPr>
          <p:cNvSpPr>
            <a:spLocks noGrp="1"/>
          </p:cNvSpPr>
          <p:nvPr/>
        </p:nvSpPr>
        <p:spPr>
          <a:xfrm>
            <a:off x="1869821" y="1820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" name="F2_precision_recall_distributions_2990">
            <a:extLst>
              <a:ext uri="{FF2B5EF4-FFF2-40B4-BE49-F238E27FC236}">
                <a16:creationId xmlns:a16="http://schemas.microsoft.com/office/drawing/2014/main" id="{04946F89-754F-4784-8D0E-21B6B841EE5C}"/>
              </a:ext>
            </a:extLst>
          </p:cNvPr>
          <p:cNvSpPr>
            <a:spLocks noGrp="1"/>
          </p:cNvSpPr>
          <p:nvPr/>
        </p:nvSpPr>
        <p:spPr>
          <a:xfrm>
            <a:off x="1738975" y="17124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" name="F2_precision_recall_distributions_2991">
            <a:extLst>
              <a:ext uri="{FF2B5EF4-FFF2-40B4-BE49-F238E27FC236}">
                <a16:creationId xmlns:a16="http://schemas.microsoft.com/office/drawing/2014/main" id="{ABDF72B5-066C-4CD0-8DC9-4F0437647202}"/>
              </a:ext>
            </a:extLst>
          </p:cNvPr>
          <p:cNvSpPr>
            <a:spLocks noGrp="1"/>
          </p:cNvSpPr>
          <p:nvPr/>
        </p:nvSpPr>
        <p:spPr>
          <a:xfrm>
            <a:off x="1938251" y="19773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" name="F2_precision_recall_distributions_2992">
            <a:extLst>
              <a:ext uri="{FF2B5EF4-FFF2-40B4-BE49-F238E27FC236}">
                <a16:creationId xmlns:a16="http://schemas.microsoft.com/office/drawing/2014/main" id="{CEBB0A46-2F10-4116-840F-50CCB301155E}"/>
              </a:ext>
            </a:extLst>
          </p:cNvPr>
          <p:cNvSpPr>
            <a:spLocks noGrp="1"/>
          </p:cNvSpPr>
          <p:nvPr/>
        </p:nvSpPr>
        <p:spPr>
          <a:xfrm>
            <a:off x="1970499" y="1879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" name="F2_precision_recall_distributions_2993">
            <a:extLst>
              <a:ext uri="{FF2B5EF4-FFF2-40B4-BE49-F238E27FC236}">
                <a16:creationId xmlns:a16="http://schemas.microsoft.com/office/drawing/2014/main" id="{DB627959-B2DF-4A9B-A8E3-70F3FE909DF6}"/>
              </a:ext>
            </a:extLst>
          </p:cNvPr>
          <p:cNvSpPr>
            <a:spLocks noGrp="1"/>
          </p:cNvSpPr>
          <p:nvPr/>
        </p:nvSpPr>
        <p:spPr>
          <a:xfrm>
            <a:off x="1793721" y="2084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" name="F2_precision_recall_distributions_2994">
            <a:extLst>
              <a:ext uri="{FF2B5EF4-FFF2-40B4-BE49-F238E27FC236}">
                <a16:creationId xmlns:a16="http://schemas.microsoft.com/office/drawing/2014/main" id="{1BAE3199-D696-49DB-BE27-2CA22B770B06}"/>
              </a:ext>
            </a:extLst>
          </p:cNvPr>
          <p:cNvSpPr>
            <a:spLocks noGrp="1"/>
          </p:cNvSpPr>
          <p:nvPr/>
        </p:nvSpPr>
        <p:spPr>
          <a:xfrm>
            <a:off x="1963975" y="1701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" name="F2_precision_recall_distributions_2995">
            <a:extLst>
              <a:ext uri="{FF2B5EF4-FFF2-40B4-BE49-F238E27FC236}">
                <a16:creationId xmlns:a16="http://schemas.microsoft.com/office/drawing/2014/main" id="{2039031A-7402-406E-80C0-7771860B869D}"/>
              </a:ext>
            </a:extLst>
          </p:cNvPr>
          <p:cNvSpPr>
            <a:spLocks noGrp="1"/>
          </p:cNvSpPr>
          <p:nvPr/>
        </p:nvSpPr>
        <p:spPr>
          <a:xfrm>
            <a:off x="1864902" y="18763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" name="F2_precision_recall_distributions_2996">
            <a:extLst>
              <a:ext uri="{FF2B5EF4-FFF2-40B4-BE49-F238E27FC236}">
                <a16:creationId xmlns:a16="http://schemas.microsoft.com/office/drawing/2014/main" id="{76BBB6F5-20EE-48BB-B0B3-C9187B4883D3}"/>
              </a:ext>
            </a:extLst>
          </p:cNvPr>
          <p:cNvSpPr>
            <a:spLocks noGrp="1"/>
          </p:cNvSpPr>
          <p:nvPr/>
        </p:nvSpPr>
        <p:spPr>
          <a:xfrm>
            <a:off x="2012426" y="17362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" name="F2_precision_recall_distributions_2997">
            <a:extLst>
              <a:ext uri="{FF2B5EF4-FFF2-40B4-BE49-F238E27FC236}">
                <a16:creationId xmlns:a16="http://schemas.microsoft.com/office/drawing/2014/main" id="{996E5725-DC47-4969-8A86-F970AF9D447D}"/>
              </a:ext>
            </a:extLst>
          </p:cNvPr>
          <p:cNvSpPr>
            <a:spLocks noGrp="1"/>
          </p:cNvSpPr>
          <p:nvPr/>
        </p:nvSpPr>
        <p:spPr>
          <a:xfrm>
            <a:off x="1953774" y="16761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" name="F2_precision_recall_distributions_2998">
            <a:extLst>
              <a:ext uri="{FF2B5EF4-FFF2-40B4-BE49-F238E27FC236}">
                <a16:creationId xmlns:a16="http://schemas.microsoft.com/office/drawing/2014/main" id="{407D804D-912F-4577-96C0-A1A23C9A1AC3}"/>
              </a:ext>
            </a:extLst>
          </p:cNvPr>
          <p:cNvSpPr>
            <a:spLocks noGrp="1"/>
          </p:cNvSpPr>
          <p:nvPr/>
        </p:nvSpPr>
        <p:spPr>
          <a:xfrm>
            <a:off x="1986541" y="170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" name="F2_precision_recall_distributions_2999">
            <a:extLst>
              <a:ext uri="{FF2B5EF4-FFF2-40B4-BE49-F238E27FC236}">
                <a16:creationId xmlns:a16="http://schemas.microsoft.com/office/drawing/2014/main" id="{84619534-257E-4B07-9CA5-F0C431EDD7DB}"/>
              </a:ext>
            </a:extLst>
          </p:cNvPr>
          <p:cNvSpPr>
            <a:spLocks noGrp="1"/>
          </p:cNvSpPr>
          <p:nvPr/>
        </p:nvSpPr>
        <p:spPr>
          <a:xfrm>
            <a:off x="1746175" y="1763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" name="F2_precision_recall_distributions_3000">
            <a:extLst>
              <a:ext uri="{FF2B5EF4-FFF2-40B4-BE49-F238E27FC236}">
                <a16:creationId xmlns:a16="http://schemas.microsoft.com/office/drawing/2014/main" id="{45A03756-5176-4C92-989C-2353D393910E}"/>
              </a:ext>
            </a:extLst>
          </p:cNvPr>
          <p:cNvSpPr>
            <a:spLocks noGrp="1"/>
          </p:cNvSpPr>
          <p:nvPr/>
        </p:nvSpPr>
        <p:spPr>
          <a:xfrm>
            <a:off x="1986896" y="18804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" name="F2_precision_recall_distributions_3001">
            <a:extLst>
              <a:ext uri="{FF2B5EF4-FFF2-40B4-BE49-F238E27FC236}">
                <a16:creationId xmlns:a16="http://schemas.microsoft.com/office/drawing/2014/main" id="{B87EE40E-7B41-448A-8AD7-AAC4D469D5B2}"/>
              </a:ext>
            </a:extLst>
          </p:cNvPr>
          <p:cNvSpPr>
            <a:spLocks noGrp="1"/>
          </p:cNvSpPr>
          <p:nvPr/>
        </p:nvSpPr>
        <p:spPr>
          <a:xfrm>
            <a:off x="1702042" y="1792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" name="F2_precision_recall_distributions_3002">
            <a:extLst>
              <a:ext uri="{FF2B5EF4-FFF2-40B4-BE49-F238E27FC236}">
                <a16:creationId xmlns:a16="http://schemas.microsoft.com/office/drawing/2014/main" id="{BDB5C576-FE6C-451D-A0FD-330FC3493DA9}"/>
              </a:ext>
            </a:extLst>
          </p:cNvPr>
          <p:cNvSpPr>
            <a:spLocks noGrp="1"/>
          </p:cNvSpPr>
          <p:nvPr/>
        </p:nvSpPr>
        <p:spPr>
          <a:xfrm>
            <a:off x="1852291" y="1840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" name="F2_precision_recall_distributions_3003">
            <a:extLst>
              <a:ext uri="{FF2B5EF4-FFF2-40B4-BE49-F238E27FC236}">
                <a16:creationId xmlns:a16="http://schemas.microsoft.com/office/drawing/2014/main" id="{8BA9EA35-94AE-40BC-8C75-5782DC2C171A}"/>
              </a:ext>
            </a:extLst>
          </p:cNvPr>
          <p:cNvSpPr>
            <a:spLocks noGrp="1"/>
          </p:cNvSpPr>
          <p:nvPr/>
        </p:nvSpPr>
        <p:spPr>
          <a:xfrm>
            <a:off x="1720552" y="18047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" name="F2_precision_recall_distributions_3004">
            <a:extLst>
              <a:ext uri="{FF2B5EF4-FFF2-40B4-BE49-F238E27FC236}">
                <a16:creationId xmlns:a16="http://schemas.microsoft.com/office/drawing/2014/main" id="{F8A32B11-A40D-4335-AC08-F4D8EB69788A}"/>
              </a:ext>
            </a:extLst>
          </p:cNvPr>
          <p:cNvSpPr>
            <a:spLocks noGrp="1"/>
          </p:cNvSpPr>
          <p:nvPr/>
        </p:nvSpPr>
        <p:spPr>
          <a:xfrm>
            <a:off x="16591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" name="F2_precision_recall_distributions_3005">
            <a:extLst>
              <a:ext uri="{FF2B5EF4-FFF2-40B4-BE49-F238E27FC236}">
                <a16:creationId xmlns:a16="http://schemas.microsoft.com/office/drawing/2014/main" id="{23DA0034-E5C7-45F1-8B5A-BE1EBCBFAAD2}"/>
              </a:ext>
            </a:extLst>
          </p:cNvPr>
          <p:cNvSpPr>
            <a:spLocks noGrp="1"/>
          </p:cNvSpPr>
          <p:nvPr/>
        </p:nvSpPr>
        <p:spPr>
          <a:xfrm>
            <a:off x="187695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" name="F2_precision_recall_distributions_3006">
            <a:extLst>
              <a:ext uri="{FF2B5EF4-FFF2-40B4-BE49-F238E27FC236}">
                <a16:creationId xmlns:a16="http://schemas.microsoft.com/office/drawing/2014/main" id="{62728C22-1289-4F59-84C3-4E743465A6AE}"/>
              </a:ext>
            </a:extLst>
          </p:cNvPr>
          <p:cNvSpPr>
            <a:spLocks noGrp="1"/>
          </p:cNvSpPr>
          <p:nvPr/>
        </p:nvSpPr>
        <p:spPr>
          <a:xfrm>
            <a:off x="267891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68" y="842186"/>
                </a:lnTo>
                <a:lnTo>
                  <a:pt x="21977" y="835606"/>
                </a:lnTo>
                <a:lnTo>
                  <a:pt x="46979" y="829027"/>
                </a:lnTo>
                <a:lnTo>
                  <a:pt x="77852" y="822447"/>
                </a:lnTo>
                <a:lnTo>
                  <a:pt x="111420" y="815868"/>
                </a:lnTo>
                <a:lnTo>
                  <a:pt x="144687" y="809288"/>
                </a:lnTo>
                <a:lnTo>
                  <a:pt x="175259" y="802708"/>
                </a:lnTo>
                <a:lnTo>
                  <a:pt x="201585" y="796129"/>
                </a:lnTo>
                <a:lnTo>
                  <a:pt x="222994" y="789549"/>
                </a:lnTo>
                <a:lnTo>
                  <a:pt x="239556" y="782970"/>
                </a:lnTo>
                <a:lnTo>
                  <a:pt x="251851" y="776390"/>
                </a:lnTo>
                <a:lnTo>
                  <a:pt x="260704" y="769811"/>
                </a:lnTo>
                <a:lnTo>
                  <a:pt x="266964" y="763231"/>
                </a:lnTo>
                <a:lnTo>
                  <a:pt x="271355" y="756651"/>
                </a:lnTo>
                <a:lnTo>
                  <a:pt x="274413" y="750072"/>
                </a:lnTo>
                <a:lnTo>
                  <a:pt x="276483" y="743492"/>
                </a:lnTo>
                <a:lnTo>
                  <a:pt x="277763" y="736913"/>
                </a:lnTo>
                <a:lnTo>
                  <a:pt x="278359" y="730333"/>
                </a:lnTo>
                <a:lnTo>
                  <a:pt x="278332" y="723754"/>
                </a:lnTo>
                <a:lnTo>
                  <a:pt x="277726" y="717174"/>
                </a:lnTo>
                <a:lnTo>
                  <a:pt x="276590" y="710594"/>
                </a:lnTo>
                <a:lnTo>
                  <a:pt x="274978" y="704015"/>
                </a:lnTo>
                <a:lnTo>
                  <a:pt x="272958" y="697435"/>
                </a:lnTo>
                <a:lnTo>
                  <a:pt x="270614" y="690856"/>
                </a:lnTo>
                <a:lnTo>
                  <a:pt x="268046" y="684276"/>
                </a:lnTo>
                <a:lnTo>
                  <a:pt x="265376" y="677697"/>
                </a:lnTo>
                <a:lnTo>
                  <a:pt x="262738" y="671117"/>
                </a:lnTo>
                <a:lnTo>
                  <a:pt x="260264" y="664537"/>
                </a:lnTo>
                <a:lnTo>
                  <a:pt x="258068" y="657958"/>
                </a:lnTo>
                <a:lnTo>
                  <a:pt x="256221" y="651378"/>
                </a:lnTo>
                <a:lnTo>
                  <a:pt x="254741" y="644799"/>
                </a:lnTo>
                <a:lnTo>
                  <a:pt x="253584" y="638219"/>
                </a:lnTo>
                <a:lnTo>
                  <a:pt x="252659" y="631639"/>
                </a:lnTo>
                <a:lnTo>
                  <a:pt x="251843" y="625060"/>
                </a:lnTo>
                <a:lnTo>
                  <a:pt x="251008" y="618480"/>
                </a:lnTo>
                <a:lnTo>
                  <a:pt x="250048" y="611901"/>
                </a:lnTo>
                <a:lnTo>
                  <a:pt x="248895" y="605321"/>
                </a:lnTo>
                <a:lnTo>
                  <a:pt x="247532" y="598742"/>
                </a:lnTo>
                <a:lnTo>
                  <a:pt x="245990" y="592162"/>
                </a:lnTo>
                <a:lnTo>
                  <a:pt x="244336" y="585582"/>
                </a:lnTo>
                <a:lnTo>
                  <a:pt x="242653" y="579003"/>
                </a:lnTo>
                <a:lnTo>
                  <a:pt x="241015" y="572423"/>
                </a:lnTo>
                <a:lnTo>
                  <a:pt x="239466" y="565844"/>
                </a:lnTo>
                <a:lnTo>
                  <a:pt x="237998" y="559264"/>
                </a:lnTo>
                <a:lnTo>
                  <a:pt x="236549" y="552685"/>
                </a:lnTo>
                <a:lnTo>
                  <a:pt x="235014" y="546105"/>
                </a:lnTo>
                <a:lnTo>
                  <a:pt x="233274" y="539525"/>
                </a:lnTo>
                <a:lnTo>
                  <a:pt x="231236" y="532946"/>
                </a:lnTo>
                <a:lnTo>
                  <a:pt x="228877" y="526366"/>
                </a:lnTo>
                <a:lnTo>
                  <a:pt x="226272" y="519787"/>
                </a:lnTo>
                <a:lnTo>
                  <a:pt x="223600" y="513207"/>
                </a:lnTo>
                <a:lnTo>
                  <a:pt x="221123" y="506627"/>
                </a:lnTo>
                <a:lnTo>
                  <a:pt x="219126" y="500048"/>
                </a:lnTo>
                <a:lnTo>
                  <a:pt x="217855" y="493468"/>
                </a:lnTo>
                <a:lnTo>
                  <a:pt x="217450" y="486889"/>
                </a:lnTo>
                <a:lnTo>
                  <a:pt x="217900" y="480309"/>
                </a:lnTo>
                <a:lnTo>
                  <a:pt x="219037" y="473730"/>
                </a:lnTo>
                <a:lnTo>
                  <a:pt x="220560" y="467150"/>
                </a:lnTo>
                <a:lnTo>
                  <a:pt x="222105" y="460570"/>
                </a:lnTo>
                <a:lnTo>
                  <a:pt x="223319" y="453991"/>
                </a:lnTo>
                <a:lnTo>
                  <a:pt x="223942" y="447411"/>
                </a:lnTo>
                <a:lnTo>
                  <a:pt x="223866" y="440832"/>
                </a:lnTo>
                <a:lnTo>
                  <a:pt x="223153" y="434252"/>
                </a:lnTo>
                <a:lnTo>
                  <a:pt x="222022" y="427673"/>
                </a:lnTo>
                <a:lnTo>
                  <a:pt x="220798" y="421093"/>
                </a:lnTo>
                <a:lnTo>
                  <a:pt x="219841" y="414513"/>
                </a:lnTo>
                <a:lnTo>
                  <a:pt x="219464" y="407934"/>
                </a:lnTo>
                <a:lnTo>
                  <a:pt x="219877" y="401354"/>
                </a:lnTo>
                <a:lnTo>
                  <a:pt x="221146" y="394775"/>
                </a:lnTo>
                <a:lnTo>
                  <a:pt x="223192" y="388195"/>
                </a:lnTo>
                <a:lnTo>
                  <a:pt x="225816" y="381616"/>
                </a:lnTo>
                <a:lnTo>
                  <a:pt x="228745" y="375036"/>
                </a:lnTo>
                <a:lnTo>
                  <a:pt x="231680" y="368456"/>
                </a:lnTo>
                <a:lnTo>
                  <a:pt x="234342" y="361877"/>
                </a:lnTo>
                <a:lnTo>
                  <a:pt x="236502" y="355297"/>
                </a:lnTo>
                <a:lnTo>
                  <a:pt x="237985" y="348718"/>
                </a:lnTo>
                <a:lnTo>
                  <a:pt x="238671" y="342138"/>
                </a:lnTo>
                <a:lnTo>
                  <a:pt x="238481" y="335558"/>
                </a:lnTo>
                <a:lnTo>
                  <a:pt x="237366" y="328979"/>
                </a:lnTo>
                <a:lnTo>
                  <a:pt x="235297" y="322399"/>
                </a:lnTo>
                <a:lnTo>
                  <a:pt x="232271" y="315820"/>
                </a:lnTo>
                <a:lnTo>
                  <a:pt x="228305" y="309240"/>
                </a:lnTo>
                <a:lnTo>
                  <a:pt x="223440" y="302661"/>
                </a:lnTo>
                <a:lnTo>
                  <a:pt x="217738" y="296081"/>
                </a:lnTo>
                <a:lnTo>
                  <a:pt x="211266" y="289501"/>
                </a:lnTo>
                <a:lnTo>
                  <a:pt x="204078" y="282922"/>
                </a:lnTo>
                <a:lnTo>
                  <a:pt x="196208" y="276342"/>
                </a:lnTo>
                <a:lnTo>
                  <a:pt x="187656" y="269763"/>
                </a:lnTo>
                <a:lnTo>
                  <a:pt x="178408" y="263183"/>
                </a:lnTo>
                <a:lnTo>
                  <a:pt x="168469" y="256604"/>
                </a:lnTo>
                <a:lnTo>
                  <a:pt x="157912" y="250024"/>
                </a:lnTo>
                <a:lnTo>
                  <a:pt x="146931" y="243444"/>
                </a:lnTo>
                <a:lnTo>
                  <a:pt x="135880" y="236865"/>
                </a:lnTo>
                <a:lnTo>
                  <a:pt x="125285" y="230285"/>
                </a:lnTo>
                <a:lnTo>
                  <a:pt x="115804" y="223706"/>
                </a:lnTo>
                <a:lnTo>
                  <a:pt x="108150" y="217126"/>
                </a:lnTo>
                <a:lnTo>
                  <a:pt x="102986" y="210546"/>
                </a:lnTo>
                <a:lnTo>
                  <a:pt x="100807" y="203967"/>
                </a:lnTo>
                <a:lnTo>
                  <a:pt x="101856" y="197387"/>
                </a:lnTo>
                <a:lnTo>
                  <a:pt x="106085" y="190808"/>
                </a:lnTo>
                <a:lnTo>
                  <a:pt x="113174" y="184228"/>
                </a:lnTo>
                <a:lnTo>
                  <a:pt x="122602" y="177649"/>
                </a:lnTo>
                <a:lnTo>
                  <a:pt x="133749" y="171069"/>
                </a:lnTo>
                <a:lnTo>
                  <a:pt x="145999" y="164489"/>
                </a:lnTo>
                <a:lnTo>
                  <a:pt x="158815" y="157910"/>
                </a:lnTo>
                <a:lnTo>
                  <a:pt x="171778" y="151330"/>
                </a:lnTo>
                <a:lnTo>
                  <a:pt x="184583" y="144751"/>
                </a:lnTo>
                <a:lnTo>
                  <a:pt x="197008" y="138171"/>
                </a:lnTo>
                <a:lnTo>
                  <a:pt x="208882" y="131592"/>
                </a:lnTo>
                <a:lnTo>
                  <a:pt x="220062" y="125012"/>
                </a:lnTo>
                <a:lnTo>
                  <a:pt x="230420" y="118432"/>
                </a:lnTo>
                <a:lnTo>
                  <a:pt x="239865" y="111853"/>
                </a:lnTo>
                <a:lnTo>
                  <a:pt x="248357" y="105273"/>
                </a:lnTo>
                <a:lnTo>
                  <a:pt x="255929" y="98694"/>
                </a:lnTo>
                <a:lnTo>
                  <a:pt x="262683" y="92114"/>
                </a:lnTo>
                <a:lnTo>
                  <a:pt x="268777" y="85535"/>
                </a:lnTo>
                <a:lnTo>
                  <a:pt x="274385" y="78955"/>
                </a:lnTo>
                <a:lnTo>
                  <a:pt x="279664" y="72375"/>
                </a:lnTo>
                <a:lnTo>
                  <a:pt x="284717" y="65796"/>
                </a:lnTo>
                <a:lnTo>
                  <a:pt x="289575" y="59216"/>
                </a:lnTo>
                <a:lnTo>
                  <a:pt x="294198" y="52637"/>
                </a:lnTo>
                <a:lnTo>
                  <a:pt x="298495" y="46057"/>
                </a:lnTo>
                <a:lnTo>
                  <a:pt x="302354" y="39477"/>
                </a:lnTo>
                <a:lnTo>
                  <a:pt x="305672" y="32898"/>
                </a:lnTo>
                <a:lnTo>
                  <a:pt x="308381" y="26318"/>
                </a:lnTo>
                <a:lnTo>
                  <a:pt x="310452" y="19739"/>
                </a:lnTo>
                <a:lnTo>
                  <a:pt x="311896" y="13159"/>
                </a:lnTo>
                <a:lnTo>
                  <a:pt x="312742" y="6580"/>
                </a:lnTo>
                <a:lnTo>
                  <a:pt x="313020" y="0"/>
                </a:lnTo>
                <a:lnTo>
                  <a:pt x="362076" y="0"/>
                </a:lnTo>
                <a:lnTo>
                  <a:pt x="362076" y="0"/>
                </a:lnTo>
                <a:lnTo>
                  <a:pt x="362354" y="6580"/>
                </a:lnTo>
                <a:lnTo>
                  <a:pt x="363201" y="13159"/>
                </a:lnTo>
                <a:lnTo>
                  <a:pt x="364645" y="19739"/>
                </a:lnTo>
                <a:lnTo>
                  <a:pt x="366716" y="26318"/>
                </a:lnTo>
                <a:lnTo>
                  <a:pt x="369424" y="32898"/>
                </a:lnTo>
                <a:lnTo>
                  <a:pt x="372743" y="39477"/>
                </a:lnTo>
                <a:lnTo>
                  <a:pt x="376602" y="46057"/>
                </a:lnTo>
                <a:lnTo>
                  <a:pt x="380899" y="52637"/>
                </a:lnTo>
                <a:lnTo>
                  <a:pt x="385522" y="59216"/>
                </a:lnTo>
                <a:lnTo>
                  <a:pt x="390379" y="65796"/>
                </a:lnTo>
                <a:lnTo>
                  <a:pt x="395432" y="72375"/>
                </a:lnTo>
                <a:lnTo>
                  <a:pt x="400712" y="78955"/>
                </a:lnTo>
                <a:lnTo>
                  <a:pt x="406320" y="85535"/>
                </a:lnTo>
                <a:lnTo>
                  <a:pt x="412413" y="92114"/>
                </a:lnTo>
                <a:lnTo>
                  <a:pt x="419167" y="98694"/>
                </a:lnTo>
                <a:lnTo>
                  <a:pt x="426739" y="105273"/>
                </a:lnTo>
                <a:lnTo>
                  <a:pt x="435232" y="111853"/>
                </a:lnTo>
                <a:lnTo>
                  <a:pt x="444676" y="118432"/>
                </a:lnTo>
                <a:lnTo>
                  <a:pt x="455035" y="125012"/>
                </a:lnTo>
                <a:lnTo>
                  <a:pt x="466214" y="131592"/>
                </a:lnTo>
                <a:lnTo>
                  <a:pt x="478089" y="138171"/>
                </a:lnTo>
                <a:lnTo>
                  <a:pt x="490514" y="144751"/>
                </a:lnTo>
                <a:lnTo>
                  <a:pt x="503318" y="151330"/>
                </a:lnTo>
                <a:lnTo>
                  <a:pt x="516281" y="157910"/>
                </a:lnTo>
                <a:lnTo>
                  <a:pt x="529098" y="164489"/>
                </a:lnTo>
                <a:lnTo>
                  <a:pt x="541348" y="171069"/>
                </a:lnTo>
                <a:lnTo>
                  <a:pt x="552495" y="177649"/>
                </a:lnTo>
                <a:lnTo>
                  <a:pt x="561922" y="184228"/>
                </a:lnTo>
                <a:lnTo>
                  <a:pt x="569011" y="190808"/>
                </a:lnTo>
                <a:lnTo>
                  <a:pt x="573240" y="197387"/>
                </a:lnTo>
                <a:lnTo>
                  <a:pt x="574290" y="203967"/>
                </a:lnTo>
                <a:lnTo>
                  <a:pt x="572110" y="210546"/>
                </a:lnTo>
                <a:lnTo>
                  <a:pt x="566946" y="217126"/>
                </a:lnTo>
                <a:lnTo>
                  <a:pt x="559293" y="223706"/>
                </a:lnTo>
                <a:lnTo>
                  <a:pt x="549812" y="230285"/>
                </a:lnTo>
                <a:lnTo>
                  <a:pt x="539217" y="236865"/>
                </a:lnTo>
                <a:lnTo>
                  <a:pt x="528166" y="243444"/>
                </a:lnTo>
                <a:lnTo>
                  <a:pt x="517184" y="250024"/>
                </a:lnTo>
                <a:lnTo>
                  <a:pt x="506627" y="256604"/>
                </a:lnTo>
                <a:lnTo>
                  <a:pt x="496688" y="263183"/>
                </a:lnTo>
                <a:lnTo>
                  <a:pt x="487441" y="269763"/>
                </a:lnTo>
                <a:lnTo>
                  <a:pt x="478889" y="276342"/>
                </a:lnTo>
                <a:lnTo>
                  <a:pt x="471018" y="282922"/>
                </a:lnTo>
                <a:lnTo>
                  <a:pt x="463831" y="289501"/>
                </a:lnTo>
                <a:lnTo>
                  <a:pt x="457358" y="296081"/>
                </a:lnTo>
                <a:lnTo>
                  <a:pt x="451656" y="302661"/>
                </a:lnTo>
                <a:lnTo>
                  <a:pt x="446792" y="309240"/>
                </a:lnTo>
                <a:lnTo>
                  <a:pt x="442825" y="315820"/>
                </a:lnTo>
                <a:lnTo>
                  <a:pt x="439799" y="322399"/>
                </a:lnTo>
                <a:lnTo>
                  <a:pt x="437731" y="328979"/>
                </a:lnTo>
                <a:lnTo>
                  <a:pt x="436615" y="335558"/>
                </a:lnTo>
                <a:lnTo>
                  <a:pt x="436425" y="342138"/>
                </a:lnTo>
                <a:lnTo>
                  <a:pt x="437111" y="348718"/>
                </a:lnTo>
                <a:lnTo>
                  <a:pt x="438594" y="355297"/>
                </a:lnTo>
                <a:lnTo>
                  <a:pt x="440754" y="361877"/>
                </a:lnTo>
                <a:lnTo>
                  <a:pt x="443417" y="368456"/>
                </a:lnTo>
                <a:lnTo>
                  <a:pt x="446352" y="375036"/>
                </a:lnTo>
                <a:lnTo>
                  <a:pt x="449280" y="381616"/>
                </a:lnTo>
                <a:lnTo>
                  <a:pt x="451904" y="388195"/>
                </a:lnTo>
                <a:lnTo>
                  <a:pt x="453951" y="394775"/>
                </a:lnTo>
                <a:lnTo>
                  <a:pt x="455220" y="401354"/>
                </a:lnTo>
                <a:lnTo>
                  <a:pt x="455632" y="407934"/>
                </a:lnTo>
                <a:lnTo>
                  <a:pt x="455256" y="414513"/>
                </a:lnTo>
                <a:lnTo>
                  <a:pt x="454298" y="421093"/>
                </a:lnTo>
                <a:lnTo>
                  <a:pt x="453075" y="427673"/>
                </a:lnTo>
                <a:lnTo>
                  <a:pt x="451944" y="434252"/>
                </a:lnTo>
                <a:lnTo>
                  <a:pt x="451230" y="440832"/>
                </a:lnTo>
                <a:lnTo>
                  <a:pt x="451154" y="447411"/>
                </a:lnTo>
                <a:lnTo>
                  <a:pt x="451778" y="453991"/>
                </a:lnTo>
                <a:lnTo>
                  <a:pt x="452992" y="460570"/>
                </a:lnTo>
                <a:lnTo>
                  <a:pt x="454537" y="467150"/>
                </a:lnTo>
                <a:lnTo>
                  <a:pt x="456060" y="473730"/>
                </a:lnTo>
                <a:lnTo>
                  <a:pt x="457196" y="480309"/>
                </a:lnTo>
                <a:lnTo>
                  <a:pt x="457647" y="486889"/>
                </a:lnTo>
                <a:lnTo>
                  <a:pt x="457242" y="493468"/>
                </a:lnTo>
                <a:lnTo>
                  <a:pt x="455971" y="500048"/>
                </a:lnTo>
                <a:lnTo>
                  <a:pt x="453973" y="506627"/>
                </a:lnTo>
                <a:lnTo>
                  <a:pt x="451496" y="513207"/>
                </a:lnTo>
                <a:lnTo>
                  <a:pt x="448825" y="519787"/>
                </a:lnTo>
                <a:lnTo>
                  <a:pt x="446220" y="526366"/>
                </a:lnTo>
                <a:lnTo>
                  <a:pt x="443861" y="532946"/>
                </a:lnTo>
                <a:lnTo>
                  <a:pt x="441823" y="539525"/>
                </a:lnTo>
                <a:lnTo>
                  <a:pt x="440083" y="546105"/>
                </a:lnTo>
                <a:lnTo>
                  <a:pt x="438548" y="552685"/>
                </a:lnTo>
                <a:lnTo>
                  <a:pt x="437099" y="559264"/>
                </a:lnTo>
                <a:lnTo>
                  <a:pt x="435631" y="565844"/>
                </a:lnTo>
                <a:lnTo>
                  <a:pt x="434081" y="572423"/>
                </a:lnTo>
                <a:lnTo>
                  <a:pt x="432444" y="579003"/>
                </a:lnTo>
                <a:lnTo>
                  <a:pt x="430760" y="585582"/>
                </a:lnTo>
                <a:lnTo>
                  <a:pt x="429106" y="592162"/>
                </a:lnTo>
                <a:lnTo>
                  <a:pt x="427565" y="598742"/>
                </a:lnTo>
                <a:lnTo>
                  <a:pt x="426202" y="605321"/>
                </a:lnTo>
                <a:lnTo>
                  <a:pt x="425049" y="611901"/>
                </a:lnTo>
                <a:lnTo>
                  <a:pt x="424088" y="618480"/>
                </a:lnTo>
                <a:lnTo>
                  <a:pt x="423253" y="625060"/>
                </a:lnTo>
                <a:lnTo>
                  <a:pt x="422437" y="631639"/>
                </a:lnTo>
                <a:lnTo>
                  <a:pt x="421512" y="638219"/>
                </a:lnTo>
                <a:lnTo>
                  <a:pt x="420356" y="644799"/>
                </a:lnTo>
                <a:lnTo>
                  <a:pt x="418875" y="651378"/>
                </a:lnTo>
                <a:lnTo>
                  <a:pt x="417029" y="657958"/>
                </a:lnTo>
                <a:lnTo>
                  <a:pt x="414832" y="664537"/>
                </a:lnTo>
                <a:lnTo>
                  <a:pt x="412359" y="671117"/>
                </a:lnTo>
                <a:lnTo>
                  <a:pt x="409720" y="677697"/>
                </a:lnTo>
                <a:lnTo>
                  <a:pt x="407050" y="684276"/>
                </a:lnTo>
                <a:lnTo>
                  <a:pt x="404483" y="690856"/>
                </a:lnTo>
                <a:lnTo>
                  <a:pt x="402138" y="697435"/>
                </a:lnTo>
                <a:lnTo>
                  <a:pt x="400119" y="704015"/>
                </a:lnTo>
                <a:lnTo>
                  <a:pt x="398507" y="710594"/>
                </a:lnTo>
                <a:lnTo>
                  <a:pt x="397370" y="717174"/>
                </a:lnTo>
                <a:lnTo>
                  <a:pt x="396765" y="723754"/>
                </a:lnTo>
                <a:lnTo>
                  <a:pt x="396737" y="730333"/>
                </a:lnTo>
                <a:lnTo>
                  <a:pt x="397334" y="736913"/>
                </a:lnTo>
                <a:lnTo>
                  <a:pt x="398614" y="743492"/>
                </a:lnTo>
                <a:lnTo>
                  <a:pt x="400684" y="750072"/>
                </a:lnTo>
                <a:lnTo>
                  <a:pt x="403741" y="756651"/>
                </a:lnTo>
                <a:lnTo>
                  <a:pt x="408133" y="763231"/>
                </a:lnTo>
                <a:lnTo>
                  <a:pt x="414393" y="769811"/>
                </a:lnTo>
                <a:lnTo>
                  <a:pt x="423246" y="776390"/>
                </a:lnTo>
                <a:lnTo>
                  <a:pt x="435541" y="782970"/>
                </a:lnTo>
                <a:lnTo>
                  <a:pt x="452103" y="789549"/>
                </a:lnTo>
                <a:lnTo>
                  <a:pt x="473512" y="796129"/>
                </a:lnTo>
                <a:lnTo>
                  <a:pt x="499838" y="802708"/>
                </a:lnTo>
                <a:lnTo>
                  <a:pt x="530410" y="809288"/>
                </a:lnTo>
                <a:lnTo>
                  <a:pt x="563677" y="815868"/>
                </a:lnTo>
                <a:lnTo>
                  <a:pt x="597245" y="822447"/>
                </a:lnTo>
                <a:lnTo>
                  <a:pt x="628118" y="829027"/>
                </a:lnTo>
                <a:lnTo>
                  <a:pt x="653119" y="835606"/>
                </a:lnTo>
                <a:lnTo>
                  <a:pt x="669428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93" name="F2_precision_recall_distributions_3007">
            <a:extLst>
              <a:ext uri="{FF2B5EF4-FFF2-40B4-BE49-F238E27FC236}">
                <a16:creationId xmlns:a16="http://schemas.microsoft.com/office/drawing/2014/main" id="{B1C1546C-D301-40A6-ACD8-8DBB0C1CF224}"/>
              </a:ext>
            </a:extLst>
          </p:cNvPr>
          <p:cNvSpPr>
            <a:spLocks noGrp="1"/>
          </p:cNvSpPr>
          <p:nvPr/>
        </p:nvSpPr>
        <p:spPr>
          <a:xfrm>
            <a:off x="3104667" y="17630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" name="F2_precision_recall_distributions_3008">
            <a:extLst>
              <a:ext uri="{FF2B5EF4-FFF2-40B4-BE49-F238E27FC236}">
                <a16:creationId xmlns:a16="http://schemas.microsoft.com/office/drawing/2014/main" id="{CD52F47A-4595-430E-BF50-BD75A370D28E}"/>
              </a:ext>
            </a:extLst>
          </p:cNvPr>
          <p:cNvSpPr>
            <a:spLocks noGrp="1"/>
          </p:cNvSpPr>
          <p:nvPr/>
        </p:nvSpPr>
        <p:spPr>
          <a:xfrm>
            <a:off x="2855366" y="16205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" name="F2_precision_recall_distributions_3009">
            <a:extLst>
              <a:ext uri="{FF2B5EF4-FFF2-40B4-BE49-F238E27FC236}">
                <a16:creationId xmlns:a16="http://schemas.microsoft.com/office/drawing/2014/main" id="{86A03ED1-E0CB-4213-901B-3FD9233BBEE0}"/>
              </a:ext>
            </a:extLst>
          </p:cNvPr>
          <p:cNvSpPr>
            <a:spLocks noGrp="1"/>
          </p:cNvSpPr>
          <p:nvPr/>
        </p:nvSpPr>
        <p:spPr>
          <a:xfrm>
            <a:off x="2912963" y="1786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" name="F2_precision_recall_distributions_3010">
            <a:extLst>
              <a:ext uri="{FF2B5EF4-FFF2-40B4-BE49-F238E27FC236}">
                <a16:creationId xmlns:a16="http://schemas.microsoft.com/office/drawing/2014/main" id="{BE0940AB-C5B3-49B4-92E5-FA6E5CED8705}"/>
              </a:ext>
            </a:extLst>
          </p:cNvPr>
          <p:cNvSpPr>
            <a:spLocks noGrp="1"/>
          </p:cNvSpPr>
          <p:nvPr/>
        </p:nvSpPr>
        <p:spPr>
          <a:xfrm>
            <a:off x="2819256" y="2284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" name="F2_precision_recall_distributions_3011">
            <a:extLst>
              <a:ext uri="{FF2B5EF4-FFF2-40B4-BE49-F238E27FC236}">
                <a16:creationId xmlns:a16="http://schemas.microsoft.com/office/drawing/2014/main" id="{4AABA8E2-DE29-4249-AB95-6850B07FE2F1}"/>
              </a:ext>
            </a:extLst>
          </p:cNvPr>
          <p:cNvSpPr>
            <a:spLocks noGrp="1"/>
          </p:cNvSpPr>
          <p:nvPr/>
        </p:nvSpPr>
        <p:spPr>
          <a:xfrm>
            <a:off x="3127900" y="1851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" name="F2_precision_recall_distributions_3012">
            <a:extLst>
              <a:ext uri="{FF2B5EF4-FFF2-40B4-BE49-F238E27FC236}">
                <a16:creationId xmlns:a16="http://schemas.microsoft.com/office/drawing/2014/main" id="{54550C1F-F4DD-486A-BA01-DB34CCD2843B}"/>
              </a:ext>
            </a:extLst>
          </p:cNvPr>
          <p:cNvSpPr>
            <a:spLocks noGrp="1"/>
          </p:cNvSpPr>
          <p:nvPr/>
        </p:nvSpPr>
        <p:spPr>
          <a:xfrm>
            <a:off x="2869044" y="1976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" name="F2_precision_recall_distributions_3013">
            <a:extLst>
              <a:ext uri="{FF2B5EF4-FFF2-40B4-BE49-F238E27FC236}">
                <a16:creationId xmlns:a16="http://schemas.microsoft.com/office/drawing/2014/main" id="{9B149900-130E-4A22-AFDA-ACDA546D5641}"/>
              </a:ext>
            </a:extLst>
          </p:cNvPr>
          <p:cNvSpPr>
            <a:spLocks noGrp="1"/>
          </p:cNvSpPr>
          <p:nvPr/>
        </p:nvSpPr>
        <p:spPr>
          <a:xfrm>
            <a:off x="3086464" y="16953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" name="F2_precision_recall_distributions_3014">
            <a:extLst>
              <a:ext uri="{FF2B5EF4-FFF2-40B4-BE49-F238E27FC236}">
                <a16:creationId xmlns:a16="http://schemas.microsoft.com/office/drawing/2014/main" id="{F1BC1A84-EF3B-42B3-9B38-310A09F78E17}"/>
              </a:ext>
            </a:extLst>
          </p:cNvPr>
          <p:cNvSpPr>
            <a:spLocks noGrp="1"/>
          </p:cNvSpPr>
          <p:nvPr/>
        </p:nvSpPr>
        <p:spPr>
          <a:xfrm>
            <a:off x="2999390" y="1729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" name="F2_precision_recall_distributions_3015">
            <a:extLst>
              <a:ext uri="{FF2B5EF4-FFF2-40B4-BE49-F238E27FC236}">
                <a16:creationId xmlns:a16="http://schemas.microsoft.com/office/drawing/2014/main" id="{B1BE5126-5C05-439D-9D88-74315430FFF5}"/>
              </a:ext>
            </a:extLst>
          </p:cNvPr>
          <p:cNvSpPr>
            <a:spLocks noGrp="1"/>
          </p:cNvSpPr>
          <p:nvPr/>
        </p:nvSpPr>
        <p:spPr>
          <a:xfrm>
            <a:off x="3113468" y="16836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" name="F2_precision_recall_distributions_3016">
            <a:extLst>
              <a:ext uri="{FF2B5EF4-FFF2-40B4-BE49-F238E27FC236}">
                <a16:creationId xmlns:a16="http://schemas.microsoft.com/office/drawing/2014/main" id="{600CFA31-C804-403A-852F-3874E4606089}"/>
              </a:ext>
            </a:extLst>
          </p:cNvPr>
          <p:cNvSpPr>
            <a:spLocks noGrp="1"/>
          </p:cNvSpPr>
          <p:nvPr/>
        </p:nvSpPr>
        <p:spPr>
          <a:xfrm>
            <a:off x="2833609" y="1669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" name="F2_precision_recall_distributions_3017">
            <a:extLst>
              <a:ext uri="{FF2B5EF4-FFF2-40B4-BE49-F238E27FC236}">
                <a16:creationId xmlns:a16="http://schemas.microsoft.com/office/drawing/2014/main" id="{AE5E59FA-15AF-4146-B0AA-C42DE786D4A5}"/>
              </a:ext>
            </a:extLst>
          </p:cNvPr>
          <p:cNvSpPr>
            <a:spLocks noGrp="1"/>
          </p:cNvSpPr>
          <p:nvPr/>
        </p:nvSpPr>
        <p:spPr>
          <a:xfrm>
            <a:off x="3056489" y="20394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" name="F2_precision_recall_distributions_3018">
            <a:extLst>
              <a:ext uri="{FF2B5EF4-FFF2-40B4-BE49-F238E27FC236}">
                <a16:creationId xmlns:a16="http://schemas.microsoft.com/office/drawing/2014/main" id="{968DD568-B90E-446B-8DDD-D90F22B3DFBF}"/>
              </a:ext>
            </a:extLst>
          </p:cNvPr>
          <p:cNvSpPr>
            <a:spLocks noGrp="1"/>
          </p:cNvSpPr>
          <p:nvPr/>
        </p:nvSpPr>
        <p:spPr>
          <a:xfrm>
            <a:off x="3148833" y="19950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" name="F2_precision_recall_distributions_3019">
            <a:extLst>
              <a:ext uri="{FF2B5EF4-FFF2-40B4-BE49-F238E27FC236}">
                <a16:creationId xmlns:a16="http://schemas.microsoft.com/office/drawing/2014/main" id="{42D95709-D599-468B-9204-BBB459AA8F8E}"/>
              </a:ext>
            </a:extLst>
          </p:cNvPr>
          <p:cNvSpPr>
            <a:spLocks noGrp="1"/>
          </p:cNvSpPr>
          <p:nvPr/>
        </p:nvSpPr>
        <p:spPr>
          <a:xfrm>
            <a:off x="3144727" y="203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" name="F2_precision_recall_distributions_3020">
            <a:extLst>
              <a:ext uri="{FF2B5EF4-FFF2-40B4-BE49-F238E27FC236}">
                <a16:creationId xmlns:a16="http://schemas.microsoft.com/office/drawing/2014/main" id="{0E20100D-B74C-4ABE-8B3C-56AE53807BD5}"/>
              </a:ext>
            </a:extLst>
          </p:cNvPr>
          <p:cNvSpPr>
            <a:spLocks noGrp="1"/>
          </p:cNvSpPr>
          <p:nvPr/>
        </p:nvSpPr>
        <p:spPr>
          <a:xfrm>
            <a:off x="2879919" y="15842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" name="F2_precision_recall_distributions_3021">
            <a:extLst>
              <a:ext uri="{FF2B5EF4-FFF2-40B4-BE49-F238E27FC236}">
                <a16:creationId xmlns:a16="http://schemas.microsoft.com/office/drawing/2014/main" id="{F5EDDC97-8404-482E-8C1D-7E0CBA2B30DA}"/>
              </a:ext>
            </a:extLst>
          </p:cNvPr>
          <p:cNvSpPr>
            <a:spLocks noGrp="1"/>
          </p:cNvSpPr>
          <p:nvPr/>
        </p:nvSpPr>
        <p:spPr>
          <a:xfrm>
            <a:off x="3176533" y="1710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" name="F2_precision_recall_distributions_3022">
            <a:extLst>
              <a:ext uri="{FF2B5EF4-FFF2-40B4-BE49-F238E27FC236}">
                <a16:creationId xmlns:a16="http://schemas.microsoft.com/office/drawing/2014/main" id="{0A22CEBE-7DD4-4939-B7B7-224C40E113B1}"/>
              </a:ext>
            </a:extLst>
          </p:cNvPr>
          <p:cNvSpPr>
            <a:spLocks noGrp="1"/>
          </p:cNvSpPr>
          <p:nvPr/>
        </p:nvSpPr>
        <p:spPr>
          <a:xfrm>
            <a:off x="2964436" y="1702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" name="F2_precision_recall_distributions_3023">
            <a:extLst>
              <a:ext uri="{FF2B5EF4-FFF2-40B4-BE49-F238E27FC236}">
                <a16:creationId xmlns:a16="http://schemas.microsoft.com/office/drawing/2014/main" id="{6B06B653-39EB-42FB-83DE-F2F61AEB4FF8}"/>
              </a:ext>
            </a:extLst>
          </p:cNvPr>
          <p:cNvSpPr>
            <a:spLocks noGrp="1"/>
          </p:cNvSpPr>
          <p:nvPr/>
        </p:nvSpPr>
        <p:spPr>
          <a:xfrm>
            <a:off x="2926404" y="17101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" name="F2_precision_recall_distributions_3024">
            <a:extLst>
              <a:ext uri="{FF2B5EF4-FFF2-40B4-BE49-F238E27FC236}">
                <a16:creationId xmlns:a16="http://schemas.microsoft.com/office/drawing/2014/main" id="{C933EE1D-1CBB-4C68-A9DC-815D0A128799}"/>
              </a:ext>
            </a:extLst>
          </p:cNvPr>
          <p:cNvSpPr>
            <a:spLocks noGrp="1"/>
          </p:cNvSpPr>
          <p:nvPr/>
        </p:nvSpPr>
        <p:spPr>
          <a:xfrm>
            <a:off x="3027674" y="20400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" name="F2_precision_recall_distributions_3025">
            <a:extLst>
              <a:ext uri="{FF2B5EF4-FFF2-40B4-BE49-F238E27FC236}">
                <a16:creationId xmlns:a16="http://schemas.microsoft.com/office/drawing/2014/main" id="{6CA8BC1B-C1E3-4E88-8BE7-8C161999BCD3}"/>
              </a:ext>
            </a:extLst>
          </p:cNvPr>
          <p:cNvSpPr>
            <a:spLocks noGrp="1"/>
          </p:cNvSpPr>
          <p:nvPr/>
        </p:nvSpPr>
        <p:spPr>
          <a:xfrm>
            <a:off x="3138330" y="2002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" name="F2_precision_recall_distributions_3026">
            <a:extLst>
              <a:ext uri="{FF2B5EF4-FFF2-40B4-BE49-F238E27FC236}">
                <a16:creationId xmlns:a16="http://schemas.microsoft.com/office/drawing/2014/main" id="{5DB6205C-DAFF-49A2-88E3-ED0202DCA649}"/>
              </a:ext>
            </a:extLst>
          </p:cNvPr>
          <p:cNvSpPr>
            <a:spLocks noGrp="1"/>
          </p:cNvSpPr>
          <p:nvPr/>
        </p:nvSpPr>
        <p:spPr>
          <a:xfrm>
            <a:off x="3022183" y="1793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" name="F2_precision_recall_distributions_3027">
            <a:extLst>
              <a:ext uri="{FF2B5EF4-FFF2-40B4-BE49-F238E27FC236}">
                <a16:creationId xmlns:a16="http://schemas.microsoft.com/office/drawing/2014/main" id="{B2E4B961-536F-4777-A047-1FBDE30AC613}"/>
              </a:ext>
            </a:extLst>
          </p:cNvPr>
          <p:cNvSpPr>
            <a:spLocks noGrp="1"/>
          </p:cNvSpPr>
          <p:nvPr/>
        </p:nvSpPr>
        <p:spPr>
          <a:xfrm>
            <a:off x="2833820" y="1771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" name="F2_precision_recall_distributions_3028">
            <a:extLst>
              <a:ext uri="{FF2B5EF4-FFF2-40B4-BE49-F238E27FC236}">
                <a16:creationId xmlns:a16="http://schemas.microsoft.com/office/drawing/2014/main" id="{CAAE1307-8881-49C3-8E92-B18E8246D740}"/>
              </a:ext>
            </a:extLst>
          </p:cNvPr>
          <p:cNvSpPr>
            <a:spLocks noGrp="1"/>
          </p:cNvSpPr>
          <p:nvPr/>
        </p:nvSpPr>
        <p:spPr>
          <a:xfrm>
            <a:off x="2981887" y="20526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" name="F2_precision_recall_distributions_3029">
            <a:extLst>
              <a:ext uri="{FF2B5EF4-FFF2-40B4-BE49-F238E27FC236}">
                <a16:creationId xmlns:a16="http://schemas.microsoft.com/office/drawing/2014/main" id="{30E3FF51-1125-4E47-9E51-5A176CE2BF6E}"/>
              </a:ext>
            </a:extLst>
          </p:cNvPr>
          <p:cNvSpPr>
            <a:spLocks noGrp="1"/>
          </p:cNvSpPr>
          <p:nvPr/>
        </p:nvSpPr>
        <p:spPr>
          <a:xfrm>
            <a:off x="3085145" y="17691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" name="F2_precision_recall_distributions_3030">
            <a:extLst>
              <a:ext uri="{FF2B5EF4-FFF2-40B4-BE49-F238E27FC236}">
                <a16:creationId xmlns:a16="http://schemas.microsoft.com/office/drawing/2014/main" id="{E6B25D29-B0AE-496F-8674-BDC05533242D}"/>
              </a:ext>
            </a:extLst>
          </p:cNvPr>
          <p:cNvSpPr>
            <a:spLocks noGrp="1"/>
          </p:cNvSpPr>
          <p:nvPr/>
        </p:nvSpPr>
        <p:spPr>
          <a:xfrm>
            <a:off x="2901457" y="1683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" name="F2_precision_recall_distributions_3031">
            <a:extLst>
              <a:ext uri="{FF2B5EF4-FFF2-40B4-BE49-F238E27FC236}">
                <a16:creationId xmlns:a16="http://schemas.microsoft.com/office/drawing/2014/main" id="{1ECC6BDA-9BB8-4563-9A26-F621A447B029}"/>
              </a:ext>
            </a:extLst>
          </p:cNvPr>
          <p:cNvSpPr>
            <a:spLocks noGrp="1"/>
          </p:cNvSpPr>
          <p:nvPr/>
        </p:nvSpPr>
        <p:spPr>
          <a:xfrm>
            <a:off x="3006911" y="2259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" name="F2_precision_recall_distributions_3032">
            <a:extLst>
              <a:ext uri="{FF2B5EF4-FFF2-40B4-BE49-F238E27FC236}">
                <a16:creationId xmlns:a16="http://schemas.microsoft.com/office/drawing/2014/main" id="{8C392785-B013-4755-84A7-571A83064E2F}"/>
              </a:ext>
            </a:extLst>
          </p:cNvPr>
          <p:cNvSpPr>
            <a:spLocks noGrp="1"/>
          </p:cNvSpPr>
          <p:nvPr/>
        </p:nvSpPr>
        <p:spPr>
          <a:xfrm>
            <a:off x="30714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" name="F2_precision_recall_distributions_3033">
            <a:extLst>
              <a:ext uri="{FF2B5EF4-FFF2-40B4-BE49-F238E27FC236}">
                <a16:creationId xmlns:a16="http://schemas.microsoft.com/office/drawing/2014/main" id="{00C86C72-AF1D-4CCD-9AF6-B34FC7F1439D}"/>
              </a:ext>
            </a:extLst>
          </p:cNvPr>
          <p:cNvSpPr>
            <a:spLocks noGrp="1"/>
          </p:cNvSpPr>
          <p:nvPr/>
        </p:nvSpPr>
        <p:spPr>
          <a:xfrm>
            <a:off x="3078296" y="20920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" name="F2_precision_recall_distributions_3034">
            <a:extLst>
              <a:ext uri="{FF2B5EF4-FFF2-40B4-BE49-F238E27FC236}">
                <a16:creationId xmlns:a16="http://schemas.microsoft.com/office/drawing/2014/main" id="{44DB4746-98AE-4034-B73B-515800059B2F}"/>
              </a:ext>
            </a:extLst>
          </p:cNvPr>
          <p:cNvSpPr>
            <a:spLocks noGrp="1"/>
          </p:cNvSpPr>
          <p:nvPr/>
        </p:nvSpPr>
        <p:spPr>
          <a:xfrm>
            <a:off x="2993778" y="1885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" name="F2_precision_recall_distributions_3035">
            <a:extLst>
              <a:ext uri="{FF2B5EF4-FFF2-40B4-BE49-F238E27FC236}">
                <a16:creationId xmlns:a16="http://schemas.microsoft.com/office/drawing/2014/main" id="{D3A773D7-F9C3-485F-BDAA-D94C69801612}"/>
              </a:ext>
            </a:extLst>
          </p:cNvPr>
          <p:cNvSpPr>
            <a:spLocks noGrp="1"/>
          </p:cNvSpPr>
          <p:nvPr/>
        </p:nvSpPr>
        <p:spPr>
          <a:xfrm>
            <a:off x="3057320" y="167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" name="F2_precision_recall_distributions_3036">
            <a:extLst>
              <a:ext uri="{FF2B5EF4-FFF2-40B4-BE49-F238E27FC236}">
                <a16:creationId xmlns:a16="http://schemas.microsoft.com/office/drawing/2014/main" id="{E57950A8-54DE-4B70-8DA3-9432454ADC9C}"/>
              </a:ext>
            </a:extLst>
          </p:cNvPr>
          <p:cNvSpPr>
            <a:spLocks noGrp="1"/>
          </p:cNvSpPr>
          <p:nvPr/>
        </p:nvSpPr>
        <p:spPr>
          <a:xfrm>
            <a:off x="3070741" y="16679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3" name="F2_precision_recall_distributions_3037">
            <a:extLst>
              <a:ext uri="{FF2B5EF4-FFF2-40B4-BE49-F238E27FC236}">
                <a16:creationId xmlns:a16="http://schemas.microsoft.com/office/drawing/2014/main" id="{821E6F3A-9B03-4595-9DE1-4F50BD5579A6}"/>
              </a:ext>
            </a:extLst>
          </p:cNvPr>
          <p:cNvSpPr>
            <a:spLocks noGrp="1"/>
          </p:cNvSpPr>
          <p:nvPr/>
        </p:nvSpPr>
        <p:spPr>
          <a:xfrm>
            <a:off x="28201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" name="F2_precision_recall_distributions_3038">
            <a:extLst>
              <a:ext uri="{FF2B5EF4-FFF2-40B4-BE49-F238E27FC236}">
                <a16:creationId xmlns:a16="http://schemas.microsoft.com/office/drawing/2014/main" id="{3DD812C9-1275-41E3-8C11-0690495AA56B}"/>
              </a:ext>
            </a:extLst>
          </p:cNvPr>
          <p:cNvSpPr>
            <a:spLocks noGrp="1"/>
          </p:cNvSpPr>
          <p:nvPr/>
        </p:nvSpPr>
        <p:spPr>
          <a:xfrm>
            <a:off x="2984356" y="18856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" name="F2_precision_recall_distributions_3039">
            <a:extLst>
              <a:ext uri="{FF2B5EF4-FFF2-40B4-BE49-F238E27FC236}">
                <a16:creationId xmlns:a16="http://schemas.microsoft.com/office/drawing/2014/main" id="{C3FF21B8-FEE9-401A-978F-FC374E32BFD3}"/>
              </a:ext>
            </a:extLst>
          </p:cNvPr>
          <p:cNvSpPr>
            <a:spLocks noGrp="1"/>
          </p:cNvSpPr>
          <p:nvPr/>
        </p:nvSpPr>
        <p:spPr>
          <a:xfrm>
            <a:off x="314789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" name="F2_precision_recall_distributions_3040">
            <a:extLst>
              <a:ext uri="{FF2B5EF4-FFF2-40B4-BE49-F238E27FC236}">
                <a16:creationId xmlns:a16="http://schemas.microsoft.com/office/drawing/2014/main" id="{54065B28-D75F-4503-90C7-8B7642D6F488}"/>
              </a:ext>
            </a:extLst>
          </p:cNvPr>
          <p:cNvSpPr>
            <a:spLocks noGrp="1"/>
          </p:cNvSpPr>
          <p:nvPr/>
        </p:nvSpPr>
        <p:spPr>
          <a:xfrm>
            <a:off x="2925812" y="2091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" name="F2_precision_recall_distributions_3041">
            <a:extLst>
              <a:ext uri="{FF2B5EF4-FFF2-40B4-BE49-F238E27FC236}">
                <a16:creationId xmlns:a16="http://schemas.microsoft.com/office/drawing/2014/main" id="{DBD836A2-C6B2-4EC1-A130-6E77502FCEE1}"/>
              </a:ext>
            </a:extLst>
          </p:cNvPr>
          <p:cNvSpPr>
            <a:spLocks noGrp="1"/>
          </p:cNvSpPr>
          <p:nvPr/>
        </p:nvSpPr>
        <p:spPr>
          <a:xfrm>
            <a:off x="3030008" y="18104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" name="F2_precision_recall_distributions_3042">
            <a:extLst>
              <a:ext uri="{FF2B5EF4-FFF2-40B4-BE49-F238E27FC236}">
                <a16:creationId xmlns:a16="http://schemas.microsoft.com/office/drawing/2014/main" id="{F3AE98EC-C18B-48EC-8D29-7C6535C7A1DF}"/>
              </a:ext>
            </a:extLst>
          </p:cNvPr>
          <p:cNvSpPr>
            <a:spLocks noGrp="1"/>
          </p:cNvSpPr>
          <p:nvPr/>
        </p:nvSpPr>
        <p:spPr>
          <a:xfrm>
            <a:off x="310575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" name="F2_precision_recall_distributions_3043">
            <a:extLst>
              <a:ext uri="{FF2B5EF4-FFF2-40B4-BE49-F238E27FC236}">
                <a16:creationId xmlns:a16="http://schemas.microsoft.com/office/drawing/2014/main" id="{DAF5A77E-21FE-4E9C-AE86-B393E6078084}"/>
              </a:ext>
            </a:extLst>
          </p:cNvPr>
          <p:cNvSpPr>
            <a:spLocks noGrp="1"/>
          </p:cNvSpPr>
          <p:nvPr/>
        </p:nvSpPr>
        <p:spPr>
          <a:xfrm>
            <a:off x="293223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" name="F2_precision_recall_distributions_3044">
            <a:extLst>
              <a:ext uri="{FF2B5EF4-FFF2-40B4-BE49-F238E27FC236}">
                <a16:creationId xmlns:a16="http://schemas.microsoft.com/office/drawing/2014/main" id="{1DEE8280-B22F-4E45-ACFA-781F49D4A71A}"/>
              </a:ext>
            </a:extLst>
          </p:cNvPr>
          <p:cNvSpPr>
            <a:spLocks noGrp="1"/>
          </p:cNvSpPr>
          <p:nvPr/>
        </p:nvSpPr>
        <p:spPr>
          <a:xfrm>
            <a:off x="3130320" y="20472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" name="F2_precision_recall_distributions_3045">
            <a:extLst>
              <a:ext uri="{FF2B5EF4-FFF2-40B4-BE49-F238E27FC236}">
                <a16:creationId xmlns:a16="http://schemas.microsoft.com/office/drawing/2014/main" id="{E826E501-5E07-46CA-996C-08DBB1CB4F45}"/>
              </a:ext>
            </a:extLst>
          </p:cNvPr>
          <p:cNvSpPr>
            <a:spLocks noGrp="1"/>
          </p:cNvSpPr>
          <p:nvPr/>
        </p:nvSpPr>
        <p:spPr>
          <a:xfrm>
            <a:off x="2826642" y="162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" name="F2_precision_recall_distributions_3046">
            <a:extLst>
              <a:ext uri="{FF2B5EF4-FFF2-40B4-BE49-F238E27FC236}">
                <a16:creationId xmlns:a16="http://schemas.microsoft.com/office/drawing/2014/main" id="{89309750-A955-43AF-BEC1-F92EA964E82D}"/>
              </a:ext>
            </a:extLst>
          </p:cNvPr>
          <p:cNvSpPr>
            <a:spLocks noGrp="1"/>
          </p:cNvSpPr>
          <p:nvPr/>
        </p:nvSpPr>
        <p:spPr>
          <a:xfrm>
            <a:off x="3070862" y="1694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" name="F2_precision_recall_distributions_3047">
            <a:extLst>
              <a:ext uri="{FF2B5EF4-FFF2-40B4-BE49-F238E27FC236}">
                <a16:creationId xmlns:a16="http://schemas.microsoft.com/office/drawing/2014/main" id="{E61CC69E-7B7A-4986-91E7-D5669FEE2696}"/>
              </a:ext>
            </a:extLst>
          </p:cNvPr>
          <p:cNvSpPr>
            <a:spLocks noGrp="1"/>
          </p:cNvSpPr>
          <p:nvPr/>
        </p:nvSpPr>
        <p:spPr>
          <a:xfrm>
            <a:off x="287293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" name="F2_precision_recall_distributions_3048">
            <a:extLst>
              <a:ext uri="{FF2B5EF4-FFF2-40B4-BE49-F238E27FC236}">
                <a16:creationId xmlns:a16="http://schemas.microsoft.com/office/drawing/2014/main" id="{21E0531C-5E71-40BB-BFEE-8000D1750CC9}"/>
              </a:ext>
            </a:extLst>
          </p:cNvPr>
          <p:cNvSpPr>
            <a:spLocks noGrp="1"/>
          </p:cNvSpPr>
          <p:nvPr/>
        </p:nvSpPr>
        <p:spPr>
          <a:xfrm>
            <a:off x="3180504" y="17024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" name="F2_precision_recall_distributions_3049">
            <a:extLst>
              <a:ext uri="{FF2B5EF4-FFF2-40B4-BE49-F238E27FC236}">
                <a16:creationId xmlns:a16="http://schemas.microsoft.com/office/drawing/2014/main" id="{DA4DF151-0AAD-4E0A-8540-E48083D3BCDC}"/>
              </a:ext>
            </a:extLst>
          </p:cNvPr>
          <p:cNvSpPr>
            <a:spLocks noGrp="1"/>
          </p:cNvSpPr>
          <p:nvPr/>
        </p:nvSpPr>
        <p:spPr>
          <a:xfrm>
            <a:off x="3043239" y="21222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" name="F2_precision_recall_distributions_3050">
            <a:extLst>
              <a:ext uri="{FF2B5EF4-FFF2-40B4-BE49-F238E27FC236}">
                <a16:creationId xmlns:a16="http://schemas.microsoft.com/office/drawing/2014/main" id="{E4A1BE05-62EB-4BCE-BB53-49BEC5DAB6C4}"/>
              </a:ext>
            </a:extLst>
          </p:cNvPr>
          <p:cNvSpPr>
            <a:spLocks noGrp="1"/>
          </p:cNvSpPr>
          <p:nvPr/>
        </p:nvSpPr>
        <p:spPr>
          <a:xfrm>
            <a:off x="2982258" y="18213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" name="F2_precision_recall_distributions_3051">
            <a:extLst>
              <a:ext uri="{FF2B5EF4-FFF2-40B4-BE49-F238E27FC236}">
                <a16:creationId xmlns:a16="http://schemas.microsoft.com/office/drawing/2014/main" id="{C89D0334-E02E-454C-8FA0-DE60F5528B9A}"/>
              </a:ext>
            </a:extLst>
          </p:cNvPr>
          <p:cNvSpPr>
            <a:spLocks noGrp="1"/>
          </p:cNvSpPr>
          <p:nvPr/>
        </p:nvSpPr>
        <p:spPr>
          <a:xfrm>
            <a:off x="2962678" y="1754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" name="F2_precision_recall_distributions_3052">
            <a:extLst>
              <a:ext uri="{FF2B5EF4-FFF2-40B4-BE49-F238E27FC236}">
                <a16:creationId xmlns:a16="http://schemas.microsoft.com/office/drawing/2014/main" id="{6B43C60A-B6F5-44AC-B8F5-ACE78F543D1B}"/>
              </a:ext>
            </a:extLst>
          </p:cNvPr>
          <p:cNvSpPr>
            <a:spLocks noGrp="1"/>
          </p:cNvSpPr>
          <p:nvPr/>
        </p:nvSpPr>
        <p:spPr>
          <a:xfrm>
            <a:off x="2843153" y="21401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" name="F2_precision_recall_distributions_3053">
            <a:extLst>
              <a:ext uri="{FF2B5EF4-FFF2-40B4-BE49-F238E27FC236}">
                <a16:creationId xmlns:a16="http://schemas.microsoft.com/office/drawing/2014/main" id="{9D8511C0-CCA1-4EB5-9E0D-E6FFB83946EE}"/>
              </a:ext>
            </a:extLst>
          </p:cNvPr>
          <p:cNvSpPr>
            <a:spLocks noGrp="1"/>
          </p:cNvSpPr>
          <p:nvPr/>
        </p:nvSpPr>
        <p:spPr>
          <a:xfrm>
            <a:off x="2960841" y="2001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" name="F2_precision_recall_distributions_3054">
            <a:extLst>
              <a:ext uri="{FF2B5EF4-FFF2-40B4-BE49-F238E27FC236}">
                <a16:creationId xmlns:a16="http://schemas.microsoft.com/office/drawing/2014/main" id="{0B626CEF-A4FC-433B-AFA0-96E9DE5B20AC}"/>
              </a:ext>
            </a:extLst>
          </p:cNvPr>
          <p:cNvSpPr>
            <a:spLocks noGrp="1"/>
          </p:cNvSpPr>
          <p:nvPr/>
        </p:nvSpPr>
        <p:spPr>
          <a:xfrm>
            <a:off x="3134758" y="2305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" name="F2_precision_recall_distributions_3055">
            <a:extLst>
              <a:ext uri="{FF2B5EF4-FFF2-40B4-BE49-F238E27FC236}">
                <a16:creationId xmlns:a16="http://schemas.microsoft.com/office/drawing/2014/main" id="{ACE79811-5E13-4149-A4B9-6AEB3E450BD0}"/>
              </a:ext>
            </a:extLst>
          </p:cNvPr>
          <p:cNvSpPr>
            <a:spLocks noGrp="1"/>
          </p:cNvSpPr>
          <p:nvPr/>
        </p:nvSpPr>
        <p:spPr>
          <a:xfrm>
            <a:off x="2911881" y="205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" name="F2_precision_recall_distributions_3056">
            <a:extLst>
              <a:ext uri="{FF2B5EF4-FFF2-40B4-BE49-F238E27FC236}">
                <a16:creationId xmlns:a16="http://schemas.microsoft.com/office/drawing/2014/main" id="{A7958178-CCAB-4573-9761-3B5B0C6650CC}"/>
              </a:ext>
            </a:extLst>
          </p:cNvPr>
          <p:cNvSpPr>
            <a:spLocks noGrp="1"/>
          </p:cNvSpPr>
          <p:nvPr/>
        </p:nvSpPr>
        <p:spPr>
          <a:xfrm>
            <a:off x="3050980" y="16924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" name="F2_precision_recall_distributions_3057">
            <a:extLst>
              <a:ext uri="{FF2B5EF4-FFF2-40B4-BE49-F238E27FC236}">
                <a16:creationId xmlns:a16="http://schemas.microsoft.com/office/drawing/2014/main" id="{8874803A-9F0C-4907-81E6-206503D58613}"/>
              </a:ext>
            </a:extLst>
          </p:cNvPr>
          <p:cNvSpPr>
            <a:spLocks noGrp="1"/>
          </p:cNvSpPr>
          <p:nvPr/>
        </p:nvSpPr>
        <p:spPr>
          <a:xfrm>
            <a:off x="3161739" y="18385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" name="F2_precision_recall_distributions_3058">
            <a:extLst>
              <a:ext uri="{FF2B5EF4-FFF2-40B4-BE49-F238E27FC236}">
                <a16:creationId xmlns:a16="http://schemas.microsoft.com/office/drawing/2014/main" id="{D203364D-FBFC-4D4E-ADDA-EBE2EA5451C4}"/>
              </a:ext>
            </a:extLst>
          </p:cNvPr>
          <p:cNvSpPr>
            <a:spLocks noGrp="1"/>
          </p:cNvSpPr>
          <p:nvPr/>
        </p:nvSpPr>
        <p:spPr>
          <a:xfrm>
            <a:off x="28884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" name="F2_precision_recall_distributions_3059">
            <a:extLst>
              <a:ext uri="{FF2B5EF4-FFF2-40B4-BE49-F238E27FC236}">
                <a16:creationId xmlns:a16="http://schemas.microsoft.com/office/drawing/2014/main" id="{E63B87C7-1AF9-4848-AFD6-75AD26A1B364}"/>
              </a:ext>
            </a:extLst>
          </p:cNvPr>
          <p:cNvSpPr>
            <a:spLocks noGrp="1"/>
          </p:cNvSpPr>
          <p:nvPr/>
        </p:nvSpPr>
        <p:spPr>
          <a:xfrm>
            <a:off x="3100326" y="19802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" name="F2_precision_recall_distributions_3060">
            <a:extLst>
              <a:ext uri="{FF2B5EF4-FFF2-40B4-BE49-F238E27FC236}">
                <a16:creationId xmlns:a16="http://schemas.microsoft.com/office/drawing/2014/main" id="{50D62698-4274-4455-87BF-BFF3AAA58744}"/>
              </a:ext>
            </a:extLst>
          </p:cNvPr>
          <p:cNvSpPr>
            <a:spLocks noGrp="1"/>
          </p:cNvSpPr>
          <p:nvPr/>
        </p:nvSpPr>
        <p:spPr>
          <a:xfrm>
            <a:off x="3040737" y="17997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" name="F2_precision_recall_distributions_3061">
            <a:extLst>
              <a:ext uri="{FF2B5EF4-FFF2-40B4-BE49-F238E27FC236}">
                <a16:creationId xmlns:a16="http://schemas.microsoft.com/office/drawing/2014/main" id="{89730312-F27C-4F44-A262-B30F69E3940E}"/>
              </a:ext>
            </a:extLst>
          </p:cNvPr>
          <p:cNvSpPr>
            <a:spLocks noGrp="1"/>
          </p:cNvSpPr>
          <p:nvPr/>
        </p:nvSpPr>
        <p:spPr>
          <a:xfrm>
            <a:off x="3127030" y="1561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" name="F2_precision_recall_distributions_3062">
            <a:extLst>
              <a:ext uri="{FF2B5EF4-FFF2-40B4-BE49-F238E27FC236}">
                <a16:creationId xmlns:a16="http://schemas.microsoft.com/office/drawing/2014/main" id="{5EB7C2DA-7B2B-40FC-90D5-FAB4B05A02B8}"/>
              </a:ext>
            </a:extLst>
          </p:cNvPr>
          <p:cNvSpPr>
            <a:spLocks noGrp="1"/>
          </p:cNvSpPr>
          <p:nvPr/>
        </p:nvSpPr>
        <p:spPr>
          <a:xfrm>
            <a:off x="3109306" y="19809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" name="F2_precision_recall_distributions_3063">
            <a:extLst>
              <a:ext uri="{FF2B5EF4-FFF2-40B4-BE49-F238E27FC236}">
                <a16:creationId xmlns:a16="http://schemas.microsoft.com/office/drawing/2014/main" id="{72E592E2-E3B2-4A53-9C07-BEB6CE2F404D}"/>
              </a:ext>
            </a:extLst>
          </p:cNvPr>
          <p:cNvSpPr>
            <a:spLocks noGrp="1"/>
          </p:cNvSpPr>
          <p:nvPr/>
        </p:nvSpPr>
        <p:spPr>
          <a:xfrm>
            <a:off x="2872508" y="1643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" name="F2_precision_recall_distributions_3064">
            <a:extLst>
              <a:ext uri="{FF2B5EF4-FFF2-40B4-BE49-F238E27FC236}">
                <a16:creationId xmlns:a16="http://schemas.microsoft.com/office/drawing/2014/main" id="{89016861-BDE0-4729-AAD0-F2AAE6CE52FA}"/>
              </a:ext>
            </a:extLst>
          </p:cNvPr>
          <p:cNvSpPr>
            <a:spLocks noGrp="1"/>
          </p:cNvSpPr>
          <p:nvPr/>
        </p:nvSpPr>
        <p:spPr>
          <a:xfrm>
            <a:off x="3174391" y="1656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" name="F2_precision_recall_distributions_3065">
            <a:extLst>
              <a:ext uri="{FF2B5EF4-FFF2-40B4-BE49-F238E27FC236}">
                <a16:creationId xmlns:a16="http://schemas.microsoft.com/office/drawing/2014/main" id="{69D34BF0-5A60-48C1-9C54-BB25D577DB4E}"/>
              </a:ext>
            </a:extLst>
          </p:cNvPr>
          <p:cNvSpPr>
            <a:spLocks noGrp="1"/>
          </p:cNvSpPr>
          <p:nvPr/>
        </p:nvSpPr>
        <p:spPr>
          <a:xfrm>
            <a:off x="2946242" y="1636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" name="F2_precision_recall_distributions_3066">
            <a:extLst>
              <a:ext uri="{FF2B5EF4-FFF2-40B4-BE49-F238E27FC236}">
                <a16:creationId xmlns:a16="http://schemas.microsoft.com/office/drawing/2014/main" id="{29B0411C-344F-4471-992C-4F1BB0C532A1}"/>
              </a:ext>
            </a:extLst>
          </p:cNvPr>
          <p:cNvSpPr>
            <a:spLocks noGrp="1"/>
          </p:cNvSpPr>
          <p:nvPr/>
        </p:nvSpPr>
        <p:spPr>
          <a:xfrm>
            <a:off x="2905324" y="16980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" name="F2_precision_recall_distributions_3067">
            <a:extLst>
              <a:ext uri="{FF2B5EF4-FFF2-40B4-BE49-F238E27FC236}">
                <a16:creationId xmlns:a16="http://schemas.microsoft.com/office/drawing/2014/main" id="{ECC1E3BB-7BF0-4013-BC27-23444E3AA280}"/>
              </a:ext>
            </a:extLst>
          </p:cNvPr>
          <p:cNvSpPr>
            <a:spLocks noGrp="1"/>
          </p:cNvSpPr>
          <p:nvPr/>
        </p:nvSpPr>
        <p:spPr>
          <a:xfrm>
            <a:off x="3062309" y="1968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" name="F2_precision_recall_distributions_3068">
            <a:extLst>
              <a:ext uri="{FF2B5EF4-FFF2-40B4-BE49-F238E27FC236}">
                <a16:creationId xmlns:a16="http://schemas.microsoft.com/office/drawing/2014/main" id="{F45F379E-FF2D-47C2-9F6A-8C78C6EB1F41}"/>
              </a:ext>
            </a:extLst>
          </p:cNvPr>
          <p:cNvSpPr>
            <a:spLocks noGrp="1"/>
          </p:cNvSpPr>
          <p:nvPr/>
        </p:nvSpPr>
        <p:spPr>
          <a:xfrm>
            <a:off x="2860841" y="1538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" name="F2_precision_recall_distributions_3069">
            <a:extLst>
              <a:ext uri="{FF2B5EF4-FFF2-40B4-BE49-F238E27FC236}">
                <a16:creationId xmlns:a16="http://schemas.microsoft.com/office/drawing/2014/main" id="{EE872022-E352-4EAE-9CF2-6CAEAA90FA90}"/>
              </a:ext>
            </a:extLst>
          </p:cNvPr>
          <p:cNvSpPr>
            <a:spLocks noGrp="1"/>
          </p:cNvSpPr>
          <p:nvPr/>
        </p:nvSpPr>
        <p:spPr>
          <a:xfrm>
            <a:off x="3180678" y="1864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" name="F2_precision_recall_distributions_3070">
            <a:extLst>
              <a:ext uri="{FF2B5EF4-FFF2-40B4-BE49-F238E27FC236}">
                <a16:creationId xmlns:a16="http://schemas.microsoft.com/office/drawing/2014/main" id="{0D954D2D-898E-4C0F-AC6D-512C47B5C352}"/>
              </a:ext>
            </a:extLst>
          </p:cNvPr>
          <p:cNvSpPr>
            <a:spLocks noGrp="1"/>
          </p:cNvSpPr>
          <p:nvPr/>
        </p:nvSpPr>
        <p:spPr>
          <a:xfrm>
            <a:off x="2843090" y="19050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" name="F2_precision_recall_distributions_3071">
            <a:extLst>
              <a:ext uri="{FF2B5EF4-FFF2-40B4-BE49-F238E27FC236}">
                <a16:creationId xmlns:a16="http://schemas.microsoft.com/office/drawing/2014/main" id="{D9011D9E-6980-431D-8F4D-B2E1BC90A774}"/>
              </a:ext>
            </a:extLst>
          </p:cNvPr>
          <p:cNvSpPr>
            <a:spLocks noGrp="1"/>
          </p:cNvSpPr>
          <p:nvPr/>
        </p:nvSpPr>
        <p:spPr>
          <a:xfrm>
            <a:off x="3030863" y="1983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" name="F2_precision_recall_distributions_3072">
            <a:extLst>
              <a:ext uri="{FF2B5EF4-FFF2-40B4-BE49-F238E27FC236}">
                <a16:creationId xmlns:a16="http://schemas.microsoft.com/office/drawing/2014/main" id="{C2DDE9C6-7ECD-49CF-8A5A-1ECD11938A43}"/>
              </a:ext>
            </a:extLst>
          </p:cNvPr>
          <p:cNvSpPr>
            <a:spLocks noGrp="1"/>
          </p:cNvSpPr>
          <p:nvPr/>
        </p:nvSpPr>
        <p:spPr>
          <a:xfrm>
            <a:off x="3106353" y="2072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" name="F2_precision_recall_distributions_3073">
            <a:extLst>
              <a:ext uri="{FF2B5EF4-FFF2-40B4-BE49-F238E27FC236}">
                <a16:creationId xmlns:a16="http://schemas.microsoft.com/office/drawing/2014/main" id="{5C33585C-58A0-4838-8503-E0345D47E2CE}"/>
              </a:ext>
            </a:extLst>
          </p:cNvPr>
          <p:cNvSpPr>
            <a:spLocks noGrp="1"/>
          </p:cNvSpPr>
          <p:nvPr/>
        </p:nvSpPr>
        <p:spPr>
          <a:xfrm>
            <a:off x="3072126" y="21442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" name="F2_precision_recall_distributions_3074">
            <a:extLst>
              <a:ext uri="{FF2B5EF4-FFF2-40B4-BE49-F238E27FC236}">
                <a16:creationId xmlns:a16="http://schemas.microsoft.com/office/drawing/2014/main" id="{EE743954-E6E2-4CA1-9F1D-75CF30E0D8E7}"/>
              </a:ext>
            </a:extLst>
          </p:cNvPr>
          <p:cNvSpPr>
            <a:spLocks noGrp="1"/>
          </p:cNvSpPr>
          <p:nvPr/>
        </p:nvSpPr>
        <p:spPr>
          <a:xfrm>
            <a:off x="302814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" name="F2_precision_recall_distributions_3075">
            <a:extLst>
              <a:ext uri="{FF2B5EF4-FFF2-40B4-BE49-F238E27FC236}">
                <a16:creationId xmlns:a16="http://schemas.microsoft.com/office/drawing/2014/main" id="{7FB7DB01-DD14-480F-88DC-E1B0E9692954}"/>
              </a:ext>
            </a:extLst>
          </p:cNvPr>
          <p:cNvSpPr>
            <a:spLocks noGrp="1"/>
          </p:cNvSpPr>
          <p:nvPr/>
        </p:nvSpPr>
        <p:spPr>
          <a:xfrm>
            <a:off x="3047755" y="1699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" name="F2_precision_recall_distributions_3076">
            <a:extLst>
              <a:ext uri="{FF2B5EF4-FFF2-40B4-BE49-F238E27FC236}">
                <a16:creationId xmlns:a16="http://schemas.microsoft.com/office/drawing/2014/main" id="{C09B9707-4040-4274-92CE-97C6789E4483}"/>
              </a:ext>
            </a:extLst>
          </p:cNvPr>
          <p:cNvSpPr>
            <a:spLocks noGrp="1"/>
          </p:cNvSpPr>
          <p:nvPr/>
        </p:nvSpPr>
        <p:spPr>
          <a:xfrm>
            <a:off x="3119241" y="2167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" name="F2_precision_recall_distributions_3077">
            <a:extLst>
              <a:ext uri="{FF2B5EF4-FFF2-40B4-BE49-F238E27FC236}">
                <a16:creationId xmlns:a16="http://schemas.microsoft.com/office/drawing/2014/main" id="{17A98ED1-16E9-44AB-BEA3-1E2A0B644DE2}"/>
              </a:ext>
            </a:extLst>
          </p:cNvPr>
          <p:cNvSpPr>
            <a:spLocks noGrp="1"/>
          </p:cNvSpPr>
          <p:nvPr/>
        </p:nvSpPr>
        <p:spPr>
          <a:xfrm>
            <a:off x="2933521" y="16493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" name="F2_precision_recall_distributions_3078">
            <a:extLst>
              <a:ext uri="{FF2B5EF4-FFF2-40B4-BE49-F238E27FC236}">
                <a16:creationId xmlns:a16="http://schemas.microsoft.com/office/drawing/2014/main" id="{F3C00D10-7326-4848-8D40-4073C4FD900F}"/>
              </a:ext>
            </a:extLst>
          </p:cNvPr>
          <p:cNvSpPr>
            <a:spLocks noGrp="1"/>
          </p:cNvSpPr>
          <p:nvPr/>
        </p:nvSpPr>
        <p:spPr>
          <a:xfrm>
            <a:off x="3177424" y="2039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" name="F2_precision_recall_distributions_3079">
            <a:extLst>
              <a:ext uri="{FF2B5EF4-FFF2-40B4-BE49-F238E27FC236}">
                <a16:creationId xmlns:a16="http://schemas.microsoft.com/office/drawing/2014/main" id="{80816F53-A9E4-4189-89A9-93C2F3147227}"/>
              </a:ext>
            </a:extLst>
          </p:cNvPr>
          <p:cNvSpPr>
            <a:spLocks noGrp="1"/>
          </p:cNvSpPr>
          <p:nvPr/>
        </p:nvSpPr>
        <p:spPr>
          <a:xfrm>
            <a:off x="3065106" y="19673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" name="F2_precision_recall_distributions_3080">
            <a:extLst>
              <a:ext uri="{FF2B5EF4-FFF2-40B4-BE49-F238E27FC236}">
                <a16:creationId xmlns:a16="http://schemas.microsoft.com/office/drawing/2014/main" id="{4B604DE4-A528-4D82-8E37-3D8D263BF66E}"/>
              </a:ext>
            </a:extLst>
          </p:cNvPr>
          <p:cNvSpPr>
            <a:spLocks noGrp="1"/>
          </p:cNvSpPr>
          <p:nvPr/>
        </p:nvSpPr>
        <p:spPr>
          <a:xfrm>
            <a:off x="3178628" y="16057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" name="F2_precision_recall_distributions_3081">
            <a:extLst>
              <a:ext uri="{FF2B5EF4-FFF2-40B4-BE49-F238E27FC236}">
                <a16:creationId xmlns:a16="http://schemas.microsoft.com/office/drawing/2014/main" id="{78B1215F-F65E-4C35-BA0C-E385DA293DBA}"/>
              </a:ext>
            </a:extLst>
          </p:cNvPr>
          <p:cNvSpPr>
            <a:spLocks noGrp="1"/>
          </p:cNvSpPr>
          <p:nvPr/>
        </p:nvSpPr>
        <p:spPr>
          <a:xfrm>
            <a:off x="3161791" y="19327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" name="F2_precision_recall_distributions_3082">
            <a:extLst>
              <a:ext uri="{FF2B5EF4-FFF2-40B4-BE49-F238E27FC236}">
                <a16:creationId xmlns:a16="http://schemas.microsoft.com/office/drawing/2014/main" id="{DA718BA6-DF42-4920-B4A4-674B681ECCE6}"/>
              </a:ext>
            </a:extLst>
          </p:cNvPr>
          <p:cNvSpPr>
            <a:spLocks noGrp="1"/>
          </p:cNvSpPr>
          <p:nvPr/>
        </p:nvSpPr>
        <p:spPr>
          <a:xfrm>
            <a:off x="3185356" y="221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" name="F2_precision_recall_distributions_3083">
            <a:extLst>
              <a:ext uri="{FF2B5EF4-FFF2-40B4-BE49-F238E27FC236}">
                <a16:creationId xmlns:a16="http://schemas.microsoft.com/office/drawing/2014/main" id="{9EF7E64C-497D-4F3D-9C36-C19650B60EEC}"/>
              </a:ext>
            </a:extLst>
          </p:cNvPr>
          <p:cNvSpPr>
            <a:spLocks noGrp="1"/>
          </p:cNvSpPr>
          <p:nvPr/>
        </p:nvSpPr>
        <p:spPr>
          <a:xfrm>
            <a:off x="285589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" name="F2_precision_recall_distributions_3084">
            <a:extLst>
              <a:ext uri="{FF2B5EF4-FFF2-40B4-BE49-F238E27FC236}">
                <a16:creationId xmlns:a16="http://schemas.microsoft.com/office/drawing/2014/main" id="{8A467FFF-BA82-435D-8A09-5B63735A47F4}"/>
              </a:ext>
            </a:extLst>
          </p:cNvPr>
          <p:cNvSpPr>
            <a:spLocks noGrp="1"/>
          </p:cNvSpPr>
          <p:nvPr/>
        </p:nvSpPr>
        <p:spPr>
          <a:xfrm>
            <a:off x="2917619" y="17655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" name="F2_precision_recall_distributions_3085">
            <a:extLst>
              <a:ext uri="{FF2B5EF4-FFF2-40B4-BE49-F238E27FC236}">
                <a16:creationId xmlns:a16="http://schemas.microsoft.com/office/drawing/2014/main" id="{7FA12C68-7F21-4BFC-85C1-484D676615CB}"/>
              </a:ext>
            </a:extLst>
          </p:cNvPr>
          <p:cNvSpPr>
            <a:spLocks noGrp="1"/>
          </p:cNvSpPr>
          <p:nvPr/>
        </p:nvSpPr>
        <p:spPr>
          <a:xfrm>
            <a:off x="2823144" y="14934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" name="F2_precision_recall_distributions_3086">
            <a:extLst>
              <a:ext uri="{FF2B5EF4-FFF2-40B4-BE49-F238E27FC236}">
                <a16:creationId xmlns:a16="http://schemas.microsoft.com/office/drawing/2014/main" id="{1821413F-A0B2-415C-8531-0E821C85C1D8}"/>
              </a:ext>
            </a:extLst>
          </p:cNvPr>
          <p:cNvSpPr>
            <a:spLocks noGrp="1"/>
          </p:cNvSpPr>
          <p:nvPr/>
        </p:nvSpPr>
        <p:spPr>
          <a:xfrm>
            <a:off x="3023124" y="16466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" name="F2_precision_recall_distributions_3087">
            <a:extLst>
              <a:ext uri="{FF2B5EF4-FFF2-40B4-BE49-F238E27FC236}">
                <a16:creationId xmlns:a16="http://schemas.microsoft.com/office/drawing/2014/main" id="{7A3D1DA6-2235-4476-BB8E-BA5768420A7A}"/>
              </a:ext>
            </a:extLst>
          </p:cNvPr>
          <p:cNvSpPr>
            <a:spLocks noGrp="1"/>
          </p:cNvSpPr>
          <p:nvPr/>
        </p:nvSpPr>
        <p:spPr>
          <a:xfrm>
            <a:off x="3066454" y="1696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" name="F2_precision_recall_distributions_3088">
            <a:extLst>
              <a:ext uri="{FF2B5EF4-FFF2-40B4-BE49-F238E27FC236}">
                <a16:creationId xmlns:a16="http://schemas.microsoft.com/office/drawing/2014/main" id="{4186C790-A3DF-43FB-B061-F10582A134C5}"/>
              </a:ext>
            </a:extLst>
          </p:cNvPr>
          <p:cNvSpPr>
            <a:spLocks noGrp="1"/>
          </p:cNvSpPr>
          <p:nvPr/>
        </p:nvSpPr>
        <p:spPr>
          <a:xfrm>
            <a:off x="28946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" name="F2_precision_recall_distributions_3089">
            <a:extLst>
              <a:ext uri="{FF2B5EF4-FFF2-40B4-BE49-F238E27FC236}">
                <a16:creationId xmlns:a16="http://schemas.microsoft.com/office/drawing/2014/main" id="{28B52C05-C3A1-4A17-8179-482C3367C64C}"/>
              </a:ext>
            </a:extLst>
          </p:cNvPr>
          <p:cNvSpPr>
            <a:spLocks noGrp="1"/>
          </p:cNvSpPr>
          <p:nvPr/>
        </p:nvSpPr>
        <p:spPr>
          <a:xfrm>
            <a:off x="3016597" y="1687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" name="F2_precision_recall_distributions_3090">
            <a:extLst>
              <a:ext uri="{FF2B5EF4-FFF2-40B4-BE49-F238E27FC236}">
                <a16:creationId xmlns:a16="http://schemas.microsoft.com/office/drawing/2014/main" id="{09050798-9AB2-41C1-AA5A-F5C1A655A63E}"/>
              </a:ext>
            </a:extLst>
          </p:cNvPr>
          <p:cNvSpPr>
            <a:spLocks noGrp="1"/>
          </p:cNvSpPr>
          <p:nvPr/>
        </p:nvSpPr>
        <p:spPr>
          <a:xfrm>
            <a:off x="3157656" y="18459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" name="F2_precision_recall_distributions_3091">
            <a:extLst>
              <a:ext uri="{FF2B5EF4-FFF2-40B4-BE49-F238E27FC236}">
                <a16:creationId xmlns:a16="http://schemas.microsoft.com/office/drawing/2014/main" id="{EBB46345-A322-4366-B74D-CD9EFFD66DD1}"/>
              </a:ext>
            </a:extLst>
          </p:cNvPr>
          <p:cNvSpPr>
            <a:spLocks noGrp="1"/>
          </p:cNvSpPr>
          <p:nvPr/>
        </p:nvSpPr>
        <p:spPr>
          <a:xfrm>
            <a:off x="2900355" y="1622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" name="F2_precision_recall_distributions_3092">
            <a:extLst>
              <a:ext uri="{FF2B5EF4-FFF2-40B4-BE49-F238E27FC236}">
                <a16:creationId xmlns:a16="http://schemas.microsoft.com/office/drawing/2014/main" id="{1A64B140-47B5-4C0D-B1B1-9FB407BFACCF}"/>
              </a:ext>
            </a:extLst>
          </p:cNvPr>
          <p:cNvSpPr>
            <a:spLocks noGrp="1"/>
          </p:cNvSpPr>
          <p:nvPr/>
        </p:nvSpPr>
        <p:spPr>
          <a:xfrm>
            <a:off x="3065526" y="1939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9" name="F2_precision_recall_distributions_3093">
            <a:extLst>
              <a:ext uri="{FF2B5EF4-FFF2-40B4-BE49-F238E27FC236}">
                <a16:creationId xmlns:a16="http://schemas.microsoft.com/office/drawing/2014/main" id="{9ADC5490-EB39-4AA6-8418-2CBB9B1C4CE0}"/>
              </a:ext>
            </a:extLst>
          </p:cNvPr>
          <p:cNvSpPr>
            <a:spLocks noGrp="1"/>
          </p:cNvSpPr>
          <p:nvPr/>
        </p:nvSpPr>
        <p:spPr>
          <a:xfrm>
            <a:off x="3114808" y="1982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" name="F2_precision_recall_distributions_3094">
            <a:extLst>
              <a:ext uri="{FF2B5EF4-FFF2-40B4-BE49-F238E27FC236}">
                <a16:creationId xmlns:a16="http://schemas.microsoft.com/office/drawing/2014/main" id="{16DDA513-0A7F-417F-B774-B1F65D82F8CB}"/>
              </a:ext>
            </a:extLst>
          </p:cNvPr>
          <p:cNvSpPr>
            <a:spLocks noGrp="1"/>
          </p:cNvSpPr>
          <p:nvPr/>
        </p:nvSpPr>
        <p:spPr>
          <a:xfrm>
            <a:off x="2959462" y="1570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" name="F2_precision_recall_distributions_3095">
            <a:extLst>
              <a:ext uri="{FF2B5EF4-FFF2-40B4-BE49-F238E27FC236}">
                <a16:creationId xmlns:a16="http://schemas.microsoft.com/office/drawing/2014/main" id="{79BD63CA-A5CB-4C79-8C9A-4E0EFE90ACE2}"/>
              </a:ext>
            </a:extLst>
          </p:cNvPr>
          <p:cNvSpPr>
            <a:spLocks noGrp="1"/>
          </p:cNvSpPr>
          <p:nvPr/>
        </p:nvSpPr>
        <p:spPr>
          <a:xfrm>
            <a:off x="2953119" y="22640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" name="F2_precision_recall_distributions_3096">
            <a:extLst>
              <a:ext uri="{FF2B5EF4-FFF2-40B4-BE49-F238E27FC236}">
                <a16:creationId xmlns:a16="http://schemas.microsoft.com/office/drawing/2014/main" id="{497C5AD3-0C4C-4269-A27B-1CAA0478950E}"/>
              </a:ext>
            </a:extLst>
          </p:cNvPr>
          <p:cNvSpPr>
            <a:spLocks noGrp="1"/>
          </p:cNvSpPr>
          <p:nvPr/>
        </p:nvSpPr>
        <p:spPr>
          <a:xfrm>
            <a:off x="2866159" y="1645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" name="F2_precision_recall_distributions_3097">
            <a:extLst>
              <a:ext uri="{FF2B5EF4-FFF2-40B4-BE49-F238E27FC236}">
                <a16:creationId xmlns:a16="http://schemas.microsoft.com/office/drawing/2014/main" id="{C5009121-2A84-4571-B7BB-2795E4E3CFAA}"/>
              </a:ext>
            </a:extLst>
          </p:cNvPr>
          <p:cNvSpPr>
            <a:spLocks noGrp="1"/>
          </p:cNvSpPr>
          <p:nvPr/>
        </p:nvSpPr>
        <p:spPr>
          <a:xfrm>
            <a:off x="2914850" y="2115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" name="F2_precision_recall_distributions_3098">
            <a:extLst>
              <a:ext uri="{FF2B5EF4-FFF2-40B4-BE49-F238E27FC236}">
                <a16:creationId xmlns:a16="http://schemas.microsoft.com/office/drawing/2014/main" id="{F1D2C892-B169-47C4-A323-FD36E18D8007}"/>
              </a:ext>
            </a:extLst>
          </p:cNvPr>
          <p:cNvSpPr>
            <a:spLocks noGrp="1"/>
          </p:cNvSpPr>
          <p:nvPr/>
        </p:nvSpPr>
        <p:spPr>
          <a:xfrm>
            <a:off x="3115907" y="1749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" name="F2_precision_recall_distributions_3099">
            <a:extLst>
              <a:ext uri="{FF2B5EF4-FFF2-40B4-BE49-F238E27FC236}">
                <a16:creationId xmlns:a16="http://schemas.microsoft.com/office/drawing/2014/main" id="{625ECCC7-8B17-4EAF-9FD0-8842931936B1}"/>
              </a:ext>
            </a:extLst>
          </p:cNvPr>
          <p:cNvSpPr>
            <a:spLocks noGrp="1"/>
          </p:cNvSpPr>
          <p:nvPr/>
        </p:nvSpPr>
        <p:spPr>
          <a:xfrm>
            <a:off x="2937394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" name="F2_precision_recall_distributions_3100">
            <a:extLst>
              <a:ext uri="{FF2B5EF4-FFF2-40B4-BE49-F238E27FC236}">
                <a16:creationId xmlns:a16="http://schemas.microsoft.com/office/drawing/2014/main" id="{64DEEE1A-1077-4B88-A99D-4EE724E1D07E}"/>
              </a:ext>
            </a:extLst>
          </p:cNvPr>
          <p:cNvSpPr>
            <a:spLocks noGrp="1"/>
          </p:cNvSpPr>
          <p:nvPr/>
        </p:nvSpPr>
        <p:spPr>
          <a:xfrm>
            <a:off x="3144069" y="16906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" name="F2_precision_recall_distributions_3101">
            <a:extLst>
              <a:ext uri="{FF2B5EF4-FFF2-40B4-BE49-F238E27FC236}">
                <a16:creationId xmlns:a16="http://schemas.microsoft.com/office/drawing/2014/main" id="{8926CF5D-9EB8-4CC0-A758-ACB5A0FEF9B8}"/>
              </a:ext>
            </a:extLst>
          </p:cNvPr>
          <p:cNvSpPr>
            <a:spLocks noGrp="1"/>
          </p:cNvSpPr>
          <p:nvPr/>
        </p:nvSpPr>
        <p:spPr>
          <a:xfrm>
            <a:off x="30256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" name="F2_precision_recall_distributions_3102">
            <a:extLst>
              <a:ext uri="{FF2B5EF4-FFF2-40B4-BE49-F238E27FC236}">
                <a16:creationId xmlns:a16="http://schemas.microsoft.com/office/drawing/2014/main" id="{BFC27D8A-B375-4DD1-A885-E7EA80FBFD56}"/>
              </a:ext>
            </a:extLst>
          </p:cNvPr>
          <p:cNvSpPr>
            <a:spLocks noGrp="1"/>
          </p:cNvSpPr>
          <p:nvPr/>
        </p:nvSpPr>
        <p:spPr>
          <a:xfrm>
            <a:off x="3155674" y="20912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" name="F2_precision_recall_distributions_3103">
            <a:extLst>
              <a:ext uri="{FF2B5EF4-FFF2-40B4-BE49-F238E27FC236}">
                <a16:creationId xmlns:a16="http://schemas.microsoft.com/office/drawing/2014/main" id="{F3E7507E-67A8-4D6F-B5EE-13B471A648E1}"/>
              </a:ext>
            </a:extLst>
          </p:cNvPr>
          <p:cNvSpPr>
            <a:spLocks noGrp="1"/>
          </p:cNvSpPr>
          <p:nvPr/>
        </p:nvSpPr>
        <p:spPr>
          <a:xfrm>
            <a:off x="3089759" y="2105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" name="F2_precision_recall_distributions_3104">
            <a:extLst>
              <a:ext uri="{FF2B5EF4-FFF2-40B4-BE49-F238E27FC236}">
                <a16:creationId xmlns:a16="http://schemas.microsoft.com/office/drawing/2014/main" id="{496D371D-0001-4D16-ABB8-F66E8B51F5CE}"/>
              </a:ext>
            </a:extLst>
          </p:cNvPr>
          <p:cNvSpPr>
            <a:spLocks noGrp="1"/>
          </p:cNvSpPr>
          <p:nvPr/>
        </p:nvSpPr>
        <p:spPr>
          <a:xfrm>
            <a:off x="3151900" y="16878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" name="F2_precision_recall_distributions_3105">
            <a:extLst>
              <a:ext uri="{FF2B5EF4-FFF2-40B4-BE49-F238E27FC236}">
                <a16:creationId xmlns:a16="http://schemas.microsoft.com/office/drawing/2014/main" id="{219D3653-A899-4EA7-BCA2-03085933DCEC}"/>
              </a:ext>
            </a:extLst>
          </p:cNvPr>
          <p:cNvSpPr>
            <a:spLocks noGrp="1"/>
          </p:cNvSpPr>
          <p:nvPr/>
        </p:nvSpPr>
        <p:spPr>
          <a:xfrm>
            <a:off x="313329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" name="F2_precision_recall_distributions_3106">
            <a:extLst>
              <a:ext uri="{FF2B5EF4-FFF2-40B4-BE49-F238E27FC236}">
                <a16:creationId xmlns:a16="http://schemas.microsoft.com/office/drawing/2014/main" id="{11923F9E-1CEF-469A-A821-ADA922E2AC63}"/>
              </a:ext>
            </a:extLst>
          </p:cNvPr>
          <p:cNvSpPr>
            <a:spLocks noGrp="1"/>
          </p:cNvSpPr>
          <p:nvPr/>
        </p:nvSpPr>
        <p:spPr>
          <a:xfrm>
            <a:off x="3043770" y="19077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" name="F2_precision_recall_distributions_3107">
            <a:extLst>
              <a:ext uri="{FF2B5EF4-FFF2-40B4-BE49-F238E27FC236}">
                <a16:creationId xmlns:a16="http://schemas.microsoft.com/office/drawing/2014/main" id="{F192B8AC-A169-4119-889D-BD68F98D25AF}"/>
              </a:ext>
            </a:extLst>
          </p:cNvPr>
          <p:cNvSpPr>
            <a:spLocks noGrp="1"/>
          </p:cNvSpPr>
          <p:nvPr/>
        </p:nvSpPr>
        <p:spPr>
          <a:xfrm>
            <a:off x="2982656" y="1699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" name="F2_precision_recall_distributions_3108">
            <a:extLst>
              <a:ext uri="{FF2B5EF4-FFF2-40B4-BE49-F238E27FC236}">
                <a16:creationId xmlns:a16="http://schemas.microsoft.com/office/drawing/2014/main" id="{9FBB1DC2-5DA4-4967-8BD4-5C80463B77CB}"/>
              </a:ext>
            </a:extLst>
          </p:cNvPr>
          <p:cNvSpPr>
            <a:spLocks noGrp="1"/>
          </p:cNvSpPr>
          <p:nvPr/>
        </p:nvSpPr>
        <p:spPr>
          <a:xfrm>
            <a:off x="3164949" y="2264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" name="F2_precision_recall_distributions_3109">
            <a:extLst>
              <a:ext uri="{FF2B5EF4-FFF2-40B4-BE49-F238E27FC236}">
                <a16:creationId xmlns:a16="http://schemas.microsoft.com/office/drawing/2014/main" id="{7A405C86-2507-40CC-B9B4-5A44B099A238}"/>
              </a:ext>
            </a:extLst>
          </p:cNvPr>
          <p:cNvSpPr>
            <a:spLocks noGrp="1"/>
          </p:cNvSpPr>
          <p:nvPr/>
        </p:nvSpPr>
        <p:spPr>
          <a:xfrm>
            <a:off x="281998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" name="F2_precision_recall_distributions_3110">
            <a:extLst>
              <a:ext uri="{FF2B5EF4-FFF2-40B4-BE49-F238E27FC236}">
                <a16:creationId xmlns:a16="http://schemas.microsoft.com/office/drawing/2014/main" id="{FF580A06-3FA3-4D39-B258-15ECD4F9ABAD}"/>
              </a:ext>
            </a:extLst>
          </p:cNvPr>
          <p:cNvSpPr>
            <a:spLocks noGrp="1"/>
          </p:cNvSpPr>
          <p:nvPr/>
        </p:nvSpPr>
        <p:spPr>
          <a:xfrm>
            <a:off x="28859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" name="F2_precision_recall_distributions_3111">
            <a:extLst>
              <a:ext uri="{FF2B5EF4-FFF2-40B4-BE49-F238E27FC236}">
                <a16:creationId xmlns:a16="http://schemas.microsoft.com/office/drawing/2014/main" id="{BA800E10-D3A6-4B73-910D-83FD32353818}"/>
              </a:ext>
            </a:extLst>
          </p:cNvPr>
          <p:cNvSpPr>
            <a:spLocks noGrp="1"/>
          </p:cNvSpPr>
          <p:nvPr/>
        </p:nvSpPr>
        <p:spPr>
          <a:xfrm>
            <a:off x="2893083" y="21476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" name="F2_precision_recall_distributions_3112">
            <a:extLst>
              <a:ext uri="{FF2B5EF4-FFF2-40B4-BE49-F238E27FC236}">
                <a16:creationId xmlns:a16="http://schemas.microsoft.com/office/drawing/2014/main" id="{9B6C4FD1-16F6-42B9-9C30-EA5C3C06E7DA}"/>
              </a:ext>
            </a:extLst>
          </p:cNvPr>
          <p:cNvSpPr>
            <a:spLocks noGrp="1"/>
          </p:cNvSpPr>
          <p:nvPr/>
        </p:nvSpPr>
        <p:spPr>
          <a:xfrm>
            <a:off x="2817312" y="21988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" name="F2_precision_recall_distributions_3113">
            <a:extLst>
              <a:ext uri="{FF2B5EF4-FFF2-40B4-BE49-F238E27FC236}">
                <a16:creationId xmlns:a16="http://schemas.microsoft.com/office/drawing/2014/main" id="{C833B65A-0EE8-4E08-B550-95FD028F383F}"/>
              </a:ext>
            </a:extLst>
          </p:cNvPr>
          <p:cNvSpPr>
            <a:spLocks noGrp="1"/>
          </p:cNvSpPr>
          <p:nvPr/>
        </p:nvSpPr>
        <p:spPr>
          <a:xfrm>
            <a:off x="3175035" y="16446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" name="F2_precision_recall_distributions_3114">
            <a:extLst>
              <a:ext uri="{FF2B5EF4-FFF2-40B4-BE49-F238E27FC236}">
                <a16:creationId xmlns:a16="http://schemas.microsoft.com/office/drawing/2014/main" id="{265CC77C-AAE3-44D0-A026-FBFCBC5665E9}"/>
              </a:ext>
            </a:extLst>
          </p:cNvPr>
          <p:cNvSpPr>
            <a:spLocks noGrp="1"/>
          </p:cNvSpPr>
          <p:nvPr/>
        </p:nvSpPr>
        <p:spPr>
          <a:xfrm>
            <a:off x="3033840" y="185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" name="F2_precision_recall_distributions_3115">
            <a:extLst>
              <a:ext uri="{FF2B5EF4-FFF2-40B4-BE49-F238E27FC236}">
                <a16:creationId xmlns:a16="http://schemas.microsoft.com/office/drawing/2014/main" id="{BD8B501C-7433-4EC6-8DAB-A2C97A26E1B8}"/>
              </a:ext>
            </a:extLst>
          </p:cNvPr>
          <p:cNvSpPr>
            <a:spLocks noGrp="1"/>
          </p:cNvSpPr>
          <p:nvPr/>
        </p:nvSpPr>
        <p:spPr>
          <a:xfrm>
            <a:off x="2924328" y="21386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" name="F2_precision_recall_distributions_3116">
            <a:extLst>
              <a:ext uri="{FF2B5EF4-FFF2-40B4-BE49-F238E27FC236}">
                <a16:creationId xmlns:a16="http://schemas.microsoft.com/office/drawing/2014/main" id="{94C55DE9-DA59-40FC-8467-54D92974F7E4}"/>
              </a:ext>
            </a:extLst>
          </p:cNvPr>
          <p:cNvSpPr>
            <a:spLocks noGrp="1"/>
          </p:cNvSpPr>
          <p:nvPr/>
        </p:nvSpPr>
        <p:spPr>
          <a:xfrm>
            <a:off x="2856980" y="189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" name="F2_precision_recall_distributions_3117">
            <a:extLst>
              <a:ext uri="{FF2B5EF4-FFF2-40B4-BE49-F238E27FC236}">
                <a16:creationId xmlns:a16="http://schemas.microsoft.com/office/drawing/2014/main" id="{56FE5AB6-E004-4D45-93C8-CD725C2017F4}"/>
              </a:ext>
            </a:extLst>
          </p:cNvPr>
          <p:cNvSpPr>
            <a:spLocks noGrp="1"/>
          </p:cNvSpPr>
          <p:nvPr/>
        </p:nvSpPr>
        <p:spPr>
          <a:xfrm>
            <a:off x="2841097" y="2168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" name="F2_precision_recall_distributions_3118">
            <a:extLst>
              <a:ext uri="{FF2B5EF4-FFF2-40B4-BE49-F238E27FC236}">
                <a16:creationId xmlns:a16="http://schemas.microsoft.com/office/drawing/2014/main" id="{08BBAFD7-5F59-44CD-A1BD-017C6A7FD240}"/>
              </a:ext>
            </a:extLst>
          </p:cNvPr>
          <p:cNvSpPr>
            <a:spLocks noGrp="1"/>
          </p:cNvSpPr>
          <p:nvPr/>
        </p:nvSpPr>
        <p:spPr>
          <a:xfrm>
            <a:off x="3180654" y="20154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" name="F2_precision_recall_distributions_3119">
            <a:extLst>
              <a:ext uri="{FF2B5EF4-FFF2-40B4-BE49-F238E27FC236}">
                <a16:creationId xmlns:a16="http://schemas.microsoft.com/office/drawing/2014/main" id="{DCB4590B-5FFC-40A6-A810-FD2D8A83F31C}"/>
              </a:ext>
            </a:extLst>
          </p:cNvPr>
          <p:cNvSpPr>
            <a:spLocks noGrp="1"/>
          </p:cNvSpPr>
          <p:nvPr/>
        </p:nvSpPr>
        <p:spPr>
          <a:xfrm>
            <a:off x="3141672" y="16433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" name="F2_precision_recall_distributions_3120">
            <a:extLst>
              <a:ext uri="{FF2B5EF4-FFF2-40B4-BE49-F238E27FC236}">
                <a16:creationId xmlns:a16="http://schemas.microsoft.com/office/drawing/2014/main" id="{FCE1D369-8AD1-4554-AF88-E5AA687F59DF}"/>
              </a:ext>
            </a:extLst>
          </p:cNvPr>
          <p:cNvSpPr>
            <a:spLocks noGrp="1"/>
          </p:cNvSpPr>
          <p:nvPr/>
        </p:nvSpPr>
        <p:spPr>
          <a:xfrm>
            <a:off x="2930193" y="158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" name="F2_precision_recall_distributions_3121">
            <a:extLst>
              <a:ext uri="{FF2B5EF4-FFF2-40B4-BE49-F238E27FC236}">
                <a16:creationId xmlns:a16="http://schemas.microsoft.com/office/drawing/2014/main" id="{CAB48592-3F3D-4563-B66A-AFA8358593DC}"/>
              </a:ext>
            </a:extLst>
          </p:cNvPr>
          <p:cNvSpPr>
            <a:spLocks noGrp="1"/>
          </p:cNvSpPr>
          <p:nvPr/>
        </p:nvSpPr>
        <p:spPr>
          <a:xfrm>
            <a:off x="2843949" y="19016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" name="F2_precision_recall_distributions_3122">
            <a:extLst>
              <a:ext uri="{FF2B5EF4-FFF2-40B4-BE49-F238E27FC236}">
                <a16:creationId xmlns:a16="http://schemas.microsoft.com/office/drawing/2014/main" id="{E5CD6F25-BF78-4A10-B679-42CB143102D5}"/>
              </a:ext>
            </a:extLst>
          </p:cNvPr>
          <p:cNvSpPr>
            <a:spLocks noGrp="1"/>
          </p:cNvSpPr>
          <p:nvPr/>
        </p:nvSpPr>
        <p:spPr>
          <a:xfrm>
            <a:off x="3003047" y="1577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" name="F2_precision_recall_distributions_3123">
            <a:extLst>
              <a:ext uri="{FF2B5EF4-FFF2-40B4-BE49-F238E27FC236}">
                <a16:creationId xmlns:a16="http://schemas.microsoft.com/office/drawing/2014/main" id="{89BFA14A-ACF3-459E-909E-583CA242E433}"/>
              </a:ext>
            </a:extLst>
          </p:cNvPr>
          <p:cNvSpPr>
            <a:spLocks noGrp="1"/>
          </p:cNvSpPr>
          <p:nvPr/>
        </p:nvSpPr>
        <p:spPr>
          <a:xfrm>
            <a:off x="3048753" y="19019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" name="F2_precision_recall_distributions_3124">
            <a:extLst>
              <a:ext uri="{FF2B5EF4-FFF2-40B4-BE49-F238E27FC236}">
                <a16:creationId xmlns:a16="http://schemas.microsoft.com/office/drawing/2014/main" id="{D7D764F6-DA99-46C3-9AFB-26E621BC91E4}"/>
              </a:ext>
            </a:extLst>
          </p:cNvPr>
          <p:cNvSpPr>
            <a:spLocks noGrp="1"/>
          </p:cNvSpPr>
          <p:nvPr/>
        </p:nvSpPr>
        <p:spPr>
          <a:xfrm>
            <a:off x="3158223" y="1700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" name="F2_precision_recall_distributions_3125">
            <a:extLst>
              <a:ext uri="{FF2B5EF4-FFF2-40B4-BE49-F238E27FC236}">
                <a16:creationId xmlns:a16="http://schemas.microsoft.com/office/drawing/2014/main" id="{6F5ECF3B-5F8F-422C-90F3-40DC947EF6A7}"/>
              </a:ext>
            </a:extLst>
          </p:cNvPr>
          <p:cNvSpPr>
            <a:spLocks noGrp="1"/>
          </p:cNvSpPr>
          <p:nvPr/>
        </p:nvSpPr>
        <p:spPr>
          <a:xfrm>
            <a:off x="290807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" name="F2_precision_recall_distributions_3126">
            <a:extLst>
              <a:ext uri="{FF2B5EF4-FFF2-40B4-BE49-F238E27FC236}">
                <a16:creationId xmlns:a16="http://schemas.microsoft.com/office/drawing/2014/main" id="{53A02F94-D534-4EE9-8490-A42ACE54794A}"/>
              </a:ext>
            </a:extLst>
          </p:cNvPr>
          <p:cNvSpPr>
            <a:spLocks noGrp="1"/>
          </p:cNvSpPr>
          <p:nvPr/>
        </p:nvSpPr>
        <p:spPr>
          <a:xfrm>
            <a:off x="3061423" y="173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" name="F2_precision_recall_distributions_3127">
            <a:extLst>
              <a:ext uri="{FF2B5EF4-FFF2-40B4-BE49-F238E27FC236}">
                <a16:creationId xmlns:a16="http://schemas.microsoft.com/office/drawing/2014/main" id="{68F1469B-7F04-40F3-A304-351F0F30E2F3}"/>
              </a:ext>
            </a:extLst>
          </p:cNvPr>
          <p:cNvSpPr>
            <a:spLocks noGrp="1"/>
          </p:cNvSpPr>
          <p:nvPr/>
        </p:nvSpPr>
        <p:spPr>
          <a:xfrm>
            <a:off x="30729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" name="F2_precision_recall_distributions_3128">
            <a:extLst>
              <a:ext uri="{FF2B5EF4-FFF2-40B4-BE49-F238E27FC236}">
                <a16:creationId xmlns:a16="http://schemas.microsoft.com/office/drawing/2014/main" id="{00DCCD39-F841-4CCF-A9B4-3D24B1CC0CBD}"/>
              </a:ext>
            </a:extLst>
          </p:cNvPr>
          <p:cNvSpPr>
            <a:spLocks noGrp="1"/>
          </p:cNvSpPr>
          <p:nvPr/>
        </p:nvSpPr>
        <p:spPr>
          <a:xfrm>
            <a:off x="3019589" y="17311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" name="F2_precision_recall_distributions_3129">
            <a:extLst>
              <a:ext uri="{FF2B5EF4-FFF2-40B4-BE49-F238E27FC236}">
                <a16:creationId xmlns:a16="http://schemas.microsoft.com/office/drawing/2014/main" id="{380C5EDC-F2D1-4CA1-A39B-93B15FADBDD9}"/>
              </a:ext>
            </a:extLst>
          </p:cNvPr>
          <p:cNvSpPr>
            <a:spLocks noGrp="1"/>
          </p:cNvSpPr>
          <p:nvPr/>
        </p:nvSpPr>
        <p:spPr>
          <a:xfrm>
            <a:off x="3035639" y="21997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" name="F2_precision_recall_distributions_3130">
            <a:extLst>
              <a:ext uri="{FF2B5EF4-FFF2-40B4-BE49-F238E27FC236}">
                <a16:creationId xmlns:a16="http://schemas.microsoft.com/office/drawing/2014/main" id="{EC0586ED-85BD-41A1-AC8E-D331F8369F17}"/>
              </a:ext>
            </a:extLst>
          </p:cNvPr>
          <p:cNvSpPr>
            <a:spLocks noGrp="1"/>
          </p:cNvSpPr>
          <p:nvPr/>
        </p:nvSpPr>
        <p:spPr>
          <a:xfrm>
            <a:off x="2970055" y="18338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" name="F2_precision_recall_distributions_3131">
            <a:extLst>
              <a:ext uri="{FF2B5EF4-FFF2-40B4-BE49-F238E27FC236}">
                <a16:creationId xmlns:a16="http://schemas.microsoft.com/office/drawing/2014/main" id="{6F152125-488A-47D5-A97C-CE9AAB43622C}"/>
              </a:ext>
            </a:extLst>
          </p:cNvPr>
          <p:cNvSpPr>
            <a:spLocks noGrp="1"/>
          </p:cNvSpPr>
          <p:nvPr/>
        </p:nvSpPr>
        <p:spPr>
          <a:xfrm>
            <a:off x="2922666" y="1715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" name="F2_precision_recall_distributions_3132">
            <a:extLst>
              <a:ext uri="{FF2B5EF4-FFF2-40B4-BE49-F238E27FC236}">
                <a16:creationId xmlns:a16="http://schemas.microsoft.com/office/drawing/2014/main" id="{DB5774B4-E3C5-4026-ADF3-20F6FB7DC6DA}"/>
              </a:ext>
            </a:extLst>
          </p:cNvPr>
          <p:cNvSpPr>
            <a:spLocks noGrp="1"/>
          </p:cNvSpPr>
          <p:nvPr/>
        </p:nvSpPr>
        <p:spPr>
          <a:xfrm>
            <a:off x="2985043" y="1627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" name="F2_precision_recall_distributions_3133">
            <a:extLst>
              <a:ext uri="{FF2B5EF4-FFF2-40B4-BE49-F238E27FC236}">
                <a16:creationId xmlns:a16="http://schemas.microsoft.com/office/drawing/2014/main" id="{30E21376-CA5D-4E1E-9ED6-331C77AB3AD6}"/>
              </a:ext>
            </a:extLst>
          </p:cNvPr>
          <p:cNvSpPr>
            <a:spLocks noGrp="1"/>
          </p:cNvSpPr>
          <p:nvPr/>
        </p:nvSpPr>
        <p:spPr>
          <a:xfrm>
            <a:off x="2959978" y="22084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" name="F2_precision_recall_distributions_3134">
            <a:extLst>
              <a:ext uri="{FF2B5EF4-FFF2-40B4-BE49-F238E27FC236}">
                <a16:creationId xmlns:a16="http://schemas.microsoft.com/office/drawing/2014/main" id="{FB33C041-E83D-4215-A03C-78EA10A52444}"/>
              </a:ext>
            </a:extLst>
          </p:cNvPr>
          <p:cNvSpPr>
            <a:spLocks noGrp="1"/>
          </p:cNvSpPr>
          <p:nvPr/>
        </p:nvSpPr>
        <p:spPr>
          <a:xfrm>
            <a:off x="31158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" name="F2_precision_recall_distributions_3135">
            <a:extLst>
              <a:ext uri="{FF2B5EF4-FFF2-40B4-BE49-F238E27FC236}">
                <a16:creationId xmlns:a16="http://schemas.microsoft.com/office/drawing/2014/main" id="{B7499AF6-9ECD-49B6-847D-B5EEEB7FD7A8}"/>
              </a:ext>
            </a:extLst>
          </p:cNvPr>
          <p:cNvSpPr>
            <a:spLocks noGrp="1"/>
          </p:cNvSpPr>
          <p:nvPr/>
        </p:nvSpPr>
        <p:spPr>
          <a:xfrm>
            <a:off x="3186856" y="1956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" name="F2_precision_recall_distributions_3136">
            <a:extLst>
              <a:ext uri="{FF2B5EF4-FFF2-40B4-BE49-F238E27FC236}">
                <a16:creationId xmlns:a16="http://schemas.microsoft.com/office/drawing/2014/main" id="{8787D720-5239-41EA-A002-4BD7E35F9F8B}"/>
              </a:ext>
            </a:extLst>
          </p:cNvPr>
          <p:cNvSpPr>
            <a:spLocks noGrp="1"/>
          </p:cNvSpPr>
          <p:nvPr/>
        </p:nvSpPr>
        <p:spPr>
          <a:xfrm>
            <a:off x="3008461" y="16767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" name="F2_precision_recall_distributions_3137">
            <a:extLst>
              <a:ext uri="{FF2B5EF4-FFF2-40B4-BE49-F238E27FC236}">
                <a16:creationId xmlns:a16="http://schemas.microsoft.com/office/drawing/2014/main" id="{2E0C39A7-E10D-43F5-B622-149BBE7C6D4E}"/>
              </a:ext>
            </a:extLst>
          </p:cNvPr>
          <p:cNvSpPr>
            <a:spLocks noGrp="1"/>
          </p:cNvSpPr>
          <p:nvPr/>
        </p:nvSpPr>
        <p:spPr>
          <a:xfrm>
            <a:off x="3156716" y="17669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" name="F2_precision_recall_distributions_3138">
            <a:extLst>
              <a:ext uri="{FF2B5EF4-FFF2-40B4-BE49-F238E27FC236}">
                <a16:creationId xmlns:a16="http://schemas.microsoft.com/office/drawing/2014/main" id="{6338B0F4-3C70-4201-B439-660F5AEAC6C3}"/>
              </a:ext>
            </a:extLst>
          </p:cNvPr>
          <p:cNvSpPr>
            <a:spLocks noGrp="1"/>
          </p:cNvSpPr>
          <p:nvPr/>
        </p:nvSpPr>
        <p:spPr>
          <a:xfrm>
            <a:off x="3095980" y="1949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" name="F2_precision_recall_distributions_3139">
            <a:extLst>
              <a:ext uri="{FF2B5EF4-FFF2-40B4-BE49-F238E27FC236}">
                <a16:creationId xmlns:a16="http://schemas.microsoft.com/office/drawing/2014/main" id="{51E6F07D-1C6F-4E8D-AA16-0E9CCA6C2C25}"/>
              </a:ext>
            </a:extLst>
          </p:cNvPr>
          <p:cNvSpPr>
            <a:spLocks noGrp="1"/>
          </p:cNvSpPr>
          <p:nvPr/>
        </p:nvSpPr>
        <p:spPr>
          <a:xfrm>
            <a:off x="3079310" y="1698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" name="F2_precision_recall_distributions_3140">
            <a:extLst>
              <a:ext uri="{FF2B5EF4-FFF2-40B4-BE49-F238E27FC236}">
                <a16:creationId xmlns:a16="http://schemas.microsoft.com/office/drawing/2014/main" id="{F4C4694E-5871-429B-880A-C635A115D0EB}"/>
              </a:ext>
            </a:extLst>
          </p:cNvPr>
          <p:cNvSpPr>
            <a:spLocks noGrp="1"/>
          </p:cNvSpPr>
          <p:nvPr/>
        </p:nvSpPr>
        <p:spPr>
          <a:xfrm>
            <a:off x="2838726" y="17470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" name="F2_precision_recall_distributions_3141">
            <a:extLst>
              <a:ext uri="{FF2B5EF4-FFF2-40B4-BE49-F238E27FC236}">
                <a16:creationId xmlns:a16="http://schemas.microsoft.com/office/drawing/2014/main" id="{0637A2A9-0FE5-4ABB-8722-08CA7B31C03A}"/>
              </a:ext>
            </a:extLst>
          </p:cNvPr>
          <p:cNvSpPr>
            <a:spLocks noGrp="1"/>
          </p:cNvSpPr>
          <p:nvPr/>
        </p:nvSpPr>
        <p:spPr>
          <a:xfrm>
            <a:off x="3084762" y="17071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" name="F2_precision_recall_distributions_3142">
            <a:extLst>
              <a:ext uri="{FF2B5EF4-FFF2-40B4-BE49-F238E27FC236}">
                <a16:creationId xmlns:a16="http://schemas.microsoft.com/office/drawing/2014/main" id="{61B46C8A-A6DA-407D-952E-BF2328DA1042}"/>
              </a:ext>
            </a:extLst>
          </p:cNvPr>
          <p:cNvSpPr>
            <a:spLocks noGrp="1"/>
          </p:cNvSpPr>
          <p:nvPr/>
        </p:nvSpPr>
        <p:spPr>
          <a:xfrm>
            <a:off x="2879651" y="18867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" name="F2_precision_recall_distributions_3143">
            <a:extLst>
              <a:ext uri="{FF2B5EF4-FFF2-40B4-BE49-F238E27FC236}">
                <a16:creationId xmlns:a16="http://schemas.microsoft.com/office/drawing/2014/main" id="{229082B0-5CCB-4B7E-A1BC-9191DD9B9E59}"/>
              </a:ext>
            </a:extLst>
          </p:cNvPr>
          <p:cNvSpPr>
            <a:spLocks noGrp="1"/>
          </p:cNvSpPr>
          <p:nvPr/>
        </p:nvSpPr>
        <p:spPr>
          <a:xfrm>
            <a:off x="2960995" y="19895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" name="F2_precision_recall_distributions_3144">
            <a:extLst>
              <a:ext uri="{FF2B5EF4-FFF2-40B4-BE49-F238E27FC236}">
                <a16:creationId xmlns:a16="http://schemas.microsoft.com/office/drawing/2014/main" id="{1A7E5525-E729-46A8-AFCD-C98794472DCD}"/>
              </a:ext>
            </a:extLst>
          </p:cNvPr>
          <p:cNvSpPr>
            <a:spLocks noGrp="1"/>
          </p:cNvSpPr>
          <p:nvPr/>
        </p:nvSpPr>
        <p:spPr>
          <a:xfrm>
            <a:off x="2838480" y="16897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" name="F2_precision_recall_distributions_3145">
            <a:extLst>
              <a:ext uri="{FF2B5EF4-FFF2-40B4-BE49-F238E27FC236}">
                <a16:creationId xmlns:a16="http://schemas.microsoft.com/office/drawing/2014/main" id="{7045606F-3926-4622-A929-3E4D8ECD07B1}"/>
              </a:ext>
            </a:extLst>
          </p:cNvPr>
          <p:cNvSpPr>
            <a:spLocks noGrp="1"/>
          </p:cNvSpPr>
          <p:nvPr/>
        </p:nvSpPr>
        <p:spPr>
          <a:xfrm>
            <a:off x="290000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" name="F2_precision_recall_distributions_3146">
            <a:extLst>
              <a:ext uri="{FF2B5EF4-FFF2-40B4-BE49-F238E27FC236}">
                <a16:creationId xmlns:a16="http://schemas.microsoft.com/office/drawing/2014/main" id="{0A0D3021-EB68-40FC-A0F5-A0CB7663F2D6}"/>
              </a:ext>
            </a:extLst>
          </p:cNvPr>
          <p:cNvSpPr>
            <a:spLocks noGrp="1"/>
          </p:cNvSpPr>
          <p:nvPr/>
        </p:nvSpPr>
        <p:spPr>
          <a:xfrm>
            <a:off x="3077744" y="200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" name="F2_precision_recall_distributions_3147">
            <a:extLst>
              <a:ext uri="{FF2B5EF4-FFF2-40B4-BE49-F238E27FC236}">
                <a16:creationId xmlns:a16="http://schemas.microsoft.com/office/drawing/2014/main" id="{820E3D15-3515-4DAA-9E96-B9899119F695}"/>
              </a:ext>
            </a:extLst>
          </p:cNvPr>
          <p:cNvSpPr>
            <a:spLocks noGrp="1"/>
          </p:cNvSpPr>
          <p:nvPr/>
        </p:nvSpPr>
        <p:spPr>
          <a:xfrm>
            <a:off x="2930782" y="17512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4" name="F2_precision_recall_distributions_3148">
            <a:extLst>
              <a:ext uri="{FF2B5EF4-FFF2-40B4-BE49-F238E27FC236}">
                <a16:creationId xmlns:a16="http://schemas.microsoft.com/office/drawing/2014/main" id="{5550FE25-3ACF-4719-9F96-3054C87780DC}"/>
              </a:ext>
            </a:extLst>
          </p:cNvPr>
          <p:cNvSpPr>
            <a:spLocks noGrp="1"/>
          </p:cNvSpPr>
          <p:nvPr/>
        </p:nvSpPr>
        <p:spPr>
          <a:xfrm>
            <a:off x="318692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" name="F2_precision_recall_distributions_3149">
            <a:extLst>
              <a:ext uri="{FF2B5EF4-FFF2-40B4-BE49-F238E27FC236}">
                <a16:creationId xmlns:a16="http://schemas.microsoft.com/office/drawing/2014/main" id="{E99FED8E-B0F2-43DB-9200-42CFF7D22EA7}"/>
              </a:ext>
            </a:extLst>
          </p:cNvPr>
          <p:cNvSpPr>
            <a:spLocks noGrp="1"/>
          </p:cNvSpPr>
          <p:nvPr/>
        </p:nvSpPr>
        <p:spPr>
          <a:xfrm>
            <a:off x="2891938" y="192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" name="F2_precision_recall_distributions_3150">
            <a:extLst>
              <a:ext uri="{FF2B5EF4-FFF2-40B4-BE49-F238E27FC236}">
                <a16:creationId xmlns:a16="http://schemas.microsoft.com/office/drawing/2014/main" id="{668DB982-073F-43F5-A4DA-18416608CCCC}"/>
              </a:ext>
            </a:extLst>
          </p:cNvPr>
          <p:cNvSpPr>
            <a:spLocks noGrp="1"/>
          </p:cNvSpPr>
          <p:nvPr/>
        </p:nvSpPr>
        <p:spPr>
          <a:xfrm>
            <a:off x="31796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" name="F2_precision_recall_distributions_3151">
            <a:extLst>
              <a:ext uri="{FF2B5EF4-FFF2-40B4-BE49-F238E27FC236}">
                <a16:creationId xmlns:a16="http://schemas.microsoft.com/office/drawing/2014/main" id="{1CC4BE88-E14E-4180-9AD0-22849B493A50}"/>
              </a:ext>
            </a:extLst>
          </p:cNvPr>
          <p:cNvSpPr>
            <a:spLocks noGrp="1"/>
          </p:cNvSpPr>
          <p:nvPr/>
        </p:nvSpPr>
        <p:spPr>
          <a:xfrm>
            <a:off x="293252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" name="F2_precision_recall_distributions_3152">
            <a:extLst>
              <a:ext uri="{FF2B5EF4-FFF2-40B4-BE49-F238E27FC236}">
                <a16:creationId xmlns:a16="http://schemas.microsoft.com/office/drawing/2014/main" id="{25F1C920-67E8-4EEE-A1D0-2AB34B07A8F2}"/>
              </a:ext>
            </a:extLst>
          </p:cNvPr>
          <p:cNvSpPr>
            <a:spLocks noGrp="1"/>
          </p:cNvSpPr>
          <p:nvPr/>
        </p:nvSpPr>
        <p:spPr>
          <a:xfrm>
            <a:off x="3174399" y="22531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" name="F2_precision_recall_distributions_3153">
            <a:extLst>
              <a:ext uri="{FF2B5EF4-FFF2-40B4-BE49-F238E27FC236}">
                <a16:creationId xmlns:a16="http://schemas.microsoft.com/office/drawing/2014/main" id="{DFB7405B-B73A-4F57-B594-9AFE481AAC59}"/>
              </a:ext>
            </a:extLst>
          </p:cNvPr>
          <p:cNvSpPr>
            <a:spLocks noGrp="1"/>
          </p:cNvSpPr>
          <p:nvPr/>
        </p:nvSpPr>
        <p:spPr>
          <a:xfrm>
            <a:off x="2869666" y="19864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" name="F2_precision_recall_distributions_3154">
            <a:extLst>
              <a:ext uri="{FF2B5EF4-FFF2-40B4-BE49-F238E27FC236}">
                <a16:creationId xmlns:a16="http://schemas.microsoft.com/office/drawing/2014/main" id="{69775E46-C0A4-4F4C-8CF7-FE39B670188D}"/>
              </a:ext>
            </a:extLst>
          </p:cNvPr>
          <p:cNvSpPr>
            <a:spLocks noGrp="1"/>
          </p:cNvSpPr>
          <p:nvPr/>
        </p:nvSpPr>
        <p:spPr>
          <a:xfrm>
            <a:off x="3055899" y="22686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" name="F2_precision_recall_distributions_3155">
            <a:extLst>
              <a:ext uri="{FF2B5EF4-FFF2-40B4-BE49-F238E27FC236}">
                <a16:creationId xmlns:a16="http://schemas.microsoft.com/office/drawing/2014/main" id="{FE96107D-383F-4EAE-B533-FFDC3F7D95D6}"/>
              </a:ext>
            </a:extLst>
          </p:cNvPr>
          <p:cNvSpPr>
            <a:spLocks noGrp="1"/>
          </p:cNvSpPr>
          <p:nvPr/>
        </p:nvSpPr>
        <p:spPr>
          <a:xfrm>
            <a:off x="3078661" y="1877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" name="F2_precision_recall_distributions_3156">
            <a:extLst>
              <a:ext uri="{FF2B5EF4-FFF2-40B4-BE49-F238E27FC236}">
                <a16:creationId xmlns:a16="http://schemas.microsoft.com/office/drawing/2014/main" id="{E283F6AC-F9B9-4D2E-864D-DE445A8AE9EC}"/>
              </a:ext>
            </a:extLst>
          </p:cNvPr>
          <p:cNvSpPr>
            <a:spLocks noGrp="1"/>
          </p:cNvSpPr>
          <p:nvPr/>
        </p:nvSpPr>
        <p:spPr>
          <a:xfrm>
            <a:off x="2940464" y="1650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" name="F2_precision_recall_distributions_3157">
            <a:extLst>
              <a:ext uri="{FF2B5EF4-FFF2-40B4-BE49-F238E27FC236}">
                <a16:creationId xmlns:a16="http://schemas.microsoft.com/office/drawing/2014/main" id="{B8701305-9A20-499B-AE79-A07C465D2F6E}"/>
              </a:ext>
            </a:extLst>
          </p:cNvPr>
          <p:cNvSpPr>
            <a:spLocks noGrp="1"/>
          </p:cNvSpPr>
          <p:nvPr/>
        </p:nvSpPr>
        <p:spPr>
          <a:xfrm>
            <a:off x="3156346" y="21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" name="F2_precision_recall_distributions_3158">
            <a:extLst>
              <a:ext uri="{FF2B5EF4-FFF2-40B4-BE49-F238E27FC236}">
                <a16:creationId xmlns:a16="http://schemas.microsoft.com/office/drawing/2014/main" id="{4FB42E6D-A6A7-40CF-85B8-FFE032C6B345}"/>
              </a:ext>
            </a:extLst>
          </p:cNvPr>
          <p:cNvSpPr>
            <a:spLocks noGrp="1"/>
          </p:cNvSpPr>
          <p:nvPr/>
        </p:nvSpPr>
        <p:spPr>
          <a:xfrm>
            <a:off x="3103226" y="1741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" name="F2_precision_recall_distributions_3159">
            <a:extLst>
              <a:ext uri="{FF2B5EF4-FFF2-40B4-BE49-F238E27FC236}">
                <a16:creationId xmlns:a16="http://schemas.microsoft.com/office/drawing/2014/main" id="{B1B8168D-4E5A-441F-88F2-9466258DF440}"/>
              </a:ext>
            </a:extLst>
          </p:cNvPr>
          <p:cNvSpPr>
            <a:spLocks noGrp="1"/>
          </p:cNvSpPr>
          <p:nvPr/>
        </p:nvSpPr>
        <p:spPr>
          <a:xfrm>
            <a:off x="3077501" y="17056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" name="F2_precision_recall_distributions_3160">
            <a:extLst>
              <a:ext uri="{FF2B5EF4-FFF2-40B4-BE49-F238E27FC236}">
                <a16:creationId xmlns:a16="http://schemas.microsoft.com/office/drawing/2014/main" id="{CDB79D28-B643-4933-9B00-C177BABAF8C5}"/>
              </a:ext>
            </a:extLst>
          </p:cNvPr>
          <p:cNvSpPr>
            <a:spLocks noGrp="1"/>
          </p:cNvSpPr>
          <p:nvPr/>
        </p:nvSpPr>
        <p:spPr>
          <a:xfrm>
            <a:off x="3097190" y="1956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" name="F2_precision_recall_distributions_3161">
            <a:extLst>
              <a:ext uri="{FF2B5EF4-FFF2-40B4-BE49-F238E27FC236}">
                <a16:creationId xmlns:a16="http://schemas.microsoft.com/office/drawing/2014/main" id="{FCDD5961-B7C6-411F-9D57-0D1ADAEF3C7D}"/>
              </a:ext>
            </a:extLst>
          </p:cNvPr>
          <p:cNvSpPr>
            <a:spLocks noGrp="1"/>
          </p:cNvSpPr>
          <p:nvPr/>
        </p:nvSpPr>
        <p:spPr>
          <a:xfrm>
            <a:off x="3164028" y="16908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" name="F2_precision_recall_distributions_3162">
            <a:extLst>
              <a:ext uri="{FF2B5EF4-FFF2-40B4-BE49-F238E27FC236}">
                <a16:creationId xmlns:a16="http://schemas.microsoft.com/office/drawing/2014/main" id="{16B8B225-0DAF-45CA-B2C3-9CADC465CBF2}"/>
              </a:ext>
            </a:extLst>
          </p:cNvPr>
          <p:cNvSpPr>
            <a:spLocks noGrp="1"/>
          </p:cNvSpPr>
          <p:nvPr/>
        </p:nvSpPr>
        <p:spPr>
          <a:xfrm>
            <a:off x="3119883" y="20780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" name="F2_precision_recall_distributions_3163">
            <a:extLst>
              <a:ext uri="{FF2B5EF4-FFF2-40B4-BE49-F238E27FC236}">
                <a16:creationId xmlns:a16="http://schemas.microsoft.com/office/drawing/2014/main" id="{BAFA0BC4-485F-4BF0-B449-AE186EF50DEA}"/>
              </a:ext>
            </a:extLst>
          </p:cNvPr>
          <p:cNvSpPr>
            <a:spLocks noGrp="1"/>
          </p:cNvSpPr>
          <p:nvPr/>
        </p:nvSpPr>
        <p:spPr>
          <a:xfrm>
            <a:off x="2864088" y="1833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" name="F2_precision_recall_distributions_3164">
            <a:extLst>
              <a:ext uri="{FF2B5EF4-FFF2-40B4-BE49-F238E27FC236}">
                <a16:creationId xmlns:a16="http://schemas.microsoft.com/office/drawing/2014/main" id="{5AE4014B-C72C-4802-92AA-3B6351A858F2}"/>
              </a:ext>
            </a:extLst>
          </p:cNvPr>
          <p:cNvSpPr>
            <a:spLocks noGrp="1"/>
          </p:cNvSpPr>
          <p:nvPr/>
        </p:nvSpPr>
        <p:spPr>
          <a:xfrm>
            <a:off x="2997175" y="16797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" name="F2_precision_recall_distributions_3165">
            <a:extLst>
              <a:ext uri="{FF2B5EF4-FFF2-40B4-BE49-F238E27FC236}">
                <a16:creationId xmlns:a16="http://schemas.microsoft.com/office/drawing/2014/main" id="{D72B7B4F-2C0B-47C6-A243-C276D8E6D069}"/>
              </a:ext>
            </a:extLst>
          </p:cNvPr>
          <p:cNvSpPr>
            <a:spLocks noGrp="1"/>
          </p:cNvSpPr>
          <p:nvPr/>
        </p:nvSpPr>
        <p:spPr>
          <a:xfrm>
            <a:off x="3135334" y="2154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" name="F2_precision_recall_distributions_3166">
            <a:extLst>
              <a:ext uri="{FF2B5EF4-FFF2-40B4-BE49-F238E27FC236}">
                <a16:creationId xmlns:a16="http://schemas.microsoft.com/office/drawing/2014/main" id="{8A757194-52E6-4044-979A-4BA2200FE545}"/>
              </a:ext>
            </a:extLst>
          </p:cNvPr>
          <p:cNvSpPr>
            <a:spLocks noGrp="1"/>
          </p:cNvSpPr>
          <p:nvPr/>
        </p:nvSpPr>
        <p:spPr>
          <a:xfrm>
            <a:off x="2896783" y="1722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" name="F2_precision_recall_distributions_3167">
            <a:extLst>
              <a:ext uri="{FF2B5EF4-FFF2-40B4-BE49-F238E27FC236}">
                <a16:creationId xmlns:a16="http://schemas.microsoft.com/office/drawing/2014/main" id="{7FA37C2E-CBA8-4E3F-B23D-828D636CEDB7}"/>
              </a:ext>
            </a:extLst>
          </p:cNvPr>
          <p:cNvSpPr>
            <a:spLocks noGrp="1"/>
          </p:cNvSpPr>
          <p:nvPr/>
        </p:nvSpPr>
        <p:spPr>
          <a:xfrm>
            <a:off x="2914974" y="2275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" name="F2_precision_recall_distributions_3168">
            <a:extLst>
              <a:ext uri="{FF2B5EF4-FFF2-40B4-BE49-F238E27FC236}">
                <a16:creationId xmlns:a16="http://schemas.microsoft.com/office/drawing/2014/main" id="{D1DE2A67-4BF5-4757-85A0-E871EA3CB2FF}"/>
              </a:ext>
            </a:extLst>
          </p:cNvPr>
          <p:cNvSpPr>
            <a:spLocks noGrp="1"/>
          </p:cNvSpPr>
          <p:nvPr/>
        </p:nvSpPr>
        <p:spPr>
          <a:xfrm>
            <a:off x="2919741" y="17305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" name="F2_precision_recall_distributions_3169">
            <a:extLst>
              <a:ext uri="{FF2B5EF4-FFF2-40B4-BE49-F238E27FC236}">
                <a16:creationId xmlns:a16="http://schemas.microsoft.com/office/drawing/2014/main" id="{2C4C70C6-1233-40DD-B50F-606ACC588739}"/>
              </a:ext>
            </a:extLst>
          </p:cNvPr>
          <p:cNvSpPr>
            <a:spLocks noGrp="1"/>
          </p:cNvSpPr>
          <p:nvPr/>
        </p:nvSpPr>
        <p:spPr>
          <a:xfrm>
            <a:off x="3162214" y="17944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" name="F2_precision_recall_distributions_3170">
            <a:extLst>
              <a:ext uri="{FF2B5EF4-FFF2-40B4-BE49-F238E27FC236}">
                <a16:creationId xmlns:a16="http://schemas.microsoft.com/office/drawing/2014/main" id="{69190236-5EE5-4811-8518-AFEAE5C10F79}"/>
              </a:ext>
            </a:extLst>
          </p:cNvPr>
          <p:cNvSpPr>
            <a:spLocks noGrp="1"/>
          </p:cNvSpPr>
          <p:nvPr/>
        </p:nvSpPr>
        <p:spPr>
          <a:xfrm>
            <a:off x="2832523" y="1734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" name="F2_precision_recall_distributions_3171">
            <a:extLst>
              <a:ext uri="{FF2B5EF4-FFF2-40B4-BE49-F238E27FC236}">
                <a16:creationId xmlns:a16="http://schemas.microsoft.com/office/drawing/2014/main" id="{8DAD5575-F8D4-4B0E-A49E-6E898E8F3DD0}"/>
              </a:ext>
            </a:extLst>
          </p:cNvPr>
          <p:cNvSpPr>
            <a:spLocks noGrp="1"/>
          </p:cNvSpPr>
          <p:nvPr/>
        </p:nvSpPr>
        <p:spPr>
          <a:xfrm>
            <a:off x="2962924" y="2222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" name="F2_precision_recall_distributions_3172">
            <a:extLst>
              <a:ext uri="{FF2B5EF4-FFF2-40B4-BE49-F238E27FC236}">
                <a16:creationId xmlns:a16="http://schemas.microsoft.com/office/drawing/2014/main" id="{15575F7B-E98A-4D32-A0F3-26FA02B4FF61}"/>
              </a:ext>
            </a:extLst>
          </p:cNvPr>
          <p:cNvSpPr>
            <a:spLocks noGrp="1"/>
          </p:cNvSpPr>
          <p:nvPr/>
        </p:nvSpPr>
        <p:spPr>
          <a:xfrm>
            <a:off x="3004847" y="1881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" name="F2_precision_recall_distributions_3173">
            <a:extLst>
              <a:ext uri="{FF2B5EF4-FFF2-40B4-BE49-F238E27FC236}">
                <a16:creationId xmlns:a16="http://schemas.microsoft.com/office/drawing/2014/main" id="{B53A18AE-F3D8-4D2E-9969-34968E7D923D}"/>
              </a:ext>
            </a:extLst>
          </p:cNvPr>
          <p:cNvSpPr>
            <a:spLocks noGrp="1"/>
          </p:cNvSpPr>
          <p:nvPr/>
        </p:nvSpPr>
        <p:spPr>
          <a:xfrm>
            <a:off x="2844539" y="20803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" name="F2_precision_recall_distributions_3174">
            <a:extLst>
              <a:ext uri="{FF2B5EF4-FFF2-40B4-BE49-F238E27FC236}">
                <a16:creationId xmlns:a16="http://schemas.microsoft.com/office/drawing/2014/main" id="{5B7BB28E-AB4D-4A2F-8A90-E5554A38B4BA}"/>
              </a:ext>
            </a:extLst>
          </p:cNvPr>
          <p:cNvSpPr>
            <a:spLocks noGrp="1"/>
          </p:cNvSpPr>
          <p:nvPr/>
        </p:nvSpPr>
        <p:spPr>
          <a:xfrm>
            <a:off x="3162729" y="1765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" name="F2_precision_recall_distributions_3175">
            <a:extLst>
              <a:ext uri="{FF2B5EF4-FFF2-40B4-BE49-F238E27FC236}">
                <a16:creationId xmlns:a16="http://schemas.microsoft.com/office/drawing/2014/main" id="{C2129959-641D-49DE-AF7D-AAD7E7938D86}"/>
              </a:ext>
            </a:extLst>
          </p:cNvPr>
          <p:cNvSpPr>
            <a:spLocks noGrp="1"/>
          </p:cNvSpPr>
          <p:nvPr/>
        </p:nvSpPr>
        <p:spPr>
          <a:xfrm>
            <a:off x="2942044" y="19080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" name="F2_precision_recall_distributions_3176">
            <a:extLst>
              <a:ext uri="{FF2B5EF4-FFF2-40B4-BE49-F238E27FC236}">
                <a16:creationId xmlns:a16="http://schemas.microsoft.com/office/drawing/2014/main" id="{38250978-EDA4-46C5-8575-C2C16F5ED18D}"/>
              </a:ext>
            </a:extLst>
          </p:cNvPr>
          <p:cNvSpPr>
            <a:spLocks noGrp="1"/>
          </p:cNvSpPr>
          <p:nvPr/>
        </p:nvSpPr>
        <p:spPr>
          <a:xfrm>
            <a:off x="2914435" y="1819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" name="F2_precision_recall_distributions_3177">
            <a:extLst>
              <a:ext uri="{FF2B5EF4-FFF2-40B4-BE49-F238E27FC236}">
                <a16:creationId xmlns:a16="http://schemas.microsoft.com/office/drawing/2014/main" id="{82083DB8-577C-451A-B206-5E2A0B80A91D}"/>
              </a:ext>
            </a:extLst>
          </p:cNvPr>
          <p:cNvSpPr>
            <a:spLocks noGrp="1"/>
          </p:cNvSpPr>
          <p:nvPr/>
        </p:nvSpPr>
        <p:spPr>
          <a:xfrm>
            <a:off x="2943386" y="1786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" name="F2_precision_recall_distributions_3178">
            <a:extLst>
              <a:ext uri="{FF2B5EF4-FFF2-40B4-BE49-F238E27FC236}">
                <a16:creationId xmlns:a16="http://schemas.microsoft.com/office/drawing/2014/main" id="{2184638C-B099-481A-9089-F1D87133CD58}"/>
              </a:ext>
            </a:extLst>
          </p:cNvPr>
          <p:cNvSpPr>
            <a:spLocks noGrp="1"/>
          </p:cNvSpPr>
          <p:nvPr/>
        </p:nvSpPr>
        <p:spPr>
          <a:xfrm>
            <a:off x="3179520" y="162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" name="F2_precision_recall_distributions_3179">
            <a:extLst>
              <a:ext uri="{FF2B5EF4-FFF2-40B4-BE49-F238E27FC236}">
                <a16:creationId xmlns:a16="http://schemas.microsoft.com/office/drawing/2014/main" id="{DD1117C6-A473-4F4B-8AEF-739219F1DFF0}"/>
              </a:ext>
            </a:extLst>
          </p:cNvPr>
          <p:cNvSpPr>
            <a:spLocks noGrp="1"/>
          </p:cNvSpPr>
          <p:nvPr/>
        </p:nvSpPr>
        <p:spPr>
          <a:xfrm>
            <a:off x="2973774" y="20533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" name="F2_precision_recall_distributions_3180">
            <a:extLst>
              <a:ext uri="{FF2B5EF4-FFF2-40B4-BE49-F238E27FC236}">
                <a16:creationId xmlns:a16="http://schemas.microsoft.com/office/drawing/2014/main" id="{3F36BEE2-10CD-49CD-A88A-1481DE396ABD}"/>
              </a:ext>
            </a:extLst>
          </p:cNvPr>
          <p:cNvSpPr>
            <a:spLocks noGrp="1"/>
          </p:cNvSpPr>
          <p:nvPr/>
        </p:nvSpPr>
        <p:spPr>
          <a:xfrm>
            <a:off x="3068819" y="1913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" name="F2_precision_recall_distributions_3181">
            <a:extLst>
              <a:ext uri="{FF2B5EF4-FFF2-40B4-BE49-F238E27FC236}">
                <a16:creationId xmlns:a16="http://schemas.microsoft.com/office/drawing/2014/main" id="{C2C9DF39-33D6-43E9-895E-0D1A5AD86385}"/>
              </a:ext>
            </a:extLst>
          </p:cNvPr>
          <p:cNvSpPr>
            <a:spLocks noGrp="1"/>
          </p:cNvSpPr>
          <p:nvPr/>
        </p:nvSpPr>
        <p:spPr>
          <a:xfrm>
            <a:off x="3046656" y="2130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" name="F2_precision_recall_distributions_3182">
            <a:extLst>
              <a:ext uri="{FF2B5EF4-FFF2-40B4-BE49-F238E27FC236}">
                <a16:creationId xmlns:a16="http://schemas.microsoft.com/office/drawing/2014/main" id="{03C57059-D407-429A-8956-9637F53227F6}"/>
              </a:ext>
            </a:extLst>
          </p:cNvPr>
          <p:cNvSpPr>
            <a:spLocks noGrp="1"/>
          </p:cNvSpPr>
          <p:nvPr/>
        </p:nvSpPr>
        <p:spPr>
          <a:xfrm>
            <a:off x="297228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" name="F2_precision_recall_distributions_3183">
            <a:extLst>
              <a:ext uri="{FF2B5EF4-FFF2-40B4-BE49-F238E27FC236}">
                <a16:creationId xmlns:a16="http://schemas.microsoft.com/office/drawing/2014/main" id="{24DFDD58-0A28-4DC1-9E0C-B22D3EFE1A73}"/>
              </a:ext>
            </a:extLst>
          </p:cNvPr>
          <p:cNvSpPr>
            <a:spLocks noGrp="1"/>
          </p:cNvSpPr>
          <p:nvPr/>
        </p:nvSpPr>
        <p:spPr>
          <a:xfrm>
            <a:off x="3114948" y="19167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" name="F2_precision_recall_distributions_3184">
            <a:extLst>
              <a:ext uri="{FF2B5EF4-FFF2-40B4-BE49-F238E27FC236}">
                <a16:creationId xmlns:a16="http://schemas.microsoft.com/office/drawing/2014/main" id="{D25BDE32-E798-4FC5-A518-F419744278C1}"/>
              </a:ext>
            </a:extLst>
          </p:cNvPr>
          <p:cNvSpPr>
            <a:spLocks noGrp="1"/>
          </p:cNvSpPr>
          <p:nvPr/>
        </p:nvSpPr>
        <p:spPr>
          <a:xfrm>
            <a:off x="29007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" name="F2_precision_recall_distributions_3185">
            <a:extLst>
              <a:ext uri="{FF2B5EF4-FFF2-40B4-BE49-F238E27FC236}">
                <a16:creationId xmlns:a16="http://schemas.microsoft.com/office/drawing/2014/main" id="{DDB039AA-B865-46C5-8715-593C189835A1}"/>
              </a:ext>
            </a:extLst>
          </p:cNvPr>
          <p:cNvSpPr>
            <a:spLocks noGrp="1"/>
          </p:cNvSpPr>
          <p:nvPr/>
        </p:nvSpPr>
        <p:spPr>
          <a:xfrm>
            <a:off x="30733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" name="F2_precision_recall_distributions_3186">
            <a:extLst>
              <a:ext uri="{FF2B5EF4-FFF2-40B4-BE49-F238E27FC236}">
                <a16:creationId xmlns:a16="http://schemas.microsoft.com/office/drawing/2014/main" id="{3C9FBB98-CA1B-483B-B109-29C5195CC9B7}"/>
              </a:ext>
            </a:extLst>
          </p:cNvPr>
          <p:cNvSpPr>
            <a:spLocks noGrp="1"/>
          </p:cNvSpPr>
          <p:nvPr/>
        </p:nvSpPr>
        <p:spPr>
          <a:xfrm>
            <a:off x="3842873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34" y="842186"/>
                </a:lnTo>
                <a:lnTo>
                  <a:pt x="20049" y="835606"/>
                </a:lnTo>
                <a:lnTo>
                  <a:pt x="43354" y="829027"/>
                </a:lnTo>
                <a:lnTo>
                  <a:pt x="72977" y="822447"/>
                </a:lnTo>
                <a:lnTo>
                  <a:pt x="106469" y="815868"/>
                </a:lnTo>
                <a:lnTo>
                  <a:pt x="141340" y="809288"/>
                </a:lnTo>
                <a:lnTo>
                  <a:pt x="175359" y="802708"/>
                </a:lnTo>
                <a:lnTo>
                  <a:pt x="206770" y="796129"/>
                </a:lnTo>
                <a:lnTo>
                  <a:pt x="234402" y="789549"/>
                </a:lnTo>
                <a:lnTo>
                  <a:pt x="257670" y="782970"/>
                </a:lnTo>
                <a:lnTo>
                  <a:pt x="276495" y="776390"/>
                </a:lnTo>
                <a:lnTo>
                  <a:pt x="291179" y="769811"/>
                </a:lnTo>
                <a:lnTo>
                  <a:pt x="302260" y="763231"/>
                </a:lnTo>
                <a:lnTo>
                  <a:pt x="310376" y="756651"/>
                </a:lnTo>
                <a:lnTo>
                  <a:pt x="316175" y="750072"/>
                </a:lnTo>
                <a:lnTo>
                  <a:pt x="320237" y="743492"/>
                </a:lnTo>
                <a:lnTo>
                  <a:pt x="323049" y="736913"/>
                </a:lnTo>
                <a:lnTo>
                  <a:pt x="324992" y="730333"/>
                </a:lnTo>
                <a:lnTo>
                  <a:pt x="326351" y="723754"/>
                </a:lnTo>
                <a:lnTo>
                  <a:pt x="327326" y="717174"/>
                </a:lnTo>
                <a:lnTo>
                  <a:pt x="328058" y="710594"/>
                </a:lnTo>
                <a:lnTo>
                  <a:pt x="328637" y="704015"/>
                </a:lnTo>
                <a:lnTo>
                  <a:pt x="329122" y="697435"/>
                </a:lnTo>
                <a:lnTo>
                  <a:pt x="329550" y="690856"/>
                </a:lnTo>
                <a:lnTo>
                  <a:pt x="329947" y="684276"/>
                </a:lnTo>
                <a:lnTo>
                  <a:pt x="330330" y="677697"/>
                </a:lnTo>
                <a:lnTo>
                  <a:pt x="330712" y="671117"/>
                </a:lnTo>
                <a:lnTo>
                  <a:pt x="331107" y="664537"/>
                </a:lnTo>
                <a:lnTo>
                  <a:pt x="331523" y="657958"/>
                </a:lnTo>
                <a:lnTo>
                  <a:pt x="331969" y="651378"/>
                </a:lnTo>
                <a:lnTo>
                  <a:pt x="332447" y="644799"/>
                </a:lnTo>
                <a:lnTo>
                  <a:pt x="332956" y="638219"/>
                </a:lnTo>
                <a:lnTo>
                  <a:pt x="333487" y="631639"/>
                </a:lnTo>
                <a:lnTo>
                  <a:pt x="334029" y="625060"/>
                </a:lnTo>
                <a:lnTo>
                  <a:pt x="334565" y="618480"/>
                </a:lnTo>
                <a:lnTo>
                  <a:pt x="335079" y="611901"/>
                </a:lnTo>
                <a:lnTo>
                  <a:pt x="335556" y="605321"/>
                </a:lnTo>
                <a:lnTo>
                  <a:pt x="335981" y="598742"/>
                </a:lnTo>
                <a:lnTo>
                  <a:pt x="336346" y="592162"/>
                </a:lnTo>
                <a:lnTo>
                  <a:pt x="336647" y="585582"/>
                </a:lnTo>
                <a:lnTo>
                  <a:pt x="336883" y="579003"/>
                </a:lnTo>
                <a:lnTo>
                  <a:pt x="337056" y="572423"/>
                </a:lnTo>
                <a:lnTo>
                  <a:pt x="337171" y="565844"/>
                </a:lnTo>
                <a:lnTo>
                  <a:pt x="337233" y="559264"/>
                </a:lnTo>
                <a:lnTo>
                  <a:pt x="337247" y="552685"/>
                </a:lnTo>
                <a:lnTo>
                  <a:pt x="337215" y="546105"/>
                </a:lnTo>
                <a:lnTo>
                  <a:pt x="337140" y="539525"/>
                </a:lnTo>
                <a:lnTo>
                  <a:pt x="337023" y="532946"/>
                </a:lnTo>
                <a:lnTo>
                  <a:pt x="336867" y="526366"/>
                </a:lnTo>
                <a:lnTo>
                  <a:pt x="336672" y="519787"/>
                </a:lnTo>
                <a:lnTo>
                  <a:pt x="336443" y="513207"/>
                </a:lnTo>
                <a:lnTo>
                  <a:pt x="336185" y="506627"/>
                </a:lnTo>
                <a:lnTo>
                  <a:pt x="335904" y="500048"/>
                </a:lnTo>
                <a:lnTo>
                  <a:pt x="335612" y="493468"/>
                </a:lnTo>
                <a:lnTo>
                  <a:pt x="335319" y="486889"/>
                </a:lnTo>
                <a:lnTo>
                  <a:pt x="335038" y="480309"/>
                </a:lnTo>
                <a:lnTo>
                  <a:pt x="334780" y="473730"/>
                </a:lnTo>
                <a:lnTo>
                  <a:pt x="334559" y="467150"/>
                </a:lnTo>
                <a:lnTo>
                  <a:pt x="334381" y="460570"/>
                </a:lnTo>
                <a:lnTo>
                  <a:pt x="334252" y="453991"/>
                </a:lnTo>
                <a:lnTo>
                  <a:pt x="334171" y="447411"/>
                </a:lnTo>
                <a:lnTo>
                  <a:pt x="334135" y="440832"/>
                </a:lnTo>
                <a:lnTo>
                  <a:pt x="334135" y="434252"/>
                </a:lnTo>
                <a:lnTo>
                  <a:pt x="334160" y="427673"/>
                </a:lnTo>
                <a:lnTo>
                  <a:pt x="334198" y="421093"/>
                </a:lnTo>
                <a:lnTo>
                  <a:pt x="334240" y="414513"/>
                </a:lnTo>
                <a:lnTo>
                  <a:pt x="334277" y="407934"/>
                </a:lnTo>
                <a:lnTo>
                  <a:pt x="334308" y="401354"/>
                </a:lnTo>
                <a:lnTo>
                  <a:pt x="334335" y="394775"/>
                </a:lnTo>
                <a:lnTo>
                  <a:pt x="334362" y="388195"/>
                </a:lnTo>
                <a:lnTo>
                  <a:pt x="334397" y="381616"/>
                </a:lnTo>
                <a:lnTo>
                  <a:pt x="334449" y="375036"/>
                </a:lnTo>
                <a:lnTo>
                  <a:pt x="334525" y="368456"/>
                </a:lnTo>
                <a:lnTo>
                  <a:pt x="334631" y="361877"/>
                </a:lnTo>
                <a:lnTo>
                  <a:pt x="334768" y="355297"/>
                </a:lnTo>
                <a:lnTo>
                  <a:pt x="334938" y="348718"/>
                </a:lnTo>
                <a:lnTo>
                  <a:pt x="335137" y="342138"/>
                </a:lnTo>
                <a:lnTo>
                  <a:pt x="335359" y="335558"/>
                </a:lnTo>
                <a:lnTo>
                  <a:pt x="335599" y="328979"/>
                </a:lnTo>
                <a:lnTo>
                  <a:pt x="335847" y="322399"/>
                </a:lnTo>
                <a:lnTo>
                  <a:pt x="336095" y="315820"/>
                </a:lnTo>
                <a:lnTo>
                  <a:pt x="336335" y="309240"/>
                </a:lnTo>
                <a:lnTo>
                  <a:pt x="336560" y="302661"/>
                </a:lnTo>
                <a:lnTo>
                  <a:pt x="336763" y="296081"/>
                </a:lnTo>
                <a:lnTo>
                  <a:pt x="336941" y="289501"/>
                </a:lnTo>
                <a:lnTo>
                  <a:pt x="337092" y="282922"/>
                </a:lnTo>
                <a:lnTo>
                  <a:pt x="337215" y="276342"/>
                </a:lnTo>
                <a:lnTo>
                  <a:pt x="337312" y="269763"/>
                </a:lnTo>
                <a:lnTo>
                  <a:pt x="337385" y="263183"/>
                </a:lnTo>
                <a:lnTo>
                  <a:pt x="337439" y="256604"/>
                </a:lnTo>
                <a:lnTo>
                  <a:pt x="337478" y="250024"/>
                </a:lnTo>
                <a:lnTo>
                  <a:pt x="337504" y="243444"/>
                </a:lnTo>
                <a:lnTo>
                  <a:pt x="337522" y="236865"/>
                </a:lnTo>
                <a:lnTo>
                  <a:pt x="337533" y="230285"/>
                </a:lnTo>
                <a:lnTo>
                  <a:pt x="337539" y="223706"/>
                </a:lnTo>
                <a:lnTo>
                  <a:pt x="337543" y="217126"/>
                </a:lnTo>
                <a:lnTo>
                  <a:pt x="337546" y="210546"/>
                </a:lnTo>
                <a:lnTo>
                  <a:pt x="337547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9" y="190808"/>
                </a:lnTo>
                <a:lnTo>
                  <a:pt x="337549" y="197387"/>
                </a:lnTo>
                <a:lnTo>
                  <a:pt x="337550" y="203967"/>
                </a:lnTo>
                <a:lnTo>
                  <a:pt x="337551" y="210546"/>
                </a:lnTo>
                <a:lnTo>
                  <a:pt x="337553" y="217126"/>
                </a:lnTo>
                <a:lnTo>
                  <a:pt x="337557" y="223706"/>
                </a:lnTo>
                <a:lnTo>
                  <a:pt x="337564" y="230285"/>
                </a:lnTo>
                <a:lnTo>
                  <a:pt x="337575" y="236865"/>
                </a:lnTo>
                <a:lnTo>
                  <a:pt x="337592" y="243444"/>
                </a:lnTo>
                <a:lnTo>
                  <a:pt x="337619" y="250024"/>
                </a:lnTo>
                <a:lnTo>
                  <a:pt x="337657" y="256604"/>
                </a:lnTo>
                <a:lnTo>
                  <a:pt x="337711" y="263183"/>
                </a:lnTo>
                <a:lnTo>
                  <a:pt x="337785" y="269763"/>
                </a:lnTo>
                <a:lnTo>
                  <a:pt x="337882" y="276342"/>
                </a:lnTo>
                <a:lnTo>
                  <a:pt x="338005" y="282922"/>
                </a:lnTo>
                <a:lnTo>
                  <a:pt x="338155" y="289501"/>
                </a:lnTo>
                <a:lnTo>
                  <a:pt x="338333" y="296081"/>
                </a:lnTo>
                <a:lnTo>
                  <a:pt x="338537" y="302661"/>
                </a:lnTo>
                <a:lnTo>
                  <a:pt x="338761" y="309240"/>
                </a:lnTo>
                <a:lnTo>
                  <a:pt x="339002" y="315820"/>
                </a:lnTo>
                <a:lnTo>
                  <a:pt x="339250" y="322399"/>
                </a:lnTo>
                <a:lnTo>
                  <a:pt x="339498" y="328979"/>
                </a:lnTo>
                <a:lnTo>
                  <a:pt x="339737" y="335558"/>
                </a:lnTo>
                <a:lnTo>
                  <a:pt x="339960" y="342138"/>
                </a:lnTo>
                <a:lnTo>
                  <a:pt x="340158" y="348718"/>
                </a:lnTo>
                <a:lnTo>
                  <a:pt x="340328" y="355297"/>
                </a:lnTo>
                <a:lnTo>
                  <a:pt x="340466" y="361877"/>
                </a:lnTo>
                <a:lnTo>
                  <a:pt x="340572" y="368456"/>
                </a:lnTo>
                <a:lnTo>
                  <a:pt x="340648" y="375036"/>
                </a:lnTo>
                <a:lnTo>
                  <a:pt x="340700" y="381616"/>
                </a:lnTo>
                <a:lnTo>
                  <a:pt x="340735" y="388195"/>
                </a:lnTo>
                <a:lnTo>
                  <a:pt x="340762" y="394775"/>
                </a:lnTo>
                <a:lnTo>
                  <a:pt x="340788" y="401354"/>
                </a:lnTo>
                <a:lnTo>
                  <a:pt x="340819" y="407934"/>
                </a:lnTo>
                <a:lnTo>
                  <a:pt x="340857" y="414513"/>
                </a:lnTo>
                <a:lnTo>
                  <a:pt x="340898" y="421093"/>
                </a:lnTo>
                <a:lnTo>
                  <a:pt x="340937" y="427673"/>
                </a:lnTo>
                <a:lnTo>
                  <a:pt x="340961" y="434252"/>
                </a:lnTo>
                <a:lnTo>
                  <a:pt x="340961" y="440832"/>
                </a:lnTo>
                <a:lnTo>
                  <a:pt x="340925" y="447411"/>
                </a:lnTo>
                <a:lnTo>
                  <a:pt x="340845" y="453991"/>
                </a:lnTo>
                <a:lnTo>
                  <a:pt x="340716" y="460570"/>
                </a:lnTo>
                <a:lnTo>
                  <a:pt x="340538" y="467150"/>
                </a:lnTo>
                <a:lnTo>
                  <a:pt x="340316" y="473730"/>
                </a:lnTo>
                <a:lnTo>
                  <a:pt x="340059" y="480309"/>
                </a:lnTo>
                <a:lnTo>
                  <a:pt x="339778" y="486889"/>
                </a:lnTo>
                <a:lnTo>
                  <a:pt x="339485" y="493468"/>
                </a:lnTo>
                <a:lnTo>
                  <a:pt x="339192" y="500048"/>
                </a:lnTo>
                <a:lnTo>
                  <a:pt x="338912" y="506627"/>
                </a:lnTo>
                <a:lnTo>
                  <a:pt x="338654" y="513207"/>
                </a:lnTo>
                <a:lnTo>
                  <a:pt x="338424" y="519787"/>
                </a:lnTo>
                <a:lnTo>
                  <a:pt x="338230" y="526366"/>
                </a:lnTo>
                <a:lnTo>
                  <a:pt x="338073" y="532946"/>
                </a:lnTo>
                <a:lnTo>
                  <a:pt x="337957" y="539525"/>
                </a:lnTo>
                <a:lnTo>
                  <a:pt x="337882" y="546105"/>
                </a:lnTo>
                <a:lnTo>
                  <a:pt x="337850" y="552685"/>
                </a:lnTo>
                <a:lnTo>
                  <a:pt x="337863" y="559264"/>
                </a:lnTo>
                <a:lnTo>
                  <a:pt x="337925" y="565844"/>
                </a:lnTo>
                <a:lnTo>
                  <a:pt x="338041" y="572423"/>
                </a:lnTo>
                <a:lnTo>
                  <a:pt x="338214" y="579003"/>
                </a:lnTo>
                <a:lnTo>
                  <a:pt x="338450" y="585582"/>
                </a:lnTo>
                <a:lnTo>
                  <a:pt x="338750" y="592162"/>
                </a:lnTo>
                <a:lnTo>
                  <a:pt x="339116" y="598742"/>
                </a:lnTo>
                <a:lnTo>
                  <a:pt x="339541" y="605321"/>
                </a:lnTo>
                <a:lnTo>
                  <a:pt x="340017" y="611901"/>
                </a:lnTo>
                <a:lnTo>
                  <a:pt x="340531" y="618480"/>
                </a:lnTo>
                <a:lnTo>
                  <a:pt x="341068" y="625060"/>
                </a:lnTo>
                <a:lnTo>
                  <a:pt x="341609" y="631639"/>
                </a:lnTo>
                <a:lnTo>
                  <a:pt x="342141" y="638219"/>
                </a:lnTo>
                <a:lnTo>
                  <a:pt x="342649" y="644799"/>
                </a:lnTo>
                <a:lnTo>
                  <a:pt x="343128" y="651378"/>
                </a:lnTo>
                <a:lnTo>
                  <a:pt x="343573" y="657958"/>
                </a:lnTo>
                <a:lnTo>
                  <a:pt x="343990" y="664537"/>
                </a:lnTo>
                <a:lnTo>
                  <a:pt x="344384" y="671117"/>
                </a:lnTo>
                <a:lnTo>
                  <a:pt x="344767" y="677697"/>
                </a:lnTo>
                <a:lnTo>
                  <a:pt x="345149" y="684276"/>
                </a:lnTo>
                <a:lnTo>
                  <a:pt x="345546" y="690856"/>
                </a:lnTo>
                <a:lnTo>
                  <a:pt x="345975" y="697435"/>
                </a:lnTo>
                <a:lnTo>
                  <a:pt x="346460" y="704015"/>
                </a:lnTo>
                <a:lnTo>
                  <a:pt x="347038" y="710594"/>
                </a:lnTo>
                <a:lnTo>
                  <a:pt x="347770" y="717174"/>
                </a:lnTo>
                <a:lnTo>
                  <a:pt x="348746" y="723754"/>
                </a:lnTo>
                <a:lnTo>
                  <a:pt x="350104" y="730333"/>
                </a:lnTo>
                <a:lnTo>
                  <a:pt x="352048" y="736913"/>
                </a:lnTo>
                <a:lnTo>
                  <a:pt x="354860" y="743492"/>
                </a:lnTo>
                <a:lnTo>
                  <a:pt x="358922" y="750072"/>
                </a:lnTo>
                <a:lnTo>
                  <a:pt x="364720" y="756651"/>
                </a:lnTo>
                <a:lnTo>
                  <a:pt x="372837" y="763231"/>
                </a:lnTo>
                <a:lnTo>
                  <a:pt x="383917" y="769811"/>
                </a:lnTo>
                <a:lnTo>
                  <a:pt x="398602" y="776390"/>
                </a:lnTo>
                <a:lnTo>
                  <a:pt x="417427" y="782970"/>
                </a:lnTo>
                <a:lnTo>
                  <a:pt x="440694" y="789549"/>
                </a:lnTo>
                <a:lnTo>
                  <a:pt x="468326" y="796129"/>
                </a:lnTo>
                <a:lnTo>
                  <a:pt x="499738" y="802708"/>
                </a:lnTo>
                <a:lnTo>
                  <a:pt x="533756" y="809288"/>
                </a:lnTo>
                <a:lnTo>
                  <a:pt x="568627" y="815868"/>
                </a:lnTo>
                <a:lnTo>
                  <a:pt x="602119" y="822447"/>
                </a:lnTo>
                <a:lnTo>
                  <a:pt x="631742" y="829027"/>
                </a:lnTo>
                <a:lnTo>
                  <a:pt x="655048" y="835606"/>
                </a:lnTo>
                <a:lnTo>
                  <a:pt x="669962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3" name="F2_precision_recall_distributions_3187">
            <a:extLst>
              <a:ext uri="{FF2B5EF4-FFF2-40B4-BE49-F238E27FC236}">
                <a16:creationId xmlns:a16="http://schemas.microsoft.com/office/drawing/2014/main" id="{A59A9DE2-506D-45DC-AC03-B1D7C0B87190}"/>
              </a:ext>
            </a:extLst>
          </p:cNvPr>
          <p:cNvSpPr>
            <a:spLocks noGrp="1"/>
          </p:cNvSpPr>
          <p:nvPr/>
        </p:nvSpPr>
        <p:spPr>
          <a:xfrm>
            <a:off x="41878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" name="F2_precision_recall_distributions_3188">
            <a:extLst>
              <a:ext uri="{FF2B5EF4-FFF2-40B4-BE49-F238E27FC236}">
                <a16:creationId xmlns:a16="http://schemas.microsoft.com/office/drawing/2014/main" id="{67A3A5DD-CAF4-4A2C-ADAB-3745F2517786}"/>
              </a:ext>
            </a:extLst>
          </p:cNvPr>
          <p:cNvSpPr>
            <a:spLocks noGrp="1"/>
          </p:cNvSpPr>
          <p:nvPr/>
        </p:nvSpPr>
        <p:spPr>
          <a:xfrm>
            <a:off x="415627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" name="F2_precision_recall_distributions_3189">
            <a:extLst>
              <a:ext uri="{FF2B5EF4-FFF2-40B4-BE49-F238E27FC236}">
                <a16:creationId xmlns:a16="http://schemas.microsoft.com/office/drawing/2014/main" id="{02CC389E-0A8C-44B8-ACC1-5539351D410F}"/>
              </a:ext>
            </a:extLst>
          </p:cNvPr>
          <p:cNvSpPr>
            <a:spLocks noGrp="1"/>
          </p:cNvSpPr>
          <p:nvPr/>
        </p:nvSpPr>
        <p:spPr>
          <a:xfrm>
            <a:off x="4211131" y="23398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" name="F2_precision_recall_distributions_3190">
            <a:extLst>
              <a:ext uri="{FF2B5EF4-FFF2-40B4-BE49-F238E27FC236}">
                <a16:creationId xmlns:a16="http://schemas.microsoft.com/office/drawing/2014/main" id="{83B27CCB-180D-492B-8835-36B5EA5FB165}"/>
              </a:ext>
            </a:extLst>
          </p:cNvPr>
          <p:cNvSpPr>
            <a:spLocks noGrp="1"/>
          </p:cNvSpPr>
          <p:nvPr/>
        </p:nvSpPr>
        <p:spPr>
          <a:xfrm>
            <a:off x="41909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" name="F2_precision_recall_distributions_3191">
            <a:extLst>
              <a:ext uri="{FF2B5EF4-FFF2-40B4-BE49-F238E27FC236}">
                <a16:creationId xmlns:a16="http://schemas.microsoft.com/office/drawing/2014/main" id="{6EDEDC97-7587-4C2F-A79D-885154C458E1}"/>
              </a:ext>
            </a:extLst>
          </p:cNvPr>
          <p:cNvSpPr>
            <a:spLocks noGrp="1"/>
          </p:cNvSpPr>
          <p:nvPr/>
        </p:nvSpPr>
        <p:spPr>
          <a:xfrm>
            <a:off x="4315495" y="23300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" name="F2_precision_recall_distributions_3192">
            <a:extLst>
              <a:ext uri="{FF2B5EF4-FFF2-40B4-BE49-F238E27FC236}">
                <a16:creationId xmlns:a16="http://schemas.microsoft.com/office/drawing/2014/main" id="{4329C3FF-F3C4-4B15-B937-2C9C182EF304}"/>
              </a:ext>
            </a:extLst>
          </p:cNvPr>
          <p:cNvSpPr>
            <a:spLocks noGrp="1"/>
          </p:cNvSpPr>
          <p:nvPr/>
        </p:nvSpPr>
        <p:spPr>
          <a:xfrm>
            <a:off x="41058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" name="F2_precision_recall_distributions_3193">
            <a:extLst>
              <a:ext uri="{FF2B5EF4-FFF2-40B4-BE49-F238E27FC236}">
                <a16:creationId xmlns:a16="http://schemas.microsoft.com/office/drawing/2014/main" id="{397760AD-6386-4CB4-B77B-9FF69F9048DF}"/>
              </a:ext>
            </a:extLst>
          </p:cNvPr>
          <p:cNvSpPr>
            <a:spLocks noGrp="1"/>
          </p:cNvSpPr>
          <p:nvPr/>
        </p:nvSpPr>
        <p:spPr>
          <a:xfrm>
            <a:off x="40787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" name="F2_precision_recall_distributions_3194">
            <a:extLst>
              <a:ext uri="{FF2B5EF4-FFF2-40B4-BE49-F238E27FC236}">
                <a16:creationId xmlns:a16="http://schemas.microsoft.com/office/drawing/2014/main" id="{564F0720-5D52-4A2E-80CB-CB74D8515BC4}"/>
              </a:ext>
            </a:extLst>
          </p:cNvPr>
          <p:cNvSpPr>
            <a:spLocks noGrp="1"/>
          </p:cNvSpPr>
          <p:nvPr/>
        </p:nvSpPr>
        <p:spPr>
          <a:xfrm>
            <a:off x="4170901" y="23350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" name="F2_precision_recall_distributions_3195">
            <a:extLst>
              <a:ext uri="{FF2B5EF4-FFF2-40B4-BE49-F238E27FC236}">
                <a16:creationId xmlns:a16="http://schemas.microsoft.com/office/drawing/2014/main" id="{8B54C283-02F0-47D0-93F9-D9333B1C8130}"/>
              </a:ext>
            </a:extLst>
          </p:cNvPr>
          <p:cNvSpPr>
            <a:spLocks noGrp="1"/>
          </p:cNvSpPr>
          <p:nvPr/>
        </p:nvSpPr>
        <p:spPr>
          <a:xfrm>
            <a:off x="41997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" name="F2_precision_recall_distributions_3196">
            <a:extLst>
              <a:ext uri="{FF2B5EF4-FFF2-40B4-BE49-F238E27FC236}">
                <a16:creationId xmlns:a16="http://schemas.microsoft.com/office/drawing/2014/main" id="{8051C2AA-D715-4A9D-84BD-1B1B48EB879F}"/>
              </a:ext>
            </a:extLst>
          </p:cNvPr>
          <p:cNvSpPr>
            <a:spLocks noGrp="1"/>
          </p:cNvSpPr>
          <p:nvPr/>
        </p:nvSpPr>
        <p:spPr>
          <a:xfrm>
            <a:off x="4092905" y="23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" name="F2_precision_recall_distributions_3197">
            <a:extLst>
              <a:ext uri="{FF2B5EF4-FFF2-40B4-BE49-F238E27FC236}">
                <a16:creationId xmlns:a16="http://schemas.microsoft.com/office/drawing/2014/main" id="{2EE16057-367A-4E03-B0C5-519CB2E05F82}"/>
              </a:ext>
            </a:extLst>
          </p:cNvPr>
          <p:cNvSpPr>
            <a:spLocks noGrp="1"/>
          </p:cNvSpPr>
          <p:nvPr/>
        </p:nvSpPr>
        <p:spPr>
          <a:xfrm>
            <a:off x="4256797" y="21312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" name="F2_precision_recall_distributions_3198">
            <a:extLst>
              <a:ext uri="{FF2B5EF4-FFF2-40B4-BE49-F238E27FC236}">
                <a16:creationId xmlns:a16="http://schemas.microsoft.com/office/drawing/2014/main" id="{429160F7-9C44-48D5-B3BD-DB539471F1FE}"/>
              </a:ext>
            </a:extLst>
          </p:cNvPr>
          <p:cNvSpPr>
            <a:spLocks noGrp="1"/>
          </p:cNvSpPr>
          <p:nvPr/>
        </p:nvSpPr>
        <p:spPr>
          <a:xfrm>
            <a:off x="4092150" y="22818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" name="F2_precision_recall_distributions_3199">
            <a:extLst>
              <a:ext uri="{FF2B5EF4-FFF2-40B4-BE49-F238E27FC236}">
                <a16:creationId xmlns:a16="http://schemas.microsoft.com/office/drawing/2014/main" id="{67F6A8BD-1776-487F-9070-A49594079870}"/>
              </a:ext>
            </a:extLst>
          </p:cNvPr>
          <p:cNvSpPr>
            <a:spLocks noGrp="1"/>
          </p:cNvSpPr>
          <p:nvPr/>
        </p:nvSpPr>
        <p:spPr>
          <a:xfrm>
            <a:off x="3986986" y="2339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" name="F2_precision_recall_distributions_3200">
            <a:extLst>
              <a:ext uri="{FF2B5EF4-FFF2-40B4-BE49-F238E27FC236}">
                <a16:creationId xmlns:a16="http://schemas.microsoft.com/office/drawing/2014/main" id="{B758771C-F30D-434A-A8CA-144D80D087BD}"/>
              </a:ext>
            </a:extLst>
          </p:cNvPr>
          <p:cNvSpPr>
            <a:spLocks noGrp="1"/>
          </p:cNvSpPr>
          <p:nvPr/>
        </p:nvSpPr>
        <p:spPr>
          <a:xfrm>
            <a:off x="41700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" name="F2_precision_recall_distributions_3201">
            <a:extLst>
              <a:ext uri="{FF2B5EF4-FFF2-40B4-BE49-F238E27FC236}">
                <a16:creationId xmlns:a16="http://schemas.microsoft.com/office/drawing/2014/main" id="{A2E61729-FB06-4304-A2B0-AB170B8D4816}"/>
              </a:ext>
            </a:extLst>
          </p:cNvPr>
          <p:cNvSpPr>
            <a:spLocks noGrp="1"/>
          </p:cNvSpPr>
          <p:nvPr/>
        </p:nvSpPr>
        <p:spPr>
          <a:xfrm>
            <a:off x="4298698" y="22117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" name="F2_precision_recall_distributions_3202">
            <a:extLst>
              <a:ext uri="{FF2B5EF4-FFF2-40B4-BE49-F238E27FC236}">
                <a16:creationId xmlns:a16="http://schemas.microsoft.com/office/drawing/2014/main" id="{93E1C386-21AA-47B6-A2F3-798E55A29E0A}"/>
              </a:ext>
            </a:extLst>
          </p:cNvPr>
          <p:cNvSpPr>
            <a:spLocks noGrp="1"/>
          </p:cNvSpPr>
          <p:nvPr/>
        </p:nvSpPr>
        <p:spPr>
          <a:xfrm>
            <a:off x="4258409" y="2337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" name="F2_precision_recall_distributions_3203">
            <a:extLst>
              <a:ext uri="{FF2B5EF4-FFF2-40B4-BE49-F238E27FC236}">
                <a16:creationId xmlns:a16="http://schemas.microsoft.com/office/drawing/2014/main" id="{BCC086F0-C42A-43DF-89FF-4A7169ABBD09}"/>
              </a:ext>
            </a:extLst>
          </p:cNvPr>
          <p:cNvSpPr>
            <a:spLocks noGrp="1"/>
          </p:cNvSpPr>
          <p:nvPr/>
        </p:nvSpPr>
        <p:spPr>
          <a:xfrm>
            <a:off x="40458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0" name="F2_precision_recall_distributions_3204">
            <a:extLst>
              <a:ext uri="{FF2B5EF4-FFF2-40B4-BE49-F238E27FC236}">
                <a16:creationId xmlns:a16="http://schemas.microsoft.com/office/drawing/2014/main" id="{5B9E92D8-0DF1-4843-AC41-B8FC39DE9D2B}"/>
              </a:ext>
            </a:extLst>
          </p:cNvPr>
          <p:cNvSpPr>
            <a:spLocks noGrp="1"/>
          </p:cNvSpPr>
          <p:nvPr/>
        </p:nvSpPr>
        <p:spPr>
          <a:xfrm>
            <a:off x="4052656" y="22462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" name="F2_precision_recall_distributions_3205">
            <a:extLst>
              <a:ext uri="{FF2B5EF4-FFF2-40B4-BE49-F238E27FC236}">
                <a16:creationId xmlns:a16="http://schemas.microsoft.com/office/drawing/2014/main" id="{70834F48-C7AF-4FF8-9FA4-39BFFA1F574C}"/>
              </a:ext>
            </a:extLst>
          </p:cNvPr>
          <p:cNvSpPr>
            <a:spLocks noGrp="1"/>
          </p:cNvSpPr>
          <p:nvPr/>
        </p:nvSpPr>
        <p:spPr>
          <a:xfrm>
            <a:off x="4099523" y="2320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" name="F2_precision_recall_distributions_3206">
            <a:extLst>
              <a:ext uri="{FF2B5EF4-FFF2-40B4-BE49-F238E27FC236}">
                <a16:creationId xmlns:a16="http://schemas.microsoft.com/office/drawing/2014/main" id="{16F47963-7740-4CB7-BE0F-1C5E4CCBE72A}"/>
              </a:ext>
            </a:extLst>
          </p:cNvPr>
          <p:cNvSpPr>
            <a:spLocks noGrp="1"/>
          </p:cNvSpPr>
          <p:nvPr/>
        </p:nvSpPr>
        <p:spPr>
          <a:xfrm>
            <a:off x="4186735" y="2336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" name="F2_precision_recall_distributions_3207">
            <a:extLst>
              <a:ext uri="{FF2B5EF4-FFF2-40B4-BE49-F238E27FC236}">
                <a16:creationId xmlns:a16="http://schemas.microsoft.com/office/drawing/2014/main" id="{6738E625-6656-4A0C-A5E0-D4E3B3F4EEAA}"/>
              </a:ext>
            </a:extLst>
          </p:cNvPr>
          <p:cNvSpPr>
            <a:spLocks noGrp="1"/>
          </p:cNvSpPr>
          <p:nvPr/>
        </p:nvSpPr>
        <p:spPr>
          <a:xfrm>
            <a:off x="4241817" y="2325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" name="F2_precision_recall_distributions_3208">
            <a:extLst>
              <a:ext uri="{FF2B5EF4-FFF2-40B4-BE49-F238E27FC236}">
                <a16:creationId xmlns:a16="http://schemas.microsoft.com/office/drawing/2014/main" id="{2710DD94-2F64-4C37-81BB-2FA6F7DB5A7F}"/>
              </a:ext>
            </a:extLst>
          </p:cNvPr>
          <p:cNvSpPr>
            <a:spLocks noGrp="1"/>
          </p:cNvSpPr>
          <p:nvPr/>
        </p:nvSpPr>
        <p:spPr>
          <a:xfrm>
            <a:off x="398322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" name="F2_precision_recall_distributions_3209">
            <a:extLst>
              <a:ext uri="{FF2B5EF4-FFF2-40B4-BE49-F238E27FC236}">
                <a16:creationId xmlns:a16="http://schemas.microsoft.com/office/drawing/2014/main" id="{7B91272E-D3D4-401E-9045-CA8F2EC583C7}"/>
              </a:ext>
            </a:extLst>
          </p:cNvPr>
          <p:cNvSpPr>
            <a:spLocks noGrp="1"/>
          </p:cNvSpPr>
          <p:nvPr/>
        </p:nvSpPr>
        <p:spPr>
          <a:xfrm>
            <a:off x="4057998" y="22407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" name="F2_precision_recall_distributions_3210">
            <a:extLst>
              <a:ext uri="{FF2B5EF4-FFF2-40B4-BE49-F238E27FC236}">
                <a16:creationId xmlns:a16="http://schemas.microsoft.com/office/drawing/2014/main" id="{00796AF0-FCF8-4B72-BF78-8B6AD5F3235A}"/>
              </a:ext>
            </a:extLst>
          </p:cNvPr>
          <p:cNvSpPr>
            <a:spLocks noGrp="1"/>
          </p:cNvSpPr>
          <p:nvPr/>
        </p:nvSpPr>
        <p:spPr>
          <a:xfrm>
            <a:off x="4341462" y="215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" name="F2_precision_recall_distributions_3211">
            <a:extLst>
              <a:ext uri="{FF2B5EF4-FFF2-40B4-BE49-F238E27FC236}">
                <a16:creationId xmlns:a16="http://schemas.microsoft.com/office/drawing/2014/main" id="{C39E723C-3C40-4CF3-A8CA-5DEF5355FAA3}"/>
              </a:ext>
            </a:extLst>
          </p:cNvPr>
          <p:cNvSpPr>
            <a:spLocks noGrp="1"/>
          </p:cNvSpPr>
          <p:nvPr/>
        </p:nvSpPr>
        <p:spPr>
          <a:xfrm>
            <a:off x="419526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" name="F2_precision_recall_distributions_3212">
            <a:extLst>
              <a:ext uri="{FF2B5EF4-FFF2-40B4-BE49-F238E27FC236}">
                <a16:creationId xmlns:a16="http://schemas.microsoft.com/office/drawing/2014/main" id="{9EC60F0E-2364-46C2-BA56-3AFFEB03FF52}"/>
              </a:ext>
            </a:extLst>
          </p:cNvPr>
          <p:cNvSpPr>
            <a:spLocks noGrp="1"/>
          </p:cNvSpPr>
          <p:nvPr/>
        </p:nvSpPr>
        <p:spPr>
          <a:xfrm>
            <a:off x="40693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" name="F2_precision_recall_distributions_3213">
            <a:extLst>
              <a:ext uri="{FF2B5EF4-FFF2-40B4-BE49-F238E27FC236}">
                <a16:creationId xmlns:a16="http://schemas.microsoft.com/office/drawing/2014/main" id="{5F910661-C45F-4298-BCF6-57AB655A0688}"/>
              </a:ext>
            </a:extLst>
          </p:cNvPr>
          <p:cNvSpPr>
            <a:spLocks noGrp="1"/>
          </p:cNvSpPr>
          <p:nvPr/>
        </p:nvSpPr>
        <p:spPr>
          <a:xfrm>
            <a:off x="4329455" y="2339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" name="F2_precision_recall_distributions_3214">
            <a:extLst>
              <a:ext uri="{FF2B5EF4-FFF2-40B4-BE49-F238E27FC236}">
                <a16:creationId xmlns:a16="http://schemas.microsoft.com/office/drawing/2014/main" id="{C6560924-C10A-419B-A140-618E12F7EA28}"/>
              </a:ext>
            </a:extLst>
          </p:cNvPr>
          <p:cNvSpPr>
            <a:spLocks noGrp="1"/>
          </p:cNvSpPr>
          <p:nvPr/>
        </p:nvSpPr>
        <p:spPr>
          <a:xfrm>
            <a:off x="3987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" name="F2_precision_recall_distributions_3215">
            <a:extLst>
              <a:ext uri="{FF2B5EF4-FFF2-40B4-BE49-F238E27FC236}">
                <a16:creationId xmlns:a16="http://schemas.microsoft.com/office/drawing/2014/main" id="{A4AD26A8-B7C8-4985-B07B-7BEB621E8165}"/>
              </a:ext>
            </a:extLst>
          </p:cNvPr>
          <p:cNvSpPr>
            <a:spLocks noGrp="1"/>
          </p:cNvSpPr>
          <p:nvPr/>
        </p:nvSpPr>
        <p:spPr>
          <a:xfrm>
            <a:off x="4130375" y="233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" name="F2_precision_recall_distributions_3216">
            <a:extLst>
              <a:ext uri="{FF2B5EF4-FFF2-40B4-BE49-F238E27FC236}">
                <a16:creationId xmlns:a16="http://schemas.microsoft.com/office/drawing/2014/main" id="{F2AF797D-6BCF-4CF8-878A-A757DF0A22FE}"/>
              </a:ext>
            </a:extLst>
          </p:cNvPr>
          <p:cNvSpPr>
            <a:spLocks noGrp="1"/>
          </p:cNvSpPr>
          <p:nvPr/>
        </p:nvSpPr>
        <p:spPr>
          <a:xfrm>
            <a:off x="4133559" y="22787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" name="F2_precision_recall_distributions_3217">
            <a:extLst>
              <a:ext uri="{FF2B5EF4-FFF2-40B4-BE49-F238E27FC236}">
                <a16:creationId xmlns:a16="http://schemas.microsoft.com/office/drawing/2014/main" id="{8B5881C9-C9EA-463E-8AC6-09F1B25DC98D}"/>
              </a:ext>
            </a:extLst>
          </p:cNvPr>
          <p:cNvSpPr>
            <a:spLocks noGrp="1"/>
          </p:cNvSpPr>
          <p:nvPr/>
        </p:nvSpPr>
        <p:spPr>
          <a:xfrm>
            <a:off x="42920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" name="F2_precision_recall_distributions_3218">
            <a:extLst>
              <a:ext uri="{FF2B5EF4-FFF2-40B4-BE49-F238E27FC236}">
                <a16:creationId xmlns:a16="http://schemas.microsoft.com/office/drawing/2014/main" id="{53818D61-2E9B-4589-B49B-22CD16EC89DC}"/>
              </a:ext>
            </a:extLst>
          </p:cNvPr>
          <p:cNvSpPr>
            <a:spLocks noGrp="1"/>
          </p:cNvSpPr>
          <p:nvPr/>
        </p:nvSpPr>
        <p:spPr>
          <a:xfrm>
            <a:off x="4055015" y="21902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" name="F2_precision_recall_distributions_3219">
            <a:extLst>
              <a:ext uri="{FF2B5EF4-FFF2-40B4-BE49-F238E27FC236}">
                <a16:creationId xmlns:a16="http://schemas.microsoft.com/office/drawing/2014/main" id="{100FF3C1-0C6A-4152-BC40-72C5CFFC5215}"/>
              </a:ext>
            </a:extLst>
          </p:cNvPr>
          <p:cNvSpPr>
            <a:spLocks noGrp="1"/>
          </p:cNvSpPr>
          <p:nvPr/>
        </p:nvSpPr>
        <p:spPr>
          <a:xfrm>
            <a:off x="40275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" name="F2_precision_recall_distributions_3220">
            <a:extLst>
              <a:ext uri="{FF2B5EF4-FFF2-40B4-BE49-F238E27FC236}">
                <a16:creationId xmlns:a16="http://schemas.microsoft.com/office/drawing/2014/main" id="{EFDED18E-5D8F-4C15-9552-BDC93C88BC7D}"/>
              </a:ext>
            </a:extLst>
          </p:cNvPr>
          <p:cNvSpPr>
            <a:spLocks noGrp="1"/>
          </p:cNvSpPr>
          <p:nvPr/>
        </p:nvSpPr>
        <p:spPr>
          <a:xfrm>
            <a:off x="4260203" y="2341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" name="F2_precision_recall_distributions_3221">
            <a:extLst>
              <a:ext uri="{FF2B5EF4-FFF2-40B4-BE49-F238E27FC236}">
                <a16:creationId xmlns:a16="http://schemas.microsoft.com/office/drawing/2014/main" id="{8DCB51D3-CD24-4F71-8FD3-94AA071C9D3D}"/>
              </a:ext>
            </a:extLst>
          </p:cNvPr>
          <p:cNvSpPr>
            <a:spLocks noGrp="1"/>
          </p:cNvSpPr>
          <p:nvPr/>
        </p:nvSpPr>
        <p:spPr>
          <a:xfrm>
            <a:off x="425451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" name="F2_precision_recall_distributions_3222">
            <a:extLst>
              <a:ext uri="{FF2B5EF4-FFF2-40B4-BE49-F238E27FC236}">
                <a16:creationId xmlns:a16="http://schemas.microsoft.com/office/drawing/2014/main" id="{988E08E2-9BD2-485A-9E4F-E73BC19CBF1B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" name="F2_precision_recall_distributions_3223">
            <a:extLst>
              <a:ext uri="{FF2B5EF4-FFF2-40B4-BE49-F238E27FC236}">
                <a16:creationId xmlns:a16="http://schemas.microsoft.com/office/drawing/2014/main" id="{8CD192CA-40D0-4CED-9EA1-461C1FCF8C2D}"/>
              </a:ext>
            </a:extLst>
          </p:cNvPr>
          <p:cNvSpPr>
            <a:spLocks noGrp="1"/>
          </p:cNvSpPr>
          <p:nvPr/>
        </p:nvSpPr>
        <p:spPr>
          <a:xfrm>
            <a:off x="402187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" name="F2_precision_recall_distributions_3224">
            <a:extLst>
              <a:ext uri="{FF2B5EF4-FFF2-40B4-BE49-F238E27FC236}">
                <a16:creationId xmlns:a16="http://schemas.microsoft.com/office/drawing/2014/main" id="{09D67F6B-BF04-476B-B830-59664EDEF1E9}"/>
              </a:ext>
            </a:extLst>
          </p:cNvPr>
          <p:cNvSpPr>
            <a:spLocks noGrp="1"/>
          </p:cNvSpPr>
          <p:nvPr/>
        </p:nvSpPr>
        <p:spPr>
          <a:xfrm>
            <a:off x="4062957" y="2341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" name="F2_precision_recall_distributions_3225">
            <a:extLst>
              <a:ext uri="{FF2B5EF4-FFF2-40B4-BE49-F238E27FC236}">
                <a16:creationId xmlns:a16="http://schemas.microsoft.com/office/drawing/2014/main" id="{631049B7-F199-4EFC-B232-1800667ECA11}"/>
              </a:ext>
            </a:extLst>
          </p:cNvPr>
          <p:cNvSpPr>
            <a:spLocks noGrp="1"/>
          </p:cNvSpPr>
          <p:nvPr/>
        </p:nvSpPr>
        <p:spPr>
          <a:xfrm>
            <a:off x="41375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" name="F2_precision_recall_distributions_3226">
            <a:extLst>
              <a:ext uri="{FF2B5EF4-FFF2-40B4-BE49-F238E27FC236}">
                <a16:creationId xmlns:a16="http://schemas.microsoft.com/office/drawing/2014/main" id="{FE11FBD7-106C-485F-B32D-D4B7AE04BFCE}"/>
              </a:ext>
            </a:extLst>
          </p:cNvPr>
          <p:cNvSpPr>
            <a:spLocks noGrp="1"/>
          </p:cNvSpPr>
          <p:nvPr/>
        </p:nvSpPr>
        <p:spPr>
          <a:xfrm>
            <a:off x="4047467" y="2305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" name="F2_precision_recall_distributions_3227">
            <a:extLst>
              <a:ext uri="{FF2B5EF4-FFF2-40B4-BE49-F238E27FC236}">
                <a16:creationId xmlns:a16="http://schemas.microsoft.com/office/drawing/2014/main" id="{58E68A8C-B75A-4CE4-870B-ED7CFBE7C763}"/>
              </a:ext>
            </a:extLst>
          </p:cNvPr>
          <p:cNvSpPr>
            <a:spLocks noGrp="1"/>
          </p:cNvSpPr>
          <p:nvPr/>
        </p:nvSpPr>
        <p:spPr>
          <a:xfrm>
            <a:off x="43003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" name="F2_precision_recall_distributions_3228">
            <a:extLst>
              <a:ext uri="{FF2B5EF4-FFF2-40B4-BE49-F238E27FC236}">
                <a16:creationId xmlns:a16="http://schemas.microsoft.com/office/drawing/2014/main" id="{6EBFA70A-A2F2-4F1E-B517-EB85F121C6BD}"/>
              </a:ext>
            </a:extLst>
          </p:cNvPr>
          <p:cNvSpPr>
            <a:spLocks noGrp="1"/>
          </p:cNvSpPr>
          <p:nvPr/>
        </p:nvSpPr>
        <p:spPr>
          <a:xfrm>
            <a:off x="4209552" y="18839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" name="F2_precision_recall_distributions_3229">
            <a:extLst>
              <a:ext uri="{FF2B5EF4-FFF2-40B4-BE49-F238E27FC236}">
                <a16:creationId xmlns:a16="http://schemas.microsoft.com/office/drawing/2014/main" id="{D43C8789-B5E0-4994-996F-771ADB3A341A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" name="F2_precision_recall_distributions_3230">
            <a:extLst>
              <a:ext uri="{FF2B5EF4-FFF2-40B4-BE49-F238E27FC236}">
                <a16:creationId xmlns:a16="http://schemas.microsoft.com/office/drawing/2014/main" id="{BE422C1E-B722-47A4-ADD2-5B3BB63C982A}"/>
              </a:ext>
            </a:extLst>
          </p:cNvPr>
          <p:cNvSpPr>
            <a:spLocks noGrp="1"/>
          </p:cNvSpPr>
          <p:nvPr/>
        </p:nvSpPr>
        <p:spPr>
          <a:xfrm>
            <a:off x="4239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" name="F2_precision_recall_distributions_3231">
            <a:extLst>
              <a:ext uri="{FF2B5EF4-FFF2-40B4-BE49-F238E27FC236}">
                <a16:creationId xmlns:a16="http://schemas.microsoft.com/office/drawing/2014/main" id="{BEE6655E-4251-4FFB-AF2A-9E7590DED008}"/>
              </a:ext>
            </a:extLst>
          </p:cNvPr>
          <p:cNvSpPr>
            <a:spLocks noGrp="1"/>
          </p:cNvSpPr>
          <p:nvPr/>
        </p:nvSpPr>
        <p:spPr>
          <a:xfrm>
            <a:off x="41966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" name="F2_precision_recall_distributions_3232">
            <a:extLst>
              <a:ext uri="{FF2B5EF4-FFF2-40B4-BE49-F238E27FC236}">
                <a16:creationId xmlns:a16="http://schemas.microsoft.com/office/drawing/2014/main" id="{587D7530-2DEF-4D73-9B59-72A4FD14D05F}"/>
              </a:ext>
            </a:extLst>
          </p:cNvPr>
          <p:cNvSpPr>
            <a:spLocks noGrp="1"/>
          </p:cNvSpPr>
          <p:nvPr/>
        </p:nvSpPr>
        <p:spPr>
          <a:xfrm>
            <a:off x="422959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" name="F2_precision_recall_distributions_3233">
            <a:extLst>
              <a:ext uri="{FF2B5EF4-FFF2-40B4-BE49-F238E27FC236}">
                <a16:creationId xmlns:a16="http://schemas.microsoft.com/office/drawing/2014/main" id="{9A1577A7-9571-4B89-8D00-8ECFD4DA6F77}"/>
              </a:ext>
            </a:extLst>
          </p:cNvPr>
          <p:cNvSpPr>
            <a:spLocks noGrp="1"/>
          </p:cNvSpPr>
          <p:nvPr/>
        </p:nvSpPr>
        <p:spPr>
          <a:xfrm>
            <a:off x="4327318" y="2338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" name="F2_precision_recall_distributions_3234">
            <a:extLst>
              <a:ext uri="{FF2B5EF4-FFF2-40B4-BE49-F238E27FC236}">
                <a16:creationId xmlns:a16="http://schemas.microsoft.com/office/drawing/2014/main" id="{E3E546A9-263B-49E6-B45A-F1DF67353CB5}"/>
              </a:ext>
            </a:extLst>
          </p:cNvPr>
          <p:cNvSpPr>
            <a:spLocks noGrp="1"/>
          </p:cNvSpPr>
          <p:nvPr/>
        </p:nvSpPr>
        <p:spPr>
          <a:xfrm>
            <a:off x="39933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" name="F2_precision_recall_distributions_3235">
            <a:extLst>
              <a:ext uri="{FF2B5EF4-FFF2-40B4-BE49-F238E27FC236}">
                <a16:creationId xmlns:a16="http://schemas.microsoft.com/office/drawing/2014/main" id="{690ECC20-B88C-4DC0-B21E-19687D8B3D12}"/>
              </a:ext>
            </a:extLst>
          </p:cNvPr>
          <p:cNvSpPr>
            <a:spLocks noGrp="1"/>
          </p:cNvSpPr>
          <p:nvPr/>
        </p:nvSpPr>
        <p:spPr>
          <a:xfrm>
            <a:off x="4116416" y="23396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" name="F2_precision_recall_distributions_3236">
            <a:extLst>
              <a:ext uri="{FF2B5EF4-FFF2-40B4-BE49-F238E27FC236}">
                <a16:creationId xmlns:a16="http://schemas.microsoft.com/office/drawing/2014/main" id="{7CFEFD5D-ACBD-4EF1-B2F1-78D89C465FF5}"/>
              </a:ext>
            </a:extLst>
          </p:cNvPr>
          <p:cNvSpPr>
            <a:spLocks noGrp="1"/>
          </p:cNvSpPr>
          <p:nvPr/>
        </p:nvSpPr>
        <p:spPr>
          <a:xfrm>
            <a:off x="4003750" y="18639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" name="F2_precision_recall_distributions_3237">
            <a:extLst>
              <a:ext uri="{FF2B5EF4-FFF2-40B4-BE49-F238E27FC236}">
                <a16:creationId xmlns:a16="http://schemas.microsoft.com/office/drawing/2014/main" id="{E7AB0B46-3491-475A-A66C-885E3EAAB529}"/>
              </a:ext>
            </a:extLst>
          </p:cNvPr>
          <p:cNvSpPr>
            <a:spLocks noGrp="1"/>
          </p:cNvSpPr>
          <p:nvPr/>
        </p:nvSpPr>
        <p:spPr>
          <a:xfrm>
            <a:off x="4169004" y="23415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" name="F2_precision_recall_distributions_3238">
            <a:extLst>
              <a:ext uri="{FF2B5EF4-FFF2-40B4-BE49-F238E27FC236}">
                <a16:creationId xmlns:a16="http://schemas.microsoft.com/office/drawing/2014/main" id="{21BDE888-44E7-4010-8505-15032CD31836}"/>
              </a:ext>
            </a:extLst>
          </p:cNvPr>
          <p:cNvSpPr>
            <a:spLocks noGrp="1"/>
          </p:cNvSpPr>
          <p:nvPr/>
        </p:nvSpPr>
        <p:spPr>
          <a:xfrm>
            <a:off x="419732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" name="F2_precision_recall_distributions_3239">
            <a:extLst>
              <a:ext uri="{FF2B5EF4-FFF2-40B4-BE49-F238E27FC236}">
                <a16:creationId xmlns:a16="http://schemas.microsoft.com/office/drawing/2014/main" id="{14843C5B-A9CB-45B3-B26F-AA58D0EFA20D}"/>
              </a:ext>
            </a:extLst>
          </p:cNvPr>
          <p:cNvSpPr>
            <a:spLocks noGrp="1"/>
          </p:cNvSpPr>
          <p:nvPr/>
        </p:nvSpPr>
        <p:spPr>
          <a:xfrm>
            <a:off x="4294944" y="2316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" name="F2_precision_recall_distributions_3240">
            <a:extLst>
              <a:ext uri="{FF2B5EF4-FFF2-40B4-BE49-F238E27FC236}">
                <a16:creationId xmlns:a16="http://schemas.microsoft.com/office/drawing/2014/main" id="{0EDF4A3E-70A7-43FD-B0DF-891EE6CC223C}"/>
              </a:ext>
            </a:extLst>
          </p:cNvPr>
          <p:cNvSpPr>
            <a:spLocks noGrp="1"/>
          </p:cNvSpPr>
          <p:nvPr/>
        </p:nvSpPr>
        <p:spPr>
          <a:xfrm>
            <a:off x="4298303" y="19370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" name="F2_precision_recall_distributions_3241">
            <a:extLst>
              <a:ext uri="{FF2B5EF4-FFF2-40B4-BE49-F238E27FC236}">
                <a16:creationId xmlns:a16="http://schemas.microsoft.com/office/drawing/2014/main" id="{9004E2F7-18DD-49EB-BD47-A0D0FAD4EDD9}"/>
              </a:ext>
            </a:extLst>
          </p:cNvPr>
          <p:cNvSpPr>
            <a:spLocks noGrp="1"/>
          </p:cNvSpPr>
          <p:nvPr/>
        </p:nvSpPr>
        <p:spPr>
          <a:xfrm>
            <a:off x="425656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" name="F2_precision_recall_distributions_3242">
            <a:extLst>
              <a:ext uri="{FF2B5EF4-FFF2-40B4-BE49-F238E27FC236}">
                <a16:creationId xmlns:a16="http://schemas.microsoft.com/office/drawing/2014/main" id="{C7F7B012-1639-4AC4-A454-AA2A0F8EFB3C}"/>
              </a:ext>
            </a:extLst>
          </p:cNvPr>
          <p:cNvSpPr>
            <a:spLocks noGrp="1"/>
          </p:cNvSpPr>
          <p:nvPr/>
        </p:nvSpPr>
        <p:spPr>
          <a:xfrm>
            <a:off x="4092146" y="23392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" name="F2_precision_recall_distributions_3243">
            <a:extLst>
              <a:ext uri="{FF2B5EF4-FFF2-40B4-BE49-F238E27FC236}">
                <a16:creationId xmlns:a16="http://schemas.microsoft.com/office/drawing/2014/main" id="{F6FD0FC2-DDF0-4A0A-9DC6-56D037DDF0E6}"/>
              </a:ext>
            </a:extLst>
          </p:cNvPr>
          <p:cNvSpPr>
            <a:spLocks noGrp="1"/>
          </p:cNvSpPr>
          <p:nvPr/>
        </p:nvSpPr>
        <p:spPr>
          <a:xfrm>
            <a:off x="4159342" y="2306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" name="F2_precision_recall_distributions_3244">
            <a:extLst>
              <a:ext uri="{FF2B5EF4-FFF2-40B4-BE49-F238E27FC236}">
                <a16:creationId xmlns:a16="http://schemas.microsoft.com/office/drawing/2014/main" id="{451FDFDA-B8BD-49D0-9AE2-E0370984639A}"/>
              </a:ext>
            </a:extLst>
          </p:cNvPr>
          <p:cNvSpPr>
            <a:spLocks noGrp="1"/>
          </p:cNvSpPr>
          <p:nvPr/>
        </p:nvSpPr>
        <p:spPr>
          <a:xfrm>
            <a:off x="4260349" y="22712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" name="F2_precision_recall_distributions_3245">
            <a:extLst>
              <a:ext uri="{FF2B5EF4-FFF2-40B4-BE49-F238E27FC236}">
                <a16:creationId xmlns:a16="http://schemas.microsoft.com/office/drawing/2014/main" id="{358928B4-625F-48EF-B829-B314CB4719AE}"/>
              </a:ext>
            </a:extLst>
          </p:cNvPr>
          <p:cNvSpPr>
            <a:spLocks noGrp="1"/>
          </p:cNvSpPr>
          <p:nvPr/>
        </p:nvSpPr>
        <p:spPr>
          <a:xfrm>
            <a:off x="4149981" y="18282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" name="F2_precision_recall_distributions_3246">
            <a:extLst>
              <a:ext uri="{FF2B5EF4-FFF2-40B4-BE49-F238E27FC236}">
                <a16:creationId xmlns:a16="http://schemas.microsoft.com/office/drawing/2014/main" id="{B86067FB-464A-4C25-BC21-71DB0A8CF86C}"/>
              </a:ext>
            </a:extLst>
          </p:cNvPr>
          <p:cNvSpPr>
            <a:spLocks noGrp="1"/>
          </p:cNvSpPr>
          <p:nvPr/>
        </p:nvSpPr>
        <p:spPr>
          <a:xfrm>
            <a:off x="4307379" y="2340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" name="F2_precision_recall_distributions_3247">
            <a:extLst>
              <a:ext uri="{FF2B5EF4-FFF2-40B4-BE49-F238E27FC236}">
                <a16:creationId xmlns:a16="http://schemas.microsoft.com/office/drawing/2014/main" id="{F1C47E9A-C860-4DFF-AC80-253C7F62E4B8}"/>
              </a:ext>
            </a:extLst>
          </p:cNvPr>
          <p:cNvSpPr>
            <a:spLocks noGrp="1"/>
          </p:cNvSpPr>
          <p:nvPr/>
        </p:nvSpPr>
        <p:spPr>
          <a:xfrm>
            <a:off x="4021186" y="2330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" name="F2_precision_recall_distributions_3248">
            <a:extLst>
              <a:ext uri="{FF2B5EF4-FFF2-40B4-BE49-F238E27FC236}">
                <a16:creationId xmlns:a16="http://schemas.microsoft.com/office/drawing/2014/main" id="{CC3F8B51-99CF-4AE8-8EC7-931DCAD4A3EB}"/>
              </a:ext>
            </a:extLst>
          </p:cNvPr>
          <p:cNvSpPr>
            <a:spLocks noGrp="1"/>
          </p:cNvSpPr>
          <p:nvPr/>
        </p:nvSpPr>
        <p:spPr>
          <a:xfrm>
            <a:off x="401215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" name="F2_precision_recall_distributions_3249">
            <a:extLst>
              <a:ext uri="{FF2B5EF4-FFF2-40B4-BE49-F238E27FC236}">
                <a16:creationId xmlns:a16="http://schemas.microsoft.com/office/drawing/2014/main" id="{13402D26-C44D-4B9B-A56A-ED8A4D79CDAB}"/>
              </a:ext>
            </a:extLst>
          </p:cNvPr>
          <p:cNvSpPr>
            <a:spLocks noGrp="1"/>
          </p:cNvSpPr>
          <p:nvPr/>
        </p:nvSpPr>
        <p:spPr>
          <a:xfrm>
            <a:off x="42622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" name="F2_precision_recall_distributions_3250">
            <a:extLst>
              <a:ext uri="{FF2B5EF4-FFF2-40B4-BE49-F238E27FC236}">
                <a16:creationId xmlns:a16="http://schemas.microsoft.com/office/drawing/2014/main" id="{5634A4D8-0E58-4868-86B1-35018B6A8886}"/>
              </a:ext>
            </a:extLst>
          </p:cNvPr>
          <p:cNvSpPr>
            <a:spLocks noGrp="1"/>
          </p:cNvSpPr>
          <p:nvPr/>
        </p:nvSpPr>
        <p:spPr>
          <a:xfrm>
            <a:off x="422655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" name="F2_precision_recall_distributions_3251">
            <a:extLst>
              <a:ext uri="{FF2B5EF4-FFF2-40B4-BE49-F238E27FC236}">
                <a16:creationId xmlns:a16="http://schemas.microsoft.com/office/drawing/2014/main" id="{FEB9315E-53BF-4C9A-8711-9D4F13B195B1}"/>
              </a:ext>
            </a:extLst>
          </p:cNvPr>
          <p:cNvSpPr>
            <a:spLocks noGrp="1"/>
          </p:cNvSpPr>
          <p:nvPr/>
        </p:nvSpPr>
        <p:spPr>
          <a:xfrm>
            <a:off x="4121392" y="23415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" name="F2_precision_recall_distributions_3252">
            <a:extLst>
              <a:ext uri="{FF2B5EF4-FFF2-40B4-BE49-F238E27FC236}">
                <a16:creationId xmlns:a16="http://schemas.microsoft.com/office/drawing/2014/main" id="{7CDD3407-0598-452D-BBD0-663222E13EC1}"/>
              </a:ext>
            </a:extLst>
          </p:cNvPr>
          <p:cNvSpPr>
            <a:spLocks noGrp="1"/>
          </p:cNvSpPr>
          <p:nvPr/>
        </p:nvSpPr>
        <p:spPr>
          <a:xfrm>
            <a:off x="41951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" name="F2_precision_recall_distributions_3253">
            <a:extLst>
              <a:ext uri="{FF2B5EF4-FFF2-40B4-BE49-F238E27FC236}">
                <a16:creationId xmlns:a16="http://schemas.microsoft.com/office/drawing/2014/main" id="{96959FE4-CBA1-4992-BD65-0C1006CF2648}"/>
              </a:ext>
            </a:extLst>
          </p:cNvPr>
          <p:cNvSpPr>
            <a:spLocks noGrp="1"/>
          </p:cNvSpPr>
          <p:nvPr/>
        </p:nvSpPr>
        <p:spPr>
          <a:xfrm>
            <a:off x="427637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" name="F2_precision_recall_distributions_3254">
            <a:extLst>
              <a:ext uri="{FF2B5EF4-FFF2-40B4-BE49-F238E27FC236}">
                <a16:creationId xmlns:a16="http://schemas.microsoft.com/office/drawing/2014/main" id="{633FDFF4-50B6-4DA7-853E-DB99030E0F06}"/>
              </a:ext>
            </a:extLst>
          </p:cNvPr>
          <p:cNvSpPr>
            <a:spLocks noGrp="1"/>
          </p:cNvSpPr>
          <p:nvPr/>
        </p:nvSpPr>
        <p:spPr>
          <a:xfrm>
            <a:off x="4255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" name="F2_precision_recall_distributions_3255">
            <a:extLst>
              <a:ext uri="{FF2B5EF4-FFF2-40B4-BE49-F238E27FC236}">
                <a16:creationId xmlns:a16="http://schemas.microsoft.com/office/drawing/2014/main" id="{FE3DDF2F-59BA-4BAD-A182-18C31AE6FA81}"/>
              </a:ext>
            </a:extLst>
          </p:cNvPr>
          <p:cNvSpPr>
            <a:spLocks noGrp="1"/>
          </p:cNvSpPr>
          <p:nvPr/>
        </p:nvSpPr>
        <p:spPr>
          <a:xfrm>
            <a:off x="4337259" y="23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" name="F2_precision_recall_distributions_3256">
            <a:extLst>
              <a:ext uri="{FF2B5EF4-FFF2-40B4-BE49-F238E27FC236}">
                <a16:creationId xmlns:a16="http://schemas.microsoft.com/office/drawing/2014/main" id="{2761B5B0-B775-4475-8156-0B451EA065D0}"/>
              </a:ext>
            </a:extLst>
          </p:cNvPr>
          <p:cNvSpPr>
            <a:spLocks noGrp="1"/>
          </p:cNvSpPr>
          <p:nvPr/>
        </p:nvSpPr>
        <p:spPr>
          <a:xfrm>
            <a:off x="43302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" name="F2_precision_recall_distributions_3257">
            <a:extLst>
              <a:ext uri="{FF2B5EF4-FFF2-40B4-BE49-F238E27FC236}">
                <a16:creationId xmlns:a16="http://schemas.microsoft.com/office/drawing/2014/main" id="{78115C6F-318A-4B8C-B9B6-37B57B562C31}"/>
              </a:ext>
            </a:extLst>
          </p:cNvPr>
          <p:cNvSpPr>
            <a:spLocks noGrp="1"/>
          </p:cNvSpPr>
          <p:nvPr/>
        </p:nvSpPr>
        <p:spPr>
          <a:xfrm>
            <a:off x="4276000" y="23413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" name="F2_precision_recall_distributions_3258">
            <a:extLst>
              <a:ext uri="{FF2B5EF4-FFF2-40B4-BE49-F238E27FC236}">
                <a16:creationId xmlns:a16="http://schemas.microsoft.com/office/drawing/2014/main" id="{C303F6C5-DA4D-49FD-B01B-2FA662862B3D}"/>
              </a:ext>
            </a:extLst>
          </p:cNvPr>
          <p:cNvSpPr>
            <a:spLocks noGrp="1"/>
          </p:cNvSpPr>
          <p:nvPr/>
        </p:nvSpPr>
        <p:spPr>
          <a:xfrm>
            <a:off x="4288141" y="2337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" name="F2_precision_recall_distributions_3259">
            <a:extLst>
              <a:ext uri="{FF2B5EF4-FFF2-40B4-BE49-F238E27FC236}">
                <a16:creationId xmlns:a16="http://schemas.microsoft.com/office/drawing/2014/main" id="{C0D26A3D-5CCB-4378-BE6B-17ADD4937867}"/>
              </a:ext>
            </a:extLst>
          </p:cNvPr>
          <p:cNvSpPr>
            <a:spLocks noGrp="1"/>
          </p:cNvSpPr>
          <p:nvPr/>
        </p:nvSpPr>
        <p:spPr>
          <a:xfrm>
            <a:off x="4211516" y="23406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6" name="F2_precision_recall_distributions_3260">
            <a:extLst>
              <a:ext uri="{FF2B5EF4-FFF2-40B4-BE49-F238E27FC236}">
                <a16:creationId xmlns:a16="http://schemas.microsoft.com/office/drawing/2014/main" id="{8F40F8FB-4924-4865-85F0-6DFCB390E6E7}"/>
              </a:ext>
            </a:extLst>
          </p:cNvPr>
          <p:cNvSpPr>
            <a:spLocks noGrp="1"/>
          </p:cNvSpPr>
          <p:nvPr/>
        </p:nvSpPr>
        <p:spPr>
          <a:xfrm>
            <a:off x="4178955" y="23413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" name="F2_precision_recall_distributions_3261">
            <a:extLst>
              <a:ext uri="{FF2B5EF4-FFF2-40B4-BE49-F238E27FC236}">
                <a16:creationId xmlns:a16="http://schemas.microsoft.com/office/drawing/2014/main" id="{9341D5B2-D2D6-4853-B0EE-60F1DD10ED38}"/>
              </a:ext>
            </a:extLst>
          </p:cNvPr>
          <p:cNvSpPr>
            <a:spLocks noGrp="1"/>
          </p:cNvSpPr>
          <p:nvPr/>
        </p:nvSpPr>
        <p:spPr>
          <a:xfrm>
            <a:off x="4323297" y="2339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" name="F2_precision_recall_distributions_3262">
            <a:extLst>
              <a:ext uri="{FF2B5EF4-FFF2-40B4-BE49-F238E27FC236}">
                <a16:creationId xmlns:a16="http://schemas.microsoft.com/office/drawing/2014/main" id="{C8F9C1BD-ED51-49B6-921F-8B4DD2447399}"/>
              </a:ext>
            </a:extLst>
          </p:cNvPr>
          <p:cNvSpPr>
            <a:spLocks noGrp="1"/>
          </p:cNvSpPr>
          <p:nvPr/>
        </p:nvSpPr>
        <p:spPr>
          <a:xfrm>
            <a:off x="4113421" y="2341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" name="F2_precision_recall_distributions_3263">
            <a:extLst>
              <a:ext uri="{FF2B5EF4-FFF2-40B4-BE49-F238E27FC236}">
                <a16:creationId xmlns:a16="http://schemas.microsoft.com/office/drawing/2014/main" id="{8D972BD0-C993-4E33-8283-0FB0B90C0CCC}"/>
              </a:ext>
            </a:extLst>
          </p:cNvPr>
          <p:cNvSpPr>
            <a:spLocks noGrp="1"/>
          </p:cNvSpPr>
          <p:nvPr/>
        </p:nvSpPr>
        <p:spPr>
          <a:xfrm>
            <a:off x="408106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" name="F2_precision_recall_distributions_3264">
            <a:extLst>
              <a:ext uri="{FF2B5EF4-FFF2-40B4-BE49-F238E27FC236}">
                <a16:creationId xmlns:a16="http://schemas.microsoft.com/office/drawing/2014/main" id="{1DCA2185-1DC0-4C71-A1F8-58BBBEE98813}"/>
              </a:ext>
            </a:extLst>
          </p:cNvPr>
          <p:cNvSpPr>
            <a:spLocks noGrp="1"/>
          </p:cNvSpPr>
          <p:nvPr/>
        </p:nvSpPr>
        <p:spPr>
          <a:xfrm>
            <a:off x="4126195" y="23298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" name="F2_precision_recall_distributions_3265">
            <a:extLst>
              <a:ext uri="{FF2B5EF4-FFF2-40B4-BE49-F238E27FC236}">
                <a16:creationId xmlns:a16="http://schemas.microsoft.com/office/drawing/2014/main" id="{6D50265A-4292-475D-8DA3-1679A9FA4F64}"/>
              </a:ext>
            </a:extLst>
          </p:cNvPr>
          <p:cNvSpPr>
            <a:spLocks noGrp="1"/>
          </p:cNvSpPr>
          <p:nvPr/>
        </p:nvSpPr>
        <p:spPr>
          <a:xfrm>
            <a:off x="4155219" y="2342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" name="F2_precision_recall_distributions_3266">
            <a:extLst>
              <a:ext uri="{FF2B5EF4-FFF2-40B4-BE49-F238E27FC236}">
                <a16:creationId xmlns:a16="http://schemas.microsoft.com/office/drawing/2014/main" id="{FB6903F0-69CB-4CF4-A297-504630951DC9}"/>
              </a:ext>
            </a:extLst>
          </p:cNvPr>
          <p:cNvSpPr>
            <a:spLocks noGrp="1"/>
          </p:cNvSpPr>
          <p:nvPr/>
        </p:nvSpPr>
        <p:spPr>
          <a:xfrm>
            <a:off x="4324332" y="23419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" name="F2_precision_recall_distributions_3267">
            <a:extLst>
              <a:ext uri="{FF2B5EF4-FFF2-40B4-BE49-F238E27FC236}">
                <a16:creationId xmlns:a16="http://schemas.microsoft.com/office/drawing/2014/main" id="{B43170B6-8CD7-4906-A6AB-AF59945C4A0C}"/>
              </a:ext>
            </a:extLst>
          </p:cNvPr>
          <p:cNvSpPr>
            <a:spLocks noGrp="1"/>
          </p:cNvSpPr>
          <p:nvPr/>
        </p:nvSpPr>
        <p:spPr>
          <a:xfrm>
            <a:off x="4320147" y="2322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" name="F2_precision_recall_distributions_3268">
            <a:extLst>
              <a:ext uri="{FF2B5EF4-FFF2-40B4-BE49-F238E27FC236}">
                <a16:creationId xmlns:a16="http://schemas.microsoft.com/office/drawing/2014/main" id="{4F724D3A-3670-411A-881B-4161A1D31D14}"/>
              </a:ext>
            </a:extLst>
          </p:cNvPr>
          <p:cNvSpPr>
            <a:spLocks noGrp="1"/>
          </p:cNvSpPr>
          <p:nvPr/>
        </p:nvSpPr>
        <p:spPr>
          <a:xfrm>
            <a:off x="4188330" y="2338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" name="F2_precision_recall_distributions_3269">
            <a:extLst>
              <a:ext uri="{FF2B5EF4-FFF2-40B4-BE49-F238E27FC236}">
                <a16:creationId xmlns:a16="http://schemas.microsoft.com/office/drawing/2014/main" id="{B295038B-063C-496C-9B62-2B6585D17BB5}"/>
              </a:ext>
            </a:extLst>
          </p:cNvPr>
          <p:cNvSpPr>
            <a:spLocks noGrp="1"/>
          </p:cNvSpPr>
          <p:nvPr/>
        </p:nvSpPr>
        <p:spPr>
          <a:xfrm>
            <a:off x="4234664" y="1975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" name="F2_precision_recall_distributions_3270">
            <a:extLst>
              <a:ext uri="{FF2B5EF4-FFF2-40B4-BE49-F238E27FC236}">
                <a16:creationId xmlns:a16="http://schemas.microsoft.com/office/drawing/2014/main" id="{ABB6E7B7-2AAC-4726-A8A9-541B85A59C60}"/>
              </a:ext>
            </a:extLst>
          </p:cNvPr>
          <p:cNvSpPr>
            <a:spLocks noGrp="1"/>
          </p:cNvSpPr>
          <p:nvPr/>
        </p:nvSpPr>
        <p:spPr>
          <a:xfrm>
            <a:off x="402366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" name="F2_precision_recall_distributions_3271">
            <a:extLst>
              <a:ext uri="{FF2B5EF4-FFF2-40B4-BE49-F238E27FC236}">
                <a16:creationId xmlns:a16="http://schemas.microsoft.com/office/drawing/2014/main" id="{F068F3B7-1D2A-4AFB-9F31-F7F50C8250EC}"/>
              </a:ext>
            </a:extLst>
          </p:cNvPr>
          <p:cNvSpPr>
            <a:spLocks noGrp="1"/>
          </p:cNvSpPr>
          <p:nvPr/>
        </p:nvSpPr>
        <p:spPr>
          <a:xfrm>
            <a:off x="4180457" y="2328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" name="F2_precision_recall_distributions_3272">
            <a:extLst>
              <a:ext uri="{FF2B5EF4-FFF2-40B4-BE49-F238E27FC236}">
                <a16:creationId xmlns:a16="http://schemas.microsoft.com/office/drawing/2014/main" id="{39F859D0-0993-4FC7-8CA8-7BAD43F7B638}"/>
              </a:ext>
            </a:extLst>
          </p:cNvPr>
          <p:cNvSpPr>
            <a:spLocks noGrp="1"/>
          </p:cNvSpPr>
          <p:nvPr/>
        </p:nvSpPr>
        <p:spPr>
          <a:xfrm>
            <a:off x="4051652" y="23365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" name="F2_precision_recall_distributions_3273">
            <a:extLst>
              <a:ext uri="{FF2B5EF4-FFF2-40B4-BE49-F238E27FC236}">
                <a16:creationId xmlns:a16="http://schemas.microsoft.com/office/drawing/2014/main" id="{804B756D-4947-482F-A350-6BFF88DEC9A3}"/>
              </a:ext>
            </a:extLst>
          </p:cNvPr>
          <p:cNvSpPr>
            <a:spLocks noGrp="1"/>
          </p:cNvSpPr>
          <p:nvPr/>
        </p:nvSpPr>
        <p:spPr>
          <a:xfrm>
            <a:off x="4098351" y="2339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" name="F2_precision_recall_distributions_3274">
            <a:extLst>
              <a:ext uri="{FF2B5EF4-FFF2-40B4-BE49-F238E27FC236}">
                <a16:creationId xmlns:a16="http://schemas.microsoft.com/office/drawing/2014/main" id="{400E30A1-D19A-451B-877B-E703FED48F45}"/>
              </a:ext>
            </a:extLst>
          </p:cNvPr>
          <p:cNvSpPr>
            <a:spLocks noGrp="1"/>
          </p:cNvSpPr>
          <p:nvPr/>
        </p:nvSpPr>
        <p:spPr>
          <a:xfrm>
            <a:off x="43029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" name="F2_precision_recall_distributions_3275">
            <a:extLst>
              <a:ext uri="{FF2B5EF4-FFF2-40B4-BE49-F238E27FC236}">
                <a16:creationId xmlns:a16="http://schemas.microsoft.com/office/drawing/2014/main" id="{04A5069D-17D2-4A78-B222-E1BB4BF01312}"/>
              </a:ext>
            </a:extLst>
          </p:cNvPr>
          <p:cNvSpPr>
            <a:spLocks noGrp="1"/>
          </p:cNvSpPr>
          <p:nvPr/>
        </p:nvSpPr>
        <p:spPr>
          <a:xfrm>
            <a:off x="417012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" name="F2_precision_recall_distributions_3276">
            <a:extLst>
              <a:ext uri="{FF2B5EF4-FFF2-40B4-BE49-F238E27FC236}">
                <a16:creationId xmlns:a16="http://schemas.microsoft.com/office/drawing/2014/main" id="{D598D4D7-E075-4265-8B0C-C255B251CD23}"/>
              </a:ext>
            </a:extLst>
          </p:cNvPr>
          <p:cNvSpPr>
            <a:spLocks noGrp="1"/>
          </p:cNvSpPr>
          <p:nvPr/>
        </p:nvSpPr>
        <p:spPr>
          <a:xfrm>
            <a:off x="4306924" y="23183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" name="F2_precision_recall_distributions_3277">
            <a:extLst>
              <a:ext uri="{FF2B5EF4-FFF2-40B4-BE49-F238E27FC236}">
                <a16:creationId xmlns:a16="http://schemas.microsoft.com/office/drawing/2014/main" id="{B5DF35F2-63AF-4081-9D31-0792EA72A580}"/>
              </a:ext>
            </a:extLst>
          </p:cNvPr>
          <p:cNvSpPr>
            <a:spLocks noGrp="1"/>
          </p:cNvSpPr>
          <p:nvPr/>
        </p:nvSpPr>
        <p:spPr>
          <a:xfrm>
            <a:off x="398747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" name="F2_precision_recall_distributions_3278">
            <a:extLst>
              <a:ext uri="{FF2B5EF4-FFF2-40B4-BE49-F238E27FC236}">
                <a16:creationId xmlns:a16="http://schemas.microsoft.com/office/drawing/2014/main" id="{2A0C469E-B6E8-429C-89D9-121EC902752D}"/>
              </a:ext>
            </a:extLst>
          </p:cNvPr>
          <p:cNvSpPr>
            <a:spLocks noGrp="1"/>
          </p:cNvSpPr>
          <p:nvPr/>
        </p:nvSpPr>
        <p:spPr>
          <a:xfrm>
            <a:off x="4199136" y="23388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" name="F2_precision_recall_distributions_3279">
            <a:extLst>
              <a:ext uri="{FF2B5EF4-FFF2-40B4-BE49-F238E27FC236}">
                <a16:creationId xmlns:a16="http://schemas.microsoft.com/office/drawing/2014/main" id="{DCD36E0E-A03A-42AF-B019-46272B36F0F8}"/>
              </a:ext>
            </a:extLst>
          </p:cNvPr>
          <p:cNvSpPr>
            <a:spLocks noGrp="1"/>
          </p:cNvSpPr>
          <p:nvPr/>
        </p:nvSpPr>
        <p:spPr>
          <a:xfrm>
            <a:off x="42310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" name="F2_precision_recall_distributions_3280">
            <a:extLst>
              <a:ext uri="{FF2B5EF4-FFF2-40B4-BE49-F238E27FC236}">
                <a16:creationId xmlns:a16="http://schemas.microsoft.com/office/drawing/2014/main" id="{57D43A94-6F4F-4C84-B125-E161620AD6EF}"/>
              </a:ext>
            </a:extLst>
          </p:cNvPr>
          <p:cNvSpPr>
            <a:spLocks noGrp="1"/>
          </p:cNvSpPr>
          <p:nvPr/>
        </p:nvSpPr>
        <p:spPr>
          <a:xfrm>
            <a:off x="4015231" y="2341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" name="F2_precision_recall_distributions_3281">
            <a:extLst>
              <a:ext uri="{FF2B5EF4-FFF2-40B4-BE49-F238E27FC236}">
                <a16:creationId xmlns:a16="http://schemas.microsoft.com/office/drawing/2014/main" id="{211C1CA5-5237-4E47-963B-80A78234E62A}"/>
              </a:ext>
            </a:extLst>
          </p:cNvPr>
          <p:cNvSpPr>
            <a:spLocks noGrp="1"/>
          </p:cNvSpPr>
          <p:nvPr/>
        </p:nvSpPr>
        <p:spPr>
          <a:xfrm>
            <a:off x="40601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" name="F2_precision_recall_distributions_3282">
            <a:extLst>
              <a:ext uri="{FF2B5EF4-FFF2-40B4-BE49-F238E27FC236}">
                <a16:creationId xmlns:a16="http://schemas.microsoft.com/office/drawing/2014/main" id="{E3D53CA0-9CB0-48FC-BAE7-8C05ABF41619}"/>
              </a:ext>
            </a:extLst>
          </p:cNvPr>
          <p:cNvSpPr>
            <a:spLocks noGrp="1"/>
          </p:cNvSpPr>
          <p:nvPr/>
        </p:nvSpPr>
        <p:spPr>
          <a:xfrm>
            <a:off x="4036152" y="23324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" name="F2_precision_recall_distributions_3283">
            <a:extLst>
              <a:ext uri="{FF2B5EF4-FFF2-40B4-BE49-F238E27FC236}">
                <a16:creationId xmlns:a16="http://schemas.microsoft.com/office/drawing/2014/main" id="{329398B7-A3F1-41F3-81A4-A284F4D5A676}"/>
              </a:ext>
            </a:extLst>
          </p:cNvPr>
          <p:cNvSpPr>
            <a:spLocks noGrp="1"/>
          </p:cNvSpPr>
          <p:nvPr/>
        </p:nvSpPr>
        <p:spPr>
          <a:xfrm>
            <a:off x="4038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" name="F2_precision_recall_distributions_3284">
            <a:extLst>
              <a:ext uri="{FF2B5EF4-FFF2-40B4-BE49-F238E27FC236}">
                <a16:creationId xmlns:a16="http://schemas.microsoft.com/office/drawing/2014/main" id="{E75A4854-EE38-45D3-BD3F-E1DB4F5C322B}"/>
              </a:ext>
            </a:extLst>
          </p:cNvPr>
          <p:cNvSpPr>
            <a:spLocks noGrp="1"/>
          </p:cNvSpPr>
          <p:nvPr/>
        </p:nvSpPr>
        <p:spPr>
          <a:xfrm>
            <a:off x="4159272" y="2339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" name="F2_precision_recall_distributions_3285">
            <a:extLst>
              <a:ext uri="{FF2B5EF4-FFF2-40B4-BE49-F238E27FC236}">
                <a16:creationId xmlns:a16="http://schemas.microsoft.com/office/drawing/2014/main" id="{CAA53F55-FAF7-4BC7-A599-9774D5DB7460}"/>
              </a:ext>
            </a:extLst>
          </p:cNvPr>
          <p:cNvSpPr>
            <a:spLocks noGrp="1"/>
          </p:cNvSpPr>
          <p:nvPr/>
        </p:nvSpPr>
        <p:spPr>
          <a:xfrm>
            <a:off x="4143342" y="23363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" name="F2_precision_recall_distributions_3286">
            <a:extLst>
              <a:ext uri="{FF2B5EF4-FFF2-40B4-BE49-F238E27FC236}">
                <a16:creationId xmlns:a16="http://schemas.microsoft.com/office/drawing/2014/main" id="{986F1CA7-8165-4F17-8983-CD4909949FDA}"/>
              </a:ext>
            </a:extLst>
          </p:cNvPr>
          <p:cNvSpPr>
            <a:spLocks noGrp="1"/>
          </p:cNvSpPr>
          <p:nvPr/>
        </p:nvSpPr>
        <p:spPr>
          <a:xfrm>
            <a:off x="4341284" y="2135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" name="F2_precision_recall_distributions_3287">
            <a:extLst>
              <a:ext uri="{FF2B5EF4-FFF2-40B4-BE49-F238E27FC236}">
                <a16:creationId xmlns:a16="http://schemas.microsoft.com/office/drawing/2014/main" id="{62B5CA59-B13F-4D80-9C77-99419B2D025E}"/>
              </a:ext>
            </a:extLst>
          </p:cNvPr>
          <p:cNvSpPr>
            <a:spLocks noGrp="1"/>
          </p:cNvSpPr>
          <p:nvPr/>
        </p:nvSpPr>
        <p:spPr>
          <a:xfrm>
            <a:off x="4137087" y="226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" name="F2_precision_recall_distributions_3288">
            <a:extLst>
              <a:ext uri="{FF2B5EF4-FFF2-40B4-BE49-F238E27FC236}">
                <a16:creationId xmlns:a16="http://schemas.microsoft.com/office/drawing/2014/main" id="{304297AE-51B5-4AD4-90B2-1925BF914061}"/>
              </a:ext>
            </a:extLst>
          </p:cNvPr>
          <p:cNvSpPr>
            <a:spLocks noGrp="1"/>
          </p:cNvSpPr>
          <p:nvPr/>
        </p:nvSpPr>
        <p:spPr>
          <a:xfrm>
            <a:off x="4321163" y="2342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" name="F2_precision_recall_distributions_3289">
            <a:extLst>
              <a:ext uri="{FF2B5EF4-FFF2-40B4-BE49-F238E27FC236}">
                <a16:creationId xmlns:a16="http://schemas.microsoft.com/office/drawing/2014/main" id="{0B9E416F-5601-46E1-A763-B232ED5B53B8}"/>
              </a:ext>
            </a:extLst>
          </p:cNvPr>
          <p:cNvSpPr>
            <a:spLocks noGrp="1"/>
          </p:cNvSpPr>
          <p:nvPr/>
        </p:nvSpPr>
        <p:spPr>
          <a:xfrm>
            <a:off x="40683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" name="F2_precision_recall_distributions_3290">
            <a:extLst>
              <a:ext uri="{FF2B5EF4-FFF2-40B4-BE49-F238E27FC236}">
                <a16:creationId xmlns:a16="http://schemas.microsoft.com/office/drawing/2014/main" id="{C428F1EF-9527-42CB-A74E-B9086516A3A7}"/>
              </a:ext>
            </a:extLst>
          </p:cNvPr>
          <p:cNvSpPr>
            <a:spLocks noGrp="1"/>
          </p:cNvSpPr>
          <p:nvPr/>
        </p:nvSpPr>
        <p:spPr>
          <a:xfrm>
            <a:off x="4215933" y="2333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" name="F2_precision_recall_distributions_3291">
            <a:extLst>
              <a:ext uri="{FF2B5EF4-FFF2-40B4-BE49-F238E27FC236}">
                <a16:creationId xmlns:a16="http://schemas.microsoft.com/office/drawing/2014/main" id="{C942B60A-73C8-4762-BB51-B0D50C709279}"/>
              </a:ext>
            </a:extLst>
          </p:cNvPr>
          <p:cNvSpPr>
            <a:spLocks noGrp="1"/>
          </p:cNvSpPr>
          <p:nvPr/>
        </p:nvSpPr>
        <p:spPr>
          <a:xfrm>
            <a:off x="4082374" y="2308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" name="F2_precision_recall_distributions_3292">
            <a:extLst>
              <a:ext uri="{FF2B5EF4-FFF2-40B4-BE49-F238E27FC236}">
                <a16:creationId xmlns:a16="http://schemas.microsoft.com/office/drawing/2014/main" id="{9D41B56F-F470-452F-B900-03C205EF6FE3}"/>
              </a:ext>
            </a:extLst>
          </p:cNvPr>
          <p:cNvSpPr>
            <a:spLocks noGrp="1"/>
          </p:cNvSpPr>
          <p:nvPr/>
        </p:nvSpPr>
        <p:spPr>
          <a:xfrm>
            <a:off x="4060105" y="233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" name="F2_precision_recall_distributions_3293">
            <a:extLst>
              <a:ext uri="{FF2B5EF4-FFF2-40B4-BE49-F238E27FC236}">
                <a16:creationId xmlns:a16="http://schemas.microsoft.com/office/drawing/2014/main" id="{6F8A0065-784E-4F95-839E-848D4B959CB4}"/>
              </a:ext>
            </a:extLst>
          </p:cNvPr>
          <p:cNvSpPr>
            <a:spLocks noGrp="1"/>
          </p:cNvSpPr>
          <p:nvPr/>
        </p:nvSpPr>
        <p:spPr>
          <a:xfrm>
            <a:off x="4251351" y="2320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" name="F2_precision_recall_distributions_3294">
            <a:extLst>
              <a:ext uri="{FF2B5EF4-FFF2-40B4-BE49-F238E27FC236}">
                <a16:creationId xmlns:a16="http://schemas.microsoft.com/office/drawing/2014/main" id="{F345E427-39B7-4D1D-B712-EC77CF150963}"/>
              </a:ext>
            </a:extLst>
          </p:cNvPr>
          <p:cNvSpPr>
            <a:spLocks noGrp="1"/>
          </p:cNvSpPr>
          <p:nvPr/>
        </p:nvSpPr>
        <p:spPr>
          <a:xfrm>
            <a:off x="4166987" y="23111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" name="F2_precision_recall_distributions_3295">
            <a:extLst>
              <a:ext uri="{FF2B5EF4-FFF2-40B4-BE49-F238E27FC236}">
                <a16:creationId xmlns:a16="http://schemas.microsoft.com/office/drawing/2014/main" id="{A0A3D888-1813-4850-A254-B0BDC168FD0B}"/>
              </a:ext>
            </a:extLst>
          </p:cNvPr>
          <p:cNvSpPr>
            <a:spLocks noGrp="1"/>
          </p:cNvSpPr>
          <p:nvPr/>
        </p:nvSpPr>
        <p:spPr>
          <a:xfrm>
            <a:off x="41671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" name="F2_precision_recall_distributions_3296">
            <a:extLst>
              <a:ext uri="{FF2B5EF4-FFF2-40B4-BE49-F238E27FC236}">
                <a16:creationId xmlns:a16="http://schemas.microsoft.com/office/drawing/2014/main" id="{6291DC55-0CE9-4A2C-A96D-0F7611133D92}"/>
              </a:ext>
            </a:extLst>
          </p:cNvPr>
          <p:cNvSpPr>
            <a:spLocks noGrp="1"/>
          </p:cNvSpPr>
          <p:nvPr/>
        </p:nvSpPr>
        <p:spPr>
          <a:xfrm>
            <a:off x="4311153" y="2336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" name="F2_precision_recall_distributions_3297">
            <a:extLst>
              <a:ext uri="{FF2B5EF4-FFF2-40B4-BE49-F238E27FC236}">
                <a16:creationId xmlns:a16="http://schemas.microsoft.com/office/drawing/2014/main" id="{6FE26FF3-4832-4E3A-A06B-250E1FF36AAC}"/>
              </a:ext>
            </a:extLst>
          </p:cNvPr>
          <p:cNvSpPr>
            <a:spLocks noGrp="1"/>
          </p:cNvSpPr>
          <p:nvPr/>
        </p:nvSpPr>
        <p:spPr>
          <a:xfrm>
            <a:off x="4007599" y="23350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" name="F2_precision_recall_distributions_3298">
            <a:extLst>
              <a:ext uri="{FF2B5EF4-FFF2-40B4-BE49-F238E27FC236}">
                <a16:creationId xmlns:a16="http://schemas.microsoft.com/office/drawing/2014/main" id="{C3EC755E-58D9-4469-89DB-3152CCE15BCE}"/>
              </a:ext>
            </a:extLst>
          </p:cNvPr>
          <p:cNvSpPr>
            <a:spLocks noGrp="1"/>
          </p:cNvSpPr>
          <p:nvPr/>
        </p:nvSpPr>
        <p:spPr>
          <a:xfrm>
            <a:off x="41442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" name="F2_precision_recall_distributions_3299">
            <a:extLst>
              <a:ext uri="{FF2B5EF4-FFF2-40B4-BE49-F238E27FC236}">
                <a16:creationId xmlns:a16="http://schemas.microsoft.com/office/drawing/2014/main" id="{BED8115F-7F57-4E7D-B492-73D44167C5C4}"/>
              </a:ext>
            </a:extLst>
          </p:cNvPr>
          <p:cNvSpPr>
            <a:spLocks noGrp="1"/>
          </p:cNvSpPr>
          <p:nvPr/>
        </p:nvSpPr>
        <p:spPr>
          <a:xfrm>
            <a:off x="42390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" name="F2_precision_recall_distributions_3300">
            <a:extLst>
              <a:ext uri="{FF2B5EF4-FFF2-40B4-BE49-F238E27FC236}">
                <a16:creationId xmlns:a16="http://schemas.microsoft.com/office/drawing/2014/main" id="{80C46B2F-2DE2-4B2C-B895-94AFEFF77EE1}"/>
              </a:ext>
            </a:extLst>
          </p:cNvPr>
          <p:cNvSpPr>
            <a:spLocks noGrp="1"/>
          </p:cNvSpPr>
          <p:nvPr/>
        </p:nvSpPr>
        <p:spPr>
          <a:xfrm>
            <a:off x="4138732" y="2299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" name="F2_precision_recall_distributions_3301">
            <a:extLst>
              <a:ext uri="{FF2B5EF4-FFF2-40B4-BE49-F238E27FC236}">
                <a16:creationId xmlns:a16="http://schemas.microsoft.com/office/drawing/2014/main" id="{DF2ABB0A-A3AF-4897-9D38-F44D46C8F9E1}"/>
              </a:ext>
            </a:extLst>
          </p:cNvPr>
          <p:cNvSpPr>
            <a:spLocks noGrp="1"/>
          </p:cNvSpPr>
          <p:nvPr/>
        </p:nvSpPr>
        <p:spPr>
          <a:xfrm>
            <a:off x="4196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" name="F2_precision_recall_distributions_3302">
            <a:extLst>
              <a:ext uri="{FF2B5EF4-FFF2-40B4-BE49-F238E27FC236}">
                <a16:creationId xmlns:a16="http://schemas.microsoft.com/office/drawing/2014/main" id="{064FD171-7599-4234-AACB-88E2CD097865}"/>
              </a:ext>
            </a:extLst>
          </p:cNvPr>
          <p:cNvSpPr>
            <a:spLocks noGrp="1"/>
          </p:cNvSpPr>
          <p:nvPr/>
        </p:nvSpPr>
        <p:spPr>
          <a:xfrm>
            <a:off x="4123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" name="F2_precision_recall_distributions_3303">
            <a:extLst>
              <a:ext uri="{FF2B5EF4-FFF2-40B4-BE49-F238E27FC236}">
                <a16:creationId xmlns:a16="http://schemas.microsoft.com/office/drawing/2014/main" id="{B29BB601-7270-4F2A-B002-595305412702}"/>
              </a:ext>
            </a:extLst>
          </p:cNvPr>
          <p:cNvSpPr>
            <a:spLocks noGrp="1"/>
          </p:cNvSpPr>
          <p:nvPr/>
        </p:nvSpPr>
        <p:spPr>
          <a:xfrm>
            <a:off x="4226305" y="2209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" name="F2_precision_recall_distributions_3304">
            <a:extLst>
              <a:ext uri="{FF2B5EF4-FFF2-40B4-BE49-F238E27FC236}">
                <a16:creationId xmlns:a16="http://schemas.microsoft.com/office/drawing/2014/main" id="{B195DAD9-C52A-4F83-9A5B-DE994A27D93E}"/>
              </a:ext>
            </a:extLst>
          </p:cNvPr>
          <p:cNvSpPr>
            <a:spLocks noGrp="1"/>
          </p:cNvSpPr>
          <p:nvPr/>
        </p:nvSpPr>
        <p:spPr>
          <a:xfrm>
            <a:off x="416678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" name="F2_precision_recall_distributions_3305">
            <a:extLst>
              <a:ext uri="{FF2B5EF4-FFF2-40B4-BE49-F238E27FC236}">
                <a16:creationId xmlns:a16="http://schemas.microsoft.com/office/drawing/2014/main" id="{DDC47A31-2927-41C1-8A65-B9DFCB92D485}"/>
              </a:ext>
            </a:extLst>
          </p:cNvPr>
          <p:cNvSpPr>
            <a:spLocks noGrp="1"/>
          </p:cNvSpPr>
          <p:nvPr/>
        </p:nvSpPr>
        <p:spPr>
          <a:xfrm>
            <a:off x="428227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" name="F2_precision_recall_distributions_3306">
            <a:extLst>
              <a:ext uri="{FF2B5EF4-FFF2-40B4-BE49-F238E27FC236}">
                <a16:creationId xmlns:a16="http://schemas.microsoft.com/office/drawing/2014/main" id="{5B081632-7D54-4120-9224-22AED840F1DA}"/>
              </a:ext>
            </a:extLst>
          </p:cNvPr>
          <p:cNvSpPr>
            <a:spLocks noGrp="1"/>
          </p:cNvSpPr>
          <p:nvPr/>
        </p:nvSpPr>
        <p:spPr>
          <a:xfrm>
            <a:off x="4274691" y="2338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" name="F2_precision_recall_distributions_3307">
            <a:extLst>
              <a:ext uri="{FF2B5EF4-FFF2-40B4-BE49-F238E27FC236}">
                <a16:creationId xmlns:a16="http://schemas.microsoft.com/office/drawing/2014/main" id="{E396382B-2031-47C0-86C0-3E795B9E1425}"/>
              </a:ext>
            </a:extLst>
          </p:cNvPr>
          <p:cNvSpPr>
            <a:spLocks noGrp="1"/>
          </p:cNvSpPr>
          <p:nvPr/>
        </p:nvSpPr>
        <p:spPr>
          <a:xfrm>
            <a:off x="4196900" y="22276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" name="F2_precision_recall_distributions_3308">
            <a:extLst>
              <a:ext uri="{FF2B5EF4-FFF2-40B4-BE49-F238E27FC236}">
                <a16:creationId xmlns:a16="http://schemas.microsoft.com/office/drawing/2014/main" id="{06D37C52-FB71-4789-BE96-C45DC5153E46}"/>
              </a:ext>
            </a:extLst>
          </p:cNvPr>
          <p:cNvSpPr>
            <a:spLocks noGrp="1"/>
          </p:cNvSpPr>
          <p:nvPr/>
        </p:nvSpPr>
        <p:spPr>
          <a:xfrm>
            <a:off x="4067749" y="23362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" name="F2_precision_recall_distributions_3309">
            <a:extLst>
              <a:ext uri="{FF2B5EF4-FFF2-40B4-BE49-F238E27FC236}">
                <a16:creationId xmlns:a16="http://schemas.microsoft.com/office/drawing/2014/main" id="{A590AF55-CC6E-483B-A71A-3C341C89B054}"/>
              </a:ext>
            </a:extLst>
          </p:cNvPr>
          <p:cNvSpPr>
            <a:spLocks noGrp="1"/>
          </p:cNvSpPr>
          <p:nvPr/>
        </p:nvSpPr>
        <p:spPr>
          <a:xfrm>
            <a:off x="3981986" y="23415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" name="F2_precision_recall_distributions_3310">
            <a:extLst>
              <a:ext uri="{FF2B5EF4-FFF2-40B4-BE49-F238E27FC236}">
                <a16:creationId xmlns:a16="http://schemas.microsoft.com/office/drawing/2014/main" id="{31A1A5B9-7954-4673-9EBA-F05A47B70D39}"/>
              </a:ext>
            </a:extLst>
          </p:cNvPr>
          <p:cNvSpPr>
            <a:spLocks noGrp="1"/>
          </p:cNvSpPr>
          <p:nvPr/>
        </p:nvSpPr>
        <p:spPr>
          <a:xfrm>
            <a:off x="4014682" y="23145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" name="F2_precision_recall_distributions_3311">
            <a:extLst>
              <a:ext uri="{FF2B5EF4-FFF2-40B4-BE49-F238E27FC236}">
                <a16:creationId xmlns:a16="http://schemas.microsoft.com/office/drawing/2014/main" id="{F8D6C6F4-B3B0-4FE9-9009-702DC569EB60}"/>
              </a:ext>
            </a:extLst>
          </p:cNvPr>
          <p:cNvSpPr>
            <a:spLocks noGrp="1"/>
          </p:cNvSpPr>
          <p:nvPr/>
        </p:nvSpPr>
        <p:spPr>
          <a:xfrm>
            <a:off x="4003481" y="23386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" name="F2_precision_recall_distributions_3312">
            <a:extLst>
              <a:ext uri="{FF2B5EF4-FFF2-40B4-BE49-F238E27FC236}">
                <a16:creationId xmlns:a16="http://schemas.microsoft.com/office/drawing/2014/main" id="{B6A17F93-78BE-4F49-9151-A7F9A86D7492}"/>
              </a:ext>
            </a:extLst>
          </p:cNvPr>
          <p:cNvSpPr>
            <a:spLocks noGrp="1"/>
          </p:cNvSpPr>
          <p:nvPr/>
        </p:nvSpPr>
        <p:spPr>
          <a:xfrm>
            <a:off x="41077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" name="F2_precision_recall_distributions_3313">
            <a:extLst>
              <a:ext uri="{FF2B5EF4-FFF2-40B4-BE49-F238E27FC236}">
                <a16:creationId xmlns:a16="http://schemas.microsoft.com/office/drawing/2014/main" id="{A5DBEC88-B134-42D6-B4A4-7755B66F5ED7}"/>
              </a:ext>
            </a:extLst>
          </p:cNvPr>
          <p:cNvSpPr>
            <a:spLocks noGrp="1"/>
          </p:cNvSpPr>
          <p:nvPr/>
        </p:nvSpPr>
        <p:spPr>
          <a:xfrm>
            <a:off x="42426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" name="F2_precision_recall_distributions_3314">
            <a:extLst>
              <a:ext uri="{FF2B5EF4-FFF2-40B4-BE49-F238E27FC236}">
                <a16:creationId xmlns:a16="http://schemas.microsoft.com/office/drawing/2014/main" id="{0BDEE8D3-820D-4C35-B382-A44F72FC42B2}"/>
              </a:ext>
            </a:extLst>
          </p:cNvPr>
          <p:cNvSpPr>
            <a:spLocks noGrp="1"/>
          </p:cNvSpPr>
          <p:nvPr/>
        </p:nvSpPr>
        <p:spPr>
          <a:xfrm>
            <a:off x="40496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" name="F2_precision_recall_distributions_3315">
            <a:extLst>
              <a:ext uri="{FF2B5EF4-FFF2-40B4-BE49-F238E27FC236}">
                <a16:creationId xmlns:a16="http://schemas.microsoft.com/office/drawing/2014/main" id="{493D28E5-4B6A-4485-8A78-EF67766FC6F9}"/>
              </a:ext>
            </a:extLst>
          </p:cNvPr>
          <p:cNvSpPr>
            <a:spLocks noGrp="1"/>
          </p:cNvSpPr>
          <p:nvPr/>
        </p:nvSpPr>
        <p:spPr>
          <a:xfrm>
            <a:off x="4138250" y="21644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2" name="F2_precision_recall_distributions_3316">
            <a:extLst>
              <a:ext uri="{FF2B5EF4-FFF2-40B4-BE49-F238E27FC236}">
                <a16:creationId xmlns:a16="http://schemas.microsoft.com/office/drawing/2014/main" id="{3D9C9C6F-8934-4B48-9910-9A7836E63D50}"/>
              </a:ext>
            </a:extLst>
          </p:cNvPr>
          <p:cNvSpPr>
            <a:spLocks noGrp="1"/>
          </p:cNvSpPr>
          <p:nvPr/>
        </p:nvSpPr>
        <p:spPr>
          <a:xfrm>
            <a:off x="4289202" y="23405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" name="F2_precision_recall_distributions_3317">
            <a:extLst>
              <a:ext uri="{FF2B5EF4-FFF2-40B4-BE49-F238E27FC236}">
                <a16:creationId xmlns:a16="http://schemas.microsoft.com/office/drawing/2014/main" id="{990A13B3-BF87-4A3A-B345-5DA4F2D3C241}"/>
              </a:ext>
            </a:extLst>
          </p:cNvPr>
          <p:cNvSpPr>
            <a:spLocks noGrp="1"/>
          </p:cNvSpPr>
          <p:nvPr/>
        </p:nvSpPr>
        <p:spPr>
          <a:xfrm>
            <a:off x="4133592" y="2300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" name="F2_precision_recall_distributions_3318">
            <a:extLst>
              <a:ext uri="{FF2B5EF4-FFF2-40B4-BE49-F238E27FC236}">
                <a16:creationId xmlns:a16="http://schemas.microsoft.com/office/drawing/2014/main" id="{EE9614A4-6C1F-41FA-9FE9-19B96D63E52C}"/>
              </a:ext>
            </a:extLst>
          </p:cNvPr>
          <p:cNvSpPr>
            <a:spLocks noGrp="1"/>
          </p:cNvSpPr>
          <p:nvPr/>
        </p:nvSpPr>
        <p:spPr>
          <a:xfrm>
            <a:off x="4328944" y="23398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" name="F2_precision_recall_distributions_3319">
            <a:extLst>
              <a:ext uri="{FF2B5EF4-FFF2-40B4-BE49-F238E27FC236}">
                <a16:creationId xmlns:a16="http://schemas.microsoft.com/office/drawing/2014/main" id="{FFD0A4A3-8AFE-4788-9390-A8AF53CFF967}"/>
              </a:ext>
            </a:extLst>
          </p:cNvPr>
          <p:cNvSpPr>
            <a:spLocks noGrp="1"/>
          </p:cNvSpPr>
          <p:nvPr/>
        </p:nvSpPr>
        <p:spPr>
          <a:xfrm>
            <a:off x="405684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" name="F2_precision_recall_distributions_3320">
            <a:extLst>
              <a:ext uri="{FF2B5EF4-FFF2-40B4-BE49-F238E27FC236}">
                <a16:creationId xmlns:a16="http://schemas.microsoft.com/office/drawing/2014/main" id="{FE7FE7A6-4819-4C0B-A82E-40426FFD6E9E}"/>
              </a:ext>
            </a:extLst>
          </p:cNvPr>
          <p:cNvSpPr>
            <a:spLocks noGrp="1"/>
          </p:cNvSpPr>
          <p:nvPr/>
        </p:nvSpPr>
        <p:spPr>
          <a:xfrm>
            <a:off x="4220899" y="2330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" name="F2_precision_recall_distributions_3321">
            <a:extLst>
              <a:ext uri="{FF2B5EF4-FFF2-40B4-BE49-F238E27FC236}">
                <a16:creationId xmlns:a16="http://schemas.microsoft.com/office/drawing/2014/main" id="{23242070-DAE0-4626-B880-A0383687E8FC}"/>
              </a:ext>
            </a:extLst>
          </p:cNvPr>
          <p:cNvSpPr>
            <a:spLocks noGrp="1"/>
          </p:cNvSpPr>
          <p:nvPr/>
        </p:nvSpPr>
        <p:spPr>
          <a:xfrm>
            <a:off x="4247615" y="23148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" name="F2_precision_recall_distributions_3322">
            <a:extLst>
              <a:ext uri="{FF2B5EF4-FFF2-40B4-BE49-F238E27FC236}">
                <a16:creationId xmlns:a16="http://schemas.microsoft.com/office/drawing/2014/main" id="{E05538E9-852F-4CC9-AB1F-7852551E9AEA}"/>
              </a:ext>
            </a:extLst>
          </p:cNvPr>
          <p:cNvSpPr>
            <a:spLocks noGrp="1"/>
          </p:cNvSpPr>
          <p:nvPr/>
        </p:nvSpPr>
        <p:spPr>
          <a:xfrm>
            <a:off x="4137839" y="22623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" name="F2_precision_recall_distributions_3323">
            <a:extLst>
              <a:ext uri="{FF2B5EF4-FFF2-40B4-BE49-F238E27FC236}">
                <a16:creationId xmlns:a16="http://schemas.microsoft.com/office/drawing/2014/main" id="{97FEA5C9-58E0-4DAB-94ED-E5C5CE01D668}"/>
              </a:ext>
            </a:extLst>
          </p:cNvPr>
          <p:cNvSpPr>
            <a:spLocks noGrp="1"/>
          </p:cNvSpPr>
          <p:nvPr/>
        </p:nvSpPr>
        <p:spPr>
          <a:xfrm>
            <a:off x="4203000" y="23399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" name="F2_precision_recall_distributions_3324">
            <a:extLst>
              <a:ext uri="{FF2B5EF4-FFF2-40B4-BE49-F238E27FC236}">
                <a16:creationId xmlns:a16="http://schemas.microsoft.com/office/drawing/2014/main" id="{5716128B-CE85-4EA2-889E-4F2AB61ACB5A}"/>
              </a:ext>
            </a:extLst>
          </p:cNvPr>
          <p:cNvSpPr>
            <a:spLocks noGrp="1"/>
          </p:cNvSpPr>
          <p:nvPr/>
        </p:nvSpPr>
        <p:spPr>
          <a:xfrm>
            <a:off x="4330241" y="23405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" name="F2_precision_recall_distributions_3325">
            <a:extLst>
              <a:ext uri="{FF2B5EF4-FFF2-40B4-BE49-F238E27FC236}">
                <a16:creationId xmlns:a16="http://schemas.microsoft.com/office/drawing/2014/main" id="{24050E81-E6CD-40C5-95A3-B0A62F3EF086}"/>
              </a:ext>
            </a:extLst>
          </p:cNvPr>
          <p:cNvSpPr>
            <a:spLocks noGrp="1"/>
          </p:cNvSpPr>
          <p:nvPr/>
        </p:nvSpPr>
        <p:spPr>
          <a:xfrm>
            <a:off x="4105602" y="22688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" name="F2_precision_recall_distributions_3326">
            <a:extLst>
              <a:ext uri="{FF2B5EF4-FFF2-40B4-BE49-F238E27FC236}">
                <a16:creationId xmlns:a16="http://schemas.microsoft.com/office/drawing/2014/main" id="{490B2BE1-D003-4F08-9FB6-0C836974C964}"/>
              </a:ext>
            </a:extLst>
          </p:cNvPr>
          <p:cNvSpPr>
            <a:spLocks noGrp="1"/>
          </p:cNvSpPr>
          <p:nvPr/>
        </p:nvSpPr>
        <p:spPr>
          <a:xfrm>
            <a:off x="40679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" name="F2_precision_recall_distributions_3327">
            <a:extLst>
              <a:ext uri="{FF2B5EF4-FFF2-40B4-BE49-F238E27FC236}">
                <a16:creationId xmlns:a16="http://schemas.microsoft.com/office/drawing/2014/main" id="{DCC26FF4-CAA2-43D4-A7DD-37E8745B5D0C}"/>
              </a:ext>
            </a:extLst>
          </p:cNvPr>
          <p:cNvSpPr>
            <a:spLocks noGrp="1"/>
          </p:cNvSpPr>
          <p:nvPr/>
        </p:nvSpPr>
        <p:spPr>
          <a:xfrm>
            <a:off x="4135175" y="23063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" name="F2_precision_recall_distributions_3328">
            <a:extLst>
              <a:ext uri="{FF2B5EF4-FFF2-40B4-BE49-F238E27FC236}">
                <a16:creationId xmlns:a16="http://schemas.microsoft.com/office/drawing/2014/main" id="{89B87CC7-1C4A-42DA-8B5D-1BACF4170C37}"/>
              </a:ext>
            </a:extLst>
          </p:cNvPr>
          <p:cNvSpPr>
            <a:spLocks noGrp="1"/>
          </p:cNvSpPr>
          <p:nvPr/>
        </p:nvSpPr>
        <p:spPr>
          <a:xfrm>
            <a:off x="41132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" name="F2_precision_recall_distributions_3329">
            <a:extLst>
              <a:ext uri="{FF2B5EF4-FFF2-40B4-BE49-F238E27FC236}">
                <a16:creationId xmlns:a16="http://schemas.microsoft.com/office/drawing/2014/main" id="{2D9388D4-6CB2-4B8B-BE7F-45393FEF7C26}"/>
              </a:ext>
            </a:extLst>
          </p:cNvPr>
          <p:cNvSpPr>
            <a:spLocks noGrp="1"/>
          </p:cNvSpPr>
          <p:nvPr/>
        </p:nvSpPr>
        <p:spPr>
          <a:xfrm>
            <a:off x="4260514" y="2336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" name="F2_precision_recall_distributions_3330">
            <a:extLst>
              <a:ext uri="{FF2B5EF4-FFF2-40B4-BE49-F238E27FC236}">
                <a16:creationId xmlns:a16="http://schemas.microsoft.com/office/drawing/2014/main" id="{500BDCDA-53EA-4AF5-8FBC-22DC471D4030}"/>
              </a:ext>
            </a:extLst>
          </p:cNvPr>
          <p:cNvSpPr>
            <a:spLocks noGrp="1"/>
          </p:cNvSpPr>
          <p:nvPr/>
        </p:nvSpPr>
        <p:spPr>
          <a:xfrm>
            <a:off x="403683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" name="F2_precision_recall_distributions_3331">
            <a:extLst>
              <a:ext uri="{FF2B5EF4-FFF2-40B4-BE49-F238E27FC236}">
                <a16:creationId xmlns:a16="http://schemas.microsoft.com/office/drawing/2014/main" id="{339E48AB-4261-49BE-9475-C39A5BC5AA23}"/>
              </a:ext>
            </a:extLst>
          </p:cNvPr>
          <p:cNvSpPr>
            <a:spLocks noGrp="1"/>
          </p:cNvSpPr>
          <p:nvPr/>
        </p:nvSpPr>
        <p:spPr>
          <a:xfrm>
            <a:off x="4046948" y="2330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" name="F2_precision_recall_distributions_3332">
            <a:extLst>
              <a:ext uri="{FF2B5EF4-FFF2-40B4-BE49-F238E27FC236}">
                <a16:creationId xmlns:a16="http://schemas.microsoft.com/office/drawing/2014/main" id="{903634B3-8A43-4247-A8CB-86DC8C256D4A}"/>
              </a:ext>
            </a:extLst>
          </p:cNvPr>
          <p:cNvSpPr>
            <a:spLocks noGrp="1"/>
          </p:cNvSpPr>
          <p:nvPr/>
        </p:nvSpPr>
        <p:spPr>
          <a:xfrm>
            <a:off x="4012257" y="232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" name="F2_precision_recall_distributions_3333">
            <a:extLst>
              <a:ext uri="{FF2B5EF4-FFF2-40B4-BE49-F238E27FC236}">
                <a16:creationId xmlns:a16="http://schemas.microsoft.com/office/drawing/2014/main" id="{2E516D69-C7C1-42DF-B0BA-7DCEEE552B2A}"/>
              </a:ext>
            </a:extLst>
          </p:cNvPr>
          <p:cNvSpPr>
            <a:spLocks noGrp="1"/>
          </p:cNvSpPr>
          <p:nvPr/>
        </p:nvSpPr>
        <p:spPr>
          <a:xfrm>
            <a:off x="4021478" y="232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" name="F2_precision_recall_distributions_3334">
            <a:extLst>
              <a:ext uri="{FF2B5EF4-FFF2-40B4-BE49-F238E27FC236}">
                <a16:creationId xmlns:a16="http://schemas.microsoft.com/office/drawing/2014/main" id="{ED49E663-E841-4968-BCFF-9C078D9362D8}"/>
              </a:ext>
            </a:extLst>
          </p:cNvPr>
          <p:cNvSpPr>
            <a:spLocks noGrp="1"/>
          </p:cNvSpPr>
          <p:nvPr/>
        </p:nvSpPr>
        <p:spPr>
          <a:xfrm>
            <a:off x="4125042" y="2326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" name="F2_precision_recall_distributions_3335">
            <a:extLst>
              <a:ext uri="{FF2B5EF4-FFF2-40B4-BE49-F238E27FC236}">
                <a16:creationId xmlns:a16="http://schemas.microsoft.com/office/drawing/2014/main" id="{20D45195-74DE-436A-AD41-C720ED2809A2}"/>
              </a:ext>
            </a:extLst>
          </p:cNvPr>
          <p:cNvSpPr>
            <a:spLocks noGrp="1"/>
          </p:cNvSpPr>
          <p:nvPr/>
        </p:nvSpPr>
        <p:spPr>
          <a:xfrm>
            <a:off x="4125998" y="23411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" name="F2_precision_recall_distributions_3336">
            <a:extLst>
              <a:ext uri="{FF2B5EF4-FFF2-40B4-BE49-F238E27FC236}">
                <a16:creationId xmlns:a16="http://schemas.microsoft.com/office/drawing/2014/main" id="{8BF05C20-6ECA-41CE-859A-BE81EBB80674}"/>
              </a:ext>
            </a:extLst>
          </p:cNvPr>
          <p:cNvSpPr>
            <a:spLocks noGrp="1"/>
          </p:cNvSpPr>
          <p:nvPr/>
        </p:nvSpPr>
        <p:spPr>
          <a:xfrm>
            <a:off x="4074559" y="231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" name="F2_precision_recall_distributions_3337">
            <a:extLst>
              <a:ext uri="{FF2B5EF4-FFF2-40B4-BE49-F238E27FC236}">
                <a16:creationId xmlns:a16="http://schemas.microsoft.com/office/drawing/2014/main" id="{0E15BD85-8681-4339-851C-77E54AA60EFF}"/>
              </a:ext>
            </a:extLst>
          </p:cNvPr>
          <p:cNvSpPr>
            <a:spLocks noGrp="1"/>
          </p:cNvSpPr>
          <p:nvPr/>
        </p:nvSpPr>
        <p:spPr>
          <a:xfrm>
            <a:off x="4327372" y="2335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" name="F2_precision_recall_distributions_3338">
            <a:extLst>
              <a:ext uri="{FF2B5EF4-FFF2-40B4-BE49-F238E27FC236}">
                <a16:creationId xmlns:a16="http://schemas.microsoft.com/office/drawing/2014/main" id="{4A54FC46-48C8-448D-9A20-42DCF8B77E58}"/>
              </a:ext>
            </a:extLst>
          </p:cNvPr>
          <p:cNvSpPr>
            <a:spLocks noGrp="1"/>
          </p:cNvSpPr>
          <p:nvPr/>
        </p:nvSpPr>
        <p:spPr>
          <a:xfrm>
            <a:off x="40249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" name="F2_precision_recall_distributions_3339">
            <a:extLst>
              <a:ext uri="{FF2B5EF4-FFF2-40B4-BE49-F238E27FC236}">
                <a16:creationId xmlns:a16="http://schemas.microsoft.com/office/drawing/2014/main" id="{9985AAF4-ACC6-4C3F-A045-60957E8E19C1}"/>
              </a:ext>
            </a:extLst>
          </p:cNvPr>
          <p:cNvSpPr>
            <a:spLocks noGrp="1"/>
          </p:cNvSpPr>
          <p:nvPr/>
        </p:nvSpPr>
        <p:spPr>
          <a:xfrm>
            <a:off x="40872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" name="F2_precision_recall_distributions_3340">
            <a:extLst>
              <a:ext uri="{FF2B5EF4-FFF2-40B4-BE49-F238E27FC236}">
                <a16:creationId xmlns:a16="http://schemas.microsoft.com/office/drawing/2014/main" id="{C2820308-5567-45C6-9E90-1D98258B3034}"/>
              </a:ext>
            </a:extLst>
          </p:cNvPr>
          <p:cNvSpPr>
            <a:spLocks noGrp="1"/>
          </p:cNvSpPr>
          <p:nvPr/>
        </p:nvSpPr>
        <p:spPr>
          <a:xfrm>
            <a:off x="4112287" y="2336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" name="F2_precision_recall_distributions_3341">
            <a:extLst>
              <a:ext uri="{FF2B5EF4-FFF2-40B4-BE49-F238E27FC236}">
                <a16:creationId xmlns:a16="http://schemas.microsoft.com/office/drawing/2014/main" id="{6FD551E7-471D-4AE7-8F35-1FF1F857396D}"/>
              </a:ext>
            </a:extLst>
          </p:cNvPr>
          <p:cNvSpPr>
            <a:spLocks noGrp="1"/>
          </p:cNvSpPr>
          <p:nvPr/>
        </p:nvSpPr>
        <p:spPr>
          <a:xfrm>
            <a:off x="4161005" y="1937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" name="F2_precision_recall_distributions_3342">
            <a:extLst>
              <a:ext uri="{FF2B5EF4-FFF2-40B4-BE49-F238E27FC236}">
                <a16:creationId xmlns:a16="http://schemas.microsoft.com/office/drawing/2014/main" id="{BBF988D5-B731-4D6C-9E46-A6CB152CD1FF}"/>
              </a:ext>
            </a:extLst>
          </p:cNvPr>
          <p:cNvSpPr>
            <a:spLocks noGrp="1"/>
          </p:cNvSpPr>
          <p:nvPr/>
        </p:nvSpPr>
        <p:spPr>
          <a:xfrm>
            <a:off x="40880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" name="F2_precision_recall_distributions_3343">
            <a:extLst>
              <a:ext uri="{FF2B5EF4-FFF2-40B4-BE49-F238E27FC236}">
                <a16:creationId xmlns:a16="http://schemas.microsoft.com/office/drawing/2014/main" id="{CC60045B-3D99-4374-BECE-86202CAFDDDC}"/>
              </a:ext>
            </a:extLst>
          </p:cNvPr>
          <p:cNvSpPr>
            <a:spLocks noGrp="1"/>
          </p:cNvSpPr>
          <p:nvPr/>
        </p:nvSpPr>
        <p:spPr>
          <a:xfrm>
            <a:off x="4068310" y="23405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" name="F2_precision_recall_distributions_3344">
            <a:extLst>
              <a:ext uri="{FF2B5EF4-FFF2-40B4-BE49-F238E27FC236}">
                <a16:creationId xmlns:a16="http://schemas.microsoft.com/office/drawing/2014/main" id="{DF7C1DC1-2672-4A4E-B681-A104B3BCD80F}"/>
              </a:ext>
            </a:extLst>
          </p:cNvPr>
          <p:cNvSpPr>
            <a:spLocks noGrp="1"/>
          </p:cNvSpPr>
          <p:nvPr/>
        </p:nvSpPr>
        <p:spPr>
          <a:xfrm>
            <a:off x="4037377" y="23333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" name="F2_precision_recall_distributions_3345">
            <a:extLst>
              <a:ext uri="{FF2B5EF4-FFF2-40B4-BE49-F238E27FC236}">
                <a16:creationId xmlns:a16="http://schemas.microsoft.com/office/drawing/2014/main" id="{20998450-4B44-492E-AAE7-B756A58FAF65}"/>
              </a:ext>
            </a:extLst>
          </p:cNvPr>
          <p:cNvSpPr>
            <a:spLocks noGrp="1"/>
          </p:cNvSpPr>
          <p:nvPr/>
        </p:nvSpPr>
        <p:spPr>
          <a:xfrm>
            <a:off x="40924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" name="F2_precision_recall_distributions_3346">
            <a:extLst>
              <a:ext uri="{FF2B5EF4-FFF2-40B4-BE49-F238E27FC236}">
                <a16:creationId xmlns:a16="http://schemas.microsoft.com/office/drawing/2014/main" id="{3CC95588-F011-44FA-B196-B48FF2BA7ABE}"/>
              </a:ext>
            </a:extLst>
          </p:cNvPr>
          <p:cNvSpPr>
            <a:spLocks noGrp="1"/>
          </p:cNvSpPr>
          <p:nvPr/>
        </p:nvSpPr>
        <p:spPr>
          <a:xfrm>
            <a:off x="4216856" y="2332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" name="F2_precision_recall_distributions_3347">
            <a:extLst>
              <a:ext uri="{FF2B5EF4-FFF2-40B4-BE49-F238E27FC236}">
                <a16:creationId xmlns:a16="http://schemas.microsoft.com/office/drawing/2014/main" id="{1A27DEE5-6CFA-4064-9458-4AA2E6597418}"/>
              </a:ext>
            </a:extLst>
          </p:cNvPr>
          <p:cNvSpPr>
            <a:spLocks noGrp="1"/>
          </p:cNvSpPr>
          <p:nvPr/>
        </p:nvSpPr>
        <p:spPr>
          <a:xfrm>
            <a:off x="4117287" y="2337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" name="F2_precision_recall_distributions_3348">
            <a:extLst>
              <a:ext uri="{FF2B5EF4-FFF2-40B4-BE49-F238E27FC236}">
                <a16:creationId xmlns:a16="http://schemas.microsoft.com/office/drawing/2014/main" id="{46620721-FFB1-453A-8CE1-694A0B0CF136}"/>
              </a:ext>
            </a:extLst>
          </p:cNvPr>
          <p:cNvSpPr>
            <a:spLocks noGrp="1"/>
          </p:cNvSpPr>
          <p:nvPr/>
        </p:nvSpPr>
        <p:spPr>
          <a:xfrm>
            <a:off x="41085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" name="F2_precision_recall_distributions_3349">
            <a:extLst>
              <a:ext uri="{FF2B5EF4-FFF2-40B4-BE49-F238E27FC236}">
                <a16:creationId xmlns:a16="http://schemas.microsoft.com/office/drawing/2014/main" id="{6B9781D0-71B9-4CF5-ACAA-4296C87500C2}"/>
              </a:ext>
            </a:extLst>
          </p:cNvPr>
          <p:cNvSpPr>
            <a:spLocks noGrp="1"/>
          </p:cNvSpPr>
          <p:nvPr/>
        </p:nvSpPr>
        <p:spPr>
          <a:xfrm>
            <a:off x="43427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" name="F2_precision_recall_distributions_3350">
            <a:extLst>
              <a:ext uri="{FF2B5EF4-FFF2-40B4-BE49-F238E27FC236}">
                <a16:creationId xmlns:a16="http://schemas.microsoft.com/office/drawing/2014/main" id="{FC674351-8C23-4947-8FD2-30B10F9EA18A}"/>
              </a:ext>
            </a:extLst>
          </p:cNvPr>
          <p:cNvSpPr>
            <a:spLocks noGrp="1"/>
          </p:cNvSpPr>
          <p:nvPr/>
        </p:nvSpPr>
        <p:spPr>
          <a:xfrm>
            <a:off x="42925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" name="F2_precision_recall_distributions_3351">
            <a:extLst>
              <a:ext uri="{FF2B5EF4-FFF2-40B4-BE49-F238E27FC236}">
                <a16:creationId xmlns:a16="http://schemas.microsoft.com/office/drawing/2014/main" id="{E7636950-2BEF-4DE5-8F9B-6BDEEDB9A4F7}"/>
              </a:ext>
            </a:extLst>
          </p:cNvPr>
          <p:cNvSpPr>
            <a:spLocks noGrp="1"/>
          </p:cNvSpPr>
          <p:nvPr/>
        </p:nvSpPr>
        <p:spPr>
          <a:xfrm>
            <a:off x="41198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" name="F2_precision_recall_distributions_3352">
            <a:extLst>
              <a:ext uri="{FF2B5EF4-FFF2-40B4-BE49-F238E27FC236}">
                <a16:creationId xmlns:a16="http://schemas.microsoft.com/office/drawing/2014/main" id="{70C90E1C-D570-441F-A4C3-AAC2239E2599}"/>
              </a:ext>
            </a:extLst>
          </p:cNvPr>
          <p:cNvSpPr>
            <a:spLocks noGrp="1"/>
          </p:cNvSpPr>
          <p:nvPr/>
        </p:nvSpPr>
        <p:spPr>
          <a:xfrm>
            <a:off x="3989847" y="2332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" name="F2_precision_recall_distributions_3353">
            <a:extLst>
              <a:ext uri="{FF2B5EF4-FFF2-40B4-BE49-F238E27FC236}">
                <a16:creationId xmlns:a16="http://schemas.microsoft.com/office/drawing/2014/main" id="{02C277A0-E17D-45D9-9330-6F3EDBFDB04E}"/>
              </a:ext>
            </a:extLst>
          </p:cNvPr>
          <p:cNvSpPr>
            <a:spLocks noGrp="1"/>
          </p:cNvSpPr>
          <p:nvPr/>
        </p:nvSpPr>
        <p:spPr>
          <a:xfrm>
            <a:off x="43171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" name="F2_precision_recall_distributions_3354">
            <a:extLst>
              <a:ext uri="{FF2B5EF4-FFF2-40B4-BE49-F238E27FC236}">
                <a16:creationId xmlns:a16="http://schemas.microsoft.com/office/drawing/2014/main" id="{8082B1F6-A1B2-47C8-B272-F317724093DE}"/>
              </a:ext>
            </a:extLst>
          </p:cNvPr>
          <p:cNvSpPr>
            <a:spLocks noGrp="1"/>
          </p:cNvSpPr>
          <p:nvPr/>
        </p:nvSpPr>
        <p:spPr>
          <a:xfrm>
            <a:off x="4178927" y="23257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" name="F2_precision_recall_distributions_3355">
            <a:extLst>
              <a:ext uri="{FF2B5EF4-FFF2-40B4-BE49-F238E27FC236}">
                <a16:creationId xmlns:a16="http://schemas.microsoft.com/office/drawing/2014/main" id="{41A2DF2A-C534-43CB-BD1D-73C9D0C14C39}"/>
              </a:ext>
            </a:extLst>
          </p:cNvPr>
          <p:cNvSpPr>
            <a:spLocks noGrp="1"/>
          </p:cNvSpPr>
          <p:nvPr/>
        </p:nvSpPr>
        <p:spPr>
          <a:xfrm>
            <a:off x="4120128" y="23371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" name="F2_precision_recall_distributions_3356">
            <a:extLst>
              <a:ext uri="{FF2B5EF4-FFF2-40B4-BE49-F238E27FC236}">
                <a16:creationId xmlns:a16="http://schemas.microsoft.com/office/drawing/2014/main" id="{7474A636-7346-470A-B4C9-16F51D38D44F}"/>
              </a:ext>
            </a:extLst>
          </p:cNvPr>
          <p:cNvSpPr>
            <a:spLocks noGrp="1"/>
          </p:cNvSpPr>
          <p:nvPr/>
        </p:nvSpPr>
        <p:spPr>
          <a:xfrm>
            <a:off x="4264760" y="23289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" name="F2_precision_recall_distributions_3357">
            <a:extLst>
              <a:ext uri="{FF2B5EF4-FFF2-40B4-BE49-F238E27FC236}">
                <a16:creationId xmlns:a16="http://schemas.microsoft.com/office/drawing/2014/main" id="{65EC8BBB-816C-4336-8D55-5B93C95A14D5}"/>
              </a:ext>
            </a:extLst>
          </p:cNvPr>
          <p:cNvSpPr>
            <a:spLocks noGrp="1"/>
          </p:cNvSpPr>
          <p:nvPr/>
        </p:nvSpPr>
        <p:spPr>
          <a:xfrm>
            <a:off x="4156275" y="232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" name="F2_precision_recall_distributions_3358">
            <a:extLst>
              <a:ext uri="{FF2B5EF4-FFF2-40B4-BE49-F238E27FC236}">
                <a16:creationId xmlns:a16="http://schemas.microsoft.com/office/drawing/2014/main" id="{ADB9943E-5F9A-4103-A70D-A363601C2011}"/>
              </a:ext>
            </a:extLst>
          </p:cNvPr>
          <p:cNvSpPr>
            <a:spLocks noGrp="1"/>
          </p:cNvSpPr>
          <p:nvPr/>
        </p:nvSpPr>
        <p:spPr>
          <a:xfrm>
            <a:off x="4028642" y="219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" name="F2_precision_recall_distributions_3359">
            <a:extLst>
              <a:ext uri="{FF2B5EF4-FFF2-40B4-BE49-F238E27FC236}">
                <a16:creationId xmlns:a16="http://schemas.microsoft.com/office/drawing/2014/main" id="{FE06F151-129F-414C-AB41-5AEE2E63DAB6}"/>
              </a:ext>
            </a:extLst>
          </p:cNvPr>
          <p:cNvSpPr>
            <a:spLocks noGrp="1"/>
          </p:cNvSpPr>
          <p:nvPr/>
        </p:nvSpPr>
        <p:spPr>
          <a:xfrm>
            <a:off x="4204784" y="2338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" name="F2_precision_recall_distributions_3360">
            <a:extLst>
              <a:ext uri="{FF2B5EF4-FFF2-40B4-BE49-F238E27FC236}">
                <a16:creationId xmlns:a16="http://schemas.microsoft.com/office/drawing/2014/main" id="{67F31B3C-40D8-42D6-AC10-FCECA36F28A9}"/>
              </a:ext>
            </a:extLst>
          </p:cNvPr>
          <p:cNvSpPr>
            <a:spLocks noGrp="1"/>
          </p:cNvSpPr>
          <p:nvPr/>
        </p:nvSpPr>
        <p:spPr>
          <a:xfrm>
            <a:off x="41515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" name="F2_precision_recall_distributions_3361">
            <a:extLst>
              <a:ext uri="{FF2B5EF4-FFF2-40B4-BE49-F238E27FC236}">
                <a16:creationId xmlns:a16="http://schemas.microsoft.com/office/drawing/2014/main" id="{2A45A5BB-2062-488D-981F-C6917AAC29F9}"/>
              </a:ext>
            </a:extLst>
          </p:cNvPr>
          <p:cNvSpPr>
            <a:spLocks noGrp="1"/>
          </p:cNvSpPr>
          <p:nvPr/>
        </p:nvSpPr>
        <p:spPr>
          <a:xfrm>
            <a:off x="4068124" y="23399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" name="F2_precision_recall_distributions_3362">
            <a:extLst>
              <a:ext uri="{FF2B5EF4-FFF2-40B4-BE49-F238E27FC236}">
                <a16:creationId xmlns:a16="http://schemas.microsoft.com/office/drawing/2014/main" id="{F36D4D46-98B5-4B54-A837-A5F7B2ADDAA1}"/>
              </a:ext>
            </a:extLst>
          </p:cNvPr>
          <p:cNvSpPr>
            <a:spLocks noGrp="1"/>
          </p:cNvSpPr>
          <p:nvPr/>
        </p:nvSpPr>
        <p:spPr>
          <a:xfrm>
            <a:off x="4009742" y="23418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" name="F2_precision_recall_distributions_3363">
            <a:extLst>
              <a:ext uri="{FF2B5EF4-FFF2-40B4-BE49-F238E27FC236}">
                <a16:creationId xmlns:a16="http://schemas.microsoft.com/office/drawing/2014/main" id="{8E13E2D3-D73C-4227-B2CF-734C9146B6AA}"/>
              </a:ext>
            </a:extLst>
          </p:cNvPr>
          <p:cNvSpPr>
            <a:spLocks noGrp="1"/>
          </p:cNvSpPr>
          <p:nvPr/>
        </p:nvSpPr>
        <p:spPr>
          <a:xfrm>
            <a:off x="4103741" y="22905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" name="F2_precision_recall_distributions_3364">
            <a:extLst>
              <a:ext uri="{FF2B5EF4-FFF2-40B4-BE49-F238E27FC236}">
                <a16:creationId xmlns:a16="http://schemas.microsoft.com/office/drawing/2014/main" id="{64D93972-03EF-44D8-B446-FC878737A8BA}"/>
              </a:ext>
            </a:extLst>
          </p:cNvPr>
          <p:cNvSpPr>
            <a:spLocks noGrp="1"/>
          </p:cNvSpPr>
          <p:nvPr/>
        </p:nvSpPr>
        <p:spPr>
          <a:xfrm>
            <a:off x="416109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" name="F2_precision_recall_distributions_3365">
            <a:extLst>
              <a:ext uri="{FF2B5EF4-FFF2-40B4-BE49-F238E27FC236}">
                <a16:creationId xmlns:a16="http://schemas.microsoft.com/office/drawing/2014/main" id="{578298F3-E724-4118-A251-A4CF90904105}"/>
              </a:ext>
            </a:extLst>
          </p:cNvPr>
          <p:cNvSpPr>
            <a:spLocks noGrp="1"/>
          </p:cNvSpPr>
          <p:nvPr/>
        </p:nvSpPr>
        <p:spPr>
          <a:xfrm>
            <a:off x="4181469" y="23149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" name="F2_precision_recall_distributions_3366">
            <a:extLst>
              <a:ext uri="{FF2B5EF4-FFF2-40B4-BE49-F238E27FC236}">
                <a16:creationId xmlns:a16="http://schemas.microsoft.com/office/drawing/2014/main" id="{795D09C5-DC56-4093-9B24-77A9BED1933A}"/>
              </a:ext>
            </a:extLst>
          </p:cNvPr>
          <p:cNvSpPr>
            <a:spLocks noGrp="1"/>
          </p:cNvSpPr>
          <p:nvPr/>
        </p:nvSpPr>
        <p:spPr>
          <a:xfrm>
            <a:off x="1852503" y="1701951"/>
            <a:ext cx="191" cy="295515"/>
          </a:xfrm>
          <a:custGeom>
            <a:avLst/>
            <a:gdLst/>
            <a:ahLst/>
            <a:cxnLst/>
            <a:rect l="0" t="0" r="0" b="0"/>
            <a:pathLst>
              <a:path w="191" h="295515">
                <a:moveTo>
                  <a:pt x="0" y="29551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3" name="F2_precision_recall_distributions_3367">
            <a:extLst>
              <a:ext uri="{FF2B5EF4-FFF2-40B4-BE49-F238E27FC236}">
                <a16:creationId xmlns:a16="http://schemas.microsoft.com/office/drawing/2014/main" id="{0458AB8B-96AB-4C62-97CD-AE04BCFAACD5}"/>
              </a:ext>
            </a:extLst>
          </p:cNvPr>
          <p:cNvSpPr>
            <a:spLocks noGrp="1"/>
          </p:cNvSpPr>
          <p:nvPr/>
        </p:nvSpPr>
        <p:spPr>
          <a:xfrm>
            <a:off x="3016462" y="1716102"/>
            <a:ext cx="191" cy="432230"/>
          </a:xfrm>
          <a:custGeom>
            <a:avLst/>
            <a:gdLst/>
            <a:ahLst/>
            <a:cxnLst/>
            <a:rect l="0" t="0" r="0" b="0"/>
            <a:pathLst>
              <a:path w="191" h="432230">
                <a:moveTo>
                  <a:pt x="0" y="432230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4" name="F2_precision_recall_distributions_3368">
            <a:extLst>
              <a:ext uri="{FF2B5EF4-FFF2-40B4-BE49-F238E27FC236}">
                <a16:creationId xmlns:a16="http://schemas.microsoft.com/office/drawing/2014/main" id="{0B82BF08-3ECA-49D1-89F3-5C9FC0CA0EF9}"/>
              </a:ext>
            </a:extLst>
          </p:cNvPr>
          <p:cNvSpPr>
            <a:spLocks noGrp="1"/>
          </p:cNvSpPr>
          <p:nvPr/>
        </p:nvSpPr>
        <p:spPr>
          <a:xfrm>
            <a:off x="4180422" y="2341050"/>
            <a:ext cx="191" cy="14834"/>
          </a:xfrm>
          <a:custGeom>
            <a:avLst/>
            <a:gdLst/>
            <a:ahLst/>
            <a:cxnLst/>
            <a:rect l="0" t="0" r="0" b="0"/>
            <a:pathLst>
              <a:path w="191" h="14834">
                <a:moveTo>
                  <a:pt x="0" y="1483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5" name="F2_precision_recall_distributions_3369">
            <a:extLst>
              <a:ext uri="{FF2B5EF4-FFF2-40B4-BE49-F238E27FC236}">
                <a16:creationId xmlns:a16="http://schemas.microsoft.com/office/drawing/2014/main" id="{25987852-1DB2-4AEC-B20F-A958D9EB5B7C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6" name="F2_precision_recall_distributions_3370">
            <a:extLst>
              <a:ext uri="{FF2B5EF4-FFF2-40B4-BE49-F238E27FC236}">
                <a16:creationId xmlns:a16="http://schemas.microsoft.com/office/drawing/2014/main" id="{BDE73862-74A3-422C-B753-D1785228C2A8}"/>
              </a:ext>
            </a:extLst>
          </p:cNvPr>
          <p:cNvSpPr>
            <a:spLocks noGrp="1"/>
          </p:cNvSpPr>
          <p:nvPr/>
        </p:nvSpPr>
        <p:spPr>
          <a:xfrm>
            <a:off x="1212325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" name="text_3371">
            <a:extLst>
              <a:ext uri="{FF2B5EF4-FFF2-40B4-BE49-F238E27FC236}">
                <a16:creationId xmlns:a16="http://schemas.microsoft.com/office/drawing/2014/main" id="{DA85E276-D9AB-4CD0-9F11-34DE5481111A}"/>
              </a:ext>
            </a:extLst>
          </p:cNvPr>
          <p:cNvSpPr>
            <a:spLocks noGrp="1"/>
          </p:cNvSpPr>
          <p:nvPr/>
        </p:nvSpPr>
        <p:spPr>
          <a:xfrm>
            <a:off x="1212325" y="1305172"/>
            <a:ext cx="120609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Precision</a:t>
            </a:r>
          </a:p>
        </p:txBody>
      </p:sp>
      <p:sp>
        <p:nvSpPr>
          <p:cNvPr id="558" name="F2_precision_recall_distributions_3372">
            <a:extLst>
              <a:ext uri="{FF2B5EF4-FFF2-40B4-BE49-F238E27FC236}">
                <a16:creationId xmlns:a16="http://schemas.microsoft.com/office/drawing/2014/main" id="{59A43DFE-F54E-4905-B1D6-AEDEFD2C6D22}"/>
              </a:ext>
            </a:extLst>
          </p:cNvPr>
          <p:cNvSpPr>
            <a:spLocks noGrp="1"/>
          </p:cNvSpPr>
          <p:nvPr/>
        </p:nvSpPr>
        <p:spPr>
          <a:xfrm>
            <a:off x="1824461" y="175587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9" name="F2_precision_recall_distributions_3373">
            <a:extLst>
              <a:ext uri="{FF2B5EF4-FFF2-40B4-BE49-F238E27FC236}">
                <a16:creationId xmlns:a16="http://schemas.microsoft.com/office/drawing/2014/main" id="{C22C08D9-A8BA-4B69-808F-BF894F0C9239}"/>
              </a:ext>
            </a:extLst>
          </p:cNvPr>
          <p:cNvSpPr>
            <a:spLocks noGrp="1"/>
          </p:cNvSpPr>
          <p:nvPr/>
        </p:nvSpPr>
        <p:spPr>
          <a:xfrm>
            <a:off x="2988421" y="188726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60" name="F2_precision_recall_distributions_3374">
            <a:extLst>
              <a:ext uri="{FF2B5EF4-FFF2-40B4-BE49-F238E27FC236}">
                <a16:creationId xmlns:a16="http://schemas.microsoft.com/office/drawing/2014/main" id="{BE8345F2-5D08-4621-97B2-4622E1B0E33B}"/>
              </a:ext>
            </a:extLst>
          </p:cNvPr>
          <p:cNvSpPr>
            <a:spLocks noGrp="1"/>
          </p:cNvSpPr>
          <p:nvPr/>
        </p:nvSpPr>
        <p:spPr>
          <a:xfrm>
            <a:off x="4152380" y="232552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61" name="F2_precision_recall_distributions_3375">
            <a:extLst>
              <a:ext uri="{FF2B5EF4-FFF2-40B4-BE49-F238E27FC236}">
                <a16:creationId xmlns:a16="http://schemas.microsoft.com/office/drawing/2014/main" id="{F09CDB61-5612-4AD6-8D17-269AE093FCFD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62" name="F2_precision_recall_distributions_3376">
            <a:extLst>
              <a:ext uri="{FF2B5EF4-FFF2-40B4-BE49-F238E27FC236}">
                <a16:creationId xmlns:a16="http://schemas.microsoft.com/office/drawing/2014/main" id="{E889DA18-B387-4097-97C6-32B32F9FDD92}"/>
              </a:ext>
            </a:extLst>
          </p:cNvPr>
          <p:cNvSpPr>
            <a:spLocks noGrp="1"/>
          </p:cNvSpPr>
          <p:nvPr/>
        </p:nvSpPr>
        <p:spPr>
          <a:xfrm>
            <a:off x="5361841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3" name="F2_precision_recall_distributions_3377">
            <a:extLst>
              <a:ext uri="{FF2B5EF4-FFF2-40B4-BE49-F238E27FC236}">
                <a16:creationId xmlns:a16="http://schemas.microsoft.com/office/drawing/2014/main" id="{E64A1D8D-7C57-4ACB-AFF2-37C18CC0E2CE}"/>
              </a:ext>
            </a:extLst>
          </p:cNvPr>
          <p:cNvSpPr>
            <a:spLocks noGrp="1"/>
          </p:cNvSpPr>
          <p:nvPr/>
        </p:nvSpPr>
        <p:spPr>
          <a:xfrm>
            <a:off x="5319567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4" name="F2_precision_recall_distributions_3378">
            <a:extLst>
              <a:ext uri="{FF2B5EF4-FFF2-40B4-BE49-F238E27FC236}">
                <a16:creationId xmlns:a16="http://schemas.microsoft.com/office/drawing/2014/main" id="{89AB2F62-EF65-49F8-9858-B5B90F08CD0D}"/>
              </a:ext>
            </a:extLst>
          </p:cNvPr>
          <p:cNvSpPr>
            <a:spLocks noGrp="1"/>
          </p:cNvSpPr>
          <p:nvPr/>
        </p:nvSpPr>
        <p:spPr>
          <a:xfrm>
            <a:off x="5361841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5" name="F2_precision_recall_distributions_3379">
            <a:extLst>
              <a:ext uri="{FF2B5EF4-FFF2-40B4-BE49-F238E27FC236}">
                <a16:creationId xmlns:a16="http://schemas.microsoft.com/office/drawing/2014/main" id="{3FE5E9C9-88E9-4B7D-8051-DA57282A3160}"/>
              </a:ext>
            </a:extLst>
          </p:cNvPr>
          <p:cNvSpPr>
            <a:spLocks noGrp="1"/>
          </p:cNvSpPr>
          <p:nvPr/>
        </p:nvSpPr>
        <p:spPr>
          <a:xfrm>
            <a:off x="5319567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6" name="F2_precision_recall_distributions_3380">
            <a:extLst>
              <a:ext uri="{FF2B5EF4-FFF2-40B4-BE49-F238E27FC236}">
                <a16:creationId xmlns:a16="http://schemas.microsoft.com/office/drawing/2014/main" id="{8AF70FED-1306-4822-A442-8FFB93174440}"/>
              </a:ext>
            </a:extLst>
          </p:cNvPr>
          <p:cNvSpPr>
            <a:spLocks noGrp="1"/>
          </p:cNvSpPr>
          <p:nvPr/>
        </p:nvSpPr>
        <p:spPr>
          <a:xfrm>
            <a:off x="5361841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7" name="F2_precision_recall_distributions_3381">
            <a:extLst>
              <a:ext uri="{FF2B5EF4-FFF2-40B4-BE49-F238E27FC236}">
                <a16:creationId xmlns:a16="http://schemas.microsoft.com/office/drawing/2014/main" id="{99C7CB17-C80F-476B-B176-610C21DA6D13}"/>
              </a:ext>
            </a:extLst>
          </p:cNvPr>
          <p:cNvSpPr>
            <a:spLocks noGrp="1"/>
          </p:cNvSpPr>
          <p:nvPr/>
        </p:nvSpPr>
        <p:spPr>
          <a:xfrm>
            <a:off x="5319567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8" name="F2_precision_recall_distributions_3382">
            <a:extLst>
              <a:ext uri="{FF2B5EF4-FFF2-40B4-BE49-F238E27FC236}">
                <a16:creationId xmlns:a16="http://schemas.microsoft.com/office/drawing/2014/main" id="{B62A060A-141D-4C34-AC03-2F708C11563B}"/>
              </a:ext>
            </a:extLst>
          </p:cNvPr>
          <p:cNvSpPr>
            <a:spLocks noGrp="1"/>
          </p:cNvSpPr>
          <p:nvPr/>
        </p:nvSpPr>
        <p:spPr>
          <a:xfrm>
            <a:off x="566447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6999" y="848766"/>
                </a:moveTo>
                <a:lnTo>
                  <a:pt x="158097" y="848766"/>
                </a:lnTo>
                <a:lnTo>
                  <a:pt x="161117" y="842186"/>
                </a:lnTo>
                <a:lnTo>
                  <a:pt x="169847" y="835606"/>
                </a:lnTo>
                <a:lnTo>
                  <a:pt x="183350" y="829027"/>
                </a:lnTo>
                <a:lnTo>
                  <a:pt x="200249" y="822447"/>
                </a:lnTo>
                <a:lnTo>
                  <a:pt x="218948" y="815868"/>
                </a:lnTo>
                <a:lnTo>
                  <a:pt x="237872" y="809288"/>
                </a:lnTo>
                <a:lnTo>
                  <a:pt x="255664" y="802708"/>
                </a:lnTo>
                <a:lnTo>
                  <a:pt x="271322" y="796129"/>
                </a:lnTo>
                <a:lnTo>
                  <a:pt x="284246" y="789549"/>
                </a:lnTo>
                <a:lnTo>
                  <a:pt x="294227" y="782970"/>
                </a:lnTo>
                <a:lnTo>
                  <a:pt x="301368" y="776390"/>
                </a:lnTo>
                <a:lnTo>
                  <a:pt x="306000" y="769811"/>
                </a:lnTo>
                <a:lnTo>
                  <a:pt x="308578" y="763231"/>
                </a:lnTo>
                <a:lnTo>
                  <a:pt x="309602" y="756651"/>
                </a:lnTo>
                <a:lnTo>
                  <a:pt x="309549" y="750072"/>
                </a:lnTo>
                <a:lnTo>
                  <a:pt x="308829" y="743492"/>
                </a:lnTo>
                <a:lnTo>
                  <a:pt x="307757" y="736913"/>
                </a:lnTo>
                <a:lnTo>
                  <a:pt x="306549" y="730333"/>
                </a:lnTo>
                <a:lnTo>
                  <a:pt x="305327" y="723754"/>
                </a:lnTo>
                <a:lnTo>
                  <a:pt x="304141" y="717174"/>
                </a:lnTo>
                <a:lnTo>
                  <a:pt x="302991" y="710594"/>
                </a:lnTo>
                <a:lnTo>
                  <a:pt x="301862" y="704015"/>
                </a:lnTo>
                <a:lnTo>
                  <a:pt x="300748" y="697435"/>
                </a:lnTo>
                <a:lnTo>
                  <a:pt x="299670" y="690856"/>
                </a:lnTo>
                <a:lnTo>
                  <a:pt x="298687" y="684276"/>
                </a:lnTo>
                <a:lnTo>
                  <a:pt x="297890" y="677697"/>
                </a:lnTo>
                <a:lnTo>
                  <a:pt x="297394" y="671117"/>
                </a:lnTo>
                <a:lnTo>
                  <a:pt x="297314" y="664537"/>
                </a:lnTo>
                <a:lnTo>
                  <a:pt x="297744" y="657958"/>
                </a:lnTo>
                <a:lnTo>
                  <a:pt x="298736" y="651378"/>
                </a:lnTo>
                <a:lnTo>
                  <a:pt x="300287" y="644799"/>
                </a:lnTo>
                <a:lnTo>
                  <a:pt x="302329" y="638219"/>
                </a:lnTo>
                <a:lnTo>
                  <a:pt x="304735" y="631639"/>
                </a:lnTo>
                <a:lnTo>
                  <a:pt x="307330" y="625060"/>
                </a:lnTo>
                <a:lnTo>
                  <a:pt x="309909" y="618480"/>
                </a:lnTo>
                <a:lnTo>
                  <a:pt x="312262" y="611901"/>
                </a:lnTo>
                <a:lnTo>
                  <a:pt x="314197" y="605321"/>
                </a:lnTo>
                <a:lnTo>
                  <a:pt x="315557" y="598742"/>
                </a:lnTo>
                <a:lnTo>
                  <a:pt x="316237" y="592162"/>
                </a:lnTo>
                <a:lnTo>
                  <a:pt x="316187" y="585582"/>
                </a:lnTo>
                <a:lnTo>
                  <a:pt x="315408" y="579003"/>
                </a:lnTo>
                <a:lnTo>
                  <a:pt x="313948" y="572423"/>
                </a:lnTo>
                <a:lnTo>
                  <a:pt x="311885" y="565844"/>
                </a:lnTo>
                <a:lnTo>
                  <a:pt x="309323" y="559264"/>
                </a:lnTo>
                <a:lnTo>
                  <a:pt x="306372" y="552685"/>
                </a:lnTo>
                <a:lnTo>
                  <a:pt x="303145" y="546105"/>
                </a:lnTo>
                <a:lnTo>
                  <a:pt x="299753" y="539525"/>
                </a:lnTo>
                <a:lnTo>
                  <a:pt x="296306" y="532946"/>
                </a:lnTo>
                <a:lnTo>
                  <a:pt x="292909" y="526366"/>
                </a:lnTo>
                <a:lnTo>
                  <a:pt x="289672" y="519787"/>
                </a:lnTo>
                <a:lnTo>
                  <a:pt x="286703" y="513207"/>
                </a:lnTo>
                <a:lnTo>
                  <a:pt x="284109" y="506627"/>
                </a:lnTo>
                <a:lnTo>
                  <a:pt x="281991" y="500048"/>
                </a:lnTo>
                <a:lnTo>
                  <a:pt x="280428" y="493468"/>
                </a:lnTo>
                <a:lnTo>
                  <a:pt x="279475" y="486889"/>
                </a:lnTo>
                <a:lnTo>
                  <a:pt x="279148" y="480309"/>
                </a:lnTo>
                <a:lnTo>
                  <a:pt x="279424" y="473730"/>
                </a:lnTo>
                <a:lnTo>
                  <a:pt x="280237" y="467150"/>
                </a:lnTo>
                <a:lnTo>
                  <a:pt x="281487" y="460570"/>
                </a:lnTo>
                <a:lnTo>
                  <a:pt x="283051" y="453991"/>
                </a:lnTo>
                <a:lnTo>
                  <a:pt x="284795" y="447411"/>
                </a:lnTo>
                <a:lnTo>
                  <a:pt x="286589" y="440832"/>
                </a:lnTo>
                <a:lnTo>
                  <a:pt x="288317" y="434252"/>
                </a:lnTo>
                <a:lnTo>
                  <a:pt x="289884" y="427673"/>
                </a:lnTo>
                <a:lnTo>
                  <a:pt x="291209" y="421093"/>
                </a:lnTo>
                <a:lnTo>
                  <a:pt x="292223" y="414513"/>
                </a:lnTo>
                <a:lnTo>
                  <a:pt x="292858" y="407934"/>
                </a:lnTo>
                <a:lnTo>
                  <a:pt x="293038" y="401354"/>
                </a:lnTo>
                <a:lnTo>
                  <a:pt x="292679" y="394775"/>
                </a:lnTo>
                <a:lnTo>
                  <a:pt x="291692" y="388195"/>
                </a:lnTo>
                <a:lnTo>
                  <a:pt x="289994" y="381616"/>
                </a:lnTo>
                <a:lnTo>
                  <a:pt x="287519" y="375036"/>
                </a:lnTo>
                <a:lnTo>
                  <a:pt x="284230" y="368456"/>
                </a:lnTo>
                <a:lnTo>
                  <a:pt x="280125" y="361877"/>
                </a:lnTo>
                <a:lnTo>
                  <a:pt x="275235" y="355297"/>
                </a:lnTo>
                <a:lnTo>
                  <a:pt x="269630" y="348718"/>
                </a:lnTo>
                <a:lnTo>
                  <a:pt x="263411" y="342138"/>
                </a:lnTo>
                <a:lnTo>
                  <a:pt x="256719" y="335558"/>
                </a:lnTo>
                <a:lnTo>
                  <a:pt x="249738" y="328979"/>
                </a:lnTo>
                <a:lnTo>
                  <a:pt x="242699" y="322399"/>
                </a:lnTo>
                <a:lnTo>
                  <a:pt x="235884" y="315820"/>
                </a:lnTo>
                <a:lnTo>
                  <a:pt x="229607" y="309240"/>
                </a:lnTo>
                <a:lnTo>
                  <a:pt x="224192" y="302661"/>
                </a:lnTo>
                <a:lnTo>
                  <a:pt x="219931" y="296081"/>
                </a:lnTo>
                <a:lnTo>
                  <a:pt x="217048" y="289501"/>
                </a:lnTo>
                <a:lnTo>
                  <a:pt x="215654" y="282922"/>
                </a:lnTo>
                <a:lnTo>
                  <a:pt x="215736" y="276342"/>
                </a:lnTo>
                <a:lnTo>
                  <a:pt x="217148" y="269763"/>
                </a:lnTo>
                <a:lnTo>
                  <a:pt x="219642" y="263183"/>
                </a:lnTo>
                <a:lnTo>
                  <a:pt x="222898" y="256604"/>
                </a:lnTo>
                <a:lnTo>
                  <a:pt x="226573" y="250024"/>
                </a:lnTo>
                <a:lnTo>
                  <a:pt x="230343" y="243444"/>
                </a:lnTo>
                <a:lnTo>
                  <a:pt x="233932" y="236865"/>
                </a:lnTo>
                <a:lnTo>
                  <a:pt x="237128" y="230285"/>
                </a:lnTo>
                <a:lnTo>
                  <a:pt x="239783" y="223706"/>
                </a:lnTo>
                <a:lnTo>
                  <a:pt x="241789" y="217126"/>
                </a:lnTo>
                <a:lnTo>
                  <a:pt x="243054" y="210546"/>
                </a:lnTo>
                <a:lnTo>
                  <a:pt x="243472" y="203967"/>
                </a:lnTo>
                <a:lnTo>
                  <a:pt x="242898" y="197387"/>
                </a:lnTo>
                <a:lnTo>
                  <a:pt x="241138" y="190808"/>
                </a:lnTo>
                <a:lnTo>
                  <a:pt x="237954" y="184228"/>
                </a:lnTo>
                <a:lnTo>
                  <a:pt x="233082" y="177649"/>
                </a:lnTo>
                <a:lnTo>
                  <a:pt x="226264" y="171069"/>
                </a:lnTo>
                <a:lnTo>
                  <a:pt x="217276" y="164489"/>
                </a:lnTo>
                <a:lnTo>
                  <a:pt x="205962" y="157910"/>
                </a:lnTo>
                <a:lnTo>
                  <a:pt x="192254" y="151330"/>
                </a:lnTo>
                <a:lnTo>
                  <a:pt x="176196" y="144751"/>
                </a:lnTo>
                <a:lnTo>
                  <a:pt x="157962" y="138171"/>
                </a:lnTo>
                <a:lnTo>
                  <a:pt x="137872" y="131592"/>
                </a:lnTo>
                <a:lnTo>
                  <a:pt x="116419" y="125012"/>
                </a:lnTo>
                <a:lnTo>
                  <a:pt x="94275" y="118432"/>
                </a:lnTo>
                <a:lnTo>
                  <a:pt x="72293" y="111853"/>
                </a:lnTo>
                <a:lnTo>
                  <a:pt x="51470" y="105273"/>
                </a:lnTo>
                <a:lnTo>
                  <a:pt x="32890" y="98694"/>
                </a:lnTo>
                <a:lnTo>
                  <a:pt x="17626" y="92114"/>
                </a:lnTo>
                <a:lnTo>
                  <a:pt x="6633" y="85535"/>
                </a:lnTo>
                <a:lnTo>
                  <a:pt x="628" y="78955"/>
                </a:lnTo>
                <a:lnTo>
                  <a:pt x="0" y="72375"/>
                </a:lnTo>
                <a:lnTo>
                  <a:pt x="4745" y="65796"/>
                </a:lnTo>
                <a:lnTo>
                  <a:pt x="14449" y="59216"/>
                </a:lnTo>
                <a:lnTo>
                  <a:pt x="28315" y="52637"/>
                </a:lnTo>
                <a:lnTo>
                  <a:pt x="45231" y="46057"/>
                </a:lnTo>
                <a:lnTo>
                  <a:pt x="63870" y="39477"/>
                </a:lnTo>
                <a:lnTo>
                  <a:pt x="82799" y="32898"/>
                </a:lnTo>
                <a:lnTo>
                  <a:pt x="100595" y="26318"/>
                </a:lnTo>
                <a:lnTo>
                  <a:pt x="115952" y="19739"/>
                </a:lnTo>
                <a:lnTo>
                  <a:pt x="127764" y="13159"/>
                </a:lnTo>
                <a:lnTo>
                  <a:pt x="135197" y="6580"/>
                </a:lnTo>
                <a:lnTo>
                  <a:pt x="137733" y="0"/>
                </a:lnTo>
                <a:lnTo>
                  <a:pt x="537363" y="0"/>
                </a:lnTo>
                <a:lnTo>
                  <a:pt x="537363" y="0"/>
                </a:lnTo>
                <a:lnTo>
                  <a:pt x="539899" y="6580"/>
                </a:lnTo>
                <a:lnTo>
                  <a:pt x="547333" y="13159"/>
                </a:lnTo>
                <a:lnTo>
                  <a:pt x="559145" y="19739"/>
                </a:lnTo>
                <a:lnTo>
                  <a:pt x="574501" y="26318"/>
                </a:lnTo>
                <a:lnTo>
                  <a:pt x="592298" y="32898"/>
                </a:lnTo>
                <a:lnTo>
                  <a:pt x="611227" y="39477"/>
                </a:lnTo>
                <a:lnTo>
                  <a:pt x="629866" y="46057"/>
                </a:lnTo>
                <a:lnTo>
                  <a:pt x="646782" y="52637"/>
                </a:lnTo>
                <a:lnTo>
                  <a:pt x="660647" y="59216"/>
                </a:lnTo>
                <a:lnTo>
                  <a:pt x="670351" y="65796"/>
                </a:lnTo>
                <a:lnTo>
                  <a:pt x="675097" y="72375"/>
                </a:lnTo>
                <a:lnTo>
                  <a:pt x="674469" y="78955"/>
                </a:lnTo>
                <a:lnTo>
                  <a:pt x="668464" y="85535"/>
                </a:lnTo>
                <a:lnTo>
                  <a:pt x="657470" y="92114"/>
                </a:lnTo>
                <a:lnTo>
                  <a:pt x="642206" y="98694"/>
                </a:lnTo>
                <a:lnTo>
                  <a:pt x="623626" y="105273"/>
                </a:lnTo>
                <a:lnTo>
                  <a:pt x="602803" y="111853"/>
                </a:lnTo>
                <a:lnTo>
                  <a:pt x="580821" y="118432"/>
                </a:lnTo>
                <a:lnTo>
                  <a:pt x="558678" y="125012"/>
                </a:lnTo>
                <a:lnTo>
                  <a:pt x="537225" y="131592"/>
                </a:lnTo>
                <a:lnTo>
                  <a:pt x="517135" y="138171"/>
                </a:lnTo>
                <a:lnTo>
                  <a:pt x="498900" y="144751"/>
                </a:lnTo>
                <a:lnTo>
                  <a:pt x="482842" y="151330"/>
                </a:lnTo>
                <a:lnTo>
                  <a:pt x="469135" y="157910"/>
                </a:lnTo>
                <a:lnTo>
                  <a:pt x="457820" y="164489"/>
                </a:lnTo>
                <a:lnTo>
                  <a:pt x="448833" y="171069"/>
                </a:lnTo>
                <a:lnTo>
                  <a:pt x="442015" y="177649"/>
                </a:lnTo>
                <a:lnTo>
                  <a:pt x="437143" y="184228"/>
                </a:lnTo>
                <a:lnTo>
                  <a:pt x="433959" y="190808"/>
                </a:lnTo>
                <a:lnTo>
                  <a:pt x="432199" y="197387"/>
                </a:lnTo>
                <a:lnTo>
                  <a:pt x="431624" y="203967"/>
                </a:lnTo>
                <a:lnTo>
                  <a:pt x="432042" y="210546"/>
                </a:lnTo>
                <a:lnTo>
                  <a:pt x="433307" y="217126"/>
                </a:lnTo>
                <a:lnTo>
                  <a:pt x="435313" y="223706"/>
                </a:lnTo>
                <a:lnTo>
                  <a:pt x="437968" y="230285"/>
                </a:lnTo>
                <a:lnTo>
                  <a:pt x="441165" y="236865"/>
                </a:lnTo>
                <a:lnTo>
                  <a:pt x="444754" y="243444"/>
                </a:lnTo>
                <a:lnTo>
                  <a:pt x="448523" y="250024"/>
                </a:lnTo>
                <a:lnTo>
                  <a:pt x="452198" y="256604"/>
                </a:lnTo>
                <a:lnTo>
                  <a:pt x="455454" y="263183"/>
                </a:lnTo>
                <a:lnTo>
                  <a:pt x="457948" y="269763"/>
                </a:lnTo>
                <a:lnTo>
                  <a:pt x="459361" y="276342"/>
                </a:lnTo>
                <a:lnTo>
                  <a:pt x="459442" y="282922"/>
                </a:lnTo>
                <a:lnTo>
                  <a:pt x="458049" y="289501"/>
                </a:lnTo>
                <a:lnTo>
                  <a:pt x="455165" y="296081"/>
                </a:lnTo>
                <a:lnTo>
                  <a:pt x="450905" y="302661"/>
                </a:lnTo>
                <a:lnTo>
                  <a:pt x="445489" y="309240"/>
                </a:lnTo>
                <a:lnTo>
                  <a:pt x="439212" y="315820"/>
                </a:lnTo>
                <a:lnTo>
                  <a:pt x="432397" y="322399"/>
                </a:lnTo>
                <a:lnTo>
                  <a:pt x="425359" y="328979"/>
                </a:lnTo>
                <a:lnTo>
                  <a:pt x="418377" y="335558"/>
                </a:lnTo>
                <a:lnTo>
                  <a:pt x="411686" y="342138"/>
                </a:lnTo>
                <a:lnTo>
                  <a:pt x="405467" y="348718"/>
                </a:lnTo>
                <a:lnTo>
                  <a:pt x="399861" y="355297"/>
                </a:lnTo>
                <a:lnTo>
                  <a:pt x="394972" y="361877"/>
                </a:lnTo>
                <a:lnTo>
                  <a:pt x="390866" y="368456"/>
                </a:lnTo>
                <a:lnTo>
                  <a:pt x="387578" y="375036"/>
                </a:lnTo>
                <a:lnTo>
                  <a:pt x="385103" y="381616"/>
                </a:lnTo>
                <a:lnTo>
                  <a:pt x="383405" y="388195"/>
                </a:lnTo>
                <a:lnTo>
                  <a:pt x="382418" y="394775"/>
                </a:lnTo>
                <a:lnTo>
                  <a:pt x="382059" y="401354"/>
                </a:lnTo>
                <a:lnTo>
                  <a:pt x="382239" y="407934"/>
                </a:lnTo>
                <a:lnTo>
                  <a:pt x="382873" y="414513"/>
                </a:lnTo>
                <a:lnTo>
                  <a:pt x="383888" y="421093"/>
                </a:lnTo>
                <a:lnTo>
                  <a:pt x="385213" y="427673"/>
                </a:lnTo>
                <a:lnTo>
                  <a:pt x="386779" y="434252"/>
                </a:lnTo>
                <a:lnTo>
                  <a:pt x="388508" y="440832"/>
                </a:lnTo>
                <a:lnTo>
                  <a:pt x="390302" y="447411"/>
                </a:lnTo>
                <a:lnTo>
                  <a:pt x="392045" y="453991"/>
                </a:lnTo>
                <a:lnTo>
                  <a:pt x="393609" y="460570"/>
                </a:lnTo>
                <a:lnTo>
                  <a:pt x="394859" y="467150"/>
                </a:lnTo>
                <a:lnTo>
                  <a:pt x="395673" y="473730"/>
                </a:lnTo>
                <a:lnTo>
                  <a:pt x="395948" y="480309"/>
                </a:lnTo>
                <a:lnTo>
                  <a:pt x="395622" y="486889"/>
                </a:lnTo>
                <a:lnTo>
                  <a:pt x="394669" y="493468"/>
                </a:lnTo>
                <a:lnTo>
                  <a:pt x="393106" y="500048"/>
                </a:lnTo>
                <a:lnTo>
                  <a:pt x="390987" y="506627"/>
                </a:lnTo>
                <a:lnTo>
                  <a:pt x="388394" y="513207"/>
                </a:lnTo>
                <a:lnTo>
                  <a:pt x="385425" y="519787"/>
                </a:lnTo>
                <a:lnTo>
                  <a:pt x="382188" y="526366"/>
                </a:lnTo>
                <a:lnTo>
                  <a:pt x="378791" y="532946"/>
                </a:lnTo>
                <a:lnTo>
                  <a:pt x="375343" y="539525"/>
                </a:lnTo>
                <a:lnTo>
                  <a:pt x="371952" y="546105"/>
                </a:lnTo>
                <a:lnTo>
                  <a:pt x="368725" y="552685"/>
                </a:lnTo>
                <a:lnTo>
                  <a:pt x="365773" y="559264"/>
                </a:lnTo>
                <a:lnTo>
                  <a:pt x="363211" y="565844"/>
                </a:lnTo>
                <a:lnTo>
                  <a:pt x="361149" y="572423"/>
                </a:lnTo>
                <a:lnTo>
                  <a:pt x="359688" y="579003"/>
                </a:lnTo>
                <a:lnTo>
                  <a:pt x="358909" y="585582"/>
                </a:lnTo>
                <a:lnTo>
                  <a:pt x="358859" y="592162"/>
                </a:lnTo>
                <a:lnTo>
                  <a:pt x="359540" y="598742"/>
                </a:lnTo>
                <a:lnTo>
                  <a:pt x="360900" y="605321"/>
                </a:lnTo>
                <a:lnTo>
                  <a:pt x="362834" y="611901"/>
                </a:lnTo>
                <a:lnTo>
                  <a:pt x="365187" y="618480"/>
                </a:lnTo>
                <a:lnTo>
                  <a:pt x="367766" y="625060"/>
                </a:lnTo>
                <a:lnTo>
                  <a:pt x="370361" y="631639"/>
                </a:lnTo>
                <a:lnTo>
                  <a:pt x="372767" y="638219"/>
                </a:lnTo>
                <a:lnTo>
                  <a:pt x="374810" y="644799"/>
                </a:lnTo>
                <a:lnTo>
                  <a:pt x="376360" y="651378"/>
                </a:lnTo>
                <a:lnTo>
                  <a:pt x="377353" y="657958"/>
                </a:lnTo>
                <a:lnTo>
                  <a:pt x="377782" y="664537"/>
                </a:lnTo>
                <a:lnTo>
                  <a:pt x="377702" y="671117"/>
                </a:lnTo>
                <a:lnTo>
                  <a:pt x="377206" y="677697"/>
                </a:lnTo>
                <a:lnTo>
                  <a:pt x="376410" y="684276"/>
                </a:lnTo>
                <a:lnTo>
                  <a:pt x="375426" y="690856"/>
                </a:lnTo>
                <a:lnTo>
                  <a:pt x="374348" y="697435"/>
                </a:lnTo>
                <a:lnTo>
                  <a:pt x="373234" y="704015"/>
                </a:lnTo>
                <a:lnTo>
                  <a:pt x="372106" y="710594"/>
                </a:lnTo>
                <a:lnTo>
                  <a:pt x="370956" y="717174"/>
                </a:lnTo>
                <a:lnTo>
                  <a:pt x="369769" y="723754"/>
                </a:lnTo>
                <a:lnTo>
                  <a:pt x="368548" y="730333"/>
                </a:lnTo>
                <a:lnTo>
                  <a:pt x="367340" y="736913"/>
                </a:lnTo>
                <a:lnTo>
                  <a:pt x="366267" y="743492"/>
                </a:lnTo>
                <a:lnTo>
                  <a:pt x="365547" y="750072"/>
                </a:lnTo>
                <a:lnTo>
                  <a:pt x="365495" y="756651"/>
                </a:lnTo>
                <a:lnTo>
                  <a:pt x="366519" y="763231"/>
                </a:lnTo>
                <a:lnTo>
                  <a:pt x="369097" y="769811"/>
                </a:lnTo>
                <a:lnTo>
                  <a:pt x="373728" y="776390"/>
                </a:lnTo>
                <a:lnTo>
                  <a:pt x="380870" y="782970"/>
                </a:lnTo>
                <a:lnTo>
                  <a:pt x="390850" y="789549"/>
                </a:lnTo>
                <a:lnTo>
                  <a:pt x="403775" y="796129"/>
                </a:lnTo>
                <a:lnTo>
                  <a:pt x="419432" y="802708"/>
                </a:lnTo>
                <a:lnTo>
                  <a:pt x="437225" y="809288"/>
                </a:lnTo>
                <a:lnTo>
                  <a:pt x="456148" y="815868"/>
                </a:lnTo>
                <a:lnTo>
                  <a:pt x="474848" y="822447"/>
                </a:lnTo>
                <a:lnTo>
                  <a:pt x="491747" y="829027"/>
                </a:lnTo>
                <a:lnTo>
                  <a:pt x="505250" y="835606"/>
                </a:lnTo>
                <a:lnTo>
                  <a:pt x="513979" y="842186"/>
                </a:lnTo>
                <a:lnTo>
                  <a:pt x="516999" y="848766"/>
                </a:lnTo>
                <a:lnTo>
                  <a:pt x="516999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69" name="F2_precision_recall_distributions_3383">
            <a:extLst>
              <a:ext uri="{FF2B5EF4-FFF2-40B4-BE49-F238E27FC236}">
                <a16:creationId xmlns:a16="http://schemas.microsoft.com/office/drawing/2014/main" id="{7ABB5760-60BC-42B7-9E70-4C497E6A91B6}"/>
              </a:ext>
            </a:extLst>
          </p:cNvPr>
          <p:cNvSpPr>
            <a:spLocks noGrp="1"/>
          </p:cNvSpPr>
          <p:nvPr/>
        </p:nvSpPr>
        <p:spPr>
          <a:xfrm>
            <a:off x="5842919" y="16383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0" name="F2_precision_recall_distributions_3384">
            <a:extLst>
              <a:ext uri="{FF2B5EF4-FFF2-40B4-BE49-F238E27FC236}">
                <a16:creationId xmlns:a16="http://schemas.microsoft.com/office/drawing/2014/main" id="{C435741B-6C2A-4065-A880-DD8D356ECBDF}"/>
              </a:ext>
            </a:extLst>
          </p:cNvPr>
          <p:cNvSpPr>
            <a:spLocks noGrp="1"/>
          </p:cNvSpPr>
          <p:nvPr/>
        </p:nvSpPr>
        <p:spPr>
          <a:xfrm>
            <a:off x="5813752" y="1585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1" name="F2_precision_recall_distributions_3385">
            <a:extLst>
              <a:ext uri="{FF2B5EF4-FFF2-40B4-BE49-F238E27FC236}">
                <a16:creationId xmlns:a16="http://schemas.microsoft.com/office/drawing/2014/main" id="{59220702-349C-453F-8D93-FA791552ECF0}"/>
              </a:ext>
            </a:extLst>
          </p:cNvPr>
          <p:cNvSpPr>
            <a:spLocks noGrp="1"/>
          </p:cNvSpPr>
          <p:nvPr/>
        </p:nvSpPr>
        <p:spPr>
          <a:xfrm>
            <a:off x="5829965" y="15726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2" name="F2_precision_recall_distributions_3386">
            <a:extLst>
              <a:ext uri="{FF2B5EF4-FFF2-40B4-BE49-F238E27FC236}">
                <a16:creationId xmlns:a16="http://schemas.microsoft.com/office/drawing/2014/main" id="{37B6B37E-9397-4A68-8F4B-0205C85BBE53}"/>
              </a:ext>
            </a:extLst>
          </p:cNvPr>
          <p:cNvSpPr>
            <a:spLocks noGrp="1"/>
          </p:cNvSpPr>
          <p:nvPr/>
        </p:nvSpPr>
        <p:spPr>
          <a:xfrm>
            <a:off x="6019051" y="215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3" name="F2_precision_recall_distributions_3387">
            <a:extLst>
              <a:ext uri="{FF2B5EF4-FFF2-40B4-BE49-F238E27FC236}">
                <a16:creationId xmlns:a16="http://schemas.microsoft.com/office/drawing/2014/main" id="{06DFDE1A-51F0-44AC-AC49-ABC59CD7D617}"/>
              </a:ext>
            </a:extLst>
          </p:cNvPr>
          <p:cNvSpPr>
            <a:spLocks noGrp="1"/>
          </p:cNvSpPr>
          <p:nvPr/>
        </p:nvSpPr>
        <p:spPr>
          <a:xfrm>
            <a:off x="6117008" y="15903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4" name="F2_precision_recall_distributions_3388">
            <a:extLst>
              <a:ext uri="{FF2B5EF4-FFF2-40B4-BE49-F238E27FC236}">
                <a16:creationId xmlns:a16="http://schemas.microsoft.com/office/drawing/2014/main" id="{1279D20E-B455-4DDD-B565-6A5516655FDF}"/>
              </a:ext>
            </a:extLst>
          </p:cNvPr>
          <p:cNvSpPr>
            <a:spLocks noGrp="1"/>
          </p:cNvSpPr>
          <p:nvPr/>
        </p:nvSpPr>
        <p:spPr>
          <a:xfrm>
            <a:off x="5828879" y="15571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5" name="F2_precision_recall_distributions_3389">
            <a:extLst>
              <a:ext uri="{FF2B5EF4-FFF2-40B4-BE49-F238E27FC236}">
                <a16:creationId xmlns:a16="http://schemas.microsoft.com/office/drawing/2014/main" id="{26CCFBED-93A0-4D3C-8CEF-4C305639460F}"/>
              </a:ext>
            </a:extLst>
          </p:cNvPr>
          <p:cNvSpPr>
            <a:spLocks noGrp="1"/>
          </p:cNvSpPr>
          <p:nvPr/>
        </p:nvSpPr>
        <p:spPr>
          <a:xfrm>
            <a:off x="6151726" y="157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6" name="F2_precision_recall_distributions_3390">
            <a:extLst>
              <a:ext uri="{FF2B5EF4-FFF2-40B4-BE49-F238E27FC236}">
                <a16:creationId xmlns:a16="http://schemas.microsoft.com/office/drawing/2014/main" id="{D03B7DAD-D59A-45BA-9B5D-0DCC16DFD730}"/>
              </a:ext>
            </a:extLst>
          </p:cNvPr>
          <p:cNvSpPr>
            <a:spLocks noGrp="1"/>
          </p:cNvSpPr>
          <p:nvPr/>
        </p:nvSpPr>
        <p:spPr>
          <a:xfrm>
            <a:off x="5964717" y="1602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7" name="F2_precision_recall_distributions_3391">
            <a:extLst>
              <a:ext uri="{FF2B5EF4-FFF2-40B4-BE49-F238E27FC236}">
                <a16:creationId xmlns:a16="http://schemas.microsoft.com/office/drawing/2014/main" id="{183706CF-26BA-4D3F-94CC-469F78695127}"/>
              </a:ext>
            </a:extLst>
          </p:cNvPr>
          <p:cNvSpPr>
            <a:spLocks noGrp="1"/>
          </p:cNvSpPr>
          <p:nvPr/>
        </p:nvSpPr>
        <p:spPr>
          <a:xfrm>
            <a:off x="6049645" y="1778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8" name="F2_precision_recall_distributions_3392">
            <a:extLst>
              <a:ext uri="{FF2B5EF4-FFF2-40B4-BE49-F238E27FC236}">
                <a16:creationId xmlns:a16="http://schemas.microsoft.com/office/drawing/2014/main" id="{DA0ACD68-1E59-44A4-9945-2726FF096AFA}"/>
              </a:ext>
            </a:extLst>
          </p:cNvPr>
          <p:cNvSpPr>
            <a:spLocks noGrp="1"/>
          </p:cNvSpPr>
          <p:nvPr/>
        </p:nvSpPr>
        <p:spPr>
          <a:xfrm>
            <a:off x="5988845" y="15760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9" name="F2_precision_recall_distributions_3393">
            <a:extLst>
              <a:ext uri="{FF2B5EF4-FFF2-40B4-BE49-F238E27FC236}">
                <a16:creationId xmlns:a16="http://schemas.microsoft.com/office/drawing/2014/main" id="{3E2BB235-65AF-418F-B932-3931E9A3399B}"/>
              </a:ext>
            </a:extLst>
          </p:cNvPr>
          <p:cNvSpPr>
            <a:spLocks noGrp="1"/>
          </p:cNvSpPr>
          <p:nvPr/>
        </p:nvSpPr>
        <p:spPr>
          <a:xfrm>
            <a:off x="5990406" y="17940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0" name="F2_precision_recall_distributions_3394">
            <a:extLst>
              <a:ext uri="{FF2B5EF4-FFF2-40B4-BE49-F238E27FC236}">
                <a16:creationId xmlns:a16="http://schemas.microsoft.com/office/drawing/2014/main" id="{862765EC-C4DF-4703-83EA-EE233E8D185F}"/>
              </a:ext>
            </a:extLst>
          </p:cNvPr>
          <p:cNvSpPr>
            <a:spLocks noGrp="1"/>
          </p:cNvSpPr>
          <p:nvPr/>
        </p:nvSpPr>
        <p:spPr>
          <a:xfrm>
            <a:off x="5850223" y="1571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1" name="F2_precision_recall_distributions_3395">
            <a:extLst>
              <a:ext uri="{FF2B5EF4-FFF2-40B4-BE49-F238E27FC236}">
                <a16:creationId xmlns:a16="http://schemas.microsoft.com/office/drawing/2014/main" id="{7B4E00DB-55A7-46B8-8768-25302CECB790}"/>
              </a:ext>
            </a:extLst>
          </p:cNvPr>
          <p:cNvSpPr>
            <a:spLocks noGrp="1"/>
          </p:cNvSpPr>
          <p:nvPr/>
        </p:nvSpPr>
        <p:spPr>
          <a:xfrm>
            <a:off x="5924629" y="15683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2" name="F2_precision_recall_distributions_3396">
            <a:extLst>
              <a:ext uri="{FF2B5EF4-FFF2-40B4-BE49-F238E27FC236}">
                <a16:creationId xmlns:a16="http://schemas.microsoft.com/office/drawing/2014/main" id="{E795CCF1-773D-4EFA-88D7-C93C57522592}"/>
              </a:ext>
            </a:extLst>
          </p:cNvPr>
          <p:cNvSpPr>
            <a:spLocks noGrp="1"/>
          </p:cNvSpPr>
          <p:nvPr/>
        </p:nvSpPr>
        <p:spPr>
          <a:xfrm>
            <a:off x="6051456" y="1777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3" name="F2_precision_recall_distributions_3397">
            <a:extLst>
              <a:ext uri="{FF2B5EF4-FFF2-40B4-BE49-F238E27FC236}">
                <a16:creationId xmlns:a16="http://schemas.microsoft.com/office/drawing/2014/main" id="{9DAE0B67-A1B8-4C56-BB78-9A3D4379CE14}"/>
              </a:ext>
            </a:extLst>
          </p:cNvPr>
          <p:cNvSpPr>
            <a:spLocks noGrp="1"/>
          </p:cNvSpPr>
          <p:nvPr/>
        </p:nvSpPr>
        <p:spPr>
          <a:xfrm>
            <a:off x="5990103" y="15906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4" name="F2_precision_recall_distributions_3398">
            <a:extLst>
              <a:ext uri="{FF2B5EF4-FFF2-40B4-BE49-F238E27FC236}">
                <a16:creationId xmlns:a16="http://schemas.microsoft.com/office/drawing/2014/main" id="{EDFFE3E9-0505-4BBF-BD6F-4DC8DB5A645D}"/>
              </a:ext>
            </a:extLst>
          </p:cNvPr>
          <p:cNvSpPr>
            <a:spLocks noGrp="1"/>
          </p:cNvSpPr>
          <p:nvPr/>
        </p:nvSpPr>
        <p:spPr>
          <a:xfrm>
            <a:off x="5825361" y="1604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5" name="F2_precision_recall_distributions_3399">
            <a:extLst>
              <a:ext uri="{FF2B5EF4-FFF2-40B4-BE49-F238E27FC236}">
                <a16:creationId xmlns:a16="http://schemas.microsoft.com/office/drawing/2014/main" id="{F7BA7707-F703-4598-9BAD-087B6B729A64}"/>
              </a:ext>
            </a:extLst>
          </p:cNvPr>
          <p:cNvSpPr>
            <a:spLocks noGrp="1"/>
          </p:cNvSpPr>
          <p:nvPr/>
        </p:nvSpPr>
        <p:spPr>
          <a:xfrm>
            <a:off x="5823232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6" name="F2_precision_recall_distributions_3400">
            <a:extLst>
              <a:ext uri="{FF2B5EF4-FFF2-40B4-BE49-F238E27FC236}">
                <a16:creationId xmlns:a16="http://schemas.microsoft.com/office/drawing/2014/main" id="{29DEB4E9-0171-4BF0-B133-9BF9D403AAB7}"/>
              </a:ext>
            </a:extLst>
          </p:cNvPr>
          <p:cNvSpPr>
            <a:spLocks noGrp="1"/>
          </p:cNvSpPr>
          <p:nvPr/>
        </p:nvSpPr>
        <p:spPr>
          <a:xfrm>
            <a:off x="5845084" y="1618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7" name="F2_precision_recall_distributions_3401">
            <a:extLst>
              <a:ext uri="{FF2B5EF4-FFF2-40B4-BE49-F238E27FC236}">
                <a16:creationId xmlns:a16="http://schemas.microsoft.com/office/drawing/2014/main" id="{A8049190-7F7A-4A2F-AB07-8E838FD4F3F4}"/>
              </a:ext>
            </a:extLst>
          </p:cNvPr>
          <p:cNvSpPr>
            <a:spLocks noGrp="1"/>
          </p:cNvSpPr>
          <p:nvPr/>
        </p:nvSpPr>
        <p:spPr>
          <a:xfrm>
            <a:off x="6120752" y="1565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8" name="F2_precision_recall_distributions_3402">
            <a:extLst>
              <a:ext uri="{FF2B5EF4-FFF2-40B4-BE49-F238E27FC236}">
                <a16:creationId xmlns:a16="http://schemas.microsoft.com/office/drawing/2014/main" id="{2D8B1D34-4007-4F63-8D5D-AB0675ECA4AA}"/>
              </a:ext>
            </a:extLst>
          </p:cNvPr>
          <p:cNvSpPr>
            <a:spLocks noGrp="1"/>
          </p:cNvSpPr>
          <p:nvPr/>
        </p:nvSpPr>
        <p:spPr>
          <a:xfrm>
            <a:off x="5849500" y="1687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9" name="F2_precision_recall_distributions_3403">
            <a:extLst>
              <a:ext uri="{FF2B5EF4-FFF2-40B4-BE49-F238E27FC236}">
                <a16:creationId xmlns:a16="http://schemas.microsoft.com/office/drawing/2014/main" id="{73C264B8-BB22-48B1-AE58-1FAC1AB2325D}"/>
              </a:ext>
            </a:extLst>
          </p:cNvPr>
          <p:cNvSpPr>
            <a:spLocks noGrp="1"/>
          </p:cNvSpPr>
          <p:nvPr/>
        </p:nvSpPr>
        <p:spPr>
          <a:xfrm>
            <a:off x="5875810" y="20355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0" name="F2_precision_recall_distributions_3404">
            <a:extLst>
              <a:ext uri="{FF2B5EF4-FFF2-40B4-BE49-F238E27FC236}">
                <a16:creationId xmlns:a16="http://schemas.microsoft.com/office/drawing/2014/main" id="{10B6AF88-04E8-4DA6-A53C-74FB030BC35B}"/>
              </a:ext>
            </a:extLst>
          </p:cNvPr>
          <p:cNvSpPr>
            <a:spLocks noGrp="1"/>
          </p:cNvSpPr>
          <p:nvPr/>
        </p:nvSpPr>
        <p:spPr>
          <a:xfrm>
            <a:off x="5888649" y="1641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1" name="F2_precision_recall_distributions_3405">
            <a:extLst>
              <a:ext uri="{FF2B5EF4-FFF2-40B4-BE49-F238E27FC236}">
                <a16:creationId xmlns:a16="http://schemas.microsoft.com/office/drawing/2014/main" id="{025F510E-ACDC-4500-B371-6453C87B4D93}"/>
              </a:ext>
            </a:extLst>
          </p:cNvPr>
          <p:cNvSpPr>
            <a:spLocks noGrp="1"/>
          </p:cNvSpPr>
          <p:nvPr/>
        </p:nvSpPr>
        <p:spPr>
          <a:xfrm>
            <a:off x="6098434" y="1902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2" name="F2_precision_recall_distributions_3406">
            <a:extLst>
              <a:ext uri="{FF2B5EF4-FFF2-40B4-BE49-F238E27FC236}">
                <a16:creationId xmlns:a16="http://schemas.microsoft.com/office/drawing/2014/main" id="{56654DC5-E2F3-4F11-BEE3-13729879B1F3}"/>
              </a:ext>
            </a:extLst>
          </p:cNvPr>
          <p:cNvSpPr>
            <a:spLocks noGrp="1"/>
          </p:cNvSpPr>
          <p:nvPr/>
        </p:nvSpPr>
        <p:spPr>
          <a:xfrm>
            <a:off x="6084821" y="1575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3" name="F2_precision_recall_distributions_3407">
            <a:extLst>
              <a:ext uri="{FF2B5EF4-FFF2-40B4-BE49-F238E27FC236}">
                <a16:creationId xmlns:a16="http://schemas.microsoft.com/office/drawing/2014/main" id="{B5157438-7091-462E-A72C-7C64DFA3DA7A}"/>
              </a:ext>
            </a:extLst>
          </p:cNvPr>
          <p:cNvSpPr>
            <a:spLocks noGrp="1"/>
          </p:cNvSpPr>
          <p:nvPr/>
        </p:nvSpPr>
        <p:spPr>
          <a:xfrm>
            <a:off x="6097173" y="17746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4" name="F2_precision_recall_distributions_3408">
            <a:extLst>
              <a:ext uri="{FF2B5EF4-FFF2-40B4-BE49-F238E27FC236}">
                <a16:creationId xmlns:a16="http://schemas.microsoft.com/office/drawing/2014/main" id="{28A168A4-A199-4ECB-9A09-4A901DAC833B}"/>
              </a:ext>
            </a:extLst>
          </p:cNvPr>
          <p:cNvSpPr>
            <a:spLocks noGrp="1"/>
          </p:cNvSpPr>
          <p:nvPr/>
        </p:nvSpPr>
        <p:spPr>
          <a:xfrm>
            <a:off x="590212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5" name="F2_precision_recall_distributions_3409">
            <a:extLst>
              <a:ext uri="{FF2B5EF4-FFF2-40B4-BE49-F238E27FC236}">
                <a16:creationId xmlns:a16="http://schemas.microsoft.com/office/drawing/2014/main" id="{7A169CAE-23EA-4120-9900-C42702B5301A}"/>
              </a:ext>
            </a:extLst>
          </p:cNvPr>
          <p:cNvSpPr>
            <a:spLocks noGrp="1"/>
          </p:cNvSpPr>
          <p:nvPr/>
        </p:nvSpPr>
        <p:spPr>
          <a:xfrm>
            <a:off x="6141067" y="20392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6" name="F2_precision_recall_distributions_3410">
            <a:extLst>
              <a:ext uri="{FF2B5EF4-FFF2-40B4-BE49-F238E27FC236}">
                <a16:creationId xmlns:a16="http://schemas.microsoft.com/office/drawing/2014/main" id="{A134EB35-FF8F-4678-8465-FE81A262A618}"/>
              </a:ext>
            </a:extLst>
          </p:cNvPr>
          <p:cNvSpPr>
            <a:spLocks noGrp="1"/>
          </p:cNvSpPr>
          <p:nvPr/>
        </p:nvSpPr>
        <p:spPr>
          <a:xfrm>
            <a:off x="5886531" y="2156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7" name="F2_precision_recall_distributions_3411">
            <a:extLst>
              <a:ext uri="{FF2B5EF4-FFF2-40B4-BE49-F238E27FC236}">
                <a16:creationId xmlns:a16="http://schemas.microsoft.com/office/drawing/2014/main" id="{20CF87E7-033B-4E95-84F4-8F58FDB891A3}"/>
              </a:ext>
            </a:extLst>
          </p:cNvPr>
          <p:cNvSpPr>
            <a:spLocks noGrp="1"/>
          </p:cNvSpPr>
          <p:nvPr/>
        </p:nvSpPr>
        <p:spPr>
          <a:xfrm>
            <a:off x="5996398" y="15707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8" name="F2_precision_recall_distributions_3412">
            <a:extLst>
              <a:ext uri="{FF2B5EF4-FFF2-40B4-BE49-F238E27FC236}">
                <a16:creationId xmlns:a16="http://schemas.microsoft.com/office/drawing/2014/main" id="{173FF12D-276B-42DD-8615-0433CA4D351C}"/>
              </a:ext>
            </a:extLst>
          </p:cNvPr>
          <p:cNvSpPr>
            <a:spLocks noGrp="1"/>
          </p:cNvSpPr>
          <p:nvPr/>
        </p:nvSpPr>
        <p:spPr>
          <a:xfrm>
            <a:off x="5939102" y="1565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9" name="F2_precision_recall_distributions_3413">
            <a:extLst>
              <a:ext uri="{FF2B5EF4-FFF2-40B4-BE49-F238E27FC236}">
                <a16:creationId xmlns:a16="http://schemas.microsoft.com/office/drawing/2014/main" id="{2D05D02E-0E2F-49C2-B1CB-7BEE6652EA3F}"/>
              </a:ext>
            </a:extLst>
          </p:cNvPr>
          <p:cNvSpPr>
            <a:spLocks noGrp="1"/>
          </p:cNvSpPr>
          <p:nvPr/>
        </p:nvSpPr>
        <p:spPr>
          <a:xfrm>
            <a:off x="6115943" y="2007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0" name="F2_precision_recall_distributions_3414">
            <a:extLst>
              <a:ext uri="{FF2B5EF4-FFF2-40B4-BE49-F238E27FC236}">
                <a16:creationId xmlns:a16="http://schemas.microsoft.com/office/drawing/2014/main" id="{DD0F1296-B345-45FA-B373-A08278A68092}"/>
              </a:ext>
            </a:extLst>
          </p:cNvPr>
          <p:cNvSpPr>
            <a:spLocks noGrp="1"/>
          </p:cNvSpPr>
          <p:nvPr/>
        </p:nvSpPr>
        <p:spPr>
          <a:xfrm>
            <a:off x="6032896" y="1777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1" name="F2_precision_recall_distributions_3415">
            <a:extLst>
              <a:ext uri="{FF2B5EF4-FFF2-40B4-BE49-F238E27FC236}">
                <a16:creationId xmlns:a16="http://schemas.microsoft.com/office/drawing/2014/main" id="{3AC73CEE-BBE7-4187-9487-0A5A3A28CBAE}"/>
              </a:ext>
            </a:extLst>
          </p:cNvPr>
          <p:cNvSpPr>
            <a:spLocks noGrp="1"/>
          </p:cNvSpPr>
          <p:nvPr/>
        </p:nvSpPr>
        <p:spPr>
          <a:xfrm>
            <a:off x="61479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2" name="F2_precision_recall_distributions_3416">
            <a:extLst>
              <a:ext uri="{FF2B5EF4-FFF2-40B4-BE49-F238E27FC236}">
                <a16:creationId xmlns:a16="http://schemas.microsoft.com/office/drawing/2014/main" id="{82378049-AB08-44D8-AC3F-6FEC31AF7A91}"/>
              </a:ext>
            </a:extLst>
          </p:cNvPr>
          <p:cNvSpPr>
            <a:spLocks noGrp="1"/>
          </p:cNvSpPr>
          <p:nvPr/>
        </p:nvSpPr>
        <p:spPr>
          <a:xfrm>
            <a:off x="5827749" y="1591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3" name="F2_precision_recall_distributions_3417">
            <a:extLst>
              <a:ext uri="{FF2B5EF4-FFF2-40B4-BE49-F238E27FC236}">
                <a16:creationId xmlns:a16="http://schemas.microsoft.com/office/drawing/2014/main" id="{B0385C3A-F8B5-4D29-8D03-698F5D674088}"/>
              </a:ext>
            </a:extLst>
          </p:cNvPr>
          <p:cNvSpPr>
            <a:spLocks noGrp="1"/>
          </p:cNvSpPr>
          <p:nvPr/>
        </p:nvSpPr>
        <p:spPr>
          <a:xfrm>
            <a:off x="6162213" y="15149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4" name="F2_precision_recall_distributions_3418">
            <a:extLst>
              <a:ext uri="{FF2B5EF4-FFF2-40B4-BE49-F238E27FC236}">
                <a16:creationId xmlns:a16="http://schemas.microsoft.com/office/drawing/2014/main" id="{D7548F6B-94B7-4B55-ABA4-DD416E23A8D8}"/>
              </a:ext>
            </a:extLst>
          </p:cNvPr>
          <p:cNvSpPr>
            <a:spLocks noGrp="1"/>
          </p:cNvSpPr>
          <p:nvPr/>
        </p:nvSpPr>
        <p:spPr>
          <a:xfrm>
            <a:off x="605304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5" name="F2_precision_recall_distributions_3419">
            <a:extLst>
              <a:ext uri="{FF2B5EF4-FFF2-40B4-BE49-F238E27FC236}">
                <a16:creationId xmlns:a16="http://schemas.microsoft.com/office/drawing/2014/main" id="{21B7D97B-5C7F-4E4A-BD5E-E7743CA95941}"/>
              </a:ext>
            </a:extLst>
          </p:cNvPr>
          <p:cNvSpPr>
            <a:spLocks noGrp="1"/>
          </p:cNvSpPr>
          <p:nvPr/>
        </p:nvSpPr>
        <p:spPr>
          <a:xfrm>
            <a:off x="6049248" y="16092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6" name="F2_precision_recall_distributions_3420">
            <a:extLst>
              <a:ext uri="{FF2B5EF4-FFF2-40B4-BE49-F238E27FC236}">
                <a16:creationId xmlns:a16="http://schemas.microsoft.com/office/drawing/2014/main" id="{6896B9DA-26CF-4D08-8563-B2E0897E1B93}"/>
              </a:ext>
            </a:extLst>
          </p:cNvPr>
          <p:cNvSpPr>
            <a:spLocks noGrp="1"/>
          </p:cNvSpPr>
          <p:nvPr/>
        </p:nvSpPr>
        <p:spPr>
          <a:xfrm>
            <a:off x="5836359" y="1610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7" name="F2_precision_recall_distributions_3421">
            <a:extLst>
              <a:ext uri="{FF2B5EF4-FFF2-40B4-BE49-F238E27FC236}">
                <a16:creationId xmlns:a16="http://schemas.microsoft.com/office/drawing/2014/main" id="{5C2C8B4C-1B68-4E66-8CBD-90150432A641}"/>
              </a:ext>
            </a:extLst>
          </p:cNvPr>
          <p:cNvSpPr>
            <a:spLocks noGrp="1"/>
          </p:cNvSpPr>
          <p:nvPr/>
        </p:nvSpPr>
        <p:spPr>
          <a:xfrm>
            <a:off x="5896894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8" name="F2_precision_recall_distributions_3422">
            <a:extLst>
              <a:ext uri="{FF2B5EF4-FFF2-40B4-BE49-F238E27FC236}">
                <a16:creationId xmlns:a16="http://schemas.microsoft.com/office/drawing/2014/main" id="{87522A13-C65C-4DA1-8981-61105EED4772}"/>
              </a:ext>
            </a:extLst>
          </p:cNvPr>
          <p:cNvSpPr>
            <a:spLocks noGrp="1"/>
          </p:cNvSpPr>
          <p:nvPr/>
        </p:nvSpPr>
        <p:spPr>
          <a:xfrm>
            <a:off x="5930879" y="15516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9" name="F2_precision_recall_distributions_3423">
            <a:extLst>
              <a:ext uri="{FF2B5EF4-FFF2-40B4-BE49-F238E27FC236}">
                <a16:creationId xmlns:a16="http://schemas.microsoft.com/office/drawing/2014/main" id="{3F12DDFC-81CB-44AD-B102-1DD5A276D6D0}"/>
              </a:ext>
            </a:extLst>
          </p:cNvPr>
          <p:cNvSpPr>
            <a:spLocks noGrp="1"/>
          </p:cNvSpPr>
          <p:nvPr/>
        </p:nvSpPr>
        <p:spPr>
          <a:xfrm>
            <a:off x="5903623" y="18040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0" name="F2_precision_recall_distributions_3424">
            <a:extLst>
              <a:ext uri="{FF2B5EF4-FFF2-40B4-BE49-F238E27FC236}">
                <a16:creationId xmlns:a16="http://schemas.microsoft.com/office/drawing/2014/main" id="{AFE77DF9-19BC-4C9F-AE87-79BE6B347A3F}"/>
              </a:ext>
            </a:extLst>
          </p:cNvPr>
          <p:cNvSpPr>
            <a:spLocks noGrp="1"/>
          </p:cNvSpPr>
          <p:nvPr/>
        </p:nvSpPr>
        <p:spPr>
          <a:xfrm>
            <a:off x="5986729" y="15880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1" name="F2_precision_recall_distributions_3425">
            <a:extLst>
              <a:ext uri="{FF2B5EF4-FFF2-40B4-BE49-F238E27FC236}">
                <a16:creationId xmlns:a16="http://schemas.microsoft.com/office/drawing/2014/main" id="{40A457C3-4DA5-4B68-AB85-F000773D425E}"/>
              </a:ext>
            </a:extLst>
          </p:cNvPr>
          <p:cNvSpPr>
            <a:spLocks noGrp="1"/>
          </p:cNvSpPr>
          <p:nvPr/>
        </p:nvSpPr>
        <p:spPr>
          <a:xfrm>
            <a:off x="596868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2" name="F2_precision_recall_distributions_3426">
            <a:extLst>
              <a:ext uri="{FF2B5EF4-FFF2-40B4-BE49-F238E27FC236}">
                <a16:creationId xmlns:a16="http://schemas.microsoft.com/office/drawing/2014/main" id="{A5DD4C98-71A7-4966-A6CD-E49F4B182039}"/>
              </a:ext>
            </a:extLst>
          </p:cNvPr>
          <p:cNvSpPr>
            <a:spLocks noGrp="1"/>
          </p:cNvSpPr>
          <p:nvPr/>
        </p:nvSpPr>
        <p:spPr>
          <a:xfrm>
            <a:off x="5845122" y="1586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3" name="F2_precision_recall_distributions_3427">
            <a:extLst>
              <a:ext uri="{FF2B5EF4-FFF2-40B4-BE49-F238E27FC236}">
                <a16:creationId xmlns:a16="http://schemas.microsoft.com/office/drawing/2014/main" id="{DF7760E3-A08F-40D0-BA2E-6EF6C585B372}"/>
              </a:ext>
            </a:extLst>
          </p:cNvPr>
          <p:cNvSpPr>
            <a:spLocks noGrp="1"/>
          </p:cNvSpPr>
          <p:nvPr/>
        </p:nvSpPr>
        <p:spPr>
          <a:xfrm>
            <a:off x="5842491" y="17337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4" name="F2_precision_recall_distributions_3428">
            <a:extLst>
              <a:ext uri="{FF2B5EF4-FFF2-40B4-BE49-F238E27FC236}">
                <a16:creationId xmlns:a16="http://schemas.microsoft.com/office/drawing/2014/main" id="{7BEFB0DE-99E2-49CE-B254-0FDFF524AEE8}"/>
              </a:ext>
            </a:extLst>
          </p:cNvPr>
          <p:cNvSpPr>
            <a:spLocks noGrp="1"/>
          </p:cNvSpPr>
          <p:nvPr/>
        </p:nvSpPr>
        <p:spPr>
          <a:xfrm>
            <a:off x="6040309" y="15444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5" name="F2_precision_recall_distributions_3429">
            <a:extLst>
              <a:ext uri="{FF2B5EF4-FFF2-40B4-BE49-F238E27FC236}">
                <a16:creationId xmlns:a16="http://schemas.microsoft.com/office/drawing/2014/main" id="{F6B088DD-2F02-4018-8FD0-47ACCBF3A160}"/>
              </a:ext>
            </a:extLst>
          </p:cNvPr>
          <p:cNvSpPr>
            <a:spLocks noGrp="1"/>
          </p:cNvSpPr>
          <p:nvPr/>
        </p:nvSpPr>
        <p:spPr>
          <a:xfrm>
            <a:off x="6059430" y="2000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6" name="F2_precision_recall_distributions_3430">
            <a:extLst>
              <a:ext uri="{FF2B5EF4-FFF2-40B4-BE49-F238E27FC236}">
                <a16:creationId xmlns:a16="http://schemas.microsoft.com/office/drawing/2014/main" id="{284F95C0-B0BA-447D-B427-ED64C22C1990}"/>
              </a:ext>
            </a:extLst>
          </p:cNvPr>
          <p:cNvSpPr>
            <a:spLocks noGrp="1"/>
          </p:cNvSpPr>
          <p:nvPr/>
        </p:nvSpPr>
        <p:spPr>
          <a:xfrm>
            <a:off x="5813398" y="1590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7" name="F2_precision_recall_distributions_3431">
            <a:extLst>
              <a:ext uri="{FF2B5EF4-FFF2-40B4-BE49-F238E27FC236}">
                <a16:creationId xmlns:a16="http://schemas.microsoft.com/office/drawing/2014/main" id="{A4E40CB5-D358-4E5D-9F4E-F4EABE9EE4BA}"/>
              </a:ext>
            </a:extLst>
          </p:cNvPr>
          <p:cNvSpPr>
            <a:spLocks noGrp="1"/>
          </p:cNvSpPr>
          <p:nvPr/>
        </p:nvSpPr>
        <p:spPr>
          <a:xfrm>
            <a:off x="5825694" y="17924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8" name="F2_precision_recall_distributions_3432">
            <a:extLst>
              <a:ext uri="{FF2B5EF4-FFF2-40B4-BE49-F238E27FC236}">
                <a16:creationId xmlns:a16="http://schemas.microsoft.com/office/drawing/2014/main" id="{74294116-4C37-4744-AEE6-AA3627B31269}"/>
              </a:ext>
            </a:extLst>
          </p:cNvPr>
          <p:cNvSpPr>
            <a:spLocks noGrp="1"/>
          </p:cNvSpPr>
          <p:nvPr/>
        </p:nvSpPr>
        <p:spPr>
          <a:xfrm>
            <a:off x="6127220" y="159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9" name="F2_precision_recall_distributions_3433">
            <a:extLst>
              <a:ext uri="{FF2B5EF4-FFF2-40B4-BE49-F238E27FC236}">
                <a16:creationId xmlns:a16="http://schemas.microsoft.com/office/drawing/2014/main" id="{F0E9BD0F-87BE-40AD-8B62-FD1A467D494F}"/>
              </a:ext>
            </a:extLst>
          </p:cNvPr>
          <p:cNvSpPr>
            <a:spLocks noGrp="1"/>
          </p:cNvSpPr>
          <p:nvPr/>
        </p:nvSpPr>
        <p:spPr>
          <a:xfrm>
            <a:off x="5846127" y="16330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0" name="F2_precision_recall_distributions_3434">
            <a:extLst>
              <a:ext uri="{FF2B5EF4-FFF2-40B4-BE49-F238E27FC236}">
                <a16:creationId xmlns:a16="http://schemas.microsoft.com/office/drawing/2014/main" id="{101A8A94-A0D9-4A01-86F0-ADBEC85ED6A3}"/>
              </a:ext>
            </a:extLst>
          </p:cNvPr>
          <p:cNvSpPr>
            <a:spLocks noGrp="1"/>
          </p:cNvSpPr>
          <p:nvPr/>
        </p:nvSpPr>
        <p:spPr>
          <a:xfrm>
            <a:off x="5846915" y="17691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1" name="F2_precision_recall_distributions_3435">
            <a:extLst>
              <a:ext uri="{FF2B5EF4-FFF2-40B4-BE49-F238E27FC236}">
                <a16:creationId xmlns:a16="http://schemas.microsoft.com/office/drawing/2014/main" id="{DD23B209-5A47-41C3-A98E-2AB8CEE01B10}"/>
              </a:ext>
            </a:extLst>
          </p:cNvPr>
          <p:cNvSpPr>
            <a:spLocks noGrp="1"/>
          </p:cNvSpPr>
          <p:nvPr/>
        </p:nvSpPr>
        <p:spPr>
          <a:xfrm>
            <a:off x="6070124" y="16812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2" name="F2_precision_recall_distributions_3436">
            <a:extLst>
              <a:ext uri="{FF2B5EF4-FFF2-40B4-BE49-F238E27FC236}">
                <a16:creationId xmlns:a16="http://schemas.microsoft.com/office/drawing/2014/main" id="{18CFB6AB-05FB-434D-B515-14089D62E1DB}"/>
              </a:ext>
            </a:extLst>
          </p:cNvPr>
          <p:cNvSpPr>
            <a:spLocks noGrp="1"/>
          </p:cNvSpPr>
          <p:nvPr/>
        </p:nvSpPr>
        <p:spPr>
          <a:xfrm>
            <a:off x="5961495" y="1953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3" name="F2_precision_recall_distributions_3437">
            <a:extLst>
              <a:ext uri="{FF2B5EF4-FFF2-40B4-BE49-F238E27FC236}">
                <a16:creationId xmlns:a16="http://schemas.microsoft.com/office/drawing/2014/main" id="{038C48EA-EEAD-4C25-A5FA-6313C59D1D7A}"/>
              </a:ext>
            </a:extLst>
          </p:cNvPr>
          <p:cNvSpPr>
            <a:spLocks noGrp="1"/>
          </p:cNvSpPr>
          <p:nvPr/>
        </p:nvSpPr>
        <p:spPr>
          <a:xfrm>
            <a:off x="5989286" y="19839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4" name="F2_precision_recall_distributions_3438">
            <a:extLst>
              <a:ext uri="{FF2B5EF4-FFF2-40B4-BE49-F238E27FC236}">
                <a16:creationId xmlns:a16="http://schemas.microsoft.com/office/drawing/2014/main" id="{77F5A0B3-7FE5-48E4-9F66-F66196A50245}"/>
              </a:ext>
            </a:extLst>
          </p:cNvPr>
          <p:cNvSpPr>
            <a:spLocks noGrp="1"/>
          </p:cNvSpPr>
          <p:nvPr/>
        </p:nvSpPr>
        <p:spPr>
          <a:xfrm>
            <a:off x="5842016" y="16178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5" name="F2_precision_recall_distributions_3439">
            <a:extLst>
              <a:ext uri="{FF2B5EF4-FFF2-40B4-BE49-F238E27FC236}">
                <a16:creationId xmlns:a16="http://schemas.microsoft.com/office/drawing/2014/main" id="{377FB39E-5CEA-4782-8582-32CB04EE7E0F}"/>
              </a:ext>
            </a:extLst>
          </p:cNvPr>
          <p:cNvSpPr>
            <a:spLocks noGrp="1"/>
          </p:cNvSpPr>
          <p:nvPr/>
        </p:nvSpPr>
        <p:spPr>
          <a:xfrm>
            <a:off x="6028640" y="21624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6" name="F2_precision_recall_distributions_3440">
            <a:extLst>
              <a:ext uri="{FF2B5EF4-FFF2-40B4-BE49-F238E27FC236}">
                <a16:creationId xmlns:a16="http://schemas.microsoft.com/office/drawing/2014/main" id="{1065666D-AA1B-46D9-ADC9-F5FB2A2E951E}"/>
              </a:ext>
            </a:extLst>
          </p:cNvPr>
          <p:cNvSpPr>
            <a:spLocks noGrp="1"/>
          </p:cNvSpPr>
          <p:nvPr/>
        </p:nvSpPr>
        <p:spPr>
          <a:xfrm>
            <a:off x="6091518" y="15432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7" name="F2_precision_recall_distributions_3441">
            <a:extLst>
              <a:ext uri="{FF2B5EF4-FFF2-40B4-BE49-F238E27FC236}">
                <a16:creationId xmlns:a16="http://schemas.microsoft.com/office/drawing/2014/main" id="{AC4928DA-B3C1-4555-8659-7968F2368E0C}"/>
              </a:ext>
            </a:extLst>
          </p:cNvPr>
          <p:cNvSpPr>
            <a:spLocks noGrp="1"/>
          </p:cNvSpPr>
          <p:nvPr/>
        </p:nvSpPr>
        <p:spPr>
          <a:xfrm>
            <a:off x="5944800" y="17706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8" name="F2_precision_recall_distributions_3442">
            <a:extLst>
              <a:ext uri="{FF2B5EF4-FFF2-40B4-BE49-F238E27FC236}">
                <a16:creationId xmlns:a16="http://schemas.microsoft.com/office/drawing/2014/main" id="{811510B0-EECC-4013-835F-4673115040B2}"/>
              </a:ext>
            </a:extLst>
          </p:cNvPr>
          <p:cNvSpPr>
            <a:spLocks noGrp="1"/>
          </p:cNvSpPr>
          <p:nvPr/>
        </p:nvSpPr>
        <p:spPr>
          <a:xfrm>
            <a:off x="6017061" y="1584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9" name="F2_precision_recall_distributions_3443">
            <a:extLst>
              <a:ext uri="{FF2B5EF4-FFF2-40B4-BE49-F238E27FC236}">
                <a16:creationId xmlns:a16="http://schemas.microsoft.com/office/drawing/2014/main" id="{58CE6BD4-E594-4B0F-B37B-4EF1BC68F5AE}"/>
              </a:ext>
            </a:extLst>
          </p:cNvPr>
          <p:cNvSpPr>
            <a:spLocks noGrp="1"/>
          </p:cNvSpPr>
          <p:nvPr/>
        </p:nvSpPr>
        <p:spPr>
          <a:xfrm>
            <a:off x="5979734" y="1621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0" name="F2_precision_recall_distributions_3444">
            <a:extLst>
              <a:ext uri="{FF2B5EF4-FFF2-40B4-BE49-F238E27FC236}">
                <a16:creationId xmlns:a16="http://schemas.microsoft.com/office/drawing/2014/main" id="{61B56AB3-1E12-42C5-8C5D-C1500C24E3AE}"/>
              </a:ext>
            </a:extLst>
          </p:cNvPr>
          <p:cNvSpPr>
            <a:spLocks noGrp="1"/>
          </p:cNvSpPr>
          <p:nvPr/>
        </p:nvSpPr>
        <p:spPr>
          <a:xfrm>
            <a:off x="5823078" y="152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1" name="F2_precision_recall_distributions_3445">
            <a:extLst>
              <a:ext uri="{FF2B5EF4-FFF2-40B4-BE49-F238E27FC236}">
                <a16:creationId xmlns:a16="http://schemas.microsoft.com/office/drawing/2014/main" id="{C21956DC-8331-4A8C-9077-0E7D8E664555}"/>
              </a:ext>
            </a:extLst>
          </p:cNvPr>
          <p:cNvSpPr>
            <a:spLocks noGrp="1"/>
          </p:cNvSpPr>
          <p:nvPr/>
        </p:nvSpPr>
        <p:spPr>
          <a:xfrm>
            <a:off x="610691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2" name="F2_precision_recall_distributions_3446">
            <a:extLst>
              <a:ext uri="{FF2B5EF4-FFF2-40B4-BE49-F238E27FC236}">
                <a16:creationId xmlns:a16="http://schemas.microsoft.com/office/drawing/2014/main" id="{FE54E1AA-A822-4CD9-827C-06FC2881D5E1}"/>
              </a:ext>
            </a:extLst>
          </p:cNvPr>
          <p:cNvSpPr>
            <a:spLocks noGrp="1"/>
          </p:cNvSpPr>
          <p:nvPr/>
        </p:nvSpPr>
        <p:spPr>
          <a:xfrm>
            <a:off x="5986036" y="1565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3" name="F2_precision_recall_distributions_3447">
            <a:extLst>
              <a:ext uri="{FF2B5EF4-FFF2-40B4-BE49-F238E27FC236}">
                <a16:creationId xmlns:a16="http://schemas.microsoft.com/office/drawing/2014/main" id="{1139C792-A945-4747-A92A-8EF54705F62A}"/>
              </a:ext>
            </a:extLst>
          </p:cNvPr>
          <p:cNvSpPr>
            <a:spLocks noGrp="1"/>
          </p:cNvSpPr>
          <p:nvPr/>
        </p:nvSpPr>
        <p:spPr>
          <a:xfrm>
            <a:off x="6018653" y="1549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4" name="F2_precision_recall_distributions_3448">
            <a:extLst>
              <a:ext uri="{FF2B5EF4-FFF2-40B4-BE49-F238E27FC236}">
                <a16:creationId xmlns:a16="http://schemas.microsoft.com/office/drawing/2014/main" id="{DC2F25E5-0AC4-41F4-9672-083D5101C2C1}"/>
              </a:ext>
            </a:extLst>
          </p:cNvPr>
          <p:cNvSpPr>
            <a:spLocks noGrp="1"/>
          </p:cNvSpPr>
          <p:nvPr/>
        </p:nvSpPr>
        <p:spPr>
          <a:xfrm>
            <a:off x="6106298" y="17242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5" name="F2_precision_recall_distributions_3449">
            <a:extLst>
              <a:ext uri="{FF2B5EF4-FFF2-40B4-BE49-F238E27FC236}">
                <a16:creationId xmlns:a16="http://schemas.microsoft.com/office/drawing/2014/main" id="{C2464EE4-08DE-4FF7-968F-37D067769031}"/>
              </a:ext>
            </a:extLst>
          </p:cNvPr>
          <p:cNvSpPr>
            <a:spLocks noGrp="1"/>
          </p:cNvSpPr>
          <p:nvPr/>
        </p:nvSpPr>
        <p:spPr>
          <a:xfrm>
            <a:off x="6049933" y="191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6" name="F2_precision_recall_distributions_3450">
            <a:extLst>
              <a:ext uri="{FF2B5EF4-FFF2-40B4-BE49-F238E27FC236}">
                <a16:creationId xmlns:a16="http://schemas.microsoft.com/office/drawing/2014/main" id="{387E8FD9-6CF3-4FDE-AD8A-46123995D102}"/>
              </a:ext>
            </a:extLst>
          </p:cNvPr>
          <p:cNvSpPr>
            <a:spLocks noGrp="1"/>
          </p:cNvSpPr>
          <p:nvPr/>
        </p:nvSpPr>
        <p:spPr>
          <a:xfrm>
            <a:off x="5977168" y="1984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7" name="F2_precision_recall_distributions_3451">
            <a:extLst>
              <a:ext uri="{FF2B5EF4-FFF2-40B4-BE49-F238E27FC236}">
                <a16:creationId xmlns:a16="http://schemas.microsoft.com/office/drawing/2014/main" id="{1363AF21-C536-4D3D-9022-D4B440BAE2DD}"/>
              </a:ext>
            </a:extLst>
          </p:cNvPr>
          <p:cNvSpPr>
            <a:spLocks noGrp="1"/>
          </p:cNvSpPr>
          <p:nvPr/>
        </p:nvSpPr>
        <p:spPr>
          <a:xfrm>
            <a:off x="6159767" y="18417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8" name="F2_precision_recall_distributions_3452">
            <a:extLst>
              <a:ext uri="{FF2B5EF4-FFF2-40B4-BE49-F238E27FC236}">
                <a16:creationId xmlns:a16="http://schemas.microsoft.com/office/drawing/2014/main" id="{6378A8D3-068E-4759-8311-9BCC82BB6EAC}"/>
              </a:ext>
            </a:extLst>
          </p:cNvPr>
          <p:cNvSpPr>
            <a:spLocks noGrp="1"/>
          </p:cNvSpPr>
          <p:nvPr/>
        </p:nvSpPr>
        <p:spPr>
          <a:xfrm>
            <a:off x="5939608" y="16266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9" name="F2_precision_recall_distributions_3453">
            <a:extLst>
              <a:ext uri="{FF2B5EF4-FFF2-40B4-BE49-F238E27FC236}">
                <a16:creationId xmlns:a16="http://schemas.microsoft.com/office/drawing/2014/main" id="{CC95109A-9A70-4974-80AF-86247F07CC51}"/>
              </a:ext>
            </a:extLst>
          </p:cNvPr>
          <p:cNvSpPr>
            <a:spLocks noGrp="1"/>
          </p:cNvSpPr>
          <p:nvPr/>
        </p:nvSpPr>
        <p:spPr>
          <a:xfrm>
            <a:off x="6045159" y="15502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0" name="F2_precision_recall_distributions_3454">
            <a:extLst>
              <a:ext uri="{FF2B5EF4-FFF2-40B4-BE49-F238E27FC236}">
                <a16:creationId xmlns:a16="http://schemas.microsoft.com/office/drawing/2014/main" id="{735D6426-4856-433E-BFE5-09BF044234A4}"/>
              </a:ext>
            </a:extLst>
          </p:cNvPr>
          <p:cNvSpPr>
            <a:spLocks noGrp="1"/>
          </p:cNvSpPr>
          <p:nvPr/>
        </p:nvSpPr>
        <p:spPr>
          <a:xfrm>
            <a:off x="5941719" y="180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1" name="F2_precision_recall_distributions_3455">
            <a:extLst>
              <a:ext uri="{FF2B5EF4-FFF2-40B4-BE49-F238E27FC236}">
                <a16:creationId xmlns:a16="http://schemas.microsoft.com/office/drawing/2014/main" id="{B80D6BEE-BED0-492C-9AFF-9E66834E4015}"/>
              </a:ext>
            </a:extLst>
          </p:cNvPr>
          <p:cNvSpPr>
            <a:spLocks noGrp="1"/>
          </p:cNvSpPr>
          <p:nvPr/>
        </p:nvSpPr>
        <p:spPr>
          <a:xfrm>
            <a:off x="6108070" y="17429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2" name="F2_precision_recall_distributions_3456">
            <a:extLst>
              <a:ext uri="{FF2B5EF4-FFF2-40B4-BE49-F238E27FC236}">
                <a16:creationId xmlns:a16="http://schemas.microsoft.com/office/drawing/2014/main" id="{0F053AC1-7A5D-46F8-AC61-9BAAE86ED1BC}"/>
              </a:ext>
            </a:extLst>
          </p:cNvPr>
          <p:cNvSpPr>
            <a:spLocks noGrp="1"/>
          </p:cNvSpPr>
          <p:nvPr/>
        </p:nvSpPr>
        <p:spPr>
          <a:xfrm>
            <a:off x="6114187" y="15585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3" name="F2_precision_recall_distributions_3457">
            <a:extLst>
              <a:ext uri="{FF2B5EF4-FFF2-40B4-BE49-F238E27FC236}">
                <a16:creationId xmlns:a16="http://schemas.microsoft.com/office/drawing/2014/main" id="{BE774E68-CF3D-4497-96B4-50C1D376AA5C}"/>
              </a:ext>
            </a:extLst>
          </p:cNvPr>
          <p:cNvSpPr>
            <a:spLocks noGrp="1"/>
          </p:cNvSpPr>
          <p:nvPr/>
        </p:nvSpPr>
        <p:spPr>
          <a:xfrm>
            <a:off x="6038649" y="2073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4" name="F2_precision_recall_distributions_3458">
            <a:extLst>
              <a:ext uri="{FF2B5EF4-FFF2-40B4-BE49-F238E27FC236}">
                <a16:creationId xmlns:a16="http://schemas.microsoft.com/office/drawing/2014/main" id="{336331B3-4BD2-44EB-A80F-21C4315C0E38}"/>
              </a:ext>
            </a:extLst>
          </p:cNvPr>
          <p:cNvSpPr>
            <a:spLocks noGrp="1"/>
          </p:cNvSpPr>
          <p:nvPr/>
        </p:nvSpPr>
        <p:spPr>
          <a:xfrm>
            <a:off x="6057954" y="15864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5" name="F2_precision_recall_distributions_3459">
            <a:extLst>
              <a:ext uri="{FF2B5EF4-FFF2-40B4-BE49-F238E27FC236}">
                <a16:creationId xmlns:a16="http://schemas.microsoft.com/office/drawing/2014/main" id="{A7B1A740-9508-425C-B592-78FF6B846016}"/>
              </a:ext>
            </a:extLst>
          </p:cNvPr>
          <p:cNvSpPr>
            <a:spLocks noGrp="1"/>
          </p:cNvSpPr>
          <p:nvPr/>
        </p:nvSpPr>
        <p:spPr>
          <a:xfrm>
            <a:off x="6077070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6" name="F2_precision_recall_distributions_3460">
            <a:extLst>
              <a:ext uri="{FF2B5EF4-FFF2-40B4-BE49-F238E27FC236}">
                <a16:creationId xmlns:a16="http://schemas.microsoft.com/office/drawing/2014/main" id="{20DCC3C1-0FF4-45DD-867D-B59BFC413F0E}"/>
              </a:ext>
            </a:extLst>
          </p:cNvPr>
          <p:cNvSpPr>
            <a:spLocks noGrp="1"/>
          </p:cNvSpPr>
          <p:nvPr/>
        </p:nvSpPr>
        <p:spPr>
          <a:xfrm>
            <a:off x="6030890" y="15455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7" name="F2_precision_recall_distributions_3461">
            <a:extLst>
              <a:ext uri="{FF2B5EF4-FFF2-40B4-BE49-F238E27FC236}">
                <a16:creationId xmlns:a16="http://schemas.microsoft.com/office/drawing/2014/main" id="{0AEF2AEF-9498-492D-A244-87A267FFA4C0}"/>
              </a:ext>
            </a:extLst>
          </p:cNvPr>
          <p:cNvSpPr>
            <a:spLocks noGrp="1"/>
          </p:cNvSpPr>
          <p:nvPr/>
        </p:nvSpPr>
        <p:spPr>
          <a:xfrm>
            <a:off x="5838402" y="1906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8" name="F2_precision_recall_distributions_3462">
            <a:extLst>
              <a:ext uri="{FF2B5EF4-FFF2-40B4-BE49-F238E27FC236}">
                <a16:creationId xmlns:a16="http://schemas.microsoft.com/office/drawing/2014/main" id="{B52D125C-4455-4ECA-9B6E-D88B0F2DDB3B}"/>
              </a:ext>
            </a:extLst>
          </p:cNvPr>
          <p:cNvSpPr>
            <a:spLocks noGrp="1"/>
          </p:cNvSpPr>
          <p:nvPr/>
        </p:nvSpPr>
        <p:spPr>
          <a:xfrm>
            <a:off x="6000578" y="17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9" name="F2_precision_recall_distributions_3463">
            <a:extLst>
              <a:ext uri="{FF2B5EF4-FFF2-40B4-BE49-F238E27FC236}">
                <a16:creationId xmlns:a16="http://schemas.microsoft.com/office/drawing/2014/main" id="{31E79291-D57B-425F-8EDB-E8558893BBCA}"/>
              </a:ext>
            </a:extLst>
          </p:cNvPr>
          <p:cNvSpPr>
            <a:spLocks noGrp="1"/>
          </p:cNvSpPr>
          <p:nvPr/>
        </p:nvSpPr>
        <p:spPr>
          <a:xfrm>
            <a:off x="6006345" y="15606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0" name="F2_precision_recall_distributions_3464">
            <a:extLst>
              <a:ext uri="{FF2B5EF4-FFF2-40B4-BE49-F238E27FC236}">
                <a16:creationId xmlns:a16="http://schemas.microsoft.com/office/drawing/2014/main" id="{78F98BAB-FDBC-46A1-853A-552DAB070BE6}"/>
              </a:ext>
            </a:extLst>
          </p:cNvPr>
          <p:cNvSpPr>
            <a:spLocks noGrp="1"/>
          </p:cNvSpPr>
          <p:nvPr/>
        </p:nvSpPr>
        <p:spPr>
          <a:xfrm>
            <a:off x="5959495" y="18385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1" name="F2_precision_recall_distributions_3465">
            <a:extLst>
              <a:ext uri="{FF2B5EF4-FFF2-40B4-BE49-F238E27FC236}">
                <a16:creationId xmlns:a16="http://schemas.microsoft.com/office/drawing/2014/main" id="{78DF5FF1-7F1E-4972-9E2F-34F0EF5AFFCE}"/>
              </a:ext>
            </a:extLst>
          </p:cNvPr>
          <p:cNvSpPr>
            <a:spLocks noGrp="1"/>
          </p:cNvSpPr>
          <p:nvPr/>
        </p:nvSpPr>
        <p:spPr>
          <a:xfrm>
            <a:off x="6124448" y="1697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2" name="F2_precision_recall_distributions_3466">
            <a:extLst>
              <a:ext uri="{FF2B5EF4-FFF2-40B4-BE49-F238E27FC236}">
                <a16:creationId xmlns:a16="http://schemas.microsoft.com/office/drawing/2014/main" id="{746A2346-217E-4CD9-9E17-333595349798}"/>
              </a:ext>
            </a:extLst>
          </p:cNvPr>
          <p:cNvSpPr>
            <a:spLocks noGrp="1"/>
          </p:cNvSpPr>
          <p:nvPr/>
        </p:nvSpPr>
        <p:spPr>
          <a:xfrm>
            <a:off x="6122853" y="15769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3" name="F2_precision_recall_distributions_3467">
            <a:extLst>
              <a:ext uri="{FF2B5EF4-FFF2-40B4-BE49-F238E27FC236}">
                <a16:creationId xmlns:a16="http://schemas.microsoft.com/office/drawing/2014/main" id="{569F2A80-E1C4-4056-9F16-9AB8FBD5BBDE}"/>
              </a:ext>
            </a:extLst>
          </p:cNvPr>
          <p:cNvSpPr>
            <a:spLocks noGrp="1"/>
          </p:cNvSpPr>
          <p:nvPr/>
        </p:nvSpPr>
        <p:spPr>
          <a:xfrm>
            <a:off x="5993151" y="1560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4" name="F2_precision_recall_distributions_3468">
            <a:extLst>
              <a:ext uri="{FF2B5EF4-FFF2-40B4-BE49-F238E27FC236}">
                <a16:creationId xmlns:a16="http://schemas.microsoft.com/office/drawing/2014/main" id="{87413537-05DC-4994-945F-75465CA3488E}"/>
              </a:ext>
            </a:extLst>
          </p:cNvPr>
          <p:cNvSpPr>
            <a:spLocks noGrp="1"/>
          </p:cNvSpPr>
          <p:nvPr/>
        </p:nvSpPr>
        <p:spPr>
          <a:xfrm>
            <a:off x="6109566" y="21336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5" name="F2_precision_recall_distributions_3469">
            <a:extLst>
              <a:ext uri="{FF2B5EF4-FFF2-40B4-BE49-F238E27FC236}">
                <a16:creationId xmlns:a16="http://schemas.microsoft.com/office/drawing/2014/main" id="{EDFE28DC-7BBD-4E77-A167-37365A409E74}"/>
              </a:ext>
            </a:extLst>
          </p:cNvPr>
          <p:cNvSpPr>
            <a:spLocks noGrp="1"/>
          </p:cNvSpPr>
          <p:nvPr/>
        </p:nvSpPr>
        <p:spPr>
          <a:xfrm>
            <a:off x="5881775" y="18382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6" name="F2_precision_recall_distributions_3470">
            <a:extLst>
              <a:ext uri="{FF2B5EF4-FFF2-40B4-BE49-F238E27FC236}">
                <a16:creationId xmlns:a16="http://schemas.microsoft.com/office/drawing/2014/main" id="{C19D2C90-AB9B-4882-8A7C-D4A74380D942}"/>
              </a:ext>
            </a:extLst>
          </p:cNvPr>
          <p:cNvSpPr>
            <a:spLocks noGrp="1"/>
          </p:cNvSpPr>
          <p:nvPr/>
        </p:nvSpPr>
        <p:spPr>
          <a:xfrm>
            <a:off x="5889676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7" name="F2_precision_recall_distributions_3471">
            <a:extLst>
              <a:ext uri="{FF2B5EF4-FFF2-40B4-BE49-F238E27FC236}">
                <a16:creationId xmlns:a16="http://schemas.microsoft.com/office/drawing/2014/main" id="{BA4C6C1A-A5F3-420E-BDC3-3FF1486F43F2}"/>
              </a:ext>
            </a:extLst>
          </p:cNvPr>
          <p:cNvSpPr>
            <a:spLocks noGrp="1"/>
          </p:cNvSpPr>
          <p:nvPr/>
        </p:nvSpPr>
        <p:spPr>
          <a:xfrm>
            <a:off x="585807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8" name="F2_precision_recall_distributions_3472">
            <a:extLst>
              <a:ext uri="{FF2B5EF4-FFF2-40B4-BE49-F238E27FC236}">
                <a16:creationId xmlns:a16="http://schemas.microsoft.com/office/drawing/2014/main" id="{CB48D9A8-5AA7-4889-AC12-7700D78957C6}"/>
              </a:ext>
            </a:extLst>
          </p:cNvPr>
          <p:cNvSpPr>
            <a:spLocks noGrp="1"/>
          </p:cNvSpPr>
          <p:nvPr/>
        </p:nvSpPr>
        <p:spPr>
          <a:xfrm>
            <a:off x="6025659" y="1589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9" name="F2_precision_recall_distributions_3473">
            <a:extLst>
              <a:ext uri="{FF2B5EF4-FFF2-40B4-BE49-F238E27FC236}">
                <a16:creationId xmlns:a16="http://schemas.microsoft.com/office/drawing/2014/main" id="{018EB171-CB33-4BCF-A97D-63A7D7F8CBDB}"/>
              </a:ext>
            </a:extLst>
          </p:cNvPr>
          <p:cNvSpPr>
            <a:spLocks noGrp="1"/>
          </p:cNvSpPr>
          <p:nvPr/>
        </p:nvSpPr>
        <p:spPr>
          <a:xfrm>
            <a:off x="6098784" y="18288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0" name="F2_precision_recall_distributions_3474">
            <a:extLst>
              <a:ext uri="{FF2B5EF4-FFF2-40B4-BE49-F238E27FC236}">
                <a16:creationId xmlns:a16="http://schemas.microsoft.com/office/drawing/2014/main" id="{0DA67964-7709-4F49-9C97-647A5C0934CE}"/>
              </a:ext>
            </a:extLst>
          </p:cNvPr>
          <p:cNvSpPr>
            <a:spLocks noGrp="1"/>
          </p:cNvSpPr>
          <p:nvPr/>
        </p:nvSpPr>
        <p:spPr>
          <a:xfrm>
            <a:off x="5840727" y="22327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1" name="F2_precision_recall_distributions_3475">
            <a:extLst>
              <a:ext uri="{FF2B5EF4-FFF2-40B4-BE49-F238E27FC236}">
                <a16:creationId xmlns:a16="http://schemas.microsoft.com/office/drawing/2014/main" id="{7736D272-FADD-4176-9AF5-824697ADD886}"/>
              </a:ext>
            </a:extLst>
          </p:cNvPr>
          <p:cNvSpPr>
            <a:spLocks noGrp="1"/>
          </p:cNvSpPr>
          <p:nvPr/>
        </p:nvSpPr>
        <p:spPr>
          <a:xfrm>
            <a:off x="5920440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2" name="F2_precision_recall_distributions_3476">
            <a:extLst>
              <a:ext uri="{FF2B5EF4-FFF2-40B4-BE49-F238E27FC236}">
                <a16:creationId xmlns:a16="http://schemas.microsoft.com/office/drawing/2014/main" id="{86E76C3A-8945-47FD-B11B-CA4F75969AA6}"/>
              </a:ext>
            </a:extLst>
          </p:cNvPr>
          <p:cNvSpPr>
            <a:spLocks noGrp="1"/>
          </p:cNvSpPr>
          <p:nvPr/>
        </p:nvSpPr>
        <p:spPr>
          <a:xfrm>
            <a:off x="6145210" y="1537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3" name="F2_precision_recall_distributions_3477">
            <a:extLst>
              <a:ext uri="{FF2B5EF4-FFF2-40B4-BE49-F238E27FC236}">
                <a16:creationId xmlns:a16="http://schemas.microsoft.com/office/drawing/2014/main" id="{220ED237-456B-4664-90CC-6F374E4F0EC2}"/>
              </a:ext>
            </a:extLst>
          </p:cNvPr>
          <p:cNvSpPr>
            <a:spLocks noGrp="1"/>
          </p:cNvSpPr>
          <p:nvPr/>
        </p:nvSpPr>
        <p:spPr>
          <a:xfrm>
            <a:off x="5813434" y="1537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4" name="F2_precision_recall_distributions_3478">
            <a:extLst>
              <a:ext uri="{FF2B5EF4-FFF2-40B4-BE49-F238E27FC236}">
                <a16:creationId xmlns:a16="http://schemas.microsoft.com/office/drawing/2014/main" id="{7BD5A25A-F8B7-46B0-B094-8B01B49C8E2F}"/>
              </a:ext>
            </a:extLst>
          </p:cNvPr>
          <p:cNvSpPr>
            <a:spLocks noGrp="1"/>
          </p:cNvSpPr>
          <p:nvPr/>
        </p:nvSpPr>
        <p:spPr>
          <a:xfrm>
            <a:off x="591012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5" name="F2_precision_recall_distributions_3479">
            <a:extLst>
              <a:ext uri="{FF2B5EF4-FFF2-40B4-BE49-F238E27FC236}">
                <a16:creationId xmlns:a16="http://schemas.microsoft.com/office/drawing/2014/main" id="{F4DCC875-BA58-40AB-89C1-7891675D30E6}"/>
              </a:ext>
            </a:extLst>
          </p:cNvPr>
          <p:cNvSpPr>
            <a:spLocks noGrp="1"/>
          </p:cNvSpPr>
          <p:nvPr/>
        </p:nvSpPr>
        <p:spPr>
          <a:xfrm>
            <a:off x="6005104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6" name="F2_precision_recall_distributions_3480">
            <a:extLst>
              <a:ext uri="{FF2B5EF4-FFF2-40B4-BE49-F238E27FC236}">
                <a16:creationId xmlns:a16="http://schemas.microsoft.com/office/drawing/2014/main" id="{3232A623-C9A2-47D2-A76A-8F91ED3ED3B9}"/>
              </a:ext>
            </a:extLst>
          </p:cNvPr>
          <p:cNvSpPr>
            <a:spLocks noGrp="1"/>
          </p:cNvSpPr>
          <p:nvPr/>
        </p:nvSpPr>
        <p:spPr>
          <a:xfrm>
            <a:off x="5943112" y="2131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7" name="F2_precision_recall_distributions_3481">
            <a:extLst>
              <a:ext uri="{FF2B5EF4-FFF2-40B4-BE49-F238E27FC236}">
                <a16:creationId xmlns:a16="http://schemas.microsoft.com/office/drawing/2014/main" id="{076242B6-6965-480F-AD9D-625D429FE27F}"/>
              </a:ext>
            </a:extLst>
          </p:cNvPr>
          <p:cNvSpPr>
            <a:spLocks noGrp="1"/>
          </p:cNvSpPr>
          <p:nvPr/>
        </p:nvSpPr>
        <p:spPr>
          <a:xfrm>
            <a:off x="5895712" y="22148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8" name="F2_precision_recall_distributions_3482">
            <a:extLst>
              <a:ext uri="{FF2B5EF4-FFF2-40B4-BE49-F238E27FC236}">
                <a16:creationId xmlns:a16="http://schemas.microsoft.com/office/drawing/2014/main" id="{D40EFDF4-328A-4045-917A-F0A704995661}"/>
              </a:ext>
            </a:extLst>
          </p:cNvPr>
          <p:cNvSpPr>
            <a:spLocks noGrp="1"/>
          </p:cNvSpPr>
          <p:nvPr/>
        </p:nvSpPr>
        <p:spPr>
          <a:xfrm>
            <a:off x="6025086" y="17433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9" name="F2_precision_recall_distributions_3483">
            <a:extLst>
              <a:ext uri="{FF2B5EF4-FFF2-40B4-BE49-F238E27FC236}">
                <a16:creationId xmlns:a16="http://schemas.microsoft.com/office/drawing/2014/main" id="{E3EAD277-A7E9-4727-B345-F4E1F35A9DF5}"/>
              </a:ext>
            </a:extLst>
          </p:cNvPr>
          <p:cNvSpPr>
            <a:spLocks noGrp="1"/>
          </p:cNvSpPr>
          <p:nvPr/>
        </p:nvSpPr>
        <p:spPr>
          <a:xfrm>
            <a:off x="6012632" y="15393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0" name="F2_precision_recall_distributions_3484">
            <a:extLst>
              <a:ext uri="{FF2B5EF4-FFF2-40B4-BE49-F238E27FC236}">
                <a16:creationId xmlns:a16="http://schemas.microsoft.com/office/drawing/2014/main" id="{560595DE-4CE9-4657-AEBE-4B06042B4BE3}"/>
              </a:ext>
            </a:extLst>
          </p:cNvPr>
          <p:cNvSpPr>
            <a:spLocks noGrp="1"/>
          </p:cNvSpPr>
          <p:nvPr/>
        </p:nvSpPr>
        <p:spPr>
          <a:xfrm>
            <a:off x="5809165" y="1532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1" name="F2_precision_recall_distributions_3485">
            <a:extLst>
              <a:ext uri="{FF2B5EF4-FFF2-40B4-BE49-F238E27FC236}">
                <a16:creationId xmlns:a16="http://schemas.microsoft.com/office/drawing/2014/main" id="{32015FF3-C76E-46D0-A95F-CBB414C56ADF}"/>
              </a:ext>
            </a:extLst>
          </p:cNvPr>
          <p:cNvSpPr>
            <a:spLocks noGrp="1"/>
          </p:cNvSpPr>
          <p:nvPr/>
        </p:nvSpPr>
        <p:spPr>
          <a:xfrm>
            <a:off x="613962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2" name="F2_precision_recall_distributions_3486">
            <a:extLst>
              <a:ext uri="{FF2B5EF4-FFF2-40B4-BE49-F238E27FC236}">
                <a16:creationId xmlns:a16="http://schemas.microsoft.com/office/drawing/2014/main" id="{1CDEC762-004B-4458-9060-3DA0FDA7B7B3}"/>
              </a:ext>
            </a:extLst>
          </p:cNvPr>
          <p:cNvSpPr>
            <a:spLocks noGrp="1"/>
          </p:cNvSpPr>
          <p:nvPr/>
        </p:nvSpPr>
        <p:spPr>
          <a:xfrm>
            <a:off x="6088746" y="1787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3" name="F2_precision_recall_distributions_3487">
            <a:extLst>
              <a:ext uri="{FF2B5EF4-FFF2-40B4-BE49-F238E27FC236}">
                <a16:creationId xmlns:a16="http://schemas.microsoft.com/office/drawing/2014/main" id="{068DC7AE-19BC-4B3C-8E88-9A9D9BF04C84}"/>
              </a:ext>
            </a:extLst>
          </p:cNvPr>
          <p:cNvSpPr>
            <a:spLocks noGrp="1"/>
          </p:cNvSpPr>
          <p:nvPr/>
        </p:nvSpPr>
        <p:spPr>
          <a:xfrm>
            <a:off x="5867180" y="18570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4" name="F2_precision_recall_distributions_3488">
            <a:extLst>
              <a:ext uri="{FF2B5EF4-FFF2-40B4-BE49-F238E27FC236}">
                <a16:creationId xmlns:a16="http://schemas.microsoft.com/office/drawing/2014/main" id="{9DC21148-4309-47FD-A1FD-1B08D4EE247A}"/>
              </a:ext>
            </a:extLst>
          </p:cNvPr>
          <p:cNvSpPr>
            <a:spLocks noGrp="1"/>
          </p:cNvSpPr>
          <p:nvPr/>
        </p:nvSpPr>
        <p:spPr>
          <a:xfrm>
            <a:off x="5985892" y="15488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5" name="F2_precision_recall_distributions_3489">
            <a:extLst>
              <a:ext uri="{FF2B5EF4-FFF2-40B4-BE49-F238E27FC236}">
                <a16:creationId xmlns:a16="http://schemas.microsoft.com/office/drawing/2014/main" id="{D5DFD182-B815-4B2D-8777-1D12E05E6A86}"/>
              </a:ext>
            </a:extLst>
          </p:cNvPr>
          <p:cNvSpPr>
            <a:spLocks noGrp="1"/>
          </p:cNvSpPr>
          <p:nvPr/>
        </p:nvSpPr>
        <p:spPr>
          <a:xfrm>
            <a:off x="6163609" y="15454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6" name="F2_precision_recall_distributions_3490">
            <a:extLst>
              <a:ext uri="{FF2B5EF4-FFF2-40B4-BE49-F238E27FC236}">
                <a16:creationId xmlns:a16="http://schemas.microsoft.com/office/drawing/2014/main" id="{FE4C9BA7-6D00-4825-87A7-CA80AAB93976}"/>
              </a:ext>
            </a:extLst>
          </p:cNvPr>
          <p:cNvSpPr>
            <a:spLocks noGrp="1"/>
          </p:cNvSpPr>
          <p:nvPr/>
        </p:nvSpPr>
        <p:spPr>
          <a:xfrm>
            <a:off x="5975439" y="1628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7" name="F2_precision_recall_distributions_3491">
            <a:extLst>
              <a:ext uri="{FF2B5EF4-FFF2-40B4-BE49-F238E27FC236}">
                <a16:creationId xmlns:a16="http://schemas.microsoft.com/office/drawing/2014/main" id="{6A2B7552-7BD6-4515-8F3E-6ACCA5533202}"/>
              </a:ext>
            </a:extLst>
          </p:cNvPr>
          <p:cNvSpPr>
            <a:spLocks noGrp="1"/>
          </p:cNvSpPr>
          <p:nvPr/>
        </p:nvSpPr>
        <p:spPr>
          <a:xfrm>
            <a:off x="5939250" y="158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8" name="F2_precision_recall_distributions_3492">
            <a:extLst>
              <a:ext uri="{FF2B5EF4-FFF2-40B4-BE49-F238E27FC236}">
                <a16:creationId xmlns:a16="http://schemas.microsoft.com/office/drawing/2014/main" id="{7176196C-8AA2-4443-A235-CD4FA0742308}"/>
              </a:ext>
            </a:extLst>
          </p:cNvPr>
          <p:cNvSpPr>
            <a:spLocks noGrp="1"/>
          </p:cNvSpPr>
          <p:nvPr/>
        </p:nvSpPr>
        <p:spPr>
          <a:xfrm>
            <a:off x="6060748" y="1986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9" name="F2_precision_recall_distributions_3493">
            <a:extLst>
              <a:ext uri="{FF2B5EF4-FFF2-40B4-BE49-F238E27FC236}">
                <a16:creationId xmlns:a16="http://schemas.microsoft.com/office/drawing/2014/main" id="{BE82AC47-73D6-4F1D-AFDD-2FEBA441D353}"/>
              </a:ext>
            </a:extLst>
          </p:cNvPr>
          <p:cNvSpPr>
            <a:spLocks noGrp="1"/>
          </p:cNvSpPr>
          <p:nvPr/>
        </p:nvSpPr>
        <p:spPr>
          <a:xfrm>
            <a:off x="6106534" y="1778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0" name="F2_precision_recall_distributions_3494">
            <a:extLst>
              <a:ext uri="{FF2B5EF4-FFF2-40B4-BE49-F238E27FC236}">
                <a16:creationId xmlns:a16="http://schemas.microsoft.com/office/drawing/2014/main" id="{F6A2734E-DAB4-4017-B09F-8C463604EDD5}"/>
              </a:ext>
            </a:extLst>
          </p:cNvPr>
          <p:cNvSpPr>
            <a:spLocks noGrp="1"/>
          </p:cNvSpPr>
          <p:nvPr/>
        </p:nvSpPr>
        <p:spPr>
          <a:xfrm>
            <a:off x="5926046" y="16767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1" name="F2_precision_recall_distributions_3495">
            <a:extLst>
              <a:ext uri="{FF2B5EF4-FFF2-40B4-BE49-F238E27FC236}">
                <a16:creationId xmlns:a16="http://schemas.microsoft.com/office/drawing/2014/main" id="{6536FB25-D68C-4776-B4F3-FDA6CAC0B07D}"/>
              </a:ext>
            </a:extLst>
          </p:cNvPr>
          <p:cNvSpPr>
            <a:spLocks noGrp="1"/>
          </p:cNvSpPr>
          <p:nvPr/>
        </p:nvSpPr>
        <p:spPr>
          <a:xfrm>
            <a:off x="5818434" y="19570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2" name="F2_precision_recall_distributions_3496">
            <a:extLst>
              <a:ext uri="{FF2B5EF4-FFF2-40B4-BE49-F238E27FC236}">
                <a16:creationId xmlns:a16="http://schemas.microsoft.com/office/drawing/2014/main" id="{0E7A384F-347C-495D-8ECF-1BFFA925CD97}"/>
              </a:ext>
            </a:extLst>
          </p:cNvPr>
          <p:cNvSpPr>
            <a:spLocks noGrp="1"/>
          </p:cNvSpPr>
          <p:nvPr/>
        </p:nvSpPr>
        <p:spPr>
          <a:xfrm>
            <a:off x="5826604" y="17936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3" name="F2_precision_recall_distributions_3497">
            <a:extLst>
              <a:ext uri="{FF2B5EF4-FFF2-40B4-BE49-F238E27FC236}">
                <a16:creationId xmlns:a16="http://schemas.microsoft.com/office/drawing/2014/main" id="{D1C2472D-2F44-42D0-AEFF-716B17073758}"/>
              </a:ext>
            </a:extLst>
          </p:cNvPr>
          <p:cNvSpPr>
            <a:spLocks noGrp="1"/>
          </p:cNvSpPr>
          <p:nvPr/>
        </p:nvSpPr>
        <p:spPr>
          <a:xfrm>
            <a:off x="6075573" y="18210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4" name="F2_precision_recall_distributions_3498">
            <a:extLst>
              <a:ext uri="{FF2B5EF4-FFF2-40B4-BE49-F238E27FC236}">
                <a16:creationId xmlns:a16="http://schemas.microsoft.com/office/drawing/2014/main" id="{9F6A6307-AF1C-4D26-BD91-B7F6BED7A2C0}"/>
              </a:ext>
            </a:extLst>
          </p:cNvPr>
          <p:cNvSpPr>
            <a:spLocks noGrp="1"/>
          </p:cNvSpPr>
          <p:nvPr/>
        </p:nvSpPr>
        <p:spPr>
          <a:xfrm>
            <a:off x="5855559" y="21801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5" name="F2_precision_recall_distributions_3499">
            <a:extLst>
              <a:ext uri="{FF2B5EF4-FFF2-40B4-BE49-F238E27FC236}">
                <a16:creationId xmlns:a16="http://schemas.microsoft.com/office/drawing/2014/main" id="{2F7652AD-06B0-423C-9B94-B50E33691FE7}"/>
              </a:ext>
            </a:extLst>
          </p:cNvPr>
          <p:cNvSpPr>
            <a:spLocks noGrp="1"/>
          </p:cNvSpPr>
          <p:nvPr/>
        </p:nvSpPr>
        <p:spPr>
          <a:xfrm>
            <a:off x="5894991" y="2222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6" name="F2_precision_recall_distributions_3500">
            <a:extLst>
              <a:ext uri="{FF2B5EF4-FFF2-40B4-BE49-F238E27FC236}">
                <a16:creationId xmlns:a16="http://schemas.microsoft.com/office/drawing/2014/main" id="{140580CB-28EB-461D-91A2-10AD4CF2794F}"/>
              </a:ext>
            </a:extLst>
          </p:cNvPr>
          <p:cNvSpPr>
            <a:spLocks noGrp="1"/>
          </p:cNvSpPr>
          <p:nvPr/>
        </p:nvSpPr>
        <p:spPr>
          <a:xfrm>
            <a:off x="5892667" y="1580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7" name="F2_precision_recall_distributions_3501">
            <a:extLst>
              <a:ext uri="{FF2B5EF4-FFF2-40B4-BE49-F238E27FC236}">
                <a16:creationId xmlns:a16="http://schemas.microsoft.com/office/drawing/2014/main" id="{E4384B02-09FE-4771-A2CB-F91F2034DEE0}"/>
              </a:ext>
            </a:extLst>
          </p:cNvPr>
          <p:cNvSpPr>
            <a:spLocks noGrp="1"/>
          </p:cNvSpPr>
          <p:nvPr/>
        </p:nvSpPr>
        <p:spPr>
          <a:xfrm>
            <a:off x="581300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8" name="F2_precision_recall_distributions_3502">
            <a:extLst>
              <a:ext uri="{FF2B5EF4-FFF2-40B4-BE49-F238E27FC236}">
                <a16:creationId xmlns:a16="http://schemas.microsoft.com/office/drawing/2014/main" id="{B72158D5-AAC8-41F5-83E1-E0621AAD88EE}"/>
              </a:ext>
            </a:extLst>
          </p:cNvPr>
          <p:cNvSpPr>
            <a:spLocks noGrp="1"/>
          </p:cNvSpPr>
          <p:nvPr/>
        </p:nvSpPr>
        <p:spPr>
          <a:xfrm>
            <a:off x="6055185" y="1539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9" name="F2_precision_recall_distributions_3503">
            <a:extLst>
              <a:ext uri="{FF2B5EF4-FFF2-40B4-BE49-F238E27FC236}">
                <a16:creationId xmlns:a16="http://schemas.microsoft.com/office/drawing/2014/main" id="{12C3CAA8-AB55-4A18-8D3B-AFE6B18BA416}"/>
              </a:ext>
            </a:extLst>
          </p:cNvPr>
          <p:cNvSpPr>
            <a:spLocks noGrp="1"/>
          </p:cNvSpPr>
          <p:nvPr/>
        </p:nvSpPr>
        <p:spPr>
          <a:xfrm>
            <a:off x="614500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0" name="F2_precision_recall_distributions_3504">
            <a:extLst>
              <a:ext uri="{FF2B5EF4-FFF2-40B4-BE49-F238E27FC236}">
                <a16:creationId xmlns:a16="http://schemas.microsoft.com/office/drawing/2014/main" id="{533FBF37-F078-49FB-9AD2-EA6D7C789B2C}"/>
              </a:ext>
            </a:extLst>
          </p:cNvPr>
          <p:cNvSpPr>
            <a:spLocks noGrp="1"/>
          </p:cNvSpPr>
          <p:nvPr/>
        </p:nvSpPr>
        <p:spPr>
          <a:xfrm>
            <a:off x="5836134" y="18815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1" name="F2_precision_recall_distributions_3505">
            <a:extLst>
              <a:ext uri="{FF2B5EF4-FFF2-40B4-BE49-F238E27FC236}">
                <a16:creationId xmlns:a16="http://schemas.microsoft.com/office/drawing/2014/main" id="{442B7ED8-D979-49DC-B29F-5D06C64FBB5E}"/>
              </a:ext>
            </a:extLst>
          </p:cNvPr>
          <p:cNvSpPr>
            <a:spLocks noGrp="1"/>
          </p:cNvSpPr>
          <p:nvPr/>
        </p:nvSpPr>
        <p:spPr>
          <a:xfrm>
            <a:off x="5999126" y="15738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2" name="F2_precision_recall_distributions_3506">
            <a:extLst>
              <a:ext uri="{FF2B5EF4-FFF2-40B4-BE49-F238E27FC236}">
                <a16:creationId xmlns:a16="http://schemas.microsoft.com/office/drawing/2014/main" id="{95E535B4-5A4F-4682-8C77-FAE31E0E6B41}"/>
              </a:ext>
            </a:extLst>
          </p:cNvPr>
          <p:cNvSpPr>
            <a:spLocks noGrp="1"/>
          </p:cNvSpPr>
          <p:nvPr/>
        </p:nvSpPr>
        <p:spPr>
          <a:xfrm>
            <a:off x="5930535" y="1941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3" name="F2_precision_recall_distributions_3507">
            <a:extLst>
              <a:ext uri="{FF2B5EF4-FFF2-40B4-BE49-F238E27FC236}">
                <a16:creationId xmlns:a16="http://schemas.microsoft.com/office/drawing/2014/main" id="{289E9987-AAA7-428E-8C43-984C1A8483AF}"/>
              </a:ext>
            </a:extLst>
          </p:cNvPr>
          <p:cNvSpPr>
            <a:spLocks noGrp="1"/>
          </p:cNvSpPr>
          <p:nvPr/>
        </p:nvSpPr>
        <p:spPr>
          <a:xfrm>
            <a:off x="5912584" y="1633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4" name="F2_precision_recall_distributions_3508">
            <a:extLst>
              <a:ext uri="{FF2B5EF4-FFF2-40B4-BE49-F238E27FC236}">
                <a16:creationId xmlns:a16="http://schemas.microsoft.com/office/drawing/2014/main" id="{E47F4110-288F-4C8E-8E0E-62E9241D2636}"/>
              </a:ext>
            </a:extLst>
          </p:cNvPr>
          <p:cNvSpPr>
            <a:spLocks noGrp="1"/>
          </p:cNvSpPr>
          <p:nvPr/>
        </p:nvSpPr>
        <p:spPr>
          <a:xfrm>
            <a:off x="5897134" y="15617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5" name="F2_precision_recall_distributions_3509">
            <a:extLst>
              <a:ext uri="{FF2B5EF4-FFF2-40B4-BE49-F238E27FC236}">
                <a16:creationId xmlns:a16="http://schemas.microsoft.com/office/drawing/2014/main" id="{43368F1E-8441-4DF6-9073-D66308BE7AC0}"/>
              </a:ext>
            </a:extLst>
          </p:cNvPr>
          <p:cNvSpPr>
            <a:spLocks noGrp="1"/>
          </p:cNvSpPr>
          <p:nvPr/>
        </p:nvSpPr>
        <p:spPr>
          <a:xfrm>
            <a:off x="6078490" y="15811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6" name="F2_precision_recall_distributions_3510">
            <a:extLst>
              <a:ext uri="{FF2B5EF4-FFF2-40B4-BE49-F238E27FC236}">
                <a16:creationId xmlns:a16="http://schemas.microsoft.com/office/drawing/2014/main" id="{BC759EF3-65BF-4DFA-8CAF-FFB5BC517690}"/>
              </a:ext>
            </a:extLst>
          </p:cNvPr>
          <p:cNvSpPr>
            <a:spLocks noGrp="1"/>
          </p:cNvSpPr>
          <p:nvPr/>
        </p:nvSpPr>
        <p:spPr>
          <a:xfrm>
            <a:off x="600879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7" name="F2_precision_recall_distributions_3511">
            <a:extLst>
              <a:ext uri="{FF2B5EF4-FFF2-40B4-BE49-F238E27FC236}">
                <a16:creationId xmlns:a16="http://schemas.microsoft.com/office/drawing/2014/main" id="{2B49A1A1-456C-4D67-9A2A-F9FC5D50F0CC}"/>
              </a:ext>
            </a:extLst>
          </p:cNvPr>
          <p:cNvSpPr>
            <a:spLocks noGrp="1"/>
          </p:cNvSpPr>
          <p:nvPr/>
        </p:nvSpPr>
        <p:spPr>
          <a:xfrm>
            <a:off x="5891365" y="15862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8" name="F2_precision_recall_distributions_3512">
            <a:extLst>
              <a:ext uri="{FF2B5EF4-FFF2-40B4-BE49-F238E27FC236}">
                <a16:creationId xmlns:a16="http://schemas.microsoft.com/office/drawing/2014/main" id="{60A35334-13C0-47A3-814E-1AEA546760A0}"/>
              </a:ext>
            </a:extLst>
          </p:cNvPr>
          <p:cNvSpPr>
            <a:spLocks noGrp="1"/>
          </p:cNvSpPr>
          <p:nvPr/>
        </p:nvSpPr>
        <p:spPr>
          <a:xfrm>
            <a:off x="6007480" y="15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9" name="F2_precision_recall_distributions_3513">
            <a:extLst>
              <a:ext uri="{FF2B5EF4-FFF2-40B4-BE49-F238E27FC236}">
                <a16:creationId xmlns:a16="http://schemas.microsoft.com/office/drawing/2014/main" id="{6CFF9BEF-86B3-4DE6-BBDB-83B94699BC95}"/>
              </a:ext>
            </a:extLst>
          </p:cNvPr>
          <p:cNvSpPr>
            <a:spLocks noGrp="1"/>
          </p:cNvSpPr>
          <p:nvPr/>
        </p:nvSpPr>
        <p:spPr>
          <a:xfrm>
            <a:off x="6127851" y="1947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0" name="F2_precision_recall_distributions_3514">
            <a:extLst>
              <a:ext uri="{FF2B5EF4-FFF2-40B4-BE49-F238E27FC236}">
                <a16:creationId xmlns:a16="http://schemas.microsoft.com/office/drawing/2014/main" id="{BC065219-99CA-4F7F-AD99-DBB34AF28D5F}"/>
              </a:ext>
            </a:extLst>
          </p:cNvPr>
          <p:cNvSpPr>
            <a:spLocks noGrp="1"/>
          </p:cNvSpPr>
          <p:nvPr/>
        </p:nvSpPr>
        <p:spPr>
          <a:xfrm>
            <a:off x="6036436" y="17010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1" name="F2_precision_recall_distributions_3515">
            <a:extLst>
              <a:ext uri="{FF2B5EF4-FFF2-40B4-BE49-F238E27FC236}">
                <a16:creationId xmlns:a16="http://schemas.microsoft.com/office/drawing/2014/main" id="{A9722818-AE71-46CD-B1EB-2909E58063D9}"/>
              </a:ext>
            </a:extLst>
          </p:cNvPr>
          <p:cNvSpPr>
            <a:spLocks noGrp="1"/>
          </p:cNvSpPr>
          <p:nvPr/>
        </p:nvSpPr>
        <p:spPr>
          <a:xfrm>
            <a:off x="5962080" y="1598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2" name="F2_precision_recall_distributions_3516">
            <a:extLst>
              <a:ext uri="{FF2B5EF4-FFF2-40B4-BE49-F238E27FC236}">
                <a16:creationId xmlns:a16="http://schemas.microsoft.com/office/drawing/2014/main" id="{4B72529D-49FD-495A-9889-BD78CB652B87}"/>
              </a:ext>
            </a:extLst>
          </p:cNvPr>
          <p:cNvSpPr>
            <a:spLocks noGrp="1"/>
          </p:cNvSpPr>
          <p:nvPr/>
        </p:nvSpPr>
        <p:spPr>
          <a:xfrm>
            <a:off x="6029255" y="1570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3" name="F2_precision_recall_distributions_3517">
            <a:extLst>
              <a:ext uri="{FF2B5EF4-FFF2-40B4-BE49-F238E27FC236}">
                <a16:creationId xmlns:a16="http://schemas.microsoft.com/office/drawing/2014/main" id="{C62A39F5-DCC7-49A5-8FD8-8BCFCA459A68}"/>
              </a:ext>
            </a:extLst>
          </p:cNvPr>
          <p:cNvSpPr>
            <a:spLocks noGrp="1"/>
          </p:cNvSpPr>
          <p:nvPr/>
        </p:nvSpPr>
        <p:spPr>
          <a:xfrm>
            <a:off x="5837224" y="1960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4" name="F2_precision_recall_distributions_3518">
            <a:extLst>
              <a:ext uri="{FF2B5EF4-FFF2-40B4-BE49-F238E27FC236}">
                <a16:creationId xmlns:a16="http://schemas.microsoft.com/office/drawing/2014/main" id="{5A5DB2B0-40D2-4BD4-92BC-D48046878E5E}"/>
              </a:ext>
            </a:extLst>
          </p:cNvPr>
          <p:cNvSpPr>
            <a:spLocks noGrp="1"/>
          </p:cNvSpPr>
          <p:nvPr/>
        </p:nvSpPr>
        <p:spPr>
          <a:xfrm>
            <a:off x="6131618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5" name="F2_precision_recall_distributions_3519">
            <a:extLst>
              <a:ext uri="{FF2B5EF4-FFF2-40B4-BE49-F238E27FC236}">
                <a16:creationId xmlns:a16="http://schemas.microsoft.com/office/drawing/2014/main" id="{76919F60-F680-4410-A356-CACEA5005A8D}"/>
              </a:ext>
            </a:extLst>
          </p:cNvPr>
          <p:cNvSpPr>
            <a:spLocks noGrp="1"/>
          </p:cNvSpPr>
          <p:nvPr/>
        </p:nvSpPr>
        <p:spPr>
          <a:xfrm>
            <a:off x="6115276" y="17983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6" name="F2_precision_recall_distributions_3520">
            <a:extLst>
              <a:ext uri="{FF2B5EF4-FFF2-40B4-BE49-F238E27FC236}">
                <a16:creationId xmlns:a16="http://schemas.microsoft.com/office/drawing/2014/main" id="{24500832-DE55-4F22-A60A-7F01F63DD962}"/>
              </a:ext>
            </a:extLst>
          </p:cNvPr>
          <p:cNvSpPr>
            <a:spLocks noGrp="1"/>
          </p:cNvSpPr>
          <p:nvPr/>
        </p:nvSpPr>
        <p:spPr>
          <a:xfrm>
            <a:off x="6035454" y="1720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7" name="F2_precision_recall_distributions_3521">
            <a:extLst>
              <a:ext uri="{FF2B5EF4-FFF2-40B4-BE49-F238E27FC236}">
                <a16:creationId xmlns:a16="http://schemas.microsoft.com/office/drawing/2014/main" id="{84322097-4716-44A2-97BE-D07C060318B7}"/>
              </a:ext>
            </a:extLst>
          </p:cNvPr>
          <p:cNvSpPr>
            <a:spLocks noGrp="1"/>
          </p:cNvSpPr>
          <p:nvPr/>
        </p:nvSpPr>
        <p:spPr>
          <a:xfrm>
            <a:off x="594577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8" name="F2_precision_recall_distributions_3522">
            <a:extLst>
              <a:ext uri="{FF2B5EF4-FFF2-40B4-BE49-F238E27FC236}">
                <a16:creationId xmlns:a16="http://schemas.microsoft.com/office/drawing/2014/main" id="{8D3DD825-ADDF-4382-9775-64CABB9971D5}"/>
              </a:ext>
            </a:extLst>
          </p:cNvPr>
          <p:cNvSpPr>
            <a:spLocks noGrp="1"/>
          </p:cNvSpPr>
          <p:nvPr/>
        </p:nvSpPr>
        <p:spPr>
          <a:xfrm>
            <a:off x="5808593" y="1524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9" name="F2_precision_recall_distributions_3523">
            <a:extLst>
              <a:ext uri="{FF2B5EF4-FFF2-40B4-BE49-F238E27FC236}">
                <a16:creationId xmlns:a16="http://schemas.microsoft.com/office/drawing/2014/main" id="{71DC3F7F-F541-46DD-B2B3-9F9DDFA0F6B4}"/>
              </a:ext>
            </a:extLst>
          </p:cNvPr>
          <p:cNvSpPr>
            <a:spLocks noGrp="1"/>
          </p:cNvSpPr>
          <p:nvPr/>
        </p:nvSpPr>
        <p:spPr>
          <a:xfrm>
            <a:off x="5860045" y="15813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0" name="F2_precision_recall_distributions_3524">
            <a:extLst>
              <a:ext uri="{FF2B5EF4-FFF2-40B4-BE49-F238E27FC236}">
                <a16:creationId xmlns:a16="http://schemas.microsoft.com/office/drawing/2014/main" id="{409D8D57-AD64-4258-8D6F-B2AF3BB5809A}"/>
              </a:ext>
            </a:extLst>
          </p:cNvPr>
          <p:cNvSpPr>
            <a:spLocks noGrp="1"/>
          </p:cNvSpPr>
          <p:nvPr/>
        </p:nvSpPr>
        <p:spPr>
          <a:xfrm>
            <a:off x="5889639" y="15152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1" name="F2_precision_recall_distributions_3525">
            <a:extLst>
              <a:ext uri="{FF2B5EF4-FFF2-40B4-BE49-F238E27FC236}">
                <a16:creationId xmlns:a16="http://schemas.microsoft.com/office/drawing/2014/main" id="{59904BDD-0CE1-4960-AF92-883703E4FC0B}"/>
              </a:ext>
            </a:extLst>
          </p:cNvPr>
          <p:cNvSpPr>
            <a:spLocks noGrp="1"/>
          </p:cNvSpPr>
          <p:nvPr/>
        </p:nvSpPr>
        <p:spPr>
          <a:xfrm>
            <a:off x="5879989" y="17456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2" name="F2_precision_recall_distributions_3526">
            <a:extLst>
              <a:ext uri="{FF2B5EF4-FFF2-40B4-BE49-F238E27FC236}">
                <a16:creationId xmlns:a16="http://schemas.microsoft.com/office/drawing/2014/main" id="{444250F2-BE3C-43E8-9BF0-21E9A3A351F6}"/>
              </a:ext>
            </a:extLst>
          </p:cNvPr>
          <p:cNvSpPr>
            <a:spLocks noGrp="1"/>
          </p:cNvSpPr>
          <p:nvPr/>
        </p:nvSpPr>
        <p:spPr>
          <a:xfrm>
            <a:off x="609230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3" name="F2_precision_recall_distributions_3527">
            <a:extLst>
              <a:ext uri="{FF2B5EF4-FFF2-40B4-BE49-F238E27FC236}">
                <a16:creationId xmlns:a16="http://schemas.microsoft.com/office/drawing/2014/main" id="{5F8F15C0-4484-40AC-B727-C0B054AE0B28}"/>
              </a:ext>
            </a:extLst>
          </p:cNvPr>
          <p:cNvSpPr>
            <a:spLocks noGrp="1"/>
          </p:cNvSpPr>
          <p:nvPr/>
        </p:nvSpPr>
        <p:spPr>
          <a:xfrm>
            <a:off x="6105310" y="230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4" name="F2_precision_recall_distributions_3528">
            <a:extLst>
              <a:ext uri="{FF2B5EF4-FFF2-40B4-BE49-F238E27FC236}">
                <a16:creationId xmlns:a16="http://schemas.microsoft.com/office/drawing/2014/main" id="{EF32DDB8-B8D2-40C9-87BD-18F06B864F14}"/>
              </a:ext>
            </a:extLst>
          </p:cNvPr>
          <p:cNvSpPr>
            <a:spLocks noGrp="1"/>
          </p:cNvSpPr>
          <p:nvPr/>
        </p:nvSpPr>
        <p:spPr>
          <a:xfrm>
            <a:off x="6063298" y="1986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5" name="F2_precision_recall_distributions_3529">
            <a:extLst>
              <a:ext uri="{FF2B5EF4-FFF2-40B4-BE49-F238E27FC236}">
                <a16:creationId xmlns:a16="http://schemas.microsoft.com/office/drawing/2014/main" id="{3C4A0C99-1296-4CE5-8627-762E606E7A70}"/>
              </a:ext>
            </a:extLst>
          </p:cNvPr>
          <p:cNvSpPr>
            <a:spLocks noGrp="1"/>
          </p:cNvSpPr>
          <p:nvPr/>
        </p:nvSpPr>
        <p:spPr>
          <a:xfrm>
            <a:off x="5942622" y="16929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6" name="F2_precision_recall_distributions_3530">
            <a:extLst>
              <a:ext uri="{FF2B5EF4-FFF2-40B4-BE49-F238E27FC236}">
                <a16:creationId xmlns:a16="http://schemas.microsoft.com/office/drawing/2014/main" id="{13E59DCF-E855-4D97-9A73-AB67AF8E7C41}"/>
              </a:ext>
            </a:extLst>
          </p:cNvPr>
          <p:cNvSpPr>
            <a:spLocks noGrp="1"/>
          </p:cNvSpPr>
          <p:nvPr/>
        </p:nvSpPr>
        <p:spPr>
          <a:xfrm>
            <a:off x="5818243" y="2121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7" name="F2_precision_recall_distributions_3531">
            <a:extLst>
              <a:ext uri="{FF2B5EF4-FFF2-40B4-BE49-F238E27FC236}">
                <a16:creationId xmlns:a16="http://schemas.microsoft.com/office/drawing/2014/main" id="{2E118946-A7A4-4C10-A8F9-1DE5AFC73DCB}"/>
              </a:ext>
            </a:extLst>
          </p:cNvPr>
          <p:cNvSpPr>
            <a:spLocks noGrp="1"/>
          </p:cNvSpPr>
          <p:nvPr/>
        </p:nvSpPr>
        <p:spPr>
          <a:xfrm>
            <a:off x="6167971" y="16457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8" name="F2_precision_recall_distributions_3532">
            <a:extLst>
              <a:ext uri="{FF2B5EF4-FFF2-40B4-BE49-F238E27FC236}">
                <a16:creationId xmlns:a16="http://schemas.microsoft.com/office/drawing/2014/main" id="{B8AB65F4-14C0-4B3F-A1DC-D14F3F165810}"/>
              </a:ext>
            </a:extLst>
          </p:cNvPr>
          <p:cNvSpPr>
            <a:spLocks noGrp="1"/>
          </p:cNvSpPr>
          <p:nvPr/>
        </p:nvSpPr>
        <p:spPr>
          <a:xfrm>
            <a:off x="5829762" y="16609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9" name="F2_precision_recall_distributions_3533">
            <a:extLst>
              <a:ext uri="{FF2B5EF4-FFF2-40B4-BE49-F238E27FC236}">
                <a16:creationId xmlns:a16="http://schemas.microsoft.com/office/drawing/2014/main" id="{96C9CB67-3655-4FFB-B377-79F866B0BC77}"/>
              </a:ext>
            </a:extLst>
          </p:cNvPr>
          <p:cNvSpPr>
            <a:spLocks noGrp="1"/>
          </p:cNvSpPr>
          <p:nvPr/>
        </p:nvSpPr>
        <p:spPr>
          <a:xfrm>
            <a:off x="6047327" y="15382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0" name="F2_precision_recall_distributions_3534">
            <a:extLst>
              <a:ext uri="{FF2B5EF4-FFF2-40B4-BE49-F238E27FC236}">
                <a16:creationId xmlns:a16="http://schemas.microsoft.com/office/drawing/2014/main" id="{F98FF11D-70B5-4493-9430-BBF9ED2CDB59}"/>
              </a:ext>
            </a:extLst>
          </p:cNvPr>
          <p:cNvSpPr>
            <a:spLocks noGrp="1"/>
          </p:cNvSpPr>
          <p:nvPr/>
        </p:nvSpPr>
        <p:spPr>
          <a:xfrm>
            <a:off x="5826473" y="16347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1" name="F2_precision_recall_distributions_3535">
            <a:extLst>
              <a:ext uri="{FF2B5EF4-FFF2-40B4-BE49-F238E27FC236}">
                <a16:creationId xmlns:a16="http://schemas.microsoft.com/office/drawing/2014/main" id="{3EFA3601-0DBE-4198-89B4-F8B04689D3FE}"/>
              </a:ext>
            </a:extLst>
          </p:cNvPr>
          <p:cNvSpPr>
            <a:spLocks noGrp="1"/>
          </p:cNvSpPr>
          <p:nvPr/>
        </p:nvSpPr>
        <p:spPr>
          <a:xfrm>
            <a:off x="5853138" y="2186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2" name="F2_precision_recall_distributions_3536">
            <a:extLst>
              <a:ext uri="{FF2B5EF4-FFF2-40B4-BE49-F238E27FC236}">
                <a16:creationId xmlns:a16="http://schemas.microsoft.com/office/drawing/2014/main" id="{320195ED-6D7A-4DE9-B7B7-4A39F9CCF682}"/>
              </a:ext>
            </a:extLst>
          </p:cNvPr>
          <p:cNvSpPr>
            <a:spLocks noGrp="1"/>
          </p:cNvSpPr>
          <p:nvPr/>
        </p:nvSpPr>
        <p:spPr>
          <a:xfrm>
            <a:off x="6095413" y="1679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3" name="F2_precision_recall_distributions_3537">
            <a:extLst>
              <a:ext uri="{FF2B5EF4-FFF2-40B4-BE49-F238E27FC236}">
                <a16:creationId xmlns:a16="http://schemas.microsoft.com/office/drawing/2014/main" id="{69667BDE-F61E-4E5B-8878-EC102C271EED}"/>
              </a:ext>
            </a:extLst>
          </p:cNvPr>
          <p:cNvSpPr>
            <a:spLocks noGrp="1"/>
          </p:cNvSpPr>
          <p:nvPr/>
        </p:nvSpPr>
        <p:spPr>
          <a:xfrm>
            <a:off x="6149157" y="2242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4" name="F2_precision_recall_distributions_3538">
            <a:extLst>
              <a:ext uri="{FF2B5EF4-FFF2-40B4-BE49-F238E27FC236}">
                <a16:creationId xmlns:a16="http://schemas.microsoft.com/office/drawing/2014/main" id="{104A7132-6DBF-4699-92B7-5E249107DF1F}"/>
              </a:ext>
            </a:extLst>
          </p:cNvPr>
          <p:cNvSpPr>
            <a:spLocks noGrp="1"/>
          </p:cNvSpPr>
          <p:nvPr/>
        </p:nvSpPr>
        <p:spPr>
          <a:xfrm>
            <a:off x="6104442" y="15361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5" name="F2_precision_recall_distributions_3539">
            <a:extLst>
              <a:ext uri="{FF2B5EF4-FFF2-40B4-BE49-F238E27FC236}">
                <a16:creationId xmlns:a16="http://schemas.microsoft.com/office/drawing/2014/main" id="{E1C7AF7D-47AA-4B3C-A007-52764BA9EEDE}"/>
              </a:ext>
            </a:extLst>
          </p:cNvPr>
          <p:cNvSpPr>
            <a:spLocks noGrp="1"/>
          </p:cNvSpPr>
          <p:nvPr/>
        </p:nvSpPr>
        <p:spPr>
          <a:xfrm>
            <a:off x="6096091" y="1635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6" name="F2_precision_recall_distributions_3540">
            <a:extLst>
              <a:ext uri="{FF2B5EF4-FFF2-40B4-BE49-F238E27FC236}">
                <a16:creationId xmlns:a16="http://schemas.microsoft.com/office/drawing/2014/main" id="{608C7DBC-8046-4A14-B7CF-8B7BFA6DC704}"/>
              </a:ext>
            </a:extLst>
          </p:cNvPr>
          <p:cNvSpPr>
            <a:spLocks noGrp="1"/>
          </p:cNvSpPr>
          <p:nvPr/>
        </p:nvSpPr>
        <p:spPr>
          <a:xfrm>
            <a:off x="6147628" y="1604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7" name="F2_precision_recall_distributions_3541">
            <a:extLst>
              <a:ext uri="{FF2B5EF4-FFF2-40B4-BE49-F238E27FC236}">
                <a16:creationId xmlns:a16="http://schemas.microsoft.com/office/drawing/2014/main" id="{7BB6431B-F3AE-41AC-BBF4-C6F79987B2DD}"/>
              </a:ext>
            </a:extLst>
          </p:cNvPr>
          <p:cNvSpPr>
            <a:spLocks noGrp="1"/>
          </p:cNvSpPr>
          <p:nvPr/>
        </p:nvSpPr>
        <p:spPr>
          <a:xfrm>
            <a:off x="5939361" y="17720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8" name="F2_precision_recall_distributions_3542">
            <a:extLst>
              <a:ext uri="{FF2B5EF4-FFF2-40B4-BE49-F238E27FC236}">
                <a16:creationId xmlns:a16="http://schemas.microsoft.com/office/drawing/2014/main" id="{567DEB44-CE9D-4373-A69C-82D1BD54C061}"/>
              </a:ext>
            </a:extLst>
          </p:cNvPr>
          <p:cNvSpPr>
            <a:spLocks noGrp="1"/>
          </p:cNvSpPr>
          <p:nvPr/>
        </p:nvSpPr>
        <p:spPr>
          <a:xfrm>
            <a:off x="6152165" y="16337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9" name="F2_precision_recall_distributions_3543">
            <a:extLst>
              <a:ext uri="{FF2B5EF4-FFF2-40B4-BE49-F238E27FC236}">
                <a16:creationId xmlns:a16="http://schemas.microsoft.com/office/drawing/2014/main" id="{1539F3D3-AB7E-4854-9A71-B6BABC2A8D48}"/>
              </a:ext>
            </a:extLst>
          </p:cNvPr>
          <p:cNvSpPr>
            <a:spLocks noGrp="1"/>
          </p:cNvSpPr>
          <p:nvPr/>
        </p:nvSpPr>
        <p:spPr>
          <a:xfrm>
            <a:off x="5998644" y="1529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0" name="F2_precision_recall_distributions_3544">
            <a:extLst>
              <a:ext uri="{FF2B5EF4-FFF2-40B4-BE49-F238E27FC236}">
                <a16:creationId xmlns:a16="http://schemas.microsoft.com/office/drawing/2014/main" id="{8078E5C8-FB84-4819-B887-1F81AF7B6951}"/>
              </a:ext>
            </a:extLst>
          </p:cNvPr>
          <p:cNvSpPr>
            <a:spLocks noGrp="1"/>
          </p:cNvSpPr>
          <p:nvPr/>
        </p:nvSpPr>
        <p:spPr>
          <a:xfrm>
            <a:off x="6064721" y="15415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1" name="F2_precision_recall_distributions_3545">
            <a:extLst>
              <a:ext uri="{FF2B5EF4-FFF2-40B4-BE49-F238E27FC236}">
                <a16:creationId xmlns:a16="http://schemas.microsoft.com/office/drawing/2014/main" id="{6BF141B8-61CD-4333-9517-C11EE29E6819}"/>
              </a:ext>
            </a:extLst>
          </p:cNvPr>
          <p:cNvSpPr>
            <a:spLocks noGrp="1"/>
          </p:cNvSpPr>
          <p:nvPr/>
        </p:nvSpPr>
        <p:spPr>
          <a:xfrm>
            <a:off x="5865892" y="1834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2" name="F2_precision_recall_distributions_3546">
            <a:extLst>
              <a:ext uri="{FF2B5EF4-FFF2-40B4-BE49-F238E27FC236}">
                <a16:creationId xmlns:a16="http://schemas.microsoft.com/office/drawing/2014/main" id="{E00F57FE-9CAC-4D08-96E9-7A80B8BAE306}"/>
              </a:ext>
            </a:extLst>
          </p:cNvPr>
          <p:cNvSpPr>
            <a:spLocks noGrp="1"/>
          </p:cNvSpPr>
          <p:nvPr/>
        </p:nvSpPr>
        <p:spPr>
          <a:xfrm>
            <a:off x="6073118" y="15582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3" name="F2_precision_recall_distributions_3547">
            <a:extLst>
              <a:ext uri="{FF2B5EF4-FFF2-40B4-BE49-F238E27FC236}">
                <a16:creationId xmlns:a16="http://schemas.microsoft.com/office/drawing/2014/main" id="{F8833149-F7F3-4C41-B9F2-77CA36AEFE92}"/>
              </a:ext>
            </a:extLst>
          </p:cNvPr>
          <p:cNvSpPr>
            <a:spLocks noGrp="1"/>
          </p:cNvSpPr>
          <p:nvPr/>
        </p:nvSpPr>
        <p:spPr>
          <a:xfrm>
            <a:off x="6058302" y="15029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4" name="F2_precision_recall_distributions_3548">
            <a:extLst>
              <a:ext uri="{FF2B5EF4-FFF2-40B4-BE49-F238E27FC236}">
                <a16:creationId xmlns:a16="http://schemas.microsoft.com/office/drawing/2014/main" id="{328A312E-B341-4336-8985-831E4D7F271F}"/>
              </a:ext>
            </a:extLst>
          </p:cNvPr>
          <p:cNvSpPr>
            <a:spLocks noGrp="1"/>
          </p:cNvSpPr>
          <p:nvPr/>
        </p:nvSpPr>
        <p:spPr>
          <a:xfrm>
            <a:off x="5817274" y="15695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5" name="F2_precision_recall_distributions_3549">
            <a:extLst>
              <a:ext uri="{FF2B5EF4-FFF2-40B4-BE49-F238E27FC236}">
                <a16:creationId xmlns:a16="http://schemas.microsoft.com/office/drawing/2014/main" id="{719E1746-B614-437B-803C-F156BD88EF61}"/>
              </a:ext>
            </a:extLst>
          </p:cNvPr>
          <p:cNvSpPr>
            <a:spLocks noGrp="1"/>
          </p:cNvSpPr>
          <p:nvPr/>
        </p:nvSpPr>
        <p:spPr>
          <a:xfrm>
            <a:off x="6135893" y="1519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6" name="F2_precision_recall_distributions_3550">
            <a:extLst>
              <a:ext uri="{FF2B5EF4-FFF2-40B4-BE49-F238E27FC236}">
                <a16:creationId xmlns:a16="http://schemas.microsoft.com/office/drawing/2014/main" id="{5BE68714-A7FE-4918-84A4-A43CAA702DE1}"/>
              </a:ext>
            </a:extLst>
          </p:cNvPr>
          <p:cNvSpPr>
            <a:spLocks noGrp="1"/>
          </p:cNvSpPr>
          <p:nvPr/>
        </p:nvSpPr>
        <p:spPr>
          <a:xfrm>
            <a:off x="5931603" y="2028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7" name="F2_precision_recall_distributions_3551">
            <a:extLst>
              <a:ext uri="{FF2B5EF4-FFF2-40B4-BE49-F238E27FC236}">
                <a16:creationId xmlns:a16="http://schemas.microsoft.com/office/drawing/2014/main" id="{B2C90FC5-ABF7-44C8-8F75-2C9C2CEABBEA}"/>
              </a:ext>
            </a:extLst>
          </p:cNvPr>
          <p:cNvSpPr>
            <a:spLocks noGrp="1"/>
          </p:cNvSpPr>
          <p:nvPr/>
        </p:nvSpPr>
        <p:spPr>
          <a:xfrm>
            <a:off x="5898246" y="18944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8" name="F2_precision_recall_distributions_3552">
            <a:extLst>
              <a:ext uri="{FF2B5EF4-FFF2-40B4-BE49-F238E27FC236}">
                <a16:creationId xmlns:a16="http://schemas.microsoft.com/office/drawing/2014/main" id="{76796D85-00AD-4432-9EA5-C4F8C62EC53A}"/>
              </a:ext>
            </a:extLst>
          </p:cNvPr>
          <p:cNvSpPr>
            <a:spLocks noGrp="1"/>
          </p:cNvSpPr>
          <p:nvPr/>
        </p:nvSpPr>
        <p:spPr>
          <a:xfrm>
            <a:off x="5982227" y="1775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9" name="F2_precision_recall_distributions_3553">
            <a:extLst>
              <a:ext uri="{FF2B5EF4-FFF2-40B4-BE49-F238E27FC236}">
                <a16:creationId xmlns:a16="http://schemas.microsoft.com/office/drawing/2014/main" id="{165F44D7-932B-4C67-95D8-AE026DAD58F0}"/>
              </a:ext>
            </a:extLst>
          </p:cNvPr>
          <p:cNvSpPr>
            <a:spLocks noGrp="1"/>
          </p:cNvSpPr>
          <p:nvPr/>
        </p:nvSpPr>
        <p:spPr>
          <a:xfrm>
            <a:off x="5852404" y="15916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0" name="F2_precision_recall_distributions_3554">
            <a:extLst>
              <a:ext uri="{FF2B5EF4-FFF2-40B4-BE49-F238E27FC236}">
                <a16:creationId xmlns:a16="http://schemas.microsoft.com/office/drawing/2014/main" id="{910FD8DC-6D7F-4C75-A026-AC04586707D6}"/>
              </a:ext>
            </a:extLst>
          </p:cNvPr>
          <p:cNvSpPr>
            <a:spLocks noGrp="1"/>
          </p:cNvSpPr>
          <p:nvPr/>
        </p:nvSpPr>
        <p:spPr>
          <a:xfrm>
            <a:off x="5859555" y="22924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1" name="F2_precision_recall_distributions_3555">
            <a:extLst>
              <a:ext uri="{FF2B5EF4-FFF2-40B4-BE49-F238E27FC236}">
                <a16:creationId xmlns:a16="http://schemas.microsoft.com/office/drawing/2014/main" id="{0EF65139-F6E5-4FF8-833A-D9DEB7486DCF}"/>
              </a:ext>
            </a:extLst>
          </p:cNvPr>
          <p:cNvSpPr>
            <a:spLocks noGrp="1"/>
          </p:cNvSpPr>
          <p:nvPr/>
        </p:nvSpPr>
        <p:spPr>
          <a:xfrm>
            <a:off x="6080774" y="17553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2" name="F2_precision_recall_distributions_3556">
            <a:extLst>
              <a:ext uri="{FF2B5EF4-FFF2-40B4-BE49-F238E27FC236}">
                <a16:creationId xmlns:a16="http://schemas.microsoft.com/office/drawing/2014/main" id="{DEADCE96-729F-4500-B6ED-A88CDD453720}"/>
              </a:ext>
            </a:extLst>
          </p:cNvPr>
          <p:cNvSpPr>
            <a:spLocks noGrp="1"/>
          </p:cNvSpPr>
          <p:nvPr/>
        </p:nvSpPr>
        <p:spPr>
          <a:xfrm>
            <a:off x="6073812" y="1574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3" name="F2_precision_recall_distributions_3557">
            <a:extLst>
              <a:ext uri="{FF2B5EF4-FFF2-40B4-BE49-F238E27FC236}">
                <a16:creationId xmlns:a16="http://schemas.microsoft.com/office/drawing/2014/main" id="{ED7F0FA6-83BB-4F0D-9E7B-890338651AF0}"/>
              </a:ext>
            </a:extLst>
          </p:cNvPr>
          <p:cNvSpPr>
            <a:spLocks noGrp="1"/>
          </p:cNvSpPr>
          <p:nvPr/>
        </p:nvSpPr>
        <p:spPr>
          <a:xfrm>
            <a:off x="6024444" y="16971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4" name="F2_precision_recall_distributions_3558">
            <a:extLst>
              <a:ext uri="{FF2B5EF4-FFF2-40B4-BE49-F238E27FC236}">
                <a16:creationId xmlns:a16="http://schemas.microsoft.com/office/drawing/2014/main" id="{B7051415-2562-4522-8B71-24AA3A09A3B7}"/>
              </a:ext>
            </a:extLst>
          </p:cNvPr>
          <p:cNvSpPr>
            <a:spLocks noGrp="1"/>
          </p:cNvSpPr>
          <p:nvPr/>
        </p:nvSpPr>
        <p:spPr>
          <a:xfrm>
            <a:off x="5849602" y="17386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5" name="F2_precision_recall_distributions_3559">
            <a:extLst>
              <a:ext uri="{FF2B5EF4-FFF2-40B4-BE49-F238E27FC236}">
                <a16:creationId xmlns:a16="http://schemas.microsoft.com/office/drawing/2014/main" id="{47BCEA7E-1CDC-423D-9233-1533BD1578DE}"/>
              </a:ext>
            </a:extLst>
          </p:cNvPr>
          <p:cNvSpPr>
            <a:spLocks noGrp="1"/>
          </p:cNvSpPr>
          <p:nvPr/>
        </p:nvSpPr>
        <p:spPr>
          <a:xfrm>
            <a:off x="5878559" y="23398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6" name="F2_precision_recall_distributions_3560">
            <a:extLst>
              <a:ext uri="{FF2B5EF4-FFF2-40B4-BE49-F238E27FC236}">
                <a16:creationId xmlns:a16="http://schemas.microsoft.com/office/drawing/2014/main" id="{8F3D5F99-F7CB-4582-A80D-49490F7658D1}"/>
              </a:ext>
            </a:extLst>
          </p:cNvPr>
          <p:cNvSpPr>
            <a:spLocks noGrp="1"/>
          </p:cNvSpPr>
          <p:nvPr/>
        </p:nvSpPr>
        <p:spPr>
          <a:xfrm>
            <a:off x="596171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7" name="F2_precision_recall_distributions_3561">
            <a:extLst>
              <a:ext uri="{FF2B5EF4-FFF2-40B4-BE49-F238E27FC236}">
                <a16:creationId xmlns:a16="http://schemas.microsoft.com/office/drawing/2014/main" id="{6702A190-D5AD-4521-AB99-44A7352077F0}"/>
              </a:ext>
            </a:extLst>
          </p:cNvPr>
          <p:cNvSpPr>
            <a:spLocks noGrp="1"/>
          </p:cNvSpPr>
          <p:nvPr/>
        </p:nvSpPr>
        <p:spPr>
          <a:xfrm>
            <a:off x="607024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8" name="F2_precision_recall_distributions_3562">
            <a:extLst>
              <a:ext uri="{FF2B5EF4-FFF2-40B4-BE49-F238E27FC236}">
                <a16:creationId xmlns:a16="http://schemas.microsoft.com/office/drawing/2014/main" id="{2A165594-ADF3-4F58-AEF6-7B295F1701EA}"/>
              </a:ext>
            </a:extLst>
          </p:cNvPr>
          <p:cNvSpPr>
            <a:spLocks noGrp="1"/>
          </p:cNvSpPr>
          <p:nvPr/>
        </p:nvSpPr>
        <p:spPr>
          <a:xfrm>
            <a:off x="682843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07" y="842186"/>
                </a:lnTo>
                <a:lnTo>
                  <a:pt x="22549" y="835606"/>
                </a:lnTo>
                <a:lnTo>
                  <a:pt x="48305" y="829027"/>
                </a:lnTo>
                <a:lnTo>
                  <a:pt x="80255" y="822447"/>
                </a:lnTo>
                <a:lnTo>
                  <a:pt x="115148" y="815868"/>
                </a:lnTo>
                <a:lnTo>
                  <a:pt x="149810" y="809288"/>
                </a:lnTo>
                <a:lnTo>
                  <a:pt x="181575" y="802708"/>
                </a:lnTo>
                <a:lnTo>
                  <a:pt x="208581" y="796129"/>
                </a:lnTo>
                <a:lnTo>
                  <a:pt x="229879" y="789549"/>
                </a:lnTo>
                <a:lnTo>
                  <a:pt x="245391" y="782970"/>
                </a:lnTo>
                <a:lnTo>
                  <a:pt x="255727" y="776390"/>
                </a:lnTo>
                <a:lnTo>
                  <a:pt x="261940" y="769811"/>
                </a:lnTo>
                <a:lnTo>
                  <a:pt x="265269" y="763231"/>
                </a:lnTo>
                <a:lnTo>
                  <a:pt x="266903" y="756651"/>
                </a:lnTo>
                <a:lnTo>
                  <a:pt x="267818" y="750072"/>
                </a:lnTo>
                <a:lnTo>
                  <a:pt x="268684" y="743492"/>
                </a:lnTo>
                <a:lnTo>
                  <a:pt x="269849" y="736913"/>
                </a:lnTo>
                <a:lnTo>
                  <a:pt x="271383" y="730333"/>
                </a:lnTo>
                <a:lnTo>
                  <a:pt x="273169" y="723754"/>
                </a:lnTo>
                <a:lnTo>
                  <a:pt x="274996" y="717174"/>
                </a:lnTo>
                <a:lnTo>
                  <a:pt x="276659" y="710594"/>
                </a:lnTo>
                <a:lnTo>
                  <a:pt x="278021" y="704015"/>
                </a:lnTo>
                <a:lnTo>
                  <a:pt x="279048" y="697435"/>
                </a:lnTo>
                <a:lnTo>
                  <a:pt x="279807" y="690856"/>
                </a:lnTo>
                <a:lnTo>
                  <a:pt x="280438" y="684276"/>
                </a:lnTo>
                <a:lnTo>
                  <a:pt x="281114" y="677697"/>
                </a:lnTo>
                <a:lnTo>
                  <a:pt x="281998" y="671117"/>
                </a:lnTo>
                <a:lnTo>
                  <a:pt x="283211" y="664537"/>
                </a:lnTo>
                <a:lnTo>
                  <a:pt x="284813" y="657958"/>
                </a:lnTo>
                <a:lnTo>
                  <a:pt x="286800" y="651378"/>
                </a:lnTo>
                <a:lnTo>
                  <a:pt x="289118" y="644799"/>
                </a:lnTo>
                <a:lnTo>
                  <a:pt x="291673" y="638219"/>
                </a:lnTo>
                <a:lnTo>
                  <a:pt x="294354" y="631639"/>
                </a:lnTo>
                <a:lnTo>
                  <a:pt x="297043" y="625060"/>
                </a:lnTo>
                <a:lnTo>
                  <a:pt x="299619" y="618480"/>
                </a:lnTo>
                <a:lnTo>
                  <a:pt x="301965" y="611901"/>
                </a:lnTo>
                <a:lnTo>
                  <a:pt x="303957" y="605321"/>
                </a:lnTo>
                <a:lnTo>
                  <a:pt x="305468" y="598742"/>
                </a:lnTo>
                <a:lnTo>
                  <a:pt x="306363" y="592162"/>
                </a:lnTo>
                <a:lnTo>
                  <a:pt x="306512" y="585582"/>
                </a:lnTo>
                <a:lnTo>
                  <a:pt x="305802" y="579003"/>
                </a:lnTo>
                <a:lnTo>
                  <a:pt x="304156" y="572423"/>
                </a:lnTo>
                <a:lnTo>
                  <a:pt x="301556" y="565844"/>
                </a:lnTo>
                <a:lnTo>
                  <a:pt x="298056" y="559264"/>
                </a:lnTo>
                <a:lnTo>
                  <a:pt x="293787" y="552685"/>
                </a:lnTo>
                <a:lnTo>
                  <a:pt x="288957" y="546105"/>
                </a:lnTo>
                <a:lnTo>
                  <a:pt x="283827" y="539525"/>
                </a:lnTo>
                <a:lnTo>
                  <a:pt x="278684" y="532946"/>
                </a:lnTo>
                <a:lnTo>
                  <a:pt x="273809" y="526366"/>
                </a:lnTo>
                <a:lnTo>
                  <a:pt x="269446" y="519787"/>
                </a:lnTo>
                <a:lnTo>
                  <a:pt x="265777" y="513207"/>
                </a:lnTo>
                <a:lnTo>
                  <a:pt x="262916" y="506627"/>
                </a:lnTo>
                <a:lnTo>
                  <a:pt x="260905" y="500048"/>
                </a:lnTo>
                <a:lnTo>
                  <a:pt x="259726" y="493468"/>
                </a:lnTo>
                <a:lnTo>
                  <a:pt x="259318" y="486889"/>
                </a:lnTo>
                <a:lnTo>
                  <a:pt x="259581" y="480309"/>
                </a:lnTo>
                <a:lnTo>
                  <a:pt x="260385" y="473730"/>
                </a:lnTo>
                <a:lnTo>
                  <a:pt x="261572" y="467150"/>
                </a:lnTo>
                <a:lnTo>
                  <a:pt x="262953" y="460570"/>
                </a:lnTo>
                <a:lnTo>
                  <a:pt x="264311" y="453991"/>
                </a:lnTo>
                <a:lnTo>
                  <a:pt x="265413" y="447411"/>
                </a:lnTo>
                <a:lnTo>
                  <a:pt x="266035" y="440832"/>
                </a:lnTo>
                <a:lnTo>
                  <a:pt x="265985" y="434252"/>
                </a:lnTo>
                <a:lnTo>
                  <a:pt x="265136" y="427673"/>
                </a:lnTo>
                <a:lnTo>
                  <a:pt x="263446" y="421093"/>
                </a:lnTo>
                <a:lnTo>
                  <a:pt x="260971" y="414513"/>
                </a:lnTo>
                <a:lnTo>
                  <a:pt x="257850" y="407934"/>
                </a:lnTo>
                <a:lnTo>
                  <a:pt x="254286" y="401354"/>
                </a:lnTo>
                <a:lnTo>
                  <a:pt x="250516" y="394775"/>
                </a:lnTo>
                <a:lnTo>
                  <a:pt x="246772" y="388195"/>
                </a:lnTo>
                <a:lnTo>
                  <a:pt x="243254" y="381616"/>
                </a:lnTo>
                <a:lnTo>
                  <a:pt x="240109" y="375036"/>
                </a:lnTo>
                <a:lnTo>
                  <a:pt x="237417" y="368456"/>
                </a:lnTo>
                <a:lnTo>
                  <a:pt x="235195" y="361877"/>
                </a:lnTo>
                <a:lnTo>
                  <a:pt x="233397" y="355297"/>
                </a:lnTo>
                <a:lnTo>
                  <a:pt x="231930" y="348718"/>
                </a:lnTo>
                <a:lnTo>
                  <a:pt x="230669" y="342138"/>
                </a:lnTo>
                <a:lnTo>
                  <a:pt x="229485" y="335558"/>
                </a:lnTo>
                <a:lnTo>
                  <a:pt x="228263" y="328979"/>
                </a:lnTo>
                <a:lnTo>
                  <a:pt x="226929" y="322399"/>
                </a:lnTo>
                <a:lnTo>
                  <a:pt x="225466" y="315820"/>
                </a:lnTo>
                <a:lnTo>
                  <a:pt x="223925" y="309240"/>
                </a:lnTo>
                <a:lnTo>
                  <a:pt x="222421" y="302661"/>
                </a:lnTo>
                <a:lnTo>
                  <a:pt x="221117" y="296081"/>
                </a:lnTo>
                <a:lnTo>
                  <a:pt x="220199" y="289501"/>
                </a:lnTo>
                <a:lnTo>
                  <a:pt x="219841" y="282922"/>
                </a:lnTo>
                <a:lnTo>
                  <a:pt x="220177" y="276342"/>
                </a:lnTo>
                <a:lnTo>
                  <a:pt x="221267" y="269763"/>
                </a:lnTo>
                <a:lnTo>
                  <a:pt x="223079" y="263183"/>
                </a:lnTo>
                <a:lnTo>
                  <a:pt x="225482" y="256604"/>
                </a:lnTo>
                <a:lnTo>
                  <a:pt x="228252" y="250024"/>
                </a:lnTo>
                <a:lnTo>
                  <a:pt x="231087" y="243444"/>
                </a:lnTo>
                <a:lnTo>
                  <a:pt x="233635" y="236865"/>
                </a:lnTo>
                <a:lnTo>
                  <a:pt x="235531" y="230285"/>
                </a:lnTo>
                <a:lnTo>
                  <a:pt x="236435" y="223706"/>
                </a:lnTo>
                <a:lnTo>
                  <a:pt x="236063" y="217126"/>
                </a:lnTo>
                <a:lnTo>
                  <a:pt x="234218" y="210546"/>
                </a:lnTo>
                <a:lnTo>
                  <a:pt x="230801" y="203967"/>
                </a:lnTo>
                <a:lnTo>
                  <a:pt x="225813" y="197387"/>
                </a:lnTo>
                <a:lnTo>
                  <a:pt x="219335" y="190808"/>
                </a:lnTo>
                <a:lnTo>
                  <a:pt x="211497" y="184228"/>
                </a:lnTo>
                <a:lnTo>
                  <a:pt x="202434" y="177649"/>
                </a:lnTo>
                <a:lnTo>
                  <a:pt x="192257" y="171069"/>
                </a:lnTo>
                <a:lnTo>
                  <a:pt x="181021" y="164489"/>
                </a:lnTo>
                <a:lnTo>
                  <a:pt x="168724" y="157910"/>
                </a:lnTo>
                <a:lnTo>
                  <a:pt x="155332" y="151330"/>
                </a:lnTo>
                <a:lnTo>
                  <a:pt x="140826" y="144751"/>
                </a:lnTo>
                <a:lnTo>
                  <a:pt x="125269" y="138171"/>
                </a:lnTo>
                <a:lnTo>
                  <a:pt x="108870" y="131592"/>
                </a:lnTo>
                <a:lnTo>
                  <a:pt x="92044" y="125012"/>
                </a:lnTo>
                <a:lnTo>
                  <a:pt x="75430" y="118432"/>
                </a:lnTo>
                <a:lnTo>
                  <a:pt x="59882" y="111853"/>
                </a:lnTo>
                <a:lnTo>
                  <a:pt x="46408" y="105273"/>
                </a:lnTo>
                <a:lnTo>
                  <a:pt x="36074" y="98694"/>
                </a:lnTo>
                <a:lnTo>
                  <a:pt x="29880" y="92114"/>
                </a:lnTo>
                <a:lnTo>
                  <a:pt x="28629" y="85535"/>
                </a:lnTo>
                <a:lnTo>
                  <a:pt x="32812" y="78955"/>
                </a:lnTo>
                <a:lnTo>
                  <a:pt x="42519" y="72375"/>
                </a:lnTo>
                <a:lnTo>
                  <a:pt x="57408" y="65796"/>
                </a:lnTo>
                <a:lnTo>
                  <a:pt x="76721" y="59216"/>
                </a:lnTo>
                <a:lnTo>
                  <a:pt x="99346" y="52637"/>
                </a:lnTo>
                <a:lnTo>
                  <a:pt x="123929" y="46057"/>
                </a:lnTo>
                <a:lnTo>
                  <a:pt x="148991" y="39477"/>
                </a:lnTo>
                <a:lnTo>
                  <a:pt x="173053" y="32898"/>
                </a:lnTo>
                <a:lnTo>
                  <a:pt x="194743" y="26318"/>
                </a:lnTo>
                <a:lnTo>
                  <a:pt x="212878" y="19739"/>
                </a:lnTo>
                <a:lnTo>
                  <a:pt x="226513" y="13159"/>
                </a:lnTo>
                <a:lnTo>
                  <a:pt x="234966" y="6580"/>
                </a:lnTo>
                <a:lnTo>
                  <a:pt x="237829" y="0"/>
                </a:lnTo>
                <a:lnTo>
                  <a:pt x="437268" y="0"/>
                </a:lnTo>
                <a:lnTo>
                  <a:pt x="437268" y="0"/>
                </a:lnTo>
                <a:lnTo>
                  <a:pt x="440131" y="6580"/>
                </a:lnTo>
                <a:lnTo>
                  <a:pt x="448584" y="13159"/>
                </a:lnTo>
                <a:lnTo>
                  <a:pt x="462218" y="19739"/>
                </a:lnTo>
                <a:lnTo>
                  <a:pt x="480353" y="26318"/>
                </a:lnTo>
                <a:lnTo>
                  <a:pt x="502044" y="32898"/>
                </a:lnTo>
                <a:lnTo>
                  <a:pt x="526105" y="39477"/>
                </a:lnTo>
                <a:lnTo>
                  <a:pt x="551167" y="46057"/>
                </a:lnTo>
                <a:lnTo>
                  <a:pt x="575750" y="52637"/>
                </a:lnTo>
                <a:lnTo>
                  <a:pt x="598376" y="59216"/>
                </a:lnTo>
                <a:lnTo>
                  <a:pt x="617688" y="65796"/>
                </a:lnTo>
                <a:lnTo>
                  <a:pt x="632578" y="72375"/>
                </a:lnTo>
                <a:lnTo>
                  <a:pt x="642285" y="78955"/>
                </a:lnTo>
                <a:lnTo>
                  <a:pt x="646467" y="85535"/>
                </a:lnTo>
                <a:lnTo>
                  <a:pt x="645217" y="92114"/>
                </a:lnTo>
                <a:lnTo>
                  <a:pt x="639022" y="98694"/>
                </a:lnTo>
                <a:lnTo>
                  <a:pt x="628689" y="105273"/>
                </a:lnTo>
                <a:lnTo>
                  <a:pt x="615215" y="111853"/>
                </a:lnTo>
                <a:lnTo>
                  <a:pt x="599667" y="118432"/>
                </a:lnTo>
                <a:lnTo>
                  <a:pt x="583053" y="125012"/>
                </a:lnTo>
                <a:lnTo>
                  <a:pt x="566226" y="131592"/>
                </a:lnTo>
                <a:lnTo>
                  <a:pt x="549828" y="138171"/>
                </a:lnTo>
                <a:lnTo>
                  <a:pt x="534270" y="144751"/>
                </a:lnTo>
                <a:lnTo>
                  <a:pt x="519765" y="151330"/>
                </a:lnTo>
                <a:lnTo>
                  <a:pt x="506372" y="157910"/>
                </a:lnTo>
                <a:lnTo>
                  <a:pt x="494075" y="164489"/>
                </a:lnTo>
                <a:lnTo>
                  <a:pt x="482839" y="171069"/>
                </a:lnTo>
                <a:lnTo>
                  <a:pt x="472662" y="177649"/>
                </a:lnTo>
                <a:lnTo>
                  <a:pt x="463600" y="184228"/>
                </a:lnTo>
                <a:lnTo>
                  <a:pt x="455761" y="190808"/>
                </a:lnTo>
                <a:lnTo>
                  <a:pt x="449283" y="197387"/>
                </a:lnTo>
                <a:lnTo>
                  <a:pt x="444296" y="203967"/>
                </a:lnTo>
                <a:lnTo>
                  <a:pt x="440879" y="210546"/>
                </a:lnTo>
                <a:lnTo>
                  <a:pt x="439034" y="217126"/>
                </a:lnTo>
                <a:lnTo>
                  <a:pt x="438662" y="223706"/>
                </a:lnTo>
                <a:lnTo>
                  <a:pt x="439565" y="230285"/>
                </a:lnTo>
                <a:lnTo>
                  <a:pt x="441462" y="236865"/>
                </a:lnTo>
                <a:lnTo>
                  <a:pt x="444010" y="243444"/>
                </a:lnTo>
                <a:lnTo>
                  <a:pt x="446844" y="250024"/>
                </a:lnTo>
                <a:lnTo>
                  <a:pt x="449614" y="256604"/>
                </a:lnTo>
                <a:lnTo>
                  <a:pt x="452018" y="263183"/>
                </a:lnTo>
                <a:lnTo>
                  <a:pt x="453830" y="269763"/>
                </a:lnTo>
                <a:lnTo>
                  <a:pt x="454919" y="276342"/>
                </a:lnTo>
                <a:lnTo>
                  <a:pt x="455255" y="282922"/>
                </a:lnTo>
                <a:lnTo>
                  <a:pt x="454898" y="289501"/>
                </a:lnTo>
                <a:lnTo>
                  <a:pt x="453980" y="296081"/>
                </a:lnTo>
                <a:lnTo>
                  <a:pt x="452676" y="302661"/>
                </a:lnTo>
                <a:lnTo>
                  <a:pt x="451172" y="309240"/>
                </a:lnTo>
                <a:lnTo>
                  <a:pt x="449631" y="315820"/>
                </a:lnTo>
                <a:lnTo>
                  <a:pt x="448168" y="322399"/>
                </a:lnTo>
                <a:lnTo>
                  <a:pt x="446833" y="328979"/>
                </a:lnTo>
                <a:lnTo>
                  <a:pt x="445611" y="335558"/>
                </a:lnTo>
                <a:lnTo>
                  <a:pt x="444427" y="342138"/>
                </a:lnTo>
                <a:lnTo>
                  <a:pt x="443167" y="348718"/>
                </a:lnTo>
                <a:lnTo>
                  <a:pt x="441699" y="355297"/>
                </a:lnTo>
                <a:lnTo>
                  <a:pt x="439901" y="361877"/>
                </a:lnTo>
                <a:lnTo>
                  <a:pt x="437679" y="368456"/>
                </a:lnTo>
                <a:lnTo>
                  <a:pt x="434988" y="375036"/>
                </a:lnTo>
                <a:lnTo>
                  <a:pt x="431842" y="381616"/>
                </a:lnTo>
                <a:lnTo>
                  <a:pt x="428324" y="388195"/>
                </a:lnTo>
                <a:lnTo>
                  <a:pt x="424580" y="394775"/>
                </a:lnTo>
                <a:lnTo>
                  <a:pt x="420810" y="401354"/>
                </a:lnTo>
                <a:lnTo>
                  <a:pt x="417247" y="407934"/>
                </a:lnTo>
                <a:lnTo>
                  <a:pt x="414126" y="414513"/>
                </a:lnTo>
                <a:lnTo>
                  <a:pt x="411650" y="421093"/>
                </a:lnTo>
                <a:lnTo>
                  <a:pt x="409961" y="427673"/>
                </a:lnTo>
                <a:lnTo>
                  <a:pt x="409112" y="434252"/>
                </a:lnTo>
                <a:lnTo>
                  <a:pt x="409061" y="440832"/>
                </a:lnTo>
                <a:lnTo>
                  <a:pt x="409683" y="447411"/>
                </a:lnTo>
                <a:lnTo>
                  <a:pt x="410786" y="453991"/>
                </a:lnTo>
                <a:lnTo>
                  <a:pt x="412144" y="460570"/>
                </a:lnTo>
                <a:lnTo>
                  <a:pt x="413525" y="467150"/>
                </a:lnTo>
                <a:lnTo>
                  <a:pt x="414712" y="473730"/>
                </a:lnTo>
                <a:lnTo>
                  <a:pt x="415516" y="480309"/>
                </a:lnTo>
                <a:lnTo>
                  <a:pt x="415778" y="486889"/>
                </a:lnTo>
                <a:lnTo>
                  <a:pt x="415370" y="493468"/>
                </a:lnTo>
                <a:lnTo>
                  <a:pt x="414192" y="500048"/>
                </a:lnTo>
                <a:lnTo>
                  <a:pt x="412181" y="506627"/>
                </a:lnTo>
                <a:lnTo>
                  <a:pt x="409319" y="513207"/>
                </a:lnTo>
                <a:lnTo>
                  <a:pt x="405651" y="519787"/>
                </a:lnTo>
                <a:lnTo>
                  <a:pt x="401288" y="526366"/>
                </a:lnTo>
                <a:lnTo>
                  <a:pt x="396413" y="532946"/>
                </a:lnTo>
                <a:lnTo>
                  <a:pt x="391270" y="539525"/>
                </a:lnTo>
                <a:lnTo>
                  <a:pt x="386140" y="546105"/>
                </a:lnTo>
                <a:lnTo>
                  <a:pt x="381310" y="552685"/>
                </a:lnTo>
                <a:lnTo>
                  <a:pt x="377041" y="559264"/>
                </a:lnTo>
                <a:lnTo>
                  <a:pt x="373540" y="565844"/>
                </a:lnTo>
                <a:lnTo>
                  <a:pt x="370940" y="572423"/>
                </a:lnTo>
                <a:lnTo>
                  <a:pt x="369294" y="579003"/>
                </a:lnTo>
                <a:lnTo>
                  <a:pt x="368584" y="585582"/>
                </a:lnTo>
                <a:lnTo>
                  <a:pt x="368734" y="592162"/>
                </a:lnTo>
                <a:lnTo>
                  <a:pt x="369629" y="598742"/>
                </a:lnTo>
                <a:lnTo>
                  <a:pt x="371139" y="605321"/>
                </a:lnTo>
                <a:lnTo>
                  <a:pt x="373132" y="611901"/>
                </a:lnTo>
                <a:lnTo>
                  <a:pt x="375477" y="618480"/>
                </a:lnTo>
                <a:lnTo>
                  <a:pt x="378054" y="625060"/>
                </a:lnTo>
                <a:lnTo>
                  <a:pt x="380742" y="631639"/>
                </a:lnTo>
                <a:lnTo>
                  <a:pt x="383424" y="638219"/>
                </a:lnTo>
                <a:lnTo>
                  <a:pt x="385979" y="644799"/>
                </a:lnTo>
                <a:lnTo>
                  <a:pt x="388297" y="651378"/>
                </a:lnTo>
                <a:lnTo>
                  <a:pt x="390284" y="657958"/>
                </a:lnTo>
                <a:lnTo>
                  <a:pt x="391886" y="664537"/>
                </a:lnTo>
                <a:lnTo>
                  <a:pt x="393098" y="671117"/>
                </a:lnTo>
                <a:lnTo>
                  <a:pt x="393983" y="677697"/>
                </a:lnTo>
                <a:lnTo>
                  <a:pt x="394659" y="684276"/>
                </a:lnTo>
                <a:lnTo>
                  <a:pt x="395290" y="690856"/>
                </a:lnTo>
                <a:lnTo>
                  <a:pt x="396049" y="697435"/>
                </a:lnTo>
                <a:lnTo>
                  <a:pt x="397076" y="704015"/>
                </a:lnTo>
                <a:lnTo>
                  <a:pt x="398437" y="710594"/>
                </a:lnTo>
                <a:lnTo>
                  <a:pt x="400100" y="717174"/>
                </a:lnTo>
                <a:lnTo>
                  <a:pt x="401927" y="723754"/>
                </a:lnTo>
                <a:lnTo>
                  <a:pt x="403713" y="730333"/>
                </a:lnTo>
                <a:lnTo>
                  <a:pt x="405248" y="736913"/>
                </a:lnTo>
                <a:lnTo>
                  <a:pt x="406412" y="743492"/>
                </a:lnTo>
                <a:lnTo>
                  <a:pt x="407278" y="750072"/>
                </a:lnTo>
                <a:lnTo>
                  <a:pt x="408193" y="756651"/>
                </a:lnTo>
                <a:lnTo>
                  <a:pt x="409827" y="763231"/>
                </a:lnTo>
                <a:lnTo>
                  <a:pt x="413156" y="769811"/>
                </a:lnTo>
                <a:lnTo>
                  <a:pt x="419370" y="776390"/>
                </a:lnTo>
                <a:lnTo>
                  <a:pt x="429706" y="782970"/>
                </a:lnTo>
                <a:lnTo>
                  <a:pt x="445217" y="789549"/>
                </a:lnTo>
                <a:lnTo>
                  <a:pt x="466516" y="796129"/>
                </a:lnTo>
                <a:lnTo>
                  <a:pt x="493521" y="802708"/>
                </a:lnTo>
                <a:lnTo>
                  <a:pt x="525286" y="809288"/>
                </a:lnTo>
                <a:lnTo>
                  <a:pt x="559948" y="815868"/>
                </a:lnTo>
                <a:lnTo>
                  <a:pt x="594841" y="822447"/>
                </a:lnTo>
                <a:lnTo>
                  <a:pt x="626791" y="829027"/>
                </a:lnTo>
                <a:lnTo>
                  <a:pt x="652548" y="835606"/>
                </a:lnTo>
                <a:lnTo>
                  <a:pt x="6692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749" name="F2_precision_recall_distributions_3563">
            <a:extLst>
              <a:ext uri="{FF2B5EF4-FFF2-40B4-BE49-F238E27FC236}">
                <a16:creationId xmlns:a16="http://schemas.microsoft.com/office/drawing/2014/main" id="{4C7F9DCC-9079-4444-8067-487139BE6BA5}"/>
              </a:ext>
            </a:extLst>
          </p:cNvPr>
          <p:cNvSpPr>
            <a:spLocks noGrp="1"/>
          </p:cNvSpPr>
          <p:nvPr/>
        </p:nvSpPr>
        <p:spPr>
          <a:xfrm>
            <a:off x="7313857" y="1741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0" name="F2_precision_recall_distributions_3564">
            <a:extLst>
              <a:ext uri="{FF2B5EF4-FFF2-40B4-BE49-F238E27FC236}">
                <a16:creationId xmlns:a16="http://schemas.microsoft.com/office/drawing/2014/main" id="{C6FDD6C8-2EBF-41EB-A8EE-1C1D217DA132}"/>
              </a:ext>
            </a:extLst>
          </p:cNvPr>
          <p:cNvSpPr>
            <a:spLocks noGrp="1"/>
          </p:cNvSpPr>
          <p:nvPr/>
        </p:nvSpPr>
        <p:spPr>
          <a:xfrm>
            <a:off x="7037996" y="16102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1" name="F2_precision_recall_distributions_3565">
            <a:extLst>
              <a:ext uri="{FF2B5EF4-FFF2-40B4-BE49-F238E27FC236}">
                <a16:creationId xmlns:a16="http://schemas.microsoft.com/office/drawing/2014/main" id="{BACA7153-6AED-4DEF-9AC9-FED6375ACF47}"/>
              </a:ext>
            </a:extLst>
          </p:cNvPr>
          <p:cNvSpPr>
            <a:spLocks noGrp="1"/>
          </p:cNvSpPr>
          <p:nvPr/>
        </p:nvSpPr>
        <p:spPr>
          <a:xfrm>
            <a:off x="7333068" y="1588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2" name="F2_precision_recall_distributions_3566">
            <a:extLst>
              <a:ext uri="{FF2B5EF4-FFF2-40B4-BE49-F238E27FC236}">
                <a16:creationId xmlns:a16="http://schemas.microsoft.com/office/drawing/2014/main" id="{159F344F-1F75-45FF-9646-BD482523DED3}"/>
              </a:ext>
            </a:extLst>
          </p:cNvPr>
          <p:cNvSpPr>
            <a:spLocks noGrp="1"/>
          </p:cNvSpPr>
          <p:nvPr/>
        </p:nvSpPr>
        <p:spPr>
          <a:xfrm>
            <a:off x="6999835" y="215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3" name="F2_precision_recall_distributions_3567">
            <a:extLst>
              <a:ext uri="{FF2B5EF4-FFF2-40B4-BE49-F238E27FC236}">
                <a16:creationId xmlns:a16="http://schemas.microsoft.com/office/drawing/2014/main" id="{C5C5D408-1358-416A-BAD7-10C84F4A5200}"/>
              </a:ext>
            </a:extLst>
          </p:cNvPr>
          <p:cNvSpPr>
            <a:spLocks noGrp="1"/>
          </p:cNvSpPr>
          <p:nvPr/>
        </p:nvSpPr>
        <p:spPr>
          <a:xfrm>
            <a:off x="7289409" y="16041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4" name="F2_precision_recall_distributions_3568">
            <a:extLst>
              <a:ext uri="{FF2B5EF4-FFF2-40B4-BE49-F238E27FC236}">
                <a16:creationId xmlns:a16="http://schemas.microsoft.com/office/drawing/2014/main" id="{97317D5B-7A01-434A-BCDC-517060C0A1A7}"/>
              </a:ext>
            </a:extLst>
          </p:cNvPr>
          <p:cNvSpPr>
            <a:spLocks noGrp="1"/>
          </p:cNvSpPr>
          <p:nvPr/>
        </p:nvSpPr>
        <p:spPr>
          <a:xfrm>
            <a:off x="7272457" y="162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5" name="F2_precision_recall_distributions_3569">
            <a:extLst>
              <a:ext uri="{FF2B5EF4-FFF2-40B4-BE49-F238E27FC236}">
                <a16:creationId xmlns:a16="http://schemas.microsoft.com/office/drawing/2014/main" id="{F8B2506E-9B1E-481A-ADF2-86558B34C9B1}"/>
              </a:ext>
            </a:extLst>
          </p:cNvPr>
          <p:cNvSpPr>
            <a:spLocks noGrp="1"/>
          </p:cNvSpPr>
          <p:nvPr/>
        </p:nvSpPr>
        <p:spPr>
          <a:xfrm>
            <a:off x="7253660" y="1598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6" name="F2_precision_recall_distributions_3570">
            <a:extLst>
              <a:ext uri="{FF2B5EF4-FFF2-40B4-BE49-F238E27FC236}">
                <a16:creationId xmlns:a16="http://schemas.microsoft.com/office/drawing/2014/main" id="{E7DB0B92-827A-4A31-8161-97F496FFC32A}"/>
              </a:ext>
            </a:extLst>
          </p:cNvPr>
          <p:cNvSpPr>
            <a:spLocks noGrp="1"/>
          </p:cNvSpPr>
          <p:nvPr/>
        </p:nvSpPr>
        <p:spPr>
          <a:xfrm>
            <a:off x="7213225" y="1587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7" name="F2_precision_recall_distributions_3571">
            <a:extLst>
              <a:ext uri="{FF2B5EF4-FFF2-40B4-BE49-F238E27FC236}">
                <a16:creationId xmlns:a16="http://schemas.microsoft.com/office/drawing/2014/main" id="{336F5A5A-7D54-42A1-9BF8-B93B59B1255D}"/>
              </a:ext>
            </a:extLst>
          </p:cNvPr>
          <p:cNvSpPr>
            <a:spLocks noGrp="1"/>
          </p:cNvSpPr>
          <p:nvPr/>
        </p:nvSpPr>
        <p:spPr>
          <a:xfrm>
            <a:off x="7331362" y="1984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8" name="F2_precision_recall_distributions_3572">
            <a:extLst>
              <a:ext uri="{FF2B5EF4-FFF2-40B4-BE49-F238E27FC236}">
                <a16:creationId xmlns:a16="http://schemas.microsoft.com/office/drawing/2014/main" id="{B8C220B6-9FEB-44CB-A340-1097A876E30F}"/>
              </a:ext>
            </a:extLst>
          </p:cNvPr>
          <p:cNvSpPr>
            <a:spLocks noGrp="1"/>
          </p:cNvSpPr>
          <p:nvPr/>
        </p:nvSpPr>
        <p:spPr>
          <a:xfrm>
            <a:off x="7045959" y="157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9" name="F2_precision_recall_distributions_3573">
            <a:extLst>
              <a:ext uri="{FF2B5EF4-FFF2-40B4-BE49-F238E27FC236}">
                <a16:creationId xmlns:a16="http://schemas.microsoft.com/office/drawing/2014/main" id="{EB14354C-3D2B-4412-81D4-CF97FB49D1EB}"/>
              </a:ext>
            </a:extLst>
          </p:cNvPr>
          <p:cNvSpPr>
            <a:spLocks noGrp="1"/>
          </p:cNvSpPr>
          <p:nvPr/>
        </p:nvSpPr>
        <p:spPr>
          <a:xfrm>
            <a:off x="7259247" y="18737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0" name="F2_precision_recall_distributions_3574">
            <a:extLst>
              <a:ext uri="{FF2B5EF4-FFF2-40B4-BE49-F238E27FC236}">
                <a16:creationId xmlns:a16="http://schemas.microsoft.com/office/drawing/2014/main" id="{E43669C0-9596-45D0-972A-10FBA8DB4CA3}"/>
              </a:ext>
            </a:extLst>
          </p:cNvPr>
          <p:cNvSpPr>
            <a:spLocks noGrp="1"/>
          </p:cNvSpPr>
          <p:nvPr/>
        </p:nvSpPr>
        <p:spPr>
          <a:xfrm>
            <a:off x="7026883" y="15759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1" name="F2_precision_recall_distributions_3575">
            <a:extLst>
              <a:ext uri="{FF2B5EF4-FFF2-40B4-BE49-F238E27FC236}">
                <a16:creationId xmlns:a16="http://schemas.microsoft.com/office/drawing/2014/main" id="{E2D3D0EB-0C6E-4A38-886C-11D2DBF2F962}"/>
              </a:ext>
            </a:extLst>
          </p:cNvPr>
          <p:cNvSpPr>
            <a:spLocks noGrp="1"/>
          </p:cNvSpPr>
          <p:nvPr/>
        </p:nvSpPr>
        <p:spPr>
          <a:xfrm>
            <a:off x="7135963" y="15927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2" name="F2_precision_recall_distributions_3576">
            <a:extLst>
              <a:ext uri="{FF2B5EF4-FFF2-40B4-BE49-F238E27FC236}">
                <a16:creationId xmlns:a16="http://schemas.microsoft.com/office/drawing/2014/main" id="{69013298-B4A8-4E2D-9D7D-BBCE86EF7F02}"/>
              </a:ext>
            </a:extLst>
          </p:cNvPr>
          <p:cNvSpPr>
            <a:spLocks noGrp="1"/>
          </p:cNvSpPr>
          <p:nvPr/>
        </p:nvSpPr>
        <p:spPr>
          <a:xfrm>
            <a:off x="7209737" y="1907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3" name="F2_precision_recall_distributions_3577">
            <a:extLst>
              <a:ext uri="{FF2B5EF4-FFF2-40B4-BE49-F238E27FC236}">
                <a16:creationId xmlns:a16="http://schemas.microsoft.com/office/drawing/2014/main" id="{C7CC2E3D-6CCF-4043-9349-31C34EE9219D}"/>
              </a:ext>
            </a:extLst>
          </p:cNvPr>
          <p:cNvSpPr>
            <a:spLocks noGrp="1"/>
          </p:cNvSpPr>
          <p:nvPr/>
        </p:nvSpPr>
        <p:spPr>
          <a:xfrm>
            <a:off x="7195704" y="1607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4" name="F2_precision_recall_distributions_3578">
            <a:extLst>
              <a:ext uri="{FF2B5EF4-FFF2-40B4-BE49-F238E27FC236}">
                <a16:creationId xmlns:a16="http://schemas.microsoft.com/office/drawing/2014/main" id="{0E6F051A-2F7B-4200-A799-297C5BA3047F}"/>
              </a:ext>
            </a:extLst>
          </p:cNvPr>
          <p:cNvSpPr>
            <a:spLocks noGrp="1"/>
          </p:cNvSpPr>
          <p:nvPr/>
        </p:nvSpPr>
        <p:spPr>
          <a:xfrm>
            <a:off x="6966239" y="1659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5" name="F2_precision_recall_distributions_3579">
            <a:extLst>
              <a:ext uri="{FF2B5EF4-FFF2-40B4-BE49-F238E27FC236}">
                <a16:creationId xmlns:a16="http://schemas.microsoft.com/office/drawing/2014/main" id="{1149040C-9DF5-45E2-94DF-FDCF96D2F550}"/>
              </a:ext>
            </a:extLst>
          </p:cNvPr>
          <p:cNvSpPr>
            <a:spLocks noGrp="1"/>
          </p:cNvSpPr>
          <p:nvPr/>
        </p:nvSpPr>
        <p:spPr>
          <a:xfrm>
            <a:off x="7294529" y="20193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6" name="F2_precision_recall_distributions_3580">
            <a:extLst>
              <a:ext uri="{FF2B5EF4-FFF2-40B4-BE49-F238E27FC236}">
                <a16:creationId xmlns:a16="http://schemas.microsoft.com/office/drawing/2014/main" id="{770CBB24-EDCE-427D-92AF-26EB12B4EFB0}"/>
              </a:ext>
            </a:extLst>
          </p:cNvPr>
          <p:cNvSpPr>
            <a:spLocks noGrp="1"/>
          </p:cNvSpPr>
          <p:nvPr/>
        </p:nvSpPr>
        <p:spPr>
          <a:xfrm>
            <a:off x="7003057" y="16611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7" name="F2_precision_recall_distributions_3581">
            <a:extLst>
              <a:ext uri="{FF2B5EF4-FFF2-40B4-BE49-F238E27FC236}">
                <a16:creationId xmlns:a16="http://schemas.microsoft.com/office/drawing/2014/main" id="{76DBA1A0-039B-43AE-9738-8489DAC284E9}"/>
              </a:ext>
            </a:extLst>
          </p:cNvPr>
          <p:cNvSpPr>
            <a:spLocks noGrp="1"/>
          </p:cNvSpPr>
          <p:nvPr/>
        </p:nvSpPr>
        <p:spPr>
          <a:xfrm>
            <a:off x="7194429" y="1574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8" name="F2_precision_recall_distributions_3582">
            <a:extLst>
              <a:ext uri="{FF2B5EF4-FFF2-40B4-BE49-F238E27FC236}">
                <a16:creationId xmlns:a16="http://schemas.microsoft.com/office/drawing/2014/main" id="{4DB0FDFB-4C0B-44BD-9205-6F069A1BD6F0}"/>
              </a:ext>
            </a:extLst>
          </p:cNvPr>
          <p:cNvSpPr>
            <a:spLocks noGrp="1"/>
          </p:cNvSpPr>
          <p:nvPr/>
        </p:nvSpPr>
        <p:spPr>
          <a:xfrm>
            <a:off x="7161020" y="18662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9" name="F2_precision_recall_distributions_3583">
            <a:extLst>
              <a:ext uri="{FF2B5EF4-FFF2-40B4-BE49-F238E27FC236}">
                <a16:creationId xmlns:a16="http://schemas.microsoft.com/office/drawing/2014/main" id="{1A105C16-2733-4F21-A8E4-CD3B20CA7FED}"/>
              </a:ext>
            </a:extLst>
          </p:cNvPr>
          <p:cNvSpPr>
            <a:spLocks noGrp="1"/>
          </p:cNvSpPr>
          <p:nvPr/>
        </p:nvSpPr>
        <p:spPr>
          <a:xfrm>
            <a:off x="7323083" y="22217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0" name="F2_precision_recall_distributions_3584">
            <a:extLst>
              <a:ext uri="{FF2B5EF4-FFF2-40B4-BE49-F238E27FC236}">
                <a16:creationId xmlns:a16="http://schemas.microsoft.com/office/drawing/2014/main" id="{22BAB6A7-A43A-4BF7-89F4-649B63CD7B9C}"/>
              </a:ext>
            </a:extLst>
          </p:cNvPr>
          <p:cNvSpPr>
            <a:spLocks noGrp="1"/>
          </p:cNvSpPr>
          <p:nvPr/>
        </p:nvSpPr>
        <p:spPr>
          <a:xfrm>
            <a:off x="7118660" y="17997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1" name="F2_precision_recall_distributions_3585">
            <a:extLst>
              <a:ext uri="{FF2B5EF4-FFF2-40B4-BE49-F238E27FC236}">
                <a16:creationId xmlns:a16="http://schemas.microsoft.com/office/drawing/2014/main" id="{F3BAC149-4BAA-48C0-903A-13A2957B9151}"/>
              </a:ext>
            </a:extLst>
          </p:cNvPr>
          <p:cNvSpPr>
            <a:spLocks noGrp="1"/>
          </p:cNvSpPr>
          <p:nvPr/>
        </p:nvSpPr>
        <p:spPr>
          <a:xfrm>
            <a:off x="7263887" y="1945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2" name="F2_precision_recall_distributions_3586">
            <a:extLst>
              <a:ext uri="{FF2B5EF4-FFF2-40B4-BE49-F238E27FC236}">
                <a16:creationId xmlns:a16="http://schemas.microsoft.com/office/drawing/2014/main" id="{9E669663-6E63-4CD8-85F9-FA4D6BB208C7}"/>
              </a:ext>
            </a:extLst>
          </p:cNvPr>
          <p:cNvSpPr>
            <a:spLocks noGrp="1"/>
          </p:cNvSpPr>
          <p:nvPr/>
        </p:nvSpPr>
        <p:spPr>
          <a:xfrm>
            <a:off x="7116750" y="1584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3" name="F2_precision_recall_distributions_3587">
            <a:extLst>
              <a:ext uri="{FF2B5EF4-FFF2-40B4-BE49-F238E27FC236}">
                <a16:creationId xmlns:a16="http://schemas.microsoft.com/office/drawing/2014/main" id="{EE2E33B9-68D2-4885-A125-C06AFA070C3D}"/>
              </a:ext>
            </a:extLst>
          </p:cNvPr>
          <p:cNvSpPr>
            <a:spLocks noGrp="1"/>
          </p:cNvSpPr>
          <p:nvPr/>
        </p:nvSpPr>
        <p:spPr>
          <a:xfrm>
            <a:off x="7314546" y="21618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4" name="F2_precision_recall_distributions_3588">
            <a:extLst>
              <a:ext uri="{FF2B5EF4-FFF2-40B4-BE49-F238E27FC236}">
                <a16:creationId xmlns:a16="http://schemas.microsoft.com/office/drawing/2014/main" id="{D0BE38B2-FB5A-4A71-A217-D410E45194DC}"/>
              </a:ext>
            </a:extLst>
          </p:cNvPr>
          <p:cNvSpPr>
            <a:spLocks noGrp="1"/>
          </p:cNvSpPr>
          <p:nvPr/>
        </p:nvSpPr>
        <p:spPr>
          <a:xfrm>
            <a:off x="704478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5" name="F2_precision_recall_distributions_3589">
            <a:extLst>
              <a:ext uri="{FF2B5EF4-FFF2-40B4-BE49-F238E27FC236}">
                <a16:creationId xmlns:a16="http://schemas.microsoft.com/office/drawing/2014/main" id="{81EBABB6-1427-45E4-BD8C-738B2DB27B08}"/>
              </a:ext>
            </a:extLst>
          </p:cNvPr>
          <p:cNvSpPr>
            <a:spLocks noGrp="1"/>
          </p:cNvSpPr>
          <p:nvPr/>
        </p:nvSpPr>
        <p:spPr>
          <a:xfrm>
            <a:off x="7238037" y="20024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6" name="F2_precision_recall_distributions_3590">
            <a:extLst>
              <a:ext uri="{FF2B5EF4-FFF2-40B4-BE49-F238E27FC236}">
                <a16:creationId xmlns:a16="http://schemas.microsoft.com/office/drawing/2014/main" id="{1ECD188B-B818-4E39-90F0-3B0D83437017}"/>
              </a:ext>
            </a:extLst>
          </p:cNvPr>
          <p:cNvSpPr>
            <a:spLocks noGrp="1"/>
          </p:cNvSpPr>
          <p:nvPr/>
        </p:nvSpPr>
        <p:spPr>
          <a:xfrm>
            <a:off x="7206319" y="2184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7" name="F2_precision_recall_distributions_3591">
            <a:extLst>
              <a:ext uri="{FF2B5EF4-FFF2-40B4-BE49-F238E27FC236}">
                <a16:creationId xmlns:a16="http://schemas.microsoft.com/office/drawing/2014/main" id="{5C189C48-7389-495E-B162-1A6829801E8F}"/>
              </a:ext>
            </a:extLst>
          </p:cNvPr>
          <p:cNvSpPr>
            <a:spLocks noGrp="1"/>
          </p:cNvSpPr>
          <p:nvPr/>
        </p:nvSpPr>
        <p:spPr>
          <a:xfrm>
            <a:off x="7137658" y="1574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8" name="F2_precision_recall_distributions_3592">
            <a:extLst>
              <a:ext uri="{FF2B5EF4-FFF2-40B4-BE49-F238E27FC236}">
                <a16:creationId xmlns:a16="http://schemas.microsoft.com/office/drawing/2014/main" id="{22706CC4-BB74-48E7-BA41-B273C8910187}"/>
              </a:ext>
            </a:extLst>
          </p:cNvPr>
          <p:cNvSpPr>
            <a:spLocks noGrp="1"/>
          </p:cNvSpPr>
          <p:nvPr/>
        </p:nvSpPr>
        <p:spPr>
          <a:xfrm>
            <a:off x="7304929" y="15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9" name="F2_precision_recall_distributions_3593">
            <a:extLst>
              <a:ext uri="{FF2B5EF4-FFF2-40B4-BE49-F238E27FC236}">
                <a16:creationId xmlns:a16="http://schemas.microsoft.com/office/drawing/2014/main" id="{C0DB8A2F-38D4-4C04-9E71-A85475AA237A}"/>
              </a:ext>
            </a:extLst>
          </p:cNvPr>
          <p:cNvSpPr>
            <a:spLocks noGrp="1"/>
          </p:cNvSpPr>
          <p:nvPr/>
        </p:nvSpPr>
        <p:spPr>
          <a:xfrm>
            <a:off x="727545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0" name="F2_precision_recall_distributions_3594">
            <a:extLst>
              <a:ext uri="{FF2B5EF4-FFF2-40B4-BE49-F238E27FC236}">
                <a16:creationId xmlns:a16="http://schemas.microsoft.com/office/drawing/2014/main" id="{1BD8F04D-EFF8-4256-85CD-83780F414B6E}"/>
              </a:ext>
            </a:extLst>
          </p:cNvPr>
          <p:cNvSpPr>
            <a:spLocks noGrp="1"/>
          </p:cNvSpPr>
          <p:nvPr/>
        </p:nvSpPr>
        <p:spPr>
          <a:xfrm>
            <a:off x="7212471" y="19532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1" name="F2_precision_recall_distributions_3595">
            <a:extLst>
              <a:ext uri="{FF2B5EF4-FFF2-40B4-BE49-F238E27FC236}">
                <a16:creationId xmlns:a16="http://schemas.microsoft.com/office/drawing/2014/main" id="{F4E6E913-E51D-41E0-96D6-804D150E09A4}"/>
              </a:ext>
            </a:extLst>
          </p:cNvPr>
          <p:cNvSpPr>
            <a:spLocks noGrp="1"/>
          </p:cNvSpPr>
          <p:nvPr/>
        </p:nvSpPr>
        <p:spPr>
          <a:xfrm>
            <a:off x="72211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2" name="F2_precision_recall_distributions_3596">
            <a:extLst>
              <a:ext uri="{FF2B5EF4-FFF2-40B4-BE49-F238E27FC236}">
                <a16:creationId xmlns:a16="http://schemas.microsoft.com/office/drawing/2014/main" id="{C20261D4-B2AA-4872-9490-4746164C3914}"/>
              </a:ext>
            </a:extLst>
          </p:cNvPr>
          <p:cNvSpPr>
            <a:spLocks noGrp="1"/>
          </p:cNvSpPr>
          <p:nvPr/>
        </p:nvSpPr>
        <p:spPr>
          <a:xfrm>
            <a:off x="7259560" y="15888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3" name="F2_precision_recall_distributions_3597">
            <a:extLst>
              <a:ext uri="{FF2B5EF4-FFF2-40B4-BE49-F238E27FC236}">
                <a16:creationId xmlns:a16="http://schemas.microsoft.com/office/drawing/2014/main" id="{854C78EB-C75B-400E-9E73-D654735488CB}"/>
              </a:ext>
            </a:extLst>
          </p:cNvPr>
          <p:cNvSpPr>
            <a:spLocks noGrp="1"/>
          </p:cNvSpPr>
          <p:nvPr/>
        </p:nvSpPr>
        <p:spPr>
          <a:xfrm>
            <a:off x="7322078" y="17835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4" name="F2_precision_recall_distributions_3598">
            <a:extLst>
              <a:ext uri="{FF2B5EF4-FFF2-40B4-BE49-F238E27FC236}">
                <a16:creationId xmlns:a16="http://schemas.microsoft.com/office/drawing/2014/main" id="{DEC54CE7-AF53-40E6-B9E6-ADD4892AEC0F}"/>
              </a:ext>
            </a:extLst>
          </p:cNvPr>
          <p:cNvSpPr>
            <a:spLocks noGrp="1"/>
          </p:cNvSpPr>
          <p:nvPr/>
        </p:nvSpPr>
        <p:spPr>
          <a:xfrm>
            <a:off x="726788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5" name="F2_precision_recall_distributions_3599">
            <a:extLst>
              <a:ext uri="{FF2B5EF4-FFF2-40B4-BE49-F238E27FC236}">
                <a16:creationId xmlns:a16="http://schemas.microsoft.com/office/drawing/2014/main" id="{93424817-2CA1-43F5-A86B-D767C86092CA}"/>
              </a:ext>
            </a:extLst>
          </p:cNvPr>
          <p:cNvSpPr>
            <a:spLocks noGrp="1"/>
          </p:cNvSpPr>
          <p:nvPr/>
        </p:nvSpPr>
        <p:spPr>
          <a:xfrm>
            <a:off x="73209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6" name="F2_precision_recall_distributions_3600">
            <a:extLst>
              <a:ext uri="{FF2B5EF4-FFF2-40B4-BE49-F238E27FC236}">
                <a16:creationId xmlns:a16="http://schemas.microsoft.com/office/drawing/2014/main" id="{25FA1F6A-34A4-4A98-8D7B-8E96407B9B4C}"/>
              </a:ext>
            </a:extLst>
          </p:cNvPr>
          <p:cNvSpPr>
            <a:spLocks noGrp="1"/>
          </p:cNvSpPr>
          <p:nvPr/>
        </p:nvSpPr>
        <p:spPr>
          <a:xfrm>
            <a:off x="7197760" y="16251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7" name="F2_precision_recall_distributions_3601">
            <a:extLst>
              <a:ext uri="{FF2B5EF4-FFF2-40B4-BE49-F238E27FC236}">
                <a16:creationId xmlns:a16="http://schemas.microsoft.com/office/drawing/2014/main" id="{6EF73282-027A-4739-B6BC-CE489165F4FA}"/>
              </a:ext>
            </a:extLst>
          </p:cNvPr>
          <p:cNvSpPr>
            <a:spLocks noGrp="1"/>
          </p:cNvSpPr>
          <p:nvPr/>
        </p:nvSpPr>
        <p:spPr>
          <a:xfrm>
            <a:off x="6974853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8" name="F2_precision_recall_distributions_3602">
            <a:extLst>
              <a:ext uri="{FF2B5EF4-FFF2-40B4-BE49-F238E27FC236}">
                <a16:creationId xmlns:a16="http://schemas.microsoft.com/office/drawing/2014/main" id="{75C58319-3A9E-4569-9A89-ABAA56EB3551}"/>
              </a:ext>
            </a:extLst>
          </p:cNvPr>
          <p:cNvSpPr>
            <a:spLocks noGrp="1"/>
          </p:cNvSpPr>
          <p:nvPr/>
        </p:nvSpPr>
        <p:spPr>
          <a:xfrm>
            <a:off x="7318138" y="1558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9" name="F2_precision_recall_distributions_3603">
            <a:extLst>
              <a:ext uri="{FF2B5EF4-FFF2-40B4-BE49-F238E27FC236}">
                <a16:creationId xmlns:a16="http://schemas.microsoft.com/office/drawing/2014/main" id="{B3B35EC1-FBD1-4A5E-A4A2-CD41A93D7D64}"/>
              </a:ext>
            </a:extLst>
          </p:cNvPr>
          <p:cNvSpPr>
            <a:spLocks noGrp="1"/>
          </p:cNvSpPr>
          <p:nvPr/>
        </p:nvSpPr>
        <p:spPr>
          <a:xfrm>
            <a:off x="721999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0" name="F2_precision_recall_distributions_3604">
            <a:extLst>
              <a:ext uri="{FF2B5EF4-FFF2-40B4-BE49-F238E27FC236}">
                <a16:creationId xmlns:a16="http://schemas.microsoft.com/office/drawing/2014/main" id="{A6F14728-D14F-43FC-84AC-2D020A3CDFC1}"/>
              </a:ext>
            </a:extLst>
          </p:cNvPr>
          <p:cNvSpPr>
            <a:spLocks noGrp="1"/>
          </p:cNvSpPr>
          <p:nvPr/>
        </p:nvSpPr>
        <p:spPr>
          <a:xfrm>
            <a:off x="6990788" y="1584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1" name="F2_precision_recall_distributions_3605">
            <a:extLst>
              <a:ext uri="{FF2B5EF4-FFF2-40B4-BE49-F238E27FC236}">
                <a16:creationId xmlns:a16="http://schemas.microsoft.com/office/drawing/2014/main" id="{69027524-41BC-4D49-B1F0-CD8F77B37D73}"/>
              </a:ext>
            </a:extLst>
          </p:cNvPr>
          <p:cNvSpPr>
            <a:spLocks noGrp="1"/>
          </p:cNvSpPr>
          <p:nvPr/>
        </p:nvSpPr>
        <p:spPr>
          <a:xfrm>
            <a:off x="7294594" y="1617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2" name="F2_precision_recall_distributions_3606">
            <a:extLst>
              <a:ext uri="{FF2B5EF4-FFF2-40B4-BE49-F238E27FC236}">
                <a16:creationId xmlns:a16="http://schemas.microsoft.com/office/drawing/2014/main" id="{21DDFB1F-FCA3-4491-BA8A-7BE6C240565E}"/>
              </a:ext>
            </a:extLst>
          </p:cNvPr>
          <p:cNvSpPr>
            <a:spLocks noGrp="1"/>
          </p:cNvSpPr>
          <p:nvPr/>
        </p:nvSpPr>
        <p:spPr>
          <a:xfrm>
            <a:off x="7194089" y="15868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3" name="F2_precision_recall_distributions_3607">
            <a:extLst>
              <a:ext uri="{FF2B5EF4-FFF2-40B4-BE49-F238E27FC236}">
                <a16:creationId xmlns:a16="http://schemas.microsoft.com/office/drawing/2014/main" id="{1B9399DC-D333-4D96-92E0-10AFF583F20A}"/>
              </a:ext>
            </a:extLst>
          </p:cNvPr>
          <p:cNvSpPr>
            <a:spLocks noGrp="1"/>
          </p:cNvSpPr>
          <p:nvPr/>
        </p:nvSpPr>
        <p:spPr>
          <a:xfrm>
            <a:off x="6989772" y="17657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4" name="F2_precision_recall_distributions_3608">
            <a:extLst>
              <a:ext uri="{FF2B5EF4-FFF2-40B4-BE49-F238E27FC236}">
                <a16:creationId xmlns:a16="http://schemas.microsoft.com/office/drawing/2014/main" id="{36EB5835-36EF-46A5-9AEF-AC9E90FEC19D}"/>
              </a:ext>
            </a:extLst>
          </p:cNvPr>
          <p:cNvSpPr>
            <a:spLocks noGrp="1"/>
          </p:cNvSpPr>
          <p:nvPr/>
        </p:nvSpPr>
        <p:spPr>
          <a:xfrm>
            <a:off x="7202598" y="1550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5" name="F2_precision_recall_distributions_3609">
            <a:extLst>
              <a:ext uri="{FF2B5EF4-FFF2-40B4-BE49-F238E27FC236}">
                <a16:creationId xmlns:a16="http://schemas.microsoft.com/office/drawing/2014/main" id="{A340DA3F-9EF3-46A1-AF37-7521EAF3D73C}"/>
              </a:ext>
            </a:extLst>
          </p:cNvPr>
          <p:cNvSpPr>
            <a:spLocks noGrp="1"/>
          </p:cNvSpPr>
          <p:nvPr/>
        </p:nvSpPr>
        <p:spPr>
          <a:xfrm>
            <a:off x="7082459" y="19989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6" name="F2_precision_recall_distributions_3610">
            <a:extLst>
              <a:ext uri="{FF2B5EF4-FFF2-40B4-BE49-F238E27FC236}">
                <a16:creationId xmlns:a16="http://schemas.microsoft.com/office/drawing/2014/main" id="{EB67CF64-01B6-40EF-84AD-6D7DC8CE5C21}"/>
              </a:ext>
            </a:extLst>
          </p:cNvPr>
          <p:cNvSpPr>
            <a:spLocks noGrp="1"/>
          </p:cNvSpPr>
          <p:nvPr/>
        </p:nvSpPr>
        <p:spPr>
          <a:xfrm>
            <a:off x="7246673" y="2096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7" name="F2_precision_recall_distributions_3611">
            <a:extLst>
              <a:ext uri="{FF2B5EF4-FFF2-40B4-BE49-F238E27FC236}">
                <a16:creationId xmlns:a16="http://schemas.microsoft.com/office/drawing/2014/main" id="{94CEC1E9-1989-40BC-85F0-824D198B32B2}"/>
              </a:ext>
            </a:extLst>
          </p:cNvPr>
          <p:cNvSpPr>
            <a:spLocks noGrp="1"/>
          </p:cNvSpPr>
          <p:nvPr/>
        </p:nvSpPr>
        <p:spPr>
          <a:xfrm>
            <a:off x="6975635" y="17702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8" name="F2_precision_recall_distributions_3612">
            <a:extLst>
              <a:ext uri="{FF2B5EF4-FFF2-40B4-BE49-F238E27FC236}">
                <a16:creationId xmlns:a16="http://schemas.microsoft.com/office/drawing/2014/main" id="{C8EEAFE1-2BB3-4988-8D46-8255A169C115}"/>
              </a:ext>
            </a:extLst>
          </p:cNvPr>
          <p:cNvSpPr>
            <a:spLocks noGrp="1"/>
          </p:cNvSpPr>
          <p:nvPr/>
        </p:nvSpPr>
        <p:spPr>
          <a:xfrm>
            <a:off x="7078044" y="16091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9" name="F2_precision_recall_distributions_3613">
            <a:extLst>
              <a:ext uri="{FF2B5EF4-FFF2-40B4-BE49-F238E27FC236}">
                <a16:creationId xmlns:a16="http://schemas.microsoft.com/office/drawing/2014/main" id="{A1DF0E7A-3C46-4F19-A559-D945A8293EA7}"/>
              </a:ext>
            </a:extLst>
          </p:cNvPr>
          <p:cNvSpPr>
            <a:spLocks noGrp="1"/>
          </p:cNvSpPr>
          <p:nvPr/>
        </p:nvSpPr>
        <p:spPr>
          <a:xfrm>
            <a:off x="7206173" y="17871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0" name="F2_precision_recall_distributions_3614">
            <a:extLst>
              <a:ext uri="{FF2B5EF4-FFF2-40B4-BE49-F238E27FC236}">
                <a16:creationId xmlns:a16="http://schemas.microsoft.com/office/drawing/2014/main" id="{10DBBEC6-E7DC-4584-8663-3A837778C14E}"/>
              </a:ext>
            </a:extLst>
          </p:cNvPr>
          <p:cNvSpPr>
            <a:spLocks noGrp="1"/>
          </p:cNvSpPr>
          <p:nvPr/>
        </p:nvSpPr>
        <p:spPr>
          <a:xfrm>
            <a:off x="71956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1" name="F2_precision_recall_distributions_3615">
            <a:extLst>
              <a:ext uri="{FF2B5EF4-FFF2-40B4-BE49-F238E27FC236}">
                <a16:creationId xmlns:a16="http://schemas.microsoft.com/office/drawing/2014/main" id="{F6C0A13D-1BA3-4DC7-B4BA-2DEF99C8E786}"/>
              </a:ext>
            </a:extLst>
          </p:cNvPr>
          <p:cNvSpPr>
            <a:spLocks noGrp="1"/>
          </p:cNvSpPr>
          <p:nvPr/>
        </p:nvSpPr>
        <p:spPr>
          <a:xfrm>
            <a:off x="7046327" y="1719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2" name="F2_precision_recall_distributions_3616">
            <a:extLst>
              <a:ext uri="{FF2B5EF4-FFF2-40B4-BE49-F238E27FC236}">
                <a16:creationId xmlns:a16="http://schemas.microsoft.com/office/drawing/2014/main" id="{C60CA1A3-2DE3-4852-8A0D-19BC7399BF40}"/>
              </a:ext>
            </a:extLst>
          </p:cNvPr>
          <p:cNvSpPr>
            <a:spLocks noGrp="1"/>
          </p:cNvSpPr>
          <p:nvPr/>
        </p:nvSpPr>
        <p:spPr>
          <a:xfrm>
            <a:off x="7333885" y="19676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3" name="F2_precision_recall_distributions_3617">
            <a:extLst>
              <a:ext uri="{FF2B5EF4-FFF2-40B4-BE49-F238E27FC236}">
                <a16:creationId xmlns:a16="http://schemas.microsoft.com/office/drawing/2014/main" id="{C05BC2D0-4FC2-436D-B86B-292D3A2510EE}"/>
              </a:ext>
            </a:extLst>
          </p:cNvPr>
          <p:cNvSpPr>
            <a:spLocks noGrp="1"/>
          </p:cNvSpPr>
          <p:nvPr/>
        </p:nvSpPr>
        <p:spPr>
          <a:xfrm>
            <a:off x="7085063" y="19486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4" name="F2_precision_recall_distributions_3618">
            <a:extLst>
              <a:ext uri="{FF2B5EF4-FFF2-40B4-BE49-F238E27FC236}">
                <a16:creationId xmlns:a16="http://schemas.microsoft.com/office/drawing/2014/main" id="{CA6506A5-096B-4935-A9FB-FF1636DE03E9}"/>
              </a:ext>
            </a:extLst>
          </p:cNvPr>
          <p:cNvSpPr>
            <a:spLocks noGrp="1"/>
          </p:cNvSpPr>
          <p:nvPr/>
        </p:nvSpPr>
        <p:spPr>
          <a:xfrm>
            <a:off x="7092730" y="16299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5" name="F2_precision_recall_distributions_3619">
            <a:extLst>
              <a:ext uri="{FF2B5EF4-FFF2-40B4-BE49-F238E27FC236}">
                <a16:creationId xmlns:a16="http://schemas.microsoft.com/office/drawing/2014/main" id="{180D2261-DE8D-4F62-BE73-6C8F3104E82A}"/>
              </a:ext>
            </a:extLst>
          </p:cNvPr>
          <p:cNvSpPr>
            <a:spLocks noGrp="1"/>
          </p:cNvSpPr>
          <p:nvPr/>
        </p:nvSpPr>
        <p:spPr>
          <a:xfrm>
            <a:off x="7299181" y="23158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6" name="F2_precision_recall_distributions_3620">
            <a:extLst>
              <a:ext uri="{FF2B5EF4-FFF2-40B4-BE49-F238E27FC236}">
                <a16:creationId xmlns:a16="http://schemas.microsoft.com/office/drawing/2014/main" id="{A8D41F1A-65F1-4902-9191-A4D59E4A8678}"/>
              </a:ext>
            </a:extLst>
          </p:cNvPr>
          <p:cNvSpPr>
            <a:spLocks noGrp="1"/>
          </p:cNvSpPr>
          <p:nvPr/>
        </p:nvSpPr>
        <p:spPr>
          <a:xfrm>
            <a:off x="7031246" y="15427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7" name="F2_precision_recall_distributions_3621">
            <a:extLst>
              <a:ext uri="{FF2B5EF4-FFF2-40B4-BE49-F238E27FC236}">
                <a16:creationId xmlns:a16="http://schemas.microsoft.com/office/drawing/2014/main" id="{B309CDB9-D864-4DBC-8737-7B472EB09BA3}"/>
              </a:ext>
            </a:extLst>
          </p:cNvPr>
          <p:cNvSpPr>
            <a:spLocks noGrp="1"/>
          </p:cNvSpPr>
          <p:nvPr/>
        </p:nvSpPr>
        <p:spPr>
          <a:xfrm>
            <a:off x="7051969" y="1798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8" name="F2_precision_recall_distributions_3622">
            <a:extLst>
              <a:ext uri="{FF2B5EF4-FFF2-40B4-BE49-F238E27FC236}">
                <a16:creationId xmlns:a16="http://schemas.microsoft.com/office/drawing/2014/main" id="{85CF23DC-7752-4EF7-87C2-0230C3FF6417}"/>
              </a:ext>
            </a:extLst>
          </p:cNvPr>
          <p:cNvSpPr>
            <a:spLocks noGrp="1"/>
          </p:cNvSpPr>
          <p:nvPr/>
        </p:nvSpPr>
        <p:spPr>
          <a:xfrm>
            <a:off x="7156997" y="16468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9" name="F2_precision_recall_distributions_3623">
            <a:extLst>
              <a:ext uri="{FF2B5EF4-FFF2-40B4-BE49-F238E27FC236}">
                <a16:creationId xmlns:a16="http://schemas.microsoft.com/office/drawing/2014/main" id="{7DAE7BF1-F454-4605-A3D7-57A5D238FBB1}"/>
              </a:ext>
            </a:extLst>
          </p:cNvPr>
          <p:cNvSpPr>
            <a:spLocks noGrp="1"/>
          </p:cNvSpPr>
          <p:nvPr/>
        </p:nvSpPr>
        <p:spPr>
          <a:xfrm>
            <a:off x="7292706" y="1668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0" name="F2_precision_recall_distributions_3624">
            <a:extLst>
              <a:ext uri="{FF2B5EF4-FFF2-40B4-BE49-F238E27FC236}">
                <a16:creationId xmlns:a16="http://schemas.microsoft.com/office/drawing/2014/main" id="{B5ED6FE3-0D17-4820-A98C-4FDE3768DB8D}"/>
              </a:ext>
            </a:extLst>
          </p:cNvPr>
          <p:cNvSpPr>
            <a:spLocks noGrp="1"/>
          </p:cNvSpPr>
          <p:nvPr/>
        </p:nvSpPr>
        <p:spPr>
          <a:xfrm>
            <a:off x="7194196" y="1579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1" name="F2_precision_recall_distributions_3625">
            <a:extLst>
              <a:ext uri="{FF2B5EF4-FFF2-40B4-BE49-F238E27FC236}">
                <a16:creationId xmlns:a16="http://schemas.microsoft.com/office/drawing/2014/main" id="{6FD5E2C0-020D-4A01-8F0E-90D33885A3EF}"/>
              </a:ext>
            </a:extLst>
          </p:cNvPr>
          <p:cNvSpPr>
            <a:spLocks noGrp="1"/>
          </p:cNvSpPr>
          <p:nvPr/>
        </p:nvSpPr>
        <p:spPr>
          <a:xfrm>
            <a:off x="7244213" y="1835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2" name="F2_precision_recall_distributions_3626">
            <a:extLst>
              <a:ext uri="{FF2B5EF4-FFF2-40B4-BE49-F238E27FC236}">
                <a16:creationId xmlns:a16="http://schemas.microsoft.com/office/drawing/2014/main" id="{51D2FDEC-40BF-4C66-BB12-457498754A84}"/>
              </a:ext>
            </a:extLst>
          </p:cNvPr>
          <p:cNvSpPr>
            <a:spLocks noGrp="1"/>
          </p:cNvSpPr>
          <p:nvPr/>
        </p:nvSpPr>
        <p:spPr>
          <a:xfrm>
            <a:off x="7208582" y="22479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3" name="F2_precision_recall_distributions_3627">
            <a:extLst>
              <a:ext uri="{FF2B5EF4-FFF2-40B4-BE49-F238E27FC236}">
                <a16:creationId xmlns:a16="http://schemas.microsoft.com/office/drawing/2014/main" id="{445545F7-A49A-4AD6-B734-55A685DB4216}"/>
              </a:ext>
            </a:extLst>
          </p:cNvPr>
          <p:cNvSpPr>
            <a:spLocks noGrp="1"/>
          </p:cNvSpPr>
          <p:nvPr/>
        </p:nvSpPr>
        <p:spPr>
          <a:xfrm>
            <a:off x="7208213" y="2254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4" name="F2_precision_recall_distributions_3628">
            <a:extLst>
              <a:ext uri="{FF2B5EF4-FFF2-40B4-BE49-F238E27FC236}">
                <a16:creationId xmlns:a16="http://schemas.microsoft.com/office/drawing/2014/main" id="{B4D7905F-A9BF-4A89-BE22-1EA4EA55C570}"/>
              </a:ext>
            </a:extLst>
          </p:cNvPr>
          <p:cNvSpPr>
            <a:spLocks noGrp="1"/>
          </p:cNvSpPr>
          <p:nvPr/>
        </p:nvSpPr>
        <p:spPr>
          <a:xfrm>
            <a:off x="7034263" y="17714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5" name="F2_precision_recall_distributions_3629">
            <a:extLst>
              <a:ext uri="{FF2B5EF4-FFF2-40B4-BE49-F238E27FC236}">
                <a16:creationId xmlns:a16="http://schemas.microsoft.com/office/drawing/2014/main" id="{C310AAE5-D9E7-406B-A6DF-E49F02885DBC}"/>
              </a:ext>
            </a:extLst>
          </p:cNvPr>
          <p:cNvSpPr>
            <a:spLocks noGrp="1"/>
          </p:cNvSpPr>
          <p:nvPr/>
        </p:nvSpPr>
        <p:spPr>
          <a:xfrm>
            <a:off x="7030108" y="2013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6" name="F2_precision_recall_distributions_3630">
            <a:extLst>
              <a:ext uri="{FF2B5EF4-FFF2-40B4-BE49-F238E27FC236}">
                <a16:creationId xmlns:a16="http://schemas.microsoft.com/office/drawing/2014/main" id="{58D88BB1-1919-4AD9-B19E-13AAA6969F2D}"/>
              </a:ext>
            </a:extLst>
          </p:cNvPr>
          <p:cNvSpPr>
            <a:spLocks noGrp="1"/>
          </p:cNvSpPr>
          <p:nvPr/>
        </p:nvSpPr>
        <p:spPr>
          <a:xfrm>
            <a:off x="71945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7" name="F2_precision_recall_distributions_3631">
            <a:extLst>
              <a:ext uri="{FF2B5EF4-FFF2-40B4-BE49-F238E27FC236}">
                <a16:creationId xmlns:a16="http://schemas.microsoft.com/office/drawing/2014/main" id="{EDB70F89-C1D1-4B8D-A783-5A42DE3C111C}"/>
              </a:ext>
            </a:extLst>
          </p:cNvPr>
          <p:cNvSpPr>
            <a:spLocks noGrp="1"/>
          </p:cNvSpPr>
          <p:nvPr/>
        </p:nvSpPr>
        <p:spPr>
          <a:xfrm>
            <a:off x="7265219" y="1841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8" name="F2_precision_recall_distributions_3632">
            <a:extLst>
              <a:ext uri="{FF2B5EF4-FFF2-40B4-BE49-F238E27FC236}">
                <a16:creationId xmlns:a16="http://schemas.microsoft.com/office/drawing/2014/main" id="{0D1DDB95-3128-4AE0-BD79-0DE77ADA1D61}"/>
              </a:ext>
            </a:extLst>
          </p:cNvPr>
          <p:cNvSpPr>
            <a:spLocks noGrp="1"/>
          </p:cNvSpPr>
          <p:nvPr/>
        </p:nvSpPr>
        <p:spPr>
          <a:xfrm>
            <a:off x="7233980" y="1762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9" name="F2_precision_recall_distributions_3633">
            <a:extLst>
              <a:ext uri="{FF2B5EF4-FFF2-40B4-BE49-F238E27FC236}">
                <a16:creationId xmlns:a16="http://schemas.microsoft.com/office/drawing/2014/main" id="{E7D0543B-BD2F-4F01-8390-F445E6EF855B}"/>
              </a:ext>
            </a:extLst>
          </p:cNvPr>
          <p:cNvSpPr>
            <a:spLocks noGrp="1"/>
          </p:cNvSpPr>
          <p:nvPr/>
        </p:nvSpPr>
        <p:spPr>
          <a:xfrm>
            <a:off x="7242482" y="15586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0" name="F2_precision_recall_distributions_3634">
            <a:extLst>
              <a:ext uri="{FF2B5EF4-FFF2-40B4-BE49-F238E27FC236}">
                <a16:creationId xmlns:a16="http://schemas.microsoft.com/office/drawing/2014/main" id="{63EDBFCD-A3EF-4E0B-8BE4-A65B73F8535B}"/>
              </a:ext>
            </a:extLst>
          </p:cNvPr>
          <p:cNvSpPr>
            <a:spLocks noGrp="1"/>
          </p:cNvSpPr>
          <p:nvPr/>
        </p:nvSpPr>
        <p:spPr>
          <a:xfrm>
            <a:off x="7018300" y="19786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1" name="F2_precision_recall_distributions_3635">
            <a:extLst>
              <a:ext uri="{FF2B5EF4-FFF2-40B4-BE49-F238E27FC236}">
                <a16:creationId xmlns:a16="http://schemas.microsoft.com/office/drawing/2014/main" id="{177896BA-F9B0-49A2-9025-498AF11C4866}"/>
              </a:ext>
            </a:extLst>
          </p:cNvPr>
          <p:cNvSpPr>
            <a:spLocks noGrp="1"/>
          </p:cNvSpPr>
          <p:nvPr/>
        </p:nvSpPr>
        <p:spPr>
          <a:xfrm>
            <a:off x="7131461" y="17841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2" name="F2_precision_recall_distributions_3636">
            <a:extLst>
              <a:ext uri="{FF2B5EF4-FFF2-40B4-BE49-F238E27FC236}">
                <a16:creationId xmlns:a16="http://schemas.microsoft.com/office/drawing/2014/main" id="{1635E649-711E-42D7-8400-EC09AA2E8E9D}"/>
              </a:ext>
            </a:extLst>
          </p:cNvPr>
          <p:cNvSpPr>
            <a:spLocks noGrp="1"/>
          </p:cNvSpPr>
          <p:nvPr/>
        </p:nvSpPr>
        <p:spPr>
          <a:xfrm>
            <a:off x="6985776" y="18089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3" name="F2_precision_recall_distributions_3637">
            <a:extLst>
              <a:ext uri="{FF2B5EF4-FFF2-40B4-BE49-F238E27FC236}">
                <a16:creationId xmlns:a16="http://schemas.microsoft.com/office/drawing/2014/main" id="{0CAC2A59-7B65-4159-80E7-96492BB2A86C}"/>
              </a:ext>
            </a:extLst>
          </p:cNvPr>
          <p:cNvSpPr>
            <a:spLocks noGrp="1"/>
          </p:cNvSpPr>
          <p:nvPr/>
        </p:nvSpPr>
        <p:spPr>
          <a:xfrm>
            <a:off x="7225715" y="21546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4" name="F2_precision_recall_distributions_3638">
            <a:extLst>
              <a:ext uri="{FF2B5EF4-FFF2-40B4-BE49-F238E27FC236}">
                <a16:creationId xmlns:a16="http://schemas.microsoft.com/office/drawing/2014/main" id="{E6F2EC09-69F1-47BF-86EF-4A63D7EBF4E0}"/>
              </a:ext>
            </a:extLst>
          </p:cNvPr>
          <p:cNvSpPr>
            <a:spLocks noGrp="1"/>
          </p:cNvSpPr>
          <p:nvPr/>
        </p:nvSpPr>
        <p:spPr>
          <a:xfrm>
            <a:off x="7328548" y="1623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5" name="F2_precision_recall_distributions_3639">
            <a:extLst>
              <a:ext uri="{FF2B5EF4-FFF2-40B4-BE49-F238E27FC236}">
                <a16:creationId xmlns:a16="http://schemas.microsoft.com/office/drawing/2014/main" id="{B2D1F587-8D0F-4070-BF73-1976AF486A53}"/>
              </a:ext>
            </a:extLst>
          </p:cNvPr>
          <p:cNvSpPr>
            <a:spLocks noGrp="1"/>
          </p:cNvSpPr>
          <p:nvPr/>
        </p:nvSpPr>
        <p:spPr>
          <a:xfrm>
            <a:off x="709360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6" name="F2_precision_recall_distributions_3640">
            <a:extLst>
              <a:ext uri="{FF2B5EF4-FFF2-40B4-BE49-F238E27FC236}">
                <a16:creationId xmlns:a16="http://schemas.microsoft.com/office/drawing/2014/main" id="{03B4AE12-8009-4C64-9C83-F6227B03D780}"/>
              </a:ext>
            </a:extLst>
          </p:cNvPr>
          <p:cNvSpPr>
            <a:spLocks noGrp="1"/>
          </p:cNvSpPr>
          <p:nvPr/>
        </p:nvSpPr>
        <p:spPr>
          <a:xfrm>
            <a:off x="7321558" y="1536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7" name="F2_precision_recall_distributions_3641">
            <a:extLst>
              <a:ext uri="{FF2B5EF4-FFF2-40B4-BE49-F238E27FC236}">
                <a16:creationId xmlns:a16="http://schemas.microsoft.com/office/drawing/2014/main" id="{31B073E7-3B9E-4894-A335-4A9244888673}"/>
              </a:ext>
            </a:extLst>
          </p:cNvPr>
          <p:cNvSpPr>
            <a:spLocks noGrp="1"/>
          </p:cNvSpPr>
          <p:nvPr/>
        </p:nvSpPr>
        <p:spPr>
          <a:xfrm>
            <a:off x="7161006" y="19014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8" name="F2_precision_recall_distributions_3642">
            <a:extLst>
              <a:ext uri="{FF2B5EF4-FFF2-40B4-BE49-F238E27FC236}">
                <a16:creationId xmlns:a16="http://schemas.microsoft.com/office/drawing/2014/main" id="{3C12B59F-0915-443B-B64D-ABB271E37695}"/>
              </a:ext>
            </a:extLst>
          </p:cNvPr>
          <p:cNvSpPr>
            <a:spLocks noGrp="1"/>
          </p:cNvSpPr>
          <p:nvPr/>
        </p:nvSpPr>
        <p:spPr>
          <a:xfrm>
            <a:off x="7074276" y="1742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9" name="F2_precision_recall_distributions_3643">
            <a:extLst>
              <a:ext uri="{FF2B5EF4-FFF2-40B4-BE49-F238E27FC236}">
                <a16:creationId xmlns:a16="http://schemas.microsoft.com/office/drawing/2014/main" id="{4966F445-2325-42DE-B1F1-E94E39F13438}"/>
              </a:ext>
            </a:extLst>
          </p:cNvPr>
          <p:cNvSpPr>
            <a:spLocks noGrp="1"/>
          </p:cNvSpPr>
          <p:nvPr/>
        </p:nvSpPr>
        <p:spPr>
          <a:xfrm>
            <a:off x="7215119" y="15733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0" name="F2_precision_recall_distributions_3644">
            <a:extLst>
              <a:ext uri="{FF2B5EF4-FFF2-40B4-BE49-F238E27FC236}">
                <a16:creationId xmlns:a16="http://schemas.microsoft.com/office/drawing/2014/main" id="{29A89677-ECE5-4C23-9483-60511065CE6C}"/>
              </a:ext>
            </a:extLst>
          </p:cNvPr>
          <p:cNvSpPr>
            <a:spLocks noGrp="1"/>
          </p:cNvSpPr>
          <p:nvPr/>
        </p:nvSpPr>
        <p:spPr>
          <a:xfrm>
            <a:off x="708548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1" name="F2_precision_recall_distributions_3645">
            <a:extLst>
              <a:ext uri="{FF2B5EF4-FFF2-40B4-BE49-F238E27FC236}">
                <a16:creationId xmlns:a16="http://schemas.microsoft.com/office/drawing/2014/main" id="{53250533-3DC3-4B85-9FB6-B18E92C96B56}"/>
              </a:ext>
            </a:extLst>
          </p:cNvPr>
          <p:cNvSpPr>
            <a:spLocks noGrp="1"/>
          </p:cNvSpPr>
          <p:nvPr/>
        </p:nvSpPr>
        <p:spPr>
          <a:xfrm>
            <a:off x="7227044" y="1713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2" name="F2_precision_recall_distributions_3646">
            <a:extLst>
              <a:ext uri="{FF2B5EF4-FFF2-40B4-BE49-F238E27FC236}">
                <a16:creationId xmlns:a16="http://schemas.microsoft.com/office/drawing/2014/main" id="{CF3E3E2B-6697-46B6-A4D6-54DAA38AF035}"/>
              </a:ext>
            </a:extLst>
          </p:cNvPr>
          <p:cNvSpPr>
            <a:spLocks noGrp="1"/>
          </p:cNvSpPr>
          <p:nvPr/>
        </p:nvSpPr>
        <p:spPr>
          <a:xfrm>
            <a:off x="7249536" y="1597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3" name="F2_precision_recall_distributions_3647">
            <a:extLst>
              <a:ext uri="{FF2B5EF4-FFF2-40B4-BE49-F238E27FC236}">
                <a16:creationId xmlns:a16="http://schemas.microsoft.com/office/drawing/2014/main" id="{3B283883-A7A3-490E-8EF4-0E6E1A83F927}"/>
              </a:ext>
            </a:extLst>
          </p:cNvPr>
          <p:cNvSpPr>
            <a:spLocks noGrp="1"/>
          </p:cNvSpPr>
          <p:nvPr/>
        </p:nvSpPr>
        <p:spPr>
          <a:xfrm>
            <a:off x="6971880" y="157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4" name="F2_precision_recall_distributions_3648">
            <a:extLst>
              <a:ext uri="{FF2B5EF4-FFF2-40B4-BE49-F238E27FC236}">
                <a16:creationId xmlns:a16="http://schemas.microsoft.com/office/drawing/2014/main" id="{78D8463E-9C0A-4A06-8A26-8A3C048C5196}"/>
              </a:ext>
            </a:extLst>
          </p:cNvPr>
          <p:cNvSpPr>
            <a:spLocks noGrp="1"/>
          </p:cNvSpPr>
          <p:nvPr/>
        </p:nvSpPr>
        <p:spPr>
          <a:xfrm>
            <a:off x="6986941" y="2173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5" name="F2_precision_recall_distributions_3649">
            <a:extLst>
              <a:ext uri="{FF2B5EF4-FFF2-40B4-BE49-F238E27FC236}">
                <a16:creationId xmlns:a16="http://schemas.microsoft.com/office/drawing/2014/main" id="{1A159BCD-5287-4AD9-B7A7-FE0876F8772F}"/>
              </a:ext>
            </a:extLst>
          </p:cNvPr>
          <p:cNvSpPr>
            <a:spLocks noGrp="1"/>
          </p:cNvSpPr>
          <p:nvPr/>
        </p:nvSpPr>
        <p:spPr>
          <a:xfrm>
            <a:off x="7206414" y="18581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6" name="F2_precision_recall_distributions_3650">
            <a:extLst>
              <a:ext uri="{FF2B5EF4-FFF2-40B4-BE49-F238E27FC236}">
                <a16:creationId xmlns:a16="http://schemas.microsoft.com/office/drawing/2014/main" id="{D8C63FE7-A6E7-47FA-88E7-68F5DDB2DC39}"/>
              </a:ext>
            </a:extLst>
          </p:cNvPr>
          <p:cNvSpPr>
            <a:spLocks noGrp="1"/>
          </p:cNvSpPr>
          <p:nvPr/>
        </p:nvSpPr>
        <p:spPr>
          <a:xfrm>
            <a:off x="7017819" y="15141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7" name="F2_precision_recall_distributions_3651">
            <a:extLst>
              <a:ext uri="{FF2B5EF4-FFF2-40B4-BE49-F238E27FC236}">
                <a16:creationId xmlns:a16="http://schemas.microsoft.com/office/drawing/2014/main" id="{ADF3016C-F2FA-438C-A155-E8C671EE4281}"/>
              </a:ext>
            </a:extLst>
          </p:cNvPr>
          <p:cNvSpPr>
            <a:spLocks noGrp="1"/>
          </p:cNvSpPr>
          <p:nvPr/>
        </p:nvSpPr>
        <p:spPr>
          <a:xfrm>
            <a:off x="7151217" y="21007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8" name="F2_precision_recall_distributions_3652">
            <a:extLst>
              <a:ext uri="{FF2B5EF4-FFF2-40B4-BE49-F238E27FC236}">
                <a16:creationId xmlns:a16="http://schemas.microsoft.com/office/drawing/2014/main" id="{6756B463-0876-4F54-83E1-770D083D262D}"/>
              </a:ext>
            </a:extLst>
          </p:cNvPr>
          <p:cNvSpPr>
            <a:spLocks noGrp="1"/>
          </p:cNvSpPr>
          <p:nvPr/>
        </p:nvSpPr>
        <p:spPr>
          <a:xfrm>
            <a:off x="7226694" y="16095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9" name="F2_precision_recall_distributions_3653">
            <a:extLst>
              <a:ext uri="{FF2B5EF4-FFF2-40B4-BE49-F238E27FC236}">
                <a16:creationId xmlns:a16="http://schemas.microsoft.com/office/drawing/2014/main" id="{AF4699BD-31C5-4A7E-8622-6FA319E52ED0}"/>
              </a:ext>
            </a:extLst>
          </p:cNvPr>
          <p:cNvSpPr>
            <a:spLocks noGrp="1"/>
          </p:cNvSpPr>
          <p:nvPr/>
        </p:nvSpPr>
        <p:spPr>
          <a:xfrm>
            <a:off x="6980653" y="1879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0" name="F2_precision_recall_distributions_3654">
            <a:extLst>
              <a:ext uri="{FF2B5EF4-FFF2-40B4-BE49-F238E27FC236}">
                <a16:creationId xmlns:a16="http://schemas.microsoft.com/office/drawing/2014/main" id="{E7B804E6-77AC-4BEC-BB2F-777EEB2AA3B0}"/>
              </a:ext>
            </a:extLst>
          </p:cNvPr>
          <p:cNvSpPr>
            <a:spLocks noGrp="1"/>
          </p:cNvSpPr>
          <p:nvPr/>
        </p:nvSpPr>
        <p:spPr>
          <a:xfrm>
            <a:off x="7306719" y="22448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1" name="F2_precision_recall_distributions_3655">
            <a:extLst>
              <a:ext uri="{FF2B5EF4-FFF2-40B4-BE49-F238E27FC236}">
                <a16:creationId xmlns:a16="http://schemas.microsoft.com/office/drawing/2014/main" id="{AB0F192E-F46E-4A9E-A709-1E12B4890AAA}"/>
              </a:ext>
            </a:extLst>
          </p:cNvPr>
          <p:cNvSpPr>
            <a:spLocks noGrp="1"/>
          </p:cNvSpPr>
          <p:nvPr/>
        </p:nvSpPr>
        <p:spPr>
          <a:xfrm>
            <a:off x="7050306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2" name="F2_precision_recall_distributions_3656">
            <a:extLst>
              <a:ext uri="{FF2B5EF4-FFF2-40B4-BE49-F238E27FC236}">
                <a16:creationId xmlns:a16="http://schemas.microsoft.com/office/drawing/2014/main" id="{FC19CD8A-A3D9-4838-A8FE-30373C1EC648}"/>
              </a:ext>
            </a:extLst>
          </p:cNvPr>
          <p:cNvSpPr>
            <a:spLocks noGrp="1"/>
          </p:cNvSpPr>
          <p:nvPr/>
        </p:nvSpPr>
        <p:spPr>
          <a:xfrm>
            <a:off x="7090806" y="1662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3" name="F2_precision_recall_distributions_3657">
            <a:extLst>
              <a:ext uri="{FF2B5EF4-FFF2-40B4-BE49-F238E27FC236}">
                <a16:creationId xmlns:a16="http://schemas.microsoft.com/office/drawing/2014/main" id="{E850B69E-3C36-4C56-AC2C-793008644EAD}"/>
              </a:ext>
            </a:extLst>
          </p:cNvPr>
          <p:cNvSpPr>
            <a:spLocks noGrp="1"/>
          </p:cNvSpPr>
          <p:nvPr/>
        </p:nvSpPr>
        <p:spPr>
          <a:xfrm>
            <a:off x="69831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4" name="F2_precision_recall_distributions_3658">
            <a:extLst>
              <a:ext uri="{FF2B5EF4-FFF2-40B4-BE49-F238E27FC236}">
                <a16:creationId xmlns:a16="http://schemas.microsoft.com/office/drawing/2014/main" id="{BDB75ECC-23A6-4B1A-A188-CE2A235D89A1}"/>
              </a:ext>
            </a:extLst>
          </p:cNvPr>
          <p:cNvSpPr>
            <a:spLocks noGrp="1"/>
          </p:cNvSpPr>
          <p:nvPr/>
        </p:nvSpPr>
        <p:spPr>
          <a:xfrm>
            <a:off x="7201272" y="18770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5" name="F2_precision_recall_distributions_3659">
            <a:extLst>
              <a:ext uri="{FF2B5EF4-FFF2-40B4-BE49-F238E27FC236}">
                <a16:creationId xmlns:a16="http://schemas.microsoft.com/office/drawing/2014/main" id="{A4A7BFE3-6BCE-445C-95DF-A833F8A17E72}"/>
              </a:ext>
            </a:extLst>
          </p:cNvPr>
          <p:cNvSpPr>
            <a:spLocks noGrp="1"/>
          </p:cNvSpPr>
          <p:nvPr/>
        </p:nvSpPr>
        <p:spPr>
          <a:xfrm>
            <a:off x="7332333" y="15359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6" name="F2_precision_recall_distributions_3660">
            <a:extLst>
              <a:ext uri="{FF2B5EF4-FFF2-40B4-BE49-F238E27FC236}">
                <a16:creationId xmlns:a16="http://schemas.microsoft.com/office/drawing/2014/main" id="{86C72A78-D134-4C98-8F25-D84225B89B61}"/>
              </a:ext>
            </a:extLst>
          </p:cNvPr>
          <p:cNvSpPr>
            <a:spLocks noGrp="1"/>
          </p:cNvSpPr>
          <p:nvPr/>
        </p:nvSpPr>
        <p:spPr>
          <a:xfrm>
            <a:off x="7098709" y="2137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7" name="F2_precision_recall_distributions_3661">
            <a:extLst>
              <a:ext uri="{FF2B5EF4-FFF2-40B4-BE49-F238E27FC236}">
                <a16:creationId xmlns:a16="http://schemas.microsoft.com/office/drawing/2014/main" id="{D218328F-6381-45A8-9B92-0E75C8798056}"/>
              </a:ext>
            </a:extLst>
          </p:cNvPr>
          <p:cNvSpPr>
            <a:spLocks noGrp="1"/>
          </p:cNvSpPr>
          <p:nvPr/>
        </p:nvSpPr>
        <p:spPr>
          <a:xfrm>
            <a:off x="731448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8" name="F2_precision_recall_distributions_3662">
            <a:extLst>
              <a:ext uri="{FF2B5EF4-FFF2-40B4-BE49-F238E27FC236}">
                <a16:creationId xmlns:a16="http://schemas.microsoft.com/office/drawing/2014/main" id="{2921B232-530E-4239-A1FE-17FDBB1CE864}"/>
              </a:ext>
            </a:extLst>
          </p:cNvPr>
          <p:cNvSpPr>
            <a:spLocks noGrp="1"/>
          </p:cNvSpPr>
          <p:nvPr/>
        </p:nvSpPr>
        <p:spPr>
          <a:xfrm>
            <a:off x="7298114" y="17963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9" name="F2_precision_recall_distributions_3663">
            <a:extLst>
              <a:ext uri="{FF2B5EF4-FFF2-40B4-BE49-F238E27FC236}">
                <a16:creationId xmlns:a16="http://schemas.microsoft.com/office/drawing/2014/main" id="{E9295B98-EA5C-4E44-A7A8-3C19D9DBE45F}"/>
              </a:ext>
            </a:extLst>
          </p:cNvPr>
          <p:cNvSpPr>
            <a:spLocks noGrp="1"/>
          </p:cNvSpPr>
          <p:nvPr/>
        </p:nvSpPr>
        <p:spPr>
          <a:xfrm>
            <a:off x="7096363" y="155546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0" name="F2_precision_recall_distributions_3664">
            <a:extLst>
              <a:ext uri="{FF2B5EF4-FFF2-40B4-BE49-F238E27FC236}">
                <a16:creationId xmlns:a16="http://schemas.microsoft.com/office/drawing/2014/main" id="{8DAC5D76-1A3E-43CD-A058-8C822CEDEDCD}"/>
              </a:ext>
            </a:extLst>
          </p:cNvPr>
          <p:cNvSpPr>
            <a:spLocks noGrp="1"/>
          </p:cNvSpPr>
          <p:nvPr/>
        </p:nvSpPr>
        <p:spPr>
          <a:xfrm>
            <a:off x="7135583" y="15609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1" name="F2_precision_recall_distributions_3665">
            <a:extLst>
              <a:ext uri="{FF2B5EF4-FFF2-40B4-BE49-F238E27FC236}">
                <a16:creationId xmlns:a16="http://schemas.microsoft.com/office/drawing/2014/main" id="{FF75D300-DAD6-45E9-8609-495C5860C6E4}"/>
              </a:ext>
            </a:extLst>
          </p:cNvPr>
          <p:cNvSpPr>
            <a:spLocks noGrp="1"/>
          </p:cNvSpPr>
          <p:nvPr/>
        </p:nvSpPr>
        <p:spPr>
          <a:xfrm>
            <a:off x="713012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2" name="F2_precision_recall_distributions_3666">
            <a:extLst>
              <a:ext uri="{FF2B5EF4-FFF2-40B4-BE49-F238E27FC236}">
                <a16:creationId xmlns:a16="http://schemas.microsoft.com/office/drawing/2014/main" id="{8B314D99-8A5D-4D71-9AA3-9FE2DE0E4E9B}"/>
              </a:ext>
            </a:extLst>
          </p:cNvPr>
          <p:cNvSpPr>
            <a:spLocks noGrp="1"/>
          </p:cNvSpPr>
          <p:nvPr/>
        </p:nvSpPr>
        <p:spPr>
          <a:xfrm>
            <a:off x="71171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3" name="F2_precision_recall_distributions_3667">
            <a:extLst>
              <a:ext uri="{FF2B5EF4-FFF2-40B4-BE49-F238E27FC236}">
                <a16:creationId xmlns:a16="http://schemas.microsoft.com/office/drawing/2014/main" id="{EE7B1DEC-D39D-4823-8B5A-3EF492D20E89}"/>
              </a:ext>
            </a:extLst>
          </p:cNvPr>
          <p:cNvSpPr>
            <a:spLocks noGrp="1"/>
          </p:cNvSpPr>
          <p:nvPr/>
        </p:nvSpPr>
        <p:spPr>
          <a:xfrm>
            <a:off x="7241713" y="1859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4" name="F2_precision_recall_distributions_3668">
            <a:extLst>
              <a:ext uri="{FF2B5EF4-FFF2-40B4-BE49-F238E27FC236}">
                <a16:creationId xmlns:a16="http://schemas.microsoft.com/office/drawing/2014/main" id="{9E8F742D-68A4-47FE-AA04-E0B6D4A29886}"/>
              </a:ext>
            </a:extLst>
          </p:cNvPr>
          <p:cNvSpPr>
            <a:spLocks noGrp="1"/>
          </p:cNvSpPr>
          <p:nvPr/>
        </p:nvSpPr>
        <p:spPr>
          <a:xfrm>
            <a:off x="7240545" y="1554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5" name="F2_precision_recall_distributions_3669">
            <a:extLst>
              <a:ext uri="{FF2B5EF4-FFF2-40B4-BE49-F238E27FC236}">
                <a16:creationId xmlns:a16="http://schemas.microsoft.com/office/drawing/2014/main" id="{0D87537E-8ACE-43F1-9DB4-4FBB6F2BD451}"/>
              </a:ext>
            </a:extLst>
          </p:cNvPr>
          <p:cNvSpPr>
            <a:spLocks noGrp="1"/>
          </p:cNvSpPr>
          <p:nvPr/>
        </p:nvSpPr>
        <p:spPr>
          <a:xfrm>
            <a:off x="7077623" y="1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6" name="F2_precision_recall_distributions_3670">
            <a:extLst>
              <a:ext uri="{FF2B5EF4-FFF2-40B4-BE49-F238E27FC236}">
                <a16:creationId xmlns:a16="http://schemas.microsoft.com/office/drawing/2014/main" id="{19EA43DC-6903-4E4A-B4E8-B1D0A40B1C9A}"/>
              </a:ext>
            </a:extLst>
          </p:cNvPr>
          <p:cNvSpPr>
            <a:spLocks noGrp="1"/>
          </p:cNvSpPr>
          <p:nvPr/>
        </p:nvSpPr>
        <p:spPr>
          <a:xfrm>
            <a:off x="7111787" y="16550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7" name="F2_precision_recall_distributions_3671">
            <a:extLst>
              <a:ext uri="{FF2B5EF4-FFF2-40B4-BE49-F238E27FC236}">
                <a16:creationId xmlns:a16="http://schemas.microsoft.com/office/drawing/2014/main" id="{237E3231-1A0B-41A0-ADD8-D25AF139347A}"/>
              </a:ext>
            </a:extLst>
          </p:cNvPr>
          <p:cNvSpPr>
            <a:spLocks noGrp="1"/>
          </p:cNvSpPr>
          <p:nvPr/>
        </p:nvSpPr>
        <p:spPr>
          <a:xfrm>
            <a:off x="7028739" y="15134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8" name="F2_precision_recall_distributions_3672">
            <a:extLst>
              <a:ext uri="{FF2B5EF4-FFF2-40B4-BE49-F238E27FC236}">
                <a16:creationId xmlns:a16="http://schemas.microsoft.com/office/drawing/2014/main" id="{BD2D035A-37AD-44C2-A1AD-066732958A40}"/>
              </a:ext>
            </a:extLst>
          </p:cNvPr>
          <p:cNvSpPr>
            <a:spLocks noGrp="1"/>
          </p:cNvSpPr>
          <p:nvPr/>
        </p:nvSpPr>
        <p:spPr>
          <a:xfrm>
            <a:off x="7146489" y="20275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9" name="F2_precision_recall_distributions_3673">
            <a:extLst>
              <a:ext uri="{FF2B5EF4-FFF2-40B4-BE49-F238E27FC236}">
                <a16:creationId xmlns:a16="http://schemas.microsoft.com/office/drawing/2014/main" id="{3092FF95-E80B-4AC1-B763-ED07AC9F99AB}"/>
              </a:ext>
            </a:extLst>
          </p:cNvPr>
          <p:cNvSpPr>
            <a:spLocks noGrp="1"/>
          </p:cNvSpPr>
          <p:nvPr/>
        </p:nvSpPr>
        <p:spPr>
          <a:xfrm>
            <a:off x="7254348" y="184547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0" name="F2_precision_recall_distributions_3674">
            <a:extLst>
              <a:ext uri="{FF2B5EF4-FFF2-40B4-BE49-F238E27FC236}">
                <a16:creationId xmlns:a16="http://schemas.microsoft.com/office/drawing/2014/main" id="{6CEA46A6-7EBA-421B-A8D0-33CC74B04073}"/>
              </a:ext>
            </a:extLst>
          </p:cNvPr>
          <p:cNvSpPr>
            <a:spLocks noGrp="1"/>
          </p:cNvSpPr>
          <p:nvPr/>
        </p:nvSpPr>
        <p:spPr>
          <a:xfrm>
            <a:off x="7167189" y="16478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1" name="F2_precision_recall_distributions_3675">
            <a:extLst>
              <a:ext uri="{FF2B5EF4-FFF2-40B4-BE49-F238E27FC236}">
                <a16:creationId xmlns:a16="http://schemas.microsoft.com/office/drawing/2014/main" id="{6DE6A20D-CE79-4378-9CBE-238D2A261380}"/>
              </a:ext>
            </a:extLst>
          </p:cNvPr>
          <p:cNvSpPr>
            <a:spLocks noGrp="1"/>
          </p:cNvSpPr>
          <p:nvPr/>
        </p:nvSpPr>
        <p:spPr>
          <a:xfrm>
            <a:off x="7176749" y="19495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2" name="F2_precision_recall_distributions_3676">
            <a:extLst>
              <a:ext uri="{FF2B5EF4-FFF2-40B4-BE49-F238E27FC236}">
                <a16:creationId xmlns:a16="http://schemas.microsoft.com/office/drawing/2014/main" id="{06513DB0-A1CF-4716-B1BD-1C7422C865D8}"/>
              </a:ext>
            </a:extLst>
          </p:cNvPr>
          <p:cNvSpPr>
            <a:spLocks noGrp="1"/>
          </p:cNvSpPr>
          <p:nvPr/>
        </p:nvSpPr>
        <p:spPr>
          <a:xfrm>
            <a:off x="7225160" y="1798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3" name="F2_precision_recall_distributions_3677">
            <a:extLst>
              <a:ext uri="{FF2B5EF4-FFF2-40B4-BE49-F238E27FC236}">
                <a16:creationId xmlns:a16="http://schemas.microsoft.com/office/drawing/2014/main" id="{5CAA4CBA-3B26-4937-A084-EE5AEAC44749}"/>
              </a:ext>
            </a:extLst>
          </p:cNvPr>
          <p:cNvSpPr>
            <a:spLocks noGrp="1"/>
          </p:cNvSpPr>
          <p:nvPr/>
        </p:nvSpPr>
        <p:spPr>
          <a:xfrm>
            <a:off x="7326645" y="18359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4" name="F2_precision_recall_distributions_3678">
            <a:extLst>
              <a:ext uri="{FF2B5EF4-FFF2-40B4-BE49-F238E27FC236}">
                <a16:creationId xmlns:a16="http://schemas.microsoft.com/office/drawing/2014/main" id="{1244184B-5AD2-4DDE-A1B3-70823907586C}"/>
              </a:ext>
            </a:extLst>
          </p:cNvPr>
          <p:cNvSpPr>
            <a:spLocks noGrp="1"/>
          </p:cNvSpPr>
          <p:nvPr/>
        </p:nvSpPr>
        <p:spPr>
          <a:xfrm>
            <a:off x="7121028" y="2181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5" name="F2_precision_recall_distributions_3679">
            <a:extLst>
              <a:ext uri="{FF2B5EF4-FFF2-40B4-BE49-F238E27FC236}">
                <a16:creationId xmlns:a16="http://schemas.microsoft.com/office/drawing/2014/main" id="{7F8410D7-2164-4E0E-8D89-A6D8CD55B628}"/>
              </a:ext>
            </a:extLst>
          </p:cNvPr>
          <p:cNvSpPr>
            <a:spLocks noGrp="1"/>
          </p:cNvSpPr>
          <p:nvPr/>
        </p:nvSpPr>
        <p:spPr>
          <a:xfrm>
            <a:off x="7180454" y="2252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6" name="F2_precision_recall_distributions_3680">
            <a:extLst>
              <a:ext uri="{FF2B5EF4-FFF2-40B4-BE49-F238E27FC236}">
                <a16:creationId xmlns:a16="http://schemas.microsoft.com/office/drawing/2014/main" id="{CA33F433-9978-47E1-866C-E86BF7258141}"/>
              </a:ext>
            </a:extLst>
          </p:cNvPr>
          <p:cNvSpPr>
            <a:spLocks noGrp="1"/>
          </p:cNvSpPr>
          <p:nvPr/>
        </p:nvSpPr>
        <p:spPr>
          <a:xfrm>
            <a:off x="7270967" y="16675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7" name="F2_precision_recall_distributions_3681">
            <a:extLst>
              <a:ext uri="{FF2B5EF4-FFF2-40B4-BE49-F238E27FC236}">
                <a16:creationId xmlns:a16="http://schemas.microsoft.com/office/drawing/2014/main" id="{58762C9E-3728-46B3-990D-955972B042D1}"/>
              </a:ext>
            </a:extLst>
          </p:cNvPr>
          <p:cNvSpPr>
            <a:spLocks noGrp="1"/>
          </p:cNvSpPr>
          <p:nvPr/>
        </p:nvSpPr>
        <p:spPr>
          <a:xfrm>
            <a:off x="697643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8" name="F2_precision_recall_distributions_3682">
            <a:extLst>
              <a:ext uri="{FF2B5EF4-FFF2-40B4-BE49-F238E27FC236}">
                <a16:creationId xmlns:a16="http://schemas.microsoft.com/office/drawing/2014/main" id="{1EDFA291-805B-459D-95EB-7E1341C08B7E}"/>
              </a:ext>
            </a:extLst>
          </p:cNvPr>
          <p:cNvSpPr>
            <a:spLocks noGrp="1"/>
          </p:cNvSpPr>
          <p:nvPr/>
        </p:nvSpPr>
        <p:spPr>
          <a:xfrm>
            <a:off x="7009671" y="15448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9" name="F2_precision_recall_distributions_3683">
            <a:extLst>
              <a:ext uri="{FF2B5EF4-FFF2-40B4-BE49-F238E27FC236}">
                <a16:creationId xmlns:a16="http://schemas.microsoft.com/office/drawing/2014/main" id="{A9636CED-17D3-45D7-9BC7-71E515FD34D6}"/>
              </a:ext>
            </a:extLst>
          </p:cNvPr>
          <p:cNvSpPr>
            <a:spLocks noGrp="1"/>
          </p:cNvSpPr>
          <p:nvPr/>
        </p:nvSpPr>
        <p:spPr>
          <a:xfrm>
            <a:off x="71920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0" name="F2_precision_recall_distributions_3684">
            <a:extLst>
              <a:ext uri="{FF2B5EF4-FFF2-40B4-BE49-F238E27FC236}">
                <a16:creationId xmlns:a16="http://schemas.microsoft.com/office/drawing/2014/main" id="{FF5DCF3A-9ACF-46E1-BE3E-5777AE1609ED}"/>
              </a:ext>
            </a:extLst>
          </p:cNvPr>
          <p:cNvSpPr>
            <a:spLocks noGrp="1"/>
          </p:cNvSpPr>
          <p:nvPr/>
        </p:nvSpPr>
        <p:spPr>
          <a:xfrm>
            <a:off x="7152588" y="19010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1" name="F2_precision_recall_distributions_3685">
            <a:extLst>
              <a:ext uri="{FF2B5EF4-FFF2-40B4-BE49-F238E27FC236}">
                <a16:creationId xmlns:a16="http://schemas.microsoft.com/office/drawing/2014/main" id="{60697A75-68FF-4C83-98AF-C0D333F305ED}"/>
              </a:ext>
            </a:extLst>
          </p:cNvPr>
          <p:cNvSpPr>
            <a:spLocks noGrp="1"/>
          </p:cNvSpPr>
          <p:nvPr/>
        </p:nvSpPr>
        <p:spPr>
          <a:xfrm>
            <a:off x="6988234" y="15481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2" name="F2_precision_recall_distributions_3686">
            <a:extLst>
              <a:ext uri="{FF2B5EF4-FFF2-40B4-BE49-F238E27FC236}">
                <a16:creationId xmlns:a16="http://schemas.microsoft.com/office/drawing/2014/main" id="{B6CCF5D3-1AD1-4BC2-B8EE-7CA18AAD5205}"/>
              </a:ext>
            </a:extLst>
          </p:cNvPr>
          <p:cNvSpPr>
            <a:spLocks noGrp="1"/>
          </p:cNvSpPr>
          <p:nvPr/>
        </p:nvSpPr>
        <p:spPr>
          <a:xfrm>
            <a:off x="7216558" y="22359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3" name="F2_precision_recall_distributions_3687">
            <a:extLst>
              <a:ext uri="{FF2B5EF4-FFF2-40B4-BE49-F238E27FC236}">
                <a16:creationId xmlns:a16="http://schemas.microsoft.com/office/drawing/2014/main" id="{D73342E9-8DEC-4710-80FA-7CA8EE5CEC19}"/>
              </a:ext>
            </a:extLst>
          </p:cNvPr>
          <p:cNvSpPr>
            <a:spLocks noGrp="1"/>
          </p:cNvSpPr>
          <p:nvPr/>
        </p:nvSpPr>
        <p:spPr>
          <a:xfrm>
            <a:off x="7102337" y="16271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4" name="F2_precision_recall_distributions_3688">
            <a:extLst>
              <a:ext uri="{FF2B5EF4-FFF2-40B4-BE49-F238E27FC236}">
                <a16:creationId xmlns:a16="http://schemas.microsoft.com/office/drawing/2014/main" id="{34B1A7F5-4FB7-40F5-9733-EF3D46D343B5}"/>
              </a:ext>
            </a:extLst>
          </p:cNvPr>
          <p:cNvSpPr>
            <a:spLocks noGrp="1"/>
          </p:cNvSpPr>
          <p:nvPr/>
        </p:nvSpPr>
        <p:spPr>
          <a:xfrm>
            <a:off x="7207761" y="15617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5" name="F2_precision_recall_distributions_3689">
            <a:extLst>
              <a:ext uri="{FF2B5EF4-FFF2-40B4-BE49-F238E27FC236}">
                <a16:creationId xmlns:a16="http://schemas.microsoft.com/office/drawing/2014/main" id="{05769C0E-DD91-48A0-ADB4-A7B0AB348FC1}"/>
              </a:ext>
            </a:extLst>
          </p:cNvPr>
          <p:cNvSpPr>
            <a:spLocks noGrp="1"/>
          </p:cNvSpPr>
          <p:nvPr/>
        </p:nvSpPr>
        <p:spPr>
          <a:xfrm>
            <a:off x="7240221" y="18247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6" name="F2_precision_recall_distributions_3690">
            <a:extLst>
              <a:ext uri="{FF2B5EF4-FFF2-40B4-BE49-F238E27FC236}">
                <a16:creationId xmlns:a16="http://schemas.microsoft.com/office/drawing/2014/main" id="{CF294A97-34A2-4661-BC73-EFFE9B132782}"/>
              </a:ext>
            </a:extLst>
          </p:cNvPr>
          <p:cNvSpPr>
            <a:spLocks noGrp="1"/>
          </p:cNvSpPr>
          <p:nvPr/>
        </p:nvSpPr>
        <p:spPr>
          <a:xfrm>
            <a:off x="730083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7" name="F2_precision_recall_distributions_3691">
            <a:extLst>
              <a:ext uri="{FF2B5EF4-FFF2-40B4-BE49-F238E27FC236}">
                <a16:creationId xmlns:a16="http://schemas.microsoft.com/office/drawing/2014/main" id="{8754CB76-3EE3-4064-B976-0361BBC66B84}"/>
              </a:ext>
            </a:extLst>
          </p:cNvPr>
          <p:cNvSpPr>
            <a:spLocks noGrp="1"/>
          </p:cNvSpPr>
          <p:nvPr/>
        </p:nvSpPr>
        <p:spPr>
          <a:xfrm>
            <a:off x="7259288" y="1755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8" name="F2_precision_recall_distributions_3692">
            <a:extLst>
              <a:ext uri="{FF2B5EF4-FFF2-40B4-BE49-F238E27FC236}">
                <a16:creationId xmlns:a16="http://schemas.microsoft.com/office/drawing/2014/main" id="{1F3CF1FA-6AB4-43C9-B55E-8A005414A1D4}"/>
              </a:ext>
            </a:extLst>
          </p:cNvPr>
          <p:cNvSpPr>
            <a:spLocks noGrp="1"/>
          </p:cNvSpPr>
          <p:nvPr/>
        </p:nvSpPr>
        <p:spPr>
          <a:xfrm>
            <a:off x="6969889" y="1582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9" name="F2_precision_recall_distributions_3693">
            <a:extLst>
              <a:ext uri="{FF2B5EF4-FFF2-40B4-BE49-F238E27FC236}">
                <a16:creationId xmlns:a16="http://schemas.microsoft.com/office/drawing/2014/main" id="{FA1E5667-4D35-4257-916F-99B312E9C9F8}"/>
              </a:ext>
            </a:extLst>
          </p:cNvPr>
          <p:cNvSpPr>
            <a:spLocks noGrp="1"/>
          </p:cNvSpPr>
          <p:nvPr/>
        </p:nvSpPr>
        <p:spPr>
          <a:xfrm>
            <a:off x="7093552" y="18350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0" name="F2_precision_recall_distributions_3694">
            <a:extLst>
              <a:ext uri="{FF2B5EF4-FFF2-40B4-BE49-F238E27FC236}">
                <a16:creationId xmlns:a16="http://schemas.microsoft.com/office/drawing/2014/main" id="{F99E7D95-2E2D-43EC-B800-AE18A9D3DE66}"/>
              </a:ext>
            </a:extLst>
          </p:cNvPr>
          <p:cNvSpPr>
            <a:spLocks noGrp="1"/>
          </p:cNvSpPr>
          <p:nvPr/>
        </p:nvSpPr>
        <p:spPr>
          <a:xfrm>
            <a:off x="7238931" y="17030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1" name="F2_precision_recall_distributions_3695">
            <a:extLst>
              <a:ext uri="{FF2B5EF4-FFF2-40B4-BE49-F238E27FC236}">
                <a16:creationId xmlns:a16="http://schemas.microsoft.com/office/drawing/2014/main" id="{FDD94C71-CB6A-4CC9-B400-B7297D61AE24}"/>
              </a:ext>
            </a:extLst>
          </p:cNvPr>
          <p:cNvSpPr>
            <a:spLocks noGrp="1"/>
          </p:cNvSpPr>
          <p:nvPr/>
        </p:nvSpPr>
        <p:spPr>
          <a:xfrm>
            <a:off x="7069887" y="16099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2" name="F2_precision_recall_distributions_3696">
            <a:extLst>
              <a:ext uri="{FF2B5EF4-FFF2-40B4-BE49-F238E27FC236}">
                <a16:creationId xmlns:a16="http://schemas.microsoft.com/office/drawing/2014/main" id="{26B87CA7-9984-459E-B792-CEA4A34D2D09}"/>
              </a:ext>
            </a:extLst>
          </p:cNvPr>
          <p:cNvSpPr>
            <a:spLocks noGrp="1"/>
          </p:cNvSpPr>
          <p:nvPr/>
        </p:nvSpPr>
        <p:spPr>
          <a:xfrm>
            <a:off x="7333524" y="15708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3" name="F2_precision_recall_distributions_3697">
            <a:extLst>
              <a:ext uri="{FF2B5EF4-FFF2-40B4-BE49-F238E27FC236}">
                <a16:creationId xmlns:a16="http://schemas.microsoft.com/office/drawing/2014/main" id="{45A6A357-D612-4F50-9190-BCF067BF774A}"/>
              </a:ext>
            </a:extLst>
          </p:cNvPr>
          <p:cNvSpPr>
            <a:spLocks noGrp="1"/>
          </p:cNvSpPr>
          <p:nvPr/>
        </p:nvSpPr>
        <p:spPr>
          <a:xfrm>
            <a:off x="7258188" y="19797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4" name="F2_precision_recall_distributions_3698">
            <a:extLst>
              <a:ext uri="{FF2B5EF4-FFF2-40B4-BE49-F238E27FC236}">
                <a16:creationId xmlns:a16="http://schemas.microsoft.com/office/drawing/2014/main" id="{0C0A1F17-D2AD-43F7-AA08-C2F2FDE58EDA}"/>
              </a:ext>
            </a:extLst>
          </p:cNvPr>
          <p:cNvSpPr>
            <a:spLocks noGrp="1"/>
          </p:cNvSpPr>
          <p:nvPr/>
        </p:nvSpPr>
        <p:spPr>
          <a:xfrm>
            <a:off x="7327797" y="15595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5" name="F2_precision_recall_distributions_3699">
            <a:extLst>
              <a:ext uri="{FF2B5EF4-FFF2-40B4-BE49-F238E27FC236}">
                <a16:creationId xmlns:a16="http://schemas.microsoft.com/office/drawing/2014/main" id="{98F7F909-194F-49B0-B53C-A42ED0E46130}"/>
              </a:ext>
            </a:extLst>
          </p:cNvPr>
          <p:cNvSpPr>
            <a:spLocks noGrp="1"/>
          </p:cNvSpPr>
          <p:nvPr/>
        </p:nvSpPr>
        <p:spPr>
          <a:xfrm>
            <a:off x="7187451" y="1883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6" name="F2_precision_recall_distributions_3700">
            <a:extLst>
              <a:ext uri="{FF2B5EF4-FFF2-40B4-BE49-F238E27FC236}">
                <a16:creationId xmlns:a16="http://schemas.microsoft.com/office/drawing/2014/main" id="{7647BDEC-BE84-40E3-A317-5475B57BBF75}"/>
              </a:ext>
            </a:extLst>
          </p:cNvPr>
          <p:cNvSpPr>
            <a:spLocks noGrp="1"/>
          </p:cNvSpPr>
          <p:nvPr/>
        </p:nvSpPr>
        <p:spPr>
          <a:xfrm>
            <a:off x="7097115" y="17307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7" name="F2_precision_recall_distributions_3701">
            <a:extLst>
              <a:ext uri="{FF2B5EF4-FFF2-40B4-BE49-F238E27FC236}">
                <a16:creationId xmlns:a16="http://schemas.microsoft.com/office/drawing/2014/main" id="{9EE2450F-7D70-47C7-89F5-836F26ED716B}"/>
              </a:ext>
            </a:extLst>
          </p:cNvPr>
          <p:cNvSpPr>
            <a:spLocks noGrp="1"/>
          </p:cNvSpPr>
          <p:nvPr/>
        </p:nvSpPr>
        <p:spPr>
          <a:xfrm>
            <a:off x="730134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8" name="F2_precision_recall_distributions_3702">
            <a:extLst>
              <a:ext uri="{FF2B5EF4-FFF2-40B4-BE49-F238E27FC236}">
                <a16:creationId xmlns:a16="http://schemas.microsoft.com/office/drawing/2014/main" id="{DC4DB239-5904-4373-8ADB-7BB3C01FD6BB}"/>
              </a:ext>
            </a:extLst>
          </p:cNvPr>
          <p:cNvSpPr>
            <a:spLocks noGrp="1"/>
          </p:cNvSpPr>
          <p:nvPr/>
        </p:nvSpPr>
        <p:spPr>
          <a:xfrm>
            <a:off x="6972754" y="15659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9" name="F2_precision_recall_distributions_3703">
            <a:extLst>
              <a:ext uri="{FF2B5EF4-FFF2-40B4-BE49-F238E27FC236}">
                <a16:creationId xmlns:a16="http://schemas.microsoft.com/office/drawing/2014/main" id="{56F826C7-D753-4FFE-8BA5-2E5F3D21F4FD}"/>
              </a:ext>
            </a:extLst>
          </p:cNvPr>
          <p:cNvSpPr>
            <a:spLocks noGrp="1"/>
          </p:cNvSpPr>
          <p:nvPr/>
        </p:nvSpPr>
        <p:spPr>
          <a:xfrm>
            <a:off x="7321087" y="1572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0" name="F2_precision_recall_distributions_3704">
            <a:extLst>
              <a:ext uri="{FF2B5EF4-FFF2-40B4-BE49-F238E27FC236}">
                <a16:creationId xmlns:a16="http://schemas.microsoft.com/office/drawing/2014/main" id="{6864228E-1DB7-41E3-89DF-8F6BA6AE0E38}"/>
              </a:ext>
            </a:extLst>
          </p:cNvPr>
          <p:cNvSpPr>
            <a:spLocks noGrp="1"/>
          </p:cNvSpPr>
          <p:nvPr/>
        </p:nvSpPr>
        <p:spPr>
          <a:xfrm>
            <a:off x="719987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1" name="F2_precision_recall_distributions_3705">
            <a:extLst>
              <a:ext uri="{FF2B5EF4-FFF2-40B4-BE49-F238E27FC236}">
                <a16:creationId xmlns:a16="http://schemas.microsoft.com/office/drawing/2014/main" id="{E8036406-CDCE-4FEF-96AE-F5C7F315FBCD}"/>
              </a:ext>
            </a:extLst>
          </p:cNvPr>
          <p:cNvSpPr>
            <a:spLocks noGrp="1"/>
          </p:cNvSpPr>
          <p:nvPr/>
        </p:nvSpPr>
        <p:spPr>
          <a:xfrm>
            <a:off x="7330957" y="17541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2" name="F2_precision_recall_distributions_3706">
            <a:extLst>
              <a:ext uri="{FF2B5EF4-FFF2-40B4-BE49-F238E27FC236}">
                <a16:creationId xmlns:a16="http://schemas.microsoft.com/office/drawing/2014/main" id="{2F50A276-F71C-49FF-AB7A-CD7E06453173}"/>
              </a:ext>
            </a:extLst>
          </p:cNvPr>
          <p:cNvSpPr>
            <a:spLocks noGrp="1"/>
          </p:cNvSpPr>
          <p:nvPr/>
        </p:nvSpPr>
        <p:spPr>
          <a:xfrm>
            <a:off x="706213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3" name="F2_precision_recall_distributions_3707">
            <a:extLst>
              <a:ext uri="{FF2B5EF4-FFF2-40B4-BE49-F238E27FC236}">
                <a16:creationId xmlns:a16="http://schemas.microsoft.com/office/drawing/2014/main" id="{BE92F92A-1A2C-42E1-AFC4-EF047B50FCD5}"/>
              </a:ext>
            </a:extLst>
          </p:cNvPr>
          <p:cNvSpPr>
            <a:spLocks noGrp="1"/>
          </p:cNvSpPr>
          <p:nvPr/>
        </p:nvSpPr>
        <p:spPr>
          <a:xfrm>
            <a:off x="730621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4" name="F2_precision_recall_distributions_3708">
            <a:extLst>
              <a:ext uri="{FF2B5EF4-FFF2-40B4-BE49-F238E27FC236}">
                <a16:creationId xmlns:a16="http://schemas.microsoft.com/office/drawing/2014/main" id="{14E4CC31-B937-4F01-B74F-C0F1C9633695}"/>
              </a:ext>
            </a:extLst>
          </p:cNvPr>
          <p:cNvSpPr>
            <a:spLocks noGrp="1"/>
          </p:cNvSpPr>
          <p:nvPr/>
        </p:nvSpPr>
        <p:spPr>
          <a:xfrm>
            <a:off x="7184235" y="2247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5" name="F2_precision_recall_distributions_3709">
            <a:extLst>
              <a:ext uri="{FF2B5EF4-FFF2-40B4-BE49-F238E27FC236}">
                <a16:creationId xmlns:a16="http://schemas.microsoft.com/office/drawing/2014/main" id="{4057A7B8-BD96-4C23-B677-6BAF09BB74CA}"/>
              </a:ext>
            </a:extLst>
          </p:cNvPr>
          <p:cNvSpPr>
            <a:spLocks noGrp="1"/>
          </p:cNvSpPr>
          <p:nvPr/>
        </p:nvSpPr>
        <p:spPr>
          <a:xfrm>
            <a:off x="7301865" y="1755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6" name="F2_precision_recall_distributions_3710">
            <a:extLst>
              <a:ext uri="{FF2B5EF4-FFF2-40B4-BE49-F238E27FC236}">
                <a16:creationId xmlns:a16="http://schemas.microsoft.com/office/drawing/2014/main" id="{61D9EC50-F9B5-4A4E-9B69-A764ED57C6EF}"/>
              </a:ext>
            </a:extLst>
          </p:cNvPr>
          <p:cNvSpPr>
            <a:spLocks noGrp="1"/>
          </p:cNvSpPr>
          <p:nvPr/>
        </p:nvSpPr>
        <p:spPr>
          <a:xfrm>
            <a:off x="7042764" y="2123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7" name="F2_precision_recall_distributions_3711">
            <a:extLst>
              <a:ext uri="{FF2B5EF4-FFF2-40B4-BE49-F238E27FC236}">
                <a16:creationId xmlns:a16="http://schemas.microsoft.com/office/drawing/2014/main" id="{00FE7014-3847-45FE-82B4-72BF5A70F316}"/>
              </a:ext>
            </a:extLst>
          </p:cNvPr>
          <p:cNvSpPr>
            <a:spLocks noGrp="1"/>
          </p:cNvSpPr>
          <p:nvPr/>
        </p:nvSpPr>
        <p:spPr>
          <a:xfrm>
            <a:off x="7209301" y="17150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8" name="F2_precision_recall_distributions_3712">
            <a:extLst>
              <a:ext uri="{FF2B5EF4-FFF2-40B4-BE49-F238E27FC236}">
                <a16:creationId xmlns:a16="http://schemas.microsoft.com/office/drawing/2014/main" id="{BB988D41-3558-407A-857F-9B3DD11F34E1}"/>
              </a:ext>
            </a:extLst>
          </p:cNvPr>
          <p:cNvSpPr>
            <a:spLocks noGrp="1"/>
          </p:cNvSpPr>
          <p:nvPr/>
        </p:nvSpPr>
        <p:spPr>
          <a:xfrm>
            <a:off x="7177132" y="16656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9" name="F2_precision_recall_distributions_3713">
            <a:extLst>
              <a:ext uri="{FF2B5EF4-FFF2-40B4-BE49-F238E27FC236}">
                <a16:creationId xmlns:a16="http://schemas.microsoft.com/office/drawing/2014/main" id="{BC75537C-D1C9-491A-A4E8-B761DD50FCD9}"/>
              </a:ext>
            </a:extLst>
          </p:cNvPr>
          <p:cNvSpPr>
            <a:spLocks noGrp="1"/>
          </p:cNvSpPr>
          <p:nvPr/>
        </p:nvSpPr>
        <p:spPr>
          <a:xfrm>
            <a:off x="7152815" y="15504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0" name="F2_precision_recall_distributions_3714">
            <a:extLst>
              <a:ext uri="{FF2B5EF4-FFF2-40B4-BE49-F238E27FC236}">
                <a16:creationId xmlns:a16="http://schemas.microsoft.com/office/drawing/2014/main" id="{B7BBBADC-8F29-4D91-B28D-45303A603F16}"/>
              </a:ext>
            </a:extLst>
          </p:cNvPr>
          <p:cNvSpPr>
            <a:spLocks noGrp="1"/>
          </p:cNvSpPr>
          <p:nvPr/>
        </p:nvSpPr>
        <p:spPr>
          <a:xfrm>
            <a:off x="6981852" y="16516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1" name="F2_precision_recall_distributions_3715">
            <a:extLst>
              <a:ext uri="{FF2B5EF4-FFF2-40B4-BE49-F238E27FC236}">
                <a16:creationId xmlns:a16="http://schemas.microsoft.com/office/drawing/2014/main" id="{05047971-7FE0-456B-880C-A815A27540F9}"/>
              </a:ext>
            </a:extLst>
          </p:cNvPr>
          <p:cNvSpPr>
            <a:spLocks noGrp="1"/>
          </p:cNvSpPr>
          <p:nvPr/>
        </p:nvSpPr>
        <p:spPr>
          <a:xfrm>
            <a:off x="7050099" y="21959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2" name="F2_precision_recall_distributions_3716">
            <a:extLst>
              <a:ext uri="{FF2B5EF4-FFF2-40B4-BE49-F238E27FC236}">
                <a16:creationId xmlns:a16="http://schemas.microsoft.com/office/drawing/2014/main" id="{8BF65663-BD82-405F-89F5-84E775938A58}"/>
              </a:ext>
            </a:extLst>
          </p:cNvPr>
          <p:cNvSpPr>
            <a:spLocks noGrp="1"/>
          </p:cNvSpPr>
          <p:nvPr/>
        </p:nvSpPr>
        <p:spPr>
          <a:xfrm>
            <a:off x="7112495" y="16903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3" name="F2_precision_recall_distributions_3717">
            <a:extLst>
              <a:ext uri="{FF2B5EF4-FFF2-40B4-BE49-F238E27FC236}">
                <a16:creationId xmlns:a16="http://schemas.microsoft.com/office/drawing/2014/main" id="{12ED746D-31F3-49A6-BD80-5A775E41521E}"/>
              </a:ext>
            </a:extLst>
          </p:cNvPr>
          <p:cNvSpPr>
            <a:spLocks noGrp="1"/>
          </p:cNvSpPr>
          <p:nvPr/>
        </p:nvSpPr>
        <p:spPr>
          <a:xfrm>
            <a:off x="6989572" y="2243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4" name="F2_precision_recall_distributions_3718">
            <a:extLst>
              <a:ext uri="{FF2B5EF4-FFF2-40B4-BE49-F238E27FC236}">
                <a16:creationId xmlns:a16="http://schemas.microsoft.com/office/drawing/2014/main" id="{826A26FB-7BB7-4457-9967-DD08C03C6A27}"/>
              </a:ext>
            </a:extLst>
          </p:cNvPr>
          <p:cNvSpPr>
            <a:spLocks noGrp="1"/>
          </p:cNvSpPr>
          <p:nvPr/>
        </p:nvSpPr>
        <p:spPr>
          <a:xfrm>
            <a:off x="6986741" y="15409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5" name="F2_precision_recall_distributions_3719">
            <a:extLst>
              <a:ext uri="{FF2B5EF4-FFF2-40B4-BE49-F238E27FC236}">
                <a16:creationId xmlns:a16="http://schemas.microsoft.com/office/drawing/2014/main" id="{5C034500-0084-4B55-A039-7B0C80ACE5C2}"/>
              </a:ext>
            </a:extLst>
          </p:cNvPr>
          <p:cNvSpPr>
            <a:spLocks noGrp="1"/>
          </p:cNvSpPr>
          <p:nvPr/>
        </p:nvSpPr>
        <p:spPr>
          <a:xfrm>
            <a:off x="7217893" y="16792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6" name="F2_precision_recall_distributions_3720">
            <a:extLst>
              <a:ext uri="{FF2B5EF4-FFF2-40B4-BE49-F238E27FC236}">
                <a16:creationId xmlns:a16="http://schemas.microsoft.com/office/drawing/2014/main" id="{603CE5E0-189A-448C-9A96-597C93D1B9AC}"/>
              </a:ext>
            </a:extLst>
          </p:cNvPr>
          <p:cNvSpPr>
            <a:spLocks noGrp="1"/>
          </p:cNvSpPr>
          <p:nvPr/>
        </p:nvSpPr>
        <p:spPr>
          <a:xfrm>
            <a:off x="7277726" y="1689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7" name="F2_precision_recall_distributions_3721">
            <a:extLst>
              <a:ext uri="{FF2B5EF4-FFF2-40B4-BE49-F238E27FC236}">
                <a16:creationId xmlns:a16="http://schemas.microsoft.com/office/drawing/2014/main" id="{2475312D-BDE6-49CE-BD8E-6D130300EE22}"/>
              </a:ext>
            </a:extLst>
          </p:cNvPr>
          <p:cNvSpPr>
            <a:spLocks noGrp="1"/>
          </p:cNvSpPr>
          <p:nvPr/>
        </p:nvSpPr>
        <p:spPr>
          <a:xfrm>
            <a:off x="7190426" y="1947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8" name="F2_precision_recall_distributions_3722">
            <a:extLst>
              <a:ext uri="{FF2B5EF4-FFF2-40B4-BE49-F238E27FC236}">
                <a16:creationId xmlns:a16="http://schemas.microsoft.com/office/drawing/2014/main" id="{2B84FD30-DEB5-493F-BAE5-B7848A6212C2}"/>
              </a:ext>
            </a:extLst>
          </p:cNvPr>
          <p:cNvSpPr>
            <a:spLocks noGrp="1"/>
          </p:cNvSpPr>
          <p:nvPr/>
        </p:nvSpPr>
        <p:spPr>
          <a:xfrm>
            <a:off x="7000208" y="1643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9" name="F2_precision_recall_distributions_3723">
            <a:extLst>
              <a:ext uri="{FF2B5EF4-FFF2-40B4-BE49-F238E27FC236}">
                <a16:creationId xmlns:a16="http://schemas.microsoft.com/office/drawing/2014/main" id="{F643D6C1-CE7D-4E45-A06C-5362AE2A97F2}"/>
              </a:ext>
            </a:extLst>
          </p:cNvPr>
          <p:cNvSpPr>
            <a:spLocks noGrp="1"/>
          </p:cNvSpPr>
          <p:nvPr/>
        </p:nvSpPr>
        <p:spPr>
          <a:xfrm>
            <a:off x="7111346" y="15259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0" name="F2_precision_recall_distributions_3724">
            <a:extLst>
              <a:ext uri="{FF2B5EF4-FFF2-40B4-BE49-F238E27FC236}">
                <a16:creationId xmlns:a16="http://schemas.microsoft.com/office/drawing/2014/main" id="{4509837C-439E-4C56-B4D7-2E30490AAE15}"/>
              </a:ext>
            </a:extLst>
          </p:cNvPr>
          <p:cNvSpPr>
            <a:spLocks noGrp="1"/>
          </p:cNvSpPr>
          <p:nvPr/>
        </p:nvSpPr>
        <p:spPr>
          <a:xfrm>
            <a:off x="7093802" y="15775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1" name="F2_precision_recall_distributions_3725">
            <a:extLst>
              <a:ext uri="{FF2B5EF4-FFF2-40B4-BE49-F238E27FC236}">
                <a16:creationId xmlns:a16="http://schemas.microsoft.com/office/drawing/2014/main" id="{57C78F8B-EB29-4A3D-884C-CDBCE8A9CE0F}"/>
              </a:ext>
            </a:extLst>
          </p:cNvPr>
          <p:cNvSpPr>
            <a:spLocks noGrp="1"/>
          </p:cNvSpPr>
          <p:nvPr/>
        </p:nvSpPr>
        <p:spPr>
          <a:xfrm>
            <a:off x="7248989" y="18341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2" name="F2_precision_recall_distributions_3726">
            <a:extLst>
              <a:ext uri="{FF2B5EF4-FFF2-40B4-BE49-F238E27FC236}">
                <a16:creationId xmlns:a16="http://schemas.microsoft.com/office/drawing/2014/main" id="{70F648EF-869B-4629-8D3F-BDC2EAFA7959}"/>
              </a:ext>
            </a:extLst>
          </p:cNvPr>
          <p:cNvSpPr>
            <a:spLocks noGrp="1"/>
          </p:cNvSpPr>
          <p:nvPr/>
        </p:nvSpPr>
        <p:spPr>
          <a:xfrm>
            <a:off x="7029705" y="15649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3" name="F2_precision_recall_distributions_3727">
            <a:extLst>
              <a:ext uri="{FF2B5EF4-FFF2-40B4-BE49-F238E27FC236}">
                <a16:creationId xmlns:a16="http://schemas.microsoft.com/office/drawing/2014/main" id="{D811F9E3-B8FF-4547-B515-91AB99CC325B}"/>
              </a:ext>
            </a:extLst>
          </p:cNvPr>
          <p:cNvSpPr>
            <a:spLocks noGrp="1"/>
          </p:cNvSpPr>
          <p:nvPr/>
        </p:nvSpPr>
        <p:spPr>
          <a:xfrm>
            <a:off x="7331494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4" name="F2_precision_recall_distributions_3728">
            <a:extLst>
              <a:ext uri="{FF2B5EF4-FFF2-40B4-BE49-F238E27FC236}">
                <a16:creationId xmlns:a16="http://schemas.microsoft.com/office/drawing/2014/main" id="{55C1A864-1D32-4348-9E1B-8593DB0F895F}"/>
              </a:ext>
            </a:extLst>
          </p:cNvPr>
          <p:cNvSpPr>
            <a:spLocks noGrp="1"/>
          </p:cNvSpPr>
          <p:nvPr/>
        </p:nvSpPr>
        <p:spPr>
          <a:xfrm>
            <a:off x="7135539" y="15787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5" name="F2_precision_recall_distributions_3729">
            <a:extLst>
              <a:ext uri="{FF2B5EF4-FFF2-40B4-BE49-F238E27FC236}">
                <a16:creationId xmlns:a16="http://schemas.microsoft.com/office/drawing/2014/main" id="{49EAE25E-170C-49D3-B303-96486755DB06}"/>
              </a:ext>
            </a:extLst>
          </p:cNvPr>
          <p:cNvSpPr>
            <a:spLocks noGrp="1"/>
          </p:cNvSpPr>
          <p:nvPr/>
        </p:nvSpPr>
        <p:spPr>
          <a:xfrm>
            <a:off x="7241356" y="16393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6" name="F2_precision_recall_distributions_3730">
            <a:extLst>
              <a:ext uri="{FF2B5EF4-FFF2-40B4-BE49-F238E27FC236}">
                <a16:creationId xmlns:a16="http://schemas.microsoft.com/office/drawing/2014/main" id="{C9E4217B-928D-4D5C-957B-878F81F8CA3E}"/>
              </a:ext>
            </a:extLst>
          </p:cNvPr>
          <p:cNvSpPr>
            <a:spLocks noGrp="1"/>
          </p:cNvSpPr>
          <p:nvPr/>
        </p:nvSpPr>
        <p:spPr>
          <a:xfrm>
            <a:off x="7000575" y="2059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7" name="F2_precision_recall_distributions_3731">
            <a:extLst>
              <a:ext uri="{FF2B5EF4-FFF2-40B4-BE49-F238E27FC236}">
                <a16:creationId xmlns:a16="http://schemas.microsoft.com/office/drawing/2014/main" id="{6AC3B951-AA23-4D39-95C9-69F31B0E039C}"/>
              </a:ext>
            </a:extLst>
          </p:cNvPr>
          <p:cNvSpPr>
            <a:spLocks noGrp="1"/>
          </p:cNvSpPr>
          <p:nvPr/>
        </p:nvSpPr>
        <p:spPr>
          <a:xfrm>
            <a:off x="7237090" y="2008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8" name="F2_precision_recall_distributions_3732">
            <a:extLst>
              <a:ext uri="{FF2B5EF4-FFF2-40B4-BE49-F238E27FC236}">
                <a16:creationId xmlns:a16="http://schemas.microsoft.com/office/drawing/2014/main" id="{8EFEFA98-ADC8-4097-8245-9C46F0F71F1C}"/>
              </a:ext>
            </a:extLst>
          </p:cNvPr>
          <p:cNvSpPr>
            <a:spLocks noGrp="1"/>
          </p:cNvSpPr>
          <p:nvPr/>
        </p:nvSpPr>
        <p:spPr>
          <a:xfrm>
            <a:off x="7281531" y="2024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9" name="F2_precision_recall_distributions_3733">
            <a:extLst>
              <a:ext uri="{FF2B5EF4-FFF2-40B4-BE49-F238E27FC236}">
                <a16:creationId xmlns:a16="http://schemas.microsoft.com/office/drawing/2014/main" id="{6CFD0639-C9D2-4DF6-A1D2-849D9487015D}"/>
              </a:ext>
            </a:extLst>
          </p:cNvPr>
          <p:cNvSpPr>
            <a:spLocks noGrp="1"/>
          </p:cNvSpPr>
          <p:nvPr/>
        </p:nvSpPr>
        <p:spPr>
          <a:xfrm>
            <a:off x="6971731" y="161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0" name="F2_precision_recall_distributions_3734">
            <a:extLst>
              <a:ext uri="{FF2B5EF4-FFF2-40B4-BE49-F238E27FC236}">
                <a16:creationId xmlns:a16="http://schemas.microsoft.com/office/drawing/2014/main" id="{8B980469-600F-4318-B058-FC309604BEA6}"/>
              </a:ext>
            </a:extLst>
          </p:cNvPr>
          <p:cNvSpPr>
            <a:spLocks noGrp="1"/>
          </p:cNvSpPr>
          <p:nvPr/>
        </p:nvSpPr>
        <p:spPr>
          <a:xfrm>
            <a:off x="7310523" y="231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1" name="F2_precision_recall_distributions_3735">
            <a:extLst>
              <a:ext uri="{FF2B5EF4-FFF2-40B4-BE49-F238E27FC236}">
                <a16:creationId xmlns:a16="http://schemas.microsoft.com/office/drawing/2014/main" id="{770BB314-B158-4985-9DCF-3D2399B47E4F}"/>
              </a:ext>
            </a:extLst>
          </p:cNvPr>
          <p:cNvSpPr>
            <a:spLocks noGrp="1"/>
          </p:cNvSpPr>
          <p:nvPr/>
        </p:nvSpPr>
        <p:spPr>
          <a:xfrm>
            <a:off x="7136781" y="1898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2" name="F2_precision_recall_distributions_3736">
            <a:extLst>
              <a:ext uri="{FF2B5EF4-FFF2-40B4-BE49-F238E27FC236}">
                <a16:creationId xmlns:a16="http://schemas.microsoft.com/office/drawing/2014/main" id="{B1EA4126-1C6C-49E7-93DD-790A23228EE5}"/>
              </a:ext>
            </a:extLst>
          </p:cNvPr>
          <p:cNvSpPr>
            <a:spLocks noGrp="1"/>
          </p:cNvSpPr>
          <p:nvPr/>
        </p:nvSpPr>
        <p:spPr>
          <a:xfrm>
            <a:off x="7134504" y="1602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3" name="F2_precision_recall_distributions_3737">
            <a:extLst>
              <a:ext uri="{FF2B5EF4-FFF2-40B4-BE49-F238E27FC236}">
                <a16:creationId xmlns:a16="http://schemas.microsoft.com/office/drawing/2014/main" id="{2AF4C1A2-F294-4644-9674-67C14D5D08C8}"/>
              </a:ext>
            </a:extLst>
          </p:cNvPr>
          <p:cNvSpPr>
            <a:spLocks noGrp="1"/>
          </p:cNvSpPr>
          <p:nvPr/>
        </p:nvSpPr>
        <p:spPr>
          <a:xfrm>
            <a:off x="7118441" y="17441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4" name="F2_precision_recall_distributions_3738">
            <a:extLst>
              <a:ext uri="{FF2B5EF4-FFF2-40B4-BE49-F238E27FC236}">
                <a16:creationId xmlns:a16="http://schemas.microsoft.com/office/drawing/2014/main" id="{8614D192-856A-45E8-88C7-1C19B5591446}"/>
              </a:ext>
            </a:extLst>
          </p:cNvPr>
          <p:cNvSpPr>
            <a:spLocks noGrp="1"/>
          </p:cNvSpPr>
          <p:nvPr/>
        </p:nvSpPr>
        <p:spPr>
          <a:xfrm>
            <a:off x="71821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5" name="F2_precision_recall_distributions_3739">
            <a:extLst>
              <a:ext uri="{FF2B5EF4-FFF2-40B4-BE49-F238E27FC236}">
                <a16:creationId xmlns:a16="http://schemas.microsoft.com/office/drawing/2014/main" id="{CC71AAA4-64D9-466F-8528-06038BAE643B}"/>
              </a:ext>
            </a:extLst>
          </p:cNvPr>
          <p:cNvSpPr>
            <a:spLocks noGrp="1"/>
          </p:cNvSpPr>
          <p:nvPr/>
        </p:nvSpPr>
        <p:spPr>
          <a:xfrm>
            <a:off x="7158637" y="22406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6" name="F2_precision_recall_distributions_3740">
            <a:extLst>
              <a:ext uri="{FF2B5EF4-FFF2-40B4-BE49-F238E27FC236}">
                <a16:creationId xmlns:a16="http://schemas.microsoft.com/office/drawing/2014/main" id="{1A451983-B249-4108-A6D3-8FFC649C31C2}"/>
              </a:ext>
            </a:extLst>
          </p:cNvPr>
          <p:cNvSpPr>
            <a:spLocks noGrp="1"/>
          </p:cNvSpPr>
          <p:nvPr/>
        </p:nvSpPr>
        <p:spPr>
          <a:xfrm>
            <a:off x="70976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7" name="F2_precision_recall_distributions_3741">
            <a:extLst>
              <a:ext uri="{FF2B5EF4-FFF2-40B4-BE49-F238E27FC236}">
                <a16:creationId xmlns:a16="http://schemas.microsoft.com/office/drawing/2014/main" id="{A6336ACD-5021-4A9F-BA6F-D9F41143316C}"/>
              </a:ext>
            </a:extLst>
          </p:cNvPr>
          <p:cNvSpPr>
            <a:spLocks noGrp="1"/>
          </p:cNvSpPr>
          <p:nvPr/>
        </p:nvSpPr>
        <p:spPr>
          <a:xfrm>
            <a:off x="711729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8" name="F2_precision_recall_distributions_3742">
            <a:extLst>
              <a:ext uri="{FF2B5EF4-FFF2-40B4-BE49-F238E27FC236}">
                <a16:creationId xmlns:a16="http://schemas.microsoft.com/office/drawing/2014/main" id="{41561739-40C7-42B9-B257-F7BDA99BF72D}"/>
              </a:ext>
            </a:extLst>
          </p:cNvPr>
          <p:cNvSpPr>
            <a:spLocks noGrp="1"/>
          </p:cNvSpPr>
          <p:nvPr/>
        </p:nvSpPr>
        <p:spPr>
          <a:xfrm>
            <a:off x="7992389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6023" y="842186"/>
                </a:lnTo>
                <a:lnTo>
                  <a:pt x="23432" y="835606"/>
                </a:lnTo>
                <a:lnTo>
                  <a:pt x="50366" y="829027"/>
                </a:lnTo>
                <a:lnTo>
                  <a:pt x="84090" y="822447"/>
                </a:lnTo>
                <a:lnTo>
                  <a:pt x="121458" y="815868"/>
                </a:lnTo>
                <a:lnTo>
                  <a:pt x="159387" y="809288"/>
                </a:lnTo>
                <a:lnTo>
                  <a:pt x="195264" y="802708"/>
                </a:lnTo>
                <a:lnTo>
                  <a:pt x="227205" y="796129"/>
                </a:lnTo>
                <a:lnTo>
                  <a:pt x="254139" y="789549"/>
                </a:lnTo>
                <a:lnTo>
                  <a:pt x="275747" y="782970"/>
                </a:lnTo>
                <a:lnTo>
                  <a:pt x="292301" y="776390"/>
                </a:lnTo>
                <a:lnTo>
                  <a:pt x="304450" y="769811"/>
                </a:lnTo>
                <a:lnTo>
                  <a:pt x="313027" y="763231"/>
                </a:lnTo>
                <a:lnTo>
                  <a:pt x="318879" y="756651"/>
                </a:lnTo>
                <a:lnTo>
                  <a:pt x="322768" y="750072"/>
                </a:lnTo>
                <a:lnTo>
                  <a:pt x="325311" y="743492"/>
                </a:lnTo>
                <a:lnTo>
                  <a:pt x="326969" y="736913"/>
                </a:lnTo>
                <a:lnTo>
                  <a:pt x="328060" y="730333"/>
                </a:lnTo>
                <a:lnTo>
                  <a:pt x="328779" y="723754"/>
                </a:lnTo>
                <a:lnTo>
                  <a:pt x="329233" y="717174"/>
                </a:lnTo>
                <a:lnTo>
                  <a:pt x="329470" y="710594"/>
                </a:lnTo>
                <a:lnTo>
                  <a:pt x="329498" y="704015"/>
                </a:lnTo>
                <a:lnTo>
                  <a:pt x="329314" y="697435"/>
                </a:lnTo>
                <a:lnTo>
                  <a:pt x="328914" y="690856"/>
                </a:lnTo>
                <a:lnTo>
                  <a:pt x="328307" y="684276"/>
                </a:lnTo>
                <a:lnTo>
                  <a:pt x="327519" y="677697"/>
                </a:lnTo>
                <a:lnTo>
                  <a:pt x="326594" y="671117"/>
                </a:lnTo>
                <a:lnTo>
                  <a:pt x="325587" y="664537"/>
                </a:lnTo>
                <a:lnTo>
                  <a:pt x="324560" y="657958"/>
                </a:lnTo>
                <a:lnTo>
                  <a:pt x="323566" y="651378"/>
                </a:lnTo>
                <a:lnTo>
                  <a:pt x="322646" y="644799"/>
                </a:lnTo>
                <a:lnTo>
                  <a:pt x="321819" y="638219"/>
                </a:lnTo>
                <a:lnTo>
                  <a:pt x="321081" y="631639"/>
                </a:lnTo>
                <a:lnTo>
                  <a:pt x="320409" y="625060"/>
                </a:lnTo>
                <a:lnTo>
                  <a:pt x="319766" y="618480"/>
                </a:lnTo>
                <a:lnTo>
                  <a:pt x="319109" y="611901"/>
                </a:lnTo>
                <a:lnTo>
                  <a:pt x="318405" y="605321"/>
                </a:lnTo>
                <a:lnTo>
                  <a:pt x="317630" y="598742"/>
                </a:lnTo>
                <a:lnTo>
                  <a:pt x="316784" y="592162"/>
                </a:lnTo>
                <a:lnTo>
                  <a:pt x="315885" y="585582"/>
                </a:lnTo>
                <a:lnTo>
                  <a:pt x="314971" y="579003"/>
                </a:lnTo>
                <a:lnTo>
                  <a:pt x="314096" y="572423"/>
                </a:lnTo>
                <a:lnTo>
                  <a:pt x="313319" y="565844"/>
                </a:lnTo>
                <a:lnTo>
                  <a:pt x="312699" y="559264"/>
                </a:lnTo>
                <a:lnTo>
                  <a:pt x="312284" y="552685"/>
                </a:lnTo>
                <a:lnTo>
                  <a:pt x="312104" y="546105"/>
                </a:lnTo>
                <a:lnTo>
                  <a:pt x="312164" y="539525"/>
                </a:lnTo>
                <a:lnTo>
                  <a:pt x="312440" y="532946"/>
                </a:lnTo>
                <a:lnTo>
                  <a:pt x="312875" y="526366"/>
                </a:lnTo>
                <a:lnTo>
                  <a:pt x="313385" y="519787"/>
                </a:lnTo>
                <a:lnTo>
                  <a:pt x="313867" y="513207"/>
                </a:lnTo>
                <a:lnTo>
                  <a:pt x="314209" y="506627"/>
                </a:lnTo>
                <a:lnTo>
                  <a:pt x="314306" y="500048"/>
                </a:lnTo>
                <a:lnTo>
                  <a:pt x="314072" y="493468"/>
                </a:lnTo>
                <a:lnTo>
                  <a:pt x="313454" y="486889"/>
                </a:lnTo>
                <a:lnTo>
                  <a:pt x="312438" y="480309"/>
                </a:lnTo>
                <a:lnTo>
                  <a:pt x="311045" y="473730"/>
                </a:lnTo>
                <a:lnTo>
                  <a:pt x="309332" y="467150"/>
                </a:lnTo>
                <a:lnTo>
                  <a:pt x="307381" y="460570"/>
                </a:lnTo>
                <a:lnTo>
                  <a:pt x="305286" y="453991"/>
                </a:lnTo>
                <a:lnTo>
                  <a:pt x="303147" y="447411"/>
                </a:lnTo>
                <a:lnTo>
                  <a:pt x="301058" y="440832"/>
                </a:lnTo>
                <a:lnTo>
                  <a:pt x="299106" y="434252"/>
                </a:lnTo>
                <a:lnTo>
                  <a:pt x="297368" y="427673"/>
                </a:lnTo>
                <a:lnTo>
                  <a:pt x="295909" y="421093"/>
                </a:lnTo>
                <a:lnTo>
                  <a:pt x="294782" y="414513"/>
                </a:lnTo>
                <a:lnTo>
                  <a:pt x="294026" y="407934"/>
                </a:lnTo>
                <a:lnTo>
                  <a:pt x="293664" y="401354"/>
                </a:lnTo>
                <a:lnTo>
                  <a:pt x="293698" y="394775"/>
                </a:lnTo>
                <a:lnTo>
                  <a:pt x="294108" y="388195"/>
                </a:lnTo>
                <a:lnTo>
                  <a:pt x="294848" y="381616"/>
                </a:lnTo>
                <a:lnTo>
                  <a:pt x="295845" y="375036"/>
                </a:lnTo>
                <a:lnTo>
                  <a:pt x="297010" y="368456"/>
                </a:lnTo>
                <a:lnTo>
                  <a:pt x="298239" y="361877"/>
                </a:lnTo>
                <a:lnTo>
                  <a:pt x="299428" y="355297"/>
                </a:lnTo>
                <a:lnTo>
                  <a:pt x="300482" y="348718"/>
                </a:lnTo>
                <a:lnTo>
                  <a:pt x="301327" y="342138"/>
                </a:lnTo>
                <a:lnTo>
                  <a:pt x="301913" y="335558"/>
                </a:lnTo>
                <a:lnTo>
                  <a:pt x="302220" y="328979"/>
                </a:lnTo>
                <a:lnTo>
                  <a:pt x="302252" y="322399"/>
                </a:lnTo>
                <a:lnTo>
                  <a:pt x="302034" y="315820"/>
                </a:lnTo>
                <a:lnTo>
                  <a:pt x="301601" y="309240"/>
                </a:lnTo>
                <a:lnTo>
                  <a:pt x="300991" y="302661"/>
                </a:lnTo>
                <a:lnTo>
                  <a:pt x="300240" y="296081"/>
                </a:lnTo>
                <a:lnTo>
                  <a:pt x="299379" y="289501"/>
                </a:lnTo>
                <a:lnTo>
                  <a:pt x="298433" y="282922"/>
                </a:lnTo>
                <a:lnTo>
                  <a:pt x="297427" y="276342"/>
                </a:lnTo>
                <a:lnTo>
                  <a:pt x="296383" y="269763"/>
                </a:lnTo>
                <a:lnTo>
                  <a:pt x="295331" y="263183"/>
                </a:lnTo>
                <a:lnTo>
                  <a:pt x="294302" y="256604"/>
                </a:lnTo>
                <a:lnTo>
                  <a:pt x="293332" y="250024"/>
                </a:lnTo>
                <a:lnTo>
                  <a:pt x="292454" y="243444"/>
                </a:lnTo>
                <a:lnTo>
                  <a:pt x="291696" y="236865"/>
                </a:lnTo>
                <a:lnTo>
                  <a:pt x="291077" y="230285"/>
                </a:lnTo>
                <a:lnTo>
                  <a:pt x="290603" y="223706"/>
                </a:lnTo>
                <a:lnTo>
                  <a:pt x="290268" y="217126"/>
                </a:lnTo>
                <a:lnTo>
                  <a:pt x="290059" y="210546"/>
                </a:lnTo>
                <a:lnTo>
                  <a:pt x="289956" y="203967"/>
                </a:lnTo>
                <a:lnTo>
                  <a:pt x="289944" y="197387"/>
                </a:lnTo>
                <a:lnTo>
                  <a:pt x="290015" y="190808"/>
                </a:lnTo>
                <a:lnTo>
                  <a:pt x="290175" y="184228"/>
                </a:lnTo>
                <a:lnTo>
                  <a:pt x="290450" y="177649"/>
                </a:lnTo>
                <a:lnTo>
                  <a:pt x="290883" y="171069"/>
                </a:lnTo>
                <a:lnTo>
                  <a:pt x="291530" y="164489"/>
                </a:lnTo>
                <a:lnTo>
                  <a:pt x="292456" y="157910"/>
                </a:lnTo>
                <a:lnTo>
                  <a:pt x="293721" y="151330"/>
                </a:lnTo>
                <a:lnTo>
                  <a:pt x="295367" y="144751"/>
                </a:lnTo>
                <a:lnTo>
                  <a:pt x="297413" y="138171"/>
                </a:lnTo>
                <a:lnTo>
                  <a:pt x="299841" y="131592"/>
                </a:lnTo>
                <a:lnTo>
                  <a:pt x="302599" y="125012"/>
                </a:lnTo>
                <a:lnTo>
                  <a:pt x="305607" y="118432"/>
                </a:lnTo>
                <a:lnTo>
                  <a:pt x="308768" y="111853"/>
                </a:lnTo>
                <a:lnTo>
                  <a:pt x="311975" y="105273"/>
                </a:lnTo>
                <a:lnTo>
                  <a:pt x="315129" y="98694"/>
                </a:lnTo>
                <a:lnTo>
                  <a:pt x="318149" y="92114"/>
                </a:lnTo>
                <a:lnTo>
                  <a:pt x="320972" y="85535"/>
                </a:lnTo>
                <a:lnTo>
                  <a:pt x="323559" y="78955"/>
                </a:lnTo>
                <a:lnTo>
                  <a:pt x="325889" y="72375"/>
                </a:lnTo>
                <a:lnTo>
                  <a:pt x="327959" y="65796"/>
                </a:lnTo>
                <a:lnTo>
                  <a:pt x="329772" y="59216"/>
                </a:lnTo>
                <a:lnTo>
                  <a:pt x="331339" y="52637"/>
                </a:lnTo>
                <a:lnTo>
                  <a:pt x="332673" y="46057"/>
                </a:lnTo>
                <a:lnTo>
                  <a:pt x="333786" y="39477"/>
                </a:lnTo>
                <a:lnTo>
                  <a:pt x="334694" y="32898"/>
                </a:lnTo>
                <a:lnTo>
                  <a:pt x="335411" y="26318"/>
                </a:lnTo>
                <a:lnTo>
                  <a:pt x="335950" y="19739"/>
                </a:lnTo>
                <a:lnTo>
                  <a:pt x="336324" y="13159"/>
                </a:lnTo>
                <a:lnTo>
                  <a:pt x="336544" y="6580"/>
                </a:lnTo>
                <a:lnTo>
                  <a:pt x="336617" y="0"/>
                </a:lnTo>
                <a:lnTo>
                  <a:pt x="338480" y="0"/>
                </a:lnTo>
                <a:lnTo>
                  <a:pt x="338480" y="0"/>
                </a:lnTo>
                <a:lnTo>
                  <a:pt x="338552" y="6580"/>
                </a:lnTo>
                <a:lnTo>
                  <a:pt x="338772" y="13159"/>
                </a:lnTo>
                <a:lnTo>
                  <a:pt x="339147" y="19739"/>
                </a:lnTo>
                <a:lnTo>
                  <a:pt x="339686" y="26318"/>
                </a:lnTo>
                <a:lnTo>
                  <a:pt x="340402" y="32898"/>
                </a:lnTo>
                <a:lnTo>
                  <a:pt x="341310" y="39477"/>
                </a:lnTo>
                <a:lnTo>
                  <a:pt x="342424" y="46057"/>
                </a:lnTo>
                <a:lnTo>
                  <a:pt x="343757" y="52637"/>
                </a:lnTo>
                <a:lnTo>
                  <a:pt x="345324" y="59216"/>
                </a:lnTo>
                <a:lnTo>
                  <a:pt x="347138" y="65796"/>
                </a:lnTo>
                <a:lnTo>
                  <a:pt x="349207" y="72375"/>
                </a:lnTo>
                <a:lnTo>
                  <a:pt x="351538" y="78955"/>
                </a:lnTo>
                <a:lnTo>
                  <a:pt x="354125" y="85535"/>
                </a:lnTo>
                <a:lnTo>
                  <a:pt x="356948" y="92114"/>
                </a:lnTo>
                <a:lnTo>
                  <a:pt x="359967" y="98694"/>
                </a:lnTo>
                <a:lnTo>
                  <a:pt x="363122" y="105273"/>
                </a:lnTo>
                <a:lnTo>
                  <a:pt x="366329" y="111853"/>
                </a:lnTo>
                <a:lnTo>
                  <a:pt x="369489" y="118432"/>
                </a:lnTo>
                <a:lnTo>
                  <a:pt x="372498" y="125012"/>
                </a:lnTo>
                <a:lnTo>
                  <a:pt x="375256" y="131592"/>
                </a:lnTo>
                <a:lnTo>
                  <a:pt x="377684" y="138171"/>
                </a:lnTo>
                <a:lnTo>
                  <a:pt x="379729" y="144751"/>
                </a:lnTo>
                <a:lnTo>
                  <a:pt x="381376" y="151330"/>
                </a:lnTo>
                <a:lnTo>
                  <a:pt x="382641" y="157910"/>
                </a:lnTo>
                <a:lnTo>
                  <a:pt x="383567" y="164489"/>
                </a:lnTo>
                <a:lnTo>
                  <a:pt x="384214" y="171069"/>
                </a:lnTo>
                <a:lnTo>
                  <a:pt x="384646" y="177649"/>
                </a:lnTo>
                <a:lnTo>
                  <a:pt x="384921" y="184228"/>
                </a:lnTo>
                <a:lnTo>
                  <a:pt x="385082" y="190808"/>
                </a:lnTo>
                <a:lnTo>
                  <a:pt x="385153" y="197387"/>
                </a:lnTo>
                <a:lnTo>
                  <a:pt x="385141" y="203967"/>
                </a:lnTo>
                <a:lnTo>
                  <a:pt x="385038" y="210546"/>
                </a:lnTo>
                <a:lnTo>
                  <a:pt x="384829" y="217126"/>
                </a:lnTo>
                <a:lnTo>
                  <a:pt x="384494" y="223706"/>
                </a:lnTo>
                <a:lnTo>
                  <a:pt x="384020" y="230285"/>
                </a:lnTo>
                <a:lnTo>
                  <a:pt x="383401" y="236865"/>
                </a:lnTo>
                <a:lnTo>
                  <a:pt x="382643" y="243444"/>
                </a:lnTo>
                <a:lnTo>
                  <a:pt x="381765" y="250024"/>
                </a:lnTo>
                <a:lnTo>
                  <a:pt x="380795" y="256604"/>
                </a:lnTo>
                <a:lnTo>
                  <a:pt x="379766" y="263183"/>
                </a:lnTo>
                <a:lnTo>
                  <a:pt x="378713" y="269763"/>
                </a:lnTo>
                <a:lnTo>
                  <a:pt x="377670" y="276342"/>
                </a:lnTo>
                <a:lnTo>
                  <a:pt x="376663" y="282922"/>
                </a:lnTo>
                <a:lnTo>
                  <a:pt x="375717" y="289501"/>
                </a:lnTo>
                <a:lnTo>
                  <a:pt x="374856" y="296081"/>
                </a:lnTo>
                <a:lnTo>
                  <a:pt x="374106" y="302661"/>
                </a:lnTo>
                <a:lnTo>
                  <a:pt x="373496" y="309240"/>
                </a:lnTo>
                <a:lnTo>
                  <a:pt x="373063" y="315820"/>
                </a:lnTo>
                <a:lnTo>
                  <a:pt x="372844" y="322399"/>
                </a:lnTo>
                <a:lnTo>
                  <a:pt x="372877" y="328979"/>
                </a:lnTo>
                <a:lnTo>
                  <a:pt x="373184" y="335558"/>
                </a:lnTo>
                <a:lnTo>
                  <a:pt x="373770" y="342138"/>
                </a:lnTo>
                <a:lnTo>
                  <a:pt x="374614" y="348718"/>
                </a:lnTo>
                <a:lnTo>
                  <a:pt x="375669" y="355297"/>
                </a:lnTo>
                <a:lnTo>
                  <a:pt x="376858" y="361877"/>
                </a:lnTo>
                <a:lnTo>
                  <a:pt x="378087" y="368456"/>
                </a:lnTo>
                <a:lnTo>
                  <a:pt x="379251" y="375036"/>
                </a:lnTo>
                <a:lnTo>
                  <a:pt x="380249" y="381616"/>
                </a:lnTo>
                <a:lnTo>
                  <a:pt x="380988" y="388195"/>
                </a:lnTo>
                <a:lnTo>
                  <a:pt x="381398" y="394775"/>
                </a:lnTo>
                <a:lnTo>
                  <a:pt x="381432" y="401354"/>
                </a:lnTo>
                <a:lnTo>
                  <a:pt x="381070" y="407934"/>
                </a:lnTo>
                <a:lnTo>
                  <a:pt x="380314" y="414513"/>
                </a:lnTo>
                <a:lnTo>
                  <a:pt x="379187" y="421093"/>
                </a:lnTo>
                <a:lnTo>
                  <a:pt x="377728" y="427673"/>
                </a:lnTo>
                <a:lnTo>
                  <a:pt x="375990" y="434252"/>
                </a:lnTo>
                <a:lnTo>
                  <a:pt x="374039" y="440832"/>
                </a:lnTo>
                <a:lnTo>
                  <a:pt x="371950" y="447411"/>
                </a:lnTo>
                <a:lnTo>
                  <a:pt x="369810" y="453991"/>
                </a:lnTo>
                <a:lnTo>
                  <a:pt x="367716" y="460570"/>
                </a:lnTo>
                <a:lnTo>
                  <a:pt x="365764" y="467150"/>
                </a:lnTo>
                <a:lnTo>
                  <a:pt x="364052" y="473730"/>
                </a:lnTo>
                <a:lnTo>
                  <a:pt x="362659" y="480309"/>
                </a:lnTo>
                <a:lnTo>
                  <a:pt x="361642" y="486889"/>
                </a:lnTo>
                <a:lnTo>
                  <a:pt x="361025" y="493468"/>
                </a:lnTo>
                <a:lnTo>
                  <a:pt x="360791" y="500048"/>
                </a:lnTo>
                <a:lnTo>
                  <a:pt x="360888" y="506627"/>
                </a:lnTo>
                <a:lnTo>
                  <a:pt x="361230" y="513207"/>
                </a:lnTo>
                <a:lnTo>
                  <a:pt x="361712" y="519787"/>
                </a:lnTo>
                <a:lnTo>
                  <a:pt x="362222" y="526366"/>
                </a:lnTo>
                <a:lnTo>
                  <a:pt x="362657" y="532946"/>
                </a:lnTo>
                <a:lnTo>
                  <a:pt x="362932" y="539525"/>
                </a:lnTo>
                <a:lnTo>
                  <a:pt x="362993" y="546105"/>
                </a:lnTo>
                <a:lnTo>
                  <a:pt x="362813" y="552685"/>
                </a:lnTo>
                <a:lnTo>
                  <a:pt x="362398" y="559264"/>
                </a:lnTo>
                <a:lnTo>
                  <a:pt x="361777" y="565844"/>
                </a:lnTo>
                <a:lnTo>
                  <a:pt x="361000" y="572423"/>
                </a:lnTo>
                <a:lnTo>
                  <a:pt x="360125" y="579003"/>
                </a:lnTo>
                <a:lnTo>
                  <a:pt x="359212" y="585582"/>
                </a:lnTo>
                <a:lnTo>
                  <a:pt x="358313" y="592162"/>
                </a:lnTo>
                <a:lnTo>
                  <a:pt x="357467" y="598742"/>
                </a:lnTo>
                <a:lnTo>
                  <a:pt x="356692" y="605321"/>
                </a:lnTo>
                <a:lnTo>
                  <a:pt x="355987" y="611901"/>
                </a:lnTo>
                <a:lnTo>
                  <a:pt x="355331" y="618480"/>
                </a:lnTo>
                <a:lnTo>
                  <a:pt x="354687" y="625060"/>
                </a:lnTo>
                <a:lnTo>
                  <a:pt x="354015" y="631639"/>
                </a:lnTo>
                <a:lnTo>
                  <a:pt x="353277" y="638219"/>
                </a:lnTo>
                <a:lnTo>
                  <a:pt x="352450" y="644799"/>
                </a:lnTo>
                <a:lnTo>
                  <a:pt x="351531" y="651378"/>
                </a:lnTo>
                <a:lnTo>
                  <a:pt x="350537" y="657958"/>
                </a:lnTo>
                <a:lnTo>
                  <a:pt x="349509" y="664537"/>
                </a:lnTo>
                <a:lnTo>
                  <a:pt x="348503" y="671117"/>
                </a:lnTo>
                <a:lnTo>
                  <a:pt x="347578" y="677697"/>
                </a:lnTo>
                <a:lnTo>
                  <a:pt x="346790" y="684276"/>
                </a:lnTo>
                <a:lnTo>
                  <a:pt x="346182" y="690856"/>
                </a:lnTo>
                <a:lnTo>
                  <a:pt x="345782" y="697435"/>
                </a:lnTo>
                <a:lnTo>
                  <a:pt x="345598" y="704015"/>
                </a:lnTo>
                <a:lnTo>
                  <a:pt x="345627" y="710594"/>
                </a:lnTo>
                <a:lnTo>
                  <a:pt x="345863" y="717174"/>
                </a:lnTo>
                <a:lnTo>
                  <a:pt x="346318" y="723754"/>
                </a:lnTo>
                <a:lnTo>
                  <a:pt x="347037" y="730333"/>
                </a:lnTo>
                <a:lnTo>
                  <a:pt x="348127" y="736913"/>
                </a:lnTo>
                <a:lnTo>
                  <a:pt x="349786" y="743492"/>
                </a:lnTo>
                <a:lnTo>
                  <a:pt x="352329" y="750072"/>
                </a:lnTo>
                <a:lnTo>
                  <a:pt x="356217" y="756651"/>
                </a:lnTo>
                <a:lnTo>
                  <a:pt x="362069" y="763231"/>
                </a:lnTo>
                <a:lnTo>
                  <a:pt x="370646" y="769811"/>
                </a:lnTo>
                <a:lnTo>
                  <a:pt x="382796" y="776390"/>
                </a:lnTo>
                <a:lnTo>
                  <a:pt x="399349" y="782970"/>
                </a:lnTo>
                <a:lnTo>
                  <a:pt x="420958" y="789549"/>
                </a:lnTo>
                <a:lnTo>
                  <a:pt x="447891" y="796129"/>
                </a:lnTo>
                <a:lnTo>
                  <a:pt x="479832" y="802708"/>
                </a:lnTo>
                <a:lnTo>
                  <a:pt x="515710" y="809288"/>
                </a:lnTo>
                <a:lnTo>
                  <a:pt x="553639" y="815868"/>
                </a:lnTo>
                <a:lnTo>
                  <a:pt x="591006" y="822447"/>
                </a:lnTo>
                <a:lnTo>
                  <a:pt x="624731" y="829027"/>
                </a:lnTo>
                <a:lnTo>
                  <a:pt x="651664" y="835606"/>
                </a:lnTo>
                <a:lnTo>
                  <a:pt x="66907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929" name="F2_precision_recall_distributions_3743">
            <a:extLst>
              <a:ext uri="{FF2B5EF4-FFF2-40B4-BE49-F238E27FC236}">
                <a16:creationId xmlns:a16="http://schemas.microsoft.com/office/drawing/2014/main" id="{9E20A9A4-64B3-4802-9557-3AFA8E0FA2B8}"/>
              </a:ext>
            </a:extLst>
          </p:cNvPr>
          <p:cNvSpPr>
            <a:spLocks noGrp="1"/>
          </p:cNvSpPr>
          <p:nvPr/>
        </p:nvSpPr>
        <p:spPr>
          <a:xfrm>
            <a:off x="82789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0" name="F2_precision_recall_distributions_3744">
            <a:extLst>
              <a:ext uri="{FF2B5EF4-FFF2-40B4-BE49-F238E27FC236}">
                <a16:creationId xmlns:a16="http://schemas.microsoft.com/office/drawing/2014/main" id="{7340EAD6-E29B-4238-9AC7-F0C0A22EA2BC}"/>
              </a:ext>
            </a:extLst>
          </p:cNvPr>
          <p:cNvSpPr>
            <a:spLocks noGrp="1"/>
          </p:cNvSpPr>
          <p:nvPr/>
        </p:nvSpPr>
        <p:spPr>
          <a:xfrm>
            <a:off x="8285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1" name="F2_precision_recall_distributions_3745">
            <a:extLst>
              <a:ext uri="{FF2B5EF4-FFF2-40B4-BE49-F238E27FC236}">
                <a16:creationId xmlns:a16="http://schemas.microsoft.com/office/drawing/2014/main" id="{E0522C90-90DE-4E78-88D9-A1491BF156FE}"/>
              </a:ext>
            </a:extLst>
          </p:cNvPr>
          <p:cNvSpPr>
            <a:spLocks noGrp="1"/>
          </p:cNvSpPr>
          <p:nvPr/>
        </p:nvSpPr>
        <p:spPr>
          <a:xfrm>
            <a:off x="8273894" y="19882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2" name="F2_precision_recall_distributions_3746">
            <a:extLst>
              <a:ext uri="{FF2B5EF4-FFF2-40B4-BE49-F238E27FC236}">
                <a16:creationId xmlns:a16="http://schemas.microsoft.com/office/drawing/2014/main" id="{C0CEA4D7-B31A-4246-B46E-7A302B0B354D}"/>
              </a:ext>
            </a:extLst>
          </p:cNvPr>
          <p:cNvSpPr>
            <a:spLocks noGrp="1"/>
          </p:cNvSpPr>
          <p:nvPr/>
        </p:nvSpPr>
        <p:spPr>
          <a:xfrm>
            <a:off x="83735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3" name="F2_precision_recall_distributions_3747">
            <a:extLst>
              <a:ext uri="{FF2B5EF4-FFF2-40B4-BE49-F238E27FC236}">
                <a16:creationId xmlns:a16="http://schemas.microsoft.com/office/drawing/2014/main" id="{D29C1788-14CB-4504-AD75-BF409ACB13C2}"/>
              </a:ext>
            </a:extLst>
          </p:cNvPr>
          <p:cNvSpPr>
            <a:spLocks noGrp="1"/>
          </p:cNvSpPr>
          <p:nvPr/>
        </p:nvSpPr>
        <p:spPr>
          <a:xfrm>
            <a:off x="8254665" y="1808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4" name="F2_precision_recall_distributions_3748">
            <a:extLst>
              <a:ext uri="{FF2B5EF4-FFF2-40B4-BE49-F238E27FC236}">
                <a16:creationId xmlns:a16="http://schemas.microsoft.com/office/drawing/2014/main" id="{4448AE86-043C-4FBE-A3C7-BEDDEF968359}"/>
              </a:ext>
            </a:extLst>
          </p:cNvPr>
          <p:cNvSpPr>
            <a:spLocks noGrp="1"/>
          </p:cNvSpPr>
          <p:nvPr/>
        </p:nvSpPr>
        <p:spPr>
          <a:xfrm>
            <a:off x="81329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5" name="F2_precision_recall_distributions_3749">
            <a:extLst>
              <a:ext uri="{FF2B5EF4-FFF2-40B4-BE49-F238E27FC236}">
                <a16:creationId xmlns:a16="http://schemas.microsoft.com/office/drawing/2014/main" id="{66DF26FF-1F29-4BBF-B4B8-F7B5FEC26387}"/>
              </a:ext>
            </a:extLst>
          </p:cNvPr>
          <p:cNvSpPr>
            <a:spLocks noGrp="1"/>
          </p:cNvSpPr>
          <p:nvPr/>
        </p:nvSpPr>
        <p:spPr>
          <a:xfrm>
            <a:off x="81515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6" name="F2_precision_recall_distributions_3750">
            <a:extLst>
              <a:ext uri="{FF2B5EF4-FFF2-40B4-BE49-F238E27FC236}">
                <a16:creationId xmlns:a16="http://schemas.microsoft.com/office/drawing/2014/main" id="{7BB8E813-A619-4FED-BFE9-A1761201B8DF}"/>
              </a:ext>
            </a:extLst>
          </p:cNvPr>
          <p:cNvSpPr>
            <a:spLocks noGrp="1"/>
          </p:cNvSpPr>
          <p:nvPr/>
        </p:nvSpPr>
        <p:spPr>
          <a:xfrm>
            <a:off x="8203595" y="15826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7" name="F2_precision_recall_distributions_3751">
            <a:extLst>
              <a:ext uri="{FF2B5EF4-FFF2-40B4-BE49-F238E27FC236}">
                <a16:creationId xmlns:a16="http://schemas.microsoft.com/office/drawing/2014/main" id="{E7692D35-56C0-4323-B9E7-9328058CB544}"/>
              </a:ext>
            </a:extLst>
          </p:cNvPr>
          <p:cNvSpPr>
            <a:spLocks noGrp="1"/>
          </p:cNvSpPr>
          <p:nvPr/>
        </p:nvSpPr>
        <p:spPr>
          <a:xfrm>
            <a:off x="83228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8" name="F2_precision_recall_distributions_3752">
            <a:extLst>
              <a:ext uri="{FF2B5EF4-FFF2-40B4-BE49-F238E27FC236}">
                <a16:creationId xmlns:a16="http://schemas.microsoft.com/office/drawing/2014/main" id="{62D4D914-BBB2-4F24-9ADA-FBD82B20D196}"/>
              </a:ext>
            </a:extLst>
          </p:cNvPr>
          <p:cNvSpPr>
            <a:spLocks noGrp="1"/>
          </p:cNvSpPr>
          <p:nvPr/>
        </p:nvSpPr>
        <p:spPr>
          <a:xfrm>
            <a:off x="8482322" y="16855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9" name="F2_precision_recall_distributions_3753">
            <a:extLst>
              <a:ext uri="{FF2B5EF4-FFF2-40B4-BE49-F238E27FC236}">
                <a16:creationId xmlns:a16="http://schemas.microsoft.com/office/drawing/2014/main" id="{C2ABD5A6-7016-4A65-B022-ACAC8E51CBB1}"/>
              </a:ext>
            </a:extLst>
          </p:cNvPr>
          <p:cNvSpPr>
            <a:spLocks noGrp="1"/>
          </p:cNvSpPr>
          <p:nvPr/>
        </p:nvSpPr>
        <p:spPr>
          <a:xfrm>
            <a:off x="8199225" y="19238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0" name="F2_precision_recall_distributions_3754">
            <a:extLst>
              <a:ext uri="{FF2B5EF4-FFF2-40B4-BE49-F238E27FC236}">
                <a16:creationId xmlns:a16="http://schemas.microsoft.com/office/drawing/2014/main" id="{A8F54898-BF78-4F00-9D41-822A30D3545C}"/>
              </a:ext>
            </a:extLst>
          </p:cNvPr>
          <p:cNvSpPr>
            <a:spLocks noGrp="1"/>
          </p:cNvSpPr>
          <p:nvPr/>
        </p:nvSpPr>
        <p:spPr>
          <a:xfrm>
            <a:off x="8479091" y="1860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1" name="F2_precision_recall_distributions_3755">
            <a:extLst>
              <a:ext uri="{FF2B5EF4-FFF2-40B4-BE49-F238E27FC236}">
                <a16:creationId xmlns:a16="http://schemas.microsoft.com/office/drawing/2014/main" id="{0362E224-AB99-49B3-8DC8-596983762759}"/>
              </a:ext>
            </a:extLst>
          </p:cNvPr>
          <p:cNvSpPr>
            <a:spLocks noGrp="1"/>
          </p:cNvSpPr>
          <p:nvPr/>
        </p:nvSpPr>
        <p:spPr>
          <a:xfrm>
            <a:off x="8411766" y="1669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2" name="F2_precision_recall_distributions_3756">
            <a:extLst>
              <a:ext uri="{FF2B5EF4-FFF2-40B4-BE49-F238E27FC236}">
                <a16:creationId xmlns:a16="http://schemas.microsoft.com/office/drawing/2014/main" id="{5A4C51C9-D919-4E65-8ECB-CE394B3205D9}"/>
              </a:ext>
            </a:extLst>
          </p:cNvPr>
          <p:cNvSpPr>
            <a:spLocks noGrp="1"/>
          </p:cNvSpPr>
          <p:nvPr/>
        </p:nvSpPr>
        <p:spPr>
          <a:xfrm>
            <a:off x="82736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3" name="F2_precision_recall_distributions_3757">
            <a:extLst>
              <a:ext uri="{FF2B5EF4-FFF2-40B4-BE49-F238E27FC236}">
                <a16:creationId xmlns:a16="http://schemas.microsoft.com/office/drawing/2014/main" id="{D4E9A3EF-653C-4FD8-9B89-3F24EF71DB53}"/>
              </a:ext>
            </a:extLst>
          </p:cNvPr>
          <p:cNvSpPr>
            <a:spLocks noGrp="1"/>
          </p:cNvSpPr>
          <p:nvPr/>
        </p:nvSpPr>
        <p:spPr>
          <a:xfrm>
            <a:off x="8209330" y="20664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4" name="F2_precision_recall_distributions_3758">
            <a:extLst>
              <a:ext uri="{FF2B5EF4-FFF2-40B4-BE49-F238E27FC236}">
                <a16:creationId xmlns:a16="http://schemas.microsoft.com/office/drawing/2014/main" id="{E2E52BDC-75A7-49B7-8BB7-367BF8CDB794}"/>
              </a:ext>
            </a:extLst>
          </p:cNvPr>
          <p:cNvSpPr>
            <a:spLocks noGrp="1"/>
          </p:cNvSpPr>
          <p:nvPr/>
        </p:nvSpPr>
        <p:spPr>
          <a:xfrm>
            <a:off x="8397840" y="1687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5" name="F2_precision_recall_distributions_3759">
            <a:extLst>
              <a:ext uri="{FF2B5EF4-FFF2-40B4-BE49-F238E27FC236}">
                <a16:creationId xmlns:a16="http://schemas.microsoft.com/office/drawing/2014/main" id="{CA6CAFD2-5F4B-4431-B360-72F44F3E445F}"/>
              </a:ext>
            </a:extLst>
          </p:cNvPr>
          <p:cNvSpPr>
            <a:spLocks noGrp="1"/>
          </p:cNvSpPr>
          <p:nvPr/>
        </p:nvSpPr>
        <p:spPr>
          <a:xfrm>
            <a:off x="83819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6" name="F2_precision_recall_distributions_3760">
            <a:extLst>
              <a:ext uri="{FF2B5EF4-FFF2-40B4-BE49-F238E27FC236}">
                <a16:creationId xmlns:a16="http://schemas.microsoft.com/office/drawing/2014/main" id="{BE551947-707F-4497-83A1-A48BCE44AB7A}"/>
              </a:ext>
            </a:extLst>
          </p:cNvPr>
          <p:cNvSpPr>
            <a:spLocks noGrp="1"/>
          </p:cNvSpPr>
          <p:nvPr/>
        </p:nvSpPr>
        <p:spPr>
          <a:xfrm>
            <a:off x="8378992" y="16345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7" name="F2_precision_recall_distributions_3761">
            <a:extLst>
              <a:ext uri="{FF2B5EF4-FFF2-40B4-BE49-F238E27FC236}">
                <a16:creationId xmlns:a16="http://schemas.microsoft.com/office/drawing/2014/main" id="{4CB58FD9-C177-4661-B1FD-59901C01A56B}"/>
              </a:ext>
            </a:extLst>
          </p:cNvPr>
          <p:cNvSpPr>
            <a:spLocks noGrp="1"/>
          </p:cNvSpPr>
          <p:nvPr/>
        </p:nvSpPr>
        <p:spPr>
          <a:xfrm>
            <a:off x="8161678" y="16066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8" name="F2_precision_recall_distributions_3762">
            <a:extLst>
              <a:ext uri="{FF2B5EF4-FFF2-40B4-BE49-F238E27FC236}">
                <a16:creationId xmlns:a16="http://schemas.microsoft.com/office/drawing/2014/main" id="{4FA8CC8C-8A4E-42B8-8FAE-BED7F8882897}"/>
              </a:ext>
            </a:extLst>
          </p:cNvPr>
          <p:cNvSpPr>
            <a:spLocks noGrp="1"/>
          </p:cNvSpPr>
          <p:nvPr/>
        </p:nvSpPr>
        <p:spPr>
          <a:xfrm>
            <a:off x="8164897" y="1848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9" name="F2_precision_recall_distributions_3763">
            <a:extLst>
              <a:ext uri="{FF2B5EF4-FFF2-40B4-BE49-F238E27FC236}">
                <a16:creationId xmlns:a16="http://schemas.microsoft.com/office/drawing/2014/main" id="{7791C77D-7C30-4F9F-9372-E14DF368F4AA}"/>
              </a:ext>
            </a:extLst>
          </p:cNvPr>
          <p:cNvSpPr>
            <a:spLocks noGrp="1"/>
          </p:cNvSpPr>
          <p:nvPr/>
        </p:nvSpPr>
        <p:spPr>
          <a:xfrm>
            <a:off x="8241020" y="1919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0" name="F2_precision_recall_distributions_3764">
            <a:extLst>
              <a:ext uri="{FF2B5EF4-FFF2-40B4-BE49-F238E27FC236}">
                <a16:creationId xmlns:a16="http://schemas.microsoft.com/office/drawing/2014/main" id="{FB509598-0367-4769-AFEF-DCF6FE892058}"/>
              </a:ext>
            </a:extLst>
          </p:cNvPr>
          <p:cNvSpPr>
            <a:spLocks noGrp="1"/>
          </p:cNvSpPr>
          <p:nvPr/>
        </p:nvSpPr>
        <p:spPr>
          <a:xfrm>
            <a:off x="83915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1" name="F2_precision_recall_distributions_3765">
            <a:extLst>
              <a:ext uri="{FF2B5EF4-FFF2-40B4-BE49-F238E27FC236}">
                <a16:creationId xmlns:a16="http://schemas.microsoft.com/office/drawing/2014/main" id="{21DF1289-41C3-46DA-8394-006A00C53BB9}"/>
              </a:ext>
            </a:extLst>
          </p:cNvPr>
          <p:cNvSpPr>
            <a:spLocks noGrp="1"/>
          </p:cNvSpPr>
          <p:nvPr/>
        </p:nvSpPr>
        <p:spPr>
          <a:xfrm>
            <a:off x="8450673" y="19321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2" name="F2_precision_recall_distributions_3766">
            <a:extLst>
              <a:ext uri="{FF2B5EF4-FFF2-40B4-BE49-F238E27FC236}">
                <a16:creationId xmlns:a16="http://schemas.microsoft.com/office/drawing/2014/main" id="{F41EE3A8-C9C8-47E7-BD77-DB1C16BB9C96}"/>
              </a:ext>
            </a:extLst>
          </p:cNvPr>
          <p:cNvSpPr>
            <a:spLocks noGrp="1"/>
          </p:cNvSpPr>
          <p:nvPr/>
        </p:nvSpPr>
        <p:spPr>
          <a:xfrm>
            <a:off x="8414375" y="17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3" name="F2_precision_recall_distributions_3767">
            <a:extLst>
              <a:ext uri="{FF2B5EF4-FFF2-40B4-BE49-F238E27FC236}">
                <a16:creationId xmlns:a16="http://schemas.microsoft.com/office/drawing/2014/main" id="{CE3AE0F9-1E01-4D72-B95E-169E91759FD0}"/>
              </a:ext>
            </a:extLst>
          </p:cNvPr>
          <p:cNvSpPr>
            <a:spLocks noGrp="1"/>
          </p:cNvSpPr>
          <p:nvPr/>
        </p:nvSpPr>
        <p:spPr>
          <a:xfrm>
            <a:off x="83589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4" name="F2_precision_recall_distributions_3768">
            <a:extLst>
              <a:ext uri="{FF2B5EF4-FFF2-40B4-BE49-F238E27FC236}">
                <a16:creationId xmlns:a16="http://schemas.microsoft.com/office/drawing/2014/main" id="{600FA120-F75B-4716-9F16-59D4230EE9E6}"/>
              </a:ext>
            </a:extLst>
          </p:cNvPr>
          <p:cNvSpPr>
            <a:spLocks noGrp="1"/>
          </p:cNvSpPr>
          <p:nvPr/>
        </p:nvSpPr>
        <p:spPr>
          <a:xfrm>
            <a:off x="8287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5" name="F2_precision_recall_distributions_3769">
            <a:extLst>
              <a:ext uri="{FF2B5EF4-FFF2-40B4-BE49-F238E27FC236}">
                <a16:creationId xmlns:a16="http://schemas.microsoft.com/office/drawing/2014/main" id="{0D8A2059-D6AE-46E1-81D0-69C5E4958A52}"/>
              </a:ext>
            </a:extLst>
          </p:cNvPr>
          <p:cNvSpPr>
            <a:spLocks noGrp="1"/>
          </p:cNvSpPr>
          <p:nvPr/>
        </p:nvSpPr>
        <p:spPr>
          <a:xfrm>
            <a:off x="8374537" y="2000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6" name="F2_precision_recall_distributions_3770">
            <a:extLst>
              <a:ext uri="{FF2B5EF4-FFF2-40B4-BE49-F238E27FC236}">
                <a16:creationId xmlns:a16="http://schemas.microsoft.com/office/drawing/2014/main" id="{E08B5114-2F56-40E8-A1C4-084580640C47}"/>
              </a:ext>
            </a:extLst>
          </p:cNvPr>
          <p:cNvSpPr>
            <a:spLocks noGrp="1"/>
          </p:cNvSpPr>
          <p:nvPr/>
        </p:nvSpPr>
        <p:spPr>
          <a:xfrm>
            <a:off x="84613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7" name="F2_precision_recall_distributions_3771">
            <a:extLst>
              <a:ext uri="{FF2B5EF4-FFF2-40B4-BE49-F238E27FC236}">
                <a16:creationId xmlns:a16="http://schemas.microsoft.com/office/drawing/2014/main" id="{0F4E73B8-FB3D-447D-B806-B883FFC775EE}"/>
              </a:ext>
            </a:extLst>
          </p:cNvPr>
          <p:cNvSpPr>
            <a:spLocks noGrp="1"/>
          </p:cNvSpPr>
          <p:nvPr/>
        </p:nvSpPr>
        <p:spPr>
          <a:xfrm>
            <a:off x="8383134" y="1621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8" name="F2_precision_recall_distributions_3772">
            <a:extLst>
              <a:ext uri="{FF2B5EF4-FFF2-40B4-BE49-F238E27FC236}">
                <a16:creationId xmlns:a16="http://schemas.microsoft.com/office/drawing/2014/main" id="{9012CD6A-1DC2-4D9C-8094-A35824DF33C6}"/>
              </a:ext>
            </a:extLst>
          </p:cNvPr>
          <p:cNvSpPr>
            <a:spLocks noGrp="1"/>
          </p:cNvSpPr>
          <p:nvPr/>
        </p:nvSpPr>
        <p:spPr>
          <a:xfrm>
            <a:off x="8400883" y="16183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9" name="F2_precision_recall_distributions_3773">
            <a:extLst>
              <a:ext uri="{FF2B5EF4-FFF2-40B4-BE49-F238E27FC236}">
                <a16:creationId xmlns:a16="http://schemas.microsoft.com/office/drawing/2014/main" id="{5A5C7528-E72C-4DC6-B704-345EF7F5D7AD}"/>
              </a:ext>
            </a:extLst>
          </p:cNvPr>
          <p:cNvSpPr>
            <a:spLocks noGrp="1"/>
          </p:cNvSpPr>
          <p:nvPr/>
        </p:nvSpPr>
        <p:spPr>
          <a:xfrm>
            <a:off x="83000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0" name="F2_precision_recall_distributions_3774">
            <a:extLst>
              <a:ext uri="{FF2B5EF4-FFF2-40B4-BE49-F238E27FC236}">
                <a16:creationId xmlns:a16="http://schemas.microsoft.com/office/drawing/2014/main" id="{7479D08D-E701-4AB7-994D-95ADC63FD794}"/>
              </a:ext>
            </a:extLst>
          </p:cNvPr>
          <p:cNvSpPr>
            <a:spLocks noGrp="1"/>
          </p:cNvSpPr>
          <p:nvPr/>
        </p:nvSpPr>
        <p:spPr>
          <a:xfrm>
            <a:off x="8352932" y="1878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1" name="F2_precision_recall_distributions_3775">
            <a:extLst>
              <a:ext uri="{FF2B5EF4-FFF2-40B4-BE49-F238E27FC236}">
                <a16:creationId xmlns:a16="http://schemas.microsoft.com/office/drawing/2014/main" id="{5A2E7875-D7C6-4BA8-8023-BE82DB2BBF53}"/>
              </a:ext>
            </a:extLst>
          </p:cNvPr>
          <p:cNvSpPr>
            <a:spLocks noGrp="1"/>
          </p:cNvSpPr>
          <p:nvPr/>
        </p:nvSpPr>
        <p:spPr>
          <a:xfrm>
            <a:off x="83858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2" name="F2_precision_recall_distributions_3776">
            <a:extLst>
              <a:ext uri="{FF2B5EF4-FFF2-40B4-BE49-F238E27FC236}">
                <a16:creationId xmlns:a16="http://schemas.microsoft.com/office/drawing/2014/main" id="{1E059B64-6305-4A64-A806-C68DB1B4819A}"/>
              </a:ext>
            </a:extLst>
          </p:cNvPr>
          <p:cNvSpPr>
            <a:spLocks noGrp="1"/>
          </p:cNvSpPr>
          <p:nvPr/>
        </p:nvSpPr>
        <p:spPr>
          <a:xfrm>
            <a:off x="8238484" y="161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3" name="F2_precision_recall_distributions_3777">
            <a:extLst>
              <a:ext uri="{FF2B5EF4-FFF2-40B4-BE49-F238E27FC236}">
                <a16:creationId xmlns:a16="http://schemas.microsoft.com/office/drawing/2014/main" id="{FEC9CDBD-95A5-4B5E-8E8D-94FED51921F3}"/>
              </a:ext>
            </a:extLst>
          </p:cNvPr>
          <p:cNvSpPr>
            <a:spLocks noGrp="1"/>
          </p:cNvSpPr>
          <p:nvPr/>
        </p:nvSpPr>
        <p:spPr>
          <a:xfrm>
            <a:off x="826051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4" name="F2_precision_recall_distributions_3778">
            <a:extLst>
              <a:ext uri="{FF2B5EF4-FFF2-40B4-BE49-F238E27FC236}">
                <a16:creationId xmlns:a16="http://schemas.microsoft.com/office/drawing/2014/main" id="{DE8E3ABD-ABB6-43F5-B6BA-3596F4FE7805}"/>
              </a:ext>
            </a:extLst>
          </p:cNvPr>
          <p:cNvSpPr>
            <a:spLocks noGrp="1"/>
          </p:cNvSpPr>
          <p:nvPr/>
        </p:nvSpPr>
        <p:spPr>
          <a:xfrm>
            <a:off x="8464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5" name="F2_precision_recall_distributions_3779">
            <a:extLst>
              <a:ext uri="{FF2B5EF4-FFF2-40B4-BE49-F238E27FC236}">
                <a16:creationId xmlns:a16="http://schemas.microsoft.com/office/drawing/2014/main" id="{45E9F47F-1DC9-495E-BC69-A05A2E426344}"/>
              </a:ext>
            </a:extLst>
          </p:cNvPr>
          <p:cNvSpPr>
            <a:spLocks noGrp="1"/>
          </p:cNvSpPr>
          <p:nvPr/>
        </p:nvSpPr>
        <p:spPr>
          <a:xfrm>
            <a:off x="82373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6" name="F2_precision_recall_distributions_3780">
            <a:extLst>
              <a:ext uri="{FF2B5EF4-FFF2-40B4-BE49-F238E27FC236}">
                <a16:creationId xmlns:a16="http://schemas.microsoft.com/office/drawing/2014/main" id="{88720554-8718-4FC6-96CF-57C15ECDED47}"/>
              </a:ext>
            </a:extLst>
          </p:cNvPr>
          <p:cNvSpPr>
            <a:spLocks noGrp="1"/>
          </p:cNvSpPr>
          <p:nvPr/>
        </p:nvSpPr>
        <p:spPr>
          <a:xfrm>
            <a:off x="8468661" y="16947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7" name="F2_precision_recall_distributions_3781">
            <a:extLst>
              <a:ext uri="{FF2B5EF4-FFF2-40B4-BE49-F238E27FC236}">
                <a16:creationId xmlns:a16="http://schemas.microsoft.com/office/drawing/2014/main" id="{4B2A1980-2CA2-4AF3-91A2-86D089DF1C94}"/>
              </a:ext>
            </a:extLst>
          </p:cNvPr>
          <p:cNvSpPr>
            <a:spLocks noGrp="1"/>
          </p:cNvSpPr>
          <p:nvPr/>
        </p:nvSpPr>
        <p:spPr>
          <a:xfrm>
            <a:off x="819447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8" name="F2_precision_recall_distributions_3782">
            <a:extLst>
              <a:ext uri="{FF2B5EF4-FFF2-40B4-BE49-F238E27FC236}">
                <a16:creationId xmlns:a16="http://schemas.microsoft.com/office/drawing/2014/main" id="{E5860143-0DD5-46C1-A2D2-D53D84E3CFD4}"/>
              </a:ext>
            </a:extLst>
          </p:cNvPr>
          <p:cNvSpPr>
            <a:spLocks noGrp="1"/>
          </p:cNvSpPr>
          <p:nvPr/>
        </p:nvSpPr>
        <p:spPr>
          <a:xfrm>
            <a:off x="8457396" y="1737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9" name="F2_precision_recall_distributions_3783">
            <a:extLst>
              <a:ext uri="{FF2B5EF4-FFF2-40B4-BE49-F238E27FC236}">
                <a16:creationId xmlns:a16="http://schemas.microsoft.com/office/drawing/2014/main" id="{2EFB6D1E-7570-4023-8CBF-FFE2A3A29195}"/>
              </a:ext>
            </a:extLst>
          </p:cNvPr>
          <p:cNvSpPr>
            <a:spLocks noGrp="1"/>
          </p:cNvSpPr>
          <p:nvPr/>
        </p:nvSpPr>
        <p:spPr>
          <a:xfrm>
            <a:off x="8195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0" name="F2_precision_recall_distributions_3784">
            <a:extLst>
              <a:ext uri="{FF2B5EF4-FFF2-40B4-BE49-F238E27FC236}">
                <a16:creationId xmlns:a16="http://schemas.microsoft.com/office/drawing/2014/main" id="{FEE869E6-743B-4695-A8C6-9A1D7B41DEA0}"/>
              </a:ext>
            </a:extLst>
          </p:cNvPr>
          <p:cNvSpPr>
            <a:spLocks noGrp="1"/>
          </p:cNvSpPr>
          <p:nvPr/>
        </p:nvSpPr>
        <p:spPr>
          <a:xfrm>
            <a:off x="8426758" y="16996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1" name="F2_precision_recall_distributions_3785">
            <a:extLst>
              <a:ext uri="{FF2B5EF4-FFF2-40B4-BE49-F238E27FC236}">
                <a16:creationId xmlns:a16="http://schemas.microsoft.com/office/drawing/2014/main" id="{F6C9037C-95EF-4BCC-82C6-145A6CD160B4}"/>
              </a:ext>
            </a:extLst>
          </p:cNvPr>
          <p:cNvSpPr>
            <a:spLocks noGrp="1"/>
          </p:cNvSpPr>
          <p:nvPr/>
        </p:nvSpPr>
        <p:spPr>
          <a:xfrm>
            <a:off x="83951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2" name="F2_precision_recall_distributions_3786">
            <a:extLst>
              <a:ext uri="{FF2B5EF4-FFF2-40B4-BE49-F238E27FC236}">
                <a16:creationId xmlns:a16="http://schemas.microsoft.com/office/drawing/2014/main" id="{94FF73D9-C9AF-4BA8-B547-2867AAF7D136}"/>
              </a:ext>
            </a:extLst>
          </p:cNvPr>
          <p:cNvSpPr>
            <a:spLocks noGrp="1"/>
          </p:cNvSpPr>
          <p:nvPr/>
        </p:nvSpPr>
        <p:spPr>
          <a:xfrm>
            <a:off x="827077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3" name="F2_precision_recall_distributions_3787">
            <a:extLst>
              <a:ext uri="{FF2B5EF4-FFF2-40B4-BE49-F238E27FC236}">
                <a16:creationId xmlns:a16="http://schemas.microsoft.com/office/drawing/2014/main" id="{777448EF-DEFB-44DE-BBC7-3E08987160CA}"/>
              </a:ext>
            </a:extLst>
          </p:cNvPr>
          <p:cNvSpPr>
            <a:spLocks noGrp="1"/>
          </p:cNvSpPr>
          <p:nvPr/>
        </p:nvSpPr>
        <p:spPr>
          <a:xfrm>
            <a:off x="838003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4" name="F2_precision_recall_distributions_3788">
            <a:extLst>
              <a:ext uri="{FF2B5EF4-FFF2-40B4-BE49-F238E27FC236}">
                <a16:creationId xmlns:a16="http://schemas.microsoft.com/office/drawing/2014/main" id="{A34D5422-D81F-4C34-9EB6-08220D5B461C}"/>
              </a:ext>
            </a:extLst>
          </p:cNvPr>
          <p:cNvSpPr>
            <a:spLocks noGrp="1"/>
          </p:cNvSpPr>
          <p:nvPr/>
        </p:nvSpPr>
        <p:spPr>
          <a:xfrm>
            <a:off x="8200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5" name="F2_precision_recall_distributions_3789">
            <a:extLst>
              <a:ext uri="{FF2B5EF4-FFF2-40B4-BE49-F238E27FC236}">
                <a16:creationId xmlns:a16="http://schemas.microsoft.com/office/drawing/2014/main" id="{71455F72-91C5-4480-8D18-3CA23011D08E}"/>
              </a:ext>
            </a:extLst>
          </p:cNvPr>
          <p:cNvSpPr>
            <a:spLocks noGrp="1"/>
          </p:cNvSpPr>
          <p:nvPr/>
        </p:nvSpPr>
        <p:spPr>
          <a:xfrm>
            <a:off x="8412896" y="1890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6" name="F2_precision_recall_distributions_3790">
            <a:extLst>
              <a:ext uri="{FF2B5EF4-FFF2-40B4-BE49-F238E27FC236}">
                <a16:creationId xmlns:a16="http://schemas.microsoft.com/office/drawing/2014/main" id="{AF28188A-E0CE-4FA8-9BA6-A569D15D5FCC}"/>
              </a:ext>
            </a:extLst>
          </p:cNvPr>
          <p:cNvSpPr>
            <a:spLocks noGrp="1"/>
          </p:cNvSpPr>
          <p:nvPr/>
        </p:nvSpPr>
        <p:spPr>
          <a:xfrm>
            <a:off x="823493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7" name="F2_precision_recall_distributions_3791">
            <a:extLst>
              <a:ext uri="{FF2B5EF4-FFF2-40B4-BE49-F238E27FC236}">
                <a16:creationId xmlns:a16="http://schemas.microsoft.com/office/drawing/2014/main" id="{0B4EFCBA-96B0-4331-8EA3-793DAF9F73A9}"/>
              </a:ext>
            </a:extLst>
          </p:cNvPr>
          <p:cNvSpPr>
            <a:spLocks noGrp="1"/>
          </p:cNvSpPr>
          <p:nvPr/>
        </p:nvSpPr>
        <p:spPr>
          <a:xfrm>
            <a:off x="8349422" y="17751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8" name="F2_precision_recall_distributions_3792">
            <a:extLst>
              <a:ext uri="{FF2B5EF4-FFF2-40B4-BE49-F238E27FC236}">
                <a16:creationId xmlns:a16="http://schemas.microsoft.com/office/drawing/2014/main" id="{098711DE-1BA8-411C-8424-A9AD351C57E2}"/>
              </a:ext>
            </a:extLst>
          </p:cNvPr>
          <p:cNvSpPr>
            <a:spLocks noGrp="1"/>
          </p:cNvSpPr>
          <p:nvPr/>
        </p:nvSpPr>
        <p:spPr>
          <a:xfrm>
            <a:off x="8465465" y="1882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9" name="F2_precision_recall_distributions_3793">
            <a:extLst>
              <a:ext uri="{FF2B5EF4-FFF2-40B4-BE49-F238E27FC236}">
                <a16:creationId xmlns:a16="http://schemas.microsoft.com/office/drawing/2014/main" id="{EBA9544E-E58B-496A-B4C9-7CE600F1C02B}"/>
              </a:ext>
            </a:extLst>
          </p:cNvPr>
          <p:cNvSpPr>
            <a:spLocks noGrp="1"/>
          </p:cNvSpPr>
          <p:nvPr/>
        </p:nvSpPr>
        <p:spPr>
          <a:xfrm>
            <a:off x="8403174" y="18930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0" name="F2_precision_recall_distributions_3794">
            <a:extLst>
              <a:ext uri="{FF2B5EF4-FFF2-40B4-BE49-F238E27FC236}">
                <a16:creationId xmlns:a16="http://schemas.microsoft.com/office/drawing/2014/main" id="{8F03100D-58E9-44D9-92DC-6A7920CE9B23}"/>
              </a:ext>
            </a:extLst>
          </p:cNvPr>
          <p:cNvSpPr>
            <a:spLocks noGrp="1"/>
          </p:cNvSpPr>
          <p:nvPr/>
        </p:nvSpPr>
        <p:spPr>
          <a:xfrm>
            <a:off x="822308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1" name="F2_precision_recall_distributions_3795">
            <a:extLst>
              <a:ext uri="{FF2B5EF4-FFF2-40B4-BE49-F238E27FC236}">
                <a16:creationId xmlns:a16="http://schemas.microsoft.com/office/drawing/2014/main" id="{6CFC692E-6C33-4C9B-A2DE-44B700CA0E48}"/>
              </a:ext>
            </a:extLst>
          </p:cNvPr>
          <p:cNvSpPr>
            <a:spLocks noGrp="1"/>
          </p:cNvSpPr>
          <p:nvPr/>
        </p:nvSpPr>
        <p:spPr>
          <a:xfrm>
            <a:off x="8287841" y="18759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2" name="F2_precision_recall_distributions_3796">
            <a:extLst>
              <a:ext uri="{FF2B5EF4-FFF2-40B4-BE49-F238E27FC236}">
                <a16:creationId xmlns:a16="http://schemas.microsoft.com/office/drawing/2014/main" id="{C6B294B3-6AD2-4CEB-AF89-25B7008B31CE}"/>
              </a:ext>
            </a:extLst>
          </p:cNvPr>
          <p:cNvSpPr>
            <a:spLocks noGrp="1"/>
          </p:cNvSpPr>
          <p:nvPr/>
        </p:nvSpPr>
        <p:spPr>
          <a:xfrm>
            <a:off x="8130218" y="1848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3" name="F2_precision_recall_distributions_3797">
            <a:extLst>
              <a:ext uri="{FF2B5EF4-FFF2-40B4-BE49-F238E27FC236}">
                <a16:creationId xmlns:a16="http://schemas.microsoft.com/office/drawing/2014/main" id="{FE3EA994-BBCE-4C69-9AC1-12FC97EBF021}"/>
              </a:ext>
            </a:extLst>
          </p:cNvPr>
          <p:cNvSpPr>
            <a:spLocks noGrp="1"/>
          </p:cNvSpPr>
          <p:nvPr/>
        </p:nvSpPr>
        <p:spPr>
          <a:xfrm>
            <a:off x="83511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4" name="F2_precision_recall_distributions_3798">
            <a:extLst>
              <a:ext uri="{FF2B5EF4-FFF2-40B4-BE49-F238E27FC236}">
                <a16:creationId xmlns:a16="http://schemas.microsoft.com/office/drawing/2014/main" id="{2C495CD7-63D9-404E-9FAB-4339B0C86674}"/>
              </a:ext>
            </a:extLst>
          </p:cNvPr>
          <p:cNvSpPr>
            <a:spLocks noGrp="1"/>
          </p:cNvSpPr>
          <p:nvPr/>
        </p:nvSpPr>
        <p:spPr>
          <a:xfrm>
            <a:off x="8374947" y="16458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5" name="F2_precision_recall_distributions_3799">
            <a:extLst>
              <a:ext uri="{FF2B5EF4-FFF2-40B4-BE49-F238E27FC236}">
                <a16:creationId xmlns:a16="http://schemas.microsoft.com/office/drawing/2014/main" id="{F0F59E42-3161-4A19-A0B0-1AE817330C2D}"/>
              </a:ext>
            </a:extLst>
          </p:cNvPr>
          <p:cNvSpPr>
            <a:spLocks noGrp="1"/>
          </p:cNvSpPr>
          <p:nvPr/>
        </p:nvSpPr>
        <p:spPr>
          <a:xfrm>
            <a:off x="8136392" y="1862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6" name="F2_precision_recall_distributions_3800">
            <a:extLst>
              <a:ext uri="{FF2B5EF4-FFF2-40B4-BE49-F238E27FC236}">
                <a16:creationId xmlns:a16="http://schemas.microsoft.com/office/drawing/2014/main" id="{8351B190-6AE3-49B7-91EA-076F2698EA6A}"/>
              </a:ext>
            </a:extLst>
          </p:cNvPr>
          <p:cNvSpPr>
            <a:spLocks noGrp="1"/>
          </p:cNvSpPr>
          <p:nvPr/>
        </p:nvSpPr>
        <p:spPr>
          <a:xfrm>
            <a:off x="8351939" y="1773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7" name="F2_precision_recall_distributions_3801">
            <a:extLst>
              <a:ext uri="{FF2B5EF4-FFF2-40B4-BE49-F238E27FC236}">
                <a16:creationId xmlns:a16="http://schemas.microsoft.com/office/drawing/2014/main" id="{33CA4DDB-9B87-4809-9DA2-8E0522298ED2}"/>
              </a:ext>
            </a:extLst>
          </p:cNvPr>
          <p:cNvSpPr>
            <a:spLocks noGrp="1"/>
          </p:cNvSpPr>
          <p:nvPr/>
        </p:nvSpPr>
        <p:spPr>
          <a:xfrm>
            <a:off x="8232086" y="17831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8" name="F2_precision_recall_distributions_3802">
            <a:extLst>
              <a:ext uri="{FF2B5EF4-FFF2-40B4-BE49-F238E27FC236}">
                <a16:creationId xmlns:a16="http://schemas.microsoft.com/office/drawing/2014/main" id="{F1EF7503-7413-40AE-AAE9-884798FD11A9}"/>
              </a:ext>
            </a:extLst>
          </p:cNvPr>
          <p:cNvSpPr>
            <a:spLocks noGrp="1"/>
          </p:cNvSpPr>
          <p:nvPr/>
        </p:nvSpPr>
        <p:spPr>
          <a:xfrm>
            <a:off x="8165318" y="1718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9" name="F2_precision_recall_distributions_3803">
            <a:extLst>
              <a:ext uri="{FF2B5EF4-FFF2-40B4-BE49-F238E27FC236}">
                <a16:creationId xmlns:a16="http://schemas.microsoft.com/office/drawing/2014/main" id="{EB4BC921-72A8-4F00-82C1-99C54FF46914}"/>
              </a:ext>
            </a:extLst>
          </p:cNvPr>
          <p:cNvSpPr>
            <a:spLocks noGrp="1"/>
          </p:cNvSpPr>
          <p:nvPr/>
        </p:nvSpPr>
        <p:spPr>
          <a:xfrm>
            <a:off x="8498242" y="1642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0" name="F2_precision_recall_distributions_3804">
            <a:extLst>
              <a:ext uri="{FF2B5EF4-FFF2-40B4-BE49-F238E27FC236}">
                <a16:creationId xmlns:a16="http://schemas.microsoft.com/office/drawing/2014/main" id="{FF7309F7-EA6A-46C5-ABEE-FE5730435816}"/>
              </a:ext>
            </a:extLst>
          </p:cNvPr>
          <p:cNvSpPr>
            <a:spLocks noGrp="1"/>
          </p:cNvSpPr>
          <p:nvPr/>
        </p:nvSpPr>
        <p:spPr>
          <a:xfrm>
            <a:off x="83313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1" name="F2_precision_recall_distributions_3805">
            <a:extLst>
              <a:ext uri="{FF2B5EF4-FFF2-40B4-BE49-F238E27FC236}">
                <a16:creationId xmlns:a16="http://schemas.microsoft.com/office/drawing/2014/main" id="{6A6A644E-956E-4454-9ACE-87A82225C3D1}"/>
              </a:ext>
            </a:extLst>
          </p:cNvPr>
          <p:cNvSpPr>
            <a:spLocks noGrp="1"/>
          </p:cNvSpPr>
          <p:nvPr/>
        </p:nvSpPr>
        <p:spPr>
          <a:xfrm>
            <a:off x="820828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2" name="F2_precision_recall_distributions_3806">
            <a:extLst>
              <a:ext uri="{FF2B5EF4-FFF2-40B4-BE49-F238E27FC236}">
                <a16:creationId xmlns:a16="http://schemas.microsoft.com/office/drawing/2014/main" id="{5046C5C2-2FBD-4D78-A093-89647EED8276}"/>
              </a:ext>
            </a:extLst>
          </p:cNvPr>
          <p:cNvSpPr>
            <a:spLocks noGrp="1"/>
          </p:cNvSpPr>
          <p:nvPr/>
        </p:nvSpPr>
        <p:spPr>
          <a:xfrm>
            <a:off x="83526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3" name="F2_precision_recall_distributions_3807">
            <a:extLst>
              <a:ext uri="{FF2B5EF4-FFF2-40B4-BE49-F238E27FC236}">
                <a16:creationId xmlns:a16="http://schemas.microsoft.com/office/drawing/2014/main" id="{878DB822-8B89-40E3-B457-70EBB7DA4750}"/>
              </a:ext>
            </a:extLst>
          </p:cNvPr>
          <p:cNvSpPr>
            <a:spLocks noGrp="1"/>
          </p:cNvSpPr>
          <p:nvPr/>
        </p:nvSpPr>
        <p:spPr>
          <a:xfrm>
            <a:off x="8341653" y="1647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4" name="F2_precision_recall_distributions_3808">
            <a:extLst>
              <a:ext uri="{FF2B5EF4-FFF2-40B4-BE49-F238E27FC236}">
                <a16:creationId xmlns:a16="http://schemas.microsoft.com/office/drawing/2014/main" id="{E88FE262-216A-453D-831B-936E492914BD}"/>
              </a:ext>
            </a:extLst>
          </p:cNvPr>
          <p:cNvSpPr>
            <a:spLocks noGrp="1"/>
          </p:cNvSpPr>
          <p:nvPr/>
        </p:nvSpPr>
        <p:spPr>
          <a:xfrm>
            <a:off x="848528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5" name="F2_precision_recall_distributions_3809">
            <a:extLst>
              <a:ext uri="{FF2B5EF4-FFF2-40B4-BE49-F238E27FC236}">
                <a16:creationId xmlns:a16="http://schemas.microsoft.com/office/drawing/2014/main" id="{31ACC0D3-44E9-4CA0-8B67-E1130C876AE2}"/>
              </a:ext>
            </a:extLst>
          </p:cNvPr>
          <p:cNvSpPr>
            <a:spLocks noGrp="1"/>
          </p:cNvSpPr>
          <p:nvPr/>
        </p:nvSpPr>
        <p:spPr>
          <a:xfrm>
            <a:off x="8200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6" name="F2_precision_recall_distributions_3810">
            <a:extLst>
              <a:ext uri="{FF2B5EF4-FFF2-40B4-BE49-F238E27FC236}">
                <a16:creationId xmlns:a16="http://schemas.microsoft.com/office/drawing/2014/main" id="{92B8B80D-FC6F-4F6B-B10E-EC8B90773EBB}"/>
              </a:ext>
            </a:extLst>
          </p:cNvPr>
          <p:cNvSpPr>
            <a:spLocks noGrp="1"/>
          </p:cNvSpPr>
          <p:nvPr/>
        </p:nvSpPr>
        <p:spPr>
          <a:xfrm>
            <a:off x="81936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7" name="F2_precision_recall_distributions_3811">
            <a:extLst>
              <a:ext uri="{FF2B5EF4-FFF2-40B4-BE49-F238E27FC236}">
                <a16:creationId xmlns:a16="http://schemas.microsoft.com/office/drawing/2014/main" id="{67F80C23-B4A3-4035-902F-F31E3312B169}"/>
              </a:ext>
            </a:extLst>
          </p:cNvPr>
          <p:cNvSpPr>
            <a:spLocks noGrp="1"/>
          </p:cNvSpPr>
          <p:nvPr/>
        </p:nvSpPr>
        <p:spPr>
          <a:xfrm>
            <a:off x="8330189" y="17393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8" name="F2_precision_recall_distributions_3812">
            <a:extLst>
              <a:ext uri="{FF2B5EF4-FFF2-40B4-BE49-F238E27FC236}">
                <a16:creationId xmlns:a16="http://schemas.microsoft.com/office/drawing/2014/main" id="{55C8F98E-A748-4986-828C-6FACEECBE601}"/>
              </a:ext>
            </a:extLst>
          </p:cNvPr>
          <p:cNvSpPr>
            <a:spLocks noGrp="1"/>
          </p:cNvSpPr>
          <p:nvPr/>
        </p:nvSpPr>
        <p:spPr>
          <a:xfrm>
            <a:off x="83617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9" name="F2_precision_recall_distributions_3813">
            <a:extLst>
              <a:ext uri="{FF2B5EF4-FFF2-40B4-BE49-F238E27FC236}">
                <a16:creationId xmlns:a16="http://schemas.microsoft.com/office/drawing/2014/main" id="{6AC331A5-F013-4E1C-9490-B4CFE13CA1B5}"/>
              </a:ext>
            </a:extLst>
          </p:cNvPr>
          <p:cNvSpPr>
            <a:spLocks noGrp="1"/>
          </p:cNvSpPr>
          <p:nvPr/>
        </p:nvSpPr>
        <p:spPr>
          <a:xfrm>
            <a:off x="8222001" y="1689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0" name="F2_precision_recall_distributions_3814">
            <a:extLst>
              <a:ext uri="{FF2B5EF4-FFF2-40B4-BE49-F238E27FC236}">
                <a16:creationId xmlns:a16="http://schemas.microsoft.com/office/drawing/2014/main" id="{136CCAB5-B082-4199-9B39-97E5AE27AFCE}"/>
              </a:ext>
            </a:extLst>
          </p:cNvPr>
          <p:cNvSpPr>
            <a:spLocks noGrp="1"/>
          </p:cNvSpPr>
          <p:nvPr/>
        </p:nvSpPr>
        <p:spPr>
          <a:xfrm>
            <a:off x="8499015" y="18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1" name="F2_precision_recall_distributions_3815">
            <a:extLst>
              <a:ext uri="{FF2B5EF4-FFF2-40B4-BE49-F238E27FC236}">
                <a16:creationId xmlns:a16="http://schemas.microsoft.com/office/drawing/2014/main" id="{B6BB6CCA-DE65-4C0A-868B-5E05C36C0F45}"/>
              </a:ext>
            </a:extLst>
          </p:cNvPr>
          <p:cNvSpPr>
            <a:spLocks noGrp="1"/>
          </p:cNvSpPr>
          <p:nvPr/>
        </p:nvSpPr>
        <p:spPr>
          <a:xfrm>
            <a:off x="8400598" y="2283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2" name="F2_precision_recall_distributions_3816">
            <a:extLst>
              <a:ext uri="{FF2B5EF4-FFF2-40B4-BE49-F238E27FC236}">
                <a16:creationId xmlns:a16="http://schemas.microsoft.com/office/drawing/2014/main" id="{82ECE69A-BED4-4EA1-A01F-4CE00456DE34}"/>
              </a:ext>
            </a:extLst>
          </p:cNvPr>
          <p:cNvSpPr>
            <a:spLocks noGrp="1"/>
          </p:cNvSpPr>
          <p:nvPr/>
        </p:nvSpPr>
        <p:spPr>
          <a:xfrm>
            <a:off x="8391914" y="18837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3" name="F2_precision_recall_distributions_3817">
            <a:extLst>
              <a:ext uri="{FF2B5EF4-FFF2-40B4-BE49-F238E27FC236}">
                <a16:creationId xmlns:a16="http://schemas.microsoft.com/office/drawing/2014/main" id="{64BF92B3-98E7-42B8-A862-9E69AE8FF64C}"/>
              </a:ext>
            </a:extLst>
          </p:cNvPr>
          <p:cNvSpPr>
            <a:spLocks noGrp="1"/>
          </p:cNvSpPr>
          <p:nvPr/>
        </p:nvSpPr>
        <p:spPr>
          <a:xfrm>
            <a:off x="8445245" y="2123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4" name="F2_precision_recall_distributions_3818">
            <a:extLst>
              <a:ext uri="{FF2B5EF4-FFF2-40B4-BE49-F238E27FC236}">
                <a16:creationId xmlns:a16="http://schemas.microsoft.com/office/drawing/2014/main" id="{130483BB-5C53-41F5-9A05-7BECD1AABC90}"/>
              </a:ext>
            </a:extLst>
          </p:cNvPr>
          <p:cNvSpPr>
            <a:spLocks noGrp="1"/>
          </p:cNvSpPr>
          <p:nvPr/>
        </p:nvSpPr>
        <p:spPr>
          <a:xfrm>
            <a:off x="8364501" y="22778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5" name="F2_precision_recall_distributions_3819">
            <a:extLst>
              <a:ext uri="{FF2B5EF4-FFF2-40B4-BE49-F238E27FC236}">
                <a16:creationId xmlns:a16="http://schemas.microsoft.com/office/drawing/2014/main" id="{9FA70960-9C47-4983-9B5D-972CC3C7695E}"/>
              </a:ext>
            </a:extLst>
          </p:cNvPr>
          <p:cNvSpPr>
            <a:spLocks noGrp="1"/>
          </p:cNvSpPr>
          <p:nvPr/>
        </p:nvSpPr>
        <p:spPr>
          <a:xfrm>
            <a:off x="850109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6" name="F2_precision_recall_distributions_3820">
            <a:extLst>
              <a:ext uri="{FF2B5EF4-FFF2-40B4-BE49-F238E27FC236}">
                <a16:creationId xmlns:a16="http://schemas.microsoft.com/office/drawing/2014/main" id="{63BE1850-6887-409B-812A-DF44BF5CA76F}"/>
              </a:ext>
            </a:extLst>
          </p:cNvPr>
          <p:cNvSpPr>
            <a:spLocks noGrp="1"/>
          </p:cNvSpPr>
          <p:nvPr/>
        </p:nvSpPr>
        <p:spPr>
          <a:xfrm>
            <a:off x="8239735" y="16476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7" name="F2_precision_recall_distributions_3821">
            <a:extLst>
              <a:ext uri="{FF2B5EF4-FFF2-40B4-BE49-F238E27FC236}">
                <a16:creationId xmlns:a16="http://schemas.microsoft.com/office/drawing/2014/main" id="{79209A2E-31D4-4D2A-9DED-3848A81B0AA1}"/>
              </a:ext>
            </a:extLst>
          </p:cNvPr>
          <p:cNvSpPr>
            <a:spLocks noGrp="1"/>
          </p:cNvSpPr>
          <p:nvPr/>
        </p:nvSpPr>
        <p:spPr>
          <a:xfrm>
            <a:off x="8381925" y="2323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8" name="F2_precision_recall_distributions_3822">
            <a:extLst>
              <a:ext uri="{FF2B5EF4-FFF2-40B4-BE49-F238E27FC236}">
                <a16:creationId xmlns:a16="http://schemas.microsoft.com/office/drawing/2014/main" id="{EF24A0F7-1A7A-41B9-BB74-9E50E3E8BD1D}"/>
              </a:ext>
            </a:extLst>
          </p:cNvPr>
          <p:cNvSpPr>
            <a:spLocks noGrp="1"/>
          </p:cNvSpPr>
          <p:nvPr/>
        </p:nvSpPr>
        <p:spPr>
          <a:xfrm>
            <a:off x="8497365" y="23412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9" name="F2_precision_recall_distributions_3823">
            <a:extLst>
              <a:ext uri="{FF2B5EF4-FFF2-40B4-BE49-F238E27FC236}">
                <a16:creationId xmlns:a16="http://schemas.microsoft.com/office/drawing/2014/main" id="{52179839-65C1-4047-B745-F22889BF1D32}"/>
              </a:ext>
            </a:extLst>
          </p:cNvPr>
          <p:cNvSpPr>
            <a:spLocks noGrp="1"/>
          </p:cNvSpPr>
          <p:nvPr/>
        </p:nvSpPr>
        <p:spPr>
          <a:xfrm>
            <a:off x="8146715" y="1661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0" name="F2_precision_recall_distributions_3824">
            <a:extLst>
              <a:ext uri="{FF2B5EF4-FFF2-40B4-BE49-F238E27FC236}">
                <a16:creationId xmlns:a16="http://schemas.microsoft.com/office/drawing/2014/main" id="{513EF407-D023-45D5-8D14-5188251FCF02}"/>
              </a:ext>
            </a:extLst>
          </p:cNvPr>
          <p:cNvSpPr>
            <a:spLocks noGrp="1"/>
          </p:cNvSpPr>
          <p:nvPr/>
        </p:nvSpPr>
        <p:spPr>
          <a:xfrm>
            <a:off x="8249857" y="1820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1" name="F2_precision_recall_distributions_3825">
            <a:extLst>
              <a:ext uri="{FF2B5EF4-FFF2-40B4-BE49-F238E27FC236}">
                <a16:creationId xmlns:a16="http://schemas.microsoft.com/office/drawing/2014/main" id="{F23332A1-BB10-42AA-95F6-97F94AA42810}"/>
              </a:ext>
            </a:extLst>
          </p:cNvPr>
          <p:cNvSpPr>
            <a:spLocks noGrp="1"/>
          </p:cNvSpPr>
          <p:nvPr/>
        </p:nvSpPr>
        <p:spPr>
          <a:xfrm>
            <a:off x="8284622" y="1891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2" name="F2_precision_recall_distributions_3826">
            <a:extLst>
              <a:ext uri="{FF2B5EF4-FFF2-40B4-BE49-F238E27FC236}">
                <a16:creationId xmlns:a16="http://schemas.microsoft.com/office/drawing/2014/main" id="{62A823F2-3D8B-4808-A738-BB40D6AAF912}"/>
              </a:ext>
            </a:extLst>
          </p:cNvPr>
          <p:cNvSpPr>
            <a:spLocks noGrp="1"/>
          </p:cNvSpPr>
          <p:nvPr/>
        </p:nvSpPr>
        <p:spPr>
          <a:xfrm>
            <a:off x="840540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3" name="F2_precision_recall_distributions_3827">
            <a:extLst>
              <a:ext uri="{FF2B5EF4-FFF2-40B4-BE49-F238E27FC236}">
                <a16:creationId xmlns:a16="http://schemas.microsoft.com/office/drawing/2014/main" id="{F3D1B041-4138-478B-9079-C9F45EE1A22D}"/>
              </a:ext>
            </a:extLst>
          </p:cNvPr>
          <p:cNvSpPr>
            <a:spLocks noGrp="1"/>
          </p:cNvSpPr>
          <p:nvPr/>
        </p:nvSpPr>
        <p:spPr>
          <a:xfrm>
            <a:off x="8209766" y="1688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4" name="F2_precision_recall_distributions_3828">
            <a:extLst>
              <a:ext uri="{FF2B5EF4-FFF2-40B4-BE49-F238E27FC236}">
                <a16:creationId xmlns:a16="http://schemas.microsoft.com/office/drawing/2014/main" id="{8E2956F6-242E-4095-B172-B2D8B34FF22F}"/>
              </a:ext>
            </a:extLst>
          </p:cNvPr>
          <p:cNvSpPr>
            <a:spLocks noGrp="1"/>
          </p:cNvSpPr>
          <p:nvPr/>
        </p:nvSpPr>
        <p:spPr>
          <a:xfrm>
            <a:off x="8263856" y="16440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5" name="F2_precision_recall_distributions_3829">
            <a:extLst>
              <a:ext uri="{FF2B5EF4-FFF2-40B4-BE49-F238E27FC236}">
                <a16:creationId xmlns:a16="http://schemas.microsoft.com/office/drawing/2014/main" id="{5A03AF06-B21F-49C5-84B7-EEF26826CF40}"/>
              </a:ext>
            </a:extLst>
          </p:cNvPr>
          <p:cNvSpPr>
            <a:spLocks noGrp="1"/>
          </p:cNvSpPr>
          <p:nvPr/>
        </p:nvSpPr>
        <p:spPr>
          <a:xfrm>
            <a:off x="8294539" y="2149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6" name="F2_precision_recall_distributions_3830">
            <a:extLst>
              <a:ext uri="{FF2B5EF4-FFF2-40B4-BE49-F238E27FC236}">
                <a16:creationId xmlns:a16="http://schemas.microsoft.com/office/drawing/2014/main" id="{C8061D12-C2C6-4D73-83B4-27C909180063}"/>
              </a:ext>
            </a:extLst>
          </p:cNvPr>
          <p:cNvSpPr>
            <a:spLocks noGrp="1"/>
          </p:cNvSpPr>
          <p:nvPr/>
        </p:nvSpPr>
        <p:spPr>
          <a:xfrm>
            <a:off x="83020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7" name="F2_precision_recall_distributions_3831">
            <a:extLst>
              <a:ext uri="{FF2B5EF4-FFF2-40B4-BE49-F238E27FC236}">
                <a16:creationId xmlns:a16="http://schemas.microsoft.com/office/drawing/2014/main" id="{C4D55E83-3C3E-4A18-87BD-C16D0CC9137C}"/>
              </a:ext>
            </a:extLst>
          </p:cNvPr>
          <p:cNvSpPr>
            <a:spLocks noGrp="1"/>
          </p:cNvSpPr>
          <p:nvPr/>
        </p:nvSpPr>
        <p:spPr>
          <a:xfrm>
            <a:off x="813874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8" name="F2_precision_recall_distributions_3832">
            <a:extLst>
              <a:ext uri="{FF2B5EF4-FFF2-40B4-BE49-F238E27FC236}">
                <a16:creationId xmlns:a16="http://schemas.microsoft.com/office/drawing/2014/main" id="{70898470-D8EC-4C6B-88A7-BD08B1612377}"/>
              </a:ext>
            </a:extLst>
          </p:cNvPr>
          <p:cNvSpPr>
            <a:spLocks noGrp="1"/>
          </p:cNvSpPr>
          <p:nvPr/>
        </p:nvSpPr>
        <p:spPr>
          <a:xfrm>
            <a:off x="8254527" y="16756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9" name="F2_precision_recall_distributions_3833">
            <a:extLst>
              <a:ext uri="{FF2B5EF4-FFF2-40B4-BE49-F238E27FC236}">
                <a16:creationId xmlns:a16="http://schemas.microsoft.com/office/drawing/2014/main" id="{B3D0A3C4-EDDC-427B-A7F1-F6297C69D31A}"/>
              </a:ext>
            </a:extLst>
          </p:cNvPr>
          <p:cNvSpPr>
            <a:spLocks noGrp="1"/>
          </p:cNvSpPr>
          <p:nvPr/>
        </p:nvSpPr>
        <p:spPr>
          <a:xfrm>
            <a:off x="82503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0" name="F2_precision_recall_distributions_3834">
            <a:extLst>
              <a:ext uri="{FF2B5EF4-FFF2-40B4-BE49-F238E27FC236}">
                <a16:creationId xmlns:a16="http://schemas.microsoft.com/office/drawing/2014/main" id="{579882A3-B011-461F-847B-606FC2EB09E3}"/>
              </a:ext>
            </a:extLst>
          </p:cNvPr>
          <p:cNvSpPr>
            <a:spLocks noGrp="1"/>
          </p:cNvSpPr>
          <p:nvPr/>
        </p:nvSpPr>
        <p:spPr>
          <a:xfrm>
            <a:off x="8472178" y="2285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1" name="F2_precision_recall_distributions_3835">
            <a:extLst>
              <a:ext uri="{FF2B5EF4-FFF2-40B4-BE49-F238E27FC236}">
                <a16:creationId xmlns:a16="http://schemas.microsoft.com/office/drawing/2014/main" id="{2300ABB1-B977-4583-8A7B-8361ACB633F0}"/>
              </a:ext>
            </a:extLst>
          </p:cNvPr>
          <p:cNvSpPr>
            <a:spLocks noGrp="1"/>
          </p:cNvSpPr>
          <p:nvPr/>
        </p:nvSpPr>
        <p:spPr>
          <a:xfrm>
            <a:off x="81744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2" name="F2_precision_recall_distributions_3836">
            <a:extLst>
              <a:ext uri="{FF2B5EF4-FFF2-40B4-BE49-F238E27FC236}">
                <a16:creationId xmlns:a16="http://schemas.microsoft.com/office/drawing/2014/main" id="{0AB35BBB-90BB-4704-89ED-BD487CCA31AD}"/>
              </a:ext>
            </a:extLst>
          </p:cNvPr>
          <p:cNvSpPr>
            <a:spLocks noGrp="1"/>
          </p:cNvSpPr>
          <p:nvPr/>
        </p:nvSpPr>
        <p:spPr>
          <a:xfrm>
            <a:off x="8262807" y="2105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3" name="F2_precision_recall_distributions_3837">
            <a:extLst>
              <a:ext uri="{FF2B5EF4-FFF2-40B4-BE49-F238E27FC236}">
                <a16:creationId xmlns:a16="http://schemas.microsoft.com/office/drawing/2014/main" id="{E9AF5133-8579-4CA4-A471-9D6027DECC9D}"/>
              </a:ext>
            </a:extLst>
          </p:cNvPr>
          <p:cNvSpPr>
            <a:spLocks noGrp="1"/>
          </p:cNvSpPr>
          <p:nvPr/>
        </p:nvSpPr>
        <p:spPr>
          <a:xfrm>
            <a:off x="83431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4" name="F2_precision_recall_distributions_3838">
            <a:extLst>
              <a:ext uri="{FF2B5EF4-FFF2-40B4-BE49-F238E27FC236}">
                <a16:creationId xmlns:a16="http://schemas.microsoft.com/office/drawing/2014/main" id="{615A3428-147C-42A1-A4F3-9AE3DB321573}"/>
              </a:ext>
            </a:extLst>
          </p:cNvPr>
          <p:cNvSpPr>
            <a:spLocks noGrp="1"/>
          </p:cNvSpPr>
          <p:nvPr/>
        </p:nvSpPr>
        <p:spPr>
          <a:xfrm>
            <a:off x="8236616" y="1960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5" name="F2_precision_recall_distributions_3839">
            <a:extLst>
              <a:ext uri="{FF2B5EF4-FFF2-40B4-BE49-F238E27FC236}">
                <a16:creationId xmlns:a16="http://schemas.microsoft.com/office/drawing/2014/main" id="{A910FF72-B6AD-4D5A-AAA7-53CDFDFB58CD}"/>
              </a:ext>
            </a:extLst>
          </p:cNvPr>
          <p:cNvSpPr>
            <a:spLocks noGrp="1"/>
          </p:cNvSpPr>
          <p:nvPr/>
        </p:nvSpPr>
        <p:spPr>
          <a:xfrm>
            <a:off x="827098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6" name="F2_precision_recall_distributions_3840">
            <a:extLst>
              <a:ext uri="{FF2B5EF4-FFF2-40B4-BE49-F238E27FC236}">
                <a16:creationId xmlns:a16="http://schemas.microsoft.com/office/drawing/2014/main" id="{36094F01-3674-439B-8F25-072029428827}"/>
              </a:ext>
            </a:extLst>
          </p:cNvPr>
          <p:cNvSpPr>
            <a:spLocks noGrp="1"/>
          </p:cNvSpPr>
          <p:nvPr/>
        </p:nvSpPr>
        <p:spPr>
          <a:xfrm>
            <a:off x="8274091" y="17252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7" name="F2_precision_recall_distributions_3841">
            <a:extLst>
              <a:ext uri="{FF2B5EF4-FFF2-40B4-BE49-F238E27FC236}">
                <a16:creationId xmlns:a16="http://schemas.microsoft.com/office/drawing/2014/main" id="{B5EAC82F-9C16-4903-AEFC-7B7C5822C3DD}"/>
              </a:ext>
            </a:extLst>
          </p:cNvPr>
          <p:cNvSpPr>
            <a:spLocks noGrp="1"/>
          </p:cNvSpPr>
          <p:nvPr/>
        </p:nvSpPr>
        <p:spPr>
          <a:xfrm>
            <a:off x="8292310" y="2155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8" name="F2_precision_recall_distributions_3842">
            <a:extLst>
              <a:ext uri="{FF2B5EF4-FFF2-40B4-BE49-F238E27FC236}">
                <a16:creationId xmlns:a16="http://schemas.microsoft.com/office/drawing/2014/main" id="{0D8D2ACD-394B-4958-84BE-D9E08A4726C5}"/>
              </a:ext>
            </a:extLst>
          </p:cNvPr>
          <p:cNvSpPr>
            <a:spLocks noGrp="1"/>
          </p:cNvSpPr>
          <p:nvPr/>
        </p:nvSpPr>
        <p:spPr>
          <a:xfrm>
            <a:off x="8450619" y="176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9" name="F2_precision_recall_distributions_3843">
            <a:extLst>
              <a:ext uri="{FF2B5EF4-FFF2-40B4-BE49-F238E27FC236}">
                <a16:creationId xmlns:a16="http://schemas.microsoft.com/office/drawing/2014/main" id="{64C9CF1D-AD52-421E-AFF8-8CB26A391E18}"/>
              </a:ext>
            </a:extLst>
          </p:cNvPr>
          <p:cNvSpPr>
            <a:spLocks noGrp="1"/>
          </p:cNvSpPr>
          <p:nvPr/>
        </p:nvSpPr>
        <p:spPr>
          <a:xfrm>
            <a:off x="8344702" y="1643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0" name="F2_precision_recall_distributions_3844">
            <a:extLst>
              <a:ext uri="{FF2B5EF4-FFF2-40B4-BE49-F238E27FC236}">
                <a16:creationId xmlns:a16="http://schemas.microsoft.com/office/drawing/2014/main" id="{8719EB16-DF4D-4A8C-80ED-1FC5F1B84BE8}"/>
              </a:ext>
            </a:extLst>
          </p:cNvPr>
          <p:cNvSpPr>
            <a:spLocks noGrp="1"/>
          </p:cNvSpPr>
          <p:nvPr/>
        </p:nvSpPr>
        <p:spPr>
          <a:xfrm>
            <a:off x="8150267" y="2336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1" name="F2_precision_recall_distributions_3845">
            <a:extLst>
              <a:ext uri="{FF2B5EF4-FFF2-40B4-BE49-F238E27FC236}">
                <a16:creationId xmlns:a16="http://schemas.microsoft.com/office/drawing/2014/main" id="{27DC231F-87B3-42BF-BC95-C02591203D1D}"/>
              </a:ext>
            </a:extLst>
          </p:cNvPr>
          <p:cNvSpPr>
            <a:spLocks noGrp="1"/>
          </p:cNvSpPr>
          <p:nvPr/>
        </p:nvSpPr>
        <p:spPr>
          <a:xfrm>
            <a:off x="848271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2" name="F2_precision_recall_distributions_3846">
            <a:extLst>
              <a:ext uri="{FF2B5EF4-FFF2-40B4-BE49-F238E27FC236}">
                <a16:creationId xmlns:a16="http://schemas.microsoft.com/office/drawing/2014/main" id="{5C981FEE-E7D4-4CA7-8BD3-9E783C824823}"/>
              </a:ext>
            </a:extLst>
          </p:cNvPr>
          <p:cNvSpPr>
            <a:spLocks noGrp="1"/>
          </p:cNvSpPr>
          <p:nvPr/>
        </p:nvSpPr>
        <p:spPr>
          <a:xfrm>
            <a:off x="8261890" y="20800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3" name="F2_precision_recall_distributions_3847">
            <a:extLst>
              <a:ext uri="{FF2B5EF4-FFF2-40B4-BE49-F238E27FC236}">
                <a16:creationId xmlns:a16="http://schemas.microsoft.com/office/drawing/2014/main" id="{C3A526F2-3C29-4F11-BA87-FDCF48BE6F98}"/>
              </a:ext>
            </a:extLst>
          </p:cNvPr>
          <p:cNvSpPr>
            <a:spLocks noGrp="1"/>
          </p:cNvSpPr>
          <p:nvPr/>
        </p:nvSpPr>
        <p:spPr>
          <a:xfrm>
            <a:off x="8233096" y="18634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4" name="F2_precision_recall_distributions_3848">
            <a:extLst>
              <a:ext uri="{FF2B5EF4-FFF2-40B4-BE49-F238E27FC236}">
                <a16:creationId xmlns:a16="http://schemas.microsoft.com/office/drawing/2014/main" id="{07475873-4137-4330-A979-6CBF2CA85F7D}"/>
              </a:ext>
            </a:extLst>
          </p:cNvPr>
          <p:cNvSpPr>
            <a:spLocks noGrp="1"/>
          </p:cNvSpPr>
          <p:nvPr/>
        </p:nvSpPr>
        <p:spPr>
          <a:xfrm>
            <a:off x="8195544" y="1561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5" name="F2_precision_recall_distributions_3849">
            <a:extLst>
              <a:ext uri="{FF2B5EF4-FFF2-40B4-BE49-F238E27FC236}">
                <a16:creationId xmlns:a16="http://schemas.microsoft.com/office/drawing/2014/main" id="{B608C43B-F6E6-4E56-BD3E-798DADF76388}"/>
              </a:ext>
            </a:extLst>
          </p:cNvPr>
          <p:cNvSpPr>
            <a:spLocks noGrp="1"/>
          </p:cNvSpPr>
          <p:nvPr/>
        </p:nvSpPr>
        <p:spPr>
          <a:xfrm>
            <a:off x="8261262" y="18059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6" name="F2_precision_recall_distributions_3850">
            <a:extLst>
              <a:ext uri="{FF2B5EF4-FFF2-40B4-BE49-F238E27FC236}">
                <a16:creationId xmlns:a16="http://schemas.microsoft.com/office/drawing/2014/main" id="{A711D0A3-0582-4B25-9D81-877BFD397ADF}"/>
              </a:ext>
            </a:extLst>
          </p:cNvPr>
          <p:cNvSpPr>
            <a:spLocks noGrp="1"/>
          </p:cNvSpPr>
          <p:nvPr/>
        </p:nvSpPr>
        <p:spPr>
          <a:xfrm>
            <a:off x="8357773" y="17044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7" name="F2_precision_recall_distributions_3851">
            <a:extLst>
              <a:ext uri="{FF2B5EF4-FFF2-40B4-BE49-F238E27FC236}">
                <a16:creationId xmlns:a16="http://schemas.microsoft.com/office/drawing/2014/main" id="{D5696761-9C9C-427D-9DC1-5D59AAE2DA57}"/>
              </a:ext>
            </a:extLst>
          </p:cNvPr>
          <p:cNvSpPr>
            <a:spLocks noGrp="1"/>
          </p:cNvSpPr>
          <p:nvPr/>
        </p:nvSpPr>
        <p:spPr>
          <a:xfrm>
            <a:off x="8136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8" name="F2_precision_recall_distributions_3852">
            <a:extLst>
              <a:ext uri="{FF2B5EF4-FFF2-40B4-BE49-F238E27FC236}">
                <a16:creationId xmlns:a16="http://schemas.microsoft.com/office/drawing/2014/main" id="{AB427F76-EFFC-4AEA-8D75-63BF0DCF597A}"/>
              </a:ext>
            </a:extLst>
          </p:cNvPr>
          <p:cNvSpPr>
            <a:spLocks noGrp="1"/>
          </p:cNvSpPr>
          <p:nvPr/>
        </p:nvSpPr>
        <p:spPr>
          <a:xfrm>
            <a:off x="8434133" y="19144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9" name="F2_precision_recall_distributions_3853">
            <a:extLst>
              <a:ext uri="{FF2B5EF4-FFF2-40B4-BE49-F238E27FC236}">
                <a16:creationId xmlns:a16="http://schemas.microsoft.com/office/drawing/2014/main" id="{B4659103-7EB0-46E0-A362-3EAC932E2EA7}"/>
              </a:ext>
            </a:extLst>
          </p:cNvPr>
          <p:cNvSpPr>
            <a:spLocks noGrp="1"/>
          </p:cNvSpPr>
          <p:nvPr/>
        </p:nvSpPr>
        <p:spPr>
          <a:xfrm>
            <a:off x="8376395" y="1902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0" name="F2_precision_recall_distributions_3854">
            <a:extLst>
              <a:ext uri="{FF2B5EF4-FFF2-40B4-BE49-F238E27FC236}">
                <a16:creationId xmlns:a16="http://schemas.microsoft.com/office/drawing/2014/main" id="{40EE437F-8A43-408B-8DE0-9F7150321663}"/>
              </a:ext>
            </a:extLst>
          </p:cNvPr>
          <p:cNvSpPr>
            <a:spLocks noGrp="1"/>
          </p:cNvSpPr>
          <p:nvPr/>
        </p:nvSpPr>
        <p:spPr>
          <a:xfrm>
            <a:off x="84629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1" name="F2_precision_recall_distributions_3855">
            <a:extLst>
              <a:ext uri="{FF2B5EF4-FFF2-40B4-BE49-F238E27FC236}">
                <a16:creationId xmlns:a16="http://schemas.microsoft.com/office/drawing/2014/main" id="{014354E5-A7E1-4589-9DCC-EE4B0379E1E6}"/>
              </a:ext>
            </a:extLst>
          </p:cNvPr>
          <p:cNvSpPr>
            <a:spLocks noGrp="1"/>
          </p:cNvSpPr>
          <p:nvPr/>
        </p:nvSpPr>
        <p:spPr>
          <a:xfrm>
            <a:off x="829834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2" name="F2_precision_recall_distributions_3856">
            <a:extLst>
              <a:ext uri="{FF2B5EF4-FFF2-40B4-BE49-F238E27FC236}">
                <a16:creationId xmlns:a16="http://schemas.microsoft.com/office/drawing/2014/main" id="{7E1927BD-0E1B-48F5-A774-8A126E86950F}"/>
              </a:ext>
            </a:extLst>
          </p:cNvPr>
          <p:cNvSpPr>
            <a:spLocks noGrp="1"/>
          </p:cNvSpPr>
          <p:nvPr/>
        </p:nvSpPr>
        <p:spPr>
          <a:xfrm>
            <a:off x="8302093" y="2024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3" name="F2_precision_recall_distributions_3857">
            <a:extLst>
              <a:ext uri="{FF2B5EF4-FFF2-40B4-BE49-F238E27FC236}">
                <a16:creationId xmlns:a16="http://schemas.microsoft.com/office/drawing/2014/main" id="{F6ADE0D8-FFF0-4736-A667-A1459339B838}"/>
              </a:ext>
            </a:extLst>
          </p:cNvPr>
          <p:cNvSpPr>
            <a:spLocks noGrp="1"/>
          </p:cNvSpPr>
          <p:nvPr/>
        </p:nvSpPr>
        <p:spPr>
          <a:xfrm>
            <a:off x="82785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4" name="F2_precision_recall_distributions_3858">
            <a:extLst>
              <a:ext uri="{FF2B5EF4-FFF2-40B4-BE49-F238E27FC236}">
                <a16:creationId xmlns:a16="http://schemas.microsoft.com/office/drawing/2014/main" id="{DCE8A34F-812A-4F50-AE76-762EB64E057C}"/>
              </a:ext>
            </a:extLst>
          </p:cNvPr>
          <p:cNvSpPr>
            <a:spLocks noGrp="1"/>
          </p:cNvSpPr>
          <p:nvPr/>
        </p:nvSpPr>
        <p:spPr>
          <a:xfrm>
            <a:off x="82091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5" name="F2_precision_recall_distributions_3859">
            <a:extLst>
              <a:ext uri="{FF2B5EF4-FFF2-40B4-BE49-F238E27FC236}">
                <a16:creationId xmlns:a16="http://schemas.microsoft.com/office/drawing/2014/main" id="{BE1EA036-F7A4-4A23-949D-D244ACF74B83}"/>
              </a:ext>
            </a:extLst>
          </p:cNvPr>
          <p:cNvSpPr>
            <a:spLocks noGrp="1"/>
          </p:cNvSpPr>
          <p:nvPr/>
        </p:nvSpPr>
        <p:spPr>
          <a:xfrm>
            <a:off x="8361318" y="22341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6" name="F2_precision_recall_distributions_3860">
            <a:extLst>
              <a:ext uri="{FF2B5EF4-FFF2-40B4-BE49-F238E27FC236}">
                <a16:creationId xmlns:a16="http://schemas.microsoft.com/office/drawing/2014/main" id="{A4A4EBBB-87F6-4D8A-BD10-4AE89CE66495}"/>
              </a:ext>
            </a:extLst>
          </p:cNvPr>
          <p:cNvSpPr>
            <a:spLocks noGrp="1"/>
          </p:cNvSpPr>
          <p:nvPr/>
        </p:nvSpPr>
        <p:spPr>
          <a:xfrm>
            <a:off x="82945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7" name="F2_precision_recall_distributions_3861">
            <a:extLst>
              <a:ext uri="{FF2B5EF4-FFF2-40B4-BE49-F238E27FC236}">
                <a16:creationId xmlns:a16="http://schemas.microsoft.com/office/drawing/2014/main" id="{0A4CAF68-C0CD-4C19-9312-8427632E8C33}"/>
              </a:ext>
            </a:extLst>
          </p:cNvPr>
          <p:cNvSpPr>
            <a:spLocks noGrp="1"/>
          </p:cNvSpPr>
          <p:nvPr/>
        </p:nvSpPr>
        <p:spPr>
          <a:xfrm>
            <a:off x="83442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8" name="F2_precision_recall_distributions_3862">
            <a:extLst>
              <a:ext uri="{FF2B5EF4-FFF2-40B4-BE49-F238E27FC236}">
                <a16:creationId xmlns:a16="http://schemas.microsoft.com/office/drawing/2014/main" id="{EE7F08BC-53F5-4A3B-8CCF-E2AFCEF29975}"/>
              </a:ext>
            </a:extLst>
          </p:cNvPr>
          <p:cNvSpPr>
            <a:spLocks noGrp="1"/>
          </p:cNvSpPr>
          <p:nvPr/>
        </p:nvSpPr>
        <p:spPr>
          <a:xfrm>
            <a:off x="8331502" y="1664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9" name="F2_precision_recall_distributions_3863">
            <a:extLst>
              <a:ext uri="{FF2B5EF4-FFF2-40B4-BE49-F238E27FC236}">
                <a16:creationId xmlns:a16="http://schemas.microsoft.com/office/drawing/2014/main" id="{B6B41FF4-7F2E-4215-9729-326AB9A0CBFF}"/>
              </a:ext>
            </a:extLst>
          </p:cNvPr>
          <p:cNvSpPr>
            <a:spLocks noGrp="1"/>
          </p:cNvSpPr>
          <p:nvPr/>
        </p:nvSpPr>
        <p:spPr>
          <a:xfrm>
            <a:off x="8195311" y="21269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0" name="F2_precision_recall_distributions_3864">
            <a:extLst>
              <a:ext uri="{FF2B5EF4-FFF2-40B4-BE49-F238E27FC236}">
                <a16:creationId xmlns:a16="http://schemas.microsoft.com/office/drawing/2014/main" id="{699C80F7-BD88-4A86-BE0D-089F4DBB717E}"/>
              </a:ext>
            </a:extLst>
          </p:cNvPr>
          <p:cNvSpPr>
            <a:spLocks noGrp="1"/>
          </p:cNvSpPr>
          <p:nvPr/>
        </p:nvSpPr>
        <p:spPr>
          <a:xfrm>
            <a:off x="8433717" y="23420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1" name="F2_precision_recall_distributions_3865">
            <a:extLst>
              <a:ext uri="{FF2B5EF4-FFF2-40B4-BE49-F238E27FC236}">
                <a16:creationId xmlns:a16="http://schemas.microsoft.com/office/drawing/2014/main" id="{44390F61-CF95-4108-A665-9C44F181429F}"/>
              </a:ext>
            </a:extLst>
          </p:cNvPr>
          <p:cNvSpPr>
            <a:spLocks noGrp="1"/>
          </p:cNvSpPr>
          <p:nvPr/>
        </p:nvSpPr>
        <p:spPr>
          <a:xfrm>
            <a:off x="8348751" y="23358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2" name="F2_precision_recall_distributions_3866">
            <a:extLst>
              <a:ext uri="{FF2B5EF4-FFF2-40B4-BE49-F238E27FC236}">
                <a16:creationId xmlns:a16="http://schemas.microsoft.com/office/drawing/2014/main" id="{7190762F-33D1-4082-9780-36268104CAB6}"/>
              </a:ext>
            </a:extLst>
          </p:cNvPr>
          <p:cNvSpPr>
            <a:spLocks noGrp="1"/>
          </p:cNvSpPr>
          <p:nvPr/>
        </p:nvSpPr>
        <p:spPr>
          <a:xfrm>
            <a:off x="8436720" y="2052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3" name="F2_precision_recall_distributions_3867">
            <a:extLst>
              <a:ext uri="{FF2B5EF4-FFF2-40B4-BE49-F238E27FC236}">
                <a16:creationId xmlns:a16="http://schemas.microsoft.com/office/drawing/2014/main" id="{7874CA31-6BFB-44C4-AE5F-271C8212A2B0}"/>
              </a:ext>
            </a:extLst>
          </p:cNvPr>
          <p:cNvSpPr>
            <a:spLocks noGrp="1"/>
          </p:cNvSpPr>
          <p:nvPr/>
        </p:nvSpPr>
        <p:spPr>
          <a:xfrm>
            <a:off x="8267979" y="2135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4" name="F2_precision_recall_distributions_3868">
            <a:extLst>
              <a:ext uri="{FF2B5EF4-FFF2-40B4-BE49-F238E27FC236}">
                <a16:creationId xmlns:a16="http://schemas.microsoft.com/office/drawing/2014/main" id="{6C4B5E7D-A7DF-4B47-A4DA-4F7987B9A28C}"/>
              </a:ext>
            </a:extLst>
          </p:cNvPr>
          <p:cNvSpPr>
            <a:spLocks noGrp="1"/>
          </p:cNvSpPr>
          <p:nvPr/>
        </p:nvSpPr>
        <p:spPr>
          <a:xfrm>
            <a:off x="83858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5" name="F2_precision_recall_distributions_3869">
            <a:extLst>
              <a:ext uri="{FF2B5EF4-FFF2-40B4-BE49-F238E27FC236}">
                <a16:creationId xmlns:a16="http://schemas.microsoft.com/office/drawing/2014/main" id="{28A90B72-5C1C-4C3F-B0D0-4001B5BAC950}"/>
              </a:ext>
            </a:extLst>
          </p:cNvPr>
          <p:cNvSpPr>
            <a:spLocks noGrp="1"/>
          </p:cNvSpPr>
          <p:nvPr/>
        </p:nvSpPr>
        <p:spPr>
          <a:xfrm>
            <a:off x="81370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6" name="F2_precision_recall_distributions_3870">
            <a:extLst>
              <a:ext uri="{FF2B5EF4-FFF2-40B4-BE49-F238E27FC236}">
                <a16:creationId xmlns:a16="http://schemas.microsoft.com/office/drawing/2014/main" id="{EECA7230-1B60-4BD8-BAF6-97098356F652}"/>
              </a:ext>
            </a:extLst>
          </p:cNvPr>
          <p:cNvSpPr>
            <a:spLocks noGrp="1"/>
          </p:cNvSpPr>
          <p:nvPr/>
        </p:nvSpPr>
        <p:spPr>
          <a:xfrm>
            <a:off x="83564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7" name="F2_precision_recall_distributions_3871">
            <a:extLst>
              <a:ext uri="{FF2B5EF4-FFF2-40B4-BE49-F238E27FC236}">
                <a16:creationId xmlns:a16="http://schemas.microsoft.com/office/drawing/2014/main" id="{D444D8A3-ADF1-445B-84D3-74B6E3E8A15C}"/>
              </a:ext>
            </a:extLst>
          </p:cNvPr>
          <p:cNvSpPr>
            <a:spLocks noGrp="1"/>
          </p:cNvSpPr>
          <p:nvPr/>
        </p:nvSpPr>
        <p:spPr>
          <a:xfrm>
            <a:off x="8161972" y="20884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8" name="F2_precision_recall_distributions_3872">
            <a:extLst>
              <a:ext uri="{FF2B5EF4-FFF2-40B4-BE49-F238E27FC236}">
                <a16:creationId xmlns:a16="http://schemas.microsoft.com/office/drawing/2014/main" id="{CA57AB53-832D-4200-B8BA-C994F4D9B9E4}"/>
              </a:ext>
            </a:extLst>
          </p:cNvPr>
          <p:cNvSpPr>
            <a:spLocks noGrp="1"/>
          </p:cNvSpPr>
          <p:nvPr/>
        </p:nvSpPr>
        <p:spPr>
          <a:xfrm>
            <a:off x="8261955" y="16882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9" name="F2_precision_recall_distributions_3873">
            <a:extLst>
              <a:ext uri="{FF2B5EF4-FFF2-40B4-BE49-F238E27FC236}">
                <a16:creationId xmlns:a16="http://schemas.microsoft.com/office/drawing/2014/main" id="{E03946CA-BFEB-4CC4-99FF-95B506BB6F91}"/>
              </a:ext>
            </a:extLst>
          </p:cNvPr>
          <p:cNvSpPr>
            <a:spLocks noGrp="1"/>
          </p:cNvSpPr>
          <p:nvPr/>
        </p:nvSpPr>
        <p:spPr>
          <a:xfrm>
            <a:off x="8297656" y="1822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0" name="F2_precision_recall_distributions_3874">
            <a:extLst>
              <a:ext uri="{FF2B5EF4-FFF2-40B4-BE49-F238E27FC236}">
                <a16:creationId xmlns:a16="http://schemas.microsoft.com/office/drawing/2014/main" id="{19A6FA01-142D-442C-A6C6-47CB2E9237BC}"/>
              </a:ext>
            </a:extLst>
          </p:cNvPr>
          <p:cNvSpPr>
            <a:spLocks noGrp="1"/>
          </p:cNvSpPr>
          <p:nvPr/>
        </p:nvSpPr>
        <p:spPr>
          <a:xfrm>
            <a:off x="8333991" y="17881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1" name="F2_precision_recall_distributions_3875">
            <a:extLst>
              <a:ext uri="{FF2B5EF4-FFF2-40B4-BE49-F238E27FC236}">
                <a16:creationId xmlns:a16="http://schemas.microsoft.com/office/drawing/2014/main" id="{7D5896C4-EB71-489F-9F50-8AF085CFAA5E}"/>
              </a:ext>
            </a:extLst>
          </p:cNvPr>
          <p:cNvSpPr>
            <a:spLocks noGrp="1"/>
          </p:cNvSpPr>
          <p:nvPr/>
        </p:nvSpPr>
        <p:spPr>
          <a:xfrm>
            <a:off x="81444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2" name="F2_precision_recall_distributions_3876">
            <a:extLst>
              <a:ext uri="{FF2B5EF4-FFF2-40B4-BE49-F238E27FC236}">
                <a16:creationId xmlns:a16="http://schemas.microsoft.com/office/drawing/2014/main" id="{1DC454DA-4E7E-4435-9706-7D6D11EC48B7}"/>
              </a:ext>
            </a:extLst>
          </p:cNvPr>
          <p:cNvSpPr>
            <a:spLocks noGrp="1"/>
          </p:cNvSpPr>
          <p:nvPr/>
        </p:nvSpPr>
        <p:spPr>
          <a:xfrm>
            <a:off x="8327256" y="16270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3" name="F2_precision_recall_distributions_3877">
            <a:extLst>
              <a:ext uri="{FF2B5EF4-FFF2-40B4-BE49-F238E27FC236}">
                <a16:creationId xmlns:a16="http://schemas.microsoft.com/office/drawing/2014/main" id="{01211073-BA2D-43F1-B178-D62AA53A6659}"/>
              </a:ext>
            </a:extLst>
          </p:cNvPr>
          <p:cNvSpPr>
            <a:spLocks noGrp="1"/>
          </p:cNvSpPr>
          <p:nvPr/>
        </p:nvSpPr>
        <p:spPr>
          <a:xfrm>
            <a:off x="8330717" y="1790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4" name="F2_precision_recall_distributions_3878">
            <a:extLst>
              <a:ext uri="{FF2B5EF4-FFF2-40B4-BE49-F238E27FC236}">
                <a16:creationId xmlns:a16="http://schemas.microsoft.com/office/drawing/2014/main" id="{D9C32E25-A1DE-4AC1-B6F2-8F27F924921C}"/>
              </a:ext>
            </a:extLst>
          </p:cNvPr>
          <p:cNvSpPr>
            <a:spLocks noGrp="1"/>
          </p:cNvSpPr>
          <p:nvPr/>
        </p:nvSpPr>
        <p:spPr>
          <a:xfrm>
            <a:off x="8500241" y="17732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5" name="F2_precision_recall_distributions_3879">
            <a:extLst>
              <a:ext uri="{FF2B5EF4-FFF2-40B4-BE49-F238E27FC236}">
                <a16:creationId xmlns:a16="http://schemas.microsoft.com/office/drawing/2014/main" id="{AFE28C0D-7E71-40AE-974B-B41D3BCD8949}"/>
              </a:ext>
            </a:extLst>
          </p:cNvPr>
          <p:cNvSpPr>
            <a:spLocks noGrp="1"/>
          </p:cNvSpPr>
          <p:nvPr/>
        </p:nvSpPr>
        <p:spPr>
          <a:xfrm>
            <a:off x="8203807" y="1934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6" name="F2_precision_recall_distributions_3880">
            <a:extLst>
              <a:ext uri="{FF2B5EF4-FFF2-40B4-BE49-F238E27FC236}">
                <a16:creationId xmlns:a16="http://schemas.microsoft.com/office/drawing/2014/main" id="{F33A1C05-1554-49D4-AC93-C4BB25E5CBE0}"/>
              </a:ext>
            </a:extLst>
          </p:cNvPr>
          <p:cNvSpPr>
            <a:spLocks noGrp="1"/>
          </p:cNvSpPr>
          <p:nvPr/>
        </p:nvSpPr>
        <p:spPr>
          <a:xfrm>
            <a:off x="8178646" y="1803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7" name="F2_precision_recall_distributions_3881">
            <a:extLst>
              <a:ext uri="{FF2B5EF4-FFF2-40B4-BE49-F238E27FC236}">
                <a16:creationId xmlns:a16="http://schemas.microsoft.com/office/drawing/2014/main" id="{F8F23A05-C39A-4A7E-A5C3-EAE963D3BB17}"/>
              </a:ext>
            </a:extLst>
          </p:cNvPr>
          <p:cNvSpPr>
            <a:spLocks noGrp="1"/>
          </p:cNvSpPr>
          <p:nvPr/>
        </p:nvSpPr>
        <p:spPr>
          <a:xfrm>
            <a:off x="8440725" y="20632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8" name="F2_precision_recall_distributions_3882">
            <a:extLst>
              <a:ext uri="{FF2B5EF4-FFF2-40B4-BE49-F238E27FC236}">
                <a16:creationId xmlns:a16="http://schemas.microsoft.com/office/drawing/2014/main" id="{CCA05108-245F-4970-9B78-9746ED089D6E}"/>
              </a:ext>
            </a:extLst>
          </p:cNvPr>
          <p:cNvSpPr>
            <a:spLocks noGrp="1"/>
          </p:cNvSpPr>
          <p:nvPr/>
        </p:nvSpPr>
        <p:spPr>
          <a:xfrm>
            <a:off x="8318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9" name="F2_precision_recall_distributions_3883">
            <a:extLst>
              <a:ext uri="{FF2B5EF4-FFF2-40B4-BE49-F238E27FC236}">
                <a16:creationId xmlns:a16="http://schemas.microsoft.com/office/drawing/2014/main" id="{33B624CD-1816-49C7-ADE2-BEFFF01E64CF}"/>
              </a:ext>
            </a:extLst>
          </p:cNvPr>
          <p:cNvSpPr>
            <a:spLocks noGrp="1"/>
          </p:cNvSpPr>
          <p:nvPr/>
        </p:nvSpPr>
        <p:spPr>
          <a:xfrm>
            <a:off x="8189765" y="17420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0" name="F2_precision_recall_distributions_3884">
            <a:extLst>
              <a:ext uri="{FF2B5EF4-FFF2-40B4-BE49-F238E27FC236}">
                <a16:creationId xmlns:a16="http://schemas.microsoft.com/office/drawing/2014/main" id="{B94B2F94-96C3-4611-905C-9ED9DC483B15}"/>
              </a:ext>
            </a:extLst>
          </p:cNvPr>
          <p:cNvSpPr>
            <a:spLocks noGrp="1"/>
          </p:cNvSpPr>
          <p:nvPr/>
        </p:nvSpPr>
        <p:spPr>
          <a:xfrm>
            <a:off x="82036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1" name="F2_precision_recall_distributions_3885">
            <a:extLst>
              <a:ext uri="{FF2B5EF4-FFF2-40B4-BE49-F238E27FC236}">
                <a16:creationId xmlns:a16="http://schemas.microsoft.com/office/drawing/2014/main" id="{916481EF-D0AA-40C0-B4EE-69A963A65D56}"/>
              </a:ext>
            </a:extLst>
          </p:cNvPr>
          <p:cNvSpPr>
            <a:spLocks noGrp="1"/>
          </p:cNvSpPr>
          <p:nvPr/>
        </p:nvSpPr>
        <p:spPr>
          <a:xfrm>
            <a:off x="8237047" y="1954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2" name="F2_precision_recall_distributions_3886">
            <a:extLst>
              <a:ext uri="{FF2B5EF4-FFF2-40B4-BE49-F238E27FC236}">
                <a16:creationId xmlns:a16="http://schemas.microsoft.com/office/drawing/2014/main" id="{C42D366C-A175-475C-9439-B01433575CC4}"/>
              </a:ext>
            </a:extLst>
          </p:cNvPr>
          <p:cNvSpPr>
            <a:spLocks noGrp="1"/>
          </p:cNvSpPr>
          <p:nvPr/>
        </p:nvSpPr>
        <p:spPr>
          <a:xfrm>
            <a:off x="847964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3" name="F2_precision_recall_distributions_3887">
            <a:extLst>
              <a:ext uri="{FF2B5EF4-FFF2-40B4-BE49-F238E27FC236}">
                <a16:creationId xmlns:a16="http://schemas.microsoft.com/office/drawing/2014/main" id="{3E12BDEC-CCE6-462F-BE5F-9B636ECE554B}"/>
              </a:ext>
            </a:extLst>
          </p:cNvPr>
          <p:cNvSpPr>
            <a:spLocks noGrp="1"/>
          </p:cNvSpPr>
          <p:nvPr/>
        </p:nvSpPr>
        <p:spPr>
          <a:xfrm>
            <a:off x="8209495" y="20369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4" name="F2_precision_recall_distributions_3888">
            <a:extLst>
              <a:ext uri="{FF2B5EF4-FFF2-40B4-BE49-F238E27FC236}">
                <a16:creationId xmlns:a16="http://schemas.microsoft.com/office/drawing/2014/main" id="{FEEBFDF3-F529-4CD5-93B2-88463AB14F76}"/>
              </a:ext>
            </a:extLst>
          </p:cNvPr>
          <p:cNvSpPr>
            <a:spLocks noGrp="1"/>
          </p:cNvSpPr>
          <p:nvPr/>
        </p:nvSpPr>
        <p:spPr>
          <a:xfrm>
            <a:off x="8472029" y="17305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5" name="F2_precision_recall_distributions_3889">
            <a:extLst>
              <a:ext uri="{FF2B5EF4-FFF2-40B4-BE49-F238E27FC236}">
                <a16:creationId xmlns:a16="http://schemas.microsoft.com/office/drawing/2014/main" id="{E365E6B5-7E47-43B6-9D54-DAC6CF3A0973}"/>
              </a:ext>
            </a:extLst>
          </p:cNvPr>
          <p:cNvSpPr>
            <a:spLocks noGrp="1"/>
          </p:cNvSpPr>
          <p:nvPr/>
        </p:nvSpPr>
        <p:spPr>
          <a:xfrm>
            <a:off x="8158636" y="1729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6" name="F2_precision_recall_distributions_3890">
            <a:extLst>
              <a:ext uri="{FF2B5EF4-FFF2-40B4-BE49-F238E27FC236}">
                <a16:creationId xmlns:a16="http://schemas.microsoft.com/office/drawing/2014/main" id="{409AAF93-C410-4672-9C44-5FFE461A7165}"/>
              </a:ext>
            </a:extLst>
          </p:cNvPr>
          <p:cNvSpPr>
            <a:spLocks noGrp="1"/>
          </p:cNvSpPr>
          <p:nvPr/>
        </p:nvSpPr>
        <p:spPr>
          <a:xfrm>
            <a:off x="8380407" y="20246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7" name="F2_precision_recall_distributions_3891">
            <a:extLst>
              <a:ext uri="{FF2B5EF4-FFF2-40B4-BE49-F238E27FC236}">
                <a16:creationId xmlns:a16="http://schemas.microsoft.com/office/drawing/2014/main" id="{FDEA3F1A-A5BB-47D8-A337-A73136BF1444}"/>
              </a:ext>
            </a:extLst>
          </p:cNvPr>
          <p:cNvSpPr>
            <a:spLocks noGrp="1"/>
          </p:cNvSpPr>
          <p:nvPr/>
        </p:nvSpPr>
        <p:spPr>
          <a:xfrm>
            <a:off x="8368523" y="17563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8" name="F2_precision_recall_distributions_3892">
            <a:extLst>
              <a:ext uri="{FF2B5EF4-FFF2-40B4-BE49-F238E27FC236}">
                <a16:creationId xmlns:a16="http://schemas.microsoft.com/office/drawing/2014/main" id="{BF363A43-804D-4BC8-8004-112F2C73B54D}"/>
              </a:ext>
            </a:extLst>
          </p:cNvPr>
          <p:cNvSpPr>
            <a:spLocks noGrp="1"/>
          </p:cNvSpPr>
          <p:nvPr/>
        </p:nvSpPr>
        <p:spPr>
          <a:xfrm>
            <a:off x="8341282" y="18180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9" name="F2_precision_recall_distributions_3893">
            <a:extLst>
              <a:ext uri="{FF2B5EF4-FFF2-40B4-BE49-F238E27FC236}">
                <a16:creationId xmlns:a16="http://schemas.microsoft.com/office/drawing/2014/main" id="{424B98EE-3CC8-4C23-9CE1-B1150288C7C3}"/>
              </a:ext>
            </a:extLst>
          </p:cNvPr>
          <p:cNvSpPr>
            <a:spLocks noGrp="1"/>
          </p:cNvSpPr>
          <p:nvPr/>
        </p:nvSpPr>
        <p:spPr>
          <a:xfrm>
            <a:off x="8349365" y="17173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0" name="F2_precision_recall_distributions_3894">
            <a:extLst>
              <a:ext uri="{FF2B5EF4-FFF2-40B4-BE49-F238E27FC236}">
                <a16:creationId xmlns:a16="http://schemas.microsoft.com/office/drawing/2014/main" id="{701A4543-85B0-4EF0-8CCE-38A541BF03B9}"/>
              </a:ext>
            </a:extLst>
          </p:cNvPr>
          <p:cNvSpPr>
            <a:spLocks noGrp="1"/>
          </p:cNvSpPr>
          <p:nvPr/>
        </p:nvSpPr>
        <p:spPr>
          <a:xfrm>
            <a:off x="822378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1" name="F2_precision_recall_distributions_3895">
            <a:extLst>
              <a:ext uri="{FF2B5EF4-FFF2-40B4-BE49-F238E27FC236}">
                <a16:creationId xmlns:a16="http://schemas.microsoft.com/office/drawing/2014/main" id="{423D6D7B-BABB-44A2-A78B-683DEB83AFE3}"/>
              </a:ext>
            </a:extLst>
          </p:cNvPr>
          <p:cNvSpPr>
            <a:spLocks noGrp="1"/>
          </p:cNvSpPr>
          <p:nvPr/>
        </p:nvSpPr>
        <p:spPr>
          <a:xfrm>
            <a:off x="84416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2" name="F2_precision_recall_distributions_3896">
            <a:extLst>
              <a:ext uri="{FF2B5EF4-FFF2-40B4-BE49-F238E27FC236}">
                <a16:creationId xmlns:a16="http://schemas.microsoft.com/office/drawing/2014/main" id="{FB0E59A7-0187-4A2E-83D9-D52A6D7E383B}"/>
              </a:ext>
            </a:extLst>
          </p:cNvPr>
          <p:cNvSpPr>
            <a:spLocks noGrp="1"/>
          </p:cNvSpPr>
          <p:nvPr/>
        </p:nvSpPr>
        <p:spPr>
          <a:xfrm>
            <a:off x="8423485" y="1867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3" name="F2_precision_recall_distributions_3897">
            <a:extLst>
              <a:ext uri="{FF2B5EF4-FFF2-40B4-BE49-F238E27FC236}">
                <a16:creationId xmlns:a16="http://schemas.microsoft.com/office/drawing/2014/main" id="{AF597F21-E118-4163-8281-22EADF0E205F}"/>
              </a:ext>
            </a:extLst>
          </p:cNvPr>
          <p:cNvSpPr>
            <a:spLocks noGrp="1"/>
          </p:cNvSpPr>
          <p:nvPr/>
        </p:nvSpPr>
        <p:spPr>
          <a:xfrm>
            <a:off x="8467358" y="2030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4" name="F2_precision_recall_distributions_3898">
            <a:extLst>
              <a:ext uri="{FF2B5EF4-FFF2-40B4-BE49-F238E27FC236}">
                <a16:creationId xmlns:a16="http://schemas.microsoft.com/office/drawing/2014/main" id="{E75515EB-17D5-4ED4-AAAE-2049A24BDE61}"/>
              </a:ext>
            </a:extLst>
          </p:cNvPr>
          <p:cNvSpPr>
            <a:spLocks noGrp="1"/>
          </p:cNvSpPr>
          <p:nvPr/>
        </p:nvSpPr>
        <p:spPr>
          <a:xfrm>
            <a:off x="8404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5" name="F2_precision_recall_distributions_3899">
            <a:extLst>
              <a:ext uri="{FF2B5EF4-FFF2-40B4-BE49-F238E27FC236}">
                <a16:creationId xmlns:a16="http://schemas.microsoft.com/office/drawing/2014/main" id="{03C9028A-2E2C-42B0-991D-BF00205BE266}"/>
              </a:ext>
            </a:extLst>
          </p:cNvPr>
          <p:cNvSpPr>
            <a:spLocks noGrp="1"/>
          </p:cNvSpPr>
          <p:nvPr/>
        </p:nvSpPr>
        <p:spPr>
          <a:xfrm>
            <a:off x="8170025" y="1905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6" name="F2_precision_recall_distributions_3900">
            <a:extLst>
              <a:ext uri="{FF2B5EF4-FFF2-40B4-BE49-F238E27FC236}">
                <a16:creationId xmlns:a16="http://schemas.microsoft.com/office/drawing/2014/main" id="{1F8B23AB-C41C-4090-B55A-481C461CC221}"/>
              </a:ext>
            </a:extLst>
          </p:cNvPr>
          <p:cNvSpPr>
            <a:spLocks noGrp="1"/>
          </p:cNvSpPr>
          <p:nvPr/>
        </p:nvSpPr>
        <p:spPr>
          <a:xfrm>
            <a:off x="8216951" y="2027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7" name="F2_precision_recall_distributions_3901">
            <a:extLst>
              <a:ext uri="{FF2B5EF4-FFF2-40B4-BE49-F238E27FC236}">
                <a16:creationId xmlns:a16="http://schemas.microsoft.com/office/drawing/2014/main" id="{F0465C54-A48B-4FAE-8139-EAC72156590B}"/>
              </a:ext>
            </a:extLst>
          </p:cNvPr>
          <p:cNvSpPr>
            <a:spLocks noGrp="1"/>
          </p:cNvSpPr>
          <p:nvPr/>
        </p:nvSpPr>
        <p:spPr>
          <a:xfrm>
            <a:off x="839208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8" name="F2_precision_recall_distributions_3902">
            <a:extLst>
              <a:ext uri="{FF2B5EF4-FFF2-40B4-BE49-F238E27FC236}">
                <a16:creationId xmlns:a16="http://schemas.microsoft.com/office/drawing/2014/main" id="{BC813332-3D87-44B7-B45B-E866E81AAD53}"/>
              </a:ext>
            </a:extLst>
          </p:cNvPr>
          <p:cNvSpPr>
            <a:spLocks noGrp="1"/>
          </p:cNvSpPr>
          <p:nvPr/>
        </p:nvSpPr>
        <p:spPr>
          <a:xfrm>
            <a:off x="8202753" y="17557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9" name="F2_precision_recall_distributions_3903">
            <a:extLst>
              <a:ext uri="{FF2B5EF4-FFF2-40B4-BE49-F238E27FC236}">
                <a16:creationId xmlns:a16="http://schemas.microsoft.com/office/drawing/2014/main" id="{5DCC1595-B397-43CB-8F59-008E2D7562BC}"/>
              </a:ext>
            </a:extLst>
          </p:cNvPr>
          <p:cNvSpPr>
            <a:spLocks noGrp="1"/>
          </p:cNvSpPr>
          <p:nvPr/>
        </p:nvSpPr>
        <p:spPr>
          <a:xfrm>
            <a:off x="8398554" y="16271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0" name="F2_precision_recall_distributions_3904">
            <a:extLst>
              <a:ext uri="{FF2B5EF4-FFF2-40B4-BE49-F238E27FC236}">
                <a16:creationId xmlns:a16="http://schemas.microsoft.com/office/drawing/2014/main" id="{24B35F92-4047-491B-B863-73EF3D4D977C}"/>
              </a:ext>
            </a:extLst>
          </p:cNvPr>
          <p:cNvSpPr>
            <a:spLocks noGrp="1"/>
          </p:cNvSpPr>
          <p:nvPr/>
        </p:nvSpPr>
        <p:spPr>
          <a:xfrm>
            <a:off x="83555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1" name="F2_precision_recall_distributions_3905">
            <a:extLst>
              <a:ext uri="{FF2B5EF4-FFF2-40B4-BE49-F238E27FC236}">
                <a16:creationId xmlns:a16="http://schemas.microsoft.com/office/drawing/2014/main" id="{95F5DFD7-A2F4-4C55-AF5C-24774293A1CD}"/>
              </a:ext>
            </a:extLst>
          </p:cNvPr>
          <p:cNvSpPr>
            <a:spLocks noGrp="1"/>
          </p:cNvSpPr>
          <p:nvPr/>
        </p:nvSpPr>
        <p:spPr>
          <a:xfrm>
            <a:off x="8289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2" name="F2_precision_recall_distributions_3906">
            <a:extLst>
              <a:ext uri="{FF2B5EF4-FFF2-40B4-BE49-F238E27FC236}">
                <a16:creationId xmlns:a16="http://schemas.microsoft.com/office/drawing/2014/main" id="{1473F00B-C06B-4586-8D2A-ACDB57B53C03}"/>
              </a:ext>
            </a:extLst>
          </p:cNvPr>
          <p:cNvSpPr>
            <a:spLocks noGrp="1"/>
          </p:cNvSpPr>
          <p:nvPr/>
        </p:nvSpPr>
        <p:spPr>
          <a:xfrm>
            <a:off x="82430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3" name="F2_precision_recall_distributions_3907">
            <a:extLst>
              <a:ext uri="{FF2B5EF4-FFF2-40B4-BE49-F238E27FC236}">
                <a16:creationId xmlns:a16="http://schemas.microsoft.com/office/drawing/2014/main" id="{AB7FE3DD-69A9-4F15-9B9A-9A697DD5C332}"/>
              </a:ext>
            </a:extLst>
          </p:cNvPr>
          <p:cNvSpPr>
            <a:spLocks noGrp="1"/>
          </p:cNvSpPr>
          <p:nvPr/>
        </p:nvSpPr>
        <p:spPr>
          <a:xfrm>
            <a:off x="823575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4" name="F2_precision_recall_distributions_3908">
            <a:extLst>
              <a:ext uri="{FF2B5EF4-FFF2-40B4-BE49-F238E27FC236}">
                <a16:creationId xmlns:a16="http://schemas.microsoft.com/office/drawing/2014/main" id="{CE8FFF08-45F0-4E8F-858B-ADB573D2F516}"/>
              </a:ext>
            </a:extLst>
          </p:cNvPr>
          <p:cNvSpPr>
            <a:spLocks noGrp="1"/>
          </p:cNvSpPr>
          <p:nvPr/>
        </p:nvSpPr>
        <p:spPr>
          <a:xfrm>
            <a:off x="8331063" y="15899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5" name="F2_precision_recall_distributions_3909">
            <a:extLst>
              <a:ext uri="{FF2B5EF4-FFF2-40B4-BE49-F238E27FC236}">
                <a16:creationId xmlns:a16="http://schemas.microsoft.com/office/drawing/2014/main" id="{B44EE00B-1231-4331-82E6-6375B55A2E07}"/>
              </a:ext>
            </a:extLst>
          </p:cNvPr>
          <p:cNvSpPr>
            <a:spLocks noGrp="1"/>
          </p:cNvSpPr>
          <p:nvPr/>
        </p:nvSpPr>
        <p:spPr>
          <a:xfrm>
            <a:off x="82470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6" name="F2_precision_recall_distributions_3910">
            <a:extLst>
              <a:ext uri="{FF2B5EF4-FFF2-40B4-BE49-F238E27FC236}">
                <a16:creationId xmlns:a16="http://schemas.microsoft.com/office/drawing/2014/main" id="{120C9BF7-CB77-4499-A9E7-2B046F68FF5C}"/>
              </a:ext>
            </a:extLst>
          </p:cNvPr>
          <p:cNvSpPr>
            <a:spLocks noGrp="1"/>
          </p:cNvSpPr>
          <p:nvPr/>
        </p:nvSpPr>
        <p:spPr>
          <a:xfrm>
            <a:off x="8191385" y="2058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7" name="F2_precision_recall_distributions_3911">
            <a:extLst>
              <a:ext uri="{FF2B5EF4-FFF2-40B4-BE49-F238E27FC236}">
                <a16:creationId xmlns:a16="http://schemas.microsoft.com/office/drawing/2014/main" id="{2CDB29AC-5B9A-4CCC-AB83-F8B2FA817020}"/>
              </a:ext>
            </a:extLst>
          </p:cNvPr>
          <p:cNvSpPr>
            <a:spLocks noGrp="1"/>
          </p:cNvSpPr>
          <p:nvPr/>
        </p:nvSpPr>
        <p:spPr>
          <a:xfrm>
            <a:off x="8465136" y="1952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8" name="F2_precision_recall_distributions_3912">
            <a:extLst>
              <a:ext uri="{FF2B5EF4-FFF2-40B4-BE49-F238E27FC236}">
                <a16:creationId xmlns:a16="http://schemas.microsoft.com/office/drawing/2014/main" id="{C0B88B5A-94B8-4DBF-B8EF-0BB9FA7318BD}"/>
              </a:ext>
            </a:extLst>
          </p:cNvPr>
          <p:cNvSpPr>
            <a:spLocks noGrp="1"/>
          </p:cNvSpPr>
          <p:nvPr/>
        </p:nvSpPr>
        <p:spPr>
          <a:xfrm>
            <a:off x="8328362" y="1951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9" name="F2_precision_recall_distributions_3913">
            <a:extLst>
              <a:ext uri="{FF2B5EF4-FFF2-40B4-BE49-F238E27FC236}">
                <a16:creationId xmlns:a16="http://schemas.microsoft.com/office/drawing/2014/main" id="{F605BD43-54EC-4276-9ABD-11BFFC93E216}"/>
              </a:ext>
            </a:extLst>
          </p:cNvPr>
          <p:cNvSpPr>
            <a:spLocks noGrp="1"/>
          </p:cNvSpPr>
          <p:nvPr/>
        </p:nvSpPr>
        <p:spPr>
          <a:xfrm>
            <a:off x="8136360" y="1734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0" name="F2_precision_recall_distributions_3914">
            <a:extLst>
              <a:ext uri="{FF2B5EF4-FFF2-40B4-BE49-F238E27FC236}">
                <a16:creationId xmlns:a16="http://schemas.microsoft.com/office/drawing/2014/main" id="{F9A1550D-F427-4B4A-8F2A-3AC2EC138616}"/>
              </a:ext>
            </a:extLst>
          </p:cNvPr>
          <p:cNvSpPr>
            <a:spLocks noGrp="1"/>
          </p:cNvSpPr>
          <p:nvPr/>
        </p:nvSpPr>
        <p:spPr>
          <a:xfrm>
            <a:off x="8144452" y="1909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1" name="F2_precision_recall_distributions_3915">
            <a:extLst>
              <a:ext uri="{FF2B5EF4-FFF2-40B4-BE49-F238E27FC236}">
                <a16:creationId xmlns:a16="http://schemas.microsoft.com/office/drawing/2014/main" id="{A0FCBD03-E8FD-4B32-A17B-1A875AD8EA4E}"/>
              </a:ext>
            </a:extLst>
          </p:cNvPr>
          <p:cNvSpPr>
            <a:spLocks noGrp="1"/>
          </p:cNvSpPr>
          <p:nvPr/>
        </p:nvSpPr>
        <p:spPr>
          <a:xfrm>
            <a:off x="8216829" y="22385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2" name="F2_precision_recall_distributions_3916">
            <a:extLst>
              <a:ext uri="{FF2B5EF4-FFF2-40B4-BE49-F238E27FC236}">
                <a16:creationId xmlns:a16="http://schemas.microsoft.com/office/drawing/2014/main" id="{8F86893C-F951-4EFF-B9C7-50EE9F6030F5}"/>
              </a:ext>
            </a:extLst>
          </p:cNvPr>
          <p:cNvSpPr>
            <a:spLocks noGrp="1"/>
          </p:cNvSpPr>
          <p:nvPr/>
        </p:nvSpPr>
        <p:spPr>
          <a:xfrm>
            <a:off x="83174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3" name="F2_precision_recall_distributions_3917">
            <a:extLst>
              <a:ext uri="{FF2B5EF4-FFF2-40B4-BE49-F238E27FC236}">
                <a16:creationId xmlns:a16="http://schemas.microsoft.com/office/drawing/2014/main" id="{D82997DE-3E60-481F-BE28-20DC546714D5}"/>
              </a:ext>
            </a:extLst>
          </p:cNvPr>
          <p:cNvSpPr>
            <a:spLocks noGrp="1"/>
          </p:cNvSpPr>
          <p:nvPr/>
        </p:nvSpPr>
        <p:spPr>
          <a:xfrm>
            <a:off x="8166342" y="20105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4" name="F2_precision_recall_distributions_3918">
            <a:extLst>
              <a:ext uri="{FF2B5EF4-FFF2-40B4-BE49-F238E27FC236}">
                <a16:creationId xmlns:a16="http://schemas.microsoft.com/office/drawing/2014/main" id="{9BD32F38-9930-4C93-A99A-6B2777780B53}"/>
              </a:ext>
            </a:extLst>
          </p:cNvPr>
          <p:cNvSpPr>
            <a:spLocks noGrp="1"/>
          </p:cNvSpPr>
          <p:nvPr/>
        </p:nvSpPr>
        <p:spPr>
          <a:xfrm>
            <a:off x="8482556" y="19183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5" name="F2_precision_recall_distributions_3919">
            <a:extLst>
              <a:ext uri="{FF2B5EF4-FFF2-40B4-BE49-F238E27FC236}">
                <a16:creationId xmlns:a16="http://schemas.microsoft.com/office/drawing/2014/main" id="{8BED28C2-41C7-4630-8E71-F67116F5196C}"/>
              </a:ext>
            </a:extLst>
          </p:cNvPr>
          <p:cNvSpPr>
            <a:spLocks noGrp="1"/>
          </p:cNvSpPr>
          <p:nvPr/>
        </p:nvSpPr>
        <p:spPr>
          <a:xfrm>
            <a:off x="8340610" y="1952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6" name="F2_precision_recall_distributions_3920">
            <a:extLst>
              <a:ext uri="{FF2B5EF4-FFF2-40B4-BE49-F238E27FC236}">
                <a16:creationId xmlns:a16="http://schemas.microsoft.com/office/drawing/2014/main" id="{4640BE19-11BF-405E-B1C0-039726F9C955}"/>
              </a:ext>
            </a:extLst>
          </p:cNvPr>
          <p:cNvSpPr>
            <a:spLocks noGrp="1"/>
          </p:cNvSpPr>
          <p:nvPr/>
        </p:nvSpPr>
        <p:spPr>
          <a:xfrm>
            <a:off x="81508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7" name="F2_precision_recall_distributions_3921">
            <a:extLst>
              <a:ext uri="{FF2B5EF4-FFF2-40B4-BE49-F238E27FC236}">
                <a16:creationId xmlns:a16="http://schemas.microsoft.com/office/drawing/2014/main" id="{4B7C2705-756C-466D-BE7C-E707D01DF066}"/>
              </a:ext>
            </a:extLst>
          </p:cNvPr>
          <p:cNvSpPr>
            <a:spLocks noGrp="1"/>
          </p:cNvSpPr>
          <p:nvPr/>
        </p:nvSpPr>
        <p:spPr>
          <a:xfrm>
            <a:off x="8407772" y="22051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8" name="F2_precision_recall_distributions_3922">
            <a:extLst>
              <a:ext uri="{FF2B5EF4-FFF2-40B4-BE49-F238E27FC236}">
                <a16:creationId xmlns:a16="http://schemas.microsoft.com/office/drawing/2014/main" id="{4EA5C9EF-67FC-477E-803D-1D0F6131CCEB}"/>
              </a:ext>
            </a:extLst>
          </p:cNvPr>
          <p:cNvSpPr>
            <a:spLocks noGrp="1"/>
          </p:cNvSpPr>
          <p:nvPr/>
        </p:nvSpPr>
        <p:spPr>
          <a:xfrm>
            <a:off x="6002018" y="1585666"/>
            <a:ext cx="191" cy="339974"/>
          </a:xfrm>
          <a:custGeom>
            <a:avLst/>
            <a:gdLst/>
            <a:ahLst/>
            <a:cxnLst/>
            <a:rect l="0" t="0" r="0" b="0"/>
            <a:pathLst>
              <a:path w="191" h="339974">
                <a:moveTo>
                  <a:pt x="0" y="33997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109" name="F2_precision_recall_distributions_3923">
            <a:extLst>
              <a:ext uri="{FF2B5EF4-FFF2-40B4-BE49-F238E27FC236}">
                <a16:creationId xmlns:a16="http://schemas.microsoft.com/office/drawing/2014/main" id="{5F773E2B-7A6F-4E27-B1FC-E83F2418DEA3}"/>
              </a:ext>
            </a:extLst>
          </p:cNvPr>
          <p:cNvSpPr>
            <a:spLocks noGrp="1"/>
          </p:cNvSpPr>
          <p:nvPr/>
        </p:nvSpPr>
        <p:spPr>
          <a:xfrm>
            <a:off x="7165978" y="1611581"/>
            <a:ext cx="191" cy="500745"/>
          </a:xfrm>
          <a:custGeom>
            <a:avLst/>
            <a:gdLst/>
            <a:ahLst/>
            <a:cxnLst/>
            <a:rect l="0" t="0" r="0" b="0"/>
            <a:pathLst>
              <a:path w="191" h="500745">
                <a:moveTo>
                  <a:pt x="0" y="50074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110" name="F2_precision_recall_distributions_3924">
            <a:extLst>
              <a:ext uri="{FF2B5EF4-FFF2-40B4-BE49-F238E27FC236}">
                <a16:creationId xmlns:a16="http://schemas.microsoft.com/office/drawing/2014/main" id="{13F06E0B-6306-45B4-A9D8-BCFD78A56DA2}"/>
              </a:ext>
            </a:extLst>
          </p:cNvPr>
          <p:cNvSpPr>
            <a:spLocks noGrp="1"/>
          </p:cNvSpPr>
          <p:nvPr/>
        </p:nvSpPr>
        <p:spPr>
          <a:xfrm>
            <a:off x="8329937" y="1799288"/>
            <a:ext cx="191" cy="556596"/>
          </a:xfrm>
          <a:custGeom>
            <a:avLst/>
            <a:gdLst/>
            <a:ahLst/>
            <a:cxnLst/>
            <a:rect l="0" t="0" r="0" b="0"/>
            <a:pathLst>
              <a:path w="191" h="556596">
                <a:moveTo>
                  <a:pt x="0" y="556596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111" name="F2_precision_recall_distributions_3925">
            <a:extLst>
              <a:ext uri="{FF2B5EF4-FFF2-40B4-BE49-F238E27FC236}">
                <a16:creationId xmlns:a16="http://schemas.microsoft.com/office/drawing/2014/main" id="{383A2A9B-B606-4C6E-A229-FE700FBAB14A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2" name="F2_precision_recall_distributions_3926">
            <a:extLst>
              <a:ext uri="{FF2B5EF4-FFF2-40B4-BE49-F238E27FC236}">
                <a16:creationId xmlns:a16="http://schemas.microsoft.com/office/drawing/2014/main" id="{35C7D8A5-A7F2-4404-B8AC-7458E08CF1BE}"/>
              </a:ext>
            </a:extLst>
          </p:cNvPr>
          <p:cNvSpPr>
            <a:spLocks noGrp="1"/>
          </p:cNvSpPr>
          <p:nvPr/>
        </p:nvSpPr>
        <p:spPr>
          <a:xfrm>
            <a:off x="5361841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3" name="text_3927">
            <a:extLst>
              <a:ext uri="{FF2B5EF4-FFF2-40B4-BE49-F238E27FC236}">
                <a16:creationId xmlns:a16="http://schemas.microsoft.com/office/drawing/2014/main" id="{F8D24875-B426-4539-A083-566E0564A69B}"/>
              </a:ext>
            </a:extLst>
          </p:cNvPr>
          <p:cNvSpPr>
            <a:spLocks noGrp="1"/>
          </p:cNvSpPr>
          <p:nvPr/>
        </p:nvSpPr>
        <p:spPr>
          <a:xfrm>
            <a:off x="5361841" y="1305172"/>
            <a:ext cx="101665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Recall</a:t>
            </a:r>
          </a:p>
        </p:txBody>
      </p:sp>
      <p:sp>
        <p:nvSpPr>
          <p:cNvPr id="1114" name="F2_precision_recall_distributions_3928">
            <a:extLst>
              <a:ext uri="{FF2B5EF4-FFF2-40B4-BE49-F238E27FC236}">
                <a16:creationId xmlns:a16="http://schemas.microsoft.com/office/drawing/2014/main" id="{E677C563-E4E1-4832-A4BA-5E5D4F2B1C96}"/>
              </a:ext>
            </a:extLst>
          </p:cNvPr>
          <p:cNvSpPr>
            <a:spLocks noGrp="1"/>
          </p:cNvSpPr>
          <p:nvPr/>
        </p:nvSpPr>
        <p:spPr>
          <a:xfrm>
            <a:off x="5973977" y="166233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115" name="F2_precision_recall_distributions_3929">
            <a:extLst>
              <a:ext uri="{FF2B5EF4-FFF2-40B4-BE49-F238E27FC236}">
                <a16:creationId xmlns:a16="http://schemas.microsoft.com/office/drawing/2014/main" id="{F4B40A91-501E-422C-8341-7216F8E78E65}"/>
              </a:ext>
            </a:extLst>
          </p:cNvPr>
          <p:cNvSpPr>
            <a:spLocks noGrp="1"/>
          </p:cNvSpPr>
          <p:nvPr/>
        </p:nvSpPr>
        <p:spPr>
          <a:xfrm>
            <a:off x="7137937" y="175703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116" name="F2_precision_recall_distributions_3930">
            <a:extLst>
              <a:ext uri="{FF2B5EF4-FFF2-40B4-BE49-F238E27FC236}">
                <a16:creationId xmlns:a16="http://schemas.microsoft.com/office/drawing/2014/main" id="{09905762-A86A-42B4-92F8-9FD57B8E13F2}"/>
              </a:ext>
            </a:extLst>
          </p:cNvPr>
          <p:cNvSpPr>
            <a:spLocks noGrp="1"/>
          </p:cNvSpPr>
          <p:nvPr/>
        </p:nvSpPr>
        <p:spPr>
          <a:xfrm>
            <a:off x="8301896" y="20384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117" name="F2_precision_recall_distributions_3931">
            <a:extLst>
              <a:ext uri="{FF2B5EF4-FFF2-40B4-BE49-F238E27FC236}">
                <a16:creationId xmlns:a16="http://schemas.microsoft.com/office/drawing/2014/main" id="{2C63B4C2-834F-4CEE-A25F-DEEC048A631C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18" name="F2_precision_recall_distributions_3932">
            <a:extLst>
              <a:ext uri="{FF2B5EF4-FFF2-40B4-BE49-F238E27FC236}">
                <a16:creationId xmlns:a16="http://schemas.microsoft.com/office/drawing/2014/main" id="{16B10FE1-4EDB-4882-866D-90B3E339E32F}"/>
              </a:ext>
            </a:extLst>
          </p:cNvPr>
          <p:cNvSpPr>
            <a:spLocks noGrp="1"/>
          </p:cNvSpPr>
          <p:nvPr/>
        </p:nvSpPr>
        <p:spPr>
          <a:xfrm>
            <a:off x="1212325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19" name="F2_precision_recall_distributions_3933">
            <a:extLst>
              <a:ext uri="{FF2B5EF4-FFF2-40B4-BE49-F238E27FC236}">
                <a16:creationId xmlns:a16="http://schemas.microsoft.com/office/drawing/2014/main" id="{B3CF5CF5-2470-432F-9102-7AEF41A4F202}"/>
              </a:ext>
            </a:extLst>
          </p:cNvPr>
          <p:cNvSpPr>
            <a:spLocks noGrp="1"/>
          </p:cNvSpPr>
          <p:nvPr/>
        </p:nvSpPr>
        <p:spPr>
          <a:xfrm>
            <a:off x="1170051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0" name="text_3934">
            <a:extLst>
              <a:ext uri="{FF2B5EF4-FFF2-40B4-BE49-F238E27FC236}">
                <a16:creationId xmlns:a16="http://schemas.microsoft.com/office/drawing/2014/main" id="{BD8A4DCF-42BE-49B8-9C10-94E17290EA93}"/>
              </a:ext>
            </a:extLst>
          </p:cNvPr>
          <p:cNvSpPr>
            <a:spLocks noGrp="1"/>
          </p:cNvSpPr>
          <p:nvPr/>
        </p:nvSpPr>
        <p:spPr>
          <a:xfrm>
            <a:off x="958091" y="367660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121" name="F2_precision_recall_distributions_3935">
            <a:extLst>
              <a:ext uri="{FF2B5EF4-FFF2-40B4-BE49-F238E27FC236}">
                <a16:creationId xmlns:a16="http://schemas.microsoft.com/office/drawing/2014/main" id="{1E7924BC-BA70-4FF2-9638-76D2D1FDF829}"/>
              </a:ext>
            </a:extLst>
          </p:cNvPr>
          <p:cNvSpPr>
            <a:spLocks noGrp="1"/>
          </p:cNvSpPr>
          <p:nvPr/>
        </p:nvSpPr>
        <p:spPr>
          <a:xfrm>
            <a:off x="1212325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2" name="F2_precision_recall_distributions_3936">
            <a:extLst>
              <a:ext uri="{FF2B5EF4-FFF2-40B4-BE49-F238E27FC236}">
                <a16:creationId xmlns:a16="http://schemas.microsoft.com/office/drawing/2014/main" id="{517E6787-BB88-4963-BCBD-FCFD9F1E76E8}"/>
              </a:ext>
            </a:extLst>
          </p:cNvPr>
          <p:cNvSpPr>
            <a:spLocks noGrp="1"/>
          </p:cNvSpPr>
          <p:nvPr/>
        </p:nvSpPr>
        <p:spPr>
          <a:xfrm>
            <a:off x="1170051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3" name="text_3937">
            <a:extLst>
              <a:ext uri="{FF2B5EF4-FFF2-40B4-BE49-F238E27FC236}">
                <a16:creationId xmlns:a16="http://schemas.microsoft.com/office/drawing/2014/main" id="{DDC515CE-AC1E-46A5-9D18-DE9D6D3920D3}"/>
              </a:ext>
            </a:extLst>
          </p:cNvPr>
          <p:cNvSpPr>
            <a:spLocks noGrp="1"/>
          </p:cNvSpPr>
          <p:nvPr/>
        </p:nvSpPr>
        <p:spPr>
          <a:xfrm>
            <a:off x="958091" y="325221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24" name="F2_precision_recall_distributions_3938">
            <a:extLst>
              <a:ext uri="{FF2B5EF4-FFF2-40B4-BE49-F238E27FC236}">
                <a16:creationId xmlns:a16="http://schemas.microsoft.com/office/drawing/2014/main" id="{0F598E01-82D9-4329-8F8D-27C75D5A17FA}"/>
              </a:ext>
            </a:extLst>
          </p:cNvPr>
          <p:cNvSpPr>
            <a:spLocks noGrp="1"/>
          </p:cNvSpPr>
          <p:nvPr/>
        </p:nvSpPr>
        <p:spPr>
          <a:xfrm>
            <a:off x="1212325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5" name="F2_precision_recall_distributions_3939">
            <a:extLst>
              <a:ext uri="{FF2B5EF4-FFF2-40B4-BE49-F238E27FC236}">
                <a16:creationId xmlns:a16="http://schemas.microsoft.com/office/drawing/2014/main" id="{CD5D2340-1357-4EA6-B9CD-0CDFBAE1035B}"/>
              </a:ext>
            </a:extLst>
          </p:cNvPr>
          <p:cNvSpPr>
            <a:spLocks noGrp="1"/>
          </p:cNvSpPr>
          <p:nvPr/>
        </p:nvSpPr>
        <p:spPr>
          <a:xfrm>
            <a:off x="1170051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6" name="text_3940">
            <a:extLst>
              <a:ext uri="{FF2B5EF4-FFF2-40B4-BE49-F238E27FC236}">
                <a16:creationId xmlns:a16="http://schemas.microsoft.com/office/drawing/2014/main" id="{AC494C31-A40C-4E2E-A3A7-F3C7E54581B5}"/>
              </a:ext>
            </a:extLst>
          </p:cNvPr>
          <p:cNvSpPr>
            <a:spLocks noGrp="1"/>
          </p:cNvSpPr>
          <p:nvPr/>
        </p:nvSpPr>
        <p:spPr>
          <a:xfrm>
            <a:off x="958091" y="282783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27" name="F2_precision_recall_distributions_3941">
            <a:extLst>
              <a:ext uri="{FF2B5EF4-FFF2-40B4-BE49-F238E27FC236}">
                <a16:creationId xmlns:a16="http://schemas.microsoft.com/office/drawing/2014/main" id="{9D331B38-E36D-4C03-A1AA-0B20F2CC98A1}"/>
              </a:ext>
            </a:extLst>
          </p:cNvPr>
          <p:cNvSpPr>
            <a:spLocks noGrp="1"/>
          </p:cNvSpPr>
          <p:nvPr/>
        </p:nvSpPr>
        <p:spPr>
          <a:xfrm>
            <a:off x="151495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128" name="F2_precision_recall_distributions_3942">
            <a:extLst>
              <a:ext uri="{FF2B5EF4-FFF2-40B4-BE49-F238E27FC236}">
                <a16:creationId xmlns:a16="http://schemas.microsoft.com/office/drawing/2014/main" id="{4F33C7BA-6992-4F56-8F84-15687D2B1C46}"/>
              </a:ext>
            </a:extLst>
          </p:cNvPr>
          <p:cNvSpPr>
            <a:spLocks noGrp="1"/>
          </p:cNvSpPr>
          <p:nvPr/>
        </p:nvSpPr>
        <p:spPr>
          <a:xfrm>
            <a:off x="174382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9" name="F2_precision_recall_distributions_3943">
            <a:extLst>
              <a:ext uri="{FF2B5EF4-FFF2-40B4-BE49-F238E27FC236}">
                <a16:creationId xmlns:a16="http://schemas.microsoft.com/office/drawing/2014/main" id="{BDD3E6FC-BFBB-4CEC-ABF0-2BE86F24F224}"/>
              </a:ext>
            </a:extLst>
          </p:cNvPr>
          <p:cNvSpPr>
            <a:spLocks noGrp="1"/>
          </p:cNvSpPr>
          <p:nvPr/>
        </p:nvSpPr>
        <p:spPr>
          <a:xfrm>
            <a:off x="19564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0" name="F2_precision_recall_distributions_3944">
            <a:extLst>
              <a:ext uri="{FF2B5EF4-FFF2-40B4-BE49-F238E27FC236}">
                <a16:creationId xmlns:a16="http://schemas.microsoft.com/office/drawing/2014/main" id="{69510950-8251-45D2-9DE7-FC52B154F3DB}"/>
              </a:ext>
            </a:extLst>
          </p:cNvPr>
          <p:cNvSpPr>
            <a:spLocks noGrp="1"/>
          </p:cNvSpPr>
          <p:nvPr/>
        </p:nvSpPr>
        <p:spPr>
          <a:xfrm>
            <a:off x="17625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1" name="F2_precision_recall_distributions_3945">
            <a:extLst>
              <a:ext uri="{FF2B5EF4-FFF2-40B4-BE49-F238E27FC236}">
                <a16:creationId xmlns:a16="http://schemas.microsoft.com/office/drawing/2014/main" id="{1B5DF964-3025-4042-8D57-30A73695865C}"/>
              </a:ext>
            </a:extLst>
          </p:cNvPr>
          <p:cNvSpPr>
            <a:spLocks noGrp="1"/>
          </p:cNvSpPr>
          <p:nvPr/>
        </p:nvSpPr>
        <p:spPr>
          <a:xfrm>
            <a:off x="1761626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2" name="F2_precision_recall_distributions_3946">
            <a:extLst>
              <a:ext uri="{FF2B5EF4-FFF2-40B4-BE49-F238E27FC236}">
                <a16:creationId xmlns:a16="http://schemas.microsoft.com/office/drawing/2014/main" id="{06DB367C-CA7E-4553-8E61-55D2E8EFADA4}"/>
              </a:ext>
            </a:extLst>
          </p:cNvPr>
          <p:cNvSpPr>
            <a:spLocks noGrp="1"/>
          </p:cNvSpPr>
          <p:nvPr/>
        </p:nvSpPr>
        <p:spPr>
          <a:xfrm>
            <a:off x="1697309" y="2992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3" name="F2_precision_recall_distributions_3947">
            <a:extLst>
              <a:ext uri="{FF2B5EF4-FFF2-40B4-BE49-F238E27FC236}">
                <a16:creationId xmlns:a16="http://schemas.microsoft.com/office/drawing/2014/main" id="{CCB1AF9A-4B9C-465E-B2FA-014214D94715}"/>
              </a:ext>
            </a:extLst>
          </p:cNvPr>
          <p:cNvSpPr>
            <a:spLocks noGrp="1"/>
          </p:cNvSpPr>
          <p:nvPr/>
        </p:nvSpPr>
        <p:spPr>
          <a:xfrm>
            <a:off x="19372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4" name="F2_precision_recall_distributions_3948">
            <a:extLst>
              <a:ext uri="{FF2B5EF4-FFF2-40B4-BE49-F238E27FC236}">
                <a16:creationId xmlns:a16="http://schemas.microsoft.com/office/drawing/2014/main" id="{52D6CBEA-2246-46B2-A917-7BF3BE416EB6}"/>
              </a:ext>
            </a:extLst>
          </p:cNvPr>
          <p:cNvSpPr>
            <a:spLocks noGrp="1"/>
          </p:cNvSpPr>
          <p:nvPr/>
        </p:nvSpPr>
        <p:spPr>
          <a:xfrm>
            <a:off x="20195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5" name="F2_precision_recall_distributions_3949">
            <a:extLst>
              <a:ext uri="{FF2B5EF4-FFF2-40B4-BE49-F238E27FC236}">
                <a16:creationId xmlns:a16="http://schemas.microsoft.com/office/drawing/2014/main" id="{69B47FCF-644F-49D9-B087-5232F7590646}"/>
              </a:ext>
            </a:extLst>
          </p:cNvPr>
          <p:cNvSpPr>
            <a:spLocks noGrp="1"/>
          </p:cNvSpPr>
          <p:nvPr/>
        </p:nvSpPr>
        <p:spPr>
          <a:xfrm>
            <a:off x="18552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6" name="F2_precision_recall_distributions_3950">
            <a:extLst>
              <a:ext uri="{FF2B5EF4-FFF2-40B4-BE49-F238E27FC236}">
                <a16:creationId xmlns:a16="http://schemas.microsoft.com/office/drawing/2014/main" id="{0983759C-84ED-472E-B507-DE9D6CA94813}"/>
              </a:ext>
            </a:extLst>
          </p:cNvPr>
          <p:cNvSpPr>
            <a:spLocks noGrp="1"/>
          </p:cNvSpPr>
          <p:nvPr/>
        </p:nvSpPr>
        <p:spPr>
          <a:xfrm>
            <a:off x="1687943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7" name="F2_precision_recall_distributions_3951">
            <a:extLst>
              <a:ext uri="{FF2B5EF4-FFF2-40B4-BE49-F238E27FC236}">
                <a16:creationId xmlns:a16="http://schemas.microsoft.com/office/drawing/2014/main" id="{5CE01E46-1DEB-4BB3-BD31-9A8BE3BF2862}"/>
              </a:ext>
            </a:extLst>
          </p:cNvPr>
          <p:cNvSpPr>
            <a:spLocks noGrp="1"/>
          </p:cNvSpPr>
          <p:nvPr/>
        </p:nvSpPr>
        <p:spPr>
          <a:xfrm>
            <a:off x="179662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8" name="F2_precision_recall_distributions_3952">
            <a:extLst>
              <a:ext uri="{FF2B5EF4-FFF2-40B4-BE49-F238E27FC236}">
                <a16:creationId xmlns:a16="http://schemas.microsoft.com/office/drawing/2014/main" id="{5A02873F-7FBC-4A4C-9401-4FA96BC69C79}"/>
              </a:ext>
            </a:extLst>
          </p:cNvPr>
          <p:cNvSpPr>
            <a:spLocks noGrp="1"/>
          </p:cNvSpPr>
          <p:nvPr/>
        </p:nvSpPr>
        <p:spPr>
          <a:xfrm>
            <a:off x="2017816" y="3267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9" name="F2_precision_recall_distributions_3953">
            <a:extLst>
              <a:ext uri="{FF2B5EF4-FFF2-40B4-BE49-F238E27FC236}">
                <a16:creationId xmlns:a16="http://schemas.microsoft.com/office/drawing/2014/main" id="{CE3E6335-A122-44B3-ABE6-4670828F1F99}"/>
              </a:ext>
            </a:extLst>
          </p:cNvPr>
          <p:cNvSpPr>
            <a:spLocks noGrp="1"/>
          </p:cNvSpPr>
          <p:nvPr/>
        </p:nvSpPr>
        <p:spPr>
          <a:xfrm>
            <a:off x="188341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0" name="F2_precision_recall_distributions_3954">
            <a:extLst>
              <a:ext uri="{FF2B5EF4-FFF2-40B4-BE49-F238E27FC236}">
                <a16:creationId xmlns:a16="http://schemas.microsoft.com/office/drawing/2014/main" id="{FD56D1C2-8AFE-4953-ACB9-3B8E3696E4D2}"/>
              </a:ext>
            </a:extLst>
          </p:cNvPr>
          <p:cNvSpPr>
            <a:spLocks noGrp="1"/>
          </p:cNvSpPr>
          <p:nvPr/>
        </p:nvSpPr>
        <p:spPr>
          <a:xfrm>
            <a:off x="17002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1" name="F2_precision_recall_distributions_3955">
            <a:extLst>
              <a:ext uri="{FF2B5EF4-FFF2-40B4-BE49-F238E27FC236}">
                <a16:creationId xmlns:a16="http://schemas.microsoft.com/office/drawing/2014/main" id="{503AF8E2-C897-43ED-8D54-7787F53D3770}"/>
              </a:ext>
            </a:extLst>
          </p:cNvPr>
          <p:cNvSpPr>
            <a:spLocks noGrp="1"/>
          </p:cNvSpPr>
          <p:nvPr/>
        </p:nvSpPr>
        <p:spPr>
          <a:xfrm>
            <a:off x="1729649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2" name="F2_precision_recall_distributions_3956">
            <a:extLst>
              <a:ext uri="{FF2B5EF4-FFF2-40B4-BE49-F238E27FC236}">
                <a16:creationId xmlns:a16="http://schemas.microsoft.com/office/drawing/2014/main" id="{8FC873E1-6DD0-4877-9353-75A8721FFE82}"/>
              </a:ext>
            </a:extLst>
          </p:cNvPr>
          <p:cNvSpPr>
            <a:spLocks noGrp="1"/>
          </p:cNvSpPr>
          <p:nvPr/>
        </p:nvSpPr>
        <p:spPr>
          <a:xfrm>
            <a:off x="18751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3" name="F2_precision_recall_distributions_3957">
            <a:extLst>
              <a:ext uri="{FF2B5EF4-FFF2-40B4-BE49-F238E27FC236}">
                <a16:creationId xmlns:a16="http://schemas.microsoft.com/office/drawing/2014/main" id="{09EE7971-C94B-4CA2-9589-7D82D7FCB120}"/>
              </a:ext>
            </a:extLst>
          </p:cNvPr>
          <p:cNvSpPr>
            <a:spLocks noGrp="1"/>
          </p:cNvSpPr>
          <p:nvPr/>
        </p:nvSpPr>
        <p:spPr>
          <a:xfrm>
            <a:off x="1769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4" name="F2_precision_recall_distributions_3958">
            <a:extLst>
              <a:ext uri="{FF2B5EF4-FFF2-40B4-BE49-F238E27FC236}">
                <a16:creationId xmlns:a16="http://schemas.microsoft.com/office/drawing/2014/main" id="{E578DB51-5B8C-4603-8324-567922EE7F03}"/>
              </a:ext>
            </a:extLst>
          </p:cNvPr>
          <p:cNvSpPr>
            <a:spLocks noGrp="1"/>
          </p:cNvSpPr>
          <p:nvPr/>
        </p:nvSpPr>
        <p:spPr>
          <a:xfrm>
            <a:off x="177757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5" name="F2_precision_recall_distributions_3959">
            <a:extLst>
              <a:ext uri="{FF2B5EF4-FFF2-40B4-BE49-F238E27FC236}">
                <a16:creationId xmlns:a16="http://schemas.microsoft.com/office/drawing/2014/main" id="{59F8A770-B346-404D-8D01-F147FBD77428}"/>
              </a:ext>
            </a:extLst>
          </p:cNvPr>
          <p:cNvSpPr>
            <a:spLocks noGrp="1"/>
          </p:cNvSpPr>
          <p:nvPr/>
        </p:nvSpPr>
        <p:spPr>
          <a:xfrm>
            <a:off x="1784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6" name="F2_precision_recall_distributions_3960">
            <a:extLst>
              <a:ext uri="{FF2B5EF4-FFF2-40B4-BE49-F238E27FC236}">
                <a16:creationId xmlns:a16="http://schemas.microsoft.com/office/drawing/2014/main" id="{F813004A-F27D-48B8-B074-CC586BA19DB1}"/>
              </a:ext>
            </a:extLst>
          </p:cNvPr>
          <p:cNvSpPr>
            <a:spLocks noGrp="1"/>
          </p:cNvSpPr>
          <p:nvPr/>
        </p:nvSpPr>
        <p:spPr>
          <a:xfrm>
            <a:off x="16907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7" name="F2_precision_recall_distributions_3961">
            <a:extLst>
              <a:ext uri="{FF2B5EF4-FFF2-40B4-BE49-F238E27FC236}">
                <a16:creationId xmlns:a16="http://schemas.microsoft.com/office/drawing/2014/main" id="{14207389-3F33-49FE-AABB-D8008BCB67D2}"/>
              </a:ext>
            </a:extLst>
          </p:cNvPr>
          <p:cNvSpPr>
            <a:spLocks noGrp="1"/>
          </p:cNvSpPr>
          <p:nvPr/>
        </p:nvSpPr>
        <p:spPr>
          <a:xfrm>
            <a:off x="169016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8" name="F2_precision_recall_distributions_3962">
            <a:extLst>
              <a:ext uri="{FF2B5EF4-FFF2-40B4-BE49-F238E27FC236}">
                <a16:creationId xmlns:a16="http://schemas.microsoft.com/office/drawing/2014/main" id="{71942146-F276-4E67-BF43-5639381A987C}"/>
              </a:ext>
            </a:extLst>
          </p:cNvPr>
          <p:cNvSpPr>
            <a:spLocks noGrp="1"/>
          </p:cNvSpPr>
          <p:nvPr/>
        </p:nvSpPr>
        <p:spPr>
          <a:xfrm>
            <a:off x="1900954" y="2932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9" name="F2_precision_recall_distributions_3963">
            <a:extLst>
              <a:ext uri="{FF2B5EF4-FFF2-40B4-BE49-F238E27FC236}">
                <a16:creationId xmlns:a16="http://schemas.microsoft.com/office/drawing/2014/main" id="{01E3A068-745A-4A9A-AEB5-6EF64B52B34C}"/>
              </a:ext>
            </a:extLst>
          </p:cNvPr>
          <p:cNvSpPr>
            <a:spLocks noGrp="1"/>
          </p:cNvSpPr>
          <p:nvPr/>
        </p:nvSpPr>
        <p:spPr>
          <a:xfrm>
            <a:off x="1702800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0" name="F2_precision_recall_distributions_3964">
            <a:extLst>
              <a:ext uri="{FF2B5EF4-FFF2-40B4-BE49-F238E27FC236}">
                <a16:creationId xmlns:a16="http://schemas.microsoft.com/office/drawing/2014/main" id="{585EDD66-21E0-441C-8665-4515B4FFC29A}"/>
              </a:ext>
            </a:extLst>
          </p:cNvPr>
          <p:cNvSpPr>
            <a:spLocks noGrp="1"/>
          </p:cNvSpPr>
          <p:nvPr/>
        </p:nvSpPr>
        <p:spPr>
          <a:xfrm>
            <a:off x="17315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1" name="F2_precision_recall_distributions_3965">
            <a:extLst>
              <a:ext uri="{FF2B5EF4-FFF2-40B4-BE49-F238E27FC236}">
                <a16:creationId xmlns:a16="http://schemas.microsoft.com/office/drawing/2014/main" id="{2F0E88A7-7979-457D-970C-AC74E66939DD}"/>
              </a:ext>
            </a:extLst>
          </p:cNvPr>
          <p:cNvSpPr>
            <a:spLocks noGrp="1"/>
          </p:cNvSpPr>
          <p:nvPr/>
        </p:nvSpPr>
        <p:spPr>
          <a:xfrm>
            <a:off x="18758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2" name="F2_precision_recall_distributions_3966">
            <a:extLst>
              <a:ext uri="{FF2B5EF4-FFF2-40B4-BE49-F238E27FC236}">
                <a16:creationId xmlns:a16="http://schemas.microsoft.com/office/drawing/2014/main" id="{46F51063-17D2-473B-A1A0-E376B119CC42}"/>
              </a:ext>
            </a:extLst>
          </p:cNvPr>
          <p:cNvSpPr>
            <a:spLocks noGrp="1"/>
          </p:cNvSpPr>
          <p:nvPr/>
        </p:nvSpPr>
        <p:spPr>
          <a:xfrm>
            <a:off x="1836039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3" name="F2_precision_recall_distributions_3967">
            <a:extLst>
              <a:ext uri="{FF2B5EF4-FFF2-40B4-BE49-F238E27FC236}">
                <a16:creationId xmlns:a16="http://schemas.microsoft.com/office/drawing/2014/main" id="{5EF12B87-66C6-4714-BBFD-E88EC307D1A6}"/>
              </a:ext>
            </a:extLst>
          </p:cNvPr>
          <p:cNvSpPr>
            <a:spLocks noGrp="1"/>
          </p:cNvSpPr>
          <p:nvPr/>
        </p:nvSpPr>
        <p:spPr>
          <a:xfrm>
            <a:off x="20155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4" name="F2_precision_recall_distributions_3968">
            <a:extLst>
              <a:ext uri="{FF2B5EF4-FFF2-40B4-BE49-F238E27FC236}">
                <a16:creationId xmlns:a16="http://schemas.microsoft.com/office/drawing/2014/main" id="{92791F96-ABF2-478A-9E82-2ED6814F7168}"/>
              </a:ext>
            </a:extLst>
          </p:cNvPr>
          <p:cNvSpPr>
            <a:spLocks noGrp="1"/>
          </p:cNvSpPr>
          <p:nvPr/>
        </p:nvSpPr>
        <p:spPr>
          <a:xfrm>
            <a:off x="196939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5" name="F2_precision_recall_distributions_3969">
            <a:extLst>
              <a:ext uri="{FF2B5EF4-FFF2-40B4-BE49-F238E27FC236}">
                <a16:creationId xmlns:a16="http://schemas.microsoft.com/office/drawing/2014/main" id="{3982055C-CBD0-4CF3-A96F-B0483F06B4A5}"/>
              </a:ext>
            </a:extLst>
          </p:cNvPr>
          <p:cNvSpPr>
            <a:spLocks noGrp="1"/>
          </p:cNvSpPr>
          <p:nvPr/>
        </p:nvSpPr>
        <p:spPr>
          <a:xfrm>
            <a:off x="1724476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6" name="F2_precision_recall_distributions_3970">
            <a:extLst>
              <a:ext uri="{FF2B5EF4-FFF2-40B4-BE49-F238E27FC236}">
                <a16:creationId xmlns:a16="http://schemas.microsoft.com/office/drawing/2014/main" id="{2EA29076-0C2F-4A2B-AA30-C0A691223A32}"/>
              </a:ext>
            </a:extLst>
          </p:cNvPr>
          <p:cNvSpPr>
            <a:spLocks noGrp="1"/>
          </p:cNvSpPr>
          <p:nvPr/>
        </p:nvSpPr>
        <p:spPr>
          <a:xfrm>
            <a:off x="17129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7" name="F2_precision_recall_distributions_3971">
            <a:extLst>
              <a:ext uri="{FF2B5EF4-FFF2-40B4-BE49-F238E27FC236}">
                <a16:creationId xmlns:a16="http://schemas.microsoft.com/office/drawing/2014/main" id="{F6003EE3-A62E-4577-A9DF-ED1E49108424}"/>
              </a:ext>
            </a:extLst>
          </p:cNvPr>
          <p:cNvSpPr>
            <a:spLocks noGrp="1"/>
          </p:cNvSpPr>
          <p:nvPr/>
        </p:nvSpPr>
        <p:spPr>
          <a:xfrm>
            <a:off x="182373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8" name="F2_precision_recall_distributions_3972">
            <a:extLst>
              <a:ext uri="{FF2B5EF4-FFF2-40B4-BE49-F238E27FC236}">
                <a16:creationId xmlns:a16="http://schemas.microsoft.com/office/drawing/2014/main" id="{DD9E9B7A-72DD-4227-A828-32845D5BAEF1}"/>
              </a:ext>
            </a:extLst>
          </p:cNvPr>
          <p:cNvSpPr>
            <a:spLocks noGrp="1"/>
          </p:cNvSpPr>
          <p:nvPr/>
        </p:nvSpPr>
        <p:spPr>
          <a:xfrm>
            <a:off x="16861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9" name="F2_precision_recall_distributions_3973">
            <a:extLst>
              <a:ext uri="{FF2B5EF4-FFF2-40B4-BE49-F238E27FC236}">
                <a16:creationId xmlns:a16="http://schemas.microsoft.com/office/drawing/2014/main" id="{73DF00FA-03FD-4F0E-AA6C-9EF7CA689935}"/>
              </a:ext>
            </a:extLst>
          </p:cNvPr>
          <p:cNvSpPr>
            <a:spLocks noGrp="1"/>
          </p:cNvSpPr>
          <p:nvPr/>
        </p:nvSpPr>
        <p:spPr>
          <a:xfrm>
            <a:off x="1692462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0" name="F2_precision_recall_distributions_3974">
            <a:extLst>
              <a:ext uri="{FF2B5EF4-FFF2-40B4-BE49-F238E27FC236}">
                <a16:creationId xmlns:a16="http://schemas.microsoft.com/office/drawing/2014/main" id="{B6C6ADFD-7200-41ED-8FBF-555CDEA551E6}"/>
              </a:ext>
            </a:extLst>
          </p:cNvPr>
          <p:cNvSpPr>
            <a:spLocks noGrp="1"/>
          </p:cNvSpPr>
          <p:nvPr/>
        </p:nvSpPr>
        <p:spPr>
          <a:xfrm>
            <a:off x="19492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1" name="F2_precision_recall_distributions_3975">
            <a:extLst>
              <a:ext uri="{FF2B5EF4-FFF2-40B4-BE49-F238E27FC236}">
                <a16:creationId xmlns:a16="http://schemas.microsoft.com/office/drawing/2014/main" id="{A72B331B-8350-494F-B564-776066230DAA}"/>
              </a:ext>
            </a:extLst>
          </p:cNvPr>
          <p:cNvSpPr>
            <a:spLocks noGrp="1"/>
          </p:cNvSpPr>
          <p:nvPr/>
        </p:nvSpPr>
        <p:spPr>
          <a:xfrm>
            <a:off x="1740788" y="36043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2" name="F2_precision_recall_distributions_3976">
            <a:extLst>
              <a:ext uri="{FF2B5EF4-FFF2-40B4-BE49-F238E27FC236}">
                <a16:creationId xmlns:a16="http://schemas.microsoft.com/office/drawing/2014/main" id="{A799E6AC-FBC8-4B08-8AFD-B30F0F5F31BD}"/>
              </a:ext>
            </a:extLst>
          </p:cNvPr>
          <p:cNvSpPr>
            <a:spLocks noGrp="1"/>
          </p:cNvSpPr>
          <p:nvPr/>
        </p:nvSpPr>
        <p:spPr>
          <a:xfrm>
            <a:off x="18164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3" name="F2_precision_recall_distributions_3977">
            <a:extLst>
              <a:ext uri="{FF2B5EF4-FFF2-40B4-BE49-F238E27FC236}">
                <a16:creationId xmlns:a16="http://schemas.microsoft.com/office/drawing/2014/main" id="{C17357A8-FC89-43A6-952F-FEEC648F461A}"/>
              </a:ext>
            </a:extLst>
          </p:cNvPr>
          <p:cNvSpPr>
            <a:spLocks noGrp="1"/>
          </p:cNvSpPr>
          <p:nvPr/>
        </p:nvSpPr>
        <p:spPr>
          <a:xfrm>
            <a:off x="16721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4" name="F2_precision_recall_distributions_3978">
            <a:extLst>
              <a:ext uri="{FF2B5EF4-FFF2-40B4-BE49-F238E27FC236}">
                <a16:creationId xmlns:a16="http://schemas.microsoft.com/office/drawing/2014/main" id="{DB9F5A1F-BBF3-4BCF-A169-384D88A5B6FD}"/>
              </a:ext>
            </a:extLst>
          </p:cNvPr>
          <p:cNvSpPr>
            <a:spLocks noGrp="1"/>
          </p:cNvSpPr>
          <p:nvPr/>
        </p:nvSpPr>
        <p:spPr>
          <a:xfrm>
            <a:off x="186081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5" name="F2_precision_recall_distributions_3979">
            <a:extLst>
              <a:ext uri="{FF2B5EF4-FFF2-40B4-BE49-F238E27FC236}">
                <a16:creationId xmlns:a16="http://schemas.microsoft.com/office/drawing/2014/main" id="{64FE876C-F77F-4350-817E-E0BCE7AB4178}"/>
              </a:ext>
            </a:extLst>
          </p:cNvPr>
          <p:cNvSpPr>
            <a:spLocks noGrp="1"/>
          </p:cNvSpPr>
          <p:nvPr/>
        </p:nvSpPr>
        <p:spPr>
          <a:xfrm>
            <a:off x="20037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6" name="F2_precision_recall_distributions_3980">
            <a:extLst>
              <a:ext uri="{FF2B5EF4-FFF2-40B4-BE49-F238E27FC236}">
                <a16:creationId xmlns:a16="http://schemas.microsoft.com/office/drawing/2014/main" id="{B811E7E4-A712-461B-BE15-0C4BFD981639}"/>
              </a:ext>
            </a:extLst>
          </p:cNvPr>
          <p:cNvSpPr>
            <a:spLocks noGrp="1"/>
          </p:cNvSpPr>
          <p:nvPr/>
        </p:nvSpPr>
        <p:spPr>
          <a:xfrm>
            <a:off x="17053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7" name="F2_precision_recall_distributions_3981">
            <a:extLst>
              <a:ext uri="{FF2B5EF4-FFF2-40B4-BE49-F238E27FC236}">
                <a16:creationId xmlns:a16="http://schemas.microsoft.com/office/drawing/2014/main" id="{CB89D94A-6A2D-4D40-BC5C-D74F9902D141}"/>
              </a:ext>
            </a:extLst>
          </p:cNvPr>
          <p:cNvSpPr>
            <a:spLocks noGrp="1"/>
          </p:cNvSpPr>
          <p:nvPr/>
        </p:nvSpPr>
        <p:spPr>
          <a:xfrm>
            <a:off x="19691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8" name="F2_precision_recall_distributions_3982">
            <a:extLst>
              <a:ext uri="{FF2B5EF4-FFF2-40B4-BE49-F238E27FC236}">
                <a16:creationId xmlns:a16="http://schemas.microsoft.com/office/drawing/2014/main" id="{44A16FEA-EA4C-426A-90F9-8824D6F8C39C}"/>
              </a:ext>
            </a:extLst>
          </p:cNvPr>
          <p:cNvSpPr>
            <a:spLocks noGrp="1"/>
          </p:cNvSpPr>
          <p:nvPr/>
        </p:nvSpPr>
        <p:spPr>
          <a:xfrm>
            <a:off x="19277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9" name="F2_precision_recall_distributions_3983">
            <a:extLst>
              <a:ext uri="{FF2B5EF4-FFF2-40B4-BE49-F238E27FC236}">
                <a16:creationId xmlns:a16="http://schemas.microsoft.com/office/drawing/2014/main" id="{EA242B97-7EB5-4444-9B02-F48D2BF907E4}"/>
              </a:ext>
            </a:extLst>
          </p:cNvPr>
          <p:cNvSpPr>
            <a:spLocks noGrp="1"/>
          </p:cNvSpPr>
          <p:nvPr/>
        </p:nvSpPr>
        <p:spPr>
          <a:xfrm>
            <a:off x="17969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0" name="F2_precision_recall_distributions_3984">
            <a:extLst>
              <a:ext uri="{FF2B5EF4-FFF2-40B4-BE49-F238E27FC236}">
                <a16:creationId xmlns:a16="http://schemas.microsoft.com/office/drawing/2014/main" id="{5892E494-F49F-4B7D-AD5B-43580B723B75}"/>
              </a:ext>
            </a:extLst>
          </p:cNvPr>
          <p:cNvSpPr>
            <a:spLocks noGrp="1"/>
          </p:cNvSpPr>
          <p:nvPr/>
        </p:nvSpPr>
        <p:spPr>
          <a:xfrm>
            <a:off x="18952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1" name="F2_precision_recall_distributions_3985">
            <a:extLst>
              <a:ext uri="{FF2B5EF4-FFF2-40B4-BE49-F238E27FC236}">
                <a16:creationId xmlns:a16="http://schemas.microsoft.com/office/drawing/2014/main" id="{08EB146D-0AD3-411E-AA0B-F83141F9E18D}"/>
              </a:ext>
            </a:extLst>
          </p:cNvPr>
          <p:cNvSpPr>
            <a:spLocks noGrp="1"/>
          </p:cNvSpPr>
          <p:nvPr/>
        </p:nvSpPr>
        <p:spPr>
          <a:xfrm>
            <a:off x="179937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2" name="F2_precision_recall_distributions_3986">
            <a:extLst>
              <a:ext uri="{FF2B5EF4-FFF2-40B4-BE49-F238E27FC236}">
                <a16:creationId xmlns:a16="http://schemas.microsoft.com/office/drawing/2014/main" id="{68E88C81-B085-4768-9BB1-24632A133A66}"/>
              </a:ext>
            </a:extLst>
          </p:cNvPr>
          <p:cNvSpPr>
            <a:spLocks noGrp="1"/>
          </p:cNvSpPr>
          <p:nvPr/>
        </p:nvSpPr>
        <p:spPr>
          <a:xfrm>
            <a:off x="1822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3" name="F2_precision_recall_distributions_3987">
            <a:extLst>
              <a:ext uri="{FF2B5EF4-FFF2-40B4-BE49-F238E27FC236}">
                <a16:creationId xmlns:a16="http://schemas.microsoft.com/office/drawing/2014/main" id="{1B7A817C-DA51-42E4-818A-A9EC7F52DD7C}"/>
              </a:ext>
            </a:extLst>
          </p:cNvPr>
          <p:cNvSpPr>
            <a:spLocks noGrp="1"/>
          </p:cNvSpPr>
          <p:nvPr/>
        </p:nvSpPr>
        <p:spPr>
          <a:xfrm>
            <a:off x="2004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4" name="F2_precision_recall_distributions_3988">
            <a:extLst>
              <a:ext uri="{FF2B5EF4-FFF2-40B4-BE49-F238E27FC236}">
                <a16:creationId xmlns:a16="http://schemas.microsoft.com/office/drawing/2014/main" id="{8238E839-C5C7-4DA2-909E-53C7A6238A53}"/>
              </a:ext>
            </a:extLst>
          </p:cNvPr>
          <p:cNvSpPr>
            <a:spLocks noGrp="1"/>
          </p:cNvSpPr>
          <p:nvPr/>
        </p:nvSpPr>
        <p:spPr>
          <a:xfrm>
            <a:off x="165544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5" name="F2_precision_recall_distributions_3989">
            <a:extLst>
              <a:ext uri="{FF2B5EF4-FFF2-40B4-BE49-F238E27FC236}">
                <a16:creationId xmlns:a16="http://schemas.microsoft.com/office/drawing/2014/main" id="{9BDF5DF5-7F8C-4D38-BE91-5E98D4165ABA}"/>
              </a:ext>
            </a:extLst>
          </p:cNvPr>
          <p:cNvSpPr>
            <a:spLocks noGrp="1"/>
          </p:cNvSpPr>
          <p:nvPr/>
        </p:nvSpPr>
        <p:spPr>
          <a:xfrm>
            <a:off x="19021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6" name="F2_precision_recall_distributions_3990">
            <a:extLst>
              <a:ext uri="{FF2B5EF4-FFF2-40B4-BE49-F238E27FC236}">
                <a16:creationId xmlns:a16="http://schemas.microsoft.com/office/drawing/2014/main" id="{731C692D-D614-4FDA-AB48-7E6C948A2E11}"/>
              </a:ext>
            </a:extLst>
          </p:cNvPr>
          <p:cNvSpPr>
            <a:spLocks noGrp="1"/>
          </p:cNvSpPr>
          <p:nvPr/>
        </p:nvSpPr>
        <p:spPr>
          <a:xfrm>
            <a:off x="183115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7" name="F2_precision_recall_distributions_3991">
            <a:extLst>
              <a:ext uri="{FF2B5EF4-FFF2-40B4-BE49-F238E27FC236}">
                <a16:creationId xmlns:a16="http://schemas.microsoft.com/office/drawing/2014/main" id="{618F58DA-07EB-427B-887D-2B789D633263}"/>
              </a:ext>
            </a:extLst>
          </p:cNvPr>
          <p:cNvSpPr>
            <a:spLocks noGrp="1"/>
          </p:cNvSpPr>
          <p:nvPr/>
        </p:nvSpPr>
        <p:spPr>
          <a:xfrm>
            <a:off x="17030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8" name="F2_precision_recall_distributions_3992">
            <a:extLst>
              <a:ext uri="{FF2B5EF4-FFF2-40B4-BE49-F238E27FC236}">
                <a16:creationId xmlns:a16="http://schemas.microsoft.com/office/drawing/2014/main" id="{CA5277B3-5111-4E0F-B53E-B69BE5E9D5CE}"/>
              </a:ext>
            </a:extLst>
          </p:cNvPr>
          <p:cNvSpPr>
            <a:spLocks noGrp="1"/>
          </p:cNvSpPr>
          <p:nvPr/>
        </p:nvSpPr>
        <p:spPr>
          <a:xfrm>
            <a:off x="19091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9" name="F2_precision_recall_distributions_3993">
            <a:extLst>
              <a:ext uri="{FF2B5EF4-FFF2-40B4-BE49-F238E27FC236}">
                <a16:creationId xmlns:a16="http://schemas.microsoft.com/office/drawing/2014/main" id="{6A7023AC-BB97-45FE-B4A3-27275733B78D}"/>
              </a:ext>
            </a:extLst>
          </p:cNvPr>
          <p:cNvSpPr>
            <a:spLocks noGrp="1"/>
          </p:cNvSpPr>
          <p:nvPr/>
        </p:nvSpPr>
        <p:spPr>
          <a:xfrm>
            <a:off x="17782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0" name="F2_precision_recall_distributions_3994">
            <a:extLst>
              <a:ext uri="{FF2B5EF4-FFF2-40B4-BE49-F238E27FC236}">
                <a16:creationId xmlns:a16="http://schemas.microsoft.com/office/drawing/2014/main" id="{7D2EE7C2-1402-473B-B602-8F648FB1E260}"/>
              </a:ext>
            </a:extLst>
          </p:cNvPr>
          <p:cNvSpPr>
            <a:spLocks noGrp="1"/>
          </p:cNvSpPr>
          <p:nvPr/>
        </p:nvSpPr>
        <p:spPr>
          <a:xfrm>
            <a:off x="18268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1" name="F2_precision_recall_distributions_3995">
            <a:extLst>
              <a:ext uri="{FF2B5EF4-FFF2-40B4-BE49-F238E27FC236}">
                <a16:creationId xmlns:a16="http://schemas.microsoft.com/office/drawing/2014/main" id="{5A23DB5A-4C40-4C2F-B4A5-5B64369E5E52}"/>
              </a:ext>
            </a:extLst>
          </p:cNvPr>
          <p:cNvSpPr>
            <a:spLocks noGrp="1"/>
          </p:cNvSpPr>
          <p:nvPr/>
        </p:nvSpPr>
        <p:spPr>
          <a:xfrm>
            <a:off x="1913379" y="2896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2" name="F2_precision_recall_distributions_3996">
            <a:extLst>
              <a:ext uri="{FF2B5EF4-FFF2-40B4-BE49-F238E27FC236}">
                <a16:creationId xmlns:a16="http://schemas.microsoft.com/office/drawing/2014/main" id="{29E136BB-35D2-43E5-B26F-C29010119587}"/>
              </a:ext>
            </a:extLst>
          </p:cNvPr>
          <p:cNvSpPr>
            <a:spLocks noGrp="1"/>
          </p:cNvSpPr>
          <p:nvPr/>
        </p:nvSpPr>
        <p:spPr>
          <a:xfrm>
            <a:off x="1840045" y="29465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3" name="F2_precision_recall_distributions_3997">
            <a:extLst>
              <a:ext uri="{FF2B5EF4-FFF2-40B4-BE49-F238E27FC236}">
                <a16:creationId xmlns:a16="http://schemas.microsoft.com/office/drawing/2014/main" id="{8F88605D-8BB1-4283-A184-B914CEA881E6}"/>
              </a:ext>
            </a:extLst>
          </p:cNvPr>
          <p:cNvSpPr>
            <a:spLocks noGrp="1"/>
          </p:cNvSpPr>
          <p:nvPr/>
        </p:nvSpPr>
        <p:spPr>
          <a:xfrm>
            <a:off x="198229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4" name="F2_precision_recall_distributions_3998">
            <a:extLst>
              <a:ext uri="{FF2B5EF4-FFF2-40B4-BE49-F238E27FC236}">
                <a16:creationId xmlns:a16="http://schemas.microsoft.com/office/drawing/2014/main" id="{5C4DCF02-3DA7-43B2-A5B7-59A9025F13F6}"/>
              </a:ext>
            </a:extLst>
          </p:cNvPr>
          <p:cNvSpPr>
            <a:spLocks noGrp="1"/>
          </p:cNvSpPr>
          <p:nvPr/>
        </p:nvSpPr>
        <p:spPr>
          <a:xfrm>
            <a:off x="18466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5" name="F2_precision_recall_distributions_3999">
            <a:extLst>
              <a:ext uri="{FF2B5EF4-FFF2-40B4-BE49-F238E27FC236}">
                <a16:creationId xmlns:a16="http://schemas.microsoft.com/office/drawing/2014/main" id="{5F772DF5-AD19-4B72-81D3-2B7F4F1737B9}"/>
              </a:ext>
            </a:extLst>
          </p:cNvPr>
          <p:cNvSpPr>
            <a:spLocks noGrp="1"/>
          </p:cNvSpPr>
          <p:nvPr/>
        </p:nvSpPr>
        <p:spPr>
          <a:xfrm>
            <a:off x="1691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6" name="F2_precision_recall_distributions_4000">
            <a:extLst>
              <a:ext uri="{FF2B5EF4-FFF2-40B4-BE49-F238E27FC236}">
                <a16:creationId xmlns:a16="http://schemas.microsoft.com/office/drawing/2014/main" id="{4494AD76-A9C1-42B6-B76E-120966D910E2}"/>
              </a:ext>
            </a:extLst>
          </p:cNvPr>
          <p:cNvSpPr>
            <a:spLocks noGrp="1"/>
          </p:cNvSpPr>
          <p:nvPr/>
        </p:nvSpPr>
        <p:spPr>
          <a:xfrm>
            <a:off x="1790135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7" name="F2_precision_recall_distributions_4001">
            <a:extLst>
              <a:ext uri="{FF2B5EF4-FFF2-40B4-BE49-F238E27FC236}">
                <a16:creationId xmlns:a16="http://schemas.microsoft.com/office/drawing/2014/main" id="{F8254B0F-19EA-4B8C-9B93-B19EDD04C43C}"/>
              </a:ext>
            </a:extLst>
          </p:cNvPr>
          <p:cNvSpPr>
            <a:spLocks noGrp="1"/>
          </p:cNvSpPr>
          <p:nvPr/>
        </p:nvSpPr>
        <p:spPr>
          <a:xfrm>
            <a:off x="17180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8" name="F2_precision_recall_distributions_4002">
            <a:extLst>
              <a:ext uri="{FF2B5EF4-FFF2-40B4-BE49-F238E27FC236}">
                <a16:creationId xmlns:a16="http://schemas.microsoft.com/office/drawing/2014/main" id="{FFF49564-51C1-421E-B08C-504FBDEFD854}"/>
              </a:ext>
            </a:extLst>
          </p:cNvPr>
          <p:cNvSpPr>
            <a:spLocks noGrp="1"/>
          </p:cNvSpPr>
          <p:nvPr/>
        </p:nvSpPr>
        <p:spPr>
          <a:xfrm>
            <a:off x="1897422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9" name="F2_precision_recall_distributions_4003">
            <a:extLst>
              <a:ext uri="{FF2B5EF4-FFF2-40B4-BE49-F238E27FC236}">
                <a16:creationId xmlns:a16="http://schemas.microsoft.com/office/drawing/2014/main" id="{6E9F6B9D-6F0D-4111-8D9D-7F2AF3D181A1}"/>
              </a:ext>
            </a:extLst>
          </p:cNvPr>
          <p:cNvSpPr>
            <a:spLocks noGrp="1"/>
          </p:cNvSpPr>
          <p:nvPr/>
        </p:nvSpPr>
        <p:spPr>
          <a:xfrm>
            <a:off x="19831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0" name="F2_precision_recall_distributions_4004">
            <a:extLst>
              <a:ext uri="{FF2B5EF4-FFF2-40B4-BE49-F238E27FC236}">
                <a16:creationId xmlns:a16="http://schemas.microsoft.com/office/drawing/2014/main" id="{43F41328-67B5-4BAA-8D33-FC68894A925E}"/>
              </a:ext>
            </a:extLst>
          </p:cNvPr>
          <p:cNvSpPr>
            <a:spLocks noGrp="1"/>
          </p:cNvSpPr>
          <p:nvPr/>
        </p:nvSpPr>
        <p:spPr>
          <a:xfrm>
            <a:off x="18311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1" name="F2_precision_recall_distributions_4005">
            <a:extLst>
              <a:ext uri="{FF2B5EF4-FFF2-40B4-BE49-F238E27FC236}">
                <a16:creationId xmlns:a16="http://schemas.microsoft.com/office/drawing/2014/main" id="{AD9EE6D6-FFF7-46F5-A1E4-5E07630777C8}"/>
              </a:ext>
            </a:extLst>
          </p:cNvPr>
          <p:cNvSpPr>
            <a:spLocks noGrp="1"/>
          </p:cNvSpPr>
          <p:nvPr/>
        </p:nvSpPr>
        <p:spPr>
          <a:xfrm>
            <a:off x="18732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2" name="F2_precision_recall_distributions_4006">
            <a:extLst>
              <a:ext uri="{FF2B5EF4-FFF2-40B4-BE49-F238E27FC236}">
                <a16:creationId xmlns:a16="http://schemas.microsoft.com/office/drawing/2014/main" id="{BD93B58A-F39D-4404-AB68-C154B9977B3A}"/>
              </a:ext>
            </a:extLst>
          </p:cNvPr>
          <p:cNvSpPr>
            <a:spLocks noGrp="1"/>
          </p:cNvSpPr>
          <p:nvPr/>
        </p:nvSpPr>
        <p:spPr>
          <a:xfrm>
            <a:off x="17665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3" name="F2_precision_recall_distributions_4007">
            <a:extLst>
              <a:ext uri="{FF2B5EF4-FFF2-40B4-BE49-F238E27FC236}">
                <a16:creationId xmlns:a16="http://schemas.microsoft.com/office/drawing/2014/main" id="{593DCECC-50A7-4C3B-B066-9A8B2CD69BA1}"/>
              </a:ext>
            </a:extLst>
          </p:cNvPr>
          <p:cNvSpPr>
            <a:spLocks noGrp="1"/>
          </p:cNvSpPr>
          <p:nvPr/>
        </p:nvSpPr>
        <p:spPr>
          <a:xfrm>
            <a:off x="1747637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4" name="F2_precision_recall_distributions_4008">
            <a:extLst>
              <a:ext uri="{FF2B5EF4-FFF2-40B4-BE49-F238E27FC236}">
                <a16:creationId xmlns:a16="http://schemas.microsoft.com/office/drawing/2014/main" id="{3D7D282D-087C-4690-A0BC-1A2981AFD480}"/>
              </a:ext>
            </a:extLst>
          </p:cNvPr>
          <p:cNvSpPr>
            <a:spLocks noGrp="1"/>
          </p:cNvSpPr>
          <p:nvPr/>
        </p:nvSpPr>
        <p:spPr>
          <a:xfrm>
            <a:off x="1931095" y="34841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5" name="F2_precision_recall_distributions_4009">
            <a:extLst>
              <a:ext uri="{FF2B5EF4-FFF2-40B4-BE49-F238E27FC236}">
                <a16:creationId xmlns:a16="http://schemas.microsoft.com/office/drawing/2014/main" id="{0E70DB01-BD37-4413-8CA2-D6DEF66D034C}"/>
              </a:ext>
            </a:extLst>
          </p:cNvPr>
          <p:cNvSpPr>
            <a:spLocks noGrp="1"/>
          </p:cNvSpPr>
          <p:nvPr/>
        </p:nvSpPr>
        <p:spPr>
          <a:xfrm>
            <a:off x="18746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6" name="F2_precision_recall_distributions_4010">
            <a:extLst>
              <a:ext uri="{FF2B5EF4-FFF2-40B4-BE49-F238E27FC236}">
                <a16:creationId xmlns:a16="http://schemas.microsoft.com/office/drawing/2014/main" id="{9CF4E77D-015B-42FE-896A-9FD0FA6205B3}"/>
              </a:ext>
            </a:extLst>
          </p:cNvPr>
          <p:cNvSpPr>
            <a:spLocks noGrp="1"/>
          </p:cNvSpPr>
          <p:nvPr/>
        </p:nvSpPr>
        <p:spPr>
          <a:xfrm>
            <a:off x="19704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7" name="F2_precision_recall_distributions_4011">
            <a:extLst>
              <a:ext uri="{FF2B5EF4-FFF2-40B4-BE49-F238E27FC236}">
                <a16:creationId xmlns:a16="http://schemas.microsoft.com/office/drawing/2014/main" id="{0AB979F5-41F5-450E-850A-01443CC179CD}"/>
              </a:ext>
            </a:extLst>
          </p:cNvPr>
          <p:cNvSpPr>
            <a:spLocks noGrp="1"/>
          </p:cNvSpPr>
          <p:nvPr/>
        </p:nvSpPr>
        <p:spPr>
          <a:xfrm>
            <a:off x="1928978" y="34871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8" name="F2_precision_recall_distributions_4012">
            <a:extLst>
              <a:ext uri="{FF2B5EF4-FFF2-40B4-BE49-F238E27FC236}">
                <a16:creationId xmlns:a16="http://schemas.microsoft.com/office/drawing/2014/main" id="{E57F7FD6-0A91-4CB4-81EC-95604538ECB3}"/>
              </a:ext>
            </a:extLst>
          </p:cNvPr>
          <p:cNvSpPr>
            <a:spLocks noGrp="1"/>
          </p:cNvSpPr>
          <p:nvPr/>
        </p:nvSpPr>
        <p:spPr>
          <a:xfrm>
            <a:off x="16797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9" name="F2_precision_recall_distributions_4013">
            <a:extLst>
              <a:ext uri="{FF2B5EF4-FFF2-40B4-BE49-F238E27FC236}">
                <a16:creationId xmlns:a16="http://schemas.microsoft.com/office/drawing/2014/main" id="{F4110196-971C-4070-B9E4-9B8EE7D60746}"/>
              </a:ext>
            </a:extLst>
          </p:cNvPr>
          <p:cNvSpPr>
            <a:spLocks noGrp="1"/>
          </p:cNvSpPr>
          <p:nvPr/>
        </p:nvSpPr>
        <p:spPr>
          <a:xfrm>
            <a:off x="2012876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0" name="F2_precision_recall_distributions_4014">
            <a:extLst>
              <a:ext uri="{FF2B5EF4-FFF2-40B4-BE49-F238E27FC236}">
                <a16:creationId xmlns:a16="http://schemas.microsoft.com/office/drawing/2014/main" id="{D3D8EC5F-BE8C-46BE-80C2-02D522B140B8}"/>
              </a:ext>
            </a:extLst>
          </p:cNvPr>
          <p:cNvSpPr>
            <a:spLocks noGrp="1"/>
          </p:cNvSpPr>
          <p:nvPr/>
        </p:nvSpPr>
        <p:spPr>
          <a:xfrm>
            <a:off x="18088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1" name="F2_precision_recall_distributions_4015">
            <a:extLst>
              <a:ext uri="{FF2B5EF4-FFF2-40B4-BE49-F238E27FC236}">
                <a16:creationId xmlns:a16="http://schemas.microsoft.com/office/drawing/2014/main" id="{76BCA7B4-2C0E-487D-9A6F-155C8160A84D}"/>
              </a:ext>
            </a:extLst>
          </p:cNvPr>
          <p:cNvSpPr>
            <a:spLocks noGrp="1"/>
          </p:cNvSpPr>
          <p:nvPr/>
        </p:nvSpPr>
        <p:spPr>
          <a:xfrm>
            <a:off x="18764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2" name="F2_precision_recall_distributions_4016">
            <a:extLst>
              <a:ext uri="{FF2B5EF4-FFF2-40B4-BE49-F238E27FC236}">
                <a16:creationId xmlns:a16="http://schemas.microsoft.com/office/drawing/2014/main" id="{99A4069B-C250-4AFB-814B-BDB985FA15FB}"/>
              </a:ext>
            </a:extLst>
          </p:cNvPr>
          <p:cNvSpPr>
            <a:spLocks noGrp="1"/>
          </p:cNvSpPr>
          <p:nvPr/>
        </p:nvSpPr>
        <p:spPr>
          <a:xfrm>
            <a:off x="167821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3" name="F2_precision_recall_distributions_4017">
            <a:extLst>
              <a:ext uri="{FF2B5EF4-FFF2-40B4-BE49-F238E27FC236}">
                <a16:creationId xmlns:a16="http://schemas.microsoft.com/office/drawing/2014/main" id="{37BE1FBB-DB39-4324-BAD9-A0228501C935}"/>
              </a:ext>
            </a:extLst>
          </p:cNvPr>
          <p:cNvSpPr>
            <a:spLocks noGrp="1"/>
          </p:cNvSpPr>
          <p:nvPr/>
        </p:nvSpPr>
        <p:spPr>
          <a:xfrm>
            <a:off x="198580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4" name="F2_precision_recall_distributions_4018">
            <a:extLst>
              <a:ext uri="{FF2B5EF4-FFF2-40B4-BE49-F238E27FC236}">
                <a16:creationId xmlns:a16="http://schemas.microsoft.com/office/drawing/2014/main" id="{587EBACC-0575-4FC4-873D-83D3376B6BC0}"/>
              </a:ext>
            </a:extLst>
          </p:cNvPr>
          <p:cNvSpPr>
            <a:spLocks noGrp="1"/>
          </p:cNvSpPr>
          <p:nvPr/>
        </p:nvSpPr>
        <p:spPr>
          <a:xfrm>
            <a:off x="192943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5" name="F2_precision_recall_distributions_4019">
            <a:extLst>
              <a:ext uri="{FF2B5EF4-FFF2-40B4-BE49-F238E27FC236}">
                <a16:creationId xmlns:a16="http://schemas.microsoft.com/office/drawing/2014/main" id="{CF8A10D0-B5AC-4B2E-969F-E791EBF41E4D}"/>
              </a:ext>
            </a:extLst>
          </p:cNvPr>
          <p:cNvSpPr>
            <a:spLocks noGrp="1"/>
          </p:cNvSpPr>
          <p:nvPr/>
        </p:nvSpPr>
        <p:spPr>
          <a:xfrm>
            <a:off x="1948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6" name="F2_precision_recall_distributions_4020">
            <a:extLst>
              <a:ext uri="{FF2B5EF4-FFF2-40B4-BE49-F238E27FC236}">
                <a16:creationId xmlns:a16="http://schemas.microsoft.com/office/drawing/2014/main" id="{29BA2CFF-79F1-4DB4-A640-A87FDE41D093}"/>
              </a:ext>
            </a:extLst>
          </p:cNvPr>
          <p:cNvSpPr>
            <a:spLocks noGrp="1"/>
          </p:cNvSpPr>
          <p:nvPr/>
        </p:nvSpPr>
        <p:spPr>
          <a:xfrm>
            <a:off x="17042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7" name="F2_precision_recall_distributions_4021">
            <a:extLst>
              <a:ext uri="{FF2B5EF4-FFF2-40B4-BE49-F238E27FC236}">
                <a16:creationId xmlns:a16="http://schemas.microsoft.com/office/drawing/2014/main" id="{25881728-3590-4B72-8ED9-3B0958E69B71}"/>
              </a:ext>
            </a:extLst>
          </p:cNvPr>
          <p:cNvSpPr>
            <a:spLocks noGrp="1"/>
          </p:cNvSpPr>
          <p:nvPr/>
        </p:nvSpPr>
        <p:spPr>
          <a:xfrm>
            <a:off x="1924957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8" name="F2_precision_recall_distributions_4022">
            <a:extLst>
              <a:ext uri="{FF2B5EF4-FFF2-40B4-BE49-F238E27FC236}">
                <a16:creationId xmlns:a16="http://schemas.microsoft.com/office/drawing/2014/main" id="{A93CA869-D7DB-4774-AB96-3A2246CF27EC}"/>
              </a:ext>
            </a:extLst>
          </p:cNvPr>
          <p:cNvSpPr>
            <a:spLocks noGrp="1"/>
          </p:cNvSpPr>
          <p:nvPr/>
        </p:nvSpPr>
        <p:spPr>
          <a:xfrm>
            <a:off x="1815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9" name="F2_precision_recall_distributions_4023">
            <a:extLst>
              <a:ext uri="{FF2B5EF4-FFF2-40B4-BE49-F238E27FC236}">
                <a16:creationId xmlns:a16="http://schemas.microsoft.com/office/drawing/2014/main" id="{77A90375-E60C-4BF7-BAB1-9CFBE4EB0C52}"/>
              </a:ext>
            </a:extLst>
          </p:cNvPr>
          <p:cNvSpPr>
            <a:spLocks noGrp="1"/>
          </p:cNvSpPr>
          <p:nvPr/>
        </p:nvSpPr>
        <p:spPr>
          <a:xfrm>
            <a:off x="165453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0" name="F2_precision_recall_distributions_4024">
            <a:extLst>
              <a:ext uri="{FF2B5EF4-FFF2-40B4-BE49-F238E27FC236}">
                <a16:creationId xmlns:a16="http://schemas.microsoft.com/office/drawing/2014/main" id="{94444FEB-1C50-4677-8526-F33475D67029}"/>
              </a:ext>
            </a:extLst>
          </p:cNvPr>
          <p:cNvSpPr>
            <a:spLocks noGrp="1"/>
          </p:cNvSpPr>
          <p:nvPr/>
        </p:nvSpPr>
        <p:spPr>
          <a:xfrm>
            <a:off x="18403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1" name="F2_precision_recall_distributions_4025">
            <a:extLst>
              <a:ext uri="{FF2B5EF4-FFF2-40B4-BE49-F238E27FC236}">
                <a16:creationId xmlns:a16="http://schemas.microsoft.com/office/drawing/2014/main" id="{EA27192F-4C29-43E4-B996-DD79D5F886E4}"/>
              </a:ext>
            </a:extLst>
          </p:cNvPr>
          <p:cNvSpPr>
            <a:spLocks noGrp="1"/>
          </p:cNvSpPr>
          <p:nvPr/>
        </p:nvSpPr>
        <p:spPr>
          <a:xfrm>
            <a:off x="1933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2" name="F2_precision_recall_distributions_4026">
            <a:extLst>
              <a:ext uri="{FF2B5EF4-FFF2-40B4-BE49-F238E27FC236}">
                <a16:creationId xmlns:a16="http://schemas.microsoft.com/office/drawing/2014/main" id="{F92CB6BD-DAFE-42A6-848C-F0957DDD1F5E}"/>
              </a:ext>
            </a:extLst>
          </p:cNvPr>
          <p:cNvSpPr>
            <a:spLocks noGrp="1"/>
          </p:cNvSpPr>
          <p:nvPr/>
        </p:nvSpPr>
        <p:spPr>
          <a:xfrm>
            <a:off x="18505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3" name="F2_precision_recall_distributions_4027">
            <a:extLst>
              <a:ext uri="{FF2B5EF4-FFF2-40B4-BE49-F238E27FC236}">
                <a16:creationId xmlns:a16="http://schemas.microsoft.com/office/drawing/2014/main" id="{D957FDB8-6C46-4FB6-8BBD-8E2292E80210}"/>
              </a:ext>
            </a:extLst>
          </p:cNvPr>
          <p:cNvSpPr>
            <a:spLocks noGrp="1"/>
          </p:cNvSpPr>
          <p:nvPr/>
        </p:nvSpPr>
        <p:spPr>
          <a:xfrm>
            <a:off x="2018381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4" name="F2_precision_recall_distributions_4028">
            <a:extLst>
              <a:ext uri="{FF2B5EF4-FFF2-40B4-BE49-F238E27FC236}">
                <a16:creationId xmlns:a16="http://schemas.microsoft.com/office/drawing/2014/main" id="{0B9F5655-CE9A-4F4F-B3C8-5B6699D04193}"/>
              </a:ext>
            </a:extLst>
          </p:cNvPr>
          <p:cNvSpPr>
            <a:spLocks noGrp="1"/>
          </p:cNvSpPr>
          <p:nvPr/>
        </p:nvSpPr>
        <p:spPr>
          <a:xfrm>
            <a:off x="17365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5" name="F2_precision_recall_distributions_4029">
            <a:extLst>
              <a:ext uri="{FF2B5EF4-FFF2-40B4-BE49-F238E27FC236}">
                <a16:creationId xmlns:a16="http://schemas.microsoft.com/office/drawing/2014/main" id="{CA5A04A0-BEC4-4D89-94B3-229E1F3431F3}"/>
              </a:ext>
            </a:extLst>
          </p:cNvPr>
          <p:cNvSpPr>
            <a:spLocks noGrp="1"/>
          </p:cNvSpPr>
          <p:nvPr/>
        </p:nvSpPr>
        <p:spPr>
          <a:xfrm>
            <a:off x="18438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6" name="F2_precision_recall_distributions_4030">
            <a:extLst>
              <a:ext uri="{FF2B5EF4-FFF2-40B4-BE49-F238E27FC236}">
                <a16:creationId xmlns:a16="http://schemas.microsoft.com/office/drawing/2014/main" id="{CC91896A-2CA5-488C-ACAC-130A3C167969}"/>
              </a:ext>
            </a:extLst>
          </p:cNvPr>
          <p:cNvSpPr>
            <a:spLocks noGrp="1"/>
          </p:cNvSpPr>
          <p:nvPr/>
        </p:nvSpPr>
        <p:spPr>
          <a:xfrm>
            <a:off x="19068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7" name="F2_precision_recall_distributions_4031">
            <a:extLst>
              <a:ext uri="{FF2B5EF4-FFF2-40B4-BE49-F238E27FC236}">
                <a16:creationId xmlns:a16="http://schemas.microsoft.com/office/drawing/2014/main" id="{BA368459-AF21-4A4B-9EFC-43B5239A8851}"/>
              </a:ext>
            </a:extLst>
          </p:cNvPr>
          <p:cNvSpPr>
            <a:spLocks noGrp="1"/>
          </p:cNvSpPr>
          <p:nvPr/>
        </p:nvSpPr>
        <p:spPr>
          <a:xfrm>
            <a:off x="18238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8" name="F2_precision_recall_distributions_4032">
            <a:extLst>
              <a:ext uri="{FF2B5EF4-FFF2-40B4-BE49-F238E27FC236}">
                <a16:creationId xmlns:a16="http://schemas.microsoft.com/office/drawing/2014/main" id="{25D82A5A-1663-40A3-8EF6-A17EB995FEAD}"/>
              </a:ext>
            </a:extLst>
          </p:cNvPr>
          <p:cNvSpPr>
            <a:spLocks noGrp="1"/>
          </p:cNvSpPr>
          <p:nvPr/>
        </p:nvSpPr>
        <p:spPr>
          <a:xfrm>
            <a:off x="1787466" y="3247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9" name="F2_precision_recall_distributions_4033">
            <a:extLst>
              <a:ext uri="{FF2B5EF4-FFF2-40B4-BE49-F238E27FC236}">
                <a16:creationId xmlns:a16="http://schemas.microsoft.com/office/drawing/2014/main" id="{4794C0E4-9549-4197-9CF1-9629FC8D9D0D}"/>
              </a:ext>
            </a:extLst>
          </p:cNvPr>
          <p:cNvSpPr>
            <a:spLocks noGrp="1"/>
          </p:cNvSpPr>
          <p:nvPr/>
        </p:nvSpPr>
        <p:spPr>
          <a:xfrm>
            <a:off x="19943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0" name="F2_precision_recall_distributions_4034">
            <a:extLst>
              <a:ext uri="{FF2B5EF4-FFF2-40B4-BE49-F238E27FC236}">
                <a16:creationId xmlns:a16="http://schemas.microsoft.com/office/drawing/2014/main" id="{B8681371-5E24-4623-A6F9-FDC49EF30DF5}"/>
              </a:ext>
            </a:extLst>
          </p:cNvPr>
          <p:cNvSpPr>
            <a:spLocks noGrp="1"/>
          </p:cNvSpPr>
          <p:nvPr/>
        </p:nvSpPr>
        <p:spPr>
          <a:xfrm>
            <a:off x="19465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1" name="F2_precision_recall_distributions_4035">
            <a:extLst>
              <a:ext uri="{FF2B5EF4-FFF2-40B4-BE49-F238E27FC236}">
                <a16:creationId xmlns:a16="http://schemas.microsoft.com/office/drawing/2014/main" id="{37F7AC54-A226-470D-B18A-3FBBD6F90956}"/>
              </a:ext>
            </a:extLst>
          </p:cNvPr>
          <p:cNvSpPr>
            <a:spLocks noGrp="1"/>
          </p:cNvSpPr>
          <p:nvPr/>
        </p:nvSpPr>
        <p:spPr>
          <a:xfrm>
            <a:off x="19756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2" name="F2_precision_recall_distributions_4036">
            <a:extLst>
              <a:ext uri="{FF2B5EF4-FFF2-40B4-BE49-F238E27FC236}">
                <a16:creationId xmlns:a16="http://schemas.microsoft.com/office/drawing/2014/main" id="{4EF86E6B-9F04-4A53-9E4A-5548786C67CB}"/>
              </a:ext>
            </a:extLst>
          </p:cNvPr>
          <p:cNvSpPr>
            <a:spLocks noGrp="1"/>
          </p:cNvSpPr>
          <p:nvPr/>
        </p:nvSpPr>
        <p:spPr>
          <a:xfrm>
            <a:off x="1870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3" name="F2_precision_recall_distributions_4037">
            <a:extLst>
              <a:ext uri="{FF2B5EF4-FFF2-40B4-BE49-F238E27FC236}">
                <a16:creationId xmlns:a16="http://schemas.microsoft.com/office/drawing/2014/main" id="{E4FD6076-97A7-445E-B112-D67609C5D005}"/>
              </a:ext>
            </a:extLst>
          </p:cNvPr>
          <p:cNvSpPr>
            <a:spLocks noGrp="1"/>
          </p:cNvSpPr>
          <p:nvPr/>
        </p:nvSpPr>
        <p:spPr>
          <a:xfrm>
            <a:off x="171585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4" name="F2_precision_recall_distributions_4038">
            <a:extLst>
              <a:ext uri="{FF2B5EF4-FFF2-40B4-BE49-F238E27FC236}">
                <a16:creationId xmlns:a16="http://schemas.microsoft.com/office/drawing/2014/main" id="{0697E96B-BA4B-4BB9-BC82-80788F5CBE35}"/>
              </a:ext>
            </a:extLst>
          </p:cNvPr>
          <p:cNvSpPr>
            <a:spLocks noGrp="1"/>
          </p:cNvSpPr>
          <p:nvPr/>
        </p:nvSpPr>
        <p:spPr>
          <a:xfrm>
            <a:off x="1998929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5" name="F2_precision_recall_distributions_4039">
            <a:extLst>
              <a:ext uri="{FF2B5EF4-FFF2-40B4-BE49-F238E27FC236}">
                <a16:creationId xmlns:a16="http://schemas.microsoft.com/office/drawing/2014/main" id="{F6F598A6-EF11-44C1-ABC0-92F109A29315}"/>
              </a:ext>
            </a:extLst>
          </p:cNvPr>
          <p:cNvSpPr>
            <a:spLocks noGrp="1"/>
          </p:cNvSpPr>
          <p:nvPr/>
        </p:nvSpPr>
        <p:spPr>
          <a:xfrm>
            <a:off x="2012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6" name="F2_precision_recall_distributions_4040">
            <a:extLst>
              <a:ext uri="{FF2B5EF4-FFF2-40B4-BE49-F238E27FC236}">
                <a16:creationId xmlns:a16="http://schemas.microsoft.com/office/drawing/2014/main" id="{FE9D78FF-D9A8-4FD0-89F8-34935DF3B75F}"/>
              </a:ext>
            </a:extLst>
          </p:cNvPr>
          <p:cNvSpPr>
            <a:spLocks noGrp="1"/>
          </p:cNvSpPr>
          <p:nvPr/>
        </p:nvSpPr>
        <p:spPr>
          <a:xfrm>
            <a:off x="185778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7" name="F2_precision_recall_distributions_4041">
            <a:extLst>
              <a:ext uri="{FF2B5EF4-FFF2-40B4-BE49-F238E27FC236}">
                <a16:creationId xmlns:a16="http://schemas.microsoft.com/office/drawing/2014/main" id="{F1B35815-94FF-439C-BE48-32BD4F258C34}"/>
              </a:ext>
            </a:extLst>
          </p:cNvPr>
          <p:cNvSpPr>
            <a:spLocks noGrp="1"/>
          </p:cNvSpPr>
          <p:nvPr/>
        </p:nvSpPr>
        <p:spPr>
          <a:xfrm>
            <a:off x="1938836" y="2906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8" name="F2_precision_recall_distributions_4042">
            <a:extLst>
              <a:ext uri="{FF2B5EF4-FFF2-40B4-BE49-F238E27FC236}">
                <a16:creationId xmlns:a16="http://schemas.microsoft.com/office/drawing/2014/main" id="{2EC6953A-1E7B-4281-BC74-CB7CEC198ECE}"/>
              </a:ext>
            </a:extLst>
          </p:cNvPr>
          <p:cNvSpPr>
            <a:spLocks noGrp="1"/>
          </p:cNvSpPr>
          <p:nvPr/>
        </p:nvSpPr>
        <p:spPr>
          <a:xfrm>
            <a:off x="1954367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9" name="F2_precision_recall_distributions_4043">
            <a:extLst>
              <a:ext uri="{FF2B5EF4-FFF2-40B4-BE49-F238E27FC236}">
                <a16:creationId xmlns:a16="http://schemas.microsoft.com/office/drawing/2014/main" id="{F13C7380-2AA8-4167-9B03-12A9677B5124}"/>
              </a:ext>
            </a:extLst>
          </p:cNvPr>
          <p:cNvSpPr>
            <a:spLocks noGrp="1"/>
          </p:cNvSpPr>
          <p:nvPr/>
        </p:nvSpPr>
        <p:spPr>
          <a:xfrm>
            <a:off x="17204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0" name="F2_precision_recall_distributions_4044">
            <a:extLst>
              <a:ext uri="{FF2B5EF4-FFF2-40B4-BE49-F238E27FC236}">
                <a16:creationId xmlns:a16="http://schemas.microsoft.com/office/drawing/2014/main" id="{B4217815-6C53-4600-9732-4B0C0B1DE899}"/>
              </a:ext>
            </a:extLst>
          </p:cNvPr>
          <p:cNvSpPr>
            <a:spLocks noGrp="1"/>
          </p:cNvSpPr>
          <p:nvPr/>
        </p:nvSpPr>
        <p:spPr>
          <a:xfrm>
            <a:off x="174677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1" name="F2_precision_recall_distributions_4045">
            <a:extLst>
              <a:ext uri="{FF2B5EF4-FFF2-40B4-BE49-F238E27FC236}">
                <a16:creationId xmlns:a16="http://schemas.microsoft.com/office/drawing/2014/main" id="{F5E9DFB9-C956-4AE3-9938-CA1C46CA2782}"/>
              </a:ext>
            </a:extLst>
          </p:cNvPr>
          <p:cNvSpPr>
            <a:spLocks noGrp="1"/>
          </p:cNvSpPr>
          <p:nvPr/>
        </p:nvSpPr>
        <p:spPr>
          <a:xfrm>
            <a:off x="192064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2" name="F2_precision_recall_distributions_4046">
            <a:extLst>
              <a:ext uri="{FF2B5EF4-FFF2-40B4-BE49-F238E27FC236}">
                <a16:creationId xmlns:a16="http://schemas.microsoft.com/office/drawing/2014/main" id="{D04EA707-FDD6-4A04-A978-AD00DE1AC41C}"/>
              </a:ext>
            </a:extLst>
          </p:cNvPr>
          <p:cNvSpPr>
            <a:spLocks noGrp="1"/>
          </p:cNvSpPr>
          <p:nvPr/>
        </p:nvSpPr>
        <p:spPr>
          <a:xfrm>
            <a:off x="2009351" y="28931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3" name="F2_precision_recall_distributions_4047">
            <a:extLst>
              <a:ext uri="{FF2B5EF4-FFF2-40B4-BE49-F238E27FC236}">
                <a16:creationId xmlns:a16="http://schemas.microsoft.com/office/drawing/2014/main" id="{37AADFE3-77DD-408B-B1C2-DDF721EDECE2}"/>
              </a:ext>
            </a:extLst>
          </p:cNvPr>
          <p:cNvSpPr>
            <a:spLocks noGrp="1"/>
          </p:cNvSpPr>
          <p:nvPr/>
        </p:nvSpPr>
        <p:spPr>
          <a:xfrm>
            <a:off x="193581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4" name="F2_precision_recall_distributions_4048">
            <a:extLst>
              <a:ext uri="{FF2B5EF4-FFF2-40B4-BE49-F238E27FC236}">
                <a16:creationId xmlns:a16="http://schemas.microsoft.com/office/drawing/2014/main" id="{78FC5313-A060-4FED-B326-D0FC0EB5B74A}"/>
              </a:ext>
            </a:extLst>
          </p:cNvPr>
          <p:cNvSpPr>
            <a:spLocks noGrp="1"/>
          </p:cNvSpPr>
          <p:nvPr/>
        </p:nvSpPr>
        <p:spPr>
          <a:xfrm>
            <a:off x="19710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5" name="F2_precision_recall_distributions_4049">
            <a:extLst>
              <a:ext uri="{FF2B5EF4-FFF2-40B4-BE49-F238E27FC236}">
                <a16:creationId xmlns:a16="http://schemas.microsoft.com/office/drawing/2014/main" id="{FC25078A-B906-4FDB-A138-DA7C680E9024}"/>
              </a:ext>
            </a:extLst>
          </p:cNvPr>
          <p:cNvSpPr>
            <a:spLocks noGrp="1"/>
          </p:cNvSpPr>
          <p:nvPr/>
        </p:nvSpPr>
        <p:spPr>
          <a:xfrm>
            <a:off x="1873114" y="3126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6" name="F2_precision_recall_distributions_4050">
            <a:extLst>
              <a:ext uri="{FF2B5EF4-FFF2-40B4-BE49-F238E27FC236}">
                <a16:creationId xmlns:a16="http://schemas.microsoft.com/office/drawing/2014/main" id="{05320B76-0240-4B17-89F8-E289C9E7E571}"/>
              </a:ext>
            </a:extLst>
          </p:cNvPr>
          <p:cNvSpPr>
            <a:spLocks noGrp="1"/>
          </p:cNvSpPr>
          <p:nvPr/>
        </p:nvSpPr>
        <p:spPr>
          <a:xfrm>
            <a:off x="1953621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7" name="F2_precision_recall_distributions_4051">
            <a:extLst>
              <a:ext uri="{FF2B5EF4-FFF2-40B4-BE49-F238E27FC236}">
                <a16:creationId xmlns:a16="http://schemas.microsoft.com/office/drawing/2014/main" id="{DFECA19D-46D4-46B9-9F4D-76D6D8830814}"/>
              </a:ext>
            </a:extLst>
          </p:cNvPr>
          <p:cNvSpPr>
            <a:spLocks noGrp="1"/>
          </p:cNvSpPr>
          <p:nvPr/>
        </p:nvSpPr>
        <p:spPr>
          <a:xfrm>
            <a:off x="1809018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8" name="F2_precision_recall_distributions_4052">
            <a:extLst>
              <a:ext uri="{FF2B5EF4-FFF2-40B4-BE49-F238E27FC236}">
                <a16:creationId xmlns:a16="http://schemas.microsoft.com/office/drawing/2014/main" id="{34478CCF-ED6C-4924-8C7A-CC0D2DCD72F1}"/>
              </a:ext>
            </a:extLst>
          </p:cNvPr>
          <p:cNvSpPr>
            <a:spLocks noGrp="1"/>
          </p:cNvSpPr>
          <p:nvPr/>
        </p:nvSpPr>
        <p:spPr>
          <a:xfrm>
            <a:off x="17302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9" name="F2_precision_recall_distributions_4053">
            <a:extLst>
              <a:ext uri="{FF2B5EF4-FFF2-40B4-BE49-F238E27FC236}">
                <a16:creationId xmlns:a16="http://schemas.microsoft.com/office/drawing/2014/main" id="{96A1934D-7EAE-4F48-9E5F-FC8DD5F9D302}"/>
              </a:ext>
            </a:extLst>
          </p:cNvPr>
          <p:cNvSpPr>
            <a:spLocks noGrp="1"/>
          </p:cNvSpPr>
          <p:nvPr/>
        </p:nvSpPr>
        <p:spPr>
          <a:xfrm>
            <a:off x="181664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0" name="F2_precision_recall_distributions_4054">
            <a:extLst>
              <a:ext uri="{FF2B5EF4-FFF2-40B4-BE49-F238E27FC236}">
                <a16:creationId xmlns:a16="http://schemas.microsoft.com/office/drawing/2014/main" id="{4043F6D6-F2CF-4100-B467-382C402F6F6A}"/>
              </a:ext>
            </a:extLst>
          </p:cNvPr>
          <p:cNvSpPr>
            <a:spLocks noGrp="1"/>
          </p:cNvSpPr>
          <p:nvPr/>
        </p:nvSpPr>
        <p:spPr>
          <a:xfrm>
            <a:off x="1745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1" name="F2_precision_recall_distributions_4055">
            <a:extLst>
              <a:ext uri="{FF2B5EF4-FFF2-40B4-BE49-F238E27FC236}">
                <a16:creationId xmlns:a16="http://schemas.microsoft.com/office/drawing/2014/main" id="{0F2B1531-644D-4679-A04C-07602E0E0454}"/>
              </a:ext>
            </a:extLst>
          </p:cNvPr>
          <p:cNvSpPr>
            <a:spLocks noGrp="1"/>
          </p:cNvSpPr>
          <p:nvPr/>
        </p:nvSpPr>
        <p:spPr>
          <a:xfrm>
            <a:off x="19790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2" name="F2_precision_recall_distributions_4056">
            <a:extLst>
              <a:ext uri="{FF2B5EF4-FFF2-40B4-BE49-F238E27FC236}">
                <a16:creationId xmlns:a16="http://schemas.microsoft.com/office/drawing/2014/main" id="{668B264B-568E-4409-B3FE-9A3C7EEF1DEE}"/>
              </a:ext>
            </a:extLst>
          </p:cNvPr>
          <p:cNvSpPr>
            <a:spLocks noGrp="1"/>
          </p:cNvSpPr>
          <p:nvPr/>
        </p:nvSpPr>
        <p:spPr>
          <a:xfrm>
            <a:off x="199864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3" name="F2_precision_recall_distributions_4057">
            <a:extLst>
              <a:ext uri="{FF2B5EF4-FFF2-40B4-BE49-F238E27FC236}">
                <a16:creationId xmlns:a16="http://schemas.microsoft.com/office/drawing/2014/main" id="{1B432027-A22A-414D-841E-46E2F65B080E}"/>
              </a:ext>
            </a:extLst>
          </p:cNvPr>
          <p:cNvSpPr>
            <a:spLocks noGrp="1"/>
          </p:cNvSpPr>
          <p:nvPr/>
        </p:nvSpPr>
        <p:spPr>
          <a:xfrm>
            <a:off x="19425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4" name="F2_precision_recall_distributions_4058">
            <a:extLst>
              <a:ext uri="{FF2B5EF4-FFF2-40B4-BE49-F238E27FC236}">
                <a16:creationId xmlns:a16="http://schemas.microsoft.com/office/drawing/2014/main" id="{1D5233E1-EA77-4233-8073-2870DDD30857}"/>
              </a:ext>
            </a:extLst>
          </p:cNvPr>
          <p:cNvSpPr>
            <a:spLocks noGrp="1"/>
          </p:cNvSpPr>
          <p:nvPr/>
        </p:nvSpPr>
        <p:spPr>
          <a:xfrm>
            <a:off x="1711142" y="31648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5" name="F2_precision_recall_distributions_4059">
            <a:extLst>
              <a:ext uri="{FF2B5EF4-FFF2-40B4-BE49-F238E27FC236}">
                <a16:creationId xmlns:a16="http://schemas.microsoft.com/office/drawing/2014/main" id="{405A1830-12BE-4AAE-B173-1876FC67BDF4}"/>
              </a:ext>
            </a:extLst>
          </p:cNvPr>
          <p:cNvSpPr>
            <a:spLocks noGrp="1"/>
          </p:cNvSpPr>
          <p:nvPr/>
        </p:nvSpPr>
        <p:spPr>
          <a:xfrm>
            <a:off x="180488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6" name="F2_precision_recall_distributions_4060">
            <a:extLst>
              <a:ext uri="{FF2B5EF4-FFF2-40B4-BE49-F238E27FC236}">
                <a16:creationId xmlns:a16="http://schemas.microsoft.com/office/drawing/2014/main" id="{D0B5C765-B3B5-4A08-B5DC-275E13FCCB5F}"/>
              </a:ext>
            </a:extLst>
          </p:cNvPr>
          <p:cNvSpPr>
            <a:spLocks noGrp="1"/>
          </p:cNvSpPr>
          <p:nvPr/>
        </p:nvSpPr>
        <p:spPr>
          <a:xfrm>
            <a:off x="183677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7" name="F2_precision_recall_distributions_4061">
            <a:extLst>
              <a:ext uri="{FF2B5EF4-FFF2-40B4-BE49-F238E27FC236}">
                <a16:creationId xmlns:a16="http://schemas.microsoft.com/office/drawing/2014/main" id="{22CAF561-5E43-4D74-BF84-7D7C72852291}"/>
              </a:ext>
            </a:extLst>
          </p:cNvPr>
          <p:cNvSpPr>
            <a:spLocks noGrp="1"/>
          </p:cNvSpPr>
          <p:nvPr/>
        </p:nvSpPr>
        <p:spPr>
          <a:xfrm>
            <a:off x="1668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8" name="F2_precision_recall_distributions_4062">
            <a:extLst>
              <a:ext uri="{FF2B5EF4-FFF2-40B4-BE49-F238E27FC236}">
                <a16:creationId xmlns:a16="http://schemas.microsoft.com/office/drawing/2014/main" id="{2EA5F665-2C3A-4CA3-AD98-8825BEC707C5}"/>
              </a:ext>
            </a:extLst>
          </p:cNvPr>
          <p:cNvSpPr>
            <a:spLocks noGrp="1"/>
          </p:cNvSpPr>
          <p:nvPr/>
        </p:nvSpPr>
        <p:spPr>
          <a:xfrm>
            <a:off x="19059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9" name="F2_precision_recall_distributions_4063">
            <a:extLst>
              <a:ext uri="{FF2B5EF4-FFF2-40B4-BE49-F238E27FC236}">
                <a16:creationId xmlns:a16="http://schemas.microsoft.com/office/drawing/2014/main" id="{BB8B42E5-7DD0-401E-841A-076E0A277833}"/>
              </a:ext>
            </a:extLst>
          </p:cNvPr>
          <p:cNvSpPr>
            <a:spLocks noGrp="1"/>
          </p:cNvSpPr>
          <p:nvPr/>
        </p:nvSpPr>
        <p:spPr>
          <a:xfrm>
            <a:off x="1788204" y="30592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0" name="F2_precision_recall_distributions_4064">
            <a:extLst>
              <a:ext uri="{FF2B5EF4-FFF2-40B4-BE49-F238E27FC236}">
                <a16:creationId xmlns:a16="http://schemas.microsoft.com/office/drawing/2014/main" id="{965D739E-A60B-4B54-B0FF-8F412F0907BE}"/>
              </a:ext>
            </a:extLst>
          </p:cNvPr>
          <p:cNvSpPr>
            <a:spLocks noGrp="1"/>
          </p:cNvSpPr>
          <p:nvPr/>
        </p:nvSpPr>
        <p:spPr>
          <a:xfrm>
            <a:off x="177357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1" name="F2_precision_recall_distributions_4065">
            <a:extLst>
              <a:ext uri="{FF2B5EF4-FFF2-40B4-BE49-F238E27FC236}">
                <a16:creationId xmlns:a16="http://schemas.microsoft.com/office/drawing/2014/main" id="{ABFFAC24-1785-41F5-A339-B67EF36976C6}"/>
              </a:ext>
            </a:extLst>
          </p:cNvPr>
          <p:cNvSpPr>
            <a:spLocks noGrp="1"/>
          </p:cNvSpPr>
          <p:nvPr/>
        </p:nvSpPr>
        <p:spPr>
          <a:xfrm>
            <a:off x="16754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2" name="F2_precision_recall_distributions_4066">
            <a:extLst>
              <a:ext uri="{FF2B5EF4-FFF2-40B4-BE49-F238E27FC236}">
                <a16:creationId xmlns:a16="http://schemas.microsoft.com/office/drawing/2014/main" id="{80B11508-1591-469A-8EDE-2C57D12AAD96}"/>
              </a:ext>
            </a:extLst>
          </p:cNvPr>
          <p:cNvSpPr>
            <a:spLocks noGrp="1"/>
          </p:cNvSpPr>
          <p:nvPr/>
        </p:nvSpPr>
        <p:spPr>
          <a:xfrm>
            <a:off x="1805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3" name="F2_precision_recall_distributions_4067">
            <a:extLst>
              <a:ext uri="{FF2B5EF4-FFF2-40B4-BE49-F238E27FC236}">
                <a16:creationId xmlns:a16="http://schemas.microsoft.com/office/drawing/2014/main" id="{DE60CE18-0701-4C0A-B045-4C7F07813D25}"/>
              </a:ext>
            </a:extLst>
          </p:cNvPr>
          <p:cNvSpPr>
            <a:spLocks noGrp="1"/>
          </p:cNvSpPr>
          <p:nvPr/>
        </p:nvSpPr>
        <p:spPr>
          <a:xfrm>
            <a:off x="18959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4" name="F2_precision_recall_distributions_4068">
            <a:extLst>
              <a:ext uri="{FF2B5EF4-FFF2-40B4-BE49-F238E27FC236}">
                <a16:creationId xmlns:a16="http://schemas.microsoft.com/office/drawing/2014/main" id="{C38D67C4-35EB-4C3C-B3E7-1B5CF10ADB15}"/>
              </a:ext>
            </a:extLst>
          </p:cNvPr>
          <p:cNvSpPr>
            <a:spLocks noGrp="1"/>
          </p:cNvSpPr>
          <p:nvPr/>
        </p:nvSpPr>
        <p:spPr>
          <a:xfrm>
            <a:off x="18488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5" name="F2_precision_recall_distributions_4069">
            <a:extLst>
              <a:ext uri="{FF2B5EF4-FFF2-40B4-BE49-F238E27FC236}">
                <a16:creationId xmlns:a16="http://schemas.microsoft.com/office/drawing/2014/main" id="{529D0C3C-DADB-4822-BE85-5ABE9D08B06D}"/>
              </a:ext>
            </a:extLst>
          </p:cNvPr>
          <p:cNvSpPr>
            <a:spLocks noGrp="1"/>
          </p:cNvSpPr>
          <p:nvPr/>
        </p:nvSpPr>
        <p:spPr>
          <a:xfrm>
            <a:off x="173459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6" name="F2_precision_recall_distributions_4070">
            <a:extLst>
              <a:ext uri="{FF2B5EF4-FFF2-40B4-BE49-F238E27FC236}">
                <a16:creationId xmlns:a16="http://schemas.microsoft.com/office/drawing/2014/main" id="{D8C69F84-7ADF-44BE-80CE-87E741AB84B3}"/>
              </a:ext>
            </a:extLst>
          </p:cNvPr>
          <p:cNvSpPr>
            <a:spLocks noGrp="1"/>
          </p:cNvSpPr>
          <p:nvPr/>
        </p:nvSpPr>
        <p:spPr>
          <a:xfrm>
            <a:off x="191596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7" name="F2_precision_recall_distributions_4071">
            <a:extLst>
              <a:ext uri="{FF2B5EF4-FFF2-40B4-BE49-F238E27FC236}">
                <a16:creationId xmlns:a16="http://schemas.microsoft.com/office/drawing/2014/main" id="{797093BE-D288-47A3-95EB-EC4A19E0ED8B}"/>
              </a:ext>
            </a:extLst>
          </p:cNvPr>
          <p:cNvSpPr>
            <a:spLocks noGrp="1"/>
          </p:cNvSpPr>
          <p:nvPr/>
        </p:nvSpPr>
        <p:spPr>
          <a:xfrm>
            <a:off x="19909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8" name="F2_precision_recall_distributions_4072">
            <a:extLst>
              <a:ext uri="{FF2B5EF4-FFF2-40B4-BE49-F238E27FC236}">
                <a16:creationId xmlns:a16="http://schemas.microsoft.com/office/drawing/2014/main" id="{75B834A4-BA7B-49F4-8EB2-A3405B485A55}"/>
              </a:ext>
            </a:extLst>
          </p:cNvPr>
          <p:cNvSpPr>
            <a:spLocks noGrp="1"/>
          </p:cNvSpPr>
          <p:nvPr/>
        </p:nvSpPr>
        <p:spPr>
          <a:xfrm>
            <a:off x="172627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9" name="F2_precision_recall_distributions_4073">
            <a:extLst>
              <a:ext uri="{FF2B5EF4-FFF2-40B4-BE49-F238E27FC236}">
                <a16:creationId xmlns:a16="http://schemas.microsoft.com/office/drawing/2014/main" id="{9C6F6458-AE01-4659-B443-204B8974E129}"/>
              </a:ext>
            </a:extLst>
          </p:cNvPr>
          <p:cNvSpPr>
            <a:spLocks noGrp="1"/>
          </p:cNvSpPr>
          <p:nvPr/>
        </p:nvSpPr>
        <p:spPr>
          <a:xfrm>
            <a:off x="1945943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0" name="F2_precision_recall_distributions_4074">
            <a:extLst>
              <a:ext uri="{FF2B5EF4-FFF2-40B4-BE49-F238E27FC236}">
                <a16:creationId xmlns:a16="http://schemas.microsoft.com/office/drawing/2014/main" id="{6736D0B2-95EB-4B9E-8CC5-2C76C5D54AC2}"/>
              </a:ext>
            </a:extLst>
          </p:cNvPr>
          <p:cNvSpPr>
            <a:spLocks noGrp="1"/>
          </p:cNvSpPr>
          <p:nvPr/>
        </p:nvSpPr>
        <p:spPr>
          <a:xfrm>
            <a:off x="1871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1" name="F2_precision_recall_distributions_4075">
            <a:extLst>
              <a:ext uri="{FF2B5EF4-FFF2-40B4-BE49-F238E27FC236}">
                <a16:creationId xmlns:a16="http://schemas.microsoft.com/office/drawing/2014/main" id="{9B5A2712-529F-4039-9B9F-8E7AE4888058}"/>
              </a:ext>
            </a:extLst>
          </p:cNvPr>
          <p:cNvSpPr>
            <a:spLocks noGrp="1"/>
          </p:cNvSpPr>
          <p:nvPr/>
        </p:nvSpPr>
        <p:spPr>
          <a:xfrm>
            <a:off x="193759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2" name="F2_precision_recall_distributions_4076">
            <a:extLst>
              <a:ext uri="{FF2B5EF4-FFF2-40B4-BE49-F238E27FC236}">
                <a16:creationId xmlns:a16="http://schemas.microsoft.com/office/drawing/2014/main" id="{1CB0CC09-2D31-4625-B5EA-0D2F7E7C989E}"/>
              </a:ext>
            </a:extLst>
          </p:cNvPr>
          <p:cNvSpPr>
            <a:spLocks noGrp="1"/>
          </p:cNvSpPr>
          <p:nvPr/>
        </p:nvSpPr>
        <p:spPr>
          <a:xfrm>
            <a:off x="1729376" y="30931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3" name="F2_precision_recall_distributions_4077">
            <a:extLst>
              <a:ext uri="{FF2B5EF4-FFF2-40B4-BE49-F238E27FC236}">
                <a16:creationId xmlns:a16="http://schemas.microsoft.com/office/drawing/2014/main" id="{5E4DD79E-54C4-45F3-B130-F0A8BD988AC3}"/>
              </a:ext>
            </a:extLst>
          </p:cNvPr>
          <p:cNvSpPr>
            <a:spLocks noGrp="1"/>
          </p:cNvSpPr>
          <p:nvPr/>
        </p:nvSpPr>
        <p:spPr>
          <a:xfrm>
            <a:off x="189337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4" name="F2_precision_recall_distributions_4078">
            <a:extLst>
              <a:ext uri="{FF2B5EF4-FFF2-40B4-BE49-F238E27FC236}">
                <a16:creationId xmlns:a16="http://schemas.microsoft.com/office/drawing/2014/main" id="{8B577650-2EAF-42AB-9CA8-025C59812142}"/>
              </a:ext>
            </a:extLst>
          </p:cNvPr>
          <p:cNvSpPr>
            <a:spLocks noGrp="1"/>
          </p:cNvSpPr>
          <p:nvPr/>
        </p:nvSpPr>
        <p:spPr>
          <a:xfrm>
            <a:off x="17058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5" name="F2_precision_recall_distributions_4079">
            <a:extLst>
              <a:ext uri="{FF2B5EF4-FFF2-40B4-BE49-F238E27FC236}">
                <a16:creationId xmlns:a16="http://schemas.microsoft.com/office/drawing/2014/main" id="{C8BC0445-1A19-4053-8605-991D54E424DE}"/>
              </a:ext>
            </a:extLst>
          </p:cNvPr>
          <p:cNvSpPr>
            <a:spLocks noGrp="1"/>
          </p:cNvSpPr>
          <p:nvPr/>
        </p:nvSpPr>
        <p:spPr>
          <a:xfrm>
            <a:off x="18142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6" name="F2_precision_recall_distributions_4080">
            <a:extLst>
              <a:ext uri="{FF2B5EF4-FFF2-40B4-BE49-F238E27FC236}">
                <a16:creationId xmlns:a16="http://schemas.microsoft.com/office/drawing/2014/main" id="{D800133F-F6CE-415A-ABB3-77C44B9F83E8}"/>
              </a:ext>
            </a:extLst>
          </p:cNvPr>
          <p:cNvSpPr>
            <a:spLocks noGrp="1"/>
          </p:cNvSpPr>
          <p:nvPr/>
        </p:nvSpPr>
        <p:spPr>
          <a:xfrm>
            <a:off x="202412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7" name="F2_precision_recall_distributions_4081">
            <a:extLst>
              <a:ext uri="{FF2B5EF4-FFF2-40B4-BE49-F238E27FC236}">
                <a16:creationId xmlns:a16="http://schemas.microsoft.com/office/drawing/2014/main" id="{9C81B7D6-3294-4EB0-8CA3-83E58D801204}"/>
              </a:ext>
            </a:extLst>
          </p:cNvPr>
          <p:cNvSpPr>
            <a:spLocks noGrp="1"/>
          </p:cNvSpPr>
          <p:nvPr/>
        </p:nvSpPr>
        <p:spPr>
          <a:xfrm>
            <a:off x="17094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8" name="F2_precision_recall_distributions_4082">
            <a:extLst>
              <a:ext uri="{FF2B5EF4-FFF2-40B4-BE49-F238E27FC236}">
                <a16:creationId xmlns:a16="http://schemas.microsoft.com/office/drawing/2014/main" id="{C862BE57-95EE-4D0D-B602-C9C83717D326}"/>
              </a:ext>
            </a:extLst>
          </p:cNvPr>
          <p:cNvSpPr>
            <a:spLocks noGrp="1"/>
          </p:cNvSpPr>
          <p:nvPr/>
        </p:nvSpPr>
        <p:spPr>
          <a:xfrm>
            <a:off x="16595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9" name="F2_precision_recall_distributions_4083">
            <a:extLst>
              <a:ext uri="{FF2B5EF4-FFF2-40B4-BE49-F238E27FC236}">
                <a16:creationId xmlns:a16="http://schemas.microsoft.com/office/drawing/2014/main" id="{E30CA246-A5F1-461C-AFA6-7F21B1A24272}"/>
              </a:ext>
            </a:extLst>
          </p:cNvPr>
          <p:cNvSpPr>
            <a:spLocks noGrp="1"/>
          </p:cNvSpPr>
          <p:nvPr/>
        </p:nvSpPr>
        <p:spPr>
          <a:xfrm>
            <a:off x="18845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0" name="F2_precision_recall_distributions_4084">
            <a:extLst>
              <a:ext uri="{FF2B5EF4-FFF2-40B4-BE49-F238E27FC236}">
                <a16:creationId xmlns:a16="http://schemas.microsoft.com/office/drawing/2014/main" id="{2E822A7A-735C-4205-ABBE-FE0FF583D995}"/>
              </a:ext>
            </a:extLst>
          </p:cNvPr>
          <p:cNvSpPr>
            <a:spLocks noGrp="1"/>
          </p:cNvSpPr>
          <p:nvPr/>
        </p:nvSpPr>
        <p:spPr>
          <a:xfrm>
            <a:off x="1860812" y="33332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1" name="F2_precision_recall_distributions_4085">
            <a:extLst>
              <a:ext uri="{FF2B5EF4-FFF2-40B4-BE49-F238E27FC236}">
                <a16:creationId xmlns:a16="http://schemas.microsoft.com/office/drawing/2014/main" id="{E1142251-7F26-4B1F-A3F6-8FC752E2165D}"/>
              </a:ext>
            </a:extLst>
          </p:cNvPr>
          <p:cNvSpPr>
            <a:spLocks noGrp="1"/>
          </p:cNvSpPr>
          <p:nvPr/>
        </p:nvSpPr>
        <p:spPr>
          <a:xfrm>
            <a:off x="197846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2" name="F2_precision_recall_distributions_4086">
            <a:extLst>
              <a:ext uri="{FF2B5EF4-FFF2-40B4-BE49-F238E27FC236}">
                <a16:creationId xmlns:a16="http://schemas.microsoft.com/office/drawing/2014/main" id="{44F2F731-8244-423D-B207-E32E3390130B}"/>
              </a:ext>
            </a:extLst>
          </p:cNvPr>
          <p:cNvSpPr>
            <a:spLocks noGrp="1"/>
          </p:cNvSpPr>
          <p:nvPr/>
        </p:nvSpPr>
        <p:spPr>
          <a:xfrm>
            <a:off x="19570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3" name="F2_precision_recall_distributions_4087">
            <a:extLst>
              <a:ext uri="{FF2B5EF4-FFF2-40B4-BE49-F238E27FC236}">
                <a16:creationId xmlns:a16="http://schemas.microsoft.com/office/drawing/2014/main" id="{AAA06B89-45D1-4E66-B4AD-DA5AD81C4ADD}"/>
              </a:ext>
            </a:extLst>
          </p:cNvPr>
          <p:cNvSpPr>
            <a:spLocks noGrp="1"/>
          </p:cNvSpPr>
          <p:nvPr/>
        </p:nvSpPr>
        <p:spPr>
          <a:xfrm>
            <a:off x="1763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4" name="F2_precision_recall_distributions_4088">
            <a:extLst>
              <a:ext uri="{FF2B5EF4-FFF2-40B4-BE49-F238E27FC236}">
                <a16:creationId xmlns:a16="http://schemas.microsoft.com/office/drawing/2014/main" id="{ABA5D38C-E985-4546-B839-3AE70084A3C1}"/>
              </a:ext>
            </a:extLst>
          </p:cNvPr>
          <p:cNvSpPr>
            <a:spLocks noGrp="1"/>
          </p:cNvSpPr>
          <p:nvPr/>
        </p:nvSpPr>
        <p:spPr>
          <a:xfrm>
            <a:off x="1823398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5" name="F2_precision_recall_distributions_4089">
            <a:extLst>
              <a:ext uri="{FF2B5EF4-FFF2-40B4-BE49-F238E27FC236}">
                <a16:creationId xmlns:a16="http://schemas.microsoft.com/office/drawing/2014/main" id="{7C677CAD-901E-49CA-BB48-01DFDF7C3C08}"/>
              </a:ext>
            </a:extLst>
          </p:cNvPr>
          <p:cNvSpPr>
            <a:spLocks noGrp="1"/>
          </p:cNvSpPr>
          <p:nvPr/>
        </p:nvSpPr>
        <p:spPr>
          <a:xfrm>
            <a:off x="1968858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6" name="F2_precision_recall_distributions_4090">
            <a:extLst>
              <a:ext uri="{FF2B5EF4-FFF2-40B4-BE49-F238E27FC236}">
                <a16:creationId xmlns:a16="http://schemas.microsoft.com/office/drawing/2014/main" id="{4ACA7CE5-E0AF-47E1-B7EA-20B5BC9404C7}"/>
              </a:ext>
            </a:extLst>
          </p:cNvPr>
          <p:cNvSpPr>
            <a:spLocks noGrp="1"/>
          </p:cNvSpPr>
          <p:nvPr/>
        </p:nvSpPr>
        <p:spPr>
          <a:xfrm>
            <a:off x="1737957" y="29269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7" name="F2_precision_recall_distributions_4091">
            <a:extLst>
              <a:ext uri="{FF2B5EF4-FFF2-40B4-BE49-F238E27FC236}">
                <a16:creationId xmlns:a16="http://schemas.microsoft.com/office/drawing/2014/main" id="{A9291925-4F06-4C13-BFA2-A00EF984D2EB}"/>
              </a:ext>
            </a:extLst>
          </p:cNvPr>
          <p:cNvSpPr>
            <a:spLocks noGrp="1"/>
          </p:cNvSpPr>
          <p:nvPr/>
        </p:nvSpPr>
        <p:spPr>
          <a:xfrm>
            <a:off x="1750535" y="30850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8" name="F2_precision_recall_distributions_4092">
            <a:extLst>
              <a:ext uri="{FF2B5EF4-FFF2-40B4-BE49-F238E27FC236}">
                <a16:creationId xmlns:a16="http://schemas.microsoft.com/office/drawing/2014/main" id="{8CBC9CF1-61EC-42C7-8876-1C52A5F3DAE4}"/>
              </a:ext>
            </a:extLst>
          </p:cNvPr>
          <p:cNvSpPr>
            <a:spLocks noGrp="1"/>
          </p:cNvSpPr>
          <p:nvPr/>
        </p:nvSpPr>
        <p:spPr>
          <a:xfrm>
            <a:off x="195262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9" name="F2_precision_recall_distributions_4093">
            <a:extLst>
              <a:ext uri="{FF2B5EF4-FFF2-40B4-BE49-F238E27FC236}">
                <a16:creationId xmlns:a16="http://schemas.microsoft.com/office/drawing/2014/main" id="{1136C8C9-2F8B-4351-8397-FBF47639067F}"/>
              </a:ext>
            </a:extLst>
          </p:cNvPr>
          <p:cNvSpPr>
            <a:spLocks noGrp="1"/>
          </p:cNvSpPr>
          <p:nvPr/>
        </p:nvSpPr>
        <p:spPr>
          <a:xfrm>
            <a:off x="17933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0" name="F2_precision_recall_distributions_4094">
            <a:extLst>
              <a:ext uri="{FF2B5EF4-FFF2-40B4-BE49-F238E27FC236}">
                <a16:creationId xmlns:a16="http://schemas.microsoft.com/office/drawing/2014/main" id="{D8636D90-786D-430D-938A-F11A1AAEB9CE}"/>
              </a:ext>
            </a:extLst>
          </p:cNvPr>
          <p:cNvSpPr>
            <a:spLocks noGrp="1"/>
          </p:cNvSpPr>
          <p:nvPr/>
        </p:nvSpPr>
        <p:spPr>
          <a:xfrm>
            <a:off x="17463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1" name="F2_precision_recall_distributions_4095">
            <a:extLst>
              <a:ext uri="{FF2B5EF4-FFF2-40B4-BE49-F238E27FC236}">
                <a16:creationId xmlns:a16="http://schemas.microsoft.com/office/drawing/2014/main" id="{45485951-06B8-44CD-B6A6-DE35D9BC2469}"/>
              </a:ext>
            </a:extLst>
          </p:cNvPr>
          <p:cNvSpPr>
            <a:spLocks noGrp="1"/>
          </p:cNvSpPr>
          <p:nvPr/>
        </p:nvSpPr>
        <p:spPr>
          <a:xfrm>
            <a:off x="2007281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2" name="F2_precision_recall_distributions_4096">
            <a:extLst>
              <a:ext uri="{FF2B5EF4-FFF2-40B4-BE49-F238E27FC236}">
                <a16:creationId xmlns:a16="http://schemas.microsoft.com/office/drawing/2014/main" id="{F7B4D777-FB7B-4959-9046-4C9CCC4C96C2}"/>
              </a:ext>
            </a:extLst>
          </p:cNvPr>
          <p:cNvSpPr>
            <a:spLocks noGrp="1"/>
          </p:cNvSpPr>
          <p:nvPr/>
        </p:nvSpPr>
        <p:spPr>
          <a:xfrm>
            <a:off x="19879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3" name="F2_precision_recall_distributions_4097">
            <a:extLst>
              <a:ext uri="{FF2B5EF4-FFF2-40B4-BE49-F238E27FC236}">
                <a16:creationId xmlns:a16="http://schemas.microsoft.com/office/drawing/2014/main" id="{4E7FB58F-FCCD-467E-84DF-21DC1CABF251}"/>
              </a:ext>
            </a:extLst>
          </p:cNvPr>
          <p:cNvSpPr>
            <a:spLocks noGrp="1"/>
          </p:cNvSpPr>
          <p:nvPr/>
        </p:nvSpPr>
        <p:spPr>
          <a:xfrm>
            <a:off x="1777368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4" name="F2_precision_recall_distributions_4098">
            <a:extLst>
              <a:ext uri="{FF2B5EF4-FFF2-40B4-BE49-F238E27FC236}">
                <a16:creationId xmlns:a16="http://schemas.microsoft.com/office/drawing/2014/main" id="{7F7D0409-4E03-4FA1-9C56-568C5786B87E}"/>
              </a:ext>
            </a:extLst>
          </p:cNvPr>
          <p:cNvSpPr>
            <a:spLocks noGrp="1"/>
          </p:cNvSpPr>
          <p:nvPr/>
        </p:nvSpPr>
        <p:spPr>
          <a:xfrm>
            <a:off x="193590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5" name="F2_precision_recall_distributions_4099">
            <a:extLst>
              <a:ext uri="{FF2B5EF4-FFF2-40B4-BE49-F238E27FC236}">
                <a16:creationId xmlns:a16="http://schemas.microsoft.com/office/drawing/2014/main" id="{1D3E5521-A3BD-4B90-AA53-42AF42C66D0E}"/>
              </a:ext>
            </a:extLst>
          </p:cNvPr>
          <p:cNvSpPr>
            <a:spLocks noGrp="1"/>
          </p:cNvSpPr>
          <p:nvPr/>
        </p:nvSpPr>
        <p:spPr>
          <a:xfrm>
            <a:off x="175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6" name="F2_precision_recall_distributions_4100">
            <a:extLst>
              <a:ext uri="{FF2B5EF4-FFF2-40B4-BE49-F238E27FC236}">
                <a16:creationId xmlns:a16="http://schemas.microsoft.com/office/drawing/2014/main" id="{52358548-A3D4-433F-8712-5810A6DB6829}"/>
              </a:ext>
            </a:extLst>
          </p:cNvPr>
          <p:cNvSpPr>
            <a:spLocks noGrp="1"/>
          </p:cNvSpPr>
          <p:nvPr/>
        </p:nvSpPr>
        <p:spPr>
          <a:xfrm>
            <a:off x="1754647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7" name="F2_precision_recall_distributions_4101">
            <a:extLst>
              <a:ext uri="{FF2B5EF4-FFF2-40B4-BE49-F238E27FC236}">
                <a16:creationId xmlns:a16="http://schemas.microsoft.com/office/drawing/2014/main" id="{E90EAD9E-85A1-452B-960F-A190E09001A8}"/>
              </a:ext>
            </a:extLst>
          </p:cNvPr>
          <p:cNvSpPr>
            <a:spLocks noGrp="1"/>
          </p:cNvSpPr>
          <p:nvPr/>
        </p:nvSpPr>
        <p:spPr>
          <a:xfrm>
            <a:off x="186040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8" name="F2_precision_recall_distributions_4102">
            <a:extLst>
              <a:ext uri="{FF2B5EF4-FFF2-40B4-BE49-F238E27FC236}">
                <a16:creationId xmlns:a16="http://schemas.microsoft.com/office/drawing/2014/main" id="{B95772FE-5246-46FA-B3D7-0620E7C32F33}"/>
              </a:ext>
            </a:extLst>
          </p:cNvPr>
          <p:cNvSpPr>
            <a:spLocks noGrp="1"/>
          </p:cNvSpPr>
          <p:nvPr/>
        </p:nvSpPr>
        <p:spPr>
          <a:xfrm>
            <a:off x="1750507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9" name="F2_precision_recall_distributions_4103">
            <a:extLst>
              <a:ext uri="{FF2B5EF4-FFF2-40B4-BE49-F238E27FC236}">
                <a16:creationId xmlns:a16="http://schemas.microsoft.com/office/drawing/2014/main" id="{D86D2ED5-C8DA-4995-A4A4-03E035A6A2DD}"/>
              </a:ext>
            </a:extLst>
          </p:cNvPr>
          <p:cNvSpPr>
            <a:spLocks noGrp="1"/>
          </p:cNvSpPr>
          <p:nvPr/>
        </p:nvSpPr>
        <p:spPr>
          <a:xfrm>
            <a:off x="1935874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0" name="F2_precision_recall_distributions_4104">
            <a:extLst>
              <a:ext uri="{FF2B5EF4-FFF2-40B4-BE49-F238E27FC236}">
                <a16:creationId xmlns:a16="http://schemas.microsoft.com/office/drawing/2014/main" id="{A6B2944D-2863-4F64-9B94-F59074753545}"/>
              </a:ext>
            </a:extLst>
          </p:cNvPr>
          <p:cNvSpPr>
            <a:spLocks noGrp="1"/>
          </p:cNvSpPr>
          <p:nvPr/>
        </p:nvSpPr>
        <p:spPr>
          <a:xfrm>
            <a:off x="180936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1" name="F2_precision_recall_distributions_4105">
            <a:extLst>
              <a:ext uri="{FF2B5EF4-FFF2-40B4-BE49-F238E27FC236}">
                <a16:creationId xmlns:a16="http://schemas.microsoft.com/office/drawing/2014/main" id="{98A73AF2-2B3E-4C82-9B25-F57D738EA209}"/>
              </a:ext>
            </a:extLst>
          </p:cNvPr>
          <p:cNvSpPr>
            <a:spLocks noGrp="1"/>
          </p:cNvSpPr>
          <p:nvPr/>
        </p:nvSpPr>
        <p:spPr>
          <a:xfrm>
            <a:off x="16542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2" name="F2_precision_recall_distributions_4106">
            <a:extLst>
              <a:ext uri="{FF2B5EF4-FFF2-40B4-BE49-F238E27FC236}">
                <a16:creationId xmlns:a16="http://schemas.microsoft.com/office/drawing/2014/main" id="{3D702501-33EC-45BF-B756-A0073046E76A}"/>
              </a:ext>
            </a:extLst>
          </p:cNvPr>
          <p:cNvSpPr>
            <a:spLocks noGrp="1"/>
          </p:cNvSpPr>
          <p:nvPr/>
        </p:nvSpPr>
        <p:spPr>
          <a:xfrm>
            <a:off x="171900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3" name="F2_precision_recall_distributions_4107">
            <a:extLst>
              <a:ext uri="{FF2B5EF4-FFF2-40B4-BE49-F238E27FC236}">
                <a16:creationId xmlns:a16="http://schemas.microsoft.com/office/drawing/2014/main" id="{91697392-28E5-4ECC-B280-ED42AD091D63}"/>
              </a:ext>
            </a:extLst>
          </p:cNvPr>
          <p:cNvSpPr>
            <a:spLocks noGrp="1"/>
          </p:cNvSpPr>
          <p:nvPr/>
        </p:nvSpPr>
        <p:spPr>
          <a:xfrm>
            <a:off x="172154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4" name="F2_precision_recall_distributions_4108">
            <a:extLst>
              <a:ext uri="{FF2B5EF4-FFF2-40B4-BE49-F238E27FC236}">
                <a16:creationId xmlns:a16="http://schemas.microsoft.com/office/drawing/2014/main" id="{7E41248C-2BCE-47CB-98A0-C27981EC0DF1}"/>
              </a:ext>
            </a:extLst>
          </p:cNvPr>
          <p:cNvSpPr>
            <a:spLocks noGrp="1"/>
          </p:cNvSpPr>
          <p:nvPr/>
        </p:nvSpPr>
        <p:spPr>
          <a:xfrm>
            <a:off x="1934616" y="34133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5" name="F2_precision_recall_distributions_4109">
            <a:extLst>
              <a:ext uri="{FF2B5EF4-FFF2-40B4-BE49-F238E27FC236}">
                <a16:creationId xmlns:a16="http://schemas.microsoft.com/office/drawing/2014/main" id="{D0569A2C-96C7-4201-83B1-F778854DC62E}"/>
              </a:ext>
            </a:extLst>
          </p:cNvPr>
          <p:cNvSpPr>
            <a:spLocks noGrp="1"/>
          </p:cNvSpPr>
          <p:nvPr/>
        </p:nvSpPr>
        <p:spPr>
          <a:xfrm>
            <a:off x="169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6" name="F2_precision_recall_distributions_4110">
            <a:extLst>
              <a:ext uri="{FF2B5EF4-FFF2-40B4-BE49-F238E27FC236}">
                <a16:creationId xmlns:a16="http://schemas.microsoft.com/office/drawing/2014/main" id="{3949C665-8483-4AB8-8342-B34A18764915}"/>
              </a:ext>
            </a:extLst>
          </p:cNvPr>
          <p:cNvSpPr>
            <a:spLocks noGrp="1"/>
          </p:cNvSpPr>
          <p:nvPr/>
        </p:nvSpPr>
        <p:spPr>
          <a:xfrm>
            <a:off x="179137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7" name="F2_precision_recall_distributions_4111">
            <a:extLst>
              <a:ext uri="{FF2B5EF4-FFF2-40B4-BE49-F238E27FC236}">
                <a16:creationId xmlns:a16="http://schemas.microsoft.com/office/drawing/2014/main" id="{D7630EF9-5709-41D9-8045-BC694074686B}"/>
              </a:ext>
            </a:extLst>
          </p:cNvPr>
          <p:cNvSpPr>
            <a:spLocks noGrp="1"/>
          </p:cNvSpPr>
          <p:nvPr/>
        </p:nvSpPr>
        <p:spPr>
          <a:xfrm>
            <a:off x="17422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8" name="F2_precision_recall_distributions_4112">
            <a:extLst>
              <a:ext uri="{FF2B5EF4-FFF2-40B4-BE49-F238E27FC236}">
                <a16:creationId xmlns:a16="http://schemas.microsoft.com/office/drawing/2014/main" id="{AB46C486-1B25-4722-938B-A34D86CB222E}"/>
              </a:ext>
            </a:extLst>
          </p:cNvPr>
          <p:cNvSpPr>
            <a:spLocks noGrp="1"/>
          </p:cNvSpPr>
          <p:nvPr/>
        </p:nvSpPr>
        <p:spPr>
          <a:xfrm>
            <a:off x="18777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9" name="F2_precision_recall_distributions_4113">
            <a:extLst>
              <a:ext uri="{FF2B5EF4-FFF2-40B4-BE49-F238E27FC236}">
                <a16:creationId xmlns:a16="http://schemas.microsoft.com/office/drawing/2014/main" id="{E71C2D7D-0360-40E4-8E02-9D204441F48B}"/>
              </a:ext>
            </a:extLst>
          </p:cNvPr>
          <p:cNvSpPr>
            <a:spLocks noGrp="1"/>
          </p:cNvSpPr>
          <p:nvPr/>
        </p:nvSpPr>
        <p:spPr>
          <a:xfrm>
            <a:off x="17899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0" name="F2_precision_recall_distributions_4114">
            <a:extLst>
              <a:ext uri="{FF2B5EF4-FFF2-40B4-BE49-F238E27FC236}">
                <a16:creationId xmlns:a16="http://schemas.microsoft.com/office/drawing/2014/main" id="{AE575CCC-4844-4ECD-A16E-61DC645870CA}"/>
              </a:ext>
            </a:extLst>
          </p:cNvPr>
          <p:cNvSpPr>
            <a:spLocks noGrp="1"/>
          </p:cNvSpPr>
          <p:nvPr/>
        </p:nvSpPr>
        <p:spPr>
          <a:xfrm>
            <a:off x="18714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1" name="F2_precision_recall_distributions_4115">
            <a:extLst>
              <a:ext uri="{FF2B5EF4-FFF2-40B4-BE49-F238E27FC236}">
                <a16:creationId xmlns:a16="http://schemas.microsoft.com/office/drawing/2014/main" id="{F7DCA181-800B-4619-91E9-5C6F8836C313}"/>
              </a:ext>
            </a:extLst>
          </p:cNvPr>
          <p:cNvSpPr>
            <a:spLocks noGrp="1"/>
          </p:cNvSpPr>
          <p:nvPr/>
        </p:nvSpPr>
        <p:spPr>
          <a:xfrm>
            <a:off x="1737094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2" name="F2_precision_recall_distributions_4116">
            <a:extLst>
              <a:ext uri="{FF2B5EF4-FFF2-40B4-BE49-F238E27FC236}">
                <a16:creationId xmlns:a16="http://schemas.microsoft.com/office/drawing/2014/main" id="{D7B0462E-CEC5-4CDB-B15B-703825E7666A}"/>
              </a:ext>
            </a:extLst>
          </p:cNvPr>
          <p:cNvSpPr>
            <a:spLocks noGrp="1"/>
          </p:cNvSpPr>
          <p:nvPr/>
        </p:nvSpPr>
        <p:spPr>
          <a:xfrm>
            <a:off x="18938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3" name="F2_precision_recall_distributions_4117">
            <a:extLst>
              <a:ext uri="{FF2B5EF4-FFF2-40B4-BE49-F238E27FC236}">
                <a16:creationId xmlns:a16="http://schemas.microsoft.com/office/drawing/2014/main" id="{2E40FD2B-C6DF-4111-B2F6-53F21D03C7DE}"/>
              </a:ext>
            </a:extLst>
          </p:cNvPr>
          <p:cNvSpPr>
            <a:spLocks noGrp="1"/>
          </p:cNvSpPr>
          <p:nvPr/>
        </p:nvSpPr>
        <p:spPr>
          <a:xfrm>
            <a:off x="1784460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4" name="F2_precision_recall_distributions_4118">
            <a:extLst>
              <a:ext uri="{FF2B5EF4-FFF2-40B4-BE49-F238E27FC236}">
                <a16:creationId xmlns:a16="http://schemas.microsoft.com/office/drawing/2014/main" id="{0952E0F7-8F2A-4C58-9AE2-277D290DFB3B}"/>
              </a:ext>
            </a:extLst>
          </p:cNvPr>
          <p:cNvSpPr>
            <a:spLocks noGrp="1"/>
          </p:cNvSpPr>
          <p:nvPr/>
        </p:nvSpPr>
        <p:spPr>
          <a:xfrm>
            <a:off x="18504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5" name="F2_precision_recall_distributions_4119">
            <a:extLst>
              <a:ext uri="{FF2B5EF4-FFF2-40B4-BE49-F238E27FC236}">
                <a16:creationId xmlns:a16="http://schemas.microsoft.com/office/drawing/2014/main" id="{2144E026-0666-44A2-9D3B-E0F39737360E}"/>
              </a:ext>
            </a:extLst>
          </p:cNvPr>
          <p:cNvSpPr>
            <a:spLocks noGrp="1"/>
          </p:cNvSpPr>
          <p:nvPr/>
        </p:nvSpPr>
        <p:spPr>
          <a:xfrm>
            <a:off x="200268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6" name="F2_precision_recall_distributions_4120">
            <a:extLst>
              <a:ext uri="{FF2B5EF4-FFF2-40B4-BE49-F238E27FC236}">
                <a16:creationId xmlns:a16="http://schemas.microsoft.com/office/drawing/2014/main" id="{906CB78B-BA7B-423D-9494-8F224D91DB0B}"/>
              </a:ext>
            </a:extLst>
          </p:cNvPr>
          <p:cNvSpPr>
            <a:spLocks noGrp="1"/>
          </p:cNvSpPr>
          <p:nvPr/>
        </p:nvSpPr>
        <p:spPr>
          <a:xfrm>
            <a:off x="1658894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7" name="F2_precision_recall_distributions_4121">
            <a:extLst>
              <a:ext uri="{FF2B5EF4-FFF2-40B4-BE49-F238E27FC236}">
                <a16:creationId xmlns:a16="http://schemas.microsoft.com/office/drawing/2014/main" id="{40C034FC-8709-49FC-9BC6-A147004F8491}"/>
              </a:ext>
            </a:extLst>
          </p:cNvPr>
          <p:cNvSpPr>
            <a:spLocks noGrp="1"/>
          </p:cNvSpPr>
          <p:nvPr/>
        </p:nvSpPr>
        <p:spPr>
          <a:xfrm>
            <a:off x="267891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308" name="F2_precision_recall_distributions_4122">
            <a:extLst>
              <a:ext uri="{FF2B5EF4-FFF2-40B4-BE49-F238E27FC236}">
                <a16:creationId xmlns:a16="http://schemas.microsoft.com/office/drawing/2014/main" id="{F0378851-1BE5-4264-9067-48CAB92A937B}"/>
              </a:ext>
            </a:extLst>
          </p:cNvPr>
          <p:cNvSpPr>
            <a:spLocks noGrp="1"/>
          </p:cNvSpPr>
          <p:nvPr/>
        </p:nvSpPr>
        <p:spPr>
          <a:xfrm>
            <a:off x="294485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9" name="F2_precision_recall_distributions_4123">
            <a:extLst>
              <a:ext uri="{FF2B5EF4-FFF2-40B4-BE49-F238E27FC236}">
                <a16:creationId xmlns:a16="http://schemas.microsoft.com/office/drawing/2014/main" id="{11D6E3E5-79F7-4F46-9AAD-2DCE459246B9}"/>
              </a:ext>
            </a:extLst>
          </p:cNvPr>
          <p:cNvSpPr>
            <a:spLocks noGrp="1"/>
          </p:cNvSpPr>
          <p:nvPr/>
        </p:nvSpPr>
        <p:spPr>
          <a:xfrm>
            <a:off x="2906068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0" name="F2_precision_recall_distributions_4124">
            <a:extLst>
              <a:ext uri="{FF2B5EF4-FFF2-40B4-BE49-F238E27FC236}">
                <a16:creationId xmlns:a16="http://schemas.microsoft.com/office/drawing/2014/main" id="{D3EF696D-495F-4C2E-8DFF-CFCE9C495FAA}"/>
              </a:ext>
            </a:extLst>
          </p:cNvPr>
          <p:cNvSpPr>
            <a:spLocks noGrp="1"/>
          </p:cNvSpPr>
          <p:nvPr/>
        </p:nvSpPr>
        <p:spPr>
          <a:xfrm>
            <a:off x="309931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1" name="F2_precision_recall_distributions_4125">
            <a:extLst>
              <a:ext uri="{FF2B5EF4-FFF2-40B4-BE49-F238E27FC236}">
                <a16:creationId xmlns:a16="http://schemas.microsoft.com/office/drawing/2014/main" id="{7EB56A65-FDF2-48ED-9C88-15B9277A64AD}"/>
              </a:ext>
            </a:extLst>
          </p:cNvPr>
          <p:cNvSpPr>
            <a:spLocks noGrp="1"/>
          </p:cNvSpPr>
          <p:nvPr/>
        </p:nvSpPr>
        <p:spPr>
          <a:xfrm>
            <a:off x="3067477" y="3625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2" name="F2_precision_recall_distributions_4126">
            <a:extLst>
              <a:ext uri="{FF2B5EF4-FFF2-40B4-BE49-F238E27FC236}">
                <a16:creationId xmlns:a16="http://schemas.microsoft.com/office/drawing/2014/main" id="{C5704658-71C9-4B3C-BDA2-3CA36AFE8897}"/>
              </a:ext>
            </a:extLst>
          </p:cNvPr>
          <p:cNvSpPr>
            <a:spLocks noGrp="1"/>
          </p:cNvSpPr>
          <p:nvPr/>
        </p:nvSpPr>
        <p:spPr>
          <a:xfrm>
            <a:off x="2840716" y="3043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3" name="F2_precision_recall_distributions_4127">
            <a:extLst>
              <a:ext uri="{FF2B5EF4-FFF2-40B4-BE49-F238E27FC236}">
                <a16:creationId xmlns:a16="http://schemas.microsoft.com/office/drawing/2014/main" id="{C6CADFED-FCCC-4054-BC8B-54F8B14418B3}"/>
              </a:ext>
            </a:extLst>
          </p:cNvPr>
          <p:cNvSpPr>
            <a:spLocks noGrp="1"/>
          </p:cNvSpPr>
          <p:nvPr/>
        </p:nvSpPr>
        <p:spPr>
          <a:xfrm>
            <a:off x="314178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4" name="F2_precision_recall_distributions_4128">
            <a:extLst>
              <a:ext uri="{FF2B5EF4-FFF2-40B4-BE49-F238E27FC236}">
                <a16:creationId xmlns:a16="http://schemas.microsoft.com/office/drawing/2014/main" id="{14DF75FD-6831-4DBC-9E78-0B3131AE8DDB}"/>
              </a:ext>
            </a:extLst>
          </p:cNvPr>
          <p:cNvSpPr>
            <a:spLocks noGrp="1"/>
          </p:cNvSpPr>
          <p:nvPr/>
        </p:nvSpPr>
        <p:spPr>
          <a:xfrm>
            <a:off x="30685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5" name="F2_precision_recall_distributions_4129">
            <a:extLst>
              <a:ext uri="{FF2B5EF4-FFF2-40B4-BE49-F238E27FC236}">
                <a16:creationId xmlns:a16="http://schemas.microsoft.com/office/drawing/2014/main" id="{1F9799AD-2928-4510-B142-01F9E4DCA7AA}"/>
              </a:ext>
            </a:extLst>
          </p:cNvPr>
          <p:cNvSpPr>
            <a:spLocks noGrp="1"/>
          </p:cNvSpPr>
          <p:nvPr/>
        </p:nvSpPr>
        <p:spPr>
          <a:xfrm>
            <a:off x="2827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6" name="F2_precision_recall_distributions_4130">
            <a:extLst>
              <a:ext uri="{FF2B5EF4-FFF2-40B4-BE49-F238E27FC236}">
                <a16:creationId xmlns:a16="http://schemas.microsoft.com/office/drawing/2014/main" id="{E14D80FA-EC3A-416E-8494-8C48FF18FF48}"/>
              </a:ext>
            </a:extLst>
          </p:cNvPr>
          <p:cNvSpPr>
            <a:spLocks noGrp="1"/>
          </p:cNvSpPr>
          <p:nvPr/>
        </p:nvSpPr>
        <p:spPr>
          <a:xfrm>
            <a:off x="31727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7" name="F2_precision_recall_distributions_4131">
            <a:extLst>
              <a:ext uri="{FF2B5EF4-FFF2-40B4-BE49-F238E27FC236}">
                <a16:creationId xmlns:a16="http://schemas.microsoft.com/office/drawing/2014/main" id="{F605A1BF-5253-4163-A1DC-8157CFB048ED}"/>
              </a:ext>
            </a:extLst>
          </p:cNvPr>
          <p:cNvSpPr>
            <a:spLocks noGrp="1"/>
          </p:cNvSpPr>
          <p:nvPr/>
        </p:nvSpPr>
        <p:spPr>
          <a:xfrm>
            <a:off x="29211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8" name="F2_precision_recall_distributions_4132">
            <a:extLst>
              <a:ext uri="{FF2B5EF4-FFF2-40B4-BE49-F238E27FC236}">
                <a16:creationId xmlns:a16="http://schemas.microsoft.com/office/drawing/2014/main" id="{D86F1307-BFAF-4B97-9E85-0BDFE1835C5D}"/>
              </a:ext>
            </a:extLst>
          </p:cNvPr>
          <p:cNvSpPr>
            <a:spLocks noGrp="1"/>
          </p:cNvSpPr>
          <p:nvPr/>
        </p:nvSpPr>
        <p:spPr>
          <a:xfrm>
            <a:off x="2998724" y="32184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9" name="F2_precision_recall_distributions_4133">
            <a:extLst>
              <a:ext uri="{FF2B5EF4-FFF2-40B4-BE49-F238E27FC236}">
                <a16:creationId xmlns:a16="http://schemas.microsoft.com/office/drawing/2014/main" id="{A2ED3A81-E00C-4563-8F92-81E63E9CD702}"/>
              </a:ext>
            </a:extLst>
          </p:cNvPr>
          <p:cNvSpPr>
            <a:spLocks noGrp="1"/>
          </p:cNvSpPr>
          <p:nvPr/>
        </p:nvSpPr>
        <p:spPr>
          <a:xfrm>
            <a:off x="30604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0" name="F2_precision_recall_distributions_4134">
            <a:extLst>
              <a:ext uri="{FF2B5EF4-FFF2-40B4-BE49-F238E27FC236}">
                <a16:creationId xmlns:a16="http://schemas.microsoft.com/office/drawing/2014/main" id="{1BC9A5E0-3F60-43D3-AD4E-025BF8C1B4A3}"/>
              </a:ext>
            </a:extLst>
          </p:cNvPr>
          <p:cNvSpPr>
            <a:spLocks noGrp="1"/>
          </p:cNvSpPr>
          <p:nvPr/>
        </p:nvSpPr>
        <p:spPr>
          <a:xfrm>
            <a:off x="2831103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1" name="F2_precision_recall_distributions_4135">
            <a:extLst>
              <a:ext uri="{FF2B5EF4-FFF2-40B4-BE49-F238E27FC236}">
                <a16:creationId xmlns:a16="http://schemas.microsoft.com/office/drawing/2014/main" id="{B9FD17F0-197B-440E-ABEE-8004E364117E}"/>
              </a:ext>
            </a:extLst>
          </p:cNvPr>
          <p:cNvSpPr>
            <a:spLocks noGrp="1"/>
          </p:cNvSpPr>
          <p:nvPr/>
        </p:nvSpPr>
        <p:spPr>
          <a:xfrm>
            <a:off x="293361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2" name="F2_precision_recall_distributions_4136">
            <a:extLst>
              <a:ext uri="{FF2B5EF4-FFF2-40B4-BE49-F238E27FC236}">
                <a16:creationId xmlns:a16="http://schemas.microsoft.com/office/drawing/2014/main" id="{4B6BD88E-372A-47AA-80D2-001E18D82F7D}"/>
              </a:ext>
            </a:extLst>
          </p:cNvPr>
          <p:cNvSpPr>
            <a:spLocks noGrp="1"/>
          </p:cNvSpPr>
          <p:nvPr/>
        </p:nvSpPr>
        <p:spPr>
          <a:xfrm>
            <a:off x="29936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3" name="F2_precision_recall_distributions_4137">
            <a:extLst>
              <a:ext uri="{FF2B5EF4-FFF2-40B4-BE49-F238E27FC236}">
                <a16:creationId xmlns:a16="http://schemas.microsoft.com/office/drawing/2014/main" id="{33D16080-C551-4179-BDCD-45048B00AC5F}"/>
              </a:ext>
            </a:extLst>
          </p:cNvPr>
          <p:cNvSpPr>
            <a:spLocks noGrp="1"/>
          </p:cNvSpPr>
          <p:nvPr/>
        </p:nvSpPr>
        <p:spPr>
          <a:xfrm>
            <a:off x="29564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4" name="F2_precision_recall_distributions_4138">
            <a:extLst>
              <a:ext uri="{FF2B5EF4-FFF2-40B4-BE49-F238E27FC236}">
                <a16:creationId xmlns:a16="http://schemas.microsoft.com/office/drawing/2014/main" id="{26184F5B-C05E-41A1-AA50-1611723B3754}"/>
              </a:ext>
            </a:extLst>
          </p:cNvPr>
          <p:cNvSpPr>
            <a:spLocks noGrp="1"/>
          </p:cNvSpPr>
          <p:nvPr/>
        </p:nvSpPr>
        <p:spPr>
          <a:xfrm>
            <a:off x="283193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5" name="F2_precision_recall_distributions_4139">
            <a:extLst>
              <a:ext uri="{FF2B5EF4-FFF2-40B4-BE49-F238E27FC236}">
                <a16:creationId xmlns:a16="http://schemas.microsoft.com/office/drawing/2014/main" id="{D83400E5-49F3-456D-9E5C-41E9C9AD06C4}"/>
              </a:ext>
            </a:extLst>
          </p:cNvPr>
          <p:cNvSpPr>
            <a:spLocks noGrp="1"/>
          </p:cNvSpPr>
          <p:nvPr/>
        </p:nvSpPr>
        <p:spPr>
          <a:xfrm>
            <a:off x="29995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6" name="F2_precision_recall_distributions_4140">
            <a:extLst>
              <a:ext uri="{FF2B5EF4-FFF2-40B4-BE49-F238E27FC236}">
                <a16:creationId xmlns:a16="http://schemas.microsoft.com/office/drawing/2014/main" id="{4323D0BC-9FA9-4A55-AE68-EA6A0D211A21}"/>
              </a:ext>
            </a:extLst>
          </p:cNvPr>
          <p:cNvSpPr>
            <a:spLocks noGrp="1"/>
          </p:cNvSpPr>
          <p:nvPr/>
        </p:nvSpPr>
        <p:spPr>
          <a:xfrm>
            <a:off x="3171217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7" name="F2_precision_recall_distributions_4141">
            <a:extLst>
              <a:ext uri="{FF2B5EF4-FFF2-40B4-BE49-F238E27FC236}">
                <a16:creationId xmlns:a16="http://schemas.microsoft.com/office/drawing/2014/main" id="{9C63806F-5DE6-4D85-9BD8-964EDC987692}"/>
              </a:ext>
            </a:extLst>
          </p:cNvPr>
          <p:cNvSpPr>
            <a:spLocks noGrp="1"/>
          </p:cNvSpPr>
          <p:nvPr/>
        </p:nvSpPr>
        <p:spPr>
          <a:xfrm>
            <a:off x="31713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8" name="F2_precision_recall_distributions_4142">
            <a:extLst>
              <a:ext uri="{FF2B5EF4-FFF2-40B4-BE49-F238E27FC236}">
                <a16:creationId xmlns:a16="http://schemas.microsoft.com/office/drawing/2014/main" id="{EADFA46B-8643-4F81-B150-BF303853AE43}"/>
              </a:ext>
            </a:extLst>
          </p:cNvPr>
          <p:cNvSpPr>
            <a:spLocks noGrp="1"/>
          </p:cNvSpPr>
          <p:nvPr/>
        </p:nvSpPr>
        <p:spPr>
          <a:xfrm>
            <a:off x="29149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9" name="F2_precision_recall_distributions_4143">
            <a:extLst>
              <a:ext uri="{FF2B5EF4-FFF2-40B4-BE49-F238E27FC236}">
                <a16:creationId xmlns:a16="http://schemas.microsoft.com/office/drawing/2014/main" id="{D659E9A4-4114-4906-B84E-6138C33D7C39}"/>
              </a:ext>
            </a:extLst>
          </p:cNvPr>
          <p:cNvSpPr>
            <a:spLocks noGrp="1"/>
          </p:cNvSpPr>
          <p:nvPr/>
        </p:nvSpPr>
        <p:spPr>
          <a:xfrm>
            <a:off x="292736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0" name="F2_precision_recall_distributions_4144">
            <a:extLst>
              <a:ext uri="{FF2B5EF4-FFF2-40B4-BE49-F238E27FC236}">
                <a16:creationId xmlns:a16="http://schemas.microsoft.com/office/drawing/2014/main" id="{D954CBAD-505F-4574-85C4-304D712CEFE9}"/>
              </a:ext>
            </a:extLst>
          </p:cNvPr>
          <p:cNvSpPr>
            <a:spLocks noGrp="1"/>
          </p:cNvSpPr>
          <p:nvPr/>
        </p:nvSpPr>
        <p:spPr>
          <a:xfrm>
            <a:off x="30327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1" name="F2_precision_recall_distributions_4145">
            <a:extLst>
              <a:ext uri="{FF2B5EF4-FFF2-40B4-BE49-F238E27FC236}">
                <a16:creationId xmlns:a16="http://schemas.microsoft.com/office/drawing/2014/main" id="{6B2E00FE-1718-4469-A348-5B004E7D8A65}"/>
              </a:ext>
            </a:extLst>
          </p:cNvPr>
          <p:cNvSpPr>
            <a:spLocks noGrp="1"/>
          </p:cNvSpPr>
          <p:nvPr/>
        </p:nvSpPr>
        <p:spPr>
          <a:xfrm>
            <a:off x="306926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2" name="F2_precision_recall_distributions_4146">
            <a:extLst>
              <a:ext uri="{FF2B5EF4-FFF2-40B4-BE49-F238E27FC236}">
                <a16:creationId xmlns:a16="http://schemas.microsoft.com/office/drawing/2014/main" id="{80DC03C9-3E32-46A7-96A3-AE6F232F7DEE}"/>
              </a:ext>
            </a:extLst>
          </p:cNvPr>
          <p:cNvSpPr>
            <a:spLocks noGrp="1"/>
          </p:cNvSpPr>
          <p:nvPr/>
        </p:nvSpPr>
        <p:spPr>
          <a:xfrm>
            <a:off x="290669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3" name="F2_precision_recall_distributions_4147">
            <a:extLst>
              <a:ext uri="{FF2B5EF4-FFF2-40B4-BE49-F238E27FC236}">
                <a16:creationId xmlns:a16="http://schemas.microsoft.com/office/drawing/2014/main" id="{3524BA40-88ED-4E75-8D34-B6A1DA12BC44}"/>
              </a:ext>
            </a:extLst>
          </p:cNvPr>
          <p:cNvSpPr>
            <a:spLocks noGrp="1"/>
          </p:cNvSpPr>
          <p:nvPr/>
        </p:nvSpPr>
        <p:spPr>
          <a:xfrm>
            <a:off x="296298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4" name="F2_precision_recall_distributions_4148">
            <a:extLst>
              <a:ext uri="{FF2B5EF4-FFF2-40B4-BE49-F238E27FC236}">
                <a16:creationId xmlns:a16="http://schemas.microsoft.com/office/drawing/2014/main" id="{04A1B42A-3A62-4D4D-A3E4-61AD556EDBF5}"/>
              </a:ext>
            </a:extLst>
          </p:cNvPr>
          <p:cNvSpPr>
            <a:spLocks noGrp="1"/>
          </p:cNvSpPr>
          <p:nvPr/>
        </p:nvSpPr>
        <p:spPr>
          <a:xfrm>
            <a:off x="2868773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5" name="F2_precision_recall_distributions_4149">
            <a:extLst>
              <a:ext uri="{FF2B5EF4-FFF2-40B4-BE49-F238E27FC236}">
                <a16:creationId xmlns:a16="http://schemas.microsoft.com/office/drawing/2014/main" id="{4664BB1B-72AE-4B9E-B9E3-2DACF504C3C1}"/>
              </a:ext>
            </a:extLst>
          </p:cNvPr>
          <p:cNvSpPr>
            <a:spLocks noGrp="1"/>
          </p:cNvSpPr>
          <p:nvPr/>
        </p:nvSpPr>
        <p:spPr>
          <a:xfrm>
            <a:off x="2952262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6" name="F2_precision_recall_distributions_4150">
            <a:extLst>
              <a:ext uri="{FF2B5EF4-FFF2-40B4-BE49-F238E27FC236}">
                <a16:creationId xmlns:a16="http://schemas.microsoft.com/office/drawing/2014/main" id="{7291EB5C-7C0A-4F57-B1EE-0290C3CFBA77}"/>
              </a:ext>
            </a:extLst>
          </p:cNvPr>
          <p:cNvSpPr>
            <a:spLocks noGrp="1"/>
          </p:cNvSpPr>
          <p:nvPr/>
        </p:nvSpPr>
        <p:spPr>
          <a:xfrm>
            <a:off x="305812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7" name="F2_precision_recall_distributions_4151">
            <a:extLst>
              <a:ext uri="{FF2B5EF4-FFF2-40B4-BE49-F238E27FC236}">
                <a16:creationId xmlns:a16="http://schemas.microsoft.com/office/drawing/2014/main" id="{8E102587-F7E2-4E48-8DAB-41FFBF37C06D}"/>
              </a:ext>
            </a:extLst>
          </p:cNvPr>
          <p:cNvSpPr>
            <a:spLocks noGrp="1"/>
          </p:cNvSpPr>
          <p:nvPr/>
        </p:nvSpPr>
        <p:spPr>
          <a:xfrm>
            <a:off x="31163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8" name="F2_precision_recall_distributions_4152">
            <a:extLst>
              <a:ext uri="{FF2B5EF4-FFF2-40B4-BE49-F238E27FC236}">
                <a16:creationId xmlns:a16="http://schemas.microsoft.com/office/drawing/2014/main" id="{043329BF-A8E1-4796-87A4-6348EB1FCD72}"/>
              </a:ext>
            </a:extLst>
          </p:cNvPr>
          <p:cNvSpPr>
            <a:spLocks noGrp="1"/>
          </p:cNvSpPr>
          <p:nvPr/>
        </p:nvSpPr>
        <p:spPr>
          <a:xfrm>
            <a:off x="299111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9" name="F2_precision_recall_distributions_4153">
            <a:extLst>
              <a:ext uri="{FF2B5EF4-FFF2-40B4-BE49-F238E27FC236}">
                <a16:creationId xmlns:a16="http://schemas.microsoft.com/office/drawing/2014/main" id="{D87C1C8D-4969-440B-8943-2A617342594E}"/>
              </a:ext>
            </a:extLst>
          </p:cNvPr>
          <p:cNvSpPr>
            <a:spLocks noGrp="1"/>
          </p:cNvSpPr>
          <p:nvPr/>
        </p:nvSpPr>
        <p:spPr>
          <a:xfrm>
            <a:off x="3087763" y="32254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0" name="F2_precision_recall_distributions_4154">
            <a:extLst>
              <a:ext uri="{FF2B5EF4-FFF2-40B4-BE49-F238E27FC236}">
                <a16:creationId xmlns:a16="http://schemas.microsoft.com/office/drawing/2014/main" id="{DD5EF30F-A36B-4888-A3DD-56B7771BFFCF}"/>
              </a:ext>
            </a:extLst>
          </p:cNvPr>
          <p:cNvSpPr>
            <a:spLocks noGrp="1"/>
          </p:cNvSpPr>
          <p:nvPr/>
        </p:nvSpPr>
        <p:spPr>
          <a:xfrm>
            <a:off x="305324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1" name="F2_precision_recall_distributions_4155">
            <a:extLst>
              <a:ext uri="{FF2B5EF4-FFF2-40B4-BE49-F238E27FC236}">
                <a16:creationId xmlns:a16="http://schemas.microsoft.com/office/drawing/2014/main" id="{18FB0CE6-9DEF-44E5-A77F-7D0CBFEC1857}"/>
              </a:ext>
            </a:extLst>
          </p:cNvPr>
          <p:cNvSpPr>
            <a:spLocks noGrp="1"/>
          </p:cNvSpPr>
          <p:nvPr/>
        </p:nvSpPr>
        <p:spPr>
          <a:xfrm>
            <a:off x="3131961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2" name="F2_precision_recall_distributions_4156">
            <a:extLst>
              <a:ext uri="{FF2B5EF4-FFF2-40B4-BE49-F238E27FC236}">
                <a16:creationId xmlns:a16="http://schemas.microsoft.com/office/drawing/2014/main" id="{D5459E28-6995-495D-9092-085C8610CD1D}"/>
              </a:ext>
            </a:extLst>
          </p:cNvPr>
          <p:cNvSpPr>
            <a:spLocks noGrp="1"/>
          </p:cNvSpPr>
          <p:nvPr/>
        </p:nvSpPr>
        <p:spPr>
          <a:xfrm>
            <a:off x="2878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3" name="F2_precision_recall_distributions_4157">
            <a:extLst>
              <a:ext uri="{FF2B5EF4-FFF2-40B4-BE49-F238E27FC236}">
                <a16:creationId xmlns:a16="http://schemas.microsoft.com/office/drawing/2014/main" id="{757453CC-E5C0-470D-96BE-88F990CDE5C9}"/>
              </a:ext>
            </a:extLst>
          </p:cNvPr>
          <p:cNvSpPr>
            <a:spLocks noGrp="1"/>
          </p:cNvSpPr>
          <p:nvPr/>
        </p:nvSpPr>
        <p:spPr>
          <a:xfrm>
            <a:off x="299399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4" name="F2_precision_recall_distributions_4158">
            <a:extLst>
              <a:ext uri="{FF2B5EF4-FFF2-40B4-BE49-F238E27FC236}">
                <a16:creationId xmlns:a16="http://schemas.microsoft.com/office/drawing/2014/main" id="{7B0EA467-241B-4FFA-927E-F22FE523B646}"/>
              </a:ext>
            </a:extLst>
          </p:cNvPr>
          <p:cNvSpPr>
            <a:spLocks noGrp="1"/>
          </p:cNvSpPr>
          <p:nvPr/>
        </p:nvSpPr>
        <p:spPr>
          <a:xfrm>
            <a:off x="283553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5" name="F2_precision_recall_distributions_4159">
            <a:extLst>
              <a:ext uri="{FF2B5EF4-FFF2-40B4-BE49-F238E27FC236}">
                <a16:creationId xmlns:a16="http://schemas.microsoft.com/office/drawing/2014/main" id="{A88F7F9D-881B-45A2-8BEF-2F3862062C3A}"/>
              </a:ext>
            </a:extLst>
          </p:cNvPr>
          <p:cNvSpPr>
            <a:spLocks noGrp="1"/>
          </p:cNvSpPr>
          <p:nvPr/>
        </p:nvSpPr>
        <p:spPr>
          <a:xfrm>
            <a:off x="310886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6" name="F2_precision_recall_distributions_4160">
            <a:extLst>
              <a:ext uri="{FF2B5EF4-FFF2-40B4-BE49-F238E27FC236}">
                <a16:creationId xmlns:a16="http://schemas.microsoft.com/office/drawing/2014/main" id="{67E48C10-8971-4BCE-BEAE-729A386F926A}"/>
              </a:ext>
            </a:extLst>
          </p:cNvPr>
          <p:cNvSpPr>
            <a:spLocks noGrp="1"/>
          </p:cNvSpPr>
          <p:nvPr/>
        </p:nvSpPr>
        <p:spPr>
          <a:xfrm>
            <a:off x="30759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7" name="F2_precision_recall_distributions_4161">
            <a:extLst>
              <a:ext uri="{FF2B5EF4-FFF2-40B4-BE49-F238E27FC236}">
                <a16:creationId xmlns:a16="http://schemas.microsoft.com/office/drawing/2014/main" id="{BBE26D33-9A3D-43E7-BAC3-97968C085DF7}"/>
              </a:ext>
            </a:extLst>
          </p:cNvPr>
          <p:cNvSpPr>
            <a:spLocks noGrp="1"/>
          </p:cNvSpPr>
          <p:nvPr/>
        </p:nvSpPr>
        <p:spPr>
          <a:xfrm>
            <a:off x="30532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8" name="F2_precision_recall_distributions_4162">
            <a:extLst>
              <a:ext uri="{FF2B5EF4-FFF2-40B4-BE49-F238E27FC236}">
                <a16:creationId xmlns:a16="http://schemas.microsoft.com/office/drawing/2014/main" id="{34476A4B-D0EE-4C78-9D64-5C615858678F}"/>
              </a:ext>
            </a:extLst>
          </p:cNvPr>
          <p:cNvSpPr>
            <a:spLocks noGrp="1"/>
          </p:cNvSpPr>
          <p:nvPr/>
        </p:nvSpPr>
        <p:spPr>
          <a:xfrm>
            <a:off x="29080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9" name="F2_precision_recall_distributions_4163">
            <a:extLst>
              <a:ext uri="{FF2B5EF4-FFF2-40B4-BE49-F238E27FC236}">
                <a16:creationId xmlns:a16="http://schemas.microsoft.com/office/drawing/2014/main" id="{7C090703-CE5C-4404-BECE-BA4A77D2CDDD}"/>
              </a:ext>
            </a:extLst>
          </p:cNvPr>
          <p:cNvSpPr>
            <a:spLocks noGrp="1"/>
          </p:cNvSpPr>
          <p:nvPr/>
        </p:nvSpPr>
        <p:spPr>
          <a:xfrm>
            <a:off x="297697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0" name="F2_precision_recall_distributions_4164">
            <a:extLst>
              <a:ext uri="{FF2B5EF4-FFF2-40B4-BE49-F238E27FC236}">
                <a16:creationId xmlns:a16="http://schemas.microsoft.com/office/drawing/2014/main" id="{EECCD812-776C-48D3-8E45-24862C4950FD}"/>
              </a:ext>
            </a:extLst>
          </p:cNvPr>
          <p:cNvSpPr>
            <a:spLocks noGrp="1"/>
          </p:cNvSpPr>
          <p:nvPr/>
        </p:nvSpPr>
        <p:spPr>
          <a:xfrm>
            <a:off x="316598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1" name="F2_precision_recall_distributions_4165">
            <a:extLst>
              <a:ext uri="{FF2B5EF4-FFF2-40B4-BE49-F238E27FC236}">
                <a16:creationId xmlns:a16="http://schemas.microsoft.com/office/drawing/2014/main" id="{43D888E4-2DE0-4942-B5E8-8BF67AABBC24}"/>
              </a:ext>
            </a:extLst>
          </p:cNvPr>
          <p:cNvSpPr>
            <a:spLocks noGrp="1"/>
          </p:cNvSpPr>
          <p:nvPr/>
        </p:nvSpPr>
        <p:spPr>
          <a:xfrm>
            <a:off x="3173899" y="31113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2" name="F2_precision_recall_distributions_4166">
            <a:extLst>
              <a:ext uri="{FF2B5EF4-FFF2-40B4-BE49-F238E27FC236}">
                <a16:creationId xmlns:a16="http://schemas.microsoft.com/office/drawing/2014/main" id="{EE8B8F4E-FF35-44A8-82D5-ADB17C0DB516}"/>
              </a:ext>
            </a:extLst>
          </p:cNvPr>
          <p:cNvSpPr>
            <a:spLocks noGrp="1"/>
          </p:cNvSpPr>
          <p:nvPr/>
        </p:nvSpPr>
        <p:spPr>
          <a:xfrm>
            <a:off x="28233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3" name="F2_precision_recall_distributions_4167">
            <a:extLst>
              <a:ext uri="{FF2B5EF4-FFF2-40B4-BE49-F238E27FC236}">
                <a16:creationId xmlns:a16="http://schemas.microsoft.com/office/drawing/2014/main" id="{DEA0F3AD-5E2E-4DDC-B6BF-0A3B09CA95BE}"/>
              </a:ext>
            </a:extLst>
          </p:cNvPr>
          <p:cNvSpPr>
            <a:spLocks noGrp="1"/>
          </p:cNvSpPr>
          <p:nvPr/>
        </p:nvSpPr>
        <p:spPr>
          <a:xfrm>
            <a:off x="312156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4" name="F2_precision_recall_distributions_4168">
            <a:extLst>
              <a:ext uri="{FF2B5EF4-FFF2-40B4-BE49-F238E27FC236}">
                <a16:creationId xmlns:a16="http://schemas.microsoft.com/office/drawing/2014/main" id="{84843648-B5ED-47EB-A99D-D5BD101CAE87}"/>
              </a:ext>
            </a:extLst>
          </p:cNvPr>
          <p:cNvSpPr>
            <a:spLocks noGrp="1"/>
          </p:cNvSpPr>
          <p:nvPr/>
        </p:nvSpPr>
        <p:spPr>
          <a:xfrm>
            <a:off x="2984861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5" name="F2_precision_recall_distributions_4169">
            <a:extLst>
              <a:ext uri="{FF2B5EF4-FFF2-40B4-BE49-F238E27FC236}">
                <a16:creationId xmlns:a16="http://schemas.microsoft.com/office/drawing/2014/main" id="{53B09F26-3D36-4878-8030-6EA49B876837}"/>
              </a:ext>
            </a:extLst>
          </p:cNvPr>
          <p:cNvSpPr>
            <a:spLocks noGrp="1"/>
          </p:cNvSpPr>
          <p:nvPr/>
        </p:nvSpPr>
        <p:spPr>
          <a:xfrm>
            <a:off x="3165774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6" name="F2_precision_recall_distributions_4170">
            <a:extLst>
              <a:ext uri="{FF2B5EF4-FFF2-40B4-BE49-F238E27FC236}">
                <a16:creationId xmlns:a16="http://schemas.microsoft.com/office/drawing/2014/main" id="{67A3AB0B-B113-43E7-B922-476524360441}"/>
              </a:ext>
            </a:extLst>
          </p:cNvPr>
          <p:cNvSpPr>
            <a:spLocks noGrp="1"/>
          </p:cNvSpPr>
          <p:nvPr/>
        </p:nvSpPr>
        <p:spPr>
          <a:xfrm>
            <a:off x="283548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7" name="F2_precision_recall_distributions_4171">
            <a:extLst>
              <a:ext uri="{FF2B5EF4-FFF2-40B4-BE49-F238E27FC236}">
                <a16:creationId xmlns:a16="http://schemas.microsoft.com/office/drawing/2014/main" id="{1109ADA0-34C5-4A79-BD5D-70CAFF682B32}"/>
              </a:ext>
            </a:extLst>
          </p:cNvPr>
          <p:cNvSpPr>
            <a:spLocks noGrp="1"/>
          </p:cNvSpPr>
          <p:nvPr/>
        </p:nvSpPr>
        <p:spPr>
          <a:xfrm>
            <a:off x="29517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8" name="F2_precision_recall_distributions_4172">
            <a:extLst>
              <a:ext uri="{FF2B5EF4-FFF2-40B4-BE49-F238E27FC236}">
                <a16:creationId xmlns:a16="http://schemas.microsoft.com/office/drawing/2014/main" id="{4823D8BE-660F-4D40-BDD8-AE1727EE8569}"/>
              </a:ext>
            </a:extLst>
          </p:cNvPr>
          <p:cNvSpPr>
            <a:spLocks noGrp="1"/>
          </p:cNvSpPr>
          <p:nvPr/>
        </p:nvSpPr>
        <p:spPr>
          <a:xfrm>
            <a:off x="297961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9" name="F2_precision_recall_distributions_4173">
            <a:extLst>
              <a:ext uri="{FF2B5EF4-FFF2-40B4-BE49-F238E27FC236}">
                <a16:creationId xmlns:a16="http://schemas.microsoft.com/office/drawing/2014/main" id="{F963AA59-7EFD-4108-BF9F-97A065C4FCB3}"/>
              </a:ext>
            </a:extLst>
          </p:cNvPr>
          <p:cNvSpPr>
            <a:spLocks noGrp="1"/>
          </p:cNvSpPr>
          <p:nvPr/>
        </p:nvSpPr>
        <p:spPr>
          <a:xfrm>
            <a:off x="306829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0" name="F2_precision_recall_distributions_4174">
            <a:extLst>
              <a:ext uri="{FF2B5EF4-FFF2-40B4-BE49-F238E27FC236}">
                <a16:creationId xmlns:a16="http://schemas.microsoft.com/office/drawing/2014/main" id="{AC12C140-87DA-40FD-A284-AEDFE08F3D5A}"/>
              </a:ext>
            </a:extLst>
          </p:cNvPr>
          <p:cNvSpPr>
            <a:spLocks noGrp="1"/>
          </p:cNvSpPr>
          <p:nvPr/>
        </p:nvSpPr>
        <p:spPr>
          <a:xfrm>
            <a:off x="3176049" y="3156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1" name="F2_precision_recall_distributions_4175">
            <a:extLst>
              <a:ext uri="{FF2B5EF4-FFF2-40B4-BE49-F238E27FC236}">
                <a16:creationId xmlns:a16="http://schemas.microsoft.com/office/drawing/2014/main" id="{A9F24044-3C68-4C01-AE6E-004192357BE8}"/>
              </a:ext>
            </a:extLst>
          </p:cNvPr>
          <p:cNvSpPr>
            <a:spLocks noGrp="1"/>
          </p:cNvSpPr>
          <p:nvPr/>
        </p:nvSpPr>
        <p:spPr>
          <a:xfrm>
            <a:off x="2832919" y="29583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2" name="F2_precision_recall_distributions_4176">
            <a:extLst>
              <a:ext uri="{FF2B5EF4-FFF2-40B4-BE49-F238E27FC236}">
                <a16:creationId xmlns:a16="http://schemas.microsoft.com/office/drawing/2014/main" id="{768630D7-FE2E-469E-8ABD-B870329DB3BE}"/>
              </a:ext>
            </a:extLst>
          </p:cNvPr>
          <p:cNvSpPr>
            <a:spLocks noGrp="1"/>
          </p:cNvSpPr>
          <p:nvPr/>
        </p:nvSpPr>
        <p:spPr>
          <a:xfrm>
            <a:off x="286154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3" name="F2_precision_recall_distributions_4177">
            <a:extLst>
              <a:ext uri="{FF2B5EF4-FFF2-40B4-BE49-F238E27FC236}">
                <a16:creationId xmlns:a16="http://schemas.microsoft.com/office/drawing/2014/main" id="{973365B4-149C-4474-8D29-7AA7E844A27C}"/>
              </a:ext>
            </a:extLst>
          </p:cNvPr>
          <p:cNvSpPr>
            <a:spLocks noGrp="1"/>
          </p:cNvSpPr>
          <p:nvPr/>
        </p:nvSpPr>
        <p:spPr>
          <a:xfrm>
            <a:off x="315434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4" name="F2_precision_recall_distributions_4178">
            <a:extLst>
              <a:ext uri="{FF2B5EF4-FFF2-40B4-BE49-F238E27FC236}">
                <a16:creationId xmlns:a16="http://schemas.microsoft.com/office/drawing/2014/main" id="{8FC6E59B-95FD-4427-AB8D-01AEF481ECDD}"/>
              </a:ext>
            </a:extLst>
          </p:cNvPr>
          <p:cNvSpPr>
            <a:spLocks noGrp="1"/>
          </p:cNvSpPr>
          <p:nvPr/>
        </p:nvSpPr>
        <p:spPr>
          <a:xfrm>
            <a:off x="28617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5" name="F2_precision_recall_distributions_4179">
            <a:extLst>
              <a:ext uri="{FF2B5EF4-FFF2-40B4-BE49-F238E27FC236}">
                <a16:creationId xmlns:a16="http://schemas.microsoft.com/office/drawing/2014/main" id="{52844523-FAE9-405D-8269-0D27481BA93B}"/>
              </a:ext>
            </a:extLst>
          </p:cNvPr>
          <p:cNvSpPr>
            <a:spLocks noGrp="1"/>
          </p:cNvSpPr>
          <p:nvPr/>
        </p:nvSpPr>
        <p:spPr>
          <a:xfrm>
            <a:off x="2879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6" name="F2_precision_recall_distributions_4180">
            <a:extLst>
              <a:ext uri="{FF2B5EF4-FFF2-40B4-BE49-F238E27FC236}">
                <a16:creationId xmlns:a16="http://schemas.microsoft.com/office/drawing/2014/main" id="{36B4C617-2E64-4E38-A796-A2CED4D4469E}"/>
              </a:ext>
            </a:extLst>
          </p:cNvPr>
          <p:cNvSpPr>
            <a:spLocks noGrp="1"/>
          </p:cNvSpPr>
          <p:nvPr/>
        </p:nvSpPr>
        <p:spPr>
          <a:xfrm>
            <a:off x="2828770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7" name="F2_precision_recall_distributions_4181">
            <a:extLst>
              <a:ext uri="{FF2B5EF4-FFF2-40B4-BE49-F238E27FC236}">
                <a16:creationId xmlns:a16="http://schemas.microsoft.com/office/drawing/2014/main" id="{0856B669-2DA3-4109-987B-C3F6BCF1F432}"/>
              </a:ext>
            </a:extLst>
          </p:cNvPr>
          <p:cNvSpPr>
            <a:spLocks noGrp="1"/>
          </p:cNvSpPr>
          <p:nvPr/>
        </p:nvSpPr>
        <p:spPr>
          <a:xfrm>
            <a:off x="30598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8" name="F2_precision_recall_distributions_4182">
            <a:extLst>
              <a:ext uri="{FF2B5EF4-FFF2-40B4-BE49-F238E27FC236}">
                <a16:creationId xmlns:a16="http://schemas.microsoft.com/office/drawing/2014/main" id="{A0AAECBD-2D7A-40CE-996D-1CEE72B4EFFC}"/>
              </a:ext>
            </a:extLst>
          </p:cNvPr>
          <p:cNvSpPr>
            <a:spLocks noGrp="1"/>
          </p:cNvSpPr>
          <p:nvPr/>
        </p:nvSpPr>
        <p:spPr>
          <a:xfrm>
            <a:off x="306437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9" name="F2_precision_recall_distributions_4183">
            <a:extLst>
              <a:ext uri="{FF2B5EF4-FFF2-40B4-BE49-F238E27FC236}">
                <a16:creationId xmlns:a16="http://schemas.microsoft.com/office/drawing/2014/main" id="{5FF133C8-7911-4E58-8462-B8109CA34551}"/>
              </a:ext>
            </a:extLst>
          </p:cNvPr>
          <p:cNvSpPr>
            <a:spLocks noGrp="1"/>
          </p:cNvSpPr>
          <p:nvPr/>
        </p:nvSpPr>
        <p:spPr>
          <a:xfrm>
            <a:off x="30451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0" name="F2_precision_recall_distributions_4184">
            <a:extLst>
              <a:ext uri="{FF2B5EF4-FFF2-40B4-BE49-F238E27FC236}">
                <a16:creationId xmlns:a16="http://schemas.microsoft.com/office/drawing/2014/main" id="{0CF64A08-5F87-45A7-8865-B53855EF166A}"/>
              </a:ext>
            </a:extLst>
          </p:cNvPr>
          <p:cNvSpPr>
            <a:spLocks noGrp="1"/>
          </p:cNvSpPr>
          <p:nvPr/>
        </p:nvSpPr>
        <p:spPr>
          <a:xfrm>
            <a:off x="294189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1" name="F2_precision_recall_distributions_4185">
            <a:extLst>
              <a:ext uri="{FF2B5EF4-FFF2-40B4-BE49-F238E27FC236}">
                <a16:creationId xmlns:a16="http://schemas.microsoft.com/office/drawing/2014/main" id="{1075A99C-C3C3-4220-A49B-61C377FB55AF}"/>
              </a:ext>
            </a:extLst>
          </p:cNvPr>
          <p:cNvSpPr>
            <a:spLocks noGrp="1"/>
          </p:cNvSpPr>
          <p:nvPr/>
        </p:nvSpPr>
        <p:spPr>
          <a:xfrm>
            <a:off x="28866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2" name="F2_precision_recall_distributions_4186">
            <a:extLst>
              <a:ext uri="{FF2B5EF4-FFF2-40B4-BE49-F238E27FC236}">
                <a16:creationId xmlns:a16="http://schemas.microsoft.com/office/drawing/2014/main" id="{EA93E5A7-15A6-446E-9648-7A523C74680A}"/>
              </a:ext>
            </a:extLst>
          </p:cNvPr>
          <p:cNvSpPr>
            <a:spLocks noGrp="1"/>
          </p:cNvSpPr>
          <p:nvPr/>
        </p:nvSpPr>
        <p:spPr>
          <a:xfrm>
            <a:off x="310050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3" name="F2_precision_recall_distributions_4187">
            <a:extLst>
              <a:ext uri="{FF2B5EF4-FFF2-40B4-BE49-F238E27FC236}">
                <a16:creationId xmlns:a16="http://schemas.microsoft.com/office/drawing/2014/main" id="{5B4C8476-693F-4415-AE3F-4B7379369803}"/>
              </a:ext>
            </a:extLst>
          </p:cNvPr>
          <p:cNvSpPr>
            <a:spLocks noGrp="1"/>
          </p:cNvSpPr>
          <p:nvPr/>
        </p:nvSpPr>
        <p:spPr>
          <a:xfrm>
            <a:off x="3148945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4" name="F2_precision_recall_distributions_4188">
            <a:extLst>
              <a:ext uri="{FF2B5EF4-FFF2-40B4-BE49-F238E27FC236}">
                <a16:creationId xmlns:a16="http://schemas.microsoft.com/office/drawing/2014/main" id="{51E0127B-EDE9-497A-B635-54846EFCCDB8}"/>
              </a:ext>
            </a:extLst>
          </p:cNvPr>
          <p:cNvSpPr>
            <a:spLocks noGrp="1"/>
          </p:cNvSpPr>
          <p:nvPr/>
        </p:nvSpPr>
        <p:spPr>
          <a:xfrm>
            <a:off x="2980944" y="3445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5" name="F2_precision_recall_distributions_4189">
            <a:extLst>
              <a:ext uri="{FF2B5EF4-FFF2-40B4-BE49-F238E27FC236}">
                <a16:creationId xmlns:a16="http://schemas.microsoft.com/office/drawing/2014/main" id="{C12A2869-E91B-4CBD-AF57-EDA578BD99FD}"/>
              </a:ext>
            </a:extLst>
          </p:cNvPr>
          <p:cNvSpPr>
            <a:spLocks noGrp="1"/>
          </p:cNvSpPr>
          <p:nvPr/>
        </p:nvSpPr>
        <p:spPr>
          <a:xfrm>
            <a:off x="30297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6" name="F2_precision_recall_distributions_4190">
            <a:extLst>
              <a:ext uri="{FF2B5EF4-FFF2-40B4-BE49-F238E27FC236}">
                <a16:creationId xmlns:a16="http://schemas.microsoft.com/office/drawing/2014/main" id="{127C246D-F3F9-4964-A1F1-5764FAE15D0C}"/>
              </a:ext>
            </a:extLst>
          </p:cNvPr>
          <p:cNvSpPr>
            <a:spLocks noGrp="1"/>
          </p:cNvSpPr>
          <p:nvPr/>
        </p:nvSpPr>
        <p:spPr>
          <a:xfrm>
            <a:off x="317034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7" name="F2_precision_recall_distributions_4191">
            <a:extLst>
              <a:ext uri="{FF2B5EF4-FFF2-40B4-BE49-F238E27FC236}">
                <a16:creationId xmlns:a16="http://schemas.microsoft.com/office/drawing/2014/main" id="{B6670E36-D54F-471C-B782-F838BB0CAF44}"/>
              </a:ext>
            </a:extLst>
          </p:cNvPr>
          <p:cNvSpPr>
            <a:spLocks noGrp="1"/>
          </p:cNvSpPr>
          <p:nvPr/>
        </p:nvSpPr>
        <p:spPr>
          <a:xfrm>
            <a:off x="3038323" y="3508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8" name="F2_precision_recall_distributions_4192">
            <a:extLst>
              <a:ext uri="{FF2B5EF4-FFF2-40B4-BE49-F238E27FC236}">
                <a16:creationId xmlns:a16="http://schemas.microsoft.com/office/drawing/2014/main" id="{1DC21E5C-7447-4BD1-A18D-7B39A1987A99}"/>
              </a:ext>
            </a:extLst>
          </p:cNvPr>
          <p:cNvSpPr>
            <a:spLocks noGrp="1"/>
          </p:cNvSpPr>
          <p:nvPr/>
        </p:nvSpPr>
        <p:spPr>
          <a:xfrm>
            <a:off x="317869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9" name="F2_precision_recall_distributions_4193">
            <a:extLst>
              <a:ext uri="{FF2B5EF4-FFF2-40B4-BE49-F238E27FC236}">
                <a16:creationId xmlns:a16="http://schemas.microsoft.com/office/drawing/2014/main" id="{34FA416D-E5AE-4589-8A33-1DC066728C49}"/>
              </a:ext>
            </a:extLst>
          </p:cNvPr>
          <p:cNvSpPr>
            <a:spLocks noGrp="1"/>
          </p:cNvSpPr>
          <p:nvPr/>
        </p:nvSpPr>
        <p:spPr>
          <a:xfrm>
            <a:off x="317309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0" name="F2_precision_recall_distributions_4194">
            <a:extLst>
              <a:ext uri="{FF2B5EF4-FFF2-40B4-BE49-F238E27FC236}">
                <a16:creationId xmlns:a16="http://schemas.microsoft.com/office/drawing/2014/main" id="{BB656E76-6929-4E55-A877-CC3AB44C34B0}"/>
              </a:ext>
            </a:extLst>
          </p:cNvPr>
          <p:cNvSpPr>
            <a:spLocks noGrp="1"/>
          </p:cNvSpPr>
          <p:nvPr/>
        </p:nvSpPr>
        <p:spPr>
          <a:xfrm>
            <a:off x="300614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1" name="F2_precision_recall_distributions_4195">
            <a:extLst>
              <a:ext uri="{FF2B5EF4-FFF2-40B4-BE49-F238E27FC236}">
                <a16:creationId xmlns:a16="http://schemas.microsoft.com/office/drawing/2014/main" id="{969DCF2D-9E50-4F58-A96B-0B64CC0A53C6}"/>
              </a:ext>
            </a:extLst>
          </p:cNvPr>
          <p:cNvSpPr>
            <a:spLocks noGrp="1"/>
          </p:cNvSpPr>
          <p:nvPr/>
        </p:nvSpPr>
        <p:spPr>
          <a:xfrm>
            <a:off x="28348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2" name="F2_precision_recall_distributions_4196">
            <a:extLst>
              <a:ext uri="{FF2B5EF4-FFF2-40B4-BE49-F238E27FC236}">
                <a16:creationId xmlns:a16="http://schemas.microsoft.com/office/drawing/2014/main" id="{03932192-03B3-44EC-9A9B-34B88BDB8C03}"/>
              </a:ext>
            </a:extLst>
          </p:cNvPr>
          <p:cNvSpPr>
            <a:spLocks noGrp="1"/>
          </p:cNvSpPr>
          <p:nvPr/>
        </p:nvSpPr>
        <p:spPr>
          <a:xfrm>
            <a:off x="3044190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3" name="F2_precision_recall_distributions_4197">
            <a:extLst>
              <a:ext uri="{FF2B5EF4-FFF2-40B4-BE49-F238E27FC236}">
                <a16:creationId xmlns:a16="http://schemas.microsoft.com/office/drawing/2014/main" id="{7332F0D6-A062-4E7B-BF24-41A58DF3CF45}"/>
              </a:ext>
            </a:extLst>
          </p:cNvPr>
          <p:cNvSpPr>
            <a:spLocks noGrp="1"/>
          </p:cNvSpPr>
          <p:nvPr/>
        </p:nvSpPr>
        <p:spPr>
          <a:xfrm>
            <a:off x="3153801" y="34073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4" name="F2_precision_recall_distributions_4198">
            <a:extLst>
              <a:ext uri="{FF2B5EF4-FFF2-40B4-BE49-F238E27FC236}">
                <a16:creationId xmlns:a16="http://schemas.microsoft.com/office/drawing/2014/main" id="{372F51AD-81C2-4678-8BC1-BFFE7A281C53}"/>
              </a:ext>
            </a:extLst>
          </p:cNvPr>
          <p:cNvSpPr>
            <a:spLocks noGrp="1"/>
          </p:cNvSpPr>
          <p:nvPr/>
        </p:nvSpPr>
        <p:spPr>
          <a:xfrm>
            <a:off x="29319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5" name="F2_precision_recall_distributions_4199">
            <a:extLst>
              <a:ext uri="{FF2B5EF4-FFF2-40B4-BE49-F238E27FC236}">
                <a16:creationId xmlns:a16="http://schemas.microsoft.com/office/drawing/2014/main" id="{39CD9386-208B-48DA-B722-53F586920FD3}"/>
              </a:ext>
            </a:extLst>
          </p:cNvPr>
          <p:cNvSpPr>
            <a:spLocks noGrp="1"/>
          </p:cNvSpPr>
          <p:nvPr/>
        </p:nvSpPr>
        <p:spPr>
          <a:xfrm>
            <a:off x="30786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6" name="F2_precision_recall_distributions_4200">
            <a:extLst>
              <a:ext uri="{FF2B5EF4-FFF2-40B4-BE49-F238E27FC236}">
                <a16:creationId xmlns:a16="http://schemas.microsoft.com/office/drawing/2014/main" id="{02C47C7C-156A-4528-A312-D9F4E298AFA6}"/>
              </a:ext>
            </a:extLst>
          </p:cNvPr>
          <p:cNvSpPr>
            <a:spLocks noGrp="1"/>
          </p:cNvSpPr>
          <p:nvPr/>
        </p:nvSpPr>
        <p:spPr>
          <a:xfrm>
            <a:off x="31736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7" name="F2_precision_recall_distributions_4201">
            <a:extLst>
              <a:ext uri="{FF2B5EF4-FFF2-40B4-BE49-F238E27FC236}">
                <a16:creationId xmlns:a16="http://schemas.microsoft.com/office/drawing/2014/main" id="{03CC2FAD-9442-4F75-8FB4-05A086B0638E}"/>
              </a:ext>
            </a:extLst>
          </p:cNvPr>
          <p:cNvSpPr>
            <a:spLocks noGrp="1"/>
          </p:cNvSpPr>
          <p:nvPr/>
        </p:nvSpPr>
        <p:spPr>
          <a:xfrm>
            <a:off x="2898606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8" name="F2_precision_recall_distributions_4202">
            <a:extLst>
              <a:ext uri="{FF2B5EF4-FFF2-40B4-BE49-F238E27FC236}">
                <a16:creationId xmlns:a16="http://schemas.microsoft.com/office/drawing/2014/main" id="{B1ED8B5D-ABF1-484A-85AE-644075E45F1F}"/>
              </a:ext>
            </a:extLst>
          </p:cNvPr>
          <p:cNvSpPr>
            <a:spLocks noGrp="1"/>
          </p:cNvSpPr>
          <p:nvPr/>
        </p:nvSpPr>
        <p:spPr>
          <a:xfrm>
            <a:off x="318478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9" name="F2_precision_recall_distributions_4203">
            <a:extLst>
              <a:ext uri="{FF2B5EF4-FFF2-40B4-BE49-F238E27FC236}">
                <a16:creationId xmlns:a16="http://schemas.microsoft.com/office/drawing/2014/main" id="{320EFA57-A0C0-4D9F-88C6-4D337C9D95F9}"/>
              </a:ext>
            </a:extLst>
          </p:cNvPr>
          <p:cNvSpPr>
            <a:spLocks noGrp="1"/>
          </p:cNvSpPr>
          <p:nvPr/>
        </p:nvSpPr>
        <p:spPr>
          <a:xfrm>
            <a:off x="286877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0" name="F2_precision_recall_distributions_4204">
            <a:extLst>
              <a:ext uri="{FF2B5EF4-FFF2-40B4-BE49-F238E27FC236}">
                <a16:creationId xmlns:a16="http://schemas.microsoft.com/office/drawing/2014/main" id="{1497FA6E-6C64-4089-BF8A-EAC2A2A7A477}"/>
              </a:ext>
            </a:extLst>
          </p:cNvPr>
          <p:cNvSpPr>
            <a:spLocks noGrp="1"/>
          </p:cNvSpPr>
          <p:nvPr/>
        </p:nvSpPr>
        <p:spPr>
          <a:xfrm>
            <a:off x="2982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1" name="F2_precision_recall_distributions_4205">
            <a:extLst>
              <a:ext uri="{FF2B5EF4-FFF2-40B4-BE49-F238E27FC236}">
                <a16:creationId xmlns:a16="http://schemas.microsoft.com/office/drawing/2014/main" id="{D353AFB3-5FD0-4F45-BAFE-EC752492E23D}"/>
              </a:ext>
            </a:extLst>
          </p:cNvPr>
          <p:cNvSpPr>
            <a:spLocks noGrp="1"/>
          </p:cNvSpPr>
          <p:nvPr/>
        </p:nvSpPr>
        <p:spPr>
          <a:xfrm>
            <a:off x="29422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2" name="F2_precision_recall_distributions_4206">
            <a:extLst>
              <a:ext uri="{FF2B5EF4-FFF2-40B4-BE49-F238E27FC236}">
                <a16:creationId xmlns:a16="http://schemas.microsoft.com/office/drawing/2014/main" id="{A127D57D-D7F3-44B8-83D8-E71A80A63F6C}"/>
              </a:ext>
            </a:extLst>
          </p:cNvPr>
          <p:cNvSpPr>
            <a:spLocks noGrp="1"/>
          </p:cNvSpPr>
          <p:nvPr/>
        </p:nvSpPr>
        <p:spPr>
          <a:xfrm>
            <a:off x="305176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3" name="F2_precision_recall_distributions_4207">
            <a:extLst>
              <a:ext uri="{FF2B5EF4-FFF2-40B4-BE49-F238E27FC236}">
                <a16:creationId xmlns:a16="http://schemas.microsoft.com/office/drawing/2014/main" id="{DAA4DE47-D9C9-48F0-8561-EF29AE6ABCA2}"/>
              </a:ext>
            </a:extLst>
          </p:cNvPr>
          <p:cNvSpPr>
            <a:spLocks noGrp="1"/>
          </p:cNvSpPr>
          <p:nvPr/>
        </p:nvSpPr>
        <p:spPr>
          <a:xfrm>
            <a:off x="28339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4" name="F2_precision_recall_distributions_4208">
            <a:extLst>
              <a:ext uri="{FF2B5EF4-FFF2-40B4-BE49-F238E27FC236}">
                <a16:creationId xmlns:a16="http://schemas.microsoft.com/office/drawing/2014/main" id="{B3CC2749-8D95-4DE8-A7E5-59FC5D4753C6}"/>
              </a:ext>
            </a:extLst>
          </p:cNvPr>
          <p:cNvSpPr>
            <a:spLocks noGrp="1"/>
          </p:cNvSpPr>
          <p:nvPr/>
        </p:nvSpPr>
        <p:spPr>
          <a:xfrm>
            <a:off x="308007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5" name="F2_precision_recall_distributions_4209">
            <a:extLst>
              <a:ext uri="{FF2B5EF4-FFF2-40B4-BE49-F238E27FC236}">
                <a16:creationId xmlns:a16="http://schemas.microsoft.com/office/drawing/2014/main" id="{B9C38776-54F5-4BEE-9983-9E21EF51F1AE}"/>
              </a:ext>
            </a:extLst>
          </p:cNvPr>
          <p:cNvSpPr>
            <a:spLocks noGrp="1"/>
          </p:cNvSpPr>
          <p:nvPr/>
        </p:nvSpPr>
        <p:spPr>
          <a:xfrm>
            <a:off x="29201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6" name="F2_precision_recall_distributions_4210">
            <a:extLst>
              <a:ext uri="{FF2B5EF4-FFF2-40B4-BE49-F238E27FC236}">
                <a16:creationId xmlns:a16="http://schemas.microsoft.com/office/drawing/2014/main" id="{5236C23C-3072-44C7-A964-FA6A1BAB0E4E}"/>
              </a:ext>
            </a:extLst>
          </p:cNvPr>
          <p:cNvSpPr>
            <a:spLocks noGrp="1"/>
          </p:cNvSpPr>
          <p:nvPr/>
        </p:nvSpPr>
        <p:spPr>
          <a:xfrm>
            <a:off x="3132394" y="354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7" name="F2_precision_recall_distributions_4211">
            <a:extLst>
              <a:ext uri="{FF2B5EF4-FFF2-40B4-BE49-F238E27FC236}">
                <a16:creationId xmlns:a16="http://schemas.microsoft.com/office/drawing/2014/main" id="{68AF751D-55B1-4D6A-A6B1-0F4A0E082816}"/>
              </a:ext>
            </a:extLst>
          </p:cNvPr>
          <p:cNvSpPr>
            <a:spLocks noGrp="1"/>
          </p:cNvSpPr>
          <p:nvPr/>
        </p:nvSpPr>
        <p:spPr>
          <a:xfrm>
            <a:off x="3125628" y="28931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8" name="F2_precision_recall_distributions_4212">
            <a:extLst>
              <a:ext uri="{FF2B5EF4-FFF2-40B4-BE49-F238E27FC236}">
                <a16:creationId xmlns:a16="http://schemas.microsoft.com/office/drawing/2014/main" id="{F91421F3-7D35-46FF-A37C-ADF483403050}"/>
              </a:ext>
            </a:extLst>
          </p:cNvPr>
          <p:cNvSpPr>
            <a:spLocks noGrp="1"/>
          </p:cNvSpPr>
          <p:nvPr/>
        </p:nvSpPr>
        <p:spPr>
          <a:xfrm>
            <a:off x="293767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9" name="F2_precision_recall_distributions_4213">
            <a:extLst>
              <a:ext uri="{FF2B5EF4-FFF2-40B4-BE49-F238E27FC236}">
                <a16:creationId xmlns:a16="http://schemas.microsoft.com/office/drawing/2014/main" id="{F8753E6B-ECE6-445C-ABF0-F3B055B4B525}"/>
              </a:ext>
            </a:extLst>
          </p:cNvPr>
          <p:cNvSpPr>
            <a:spLocks noGrp="1"/>
          </p:cNvSpPr>
          <p:nvPr/>
        </p:nvSpPr>
        <p:spPr>
          <a:xfrm>
            <a:off x="313808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0" name="F2_precision_recall_distributions_4214">
            <a:extLst>
              <a:ext uri="{FF2B5EF4-FFF2-40B4-BE49-F238E27FC236}">
                <a16:creationId xmlns:a16="http://schemas.microsoft.com/office/drawing/2014/main" id="{F8250466-C5BE-432B-9EE9-7DB05A2F769A}"/>
              </a:ext>
            </a:extLst>
          </p:cNvPr>
          <p:cNvSpPr>
            <a:spLocks noGrp="1"/>
          </p:cNvSpPr>
          <p:nvPr/>
        </p:nvSpPr>
        <p:spPr>
          <a:xfrm>
            <a:off x="31221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1" name="F2_precision_recall_distributions_4215">
            <a:extLst>
              <a:ext uri="{FF2B5EF4-FFF2-40B4-BE49-F238E27FC236}">
                <a16:creationId xmlns:a16="http://schemas.microsoft.com/office/drawing/2014/main" id="{8C44F817-85A2-4141-BC52-BED4F35ACCF5}"/>
              </a:ext>
            </a:extLst>
          </p:cNvPr>
          <p:cNvSpPr>
            <a:spLocks noGrp="1"/>
          </p:cNvSpPr>
          <p:nvPr/>
        </p:nvSpPr>
        <p:spPr>
          <a:xfrm>
            <a:off x="29748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2" name="F2_precision_recall_distributions_4216">
            <a:extLst>
              <a:ext uri="{FF2B5EF4-FFF2-40B4-BE49-F238E27FC236}">
                <a16:creationId xmlns:a16="http://schemas.microsoft.com/office/drawing/2014/main" id="{DCFC50C8-D79E-4405-9987-2D0AB2ED4BB2}"/>
              </a:ext>
            </a:extLst>
          </p:cNvPr>
          <p:cNvSpPr>
            <a:spLocks noGrp="1"/>
          </p:cNvSpPr>
          <p:nvPr/>
        </p:nvSpPr>
        <p:spPr>
          <a:xfrm>
            <a:off x="283162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3" name="F2_precision_recall_distributions_4217">
            <a:extLst>
              <a:ext uri="{FF2B5EF4-FFF2-40B4-BE49-F238E27FC236}">
                <a16:creationId xmlns:a16="http://schemas.microsoft.com/office/drawing/2014/main" id="{3DA52603-8AA3-48B0-990A-04129BE9A16C}"/>
              </a:ext>
            </a:extLst>
          </p:cNvPr>
          <p:cNvSpPr>
            <a:spLocks noGrp="1"/>
          </p:cNvSpPr>
          <p:nvPr/>
        </p:nvSpPr>
        <p:spPr>
          <a:xfrm>
            <a:off x="290034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4" name="F2_precision_recall_distributions_4218">
            <a:extLst>
              <a:ext uri="{FF2B5EF4-FFF2-40B4-BE49-F238E27FC236}">
                <a16:creationId xmlns:a16="http://schemas.microsoft.com/office/drawing/2014/main" id="{10373E14-50A3-42E0-B9C0-23C6A998CEFD}"/>
              </a:ext>
            </a:extLst>
          </p:cNvPr>
          <p:cNvSpPr>
            <a:spLocks noGrp="1"/>
          </p:cNvSpPr>
          <p:nvPr/>
        </p:nvSpPr>
        <p:spPr>
          <a:xfrm>
            <a:off x="29620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5" name="F2_precision_recall_distributions_4219">
            <a:extLst>
              <a:ext uri="{FF2B5EF4-FFF2-40B4-BE49-F238E27FC236}">
                <a16:creationId xmlns:a16="http://schemas.microsoft.com/office/drawing/2014/main" id="{5AF5C291-59DF-407A-8F21-BF27E7D60810}"/>
              </a:ext>
            </a:extLst>
          </p:cNvPr>
          <p:cNvSpPr>
            <a:spLocks noGrp="1"/>
          </p:cNvSpPr>
          <p:nvPr/>
        </p:nvSpPr>
        <p:spPr>
          <a:xfrm>
            <a:off x="29372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6" name="F2_precision_recall_distributions_4220">
            <a:extLst>
              <a:ext uri="{FF2B5EF4-FFF2-40B4-BE49-F238E27FC236}">
                <a16:creationId xmlns:a16="http://schemas.microsoft.com/office/drawing/2014/main" id="{2BB6A525-0D5E-45AF-A09C-C925928DD7DD}"/>
              </a:ext>
            </a:extLst>
          </p:cNvPr>
          <p:cNvSpPr>
            <a:spLocks noGrp="1"/>
          </p:cNvSpPr>
          <p:nvPr/>
        </p:nvSpPr>
        <p:spPr>
          <a:xfrm>
            <a:off x="30242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7" name="F2_precision_recall_distributions_4221">
            <a:extLst>
              <a:ext uri="{FF2B5EF4-FFF2-40B4-BE49-F238E27FC236}">
                <a16:creationId xmlns:a16="http://schemas.microsoft.com/office/drawing/2014/main" id="{33621301-019F-419C-B2CF-4895F40A3D61}"/>
              </a:ext>
            </a:extLst>
          </p:cNvPr>
          <p:cNvSpPr>
            <a:spLocks noGrp="1"/>
          </p:cNvSpPr>
          <p:nvPr/>
        </p:nvSpPr>
        <p:spPr>
          <a:xfrm>
            <a:off x="3068012" y="2978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8" name="F2_precision_recall_distributions_4222">
            <a:extLst>
              <a:ext uri="{FF2B5EF4-FFF2-40B4-BE49-F238E27FC236}">
                <a16:creationId xmlns:a16="http://schemas.microsoft.com/office/drawing/2014/main" id="{DEBD8F47-F7C7-4AEC-B5C2-B58B1E78E549}"/>
              </a:ext>
            </a:extLst>
          </p:cNvPr>
          <p:cNvSpPr>
            <a:spLocks noGrp="1"/>
          </p:cNvSpPr>
          <p:nvPr/>
        </p:nvSpPr>
        <p:spPr>
          <a:xfrm>
            <a:off x="31551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9" name="F2_precision_recall_distributions_4223">
            <a:extLst>
              <a:ext uri="{FF2B5EF4-FFF2-40B4-BE49-F238E27FC236}">
                <a16:creationId xmlns:a16="http://schemas.microsoft.com/office/drawing/2014/main" id="{542F1F2E-DA41-4661-B17C-95AD588D26E9}"/>
              </a:ext>
            </a:extLst>
          </p:cNvPr>
          <p:cNvSpPr>
            <a:spLocks noGrp="1"/>
          </p:cNvSpPr>
          <p:nvPr/>
        </p:nvSpPr>
        <p:spPr>
          <a:xfrm>
            <a:off x="3174467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0" name="F2_precision_recall_distributions_4224">
            <a:extLst>
              <a:ext uri="{FF2B5EF4-FFF2-40B4-BE49-F238E27FC236}">
                <a16:creationId xmlns:a16="http://schemas.microsoft.com/office/drawing/2014/main" id="{DB66E9F1-5951-46D2-8E64-126F28CFEC62}"/>
              </a:ext>
            </a:extLst>
          </p:cNvPr>
          <p:cNvSpPr>
            <a:spLocks noGrp="1"/>
          </p:cNvSpPr>
          <p:nvPr/>
        </p:nvSpPr>
        <p:spPr>
          <a:xfrm>
            <a:off x="30072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1" name="F2_precision_recall_distributions_4225">
            <a:extLst>
              <a:ext uri="{FF2B5EF4-FFF2-40B4-BE49-F238E27FC236}">
                <a16:creationId xmlns:a16="http://schemas.microsoft.com/office/drawing/2014/main" id="{F7BDA5FE-E3F4-4B89-AEE2-739A6A3B560A}"/>
              </a:ext>
            </a:extLst>
          </p:cNvPr>
          <p:cNvSpPr>
            <a:spLocks noGrp="1"/>
          </p:cNvSpPr>
          <p:nvPr/>
        </p:nvSpPr>
        <p:spPr>
          <a:xfrm>
            <a:off x="307975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2" name="F2_precision_recall_distributions_4226">
            <a:extLst>
              <a:ext uri="{FF2B5EF4-FFF2-40B4-BE49-F238E27FC236}">
                <a16:creationId xmlns:a16="http://schemas.microsoft.com/office/drawing/2014/main" id="{227F3346-E274-4736-8CAE-9B0E8A9E6487}"/>
              </a:ext>
            </a:extLst>
          </p:cNvPr>
          <p:cNvSpPr>
            <a:spLocks noGrp="1"/>
          </p:cNvSpPr>
          <p:nvPr/>
        </p:nvSpPr>
        <p:spPr>
          <a:xfrm>
            <a:off x="3061275" y="297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3" name="F2_precision_recall_distributions_4227">
            <a:extLst>
              <a:ext uri="{FF2B5EF4-FFF2-40B4-BE49-F238E27FC236}">
                <a16:creationId xmlns:a16="http://schemas.microsoft.com/office/drawing/2014/main" id="{79B1E99A-0BA7-4843-B761-A4708BE1CBB6}"/>
              </a:ext>
            </a:extLst>
          </p:cNvPr>
          <p:cNvSpPr>
            <a:spLocks noGrp="1"/>
          </p:cNvSpPr>
          <p:nvPr/>
        </p:nvSpPr>
        <p:spPr>
          <a:xfrm>
            <a:off x="289795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4" name="F2_precision_recall_distributions_4228">
            <a:extLst>
              <a:ext uri="{FF2B5EF4-FFF2-40B4-BE49-F238E27FC236}">
                <a16:creationId xmlns:a16="http://schemas.microsoft.com/office/drawing/2014/main" id="{DC5B8D2C-B418-4170-AD7B-E13B1C926820}"/>
              </a:ext>
            </a:extLst>
          </p:cNvPr>
          <p:cNvSpPr>
            <a:spLocks noGrp="1"/>
          </p:cNvSpPr>
          <p:nvPr/>
        </p:nvSpPr>
        <p:spPr>
          <a:xfrm>
            <a:off x="309473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5" name="F2_precision_recall_distributions_4229">
            <a:extLst>
              <a:ext uri="{FF2B5EF4-FFF2-40B4-BE49-F238E27FC236}">
                <a16:creationId xmlns:a16="http://schemas.microsoft.com/office/drawing/2014/main" id="{BEF5B94F-4134-4302-9F15-BED47708F197}"/>
              </a:ext>
            </a:extLst>
          </p:cNvPr>
          <p:cNvSpPr>
            <a:spLocks noGrp="1"/>
          </p:cNvSpPr>
          <p:nvPr/>
        </p:nvSpPr>
        <p:spPr>
          <a:xfrm>
            <a:off x="2961499" y="316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6" name="F2_precision_recall_distributions_4230">
            <a:extLst>
              <a:ext uri="{FF2B5EF4-FFF2-40B4-BE49-F238E27FC236}">
                <a16:creationId xmlns:a16="http://schemas.microsoft.com/office/drawing/2014/main" id="{53915F0B-5ECE-471E-B633-0AAD4B56B95F}"/>
              </a:ext>
            </a:extLst>
          </p:cNvPr>
          <p:cNvSpPr>
            <a:spLocks noGrp="1"/>
          </p:cNvSpPr>
          <p:nvPr/>
        </p:nvSpPr>
        <p:spPr>
          <a:xfrm>
            <a:off x="3006495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7" name="F2_precision_recall_distributions_4231">
            <a:extLst>
              <a:ext uri="{FF2B5EF4-FFF2-40B4-BE49-F238E27FC236}">
                <a16:creationId xmlns:a16="http://schemas.microsoft.com/office/drawing/2014/main" id="{183A65ED-8A2A-41A0-9C26-ADC83C644DFC}"/>
              </a:ext>
            </a:extLst>
          </p:cNvPr>
          <p:cNvSpPr>
            <a:spLocks noGrp="1"/>
          </p:cNvSpPr>
          <p:nvPr/>
        </p:nvSpPr>
        <p:spPr>
          <a:xfrm>
            <a:off x="290688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8" name="F2_precision_recall_distributions_4232">
            <a:extLst>
              <a:ext uri="{FF2B5EF4-FFF2-40B4-BE49-F238E27FC236}">
                <a16:creationId xmlns:a16="http://schemas.microsoft.com/office/drawing/2014/main" id="{5E5D555E-23D3-4EFE-A81A-0A2FCD89E4ED}"/>
              </a:ext>
            </a:extLst>
          </p:cNvPr>
          <p:cNvSpPr>
            <a:spLocks noGrp="1"/>
          </p:cNvSpPr>
          <p:nvPr/>
        </p:nvSpPr>
        <p:spPr>
          <a:xfrm>
            <a:off x="289810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9" name="F2_precision_recall_distributions_4233">
            <a:extLst>
              <a:ext uri="{FF2B5EF4-FFF2-40B4-BE49-F238E27FC236}">
                <a16:creationId xmlns:a16="http://schemas.microsoft.com/office/drawing/2014/main" id="{E6184E03-6BC1-4FD2-9125-16297303EB1E}"/>
              </a:ext>
            </a:extLst>
          </p:cNvPr>
          <p:cNvSpPr>
            <a:spLocks noGrp="1"/>
          </p:cNvSpPr>
          <p:nvPr/>
        </p:nvSpPr>
        <p:spPr>
          <a:xfrm>
            <a:off x="289695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0" name="F2_precision_recall_distributions_4234">
            <a:extLst>
              <a:ext uri="{FF2B5EF4-FFF2-40B4-BE49-F238E27FC236}">
                <a16:creationId xmlns:a16="http://schemas.microsoft.com/office/drawing/2014/main" id="{8943E4F9-9A4E-427D-90FE-F15F15B62E86}"/>
              </a:ext>
            </a:extLst>
          </p:cNvPr>
          <p:cNvSpPr>
            <a:spLocks noGrp="1"/>
          </p:cNvSpPr>
          <p:nvPr/>
        </p:nvSpPr>
        <p:spPr>
          <a:xfrm>
            <a:off x="3029454" y="29560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1" name="F2_precision_recall_distributions_4235">
            <a:extLst>
              <a:ext uri="{FF2B5EF4-FFF2-40B4-BE49-F238E27FC236}">
                <a16:creationId xmlns:a16="http://schemas.microsoft.com/office/drawing/2014/main" id="{E8FCD457-66EC-40DD-A3DC-6E0AD877B410}"/>
              </a:ext>
            </a:extLst>
          </p:cNvPr>
          <p:cNvSpPr>
            <a:spLocks noGrp="1"/>
          </p:cNvSpPr>
          <p:nvPr/>
        </p:nvSpPr>
        <p:spPr>
          <a:xfrm>
            <a:off x="31625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2" name="F2_precision_recall_distributions_4236">
            <a:extLst>
              <a:ext uri="{FF2B5EF4-FFF2-40B4-BE49-F238E27FC236}">
                <a16:creationId xmlns:a16="http://schemas.microsoft.com/office/drawing/2014/main" id="{907CEF52-3116-4BAA-A5DB-10650A462EE8}"/>
              </a:ext>
            </a:extLst>
          </p:cNvPr>
          <p:cNvSpPr>
            <a:spLocks noGrp="1"/>
          </p:cNvSpPr>
          <p:nvPr/>
        </p:nvSpPr>
        <p:spPr>
          <a:xfrm>
            <a:off x="304768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3" name="F2_precision_recall_distributions_4237">
            <a:extLst>
              <a:ext uri="{FF2B5EF4-FFF2-40B4-BE49-F238E27FC236}">
                <a16:creationId xmlns:a16="http://schemas.microsoft.com/office/drawing/2014/main" id="{258AD400-CDBD-43D3-908F-B7A2E8119C3D}"/>
              </a:ext>
            </a:extLst>
          </p:cNvPr>
          <p:cNvSpPr>
            <a:spLocks noGrp="1"/>
          </p:cNvSpPr>
          <p:nvPr/>
        </p:nvSpPr>
        <p:spPr>
          <a:xfrm>
            <a:off x="31025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4" name="F2_precision_recall_distributions_4238">
            <a:extLst>
              <a:ext uri="{FF2B5EF4-FFF2-40B4-BE49-F238E27FC236}">
                <a16:creationId xmlns:a16="http://schemas.microsoft.com/office/drawing/2014/main" id="{C4771877-216D-4310-8D37-39F1AE98B806}"/>
              </a:ext>
            </a:extLst>
          </p:cNvPr>
          <p:cNvSpPr>
            <a:spLocks noGrp="1"/>
          </p:cNvSpPr>
          <p:nvPr/>
        </p:nvSpPr>
        <p:spPr>
          <a:xfrm>
            <a:off x="282342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5" name="F2_precision_recall_distributions_4239">
            <a:extLst>
              <a:ext uri="{FF2B5EF4-FFF2-40B4-BE49-F238E27FC236}">
                <a16:creationId xmlns:a16="http://schemas.microsoft.com/office/drawing/2014/main" id="{7F8F8317-3533-42F5-B976-3DD74339ABF5}"/>
              </a:ext>
            </a:extLst>
          </p:cNvPr>
          <p:cNvSpPr>
            <a:spLocks noGrp="1"/>
          </p:cNvSpPr>
          <p:nvPr/>
        </p:nvSpPr>
        <p:spPr>
          <a:xfrm>
            <a:off x="288774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6" name="F2_precision_recall_distributions_4240">
            <a:extLst>
              <a:ext uri="{FF2B5EF4-FFF2-40B4-BE49-F238E27FC236}">
                <a16:creationId xmlns:a16="http://schemas.microsoft.com/office/drawing/2014/main" id="{FB618FD6-5448-4363-A3D7-B06142142969}"/>
              </a:ext>
            </a:extLst>
          </p:cNvPr>
          <p:cNvSpPr>
            <a:spLocks noGrp="1"/>
          </p:cNvSpPr>
          <p:nvPr/>
        </p:nvSpPr>
        <p:spPr>
          <a:xfrm>
            <a:off x="312551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7" name="F2_precision_recall_distributions_4241">
            <a:extLst>
              <a:ext uri="{FF2B5EF4-FFF2-40B4-BE49-F238E27FC236}">
                <a16:creationId xmlns:a16="http://schemas.microsoft.com/office/drawing/2014/main" id="{CB1D7668-B8FA-4166-86A4-49E1044BB7C0}"/>
              </a:ext>
            </a:extLst>
          </p:cNvPr>
          <p:cNvSpPr>
            <a:spLocks noGrp="1"/>
          </p:cNvSpPr>
          <p:nvPr/>
        </p:nvSpPr>
        <p:spPr>
          <a:xfrm>
            <a:off x="28515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8" name="F2_precision_recall_distributions_4242">
            <a:extLst>
              <a:ext uri="{FF2B5EF4-FFF2-40B4-BE49-F238E27FC236}">
                <a16:creationId xmlns:a16="http://schemas.microsoft.com/office/drawing/2014/main" id="{195F8220-2060-4410-AFB2-381083C9C7D0}"/>
              </a:ext>
            </a:extLst>
          </p:cNvPr>
          <p:cNvSpPr>
            <a:spLocks noGrp="1"/>
          </p:cNvSpPr>
          <p:nvPr/>
        </p:nvSpPr>
        <p:spPr>
          <a:xfrm>
            <a:off x="3163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9" name="F2_precision_recall_distributions_4243">
            <a:extLst>
              <a:ext uri="{FF2B5EF4-FFF2-40B4-BE49-F238E27FC236}">
                <a16:creationId xmlns:a16="http://schemas.microsoft.com/office/drawing/2014/main" id="{8D54359A-FC84-4ABF-AC53-D5AE3DBE9472}"/>
              </a:ext>
            </a:extLst>
          </p:cNvPr>
          <p:cNvSpPr>
            <a:spLocks noGrp="1"/>
          </p:cNvSpPr>
          <p:nvPr/>
        </p:nvSpPr>
        <p:spPr>
          <a:xfrm>
            <a:off x="3014275" y="305951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0" name="F2_precision_recall_distributions_4244">
            <a:extLst>
              <a:ext uri="{FF2B5EF4-FFF2-40B4-BE49-F238E27FC236}">
                <a16:creationId xmlns:a16="http://schemas.microsoft.com/office/drawing/2014/main" id="{E77EE8C1-A7EF-4B0A-95DB-A64C7F0807C7}"/>
              </a:ext>
            </a:extLst>
          </p:cNvPr>
          <p:cNvSpPr>
            <a:spLocks noGrp="1"/>
          </p:cNvSpPr>
          <p:nvPr/>
        </p:nvSpPr>
        <p:spPr>
          <a:xfrm>
            <a:off x="304689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1" name="F2_precision_recall_distributions_4245">
            <a:extLst>
              <a:ext uri="{FF2B5EF4-FFF2-40B4-BE49-F238E27FC236}">
                <a16:creationId xmlns:a16="http://schemas.microsoft.com/office/drawing/2014/main" id="{D91B5FB3-1DB6-4BAF-B45B-7355898D2811}"/>
              </a:ext>
            </a:extLst>
          </p:cNvPr>
          <p:cNvSpPr>
            <a:spLocks noGrp="1"/>
          </p:cNvSpPr>
          <p:nvPr/>
        </p:nvSpPr>
        <p:spPr>
          <a:xfrm>
            <a:off x="3070687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2" name="F2_precision_recall_distributions_4246">
            <a:extLst>
              <a:ext uri="{FF2B5EF4-FFF2-40B4-BE49-F238E27FC236}">
                <a16:creationId xmlns:a16="http://schemas.microsoft.com/office/drawing/2014/main" id="{9AE14F8E-7CB0-4B1E-98CB-C85E153F2B5D}"/>
              </a:ext>
            </a:extLst>
          </p:cNvPr>
          <p:cNvSpPr>
            <a:spLocks noGrp="1"/>
          </p:cNvSpPr>
          <p:nvPr/>
        </p:nvSpPr>
        <p:spPr>
          <a:xfrm>
            <a:off x="29028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3" name="F2_precision_recall_distributions_4247">
            <a:extLst>
              <a:ext uri="{FF2B5EF4-FFF2-40B4-BE49-F238E27FC236}">
                <a16:creationId xmlns:a16="http://schemas.microsoft.com/office/drawing/2014/main" id="{1BDEC32C-FD8F-4F9C-B769-22D69D7A1E48}"/>
              </a:ext>
            </a:extLst>
          </p:cNvPr>
          <p:cNvSpPr>
            <a:spLocks noGrp="1"/>
          </p:cNvSpPr>
          <p:nvPr/>
        </p:nvSpPr>
        <p:spPr>
          <a:xfrm>
            <a:off x="284183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4" name="F2_precision_recall_distributions_4248">
            <a:extLst>
              <a:ext uri="{FF2B5EF4-FFF2-40B4-BE49-F238E27FC236}">
                <a16:creationId xmlns:a16="http://schemas.microsoft.com/office/drawing/2014/main" id="{6D2A6638-B830-4FA1-977B-D310DBEE7C84}"/>
              </a:ext>
            </a:extLst>
          </p:cNvPr>
          <p:cNvSpPr>
            <a:spLocks noGrp="1"/>
          </p:cNvSpPr>
          <p:nvPr/>
        </p:nvSpPr>
        <p:spPr>
          <a:xfrm>
            <a:off x="282959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5" name="F2_precision_recall_distributions_4249">
            <a:extLst>
              <a:ext uri="{FF2B5EF4-FFF2-40B4-BE49-F238E27FC236}">
                <a16:creationId xmlns:a16="http://schemas.microsoft.com/office/drawing/2014/main" id="{C6550C5C-6493-4E61-9A4F-A2CD37F8A78E}"/>
              </a:ext>
            </a:extLst>
          </p:cNvPr>
          <p:cNvSpPr>
            <a:spLocks noGrp="1"/>
          </p:cNvSpPr>
          <p:nvPr/>
        </p:nvSpPr>
        <p:spPr>
          <a:xfrm>
            <a:off x="28373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6" name="F2_precision_recall_distributions_4250">
            <a:extLst>
              <a:ext uri="{FF2B5EF4-FFF2-40B4-BE49-F238E27FC236}">
                <a16:creationId xmlns:a16="http://schemas.microsoft.com/office/drawing/2014/main" id="{B440A444-2E44-4F41-B067-0F84B457FA61}"/>
              </a:ext>
            </a:extLst>
          </p:cNvPr>
          <p:cNvSpPr>
            <a:spLocks noGrp="1"/>
          </p:cNvSpPr>
          <p:nvPr/>
        </p:nvSpPr>
        <p:spPr>
          <a:xfrm>
            <a:off x="312156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7" name="F2_precision_recall_distributions_4251">
            <a:extLst>
              <a:ext uri="{FF2B5EF4-FFF2-40B4-BE49-F238E27FC236}">
                <a16:creationId xmlns:a16="http://schemas.microsoft.com/office/drawing/2014/main" id="{82455531-5570-4AB8-A6B3-FA4AE2DD99A1}"/>
              </a:ext>
            </a:extLst>
          </p:cNvPr>
          <p:cNvSpPr>
            <a:spLocks noGrp="1"/>
          </p:cNvSpPr>
          <p:nvPr/>
        </p:nvSpPr>
        <p:spPr>
          <a:xfrm>
            <a:off x="296448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8" name="F2_precision_recall_distributions_4252">
            <a:extLst>
              <a:ext uri="{FF2B5EF4-FFF2-40B4-BE49-F238E27FC236}">
                <a16:creationId xmlns:a16="http://schemas.microsoft.com/office/drawing/2014/main" id="{871D84EB-2099-40EA-9E69-4F9AFE2B1D44}"/>
              </a:ext>
            </a:extLst>
          </p:cNvPr>
          <p:cNvSpPr>
            <a:spLocks noGrp="1"/>
          </p:cNvSpPr>
          <p:nvPr/>
        </p:nvSpPr>
        <p:spPr>
          <a:xfrm>
            <a:off x="3006588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9" name="F2_precision_recall_distributions_4253">
            <a:extLst>
              <a:ext uri="{FF2B5EF4-FFF2-40B4-BE49-F238E27FC236}">
                <a16:creationId xmlns:a16="http://schemas.microsoft.com/office/drawing/2014/main" id="{83F5B7E1-C1DA-4F47-840C-2AB03762DF6C}"/>
              </a:ext>
            </a:extLst>
          </p:cNvPr>
          <p:cNvSpPr>
            <a:spLocks noGrp="1"/>
          </p:cNvSpPr>
          <p:nvPr/>
        </p:nvSpPr>
        <p:spPr>
          <a:xfrm>
            <a:off x="31824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0" name="F2_precision_recall_distributions_4254">
            <a:extLst>
              <a:ext uri="{FF2B5EF4-FFF2-40B4-BE49-F238E27FC236}">
                <a16:creationId xmlns:a16="http://schemas.microsoft.com/office/drawing/2014/main" id="{F7CEE6FF-E36C-4C32-8CA0-B9AF9C3DF5C2}"/>
              </a:ext>
            </a:extLst>
          </p:cNvPr>
          <p:cNvSpPr>
            <a:spLocks noGrp="1"/>
          </p:cNvSpPr>
          <p:nvPr/>
        </p:nvSpPr>
        <p:spPr>
          <a:xfrm>
            <a:off x="30154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1" name="F2_precision_recall_distributions_4255">
            <a:extLst>
              <a:ext uri="{FF2B5EF4-FFF2-40B4-BE49-F238E27FC236}">
                <a16:creationId xmlns:a16="http://schemas.microsoft.com/office/drawing/2014/main" id="{46FE0263-6532-4632-9433-952E38EC07DF}"/>
              </a:ext>
            </a:extLst>
          </p:cNvPr>
          <p:cNvSpPr>
            <a:spLocks noGrp="1"/>
          </p:cNvSpPr>
          <p:nvPr/>
        </p:nvSpPr>
        <p:spPr>
          <a:xfrm>
            <a:off x="298257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2" name="F2_precision_recall_distributions_4256">
            <a:extLst>
              <a:ext uri="{FF2B5EF4-FFF2-40B4-BE49-F238E27FC236}">
                <a16:creationId xmlns:a16="http://schemas.microsoft.com/office/drawing/2014/main" id="{61FE3F70-61F6-4E19-9C36-4C4C4F09AB5F}"/>
              </a:ext>
            </a:extLst>
          </p:cNvPr>
          <p:cNvSpPr>
            <a:spLocks noGrp="1"/>
          </p:cNvSpPr>
          <p:nvPr/>
        </p:nvSpPr>
        <p:spPr>
          <a:xfrm>
            <a:off x="2904433" y="3093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3" name="F2_precision_recall_distributions_4257">
            <a:extLst>
              <a:ext uri="{FF2B5EF4-FFF2-40B4-BE49-F238E27FC236}">
                <a16:creationId xmlns:a16="http://schemas.microsoft.com/office/drawing/2014/main" id="{BDF75DB8-B750-4EA3-AF1B-A3A1A2F205B3}"/>
              </a:ext>
            </a:extLst>
          </p:cNvPr>
          <p:cNvSpPr>
            <a:spLocks noGrp="1"/>
          </p:cNvSpPr>
          <p:nvPr/>
        </p:nvSpPr>
        <p:spPr>
          <a:xfrm>
            <a:off x="283720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4" name="F2_precision_recall_distributions_4258">
            <a:extLst>
              <a:ext uri="{FF2B5EF4-FFF2-40B4-BE49-F238E27FC236}">
                <a16:creationId xmlns:a16="http://schemas.microsoft.com/office/drawing/2014/main" id="{E047A680-BAA8-4151-BF83-47DA1D112528}"/>
              </a:ext>
            </a:extLst>
          </p:cNvPr>
          <p:cNvSpPr>
            <a:spLocks noGrp="1"/>
          </p:cNvSpPr>
          <p:nvPr/>
        </p:nvSpPr>
        <p:spPr>
          <a:xfrm>
            <a:off x="283572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5" name="F2_precision_recall_distributions_4259">
            <a:extLst>
              <a:ext uri="{FF2B5EF4-FFF2-40B4-BE49-F238E27FC236}">
                <a16:creationId xmlns:a16="http://schemas.microsoft.com/office/drawing/2014/main" id="{B6F50A96-7C88-4E24-8B17-8CBFF3F1C9F9}"/>
              </a:ext>
            </a:extLst>
          </p:cNvPr>
          <p:cNvSpPr>
            <a:spLocks noGrp="1"/>
          </p:cNvSpPr>
          <p:nvPr/>
        </p:nvSpPr>
        <p:spPr>
          <a:xfrm>
            <a:off x="29377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6" name="F2_precision_recall_distributions_4260">
            <a:extLst>
              <a:ext uri="{FF2B5EF4-FFF2-40B4-BE49-F238E27FC236}">
                <a16:creationId xmlns:a16="http://schemas.microsoft.com/office/drawing/2014/main" id="{35E5CCAE-EEBF-4145-AF02-D015331F287D}"/>
              </a:ext>
            </a:extLst>
          </p:cNvPr>
          <p:cNvSpPr>
            <a:spLocks noGrp="1"/>
          </p:cNvSpPr>
          <p:nvPr/>
        </p:nvSpPr>
        <p:spPr>
          <a:xfrm>
            <a:off x="293087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7" name="F2_precision_recall_distributions_4261">
            <a:extLst>
              <a:ext uri="{FF2B5EF4-FFF2-40B4-BE49-F238E27FC236}">
                <a16:creationId xmlns:a16="http://schemas.microsoft.com/office/drawing/2014/main" id="{F7B96EFD-5002-4196-B3FB-EB2B9F6CED4D}"/>
              </a:ext>
            </a:extLst>
          </p:cNvPr>
          <p:cNvSpPr>
            <a:spLocks noGrp="1"/>
          </p:cNvSpPr>
          <p:nvPr/>
        </p:nvSpPr>
        <p:spPr>
          <a:xfrm>
            <a:off x="28503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8" name="F2_precision_recall_distributions_4262">
            <a:extLst>
              <a:ext uri="{FF2B5EF4-FFF2-40B4-BE49-F238E27FC236}">
                <a16:creationId xmlns:a16="http://schemas.microsoft.com/office/drawing/2014/main" id="{68C5D712-CA37-4B84-A00E-6C7A2FA17466}"/>
              </a:ext>
            </a:extLst>
          </p:cNvPr>
          <p:cNvSpPr>
            <a:spLocks noGrp="1"/>
          </p:cNvSpPr>
          <p:nvPr/>
        </p:nvSpPr>
        <p:spPr>
          <a:xfrm>
            <a:off x="3079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9" name="F2_precision_recall_distributions_4263">
            <a:extLst>
              <a:ext uri="{FF2B5EF4-FFF2-40B4-BE49-F238E27FC236}">
                <a16:creationId xmlns:a16="http://schemas.microsoft.com/office/drawing/2014/main" id="{DD06679C-F5A4-4C08-B3E2-92D15F6DDBCE}"/>
              </a:ext>
            </a:extLst>
          </p:cNvPr>
          <p:cNvSpPr>
            <a:spLocks noGrp="1"/>
          </p:cNvSpPr>
          <p:nvPr/>
        </p:nvSpPr>
        <p:spPr>
          <a:xfrm>
            <a:off x="289091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0" name="F2_precision_recall_distributions_4264">
            <a:extLst>
              <a:ext uri="{FF2B5EF4-FFF2-40B4-BE49-F238E27FC236}">
                <a16:creationId xmlns:a16="http://schemas.microsoft.com/office/drawing/2014/main" id="{6D91E929-0E76-4BAD-A3DA-9D2885EAB868}"/>
              </a:ext>
            </a:extLst>
          </p:cNvPr>
          <p:cNvSpPr>
            <a:spLocks noGrp="1"/>
          </p:cNvSpPr>
          <p:nvPr/>
        </p:nvSpPr>
        <p:spPr>
          <a:xfrm>
            <a:off x="2847944" y="311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1" name="F2_precision_recall_distributions_4265">
            <a:extLst>
              <a:ext uri="{FF2B5EF4-FFF2-40B4-BE49-F238E27FC236}">
                <a16:creationId xmlns:a16="http://schemas.microsoft.com/office/drawing/2014/main" id="{CA32EAC2-7F63-4C8B-B24E-4649DA7A538A}"/>
              </a:ext>
            </a:extLst>
          </p:cNvPr>
          <p:cNvSpPr>
            <a:spLocks noGrp="1"/>
          </p:cNvSpPr>
          <p:nvPr/>
        </p:nvSpPr>
        <p:spPr>
          <a:xfrm>
            <a:off x="29001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2" name="F2_precision_recall_distributions_4266">
            <a:extLst>
              <a:ext uri="{FF2B5EF4-FFF2-40B4-BE49-F238E27FC236}">
                <a16:creationId xmlns:a16="http://schemas.microsoft.com/office/drawing/2014/main" id="{620F52C5-057E-48E0-9851-FC31E6C8E42B}"/>
              </a:ext>
            </a:extLst>
          </p:cNvPr>
          <p:cNvSpPr>
            <a:spLocks noGrp="1"/>
          </p:cNvSpPr>
          <p:nvPr/>
        </p:nvSpPr>
        <p:spPr>
          <a:xfrm>
            <a:off x="291002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3" name="F2_precision_recall_distributions_4267">
            <a:extLst>
              <a:ext uri="{FF2B5EF4-FFF2-40B4-BE49-F238E27FC236}">
                <a16:creationId xmlns:a16="http://schemas.microsoft.com/office/drawing/2014/main" id="{843B9ED6-7850-4EDE-AB13-62F1EC0C587A}"/>
              </a:ext>
            </a:extLst>
          </p:cNvPr>
          <p:cNvSpPr>
            <a:spLocks noGrp="1"/>
          </p:cNvSpPr>
          <p:nvPr/>
        </p:nvSpPr>
        <p:spPr>
          <a:xfrm>
            <a:off x="29008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4" name="F2_precision_recall_distributions_4268">
            <a:extLst>
              <a:ext uri="{FF2B5EF4-FFF2-40B4-BE49-F238E27FC236}">
                <a16:creationId xmlns:a16="http://schemas.microsoft.com/office/drawing/2014/main" id="{5141057D-3271-481B-8323-737A37E67F5E}"/>
              </a:ext>
            </a:extLst>
          </p:cNvPr>
          <p:cNvSpPr>
            <a:spLocks noGrp="1"/>
          </p:cNvSpPr>
          <p:nvPr/>
        </p:nvSpPr>
        <p:spPr>
          <a:xfrm>
            <a:off x="3117862" y="323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5" name="F2_precision_recall_distributions_4269">
            <a:extLst>
              <a:ext uri="{FF2B5EF4-FFF2-40B4-BE49-F238E27FC236}">
                <a16:creationId xmlns:a16="http://schemas.microsoft.com/office/drawing/2014/main" id="{A1754531-D60B-4D1A-BFC7-59FF38582DD6}"/>
              </a:ext>
            </a:extLst>
          </p:cNvPr>
          <p:cNvSpPr>
            <a:spLocks noGrp="1"/>
          </p:cNvSpPr>
          <p:nvPr/>
        </p:nvSpPr>
        <p:spPr>
          <a:xfrm>
            <a:off x="29840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6" name="F2_precision_recall_distributions_4270">
            <a:extLst>
              <a:ext uri="{FF2B5EF4-FFF2-40B4-BE49-F238E27FC236}">
                <a16:creationId xmlns:a16="http://schemas.microsoft.com/office/drawing/2014/main" id="{96A2CE4D-E7EC-494A-B9D8-EE18BD332743}"/>
              </a:ext>
            </a:extLst>
          </p:cNvPr>
          <p:cNvSpPr>
            <a:spLocks noGrp="1"/>
          </p:cNvSpPr>
          <p:nvPr/>
        </p:nvSpPr>
        <p:spPr>
          <a:xfrm>
            <a:off x="31816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7" name="F2_precision_recall_distributions_4271">
            <a:extLst>
              <a:ext uri="{FF2B5EF4-FFF2-40B4-BE49-F238E27FC236}">
                <a16:creationId xmlns:a16="http://schemas.microsoft.com/office/drawing/2014/main" id="{3F895A20-A946-4366-A869-DB6FC3E86AB1}"/>
              </a:ext>
            </a:extLst>
          </p:cNvPr>
          <p:cNvSpPr>
            <a:spLocks noGrp="1"/>
          </p:cNvSpPr>
          <p:nvPr/>
        </p:nvSpPr>
        <p:spPr>
          <a:xfrm>
            <a:off x="3067655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8" name="F2_precision_recall_distributions_4272">
            <a:extLst>
              <a:ext uri="{FF2B5EF4-FFF2-40B4-BE49-F238E27FC236}">
                <a16:creationId xmlns:a16="http://schemas.microsoft.com/office/drawing/2014/main" id="{CAA0F1D9-6B7F-4CDC-BCAB-82A4CD878FBE}"/>
              </a:ext>
            </a:extLst>
          </p:cNvPr>
          <p:cNvSpPr>
            <a:spLocks noGrp="1"/>
          </p:cNvSpPr>
          <p:nvPr/>
        </p:nvSpPr>
        <p:spPr>
          <a:xfrm>
            <a:off x="3084114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9" name="F2_precision_recall_distributions_4273">
            <a:extLst>
              <a:ext uri="{FF2B5EF4-FFF2-40B4-BE49-F238E27FC236}">
                <a16:creationId xmlns:a16="http://schemas.microsoft.com/office/drawing/2014/main" id="{793E0674-987C-4165-A784-2F810F48C64D}"/>
              </a:ext>
            </a:extLst>
          </p:cNvPr>
          <p:cNvSpPr>
            <a:spLocks noGrp="1"/>
          </p:cNvSpPr>
          <p:nvPr/>
        </p:nvSpPr>
        <p:spPr>
          <a:xfrm>
            <a:off x="30733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0" name="F2_precision_recall_distributions_4274">
            <a:extLst>
              <a:ext uri="{FF2B5EF4-FFF2-40B4-BE49-F238E27FC236}">
                <a16:creationId xmlns:a16="http://schemas.microsoft.com/office/drawing/2014/main" id="{347B3169-A62C-45C2-AAED-D350298148EE}"/>
              </a:ext>
            </a:extLst>
          </p:cNvPr>
          <p:cNvSpPr>
            <a:spLocks noGrp="1"/>
          </p:cNvSpPr>
          <p:nvPr/>
        </p:nvSpPr>
        <p:spPr>
          <a:xfrm>
            <a:off x="314581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1" name="F2_precision_recall_distributions_4275">
            <a:extLst>
              <a:ext uri="{FF2B5EF4-FFF2-40B4-BE49-F238E27FC236}">
                <a16:creationId xmlns:a16="http://schemas.microsoft.com/office/drawing/2014/main" id="{87F275D1-50E5-463F-94E4-617C98A0948C}"/>
              </a:ext>
            </a:extLst>
          </p:cNvPr>
          <p:cNvSpPr>
            <a:spLocks noGrp="1"/>
          </p:cNvSpPr>
          <p:nvPr/>
        </p:nvSpPr>
        <p:spPr>
          <a:xfrm>
            <a:off x="3116648" y="33143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2" name="F2_precision_recall_distributions_4276">
            <a:extLst>
              <a:ext uri="{FF2B5EF4-FFF2-40B4-BE49-F238E27FC236}">
                <a16:creationId xmlns:a16="http://schemas.microsoft.com/office/drawing/2014/main" id="{E3022E3F-7210-4E30-A8B2-8FD312A5F8AA}"/>
              </a:ext>
            </a:extLst>
          </p:cNvPr>
          <p:cNvSpPr>
            <a:spLocks noGrp="1"/>
          </p:cNvSpPr>
          <p:nvPr/>
        </p:nvSpPr>
        <p:spPr>
          <a:xfrm>
            <a:off x="309100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3" name="F2_precision_recall_distributions_4277">
            <a:extLst>
              <a:ext uri="{FF2B5EF4-FFF2-40B4-BE49-F238E27FC236}">
                <a16:creationId xmlns:a16="http://schemas.microsoft.com/office/drawing/2014/main" id="{116D5EA8-9012-413E-ADE1-A1F2C1DED7C2}"/>
              </a:ext>
            </a:extLst>
          </p:cNvPr>
          <p:cNvSpPr>
            <a:spLocks noGrp="1"/>
          </p:cNvSpPr>
          <p:nvPr/>
        </p:nvSpPr>
        <p:spPr>
          <a:xfrm>
            <a:off x="316616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4" name="F2_precision_recall_distributions_4278">
            <a:extLst>
              <a:ext uri="{FF2B5EF4-FFF2-40B4-BE49-F238E27FC236}">
                <a16:creationId xmlns:a16="http://schemas.microsoft.com/office/drawing/2014/main" id="{797C8FF4-EFEB-429D-9569-A85F7E6ED7A5}"/>
              </a:ext>
            </a:extLst>
          </p:cNvPr>
          <p:cNvSpPr>
            <a:spLocks noGrp="1"/>
          </p:cNvSpPr>
          <p:nvPr/>
        </p:nvSpPr>
        <p:spPr>
          <a:xfrm>
            <a:off x="308469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5" name="F2_precision_recall_distributions_4279">
            <a:extLst>
              <a:ext uri="{FF2B5EF4-FFF2-40B4-BE49-F238E27FC236}">
                <a16:creationId xmlns:a16="http://schemas.microsoft.com/office/drawing/2014/main" id="{714D1AA6-A752-49BF-86AF-50C1C6EC3D28}"/>
              </a:ext>
            </a:extLst>
          </p:cNvPr>
          <p:cNvSpPr>
            <a:spLocks noGrp="1"/>
          </p:cNvSpPr>
          <p:nvPr/>
        </p:nvSpPr>
        <p:spPr>
          <a:xfrm>
            <a:off x="311075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6" name="F2_precision_recall_distributions_4280">
            <a:extLst>
              <a:ext uri="{FF2B5EF4-FFF2-40B4-BE49-F238E27FC236}">
                <a16:creationId xmlns:a16="http://schemas.microsoft.com/office/drawing/2014/main" id="{7866D47B-B072-4EC4-A6C3-B61809A0AE5E}"/>
              </a:ext>
            </a:extLst>
          </p:cNvPr>
          <p:cNvSpPr>
            <a:spLocks noGrp="1"/>
          </p:cNvSpPr>
          <p:nvPr/>
        </p:nvSpPr>
        <p:spPr>
          <a:xfrm>
            <a:off x="29404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7" name="F2_precision_recall_distributions_4281">
            <a:extLst>
              <a:ext uri="{FF2B5EF4-FFF2-40B4-BE49-F238E27FC236}">
                <a16:creationId xmlns:a16="http://schemas.microsoft.com/office/drawing/2014/main" id="{53146773-F907-4980-AD5E-0DFCFC870223}"/>
              </a:ext>
            </a:extLst>
          </p:cNvPr>
          <p:cNvSpPr>
            <a:spLocks noGrp="1"/>
          </p:cNvSpPr>
          <p:nvPr/>
        </p:nvSpPr>
        <p:spPr>
          <a:xfrm>
            <a:off x="28875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8" name="F2_precision_recall_distributions_4282">
            <a:extLst>
              <a:ext uri="{FF2B5EF4-FFF2-40B4-BE49-F238E27FC236}">
                <a16:creationId xmlns:a16="http://schemas.microsoft.com/office/drawing/2014/main" id="{4B6045A9-31CB-4CFD-9081-26B81D04EC2E}"/>
              </a:ext>
            </a:extLst>
          </p:cNvPr>
          <p:cNvSpPr>
            <a:spLocks noGrp="1"/>
          </p:cNvSpPr>
          <p:nvPr/>
        </p:nvSpPr>
        <p:spPr>
          <a:xfrm>
            <a:off x="30959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9" name="F2_precision_recall_distributions_4283">
            <a:extLst>
              <a:ext uri="{FF2B5EF4-FFF2-40B4-BE49-F238E27FC236}">
                <a16:creationId xmlns:a16="http://schemas.microsoft.com/office/drawing/2014/main" id="{A15B2D4C-F8FE-4F40-9898-98E393E89166}"/>
              </a:ext>
            </a:extLst>
          </p:cNvPr>
          <p:cNvSpPr>
            <a:spLocks noGrp="1"/>
          </p:cNvSpPr>
          <p:nvPr/>
        </p:nvSpPr>
        <p:spPr>
          <a:xfrm>
            <a:off x="311018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0" name="F2_precision_recall_distributions_4284">
            <a:extLst>
              <a:ext uri="{FF2B5EF4-FFF2-40B4-BE49-F238E27FC236}">
                <a16:creationId xmlns:a16="http://schemas.microsoft.com/office/drawing/2014/main" id="{0DC96B57-3E75-4E3A-8433-9ED5083900BE}"/>
              </a:ext>
            </a:extLst>
          </p:cNvPr>
          <p:cNvSpPr>
            <a:spLocks noGrp="1"/>
          </p:cNvSpPr>
          <p:nvPr/>
        </p:nvSpPr>
        <p:spPr>
          <a:xfrm>
            <a:off x="30095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1" name="F2_precision_recall_distributions_4285">
            <a:extLst>
              <a:ext uri="{FF2B5EF4-FFF2-40B4-BE49-F238E27FC236}">
                <a16:creationId xmlns:a16="http://schemas.microsoft.com/office/drawing/2014/main" id="{B278D09E-7345-4576-95FE-EA68E8F1D5E6}"/>
              </a:ext>
            </a:extLst>
          </p:cNvPr>
          <p:cNvSpPr>
            <a:spLocks noGrp="1"/>
          </p:cNvSpPr>
          <p:nvPr/>
        </p:nvSpPr>
        <p:spPr>
          <a:xfrm>
            <a:off x="31026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2" name="F2_precision_recall_distributions_4286">
            <a:extLst>
              <a:ext uri="{FF2B5EF4-FFF2-40B4-BE49-F238E27FC236}">
                <a16:creationId xmlns:a16="http://schemas.microsoft.com/office/drawing/2014/main" id="{199A35D0-7717-4226-A250-DB999CB7F2A0}"/>
              </a:ext>
            </a:extLst>
          </p:cNvPr>
          <p:cNvSpPr>
            <a:spLocks noGrp="1"/>
          </p:cNvSpPr>
          <p:nvPr/>
        </p:nvSpPr>
        <p:spPr>
          <a:xfrm>
            <a:off x="2883175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3" name="F2_precision_recall_distributions_4287">
            <a:extLst>
              <a:ext uri="{FF2B5EF4-FFF2-40B4-BE49-F238E27FC236}">
                <a16:creationId xmlns:a16="http://schemas.microsoft.com/office/drawing/2014/main" id="{E17161D2-42AB-44A8-8BE9-907F3F892B69}"/>
              </a:ext>
            </a:extLst>
          </p:cNvPr>
          <p:cNvSpPr>
            <a:spLocks noGrp="1"/>
          </p:cNvSpPr>
          <p:nvPr/>
        </p:nvSpPr>
        <p:spPr>
          <a:xfrm>
            <a:off x="2857794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4" name="F2_precision_recall_distributions_4288">
            <a:extLst>
              <a:ext uri="{FF2B5EF4-FFF2-40B4-BE49-F238E27FC236}">
                <a16:creationId xmlns:a16="http://schemas.microsoft.com/office/drawing/2014/main" id="{451678E5-FC82-4B3F-A0FE-5DDA0C06A24D}"/>
              </a:ext>
            </a:extLst>
          </p:cNvPr>
          <p:cNvSpPr>
            <a:spLocks noGrp="1"/>
          </p:cNvSpPr>
          <p:nvPr/>
        </p:nvSpPr>
        <p:spPr>
          <a:xfrm>
            <a:off x="2849545" y="34108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5" name="F2_precision_recall_distributions_4289">
            <a:extLst>
              <a:ext uri="{FF2B5EF4-FFF2-40B4-BE49-F238E27FC236}">
                <a16:creationId xmlns:a16="http://schemas.microsoft.com/office/drawing/2014/main" id="{14E197C7-FABB-4B25-9E73-C2FA85D797F6}"/>
              </a:ext>
            </a:extLst>
          </p:cNvPr>
          <p:cNvSpPr>
            <a:spLocks noGrp="1"/>
          </p:cNvSpPr>
          <p:nvPr/>
        </p:nvSpPr>
        <p:spPr>
          <a:xfrm>
            <a:off x="30864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6" name="F2_precision_recall_distributions_4290">
            <a:extLst>
              <a:ext uri="{FF2B5EF4-FFF2-40B4-BE49-F238E27FC236}">
                <a16:creationId xmlns:a16="http://schemas.microsoft.com/office/drawing/2014/main" id="{C7483E03-FE01-4FA9-95E9-9CFD07E2EEF3}"/>
              </a:ext>
            </a:extLst>
          </p:cNvPr>
          <p:cNvSpPr>
            <a:spLocks noGrp="1"/>
          </p:cNvSpPr>
          <p:nvPr/>
        </p:nvSpPr>
        <p:spPr>
          <a:xfrm>
            <a:off x="2826506" y="30637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7" name="F2_precision_recall_distributions_4291">
            <a:extLst>
              <a:ext uri="{FF2B5EF4-FFF2-40B4-BE49-F238E27FC236}">
                <a16:creationId xmlns:a16="http://schemas.microsoft.com/office/drawing/2014/main" id="{EEDD3BBF-C5CE-4055-922D-3F732B304889}"/>
              </a:ext>
            </a:extLst>
          </p:cNvPr>
          <p:cNvSpPr>
            <a:spLocks noGrp="1"/>
          </p:cNvSpPr>
          <p:nvPr/>
        </p:nvSpPr>
        <p:spPr>
          <a:xfrm>
            <a:off x="312976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8" name="F2_precision_recall_distributions_4292">
            <a:extLst>
              <a:ext uri="{FF2B5EF4-FFF2-40B4-BE49-F238E27FC236}">
                <a16:creationId xmlns:a16="http://schemas.microsoft.com/office/drawing/2014/main" id="{C0FE8FEA-7241-49E5-8CBF-0C18AD06F88A}"/>
              </a:ext>
            </a:extLst>
          </p:cNvPr>
          <p:cNvSpPr>
            <a:spLocks noGrp="1"/>
          </p:cNvSpPr>
          <p:nvPr/>
        </p:nvSpPr>
        <p:spPr>
          <a:xfrm>
            <a:off x="31151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9" name="F2_precision_recall_distributions_4293">
            <a:extLst>
              <a:ext uri="{FF2B5EF4-FFF2-40B4-BE49-F238E27FC236}">
                <a16:creationId xmlns:a16="http://schemas.microsoft.com/office/drawing/2014/main" id="{F111500D-9D7E-4587-8C70-875984F01973}"/>
              </a:ext>
            </a:extLst>
          </p:cNvPr>
          <p:cNvSpPr>
            <a:spLocks noGrp="1"/>
          </p:cNvSpPr>
          <p:nvPr/>
        </p:nvSpPr>
        <p:spPr>
          <a:xfrm>
            <a:off x="29682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0" name="F2_precision_recall_distributions_4294">
            <a:extLst>
              <a:ext uri="{FF2B5EF4-FFF2-40B4-BE49-F238E27FC236}">
                <a16:creationId xmlns:a16="http://schemas.microsoft.com/office/drawing/2014/main" id="{AA3345A8-76AA-4CC5-BB30-8D4488BD7033}"/>
              </a:ext>
            </a:extLst>
          </p:cNvPr>
          <p:cNvSpPr>
            <a:spLocks noGrp="1"/>
          </p:cNvSpPr>
          <p:nvPr/>
        </p:nvSpPr>
        <p:spPr>
          <a:xfrm>
            <a:off x="3124265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1" name="F2_precision_recall_distributions_4295">
            <a:extLst>
              <a:ext uri="{FF2B5EF4-FFF2-40B4-BE49-F238E27FC236}">
                <a16:creationId xmlns:a16="http://schemas.microsoft.com/office/drawing/2014/main" id="{A727FFB2-D87F-45EE-9B3B-4C7DEB712711}"/>
              </a:ext>
            </a:extLst>
          </p:cNvPr>
          <p:cNvSpPr>
            <a:spLocks noGrp="1"/>
          </p:cNvSpPr>
          <p:nvPr/>
        </p:nvSpPr>
        <p:spPr>
          <a:xfrm>
            <a:off x="3047687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2" name="F2_precision_recall_distributions_4296">
            <a:extLst>
              <a:ext uri="{FF2B5EF4-FFF2-40B4-BE49-F238E27FC236}">
                <a16:creationId xmlns:a16="http://schemas.microsoft.com/office/drawing/2014/main" id="{914594A3-ACA4-477A-92A0-96209B6EFE02}"/>
              </a:ext>
            </a:extLst>
          </p:cNvPr>
          <p:cNvSpPr>
            <a:spLocks noGrp="1"/>
          </p:cNvSpPr>
          <p:nvPr/>
        </p:nvSpPr>
        <p:spPr>
          <a:xfrm>
            <a:off x="285675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3" name="F2_precision_recall_distributions_4297">
            <a:extLst>
              <a:ext uri="{FF2B5EF4-FFF2-40B4-BE49-F238E27FC236}">
                <a16:creationId xmlns:a16="http://schemas.microsoft.com/office/drawing/2014/main" id="{9118CABE-F8A1-4AAD-83B4-E86F01C02292}"/>
              </a:ext>
            </a:extLst>
          </p:cNvPr>
          <p:cNvSpPr>
            <a:spLocks noGrp="1"/>
          </p:cNvSpPr>
          <p:nvPr/>
        </p:nvSpPr>
        <p:spPr>
          <a:xfrm>
            <a:off x="31712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4" name="F2_precision_recall_distributions_4298">
            <a:extLst>
              <a:ext uri="{FF2B5EF4-FFF2-40B4-BE49-F238E27FC236}">
                <a16:creationId xmlns:a16="http://schemas.microsoft.com/office/drawing/2014/main" id="{650CCED6-CF70-42FE-A2F8-D2B0F9808BD8}"/>
              </a:ext>
            </a:extLst>
          </p:cNvPr>
          <p:cNvSpPr>
            <a:spLocks noGrp="1"/>
          </p:cNvSpPr>
          <p:nvPr/>
        </p:nvSpPr>
        <p:spPr>
          <a:xfrm>
            <a:off x="2935034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5" name="F2_precision_recall_distributions_4299">
            <a:extLst>
              <a:ext uri="{FF2B5EF4-FFF2-40B4-BE49-F238E27FC236}">
                <a16:creationId xmlns:a16="http://schemas.microsoft.com/office/drawing/2014/main" id="{EFDC16A2-CF29-48E3-98B5-7B9EDB6458E0}"/>
              </a:ext>
            </a:extLst>
          </p:cNvPr>
          <p:cNvSpPr>
            <a:spLocks noGrp="1"/>
          </p:cNvSpPr>
          <p:nvPr/>
        </p:nvSpPr>
        <p:spPr>
          <a:xfrm>
            <a:off x="284620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6" name="F2_precision_recall_distributions_4300">
            <a:extLst>
              <a:ext uri="{FF2B5EF4-FFF2-40B4-BE49-F238E27FC236}">
                <a16:creationId xmlns:a16="http://schemas.microsoft.com/office/drawing/2014/main" id="{37C68981-96CA-418C-A007-0D75CC3DE5DE}"/>
              </a:ext>
            </a:extLst>
          </p:cNvPr>
          <p:cNvSpPr>
            <a:spLocks noGrp="1"/>
          </p:cNvSpPr>
          <p:nvPr/>
        </p:nvSpPr>
        <p:spPr>
          <a:xfrm>
            <a:off x="314962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7" name="F2_precision_recall_distributions_4301">
            <a:extLst>
              <a:ext uri="{FF2B5EF4-FFF2-40B4-BE49-F238E27FC236}">
                <a16:creationId xmlns:a16="http://schemas.microsoft.com/office/drawing/2014/main" id="{448CA80D-D0B7-41AD-9F88-B54FEAD2BC88}"/>
              </a:ext>
            </a:extLst>
          </p:cNvPr>
          <p:cNvSpPr>
            <a:spLocks noGrp="1"/>
          </p:cNvSpPr>
          <p:nvPr/>
        </p:nvSpPr>
        <p:spPr>
          <a:xfrm>
            <a:off x="3842873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1488" name="F2_precision_recall_distributions_4302">
            <a:extLst>
              <a:ext uri="{FF2B5EF4-FFF2-40B4-BE49-F238E27FC236}">
                <a16:creationId xmlns:a16="http://schemas.microsoft.com/office/drawing/2014/main" id="{6E55795E-C09F-4CC1-BEE8-CD4F88BD1ED4}"/>
              </a:ext>
            </a:extLst>
          </p:cNvPr>
          <p:cNvSpPr>
            <a:spLocks noGrp="1"/>
          </p:cNvSpPr>
          <p:nvPr/>
        </p:nvSpPr>
        <p:spPr>
          <a:xfrm>
            <a:off x="40377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9" name="F2_precision_recall_distributions_4303">
            <a:extLst>
              <a:ext uri="{FF2B5EF4-FFF2-40B4-BE49-F238E27FC236}">
                <a16:creationId xmlns:a16="http://schemas.microsoft.com/office/drawing/2014/main" id="{D15B841F-08AE-4148-AAC0-5CC5EFB3FA28}"/>
              </a:ext>
            </a:extLst>
          </p:cNvPr>
          <p:cNvSpPr>
            <a:spLocks noGrp="1"/>
          </p:cNvSpPr>
          <p:nvPr/>
        </p:nvSpPr>
        <p:spPr>
          <a:xfrm>
            <a:off x="40391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0" name="F2_precision_recall_distributions_4304">
            <a:extLst>
              <a:ext uri="{FF2B5EF4-FFF2-40B4-BE49-F238E27FC236}">
                <a16:creationId xmlns:a16="http://schemas.microsoft.com/office/drawing/2014/main" id="{5AABBB22-B6F2-48B1-9F64-A5B67397DACC}"/>
              </a:ext>
            </a:extLst>
          </p:cNvPr>
          <p:cNvSpPr>
            <a:spLocks noGrp="1"/>
          </p:cNvSpPr>
          <p:nvPr/>
        </p:nvSpPr>
        <p:spPr>
          <a:xfrm>
            <a:off x="4131201" y="3705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1" name="F2_precision_recall_distributions_4305">
            <a:extLst>
              <a:ext uri="{FF2B5EF4-FFF2-40B4-BE49-F238E27FC236}">
                <a16:creationId xmlns:a16="http://schemas.microsoft.com/office/drawing/2014/main" id="{E471EFA3-6CA0-450F-A61E-404BE06B058A}"/>
              </a:ext>
            </a:extLst>
          </p:cNvPr>
          <p:cNvSpPr>
            <a:spLocks noGrp="1"/>
          </p:cNvSpPr>
          <p:nvPr/>
        </p:nvSpPr>
        <p:spPr>
          <a:xfrm>
            <a:off x="42594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2" name="F2_precision_recall_distributions_4306">
            <a:extLst>
              <a:ext uri="{FF2B5EF4-FFF2-40B4-BE49-F238E27FC236}">
                <a16:creationId xmlns:a16="http://schemas.microsoft.com/office/drawing/2014/main" id="{0CE2EE8B-350D-4F75-AB27-CBD3B82EB2D5}"/>
              </a:ext>
            </a:extLst>
          </p:cNvPr>
          <p:cNvSpPr>
            <a:spLocks noGrp="1"/>
          </p:cNvSpPr>
          <p:nvPr/>
        </p:nvSpPr>
        <p:spPr>
          <a:xfrm>
            <a:off x="4328314" y="368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3" name="F2_precision_recall_distributions_4307">
            <a:extLst>
              <a:ext uri="{FF2B5EF4-FFF2-40B4-BE49-F238E27FC236}">
                <a16:creationId xmlns:a16="http://schemas.microsoft.com/office/drawing/2014/main" id="{EAD42738-092D-4788-8708-4DD981D5DFFE}"/>
              </a:ext>
            </a:extLst>
          </p:cNvPr>
          <p:cNvSpPr>
            <a:spLocks noGrp="1"/>
          </p:cNvSpPr>
          <p:nvPr/>
        </p:nvSpPr>
        <p:spPr>
          <a:xfrm>
            <a:off x="41476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4" name="F2_precision_recall_distributions_4308">
            <a:extLst>
              <a:ext uri="{FF2B5EF4-FFF2-40B4-BE49-F238E27FC236}">
                <a16:creationId xmlns:a16="http://schemas.microsoft.com/office/drawing/2014/main" id="{9FAD4C70-A33E-4ED8-8707-F6A8649C26B3}"/>
              </a:ext>
            </a:extLst>
          </p:cNvPr>
          <p:cNvSpPr>
            <a:spLocks noGrp="1"/>
          </p:cNvSpPr>
          <p:nvPr/>
        </p:nvSpPr>
        <p:spPr>
          <a:xfrm>
            <a:off x="423197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5" name="F2_precision_recall_distributions_4309">
            <a:extLst>
              <a:ext uri="{FF2B5EF4-FFF2-40B4-BE49-F238E27FC236}">
                <a16:creationId xmlns:a16="http://schemas.microsoft.com/office/drawing/2014/main" id="{B3234ECD-7743-4F55-A6D2-2ADE6B08EDB4}"/>
              </a:ext>
            </a:extLst>
          </p:cNvPr>
          <p:cNvSpPr>
            <a:spLocks noGrp="1"/>
          </p:cNvSpPr>
          <p:nvPr/>
        </p:nvSpPr>
        <p:spPr>
          <a:xfrm>
            <a:off x="4188085" y="3699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6" name="F2_precision_recall_distributions_4310">
            <a:extLst>
              <a:ext uri="{FF2B5EF4-FFF2-40B4-BE49-F238E27FC236}">
                <a16:creationId xmlns:a16="http://schemas.microsoft.com/office/drawing/2014/main" id="{EA6D27DA-C023-436D-BC24-574E95D6E469}"/>
              </a:ext>
            </a:extLst>
          </p:cNvPr>
          <p:cNvSpPr>
            <a:spLocks noGrp="1"/>
          </p:cNvSpPr>
          <p:nvPr/>
        </p:nvSpPr>
        <p:spPr>
          <a:xfrm>
            <a:off x="41740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7" name="F2_precision_recall_distributions_4311">
            <a:extLst>
              <a:ext uri="{FF2B5EF4-FFF2-40B4-BE49-F238E27FC236}">
                <a16:creationId xmlns:a16="http://schemas.microsoft.com/office/drawing/2014/main" id="{CEC0BB4C-3542-4E04-882A-27836161BC0F}"/>
              </a:ext>
            </a:extLst>
          </p:cNvPr>
          <p:cNvSpPr>
            <a:spLocks noGrp="1"/>
          </p:cNvSpPr>
          <p:nvPr/>
        </p:nvSpPr>
        <p:spPr>
          <a:xfrm>
            <a:off x="4324757" y="37056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8" name="F2_precision_recall_distributions_4312">
            <a:extLst>
              <a:ext uri="{FF2B5EF4-FFF2-40B4-BE49-F238E27FC236}">
                <a16:creationId xmlns:a16="http://schemas.microsoft.com/office/drawing/2014/main" id="{7C605B24-89FD-48A7-849E-6E270F36DC30}"/>
              </a:ext>
            </a:extLst>
          </p:cNvPr>
          <p:cNvSpPr>
            <a:spLocks noGrp="1"/>
          </p:cNvSpPr>
          <p:nvPr/>
        </p:nvSpPr>
        <p:spPr>
          <a:xfrm>
            <a:off x="4347020" y="3254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9" name="F2_precision_recall_distributions_4313">
            <a:extLst>
              <a:ext uri="{FF2B5EF4-FFF2-40B4-BE49-F238E27FC236}">
                <a16:creationId xmlns:a16="http://schemas.microsoft.com/office/drawing/2014/main" id="{5ECAD32E-3613-40A5-BD0E-FDCC4439093D}"/>
              </a:ext>
            </a:extLst>
          </p:cNvPr>
          <p:cNvSpPr>
            <a:spLocks noGrp="1"/>
          </p:cNvSpPr>
          <p:nvPr/>
        </p:nvSpPr>
        <p:spPr>
          <a:xfrm>
            <a:off x="4122285" y="35987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0" name="F2_precision_recall_distributions_4314">
            <a:extLst>
              <a:ext uri="{FF2B5EF4-FFF2-40B4-BE49-F238E27FC236}">
                <a16:creationId xmlns:a16="http://schemas.microsoft.com/office/drawing/2014/main" id="{DEB1E4E6-9A2F-414D-A632-2F4F7991E542}"/>
              </a:ext>
            </a:extLst>
          </p:cNvPr>
          <p:cNvSpPr>
            <a:spLocks noGrp="1"/>
          </p:cNvSpPr>
          <p:nvPr/>
        </p:nvSpPr>
        <p:spPr>
          <a:xfrm>
            <a:off x="3999002" y="3704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1" name="F2_precision_recall_distributions_4315">
            <a:extLst>
              <a:ext uri="{FF2B5EF4-FFF2-40B4-BE49-F238E27FC236}">
                <a16:creationId xmlns:a16="http://schemas.microsoft.com/office/drawing/2014/main" id="{7133B1A3-7B31-43DE-BAA7-1F8523F4CA40}"/>
              </a:ext>
            </a:extLst>
          </p:cNvPr>
          <p:cNvSpPr>
            <a:spLocks noGrp="1"/>
          </p:cNvSpPr>
          <p:nvPr/>
        </p:nvSpPr>
        <p:spPr>
          <a:xfrm>
            <a:off x="43077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2" name="F2_precision_recall_distributions_4316">
            <a:extLst>
              <a:ext uri="{FF2B5EF4-FFF2-40B4-BE49-F238E27FC236}">
                <a16:creationId xmlns:a16="http://schemas.microsoft.com/office/drawing/2014/main" id="{9EC3671B-ECF4-4C8E-82A1-35B529636190}"/>
              </a:ext>
            </a:extLst>
          </p:cNvPr>
          <p:cNvSpPr>
            <a:spLocks noGrp="1"/>
          </p:cNvSpPr>
          <p:nvPr/>
        </p:nvSpPr>
        <p:spPr>
          <a:xfrm>
            <a:off x="4291071" y="3556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3" name="F2_precision_recall_distributions_4317">
            <a:extLst>
              <a:ext uri="{FF2B5EF4-FFF2-40B4-BE49-F238E27FC236}">
                <a16:creationId xmlns:a16="http://schemas.microsoft.com/office/drawing/2014/main" id="{D4C96CBA-2F92-4205-8BD5-F442AD337CAE}"/>
              </a:ext>
            </a:extLst>
          </p:cNvPr>
          <p:cNvSpPr>
            <a:spLocks noGrp="1"/>
          </p:cNvSpPr>
          <p:nvPr/>
        </p:nvSpPr>
        <p:spPr>
          <a:xfrm>
            <a:off x="4260633" y="37005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4" name="F2_precision_recall_distributions_4318">
            <a:extLst>
              <a:ext uri="{FF2B5EF4-FFF2-40B4-BE49-F238E27FC236}">
                <a16:creationId xmlns:a16="http://schemas.microsoft.com/office/drawing/2014/main" id="{C47D4341-DE16-436F-BE55-87922C03BC19}"/>
              </a:ext>
            </a:extLst>
          </p:cNvPr>
          <p:cNvSpPr>
            <a:spLocks noGrp="1"/>
          </p:cNvSpPr>
          <p:nvPr/>
        </p:nvSpPr>
        <p:spPr>
          <a:xfrm>
            <a:off x="42449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5" name="F2_precision_recall_distributions_4319">
            <a:extLst>
              <a:ext uri="{FF2B5EF4-FFF2-40B4-BE49-F238E27FC236}">
                <a16:creationId xmlns:a16="http://schemas.microsoft.com/office/drawing/2014/main" id="{1DED89E0-B57A-4224-90FB-5EE7B2CA746F}"/>
              </a:ext>
            </a:extLst>
          </p:cNvPr>
          <p:cNvSpPr>
            <a:spLocks noGrp="1"/>
          </p:cNvSpPr>
          <p:nvPr/>
        </p:nvSpPr>
        <p:spPr>
          <a:xfrm>
            <a:off x="3988439" y="3625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6" name="F2_precision_recall_distributions_4320">
            <a:extLst>
              <a:ext uri="{FF2B5EF4-FFF2-40B4-BE49-F238E27FC236}">
                <a16:creationId xmlns:a16="http://schemas.microsoft.com/office/drawing/2014/main" id="{2474C34B-F631-4A5B-B327-E9AFEAA16E1F}"/>
              </a:ext>
            </a:extLst>
          </p:cNvPr>
          <p:cNvSpPr>
            <a:spLocks noGrp="1"/>
          </p:cNvSpPr>
          <p:nvPr/>
        </p:nvSpPr>
        <p:spPr>
          <a:xfrm>
            <a:off x="4026951" y="36875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7" name="F2_precision_recall_distributions_4321">
            <a:extLst>
              <a:ext uri="{FF2B5EF4-FFF2-40B4-BE49-F238E27FC236}">
                <a16:creationId xmlns:a16="http://schemas.microsoft.com/office/drawing/2014/main" id="{7DED5028-2AFD-4B06-8491-FB3EDCEDB799}"/>
              </a:ext>
            </a:extLst>
          </p:cNvPr>
          <p:cNvSpPr>
            <a:spLocks noGrp="1"/>
          </p:cNvSpPr>
          <p:nvPr/>
        </p:nvSpPr>
        <p:spPr>
          <a:xfrm>
            <a:off x="4323143" y="36997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8" name="F2_precision_recall_distributions_4322">
            <a:extLst>
              <a:ext uri="{FF2B5EF4-FFF2-40B4-BE49-F238E27FC236}">
                <a16:creationId xmlns:a16="http://schemas.microsoft.com/office/drawing/2014/main" id="{16C87A87-5ECD-4D8C-A59E-05F83E1743B1}"/>
              </a:ext>
            </a:extLst>
          </p:cNvPr>
          <p:cNvSpPr>
            <a:spLocks noGrp="1"/>
          </p:cNvSpPr>
          <p:nvPr/>
        </p:nvSpPr>
        <p:spPr>
          <a:xfrm>
            <a:off x="4126042" y="3706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9" name="F2_precision_recall_distributions_4323">
            <a:extLst>
              <a:ext uri="{FF2B5EF4-FFF2-40B4-BE49-F238E27FC236}">
                <a16:creationId xmlns:a16="http://schemas.microsoft.com/office/drawing/2014/main" id="{52A6E78C-FC3A-4AFC-8475-BAE3C7B59FD6}"/>
              </a:ext>
            </a:extLst>
          </p:cNvPr>
          <p:cNvSpPr>
            <a:spLocks noGrp="1"/>
          </p:cNvSpPr>
          <p:nvPr/>
        </p:nvSpPr>
        <p:spPr>
          <a:xfrm>
            <a:off x="3983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0" name="F2_precision_recall_distributions_4324">
            <a:extLst>
              <a:ext uri="{FF2B5EF4-FFF2-40B4-BE49-F238E27FC236}">
                <a16:creationId xmlns:a16="http://schemas.microsoft.com/office/drawing/2014/main" id="{899B9496-85C3-41F6-93D7-486A61402C30}"/>
              </a:ext>
            </a:extLst>
          </p:cNvPr>
          <p:cNvSpPr>
            <a:spLocks noGrp="1"/>
          </p:cNvSpPr>
          <p:nvPr/>
        </p:nvSpPr>
        <p:spPr>
          <a:xfrm>
            <a:off x="4053367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1" name="F2_precision_recall_distributions_4325">
            <a:extLst>
              <a:ext uri="{FF2B5EF4-FFF2-40B4-BE49-F238E27FC236}">
                <a16:creationId xmlns:a16="http://schemas.microsoft.com/office/drawing/2014/main" id="{99E2D395-78C6-4161-826A-658259C58C43}"/>
              </a:ext>
            </a:extLst>
          </p:cNvPr>
          <p:cNvSpPr>
            <a:spLocks noGrp="1"/>
          </p:cNvSpPr>
          <p:nvPr/>
        </p:nvSpPr>
        <p:spPr>
          <a:xfrm>
            <a:off x="4144350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2" name="F2_precision_recall_distributions_4326">
            <a:extLst>
              <a:ext uri="{FF2B5EF4-FFF2-40B4-BE49-F238E27FC236}">
                <a16:creationId xmlns:a16="http://schemas.microsoft.com/office/drawing/2014/main" id="{FF19C1C0-FF92-45D7-8A1B-1CB81EAFE819}"/>
              </a:ext>
            </a:extLst>
          </p:cNvPr>
          <p:cNvSpPr>
            <a:spLocks noGrp="1"/>
          </p:cNvSpPr>
          <p:nvPr/>
        </p:nvSpPr>
        <p:spPr>
          <a:xfrm>
            <a:off x="42648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3" name="F2_precision_recall_distributions_4327">
            <a:extLst>
              <a:ext uri="{FF2B5EF4-FFF2-40B4-BE49-F238E27FC236}">
                <a16:creationId xmlns:a16="http://schemas.microsoft.com/office/drawing/2014/main" id="{C8DE8CC2-D9DA-49C2-8379-3DF43C629BB5}"/>
              </a:ext>
            </a:extLst>
          </p:cNvPr>
          <p:cNvSpPr>
            <a:spLocks noGrp="1"/>
          </p:cNvSpPr>
          <p:nvPr/>
        </p:nvSpPr>
        <p:spPr>
          <a:xfrm>
            <a:off x="40760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4" name="F2_precision_recall_distributions_4328">
            <a:extLst>
              <a:ext uri="{FF2B5EF4-FFF2-40B4-BE49-F238E27FC236}">
                <a16:creationId xmlns:a16="http://schemas.microsoft.com/office/drawing/2014/main" id="{BE7B89D0-51AF-4102-A5E6-C5CD372D0D44}"/>
              </a:ext>
            </a:extLst>
          </p:cNvPr>
          <p:cNvSpPr>
            <a:spLocks noGrp="1"/>
          </p:cNvSpPr>
          <p:nvPr/>
        </p:nvSpPr>
        <p:spPr>
          <a:xfrm>
            <a:off x="4346858" y="3704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5" name="F2_precision_recall_distributions_4329">
            <a:extLst>
              <a:ext uri="{FF2B5EF4-FFF2-40B4-BE49-F238E27FC236}">
                <a16:creationId xmlns:a16="http://schemas.microsoft.com/office/drawing/2014/main" id="{5D2B18E5-44B0-4F79-8544-A73820333282}"/>
              </a:ext>
            </a:extLst>
          </p:cNvPr>
          <p:cNvSpPr>
            <a:spLocks noGrp="1"/>
          </p:cNvSpPr>
          <p:nvPr/>
        </p:nvSpPr>
        <p:spPr>
          <a:xfrm>
            <a:off x="411064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6" name="F2_precision_recall_distributions_4330">
            <a:extLst>
              <a:ext uri="{FF2B5EF4-FFF2-40B4-BE49-F238E27FC236}">
                <a16:creationId xmlns:a16="http://schemas.microsoft.com/office/drawing/2014/main" id="{D10DF49E-F40E-46DF-8407-A8DE19A0B5AC}"/>
              </a:ext>
            </a:extLst>
          </p:cNvPr>
          <p:cNvSpPr>
            <a:spLocks noGrp="1"/>
          </p:cNvSpPr>
          <p:nvPr/>
        </p:nvSpPr>
        <p:spPr>
          <a:xfrm>
            <a:off x="4030161" y="37064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7" name="F2_precision_recall_distributions_4331">
            <a:extLst>
              <a:ext uri="{FF2B5EF4-FFF2-40B4-BE49-F238E27FC236}">
                <a16:creationId xmlns:a16="http://schemas.microsoft.com/office/drawing/2014/main" id="{FCE6479B-F667-42A9-A487-C8CE794EE221}"/>
              </a:ext>
            </a:extLst>
          </p:cNvPr>
          <p:cNvSpPr>
            <a:spLocks noGrp="1"/>
          </p:cNvSpPr>
          <p:nvPr/>
        </p:nvSpPr>
        <p:spPr>
          <a:xfrm>
            <a:off x="4138300" y="36574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8" name="F2_precision_recall_distributions_4332">
            <a:extLst>
              <a:ext uri="{FF2B5EF4-FFF2-40B4-BE49-F238E27FC236}">
                <a16:creationId xmlns:a16="http://schemas.microsoft.com/office/drawing/2014/main" id="{B8ADB9D6-6CDB-4604-A519-8E66467360C9}"/>
              </a:ext>
            </a:extLst>
          </p:cNvPr>
          <p:cNvSpPr>
            <a:spLocks noGrp="1"/>
          </p:cNvSpPr>
          <p:nvPr/>
        </p:nvSpPr>
        <p:spPr>
          <a:xfrm>
            <a:off x="40648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9" name="F2_precision_recall_distributions_4333">
            <a:extLst>
              <a:ext uri="{FF2B5EF4-FFF2-40B4-BE49-F238E27FC236}">
                <a16:creationId xmlns:a16="http://schemas.microsoft.com/office/drawing/2014/main" id="{9A72FE7D-E66E-4179-BADC-020B33BF09CB}"/>
              </a:ext>
            </a:extLst>
          </p:cNvPr>
          <p:cNvSpPr>
            <a:spLocks noGrp="1"/>
          </p:cNvSpPr>
          <p:nvPr/>
        </p:nvSpPr>
        <p:spPr>
          <a:xfrm>
            <a:off x="4280054" y="3677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0" name="F2_precision_recall_distributions_4334">
            <a:extLst>
              <a:ext uri="{FF2B5EF4-FFF2-40B4-BE49-F238E27FC236}">
                <a16:creationId xmlns:a16="http://schemas.microsoft.com/office/drawing/2014/main" id="{781846C8-8534-41B9-B321-F4B539ED136B}"/>
              </a:ext>
            </a:extLst>
          </p:cNvPr>
          <p:cNvSpPr>
            <a:spLocks noGrp="1"/>
          </p:cNvSpPr>
          <p:nvPr/>
        </p:nvSpPr>
        <p:spPr>
          <a:xfrm>
            <a:off x="41534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1" name="F2_precision_recall_distributions_4335">
            <a:extLst>
              <a:ext uri="{FF2B5EF4-FFF2-40B4-BE49-F238E27FC236}">
                <a16:creationId xmlns:a16="http://schemas.microsoft.com/office/drawing/2014/main" id="{23803106-7F19-4F94-804C-AF14FEDC7BBA}"/>
              </a:ext>
            </a:extLst>
          </p:cNvPr>
          <p:cNvSpPr>
            <a:spLocks noGrp="1"/>
          </p:cNvSpPr>
          <p:nvPr/>
        </p:nvSpPr>
        <p:spPr>
          <a:xfrm>
            <a:off x="4011592" y="37100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2" name="F2_precision_recall_distributions_4336">
            <a:extLst>
              <a:ext uri="{FF2B5EF4-FFF2-40B4-BE49-F238E27FC236}">
                <a16:creationId xmlns:a16="http://schemas.microsoft.com/office/drawing/2014/main" id="{12E17C12-0BFB-4083-86D6-C00B0D126446}"/>
              </a:ext>
            </a:extLst>
          </p:cNvPr>
          <p:cNvSpPr>
            <a:spLocks noGrp="1"/>
          </p:cNvSpPr>
          <p:nvPr/>
        </p:nvSpPr>
        <p:spPr>
          <a:xfrm>
            <a:off x="40667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3" name="F2_precision_recall_distributions_4337">
            <a:extLst>
              <a:ext uri="{FF2B5EF4-FFF2-40B4-BE49-F238E27FC236}">
                <a16:creationId xmlns:a16="http://schemas.microsoft.com/office/drawing/2014/main" id="{1D891543-0B15-4E3F-90CD-C0C2BD77B01A}"/>
              </a:ext>
            </a:extLst>
          </p:cNvPr>
          <p:cNvSpPr>
            <a:spLocks noGrp="1"/>
          </p:cNvSpPr>
          <p:nvPr/>
        </p:nvSpPr>
        <p:spPr>
          <a:xfrm>
            <a:off x="40212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4" name="F2_precision_recall_distributions_4338">
            <a:extLst>
              <a:ext uri="{FF2B5EF4-FFF2-40B4-BE49-F238E27FC236}">
                <a16:creationId xmlns:a16="http://schemas.microsoft.com/office/drawing/2014/main" id="{5919D82D-1463-4EB5-A30D-FE5D2A2991B1}"/>
              </a:ext>
            </a:extLst>
          </p:cNvPr>
          <p:cNvSpPr>
            <a:spLocks noGrp="1"/>
          </p:cNvSpPr>
          <p:nvPr/>
        </p:nvSpPr>
        <p:spPr>
          <a:xfrm>
            <a:off x="41062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5" name="F2_precision_recall_distributions_4339">
            <a:extLst>
              <a:ext uri="{FF2B5EF4-FFF2-40B4-BE49-F238E27FC236}">
                <a16:creationId xmlns:a16="http://schemas.microsoft.com/office/drawing/2014/main" id="{4AE58B10-374A-4F2B-9396-83091BE084CA}"/>
              </a:ext>
            </a:extLst>
          </p:cNvPr>
          <p:cNvSpPr>
            <a:spLocks noGrp="1"/>
          </p:cNvSpPr>
          <p:nvPr/>
        </p:nvSpPr>
        <p:spPr>
          <a:xfrm>
            <a:off x="4170373" y="37085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6" name="F2_precision_recall_distributions_4340">
            <a:extLst>
              <a:ext uri="{FF2B5EF4-FFF2-40B4-BE49-F238E27FC236}">
                <a16:creationId xmlns:a16="http://schemas.microsoft.com/office/drawing/2014/main" id="{6129AA68-CAEA-4F70-AE2F-99CFBBB734C2}"/>
              </a:ext>
            </a:extLst>
          </p:cNvPr>
          <p:cNvSpPr>
            <a:spLocks noGrp="1"/>
          </p:cNvSpPr>
          <p:nvPr/>
        </p:nvSpPr>
        <p:spPr>
          <a:xfrm>
            <a:off x="401653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7" name="F2_precision_recall_distributions_4341">
            <a:extLst>
              <a:ext uri="{FF2B5EF4-FFF2-40B4-BE49-F238E27FC236}">
                <a16:creationId xmlns:a16="http://schemas.microsoft.com/office/drawing/2014/main" id="{F7BF9EBC-C417-4D80-803D-D6954297B07D}"/>
              </a:ext>
            </a:extLst>
          </p:cNvPr>
          <p:cNvSpPr>
            <a:spLocks noGrp="1"/>
          </p:cNvSpPr>
          <p:nvPr/>
        </p:nvSpPr>
        <p:spPr>
          <a:xfrm>
            <a:off x="4209834" y="36942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8" name="F2_precision_recall_distributions_4342">
            <a:extLst>
              <a:ext uri="{FF2B5EF4-FFF2-40B4-BE49-F238E27FC236}">
                <a16:creationId xmlns:a16="http://schemas.microsoft.com/office/drawing/2014/main" id="{490D9E70-8023-4B33-8E0E-592719680B25}"/>
              </a:ext>
            </a:extLst>
          </p:cNvPr>
          <p:cNvSpPr>
            <a:spLocks noGrp="1"/>
          </p:cNvSpPr>
          <p:nvPr/>
        </p:nvSpPr>
        <p:spPr>
          <a:xfrm>
            <a:off x="431466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9" name="F2_precision_recall_distributions_4343">
            <a:extLst>
              <a:ext uri="{FF2B5EF4-FFF2-40B4-BE49-F238E27FC236}">
                <a16:creationId xmlns:a16="http://schemas.microsoft.com/office/drawing/2014/main" id="{398AF4F9-F83A-4EE2-87CA-4A18C102D50F}"/>
              </a:ext>
            </a:extLst>
          </p:cNvPr>
          <p:cNvSpPr>
            <a:spLocks noGrp="1"/>
          </p:cNvSpPr>
          <p:nvPr/>
        </p:nvSpPr>
        <p:spPr>
          <a:xfrm>
            <a:off x="4163680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0" name="F2_precision_recall_distributions_4344">
            <a:extLst>
              <a:ext uri="{FF2B5EF4-FFF2-40B4-BE49-F238E27FC236}">
                <a16:creationId xmlns:a16="http://schemas.microsoft.com/office/drawing/2014/main" id="{1E725FEA-73ED-4AC9-A2C0-F7C3D4FCB3D7}"/>
              </a:ext>
            </a:extLst>
          </p:cNvPr>
          <p:cNvSpPr>
            <a:spLocks noGrp="1"/>
          </p:cNvSpPr>
          <p:nvPr/>
        </p:nvSpPr>
        <p:spPr>
          <a:xfrm>
            <a:off x="4230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1" name="F2_precision_recall_distributions_4345">
            <a:extLst>
              <a:ext uri="{FF2B5EF4-FFF2-40B4-BE49-F238E27FC236}">
                <a16:creationId xmlns:a16="http://schemas.microsoft.com/office/drawing/2014/main" id="{892B04B2-E340-4F19-AA40-BA1717568D17}"/>
              </a:ext>
            </a:extLst>
          </p:cNvPr>
          <p:cNvSpPr>
            <a:spLocks noGrp="1"/>
          </p:cNvSpPr>
          <p:nvPr/>
        </p:nvSpPr>
        <p:spPr>
          <a:xfrm>
            <a:off x="42547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2" name="F2_precision_recall_distributions_4346">
            <a:extLst>
              <a:ext uri="{FF2B5EF4-FFF2-40B4-BE49-F238E27FC236}">
                <a16:creationId xmlns:a16="http://schemas.microsoft.com/office/drawing/2014/main" id="{0CD5A328-3360-4446-934F-7D228A98F312}"/>
              </a:ext>
            </a:extLst>
          </p:cNvPr>
          <p:cNvSpPr>
            <a:spLocks noGrp="1"/>
          </p:cNvSpPr>
          <p:nvPr/>
        </p:nvSpPr>
        <p:spPr>
          <a:xfrm>
            <a:off x="43265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3" name="F2_precision_recall_distributions_4347">
            <a:extLst>
              <a:ext uri="{FF2B5EF4-FFF2-40B4-BE49-F238E27FC236}">
                <a16:creationId xmlns:a16="http://schemas.microsoft.com/office/drawing/2014/main" id="{077AD170-5210-45F7-AA77-700057F393AE}"/>
              </a:ext>
            </a:extLst>
          </p:cNvPr>
          <p:cNvSpPr>
            <a:spLocks noGrp="1"/>
          </p:cNvSpPr>
          <p:nvPr/>
        </p:nvSpPr>
        <p:spPr>
          <a:xfrm>
            <a:off x="39874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4" name="F2_precision_recall_distributions_4348">
            <a:extLst>
              <a:ext uri="{FF2B5EF4-FFF2-40B4-BE49-F238E27FC236}">
                <a16:creationId xmlns:a16="http://schemas.microsoft.com/office/drawing/2014/main" id="{AFF2A4B4-8CC8-4699-B4DF-DA41870C6488}"/>
              </a:ext>
            </a:extLst>
          </p:cNvPr>
          <p:cNvSpPr>
            <a:spLocks noGrp="1"/>
          </p:cNvSpPr>
          <p:nvPr/>
        </p:nvSpPr>
        <p:spPr>
          <a:xfrm>
            <a:off x="3991925" y="36967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5" name="F2_precision_recall_distributions_4349">
            <a:extLst>
              <a:ext uri="{FF2B5EF4-FFF2-40B4-BE49-F238E27FC236}">
                <a16:creationId xmlns:a16="http://schemas.microsoft.com/office/drawing/2014/main" id="{CA4BD5A1-F279-4477-BF52-19DCF142F86E}"/>
              </a:ext>
            </a:extLst>
          </p:cNvPr>
          <p:cNvSpPr>
            <a:spLocks noGrp="1"/>
          </p:cNvSpPr>
          <p:nvPr/>
        </p:nvSpPr>
        <p:spPr>
          <a:xfrm>
            <a:off x="427937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6" name="F2_precision_recall_distributions_4350">
            <a:extLst>
              <a:ext uri="{FF2B5EF4-FFF2-40B4-BE49-F238E27FC236}">
                <a16:creationId xmlns:a16="http://schemas.microsoft.com/office/drawing/2014/main" id="{7CDBB8C9-6A16-4268-8257-FD5D3AF67950}"/>
              </a:ext>
            </a:extLst>
          </p:cNvPr>
          <p:cNvSpPr>
            <a:spLocks noGrp="1"/>
          </p:cNvSpPr>
          <p:nvPr/>
        </p:nvSpPr>
        <p:spPr>
          <a:xfrm>
            <a:off x="4293910" y="36976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7" name="F2_precision_recall_distributions_4351">
            <a:extLst>
              <a:ext uri="{FF2B5EF4-FFF2-40B4-BE49-F238E27FC236}">
                <a16:creationId xmlns:a16="http://schemas.microsoft.com/office/drawing/2014/main" id="{03122882-F55C-4C36-A925-3632D0380680}"/>
              </a:ext>
            </a:extLst>
          </p:cNvPr>
          <p:cNvSpPr>
            <a:spLocks noGrp="1"/>
          </p:cNvSpPr>
          <p:nvPr/>
        </p:nvSpPr>
        <p:spPr>
          <a:xfrm>
            <a:off x="39949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8" name="F2_precision_recall_distributions_4352">
            <a:extLst>
              <a:ext uri="{FF2B5EF4-FFF2-40B4-BE49-F238E27FC236}">
                <a16:creationId xmlns:a16="http://schemas.microsoft.com/office/drawing/2014/main" id="{8DBE0525-0FAE-4127-9F5D-8489680D4099}"/>
              </a:ext>
            </a:extLst>
          </p:cNvPr>
          <p:cNvSpPr>
            <a:spLocks noGrp="1"/>
          </p:cNvSpPr>
          <p:nvPr/>
        </p:nvSpPr>
        <p:spPr>
          <a:xfrm>
            <a:off x="43338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9" name="F2_precision_recall_distributions_4353">
            <a:extLst>
              <a:ext uri="{FF2B5EF4-FFF2-40B4-BE49-F238E27FC236}">
                <a16:creationId xmlns:a16="http://schemas.microsoft.com/office/drawing/2014/main" id="{0A89F752-2ACC-44A4-A8B8-50AFDF62868D}"/>
              </a:ext>
            </a:extLst>
          </p:cNvPr>
          <p:cNvSpPr>
            <a:spLocks noGrp="1"/>
          </p:cNvSpPr>
          <p:nvPr/>
        </p:nvSpPr>
        <p:spPr>
          <a:xfrm>
            <a:off x="43524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0" name="F2_precision_recall_distributions_4354">
            <a:extLst>
              <a:ext uri="{FF2B5EF4-FFF2-40B4-BE49-F238E27FC236}">
                <a16:creationId xmlns:a16="http://schemas.microsoft.com/office/drawing/2014/main" id="{3E992D10-338F-4AA9-B34E-2EB90B2A65C8}"/>
              </a:ext>
            </a:extLst>
          </p:cNvPr>
          <p:cNvSpPr>
            <a:spLocks noGrp="1"/>
          </p:cNvSpPr>
          <p:nvPr/>
        </p:nvSpPr>
        <p:spPr>
          <a:xfrm>
            <a:off x="41087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1" name="F2_precision_recall_distributions_4355">
            <a:extLst>
              <a:ext uri="{FF2B5EF4-FFF2-40B4-BE49-F238E27FC236}">
                <a16:creationId xmlns:a16="http://schemas.microsoft.com/office/drawing/2014/main" id="{39D13AF6-B918-4AAA-BFC9-886E9E694BB0}"/>
              </a:ext>
            </a:extLst>
          </p:cNvPr>
          <p:cNvSpPr>
            <a:spLocks noGrp="1"/>
          </p:cNvSpPr>
          <p:nvPr/>
        </p:nvSpPr>
        <p:spPr>
          <a:xfrm>
            <a:off x="4318511" y="310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2" name="F2_precision_recall_distributions_4356">
            <a:extLst>
              <a:ext uri="{FF2B5EF4-FFF2-40B4-BE49-F238E27FC236}">
                <a16:creationId xmlns:a16="http://schemas.microsoft.com/office/drawing/2014/main" id="{F22A994C-5875-42B2-A249-D548D1A040DC}"/>
              </a:ext>
            </a:extLst>
          </p:cNvPr>
          <p:cNvSpPr>
            <a:spLocks noGrp="1"/>
          </p:cNvSpPr>
          <p:nvPr/>
        </p:nvSpPr>
        <p:spPr>
          <a:xfrm>
            <a:off x="4058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3" name="F2_precision_recall_distributions_4357">
            <a:extLst>
              <a:ext uri="{FF2B5EF4-FFF2-40B4-BE49-F238E27FC236}">
                <a16:creationId xmlns:a16="http://schemas.microsoft.com/office/drawing/2014/main" id="{DFCFF918-7127-4E90-8FD0-A61C2E816E20}"/>
              </a:ext>
            </a:extLst>
          </p:cNvPr>
          <p:cNvSpPr>
            <a:spLocks noGrp="1"/>
          </p:cNvSpPr>
          <p:nvPr/>
        </p:nvSpPr>
        <p:spPr>
          <a:xfrm>
            <a:off x="4035801" y="3700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4" name="F2_precision_recall_distributions_4358">
            <a:extLst>
              <a:ext uri="{FF2B5EF4-FFF2-40B4-BE49-F238E27FC236}">
                <a16:creationId xmlns:a16="http://schemas.microsoft.com/office/drawing/2014/main" id="{DE7E4426-5BB5-4080-957E-79453A03F89B}"/>
              </a:ext>
            </a:extLst>
          </p:cNvPr>
          <p:cNvSpPr>
            <a:spLocks noGrp="1"/>
          </p:cNvSpPr>
          <p:nvPr/>
        </p:nvSpPr>
        <p:spPr>
          <a:xfrm>
            <a:off x="42325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5" name="F2_precision_recall_distributions_4359">
            <a:extLst>
              <a:ext uri="{FF2B5EF4-FFF2-40B4-BE49-F238E27FC236}">
                <a16:creationId xmlns:a16="http://schemas.microsoft.com/office/drawing/2014/main" id="{6D44B3D1-821D-4B70-B57F-E9F789275317}"/>
              </a:ext>
            </a:extLst>
          </p:cNvPr>
          <p:cNvSpPr>
            <a:spLocks noGrp="1"/>
          </p:cNvSpPr>
          <p:nvPr/>
        </p:nvSpPr>
        <p:spPr>
          <a:xfrm>
            <a:off x="4160139" y="36382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6" name="F2_precision_recall_distributions_4360">
            <a:extLst>
              <a:ext uri="{FF2B5EF4-FFF2-40B4-BE49-F238E27FC236}">
                <a16:creationId xmlns:a16="http://schemas.microsoft.com/office/drawing/2014/main" id="{AAA229FA-A7CD-473B-AF08-6094B08A4840}"/>
              </a:ext>
            </a:extLst>
          </p:cNvPr>
          <p:cNvSpPr>
            <a:spLocks noGrp="1"/>
          </p:cNvSpPr>
          <p:nvPr/>
        </p:nvSpPr>
        <p:spPr>
          <a:xfrm>
            <a:off x="4072609" y="36562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7" name="F2_precision_recall_distributions_4361">
            <a:extLst>
              <a:ext uri="{FF2B5EF4-FFF2-40B4-BE49-F238E27FC236}">
                <a16:creationId xmlns:a16="http://schemas.microsoft.com/office/drawing/2014/main" id="{8EDB2E6A-31AF-47B0-B2D3-C3C171240262}"/>
              </a:ext>
            </a:extLst>
          </p:cNvPr>
          <p:cNvSpPr>
            <a:spLocks noGrp="1"/>
          </p:cNvSpPr>
          <p:nvPr/>
        </p:nvSpPr>
        <p:spPr>
          <a:xfrm>
            <a:off x="4039160" y="37017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8" name="F2_precision_recall_distributions_4362">
            <a:extLst>
              <a:ext uri="{FF2B5EF4-FFF2-40B4-BE49-F238E27FC236}">
                <a16:creationId xmlns:a16="http://schemas.microsoft.com/office/drawing/2014/main" id="{9E9CAA56-37DA-4F11-BF18-FE51DF89D689}"/>
              </a:ext>
            </a:extLst>
          </p:cNvPr>
          <p:cNvSpPr>
            <a:spLocks noGrp="1"/>
          </p:cNvSpPr>
          <p:nvPr/>
        </p:nvSpPr>
        <p:spPr>
          <a:xfrm>
            <a:off x="4223046" y="36980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9" name="F2_precision_recall_distributions_4363">
            <a:extLst>
              <a:ext uri="{FF2B5EF4-FFF2-40B4-BE49-F238E27FC236}">
                <a16:creationId xmlns:a16="http://schemas.microsoft.com/office/drawing/2014/main" id="{30D41D2E-80EB-43E9-A9CB-C0150EF457C5}"/>
              </a:ext>
            </a:extLst>
          </p:cNvPr>
          <p:cNvSpPr>
            <a:spLocks noGrp="1"/>
          </p:cNvSpPr>
          <p:nvPr/>
        </p:nvSpPr>
        <p:spPr>
          <a:xfrm>
            <a:off x="39940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0" name="F2_precision_recall_distributions_4364">
            <a:extLst>
              <a:ext uri="{FF2B5EF4-FFF2-40B4-BE49-F238E27FC236}">
                <a16:creationId xmlns:a16="http://schemas.microsoft.com/office/drawing/2014/main" id="{F1FE1144-B3B3-415B-A702-817E547071BD}"/>
              </a:ext>
            </a:extLst>
          </p:cNvPr>
          <p:cNvSpPr>
            <a:spLocks noGrp="1"/>
          </p:cNvSpPr>
          <p:nvPr/>
        </p:nvSpPr>
        <p:spPr>
          <a:xfrm>
            <a:off x="40130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1" name="F2_precision_recall_distributions_4365">
            <a:extLst>
              <a:ext uri="{FF2B5EF4-FFF2-40B4-BE49-F238E27FC236}">
                <a16:creationId xmlns:a16="http://schemas.microsoft.com/office/drawing/2014/main" id="{C395CEE9-9560-4217-8D4B-D6A34B578A2B}"/>
              </a:ext>
            </a:extLst>
          </p:cNvPr>
          <p:cNvSpPr>
            <a:spLocks noGrp="1"/>
          </p:cNvSpPr>
          <p:nvPr/>
        </p:nvSpPr>
        <p:spPr>
          <a:xfrm>
            <a:off x="41649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2" name="F2_precision_recall_distributions_4366">
            <a:extLst>
              <a:ext uri="{FF2B5EF4-FFF2-40B4-BE49-F238E27FC236}">
                <a16:creationId xmlns:a16="http://schemas.microsoft.com/office/drawing/2014/main" id="{4E6C26C9-B3C3-43C5-8495-F7C4CFC39379}"/>
              </a:ext>
            </a:extLst>
          </p:cNvPr>
          <p:cNvSpPr>
            <a:spLocks noGrp="1"/>
          </p:cNvSpPr>
          <p:nvPr/>
        </p:nvSpPr>
        <p:spPr>
          <a:xfrm>
            <a:off x="4300453" y="37093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3" name="F2_precision_recall_distributions_4367">
            <a:extLst>
              <a:ext uri="{FF2B5EF4-FFF2-40B4-BE49-F238E27FC236}">
                <a16:creationId xmlns:a16="http://schemas.microsoft.com/office/drawing/2014/main" id="{31E57BFE-E459-4896-A043-31970D26EADC}"/>
              </a:ext>
            </a:extLst>
          </p:cNvPr>
          <p:cNvSpPr>
            <a:spLocks noGrp="1"/>
          </p:cNvSpPr>
          <p:nvPr/>
        </p:nvSpPr>
        <p:spPr>
          <a:xfrm>
            <a:off x="42119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4" name="F2_precision_recall_distributions_4368">
            <a:extLst>
              <a:ext uri="{FF2B5EF4-FFF2-40B4-BE49-F238E27FC236}">
                <a16:creationId xmlns:a16="http://schemas.microsoft.com/office/drawing/2014/main" id="{7C536A14-32AD-4A2B-A755-03DCD362A1DA}"/>
              </a:ext>
            </a:extLst>
          </p:cNvPr>
          <p:cNvSpPr>
            <a:spLocks noGrp="1"/>
          </p:cNvSpPr>
          <p:nvPr/>
        </p:nvSpPr>
        <p:spPr>
          <a:xfrm>
            <a:off x="40762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5" name="F2_precision_recall_distributions_4369">
            <a:extLst>
              <a:ext uri="{FF2B5EF4-FFF2-40B4-BE49-F238E27FC236}">
                <a16:creationId xmlns:a16="http://schemas.microsoft.com/office/drawing/2014/main" id="{284F1773-62C3-4BF2-A77D-75FB81BE671D}"/>
              </a:ext>
            </a:extLst>
          </p:cNvPr>
          <p:cNvSpPr>
            <a:spLocks noGrp="1"/>
          </p:cNvSpPr>
          <p:nvPr/>
        </p:nvSpPr>
        <p:spPr>
          <a:xfrm>
            <a:off x="41175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6" name="F2_precision_recall_distributions_4370">
            <a:extLst>
              <a:ext uri="{FF2B5EF4-FFF2-40B4-BE49-F238E27FC236}">
                <a16:creationId xmlns:a16="http://schemas.microsoft.com/office/drawing/2014/main" id="{2E0FCBE4-5DFC-470D-9F7E-B35BB6DFCB42}"/>
              </a:ext>
            </a:extLst>
          </p:cNvPr>
          <p:cNvSpPr>
            <a:spLocks noGrp="1"/>
          </p:cNvSpPr>
          <p:nvPr/>
        </p:nvSpPr>
        <p:spPr>
          <a:xfrm>
            <a:off x="4226076" y="369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7" name="F2_precision_recall_distributions_4371">
            <a:extLst>
              <a:ext uri="{FF2B5EF4-FFF2-40B4-BE49-F238E27FC236}">
                <a16:creationId xmlns:a16="http://schemas.microsoft.com/office/drawing/2014/main" id="{68A1CEFA-FDA4-41B9-9AA8-B071886BF357}"/>
              </a:ext>
            </a:extLst>
          </p:cNvPr>
          <p:cNvSpPr>
            <a:spLocks noGrp="1"/>
          </p:cNvSpPr>
          <p:nvPr/>
        </p:nvSpPr>
        <p:spPr>
          <a:xfrm>
            <a:off x="40959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8" name="F2_precision_recall_distributions_4372">
            <a:extLst>
              <a:ext uri="{FF2B5EF4-FFF2-40B4-BE49-F238E27FC236}">
                <a16:creationId xmlns:a16="http://schemas.microsoft.com/office/drawing/2014/main" id="{C616F5DA-E12D-45E4-B987-50C73B56D684}"/>
              </a:ext>
            </a:extLst>
          </p:cNvPr>
          <p:cNvSpPr>
            <a:spLocks noGrp="1"/>
          </p:cNvSpPr>
          <p:nvPr/>
        </p:nvSpPr>
        <p:spPr>
          <a:xfrm>
            <a:off x="4162211" y="3709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9" name="F2_precision_recall_distributions_4373">
            <a:extLst>
              <a:ext uri="{FF2B5EF4-FFF2-40B4-BE49-F238E27FC236}">
                <a16:creationId xmlns:a16="http://schemas.microsoft.com/office/drawing/2014/main" id="{613321AD-ED05-4EA3-A3DD-7B3009186572}"/>
              </a:ext>
            </a:extLst>
          </p:cNvPr>
          <p:cNvSpPr>
            <a:spLocks noGrp="1"/>
          </p:cNvSpPr>
          <p:nvPr/>
        </p:nvSpPr>
        <p:spPr>
          <a:xfrm>
            <a:off x="4144446" y="3705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0" name="F2_precision_recall_distributions_4374">
            <a:extLst>
              <a:ext uri="{FF2B5EF4-FFF2-40B4-BE49-F238E27FC236}">
                <a16:creationId xmlns:a16="http://schemas.microsoft.com/office/drawing/2014/main" id="{CD610AB3-592E-4A28-ACE8-EBF19E2C6468}"/>
              </a:ext>
            </a:extLst>
          </p:cNvPr>
          <p:cNvSpPr>
            <a:spLocks noGrp="1"/>
          </p:cNvSpPr>
          <p:nvPr/>
        </p:nvSpPr>
        <p:spPr>
          <a:xfrm>
            <a:off x="42026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1" name="F2_precision_recall_distributions_4375">
            <a:extLst>
              <a:ext uri="{FF2B5EF4-FFF2-40B4-BE49-F238E27FC236}">
                <a16:creationId xmlns:a16="http://schemas.microsoft.com/office/drawing/2014/main" id="{F27D42B6-1AE7-49F4-B055-41CF7A30D1FF}"/>
              </a:ext>
            </a:extLst>
          </p:cNvPr>
          <p:cNvSpPr>
            <a:spLocks noGrp="1"/>
          </p:cNvSpPr>
          <p:nvPr/>
        </p:nvSpPr>
        <p:spPr>
          <a:xfrm>
            <a:off x="4329614" y="37085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2" name="F2_precision_recall_distributions_4376">
            <a:extLst>
              <a:ext uri="{FF2B5EF4-FFF2-40B4-BE49-F238E27FC236}">
                <a16:creationId xmlns:a16="http://schemas.microsoft.com/office/drawing/2014/main" id="{A6E57539-41DD-425D-92A3-28F7B02E4006}"/>
              </a:ext>
            </a:extLst>
          </p:cNvPr>
          <p:cNvSpPr>
            <a:spLocks noGrp="1"/>
          </p:cNvSpPr>
          <p:nvPr/>
        </p:nvSpPr>
        <p:spPr>
          <a:xfrm>
            <a:off x="4331415" y="37065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3" name="F2_precision_recall_distributions_4377">
            <a:extLst>
              <a:ext uri="{FF2B5EF4-FFF2-40B4-BE49-F238E27FC236}">
                <a16:creationId xmlns:a16="http://schemas.microsoft.com/office/drawing/2014/main" id="{7949B445-73B4-4A5F-84ED-7DCB04E3C15B}"/>
              </a:ext>
            </a:extLst>
          </p:cNvPr>
          <p:cNvSpPr>
            <a:spLocks noGrp="1"/>
          </p:cNvSpPr>
          <p:nvPr/>
        </p:nvSpPr>
        <p:spPr>
          <a:xfrm>
            <a:off x="3997034" y="3709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4" name="F2_precision_recall_distributions_4378">
            <a:extLst>
              <a:ext uri="{FF2B5EF4-FFF2-40B4-BE49-F238E27FC236}">
                <a16:creationId xmlns:a16="http://schemas.microsoft.com/office/drawing/2014/main" id="{5C852D59-3A7A-4573-A237-4096A1E2C6DE}"/>
              </a:ext>
            </a:extLst>
          </p:cNvPr>
          <p:cNvSpPr>
            <a:spLocks noGrp="1"/>
          </p:cNvSpPr>
          <p:nvPr/>
        </p:nvSpPr>
        <p:spPr>
          <a:xfrm>
            <a:off x="417875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5" name="F2_precision_recall_distributions_4379">
            <a:extLst>
              <a:ext uri="{FF2B5EF4-FFF2-40B4-BE49-F238E27FC236}">
                <a16:creationId xmlns:a16="http://schemas.microsoft.com/office/drawing/2014/main" id="{5DB62965-1066-4CF3-916B-ED26B7F31C3A}"/>
              </a:ext>
            </a:extLst>
          </p:cNvPr>
          <p:cNvSpPr>
            <a:spLocks noGrp="1"/>
          </p:cNvSpPr>
          <p:nvPr/>
        </p:nvSpPr>
        <p:spPr>
          <a:xfrm>
            <a:off x="4059965" y="3701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6" name="F2_precision_recall_distributions_4380">
            <a:extLst>
              <a:ext uri="{FF2B5EF4-FFF2-40B4-BE49-F238E27FC236}">
                <a16:creationId xmlns:a16="http://schemas.microsoft.com/office/drawing/2014/main" id="{F396510E-4DDB-4C0C-9184-7C54463D8490}"/>
              </a:ext>
            </a:extLst>
          </p:cNvPr>
          <p:cNvSpPr>
            <a:spLocks noGrp="1"/>
          </p:cNvSpPr>
          <p:nvPr/>
        </p:nvSpPr>
        <p:spPr>
          <a:xfrm>
            <a:off x="402389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7" name="F2_precision_recall_distributions_4381">
            <a:extLst>
              <a:ext uri="{FF2B5EF4-FFF2-40B4-BE49-F238E27FC236}">
                <a16:creationId xmlns:a16="http://schemas.microsoft.com/office/drawing/2014/main" id="{479291CE-A819-4450-A3C5-894E75CEE55C}"/>
              </a:ext>
            </a:extLst>
          </p:cNvPr>
          <p:cNvSpPr>
            <a:spLocks noGrp="1"/>
          </p:cNvSpPr>
          <p:nvPr/>
        </p:nvSpPr>
        <p:spPr>
          <a:xfrm>
            <a:off x="40391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8" name="F2_precision_recall_distributions_4382">
            <a:extLst>
              <a:ext uri="{FF2B5EF4-FFF2-40B4-BE49-F238E27FC236}">
                <a16:creationId xmlns:a16="http://schemas.microsoft.com/office/drawing/2014/main" id="{CABD3012-589B-4C94-8855-101FDD9316D5}"/>
              </a:ext>
            </a:extLst>
          </p:cNvPr>
          <p:cNvSpPr>
            <a:spLocks noGrp="1"/>
          </p:cNvSpPr>
          <p:nvPr/>
        </p:nvSpPr>
        <p:spPr>
          <a:xfrm>
            <a:off x="4200242" y="36904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9" name="F2_precision_recall_distributions_4383">
            <a:extLst>
              <a:ext uri="{FF2B5EF4-FFF2-40B4-BE49-F238E27FC236}">
                <a16:creationId xmlns:a16="http://schemas.microsoft.com/office/drawing/2014/main" id="{5198E1E5-CDAC-4769-B60A-A1C7A0C15C48}"/>
              </a:ext>
            </a:extLst>
          </p:cNvPr>
          <p:cNvSpPr>
            <a:spLocks noGrp="1"/>
          </p:cNvSpPr>
          <p:nvPr/>
        </p:nvSpPr>
        <p:spPr>
          <a:xfrm>
            <a:off x="4320267" y="3705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0" name="F2_precision_recall_distributions_4384">
            <a:extLst>
              <a:ext uri="{FF2B5EF4-FFF2-40B4-BE49-F238E27FC236}">
                <a16:creationId xmlns:a16="http://schemas.microsoft.com/office/drawing/2014/main" id="{BC0D6F5C-75EA-4116-89C7-043598E82811}"/>
              </a:ext>
            </a:extLst>
          </p:cNvPr>
          <p:cNvSpPr>
            <a:spLocks noGrp="1"/>
          </p:cNvSpPr>
          <p:nvPr/>
        </p:nvSpPr>
        <p:spPr>
          <a:xfrm>
            <a:off x="4060023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1" name="F2_precision_recall_distributions_4385">
            <a:extLst>
              <a:ext uri="{FF2B5EF4-FFF2-40B4-BE49-F238E27FC236}">
                <a16:creationId xmlns:a16="http://schemas.microsoft.com/office/drawing/2014/main" id="{6DF9F1D3-8EAF-476C-80DB-B156DACD8A42}"/>
              </a:ext>
            </a:extLst>
          </p:cNvPr>
          <p:cNvSpPr>
            <a:spLocks noGrp="1"/>
          </p:cNvSpPr>
          <p:nvPr/>
        </p:nvSpPr>
        <p:spPr>
          <a:xfrm>
            <a:off x="4024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2" name="F2_precision_recall_distributions_4386">
            <a:extLst>
              <a:ext uri="{FF2B5EF4-FFF2-40B4-BE49-F238E27FC236}">
                <a16:creationId xmlns:a16="http://schemas.microsoft.com/office/drawing/2014/main" id="{DECA4E94-80D2-4BA8-BE9E-CB8399CF9E07}"/>
              </a:ext>
            </a:extLst>
          </p:cNvPr>
          <p:cNvSpPr>
            <a:spLocks noGrp="1"/>
          </p:cNvSpPr>
          <p:nvPr/>
        </p:nvSpPr>
        <p:spPr>
          <a:xfrm>
            <a:off x="4028306" y="3691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3" name="F2_precision_recall_distributions_4387">
            <a:extLst>
              <a:ext uri="{FF2B5EF4-FFF2-40B4-BE49-F238E27FC236}">
                <a16:creationId xmlns:a16="http://schemas.microsoft.com/office/drawing/2014/main" id="{3660EBF1-787F-41F0-B6C4-ADD7DE7F3031}"/>
              </a:ext>
            </a:extLst>
          </p:cNvPr>
          <p:cNvSpPr>
            <a:spLocks noGrp="1"/>
          </p:cNvSpPr>
          <p:nvPr/>
        </p:nvSpPr>
        <p:spPr>
          <a:xfrm>
            <a:off x="4203812" y="3703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4" name="F2_precision_recall_distributions_4388">
            <a:extLst>
              <a:ext uri="{FF2B5EF4-FFF2-40B4-BE49-F238E27FC236}">
                <a16:creationId xmlns:a16="http://schemas.microsoft.com/office/drawing/2014/main" id="{2AB3F06C-026D-4CA1-8371-6E5ECCE23FAC}"/>
              </a:ext>
            </a:extLst>
          </p:cNvPr>
          <p:cNvSpPr>
            <a:spLocks noGrp="1"/>
          </p:cNvSpPr>
          <p:nvPr/>
        </p:nvSpPr>
        <p:spPr>
          <a:xfrm>
            <a:off x="4197780" y="36605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5" name="F2_precision_recall_distributions_4389">
            <a:extLst>
              <a:ext uri="{FF2B5EF4-FFF2-40B4-BE49-F238E27FC236}">
                <a16:creationId xmlns:a16="http://schemas.microsoft.com/office/drawing/2014/main" id="{843B55BA-A641-43DB-8FC9-5053CA18275E}"/>
              </a:ext>
            </a:extLst>
          </p:cNvPr>
          <p:cNvSpPr>
            <a:spLocks noGrp="1"/>
          </p:cNvSpPr>
          <p:nvPr/>
        </p:nvSpPr>
        <p:spPr>
          <a:xfrm>
            <a:off x="43248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6" name="F2_precision_recall_distributions_4390">
            <a:extLst>
              <a:ext uri="{FF2B5EF4-FFF2-40B4-BE49-F238E27FC236}">
                <a16:creationId xmlns:a16="http://schemas.microsoft.com/office/drawing/2014/main" id="{87C33082-D0ED-49DB-A0DE-29222C97D563}"/>
              </a:ext>
            </a:extLst>
          </p:cNvPr>
          <p:cNvSpPr>
            <a:spLocks noGrp="1"/>
          </p:cNvSpPr>
          <p:nvPr/>
        </p:nvSpPr>
        <p:spPr>
          <a:xfrm>
            <a:off x="420830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7" name="F2_precision_recall_distributions_4391">
            <a:extLst>
              <a:ext uri="{FF2B5EF4-FFF2-40B4-BE49-F238E27FC236}">
                <a16:creationId xmlns:a16="http://schemas.microsoft.com/office/drawing/2014/main" id="{2C07450A-795A-41F5-9474-16ADA342955A}"/>
              </a:ext>
            </a:extLst>
          </p:cNvPr>
          <p:cNvSpPr>
            <a:spLocks noGrp="1"/>
          </p:cNvSpPr>
          <p:nvPr/>
        </p:nvSpPr>
        <p:spPr>
          <a:xfrm>
            <a:off x="4036287" y="36976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8" name="F2_precision_recall_distributions_4392">
            <a:extLst>
              <a:ext uri="{FF2B5EF4-FFF2-40B4-BE49-F238E27FC236}">
                <a16:creationId xmlns:a16="http://schemas.microsoft.com/office/drawing/2014/main" id="{ECB5B9FD-FA16-436A-80E0-FBB1980E84A2}"/>
              </a:ext>
            </a:extLst>
          </p:cNvPr>
          <p:cNvSpPr>
            <a:spLocks noGrp="1"/>
          </p:cNvSpPr>
          <p:nvPr/>
        </p:nvSpPr>
        <p:spPr>
          <a:xfrm>
            <a:off x="40003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9" name="F2_precision_recall_distributions_4393">
            <a:extLst>
              <a:ext uri="{FF2B5EF4-FFF2-40B4-BE49-F238E27FC236}">
                <a16:creationId xmlns:a16="http://schemas.microsoft.com/office/drawing/2014/main" id="{296CE83F-DE8C-41DF-A6FC-D4961EE750D3}"/>
              </a:ext>
            </a:extLst>
          </p:cNvPr>
          <p:cNvSpPr>
            <a:spLocks noGrp="1"/>
          </p:cNvSpPr>
          <p:nvPr/>
        </p:nvSpPr>
        <p:spPr>
          <a:xfrm>
            <a:off x="4068460" y="3708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0" name="F2_precision_recall_distributions_4394">
            <a:extLst>
              <a:ext uri="{FF2B5EF4-FFF2-40B4-BE49-F238E27FC236}">
                <a16:creationId xmlns:a16="http://schemas.microsoft.com/office/drawing/2014/main" id="{25AD20D5-497E-42CC-BBBE-31A1323B5193}"/>
              </a:ext>
            </a:extLst>
          </p:cNvPr>
          <p:cNvSpPr>
            <a:spLocks noGrp="1"/>
          </p:cNvSpPr>
          <p:nvPr/>
        </p:nvSpPr>
        <p:spPr>
          <a:xfrm>
            <a:off x="41110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1" name="F2_precision_recall_distributions_4395">
            <a:extLst>
              <a:ext uri="{FF2B5EF4-FFF2-40B4-BE49-F238E27FC236}">
                <a16:creationId xmlns:a16="http://schemas.microsoft.com/office/drawing/2014/main" id="{2AA71DE3-80EB-4890-BE4D-D045E9A5B87D}"/>
              </a:ext>
            </a:extLst>
          </p:cNvPr>
          <p:cNvSpPr>
            <a:spLocks noGrp="1"/>
          </p:cNvSpPr>
          <p:nvPr/>
        </p:nvSpPr>
        <p:spPr>
          <a:xfrm>
            <a:off x="4265677" y="37037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2" name="F2_precision_recall_distributions_4396">
            <a:extLst>
              <a:ext uri="{FF2B5EF4-FFF2-40B4-BE49-F238E27FC236}">
                <a16:creationId xmlns:a16="http://schemas.microsoft.com/office/drawing/2014/main" id="{79FB3885-215B-46C3-A466-BF0DCA29EEB7}"/>
              </a:ext>
            </a:extLst>
          </p:cNvPr>
          <p:cNvSpPr>
            <a:spLocks noGrp="1"/>
          </p:cNvSpPr>
          <p:nvPr/>
        </p:nvSpPr>
        <p:spPr>
          <a:xfrm>
            <a:off x="40276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3" name="F2_precision_recall_distributions_4397">
            <a:extLst>
              <a:ext uri="{FF2B5EF4-FFF2-40B4-BE49-F238E27FC236}">
                <a16:creationId xmlns:a16="http://schemas.microsoft.com/office/drawing/2014/main" id="{B8CDD48C-F5E4-4C91-B0CC-3D9E60737F3D}"/>
              </a:ext>
            </a:extLst>
          </p:cNvPr>
          <p:cNvSpPr>
            <a:spLocks noGrp="1"/>
          </p:cNvSpPr>
          <p:nvPr/>
        </p:nvSpPr>
        <p:spPr>
          <a:xfrm>
            <a:off x="4197403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4" name="F2_precision_recall_distributions_4398">
            <a:extLst>
              <a:ext uri="{FF2B5EF4-FFF2-40B4-BE49-F238E27FC236}">
                <a16:creationId xmlns:a16="http://schemas.microsoft.com/office/drawing/2014/main" id="{957ADE55-A8C8-4B86-8D8C-CE641CC3D924}"/>
              </a:ext>
            </a:extLst>
          </p:cNvPr>
          <p:cNvSpPr>
            <a:spLocks noGrp="1"/>
          </p:cNvSpPr>
          <p:nvPr/>
        </p:nvSpPr>
        <p:spPr>
          <a:xfrm>
            <a:off x="41440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5" name="F2_precision_recall_distributions_4399">
            <a:extLst>
              <a:ext uri="{FF2B5EF4-FFF2-40B4-BE49-F238E27FC236}">
                <a16:creationId xmlns:a16="http://schemas.microsoft.com/office/drawing/2014/main" id="{251FAA2F-9C8D-4D0F-8147-D64401207775}"/>
              </a:ext>
            </a:extLst>
          </p:cNvPr>
          <p:cNvSpPr>
            <a:spLocks noGrp="1"/>
          </p:cNvSpPr>
          <p:nvPr/>
        </p:nvSpPr>
        <p:spPr>
          <a:xfrm>
            <a:off x="4047883" y="3700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6" name="F2_precision_recall_distributions_4400">
            <a:extLst>
              <a:ext uri="{FF2B5EF4-FFF2-40B4-BE49-F238E27FC236}">
                <a16:creationId xmlns:a16="http://schemas.microsoft.com/office/drawing/2014/main" id="{9122AE69-DF6C-47AB-A5AE-0445E33EFDEA}"/>
              </a:ext>
            </a:extLst>
          </p:cNvPr>
          <p:cNvSpPr>
            <a:spLocks noGrp="1"/>
          </p:cNvSpPr>
          <p:nvPr/>
        </p:nvSpPr>
        <p:spPr>
          <a:xfrm>
            <a:off x="406397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7" name="F2_precision_recall_distributions_4401">
            <a:extLst>
              <a:ext uri="{FF2B5EF4-FFF2-40B4-BE49-F238E27FC236}">
                <a16:creationId xmlns:a16="http://schemas.microsoft.com/office/drawing/2014/main" id="{31077133-8739-41FC-82FC-0C996E487A0E}"/>
              </a:ext>
            </a:extLst>
          </p:cNvPr>
          <p:cNvSpPr>
            <a:spLocks noGrp="1"/>
          </p:cNvSpPr>
          <p:nvPr/>
        </p:nvSpPr>
        <p:spPr>
          <a:xfrm>
            <a:off x="4097056" y="3438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8" name="F2_precision_recall_distributions_4402">
            <a:extLst>
              <a:ext uri="{FF2B5EF4-FFF2-40B4-BE49-F238E27FC236}">
                <a16:creationId xmlns:a16="http://schemas.microsoft.com/office/drawing/2014/main" id="{42A289FF-8EEA-45F3-84A1-CDD66D6B50F7}"/>
              </a:ext>
            </a:extLst>
          </p:cNvPr>
          <p:cNvSpPr>
            <a:spLocks noGrp="1"/>
          </p:cNvSpPr>
          <p:nvPr/>
        </p:nvSpPr>
        <p:spPr>
          <a:xfrm>
            <a:off x="4305189" y="354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9" name="F2_precision_recall_distributions_4403">
            <a:extLst>
              <a:ext uri="{FF2B5EF4-FFF2-40B4-BE49-F238E27FC236}">
                <a16:creationId xmlns:a16="http://schemas.microsoft.com/office/drawing/2014/main" id="{3F912EDE-9DA9-4140-A725-E95F26FD8272}"/>
              </a:ext>
            </a:extLst>
          </p:cNvPr>
          <p:cNvSpPr>
            <a:spLocks noGrp="1"/>
          </p:cNvSpPr>
          <p:nvPr/>
        </p:nvSpPr>
        <p:spPr>
          <a:xfrm>
            <a:off x="42928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0" name="F2_precision_recall_distributions_4404">
            <a:extLst>
              <a:ext uri="{FF2B5EF4-FFF2-40B4-BE49-F238E27FC236}">
                <a16:creationId xmlns:a16="http://schemas.microsoft.com/office/drawing/2014/main" id="{8085066D-E18D-43BB-938A-DA76D7001DCC}"/>
              </a:ext>
            </a:extLst>
          </p:cNvPr>
          <p:cNvSpPr>
            <a:spLocks noGrp="1"/>
          </p:cNvSpPr>
          <p:nvPr/>
        </p:nvSpPr>
        <p:spPr>
          <a:xfrm>
            <a:off x="41873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1" name="F2_precision_recall_distributions_4405">
            <a:extLst>
              <a:ext uri="{FF2B5EF4-FFF2-40B4-BE49-F238E27FC236}">
                <a16:creationId xmlns:a16="http://schemas.microsoft.com/office/drawing/2014/main" id="{0FF177B6-77FB-4DE1-90A3-A94F344A8E23}"/>
              </a:ext>
            </a:extLst>
          </p:cNvPr>
          <p:cNvSpPr>
            <a:spLocks noGrp="1"/>
          </p:cNvSpPr>
          <p:nvPr/>
        </p:nvSpPr>
        <p:spPr>
          <a:xfrm>
            <a:off x="4066149" y="3702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2" name="F2_precision_recall_distributions_4406">
            <a:extLst>
              <a:ext uri="{FF2B5EF4-FFF2-40B4-BE49-F238E27FC236}">
                <a16:creationId xmlns:a16="http://schemas.microsoft.com/office/drawing/2014/main" id="{F53FFC7B-B43E-4E93-809E-E4AC7F60DA87}"/>
              </a:ext>
            </a:extLst>
          </p:cNvPr>
          <p:cNvSpPr>
            <a:spLocks noGrp="1"/>
          </p:cNvSpPr>
          <p:nvPr/>
        </p:nvSpPr>
        <p:spPr>
          <a:xfrm>
            <a:off x="4219161" y="3646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3" name="F2_precision_recall_distributions_4407">
            <a:extLst>
              <a:ext uri="{FF2B5EF4-FFF2-40B4-BE49-F238E27FC236}">
                <a16:creationId xmlns:a16="http://schemas.microsoft.com/office/drawing/2014/main" id="{BA473062-ACCB-40B5-B10F-418ADF3FD3E6}"/>
              </a:ext>
            </a:extLst>
          </p:cNvPr>
          <p:cNvSpPr>
            <a:spLocks noGrp="1"/>
          </p:cNvSpPr>
          <p:nvPr/>
        </p:nvSpPr>
        <p:spPr>
          <a:xfrm>
            <a:off x="4299720" y="3691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4" name="F2_precision_recall_distributions_4408">
            <a:extLst>
              <a:ext uri="{FF2B5EF4-FFF2-40B4-BE49-F238E27FC236}">
                <a16:creationId xmlns:a16="http://schemas.microsoft.com/office/drawing/2014/main" id="{9B0CD696-079A-4855-89D6-4E5285E1AB03}"/>
              </a:ext>
            </a:extLst>
          </p:cNvPr>
          <p:cNvSpPr>
            <a:spLocks noGrp="1"/>
          </p:cNvSpPr>
          <p:nvPr/>
        </p:nvSpPr>
        <p:spPr>
          <a:xfrm>
            <a:off x="4170400" y="36913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5" name="F2_precision_recall_distributions_4409">
            <a:extLst>
              <a:ext uri="{FF2B5EF4-FFF2-40B4-BE49-F238E27FC236}">
                <a16:creationId xmlns:a16="http://schemas.microsoft.com/office/drawing/2014/main" id="{063BFD29-CCB5-4D14-982C-EAC5A3E337DA}"/>
              </a:ext>
            </a:extLst>
          </p:cNvPr>
          <p:cNvSpPr>
            <a:spLocks noGrp="1"/>
          </p:cNvSpPr>
          <p:nvPr/>
        </p:nvSpPr>
        <p:spPr>
          <a:xfrm>
            <a:off x="4055937" y="36952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6" name="F2_precision_recall_distributions_4410">
            <a:extLst>
              <a:ext uri="{FF2B5EF4-FFF2-40B4-BE49-F238E27FC236}">
                <a16:creationId xmlns:a16="http://schemas.microsoft.com/office/drawing/2014/main" id="{BD12DF22-4606-4DD3-A046-9708C534FF96}"/>
              </a:ext>
            </a:extLst>
          </p:cNvPr>
          <p:cNvSpPr>
            <a:spLocks noGrp="1"/>
          </p:cNvSpPr>
          <p:nvPr/>
        </p:nvSpPr>
        <p:spPr>
          <a:xfrm>
            <a:off x="42616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7" name="F2_precision_recall_distributions_4411">
            <a:extLst>
              <a:ext uri="{FF2B5EF4-FFF2-40B4-BE49-F238E27FC236}">
                <a16:creationId xmlns:a16="http://schemas.microsoft.com/office/drawing/2014/main" id="{8F0B3B59-0088-4766-BEBD-478ED85731E1}"/>
              </a:ext>
            </a:extLst>
          </p:cNvPr>
          <p:cNvSpPr>
            <a:spLocks noGrp="1"/>
          </p:cNvSpPr>
          <p:nvPr/>
        </p:nvSpPr>
        <p:spPr>
          <a:xfrm>
            <a:off x="4278741" y="37041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8" name="F2_precision_recall_distributions_4412">
            <a:extLst>
              <a:ext uri="{FF2B5EF4-FFF2-40B4-BE49-F238E27FC236}">
                <a16:creationId xmlns:a16="http://schemas.microsoft.com/office/drawing/2014/main" id="{84BB9D27-B500-4845-9040-6FBD71645224}"/>
              </a:ext>
            </a:extLst>
          </p:cNvPr>
          <p:cNvSpPr>
            <a:spLocks noGrp="1"/>
          </p:cNvSpPr>
          <p:nvPr/>
        </p:nvSpPr>
        <p:spPr>
          <a:xfrm>
            <a:off x="4102731" y="37026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9" name="F2_precision_recall_distributions_4413">
            <a:extLst>
              <a:ext uri="{FF2B5EF4-FFF2-40B4-BE49-F238E27FC236}">
                <a16:creationId xmlns:a16="http://schemas.microsoft.com/office/drawing/2014/main" id="{D1BF7DFA-CE20-44ED-B448-4314A0EC160E}"/>
              </a:ext>
            </a:extLst>
          </p:cNvPr>
          <p:cNvSpPr>
            <a:spLocks noGrp="1"/>
          </p:cNvSpPr>
          <p:nvPr/>
        </p:nvSpPr>
        <p:spPr>
          <a:xfrm>
            <a:off x="42210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0" name="F2_precision_recall_distributions_4414">
            <a:extLst>
              <a:ext uri="{FF2B5EF4-FFF2-40B4-BE49-F238E27FC236}">
                <a16:creationId xmlns:a16="http://schemas.microsoft.com/office/drawing/2014/main" id="{CD2F0A1A-AD48-43CF-813E-E5D27813487C}"/>
              </a:ext>
            </a:extLst>
          </p:cNvPr>
          <p:cNvSpPr>
            <a:spLocks noGrp="1"/>
          </p:cNvSpPr>
          <p:nvPr/>
        </p:nvSpPr>
        <p:spPr>
          <a:xfrm>
            <a:off x="40425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1" name="F2_precision_recall_distributions_4415">
            <a:extLst>
              <a:ext uri="{FF2B5EF4-FFF2-40B4-BE49-F238E27FC236}">
                <a16:creationId xmlns:a16="http://schemas.microsoft.com/office/drawing/2014/main" id="{7E30D78A-94AF-4355-80A2-E39B8AFE7BE7}"/>
              </a:ext>
            </a:extLst>
          </p:cNvPr>
          <p:cNvSpPr>
            <a:spLocks noGrp="1"/>
          </p:cNvSpPr>
          <p:nvPr/>
        </p:nvSpPr>
        <p:spPr>
          <a:xfrm>
            <a:off x="4294635" y="36538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2" name="F2_precision_recall_distributions_4416">
            <a:extLst>
              <a:ext uri="{FF2B5EF4-FFF2-40B4-BE49-F238E27FC236}">
                <a16:creationId xmlns:a16="http://schemas.microsoft.com/office/drawing/2014/main" id="{F5B27760-9600-4AC0-A86E-FEC5C84C2A3A}"/>
              </a:ext>
            </a:extLst>
          </p:cNvPr>
          <p:cNvSpPr>
            <a:spLocks noGrp="1"/>
          </p:cNvSpPr>
          <p:nvPr/>
        </p:nvSpPr>
        <p:spPr>
          <a:xfrm>
            <a:off x="43102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3" name="F2_precision_recall_distributions_4417">
            <a:extLst>
              <a:ext uri="{FF2B5EF4-FFF2-40B4-BE49-F238E27FC236}">
                <a16:creationId xmlns:a16="http://schemas.microsoft.com/office/drawing/2014/main" id="{E4E08968-7EA3-4E25-8BCB-C2536147C25B}"/>
              </a:ext>
            </a:extLst>
          </p:cNvPr>
          <p:cNvSpPr>
            <a:spLocks noGrp="1"/>
          </p:cNvSpPr>
          <p:nvPr/>
        </p:nvSpPr>
        <p:spPr>
          <a:xfrm>
            <a:off x="41383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4" name="F2_precision_recall_distributions_4418">
            <a:extLst>
              <a:ext uri="{FF2B5EF4-FFF2-40B4-BE49-F238E27FC236}">
                <a16:creationId xmlns:a16="http://schemas.microsoft.com/office/drawing/2014/main" id="{167B5B08-13AD-4F07-A5A3-0F3FCE04C6B6}"/>
              </a:ext>
            </a:extLst>
          </p:cNvPr>
          <p:cNvSpPr>
            <a:spLocks noGrp="1"/>
          </p:cNvSpPr>
          <p:nvPr/>
        </p:nvSpPr>
        <p:spPr>
          <a:xfrm>
            <a:off x="4219660" y="36211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5" name="F2_precision_recall_distributions_4419">
            <a:extLst>
              <a:ext uri="{FF2B5EF4-FFF2-40B4-BE49-F238E27FC236}">
                <a16:creationId xmlns:a16="http://schemas.microsoft.com/office/drawing/2014/main" id="{6B6FD6FF-3263-467E-AB9C-6CC7AEEF7F84}"/>
              </a:ext>
            </a:extLst>
          </p:cNvPr>
          <p:cNvSpPr>
            <a:spLocks noGrp="1"/>
          </p:cNvSpPr>
          <p:nvPr/>
        </p:nvSpPr>
        <p:spPr>
          <a:xfrm>
            <a:off x="41776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6" name="F2_precision_recall_distributions_4420">
            <a:extLst>
              <a:ext uri="{FF2B5EF4-FFF2-40B4-BE49-F238E27FC236}">
                <a16:creationId xmlns:a16="http://schemas.microsoft.com/office/drawing/2014/main" id="{FF7B399F-1BC2-4BCB-B707-757B2A9AE825}"/>
              </a:ext>
            </a:extLst>
          </p:cNvPr>
          <p:cNvSpPr>
            <a:spLocks noGrp="1"/>
          </p:cNvSpPr>
          <p:nvPr/>
        </p:nvSpPr>
        <p:spPr>
          <a:xfrm>
            <a:off x="428020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7" name="F2_precision_recall_distributions_4421">
            <a:extLst>
              <a:ext uri="{FF2B5EF4-FFF2-40B4-BE49-F238E27FC236}">
                <a16:creationId xmlns:a16="http://schemas.microsoft.com/office/drawing/2014/main" id="{3E2A9A68-EA31-4FAF-8A8F-B6083A56977F}"/>
              </a:ext>
            </a:extLst>
          </p:cNvPr>
          <p:cNvSpPr>
            <a:spLocks noGrp="1"/>
          </p:cNvSpPr>
          <p:nvPr/>
        </p:nvSpPr>
        <p:spPr>
          <a:xfrm>
            <a:off x="4310791" y="37047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8" name="F2_precision_recall_distributions_4422">
            <a:extLst>
              <a:ext uri="{FF2B5EF4-FFF2-40B4-BE49-F238E27FC236}">
                <a16:creationId xmlns:a16="http://schemas.microsoft.com/office/drawing/2014/main" id="{5CEA5593-A26F-41F4-A195-7677E9D96C00}"/>
              </a:ext>
            </a:extLst>
          </p:cNvPr>
          <p:cNvSpPr>
            <a:spLocks noGrp="1"/>
          </p:cNvSpPr>
          <p:nvPr/>
        </p:nvSpPr>
        <p:spPr>
          <a:xfrm>
            <a:off x="4115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9" name="F2_precision_recall_distributions_4423">
            <a:extLst>
              <a:ext uri="{FF2B5EF4-FFF2-40B4-BE49-F238E27FC236}">
                <a16:creationId xmlns:a16="http://schemas.microsoft.com/office/drawing/2014/main" id="{6649EC3B-CE29-4169-A6FB-C6971ECA0748}"/>
              </a:ext>
            </a:extLst>
          </p:cNvPr>
          <p:cNvSpPr>
            <a:spLocks noGrp="1"/>
          </p:cNvSpPr>
          <p:nvPr/>
        </p:nvSpPr>
        <p:spPr>
          <a:xfrm>
            <a:off x="40910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0" name="F2_precision_recall_distributions_4424">
            <a:extLst>
              <a:ext uri="{FF2B5EF4-FFF2-40B4-BE49-F238E27FC236}">
                <a16:creationId xmlns:a16="http://schemas.microsoft.com/office/drawing/2014/main" id="{F6862027-61EE-49CB-9F97-0D773970B5A0}"/>
              </a:ext>
            </a:extLst>
          </p:cNvPr>
          <p:cNvSpPr>
            <a:spLocks noGrp="1"/>
          </p:cNvSpPr>
          <p:nvPr/>
        </p:nvSpPr>
        <p:spPr>
          <a:xfrm>
            <a:off x="41708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1" name="F2_precision_recall_distributions_4425">
            <a:extLst>
              <a:ext uri="{FF2B5EF4-FFF2-40B4-BE49-F238E27FC236}">
                <a16:creationId xmlns:a16="http://schemas.microsoft.com/office/drawing/2014/main" id="{3BE9DFB9-F5B3-4441-BBF0-B2E90A5FEBBE}"/>
              </a:ext>
            </a:extLst>
          </p:cNvPr>
          <p:cNvSpPr>
            <a:spLocks noGrp="1"/>
          </p:cNvSpPr>
          <p:nvPr/>
        </p:nvSpPr>
        <p:spPr>
          <a:xfrm>
            <a:off x="4287016" y="36727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2" name="F2_precision_recall_distributions_4426">
            <a:extLst>
              <a:ext uri="{FF2B5EF4-FFF2-40B4-BE49-F238E27FC236}">
                <a16:creationId xmlns:a16="http://schemas.microsoft.com/office/drawing/2014/main" id="{A77FDE5F-85B6-4FF7-9891-AB9EE2E8C21B}"/>
              </a:ext>
            </a:extLst>
          </p:cNvPr>
          <p:cNvSpPr>
            <a:spLocks noGrp="1"/>
          </p:cNvSpPr>
          <p:nvPr/>
        </p:nvSpPr>
        <p:spPr>
          <a:xfrm>
            <a:off x="43484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3" name="F2_precision_recall_distributions_4427">
            <a:extLst>
              <a:ext uri="{FF2B5EF4-FFF2-40B4-BE49-F238E27FC236}">
                <a16:creationId xmlns:a16="http://schemas.microsoft.com/office/drawing/2014/main" id="{A364BC9D-8E30-4680-B470-0DD76978FED6}"/>
              </a:ext>
            </a:extLst>
          </p:cNvPr>
          <p:cNvSpPr>
            <a:spLocks noGrp="1"/>
          </p:cNvSpPr>
          <p:nvPr/>
        </p:nvSpPr>
        <p:spPr>
          <a:xfrm>
            <a:off x="42996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4" name="F2_precision_recall_distributions_4428">
            <a:extLst>
              <a:ext uri="{FF2B5EF4-FFF2-40B4-BE49-F238E27FC236}">
                <a16:creationId xmlns:a16="http://schemas.microsoft.com/office/drawing/2014/main" id="{6BAF5EAD-9E1C-462E-9CAD-B59F60DEDC2B}"/>
              </a:ext>
            </a:extLst>
          </p:cNvPr>
          <p:cNvSpPr>
            <a:spLocks noGrp="1"/>
          </p:cNvSpPr>
          <p:nvPr/>
        </p:nvSpPr>
        <p:spPr>
          <a:xfrm>
            <a:off x="4249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5" name="F2_precision_recall_distributions_4429">
            <a:extLst>
              <a:ext uri="{FF2B5EF4-FFF2-40B4-BE49-F238E27FC236}">
                <a16:creationId xmlns:a16="http://schemas.microsoft.com/office/drawing/2014/main" id="{30C18A8C-8B59-4AF6-91C4-F0741EA1132A}"/>
              </a:ext>
            </a:extLst>
          </p:cNvPr>
          <p:cNvSpPr>
            <a:spLocks noGrp="1"/>
          </p:cNvSpPr>
          <p:nvPr/>
        </p:nvSpPr>
        <p:spPr>
          <a:xfrm>
            <a:off x="41692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6" name="F2_precision_recall_distributions_4430">
            <a:extLst>
              <a:ext uri="{FF2B5EF4-FFF2-40B4-BE49-F238E27FC236}">
                <a16:creationId xmlns:a16="http://schemas.microsoft.com/office/drawing/2014/main" id="{C411B0E5-1665-44B6-A3A0-117032B5BC6B}"/>
              </a:ext>
            </a:extLst>
          </p:cNvPr>
          <p:cNvSpPr>
            <a:spLocks noGrp="1"/>
          </p:cNvSpPr>
          <p:nvPr/>
        </p:nvSpPr>
        <p:spPr>
          <a:xfrm>
            <a:off x="42266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7" name="F2_precision_recall_distributions_4431">
            <a:extLst>
              <a:ext uri="{FF2B5EF4-FFF2-40B4-BE49-F238E27FC236}">
                <a16:creationId xmlns:a16="http://schemas.microsoft.com/office/drawing/2014/main" id="{953FE711-730C-4D2A-BCFE-B59F14ED1BF7}"/>
              </a:ext>
            </a:extLst>
          </p:cNvPr>
          <p:cNvSpPr>
            <a:spLocks noGrp="1"/>
          </p:cNvSpPr>
          <p:nvPr/>
        </p:nvSpPr>
        <p:spPr>
          <a:xfrm>
            <a:off x="4125518" y="3708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8" name="F2_precision_recall_distributions_4432">
            <a:extLst>
              <a:ext uri="{FF2B5EF4-FFF2-40B4-BE49-F238E27FC236}">
                <a16:creationId xmlns:a16="http://schemas.microsoft.com/office/drawing/2014/main" id="{3C1C5FAB-C40C-43D4-9E8A-6E2E19407F76}"/>
              </a:ext>
            </a:extLst>
          </p:cNvPr>
          <p:cNvSpPr>
            <a:spLocks noGrp="1"/>
          </p:cNvSpPr>
          <p:nvPr/>
        </p:nvSpPr>
        <p:spPr>
          <a:xfrm>
            <a:off x="39968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9" name="F2_precision_recall_distributions_4433">
            <a:extLst>
              <a:ext uri="{FF2B5EF4-FFF2-40B4-BE49-F238E27FC236}">
                <a16:creationId xmlns:a16="http://schemas.microsoft.com/office/drawing/2014/main" id="{D77CE493-EDB7-4CE3-B319-A4124C3BAEC6}"/>
              </a:ext>
            </a:extLst>
          </p:cNvPr>
          <p:cNvSpPr>
            <a:spLocks noGrp="1"/>
          </p:cNvSpPr>
          <p:nvPr/>
        </p:nvSpPr>
        <p:spPr>
          <a:xfrm>
            <a:off x="4331734" y="370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0" name="F2_precision_recall_distributions_4434">
            <a:extLst>
              <a:ext uri="{FF2B5EF4-FFF2-40B4-BE49-F238E27FC236}">
                <a16:creationId xmlns:a16="http://schemas.microsoft.com/office/drawing/2014/main" id="{814FC2E9-613A-41CC-9BAA-3E57997D4F42}"/>
              </a:ext>
            </a:extLst>
          </p:cNvPr>
          <p:cNvSpPr>
            <a:spLocks noGrp="1"/>
          </p:cNvSpPr>
          <p:nvPr/>
        </p:nvSpPr>
        <p:spPr>
          <a:xfrm>
            <a:off x="4007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1" name="F2_precision_recall_distributions_4435">
            <a:extLst>
              <a:ext uri="{FF2B5EF4-FFF2-40B4-BE49-F238E27FC236}">
                <a16:creationId xmlns:a16="http://schemas.microsoft.com/office/drawing/2014/main" id="{0F5FA718-E9F4-4431-872D-355C4CC7E1F1}"/>
              </a:ext>
            </a:extLst>
          </p:cNvPr>
          <p:cNvSpPr>
            <a:spLocks noGrp="1"/>
          </p:cNvSpPr>
          <p:nvPr/>
        </p:nvSpPr>
        <p:spPr>
          <a:xfrm>
            <a:off x="4238641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2" name="F2_precision_recall_distributions_4436">
            <a:extLst>
              <a:ext uri="{FF2B5EF4-FFF2-40B4-BE49-F238E27FC236}">
                <a16:creationId xmlns:a16="http://schemas.microsoft.com/office/drawing/2014/main" id="{255E9B20-A3D3-4BF6-956D-4FCAA6405099}"/>
              </a:ext>
            </a:extLst>
          </p:cNvPr>
          <p:cNvSpPr>
            <a:spLocks noGrp="1"/>
          </p:cNvSpPr>
          <p:nvPr/>
        </p:nvSpPr>
        <p:spPr>
          <a:xfrm>
            <a:off x="4304334" y="36785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3" name="F2_precision_recall_distributions_4437">
            <a:extLst>
              <a:ext uri="{FF2B5EF4-FFF2-40B4-BE49-F238E27FC236}">
                <a16:creationId xmlns:a16="http://schemas.microsoft.com/office/drawing/2014/main" id="{18D9AF91-49EA-4BD8-9045-A7BAC9B7B710}"/>
              </a:ext>
            </a:extLst>
          </p:cNvPr>
          <p:cNvSpPr>
            <a:spLocks noGrp="1"/>
          </p:cNvSpPr>
          <p:nvPr/>
        </p:nvSpPr>
        <p:spPr>
          <a:xfrm>
            <a:off x="4127696" y="36333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4" name="F2_precision_recall_distributions_4438">
            <a:extLst>
              <a:ext uri="{FF2B5EF4-FFF2-40B4-BE49-F238E27FC236}">
                <a16:creationId xmlns:a16="http://schemas.microsoft.com/office/drawing/2014/main" id="{01906E1F-BC2E-4D0A-8DAB-C6A511C56601}"/>
              </a:ext>
            </a:extLst>
          </p:cNvPr>
          <p:cNvSpPr>
            <a:spLocks noGrp="1"/>
          </p:cNvSpPr>
          <p:nvPr/>
        </p:nvSpPr>
        <p:spPr>
          <a:xfrm>
            <a:off x="4285999" y="3705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5" name="F2_precision_recall_distributions_4439">
            <a:extLst>
              <a:ext uri="{FF2B5EF4-FFF2-40B4-BE49-F238E27FC236}">
                <a16:creationId xmlns:a16="http://schemas.microsoft.com/office/drawing/2014/main" id="{2A30AB82-4E7B-46A1-8F2B-B4F0E14353CC}"/>
              </a:ext>
            </a:extLst>
          </p:cNvPr>
          <p:cNvSpPr>
            <a:spLocks noGrp="1"/>
          </p:cNvSpPr>
          <p:nvPr/>
        </p:nvSpPr>
        <p:spPr>
          <a:xfrm>
            <a:off x="4041322" y="37082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6" name="F2_precision_recall_distributions_4440">
            <a:extLst>
              <a:ext uri="{FF2B5EF4-FFF2-40B4-BE49-F238E27FC236}">
                <a16:creationId xmlns:a16="http://schemas.microsoft.com/office/drawing/2014/main" id="{CFEFC970-1C7E-4EBB-ABC2-FFA34782D376}"/>
              </a:ext>
            </a:extLst>
          </p:cNvPr>
          <p:cNvSpPr>
            <a:spLocks noGrp="1"/>
          </p:cNvSpPr>
          <p:nvPr/>
        </p:nvSpPr>
        <p:spPr>
          <a:xfrm>
            <a:off x="4133379" y="36700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7" name="F2_precision_recall_distributions_4441">
            <a:extLst>
              <a:ext uri="{FF2B5EF4-FFF2-40B4-BE49-F238E27FC236}">
                <a16:creationId xmlns:a16="http://schemas.microsoft.com/office/drawing/2014/main" id="{D5A747B3-8863-45D5-9F85-5AD05CD6ADE3}"/>
              </a:ext>
            </a:extLst>
          </p:cNvPr>
          <p:cNvSpPr>
            <a:spLocks noGrp="1"/>
          </p:cNvSpPr>
          <p:nvPr/>
        </p:nvSpPr>
        <p:spPr>
          <a:xfrm>
            <a:off x="43326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8" name="F2_precision_recall_distributions_4442">
            <a:extLst>
              <a:ext uri="{FF2B5EF4-FFF2-40B4-BE49-F238E27FC236}">
                <a16:creationId xmlns:a16="http://schemas.microsoft.com/office/drawing/2014/main" id="{049EB357-708E-4FD4-8BD3-C392DABC4186}"/>
              </a:ext>
            </a:extLst>
          </p:cNvPr>
          <p:cNvSpPr>
            <a:spLocks noGrp="1"/>
          </p:cNvSpPr>
          <p:nvPr/>
        </p:nvSpPr>
        <p:spPr>
          <a:xfrm>
            <a:off x="4186975" y="3664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9" name="F2_precision_recall_distributions_4443">
            <a:extLst>
              <a:ext uri="{FF2B5EF4-FFF2-40B4-BE49-F238E27FC236}">
                <a16:creationId xmlns:a16="http://schemas.microsoft.com/office/drawing/2014/main" id="{1EEEEB84-9882-4238-A591-1F18735D3731}"/>
              </a:ext>
            </a:extLst>
          </p:cNvPr>
          <p:cNvSpPr>
            <a:spLocks noGrp="1"/>
          </p:cNvSpPr>
          <p:nvPr/>
        </p:nvSpPr>
        <p:spPr>
          <a:xfrm>
            <a:off x="432262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0" name="F2_precision_recall_distributions_4444">
            <a:extLst>
              <a:ext uri="{FF2B5EF4-FFF2-40B4-BE49-F238E27FC236}">
                <a16:creationId xmlns:a16="http://schemas.microsoft.com/office/drawing/2014/main" id="{AF3202CD-A569-4CE9-BB55-42C10335F5C9}"/>
              </a:ext>
            </a:extLst>
          </p:cNvPr>
          <p:cNvSpPr>
            <a:spLocks noGrp="1"/>
          </p:cNvSpPr>
          <p:nvPr/>
        </p:nvSpPr>
        <p:spPr>
          <a:xfrm>
            <a:off x="424338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1" name="F2_precision_recall_distributions_4445">
            <a:extLst>
              <a:ext uri="{FF2B5EF4-FFF2-40B4-BE49-F238E27FC236}">
                <a16:creationId xmlns:a16="http://schemas.microsoft.com/office/drawing/2014/main" id="{924593D1-988C-449B-8914-479203193EFE}"/>
              </a:ext>
            </a:extLst>
          </p:cNvPr>
          <p:cNvSpPr>
            <a:spLocks noGrp="1"/>
          </p:cNvSpPr>
          <p:nvPr/>
        </p:nvSpPr>
        <p:spPr>
          <a:xfrm>
            <a:off x="42708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2" name="F2_precision_recall_distributions_4446">
            <a:extLst>
              <a:ext uri="{FF2B5EF4-FFF2-40B4-BE49-F238E27FC236}">
                <a16:creationId xmlns:a16="http://schemas.microsoft.com/office/drawing/2014/main" id="{EF4DCA05-097F-48EA-ACD9-D2F942E61F2E}"/>
              </a:ext>
            </a:extLst>
          </p:cNvPr>
          <p:cNvSpPr>
            <a:spLocks noGrp="1"/>
          </p:cNvSpPr>
          <p:nvPr/>
        </p:nvSpPr>
        <p:spPr>
          <a:xfrm>
            <a:off x="4236167" y="36984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3" name="F2_precision_recall_distributions_4447">
            <a:extLst>
              <a:ext uri="{FF2B5EF4-FFF2-40B4-BE49-F238E27FC236}">
                <a16:creationId xmlns:a16="http://schemas.microsoft.com/office/drawing/2014/main" id="{FBD026CC-E089-4698-848C-952D3F102F72}"/>
              </a:ext>
            </a:extLst>
          </p:cNvPr>
          <p:cNvSpPr>
            <a:spLocks noGrp="1"/>
          </p:cNvSpPr>
          <p:nvPr/>
        </p:nvSpPr>
        <p:spPr>
          <a:xfrm>
            <a:off x="41581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4" name="F2_precision_recall_distributions_4448">
            <a:extLst>
              <a:ext uri="{FF2B5EF4-FFF2-40B4-BE49-F238E27FC236}">
                <a16:creationId xmlns:a16="http://schemas.microsoft.com/office/drawing/2014/main" id="{A78BE600-2339-4588-8CE0-77F45214CF31}"/>
              </a:ext>
            </a:extLst>
          </p:cNvPr>
          <p:cNvSpPr>
            <a:spLocks noGrp="1"/>
          </p:cNvSpPr>
          <p:nvPr/>
        </p:nvSpPr>
        <p:spPr>
          <a:xfrm>
            <a:off x="4250903" y="36866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5" name="F2_precision_recall_distributions_4449">
            <a:extLst>
              <a:ext uri="{FF2B5EF4-FFF2-40B4-BE49-F238E27FC236}">
                <a16:creationId xmlns:a16="http://schemas.microsoft.com/office/drawing/2014/main" id="{021D0ED0-E394-4642-9E83-BAB0CD1074A2}"/>
              </a:ext>
            </a:extLst>
          </p:cNvPr>
          <p:cNvSpPr>
            <a:spLocks noGrp="1"/>
          </p:cNvSpPr>
          <p:nvPr/>
        </p:nvSpPr>
        <p:spPr>
          <a:xfrm>
            <a:off x="4327964" y="3700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6" name="F2_precision_recall_distributions_4450">
            <a:extLst>
              <a:ext uri="{FF2B5EF4-FFF2-40B4-BE49-F238E27FC236}">
                <a16:creationId xmlns:a16="http://schemas.microsoft.com/office/drawing/2014/main" id="{4CBCB483-F163-40A7-BD34-AB53EA1E61C8}"/>
              </a:ext>
            </a:extLst>
          </p:cNvPr>
          <p:cNvSpPr>
            <a:spLocks noGrp="1"/>
          </p:cNvSpPr>
          <p:nvPr/>
        </p:nvSpPr>
        <p:spPr>
          <a:xfrm>
            <a:off x="4260274" y="3705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7" name="F2_precision_recall_distributions_4451">
            <a:extLst>
              <a:ext uri="{FF2B5EF4-FFF2-40B4-BE49-F238E27FC236}">
                <a16:creationId xmlns:a16="http://schemas.microsoft.com/office/drawing/2014/main" id="{632FBD77-BD43-457E-9D99-1731A67106FF}"/>
              </a:ext>
            </a:extLst>
          </p:cNvPr>
          <p:cNvSpPr>
            <a:spLocks noGrp="1"/>
          </p:cNvSpPr>
          <p:nvPr/>
        </p:nvSpPr>
        <p:spPr>
          <a:xfrm>
            <a:off x="4310829" y="37026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8" name="F2_precision_recall_distributions_4452">
            <a:extLst>
              <a:ext uri="{FF2B5EF4-FFF2-40B4-BE49-F238E27FC236}">
                <a16:creationId xmlns:a16="http://schemas.microsoft.com/office/drawing/2014/main" id="{F4CCE858-64F8-4389-B5E6-25BAA9611887}"/>
              </a:ext>
            </a:extLst>
          </p:cNvPr>
          <p:cNvSpPr>
            <a:spLocks noGrp="1"/>
          </p:cNvSpPr>
          <p:nvPr/>
        </p:nvSpPr>
        <p:spPr>
          <a:xfrm>
            <a:off x="4252318" y="3708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9" name="F2_precision_recall_distributions_4453">
            <a:extLst>
              <a:ext uri="{FF2B5EF4-FFF2-40B4-BE49-F238E27FC236}">
                <a16:creationId xmlns:a16="http://schemas.microsoft.com/office/drawing/2014/main" id="{71C01059-79AF-46B7-8013-4F61B5DA506C}"/>
              </a:ext>
            </a:extLst>
          </p:cNvPr>
          <p:cNvSpPr>
            <a:spLocks noGrp="1"/>
          </p:cNvSpPr>
          <p:nvPr/>
        </p:nvSpPr>
        <p:spPr>
          <a:xfrm>
            <a:off x="43300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0" name="F2_precision_recall_distributions_4454">
            <a:extLst>
              <a:ext uri="{FF2B5EF4-FFF2-40B4-BE49-F238E27FC236}">
                <a16:creationId xmlns:a16="http://schemas.microsoft.com/office/drawing/2014/main" id="{5C5D2292-6336-477B-8A6C-47C8B1E697FE}"/>
              </a:ext>
            </a:extLst>
          </p:cNvPr>
          <p:cNvSpPr>
            <a:spLocks noGrp="1"/>
          </p:cNvSpPr>
          <p:nvPr/>
        </p:nvSpPr>
        <p:spPr>
          <a:xfrm>
            <a:off x="40577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1" name="F2_precision_recall_distributions_4455">
            <a:extLst>
              <a:ext uri="{FF2B5EF4-FFF2-40B4-BE49-F238E27FC236}">
                <a16:creationId xmlns:a16="http://schemas.microsoft.com/office/drawing/2014/main" id="{385C9FA6-322C-4921-AFBF-54A632B0B075}"/>
              </a:ext>
            </a:extLst>
          </p:cNvPr>
          <p:cNvSpPr>
            <a:spLocks noGrp="1"/>
          </p:cNvSpPr>
          <p:nvPr/>
        </p:nvSpPr>
        <p:spPr>
          <a:xfrm>
            <a:off x="4329294" y="37013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2" name="F2_precision_recall_distributions_4456">
            <a:extLst>
              <a:ext uri="{FF2B5EF4-FFF2-40B4-BE49-F238E27FC236}">
                <a16:creationId xmlns:a16="http://schemas.microsoft.com/office/drawing/2014/main" id="{3AF2EB7B-CE89-4EDE-9F07-23B99DFDECB5}"/>
              </a:ext>
            </a:extLst>
          </p:cNvPr>
          <p:cNvSpPr>
            <a:spLocks noGrp="1"/>
          </p:cNvSpPr>
          <p:nvPr/>
        </p:nvSpPr>
        <p:spPr>
          <a:xfrm>
            <a:off x="420222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3" name="F2_precision_recall_distributions_4457">
            <a:extLst>
              <a:ext uri="{FF2B5EF4-FFF2-40B4-BE49-F238E27FC236}">
                <a16:creationId xmlns:a16="http://schemas.microsoft.com/office/drawing/2014/main" id="{3688DA09-A38E-45B0-8658-C54380A6062C}"/>
              </a:ext>
            </a:extLst>
          </p:cNvPr>
          <p:cNvSpPr>
            <a:spLocks noGrp="1"/>
          </p:cNvSpPr>
          <p:nvPr/>
        </p:nvSpPr>
        <p:spPr>
          <a:xfrm>
            <a:off x="425118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4" name="F2_precision_recall_distributions_4458">
            <a:extLst>
              <a:ext uri="{FF2B5EF4-FFF2-40B4-BE49-F238E27FC236}">
                <a16:creationId xmlns:a16="http://schemas.microsoft.com/office/drawing/2014/main" id="{16DDA20B-F412-4A19-B633-11221C6D7C2E}"/>
              </a:ext>
            </a:extLst>
          </p:cNvPr>
          <p:cNvSpPr>
            <a:spLocks noGrp="1"/>
          </p:cNvSpPr>
          <p:nvPr/>
        </p:nvSpPr>
        <p:spPr>
          <a:xfrm>
            <a:off x="4061482" y="37079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5" name="F2_precision_recall_distributions_4459">
            <a:extLst>
              <a:ext uri="{FF2B5EF4-FFF2-40B4-BE49-F238E27FC236}">
                <a16:creationId xmlns:a16="http://schemas.microsoft.com/office/drawing/2014/main" id="{AB25CD0C-468A-4AB9-ABD8-6D6116BDDB00}"/>
              </a:ext>
            </a:extLst>
          </p:cNvPr>
          <p:cNvSpPr>
            <a:spLocks noGrp="1"/>
          </p:cNvSpPr>
          <p:nvPr/>
        </p:nvSpPr>
        <p:spPr>
          <a:xfrm>
            <a:off x="4022820" y="3702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6" name="F2_precision_recall_distributions_4460">
            <a:extLst>
              <a:ext uri="{FF2B5EF4-FFF2-40B4-BE49-F238E27FC236}">
                <a16:creationId xmlns:a16="http://schemas.microsoft.com/office/drawing/2014/main" id="{4718366D-9ABE-48DB-8FF5-CBE1621EB16F}"/>
              </a:ext>
            </a:extLst>
          </p:cNvPr>
          <p:cNvSpPr>
            <a:spLocks noGrp="1"/>
          </p:cNvSpPr>
          <p:nvPr/>
        </p:nvSpPr>
        <p:spPr>
          <a:xfrm>
            <a:off x="422581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7" name="F2_precision_recall_distributions_4461">
            <a:extLst>
              <a:ext uri="{FF2B5EF4-FFF2-40B4-BE49-F238E27FC236}">
                <a16:creationId xmlns:a16="http://schemas.microsoft.com/office/drawing/2014/main" id="{A25B90F7-1258-4FEB-9E54-000A306A7ADE}"/>
              </a:ext>
            </a:extLst>
          </p:cNvPr>
          <p:cNvSpPr>
            <a:spLocks noGrp="1"/>
          </p:cNvSpPr>
          <p:nvPr/>
        </p:nvSpPr>
        <p:spPr>
          <a:xfrm>
            <a:off x="4037794" y="37066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8" name="F2_precision_recall_distributions_4462">
            <a:extLst>
              <a:ext uri="{FF2B5EF4-FFF2-40B4-BE49-F238E27FC236}">
                <a16:creationId xmlns:a16="http://schemas.microsoft.com/office/drawing/2014/main" id="{941D5111-9D13-48BD-814F-E73588234237}"/>
              </a:ext>
            </a:extLst>
          </p:cNvPr>
          <p:cNvSpPr>
            <a:spLocks noGrp="1"/>
          </p:cNvSpPr>
          <p:nvPr/>
        </p:nvSpPr>
        <p:spPr>
          <a:xfrm>
            <a:off x="4238033" y="3693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9" name="F2_precision_recall_distributions_4463">
            <a:extLst>
              <a:ext uri="{FF2B5EF4-FFF2-40B4-BE49-F238E27FC236}">
                <a16:creationId xmlns:a16="http://schemas.microsoft.com/office/drawing/2014/main" id="{9606EFC8-D902-414D-97AE-1E1AC8F5CA29}"/>
              </a:ext>
            </a:extLst>
          </p:cNvPr>
          <p:cNvSpPr>
            <a:spLocks noGrp="1"/>
          </p:cNvSpPr>
          <p:nvPr/>
        </p:nvSpPr>
        <p:spPr>
          <a:xfrm>
            <a:off x="42983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0" name="F2_precision_recall_distributions_4464">
            <a:extLst>
              <a:ext uri="{FF2B5EF4-FFF2-40B4-BE49-F238E27FC236}">
                <a16:creationId xmlns:a16="http://schemas.microsoft.com/office/drawing/2014/main" id="{F4B2438D-63B9-4C8A-B034-706040F45492}"/>
              </a:ext>
            </a:extLst>
          </p:cNvPr>
          <p:cNvSpPr>
            <a:spLocks noGrp="1"/>
          </p:cNvSpPr>
          <p:nvPr/>
        </p:nvSpPr>
        <p:spPr>
          <a:xfrm>
            <a:off x="399067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1" name="F2_precision_recall_distributions_4465">
            <a:extLst>
              <a:ext uri="{FF2B5EF4-FFF2-40B4-BE49-F238E27FC236}">
                <a16:creationId xmlns:a16="http://schemas.microsoft.com/office/drawing/2014/main" id="{4D70DC01-AB46-42FD-84D4-6017F68A8426}"/>
              </a:ext>
            </a:extLst>
          </p:cNvPr>
          <p:cNvSpPr>
            <a:spLocks noGrp="1"/>
          </p:cNvSpPr>
          <p:nvPr/>
        </p:nvSpPr>
        <p:spPr>
          <a:xfrm>
            <a:off x="424349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2" name="F2_precision_recall_distributions_4466">
            <a:extLst>
              <a:ext uri="{FF2B5EF4-FFF2-40B4-BE49-F238E27FC236}">
                <a16:creationId xmlns:a16="http://schemas.microsoft.com/office/drawing/2014/main" id="{44368F99-3CF4-4C1C-9919-FF8E34438FA6}"/>
              </a:ext>
            </a:extLst>
          </p:cNvPr>
          <p:cNvSpPr>
            <a:spLocks noGrp="1"/>
          </p:cNvSpPr>
          <p:nvPr/>
        </p:nvSpPr>
        <p:spPr>
          <a:xfrm>
            <a:off x="426601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3" name="F2_precision_recall_distributions_4467">
            <a:extLst>
              <a:ext uri="{FF2B5EF4-FFF2-40B4-BE49-F238E27FC236}">
                <a16:creationId xmlns:a16="http://schemas.microsoft.com/office/drawing/2014/main" id="{B529715D-4266-4013-BEB7-972AEEF0B44D}"/>
              </a:ext>
            </a:extLst>
          </p:cNvPr>
          <p:cNvSpPr>
            <a:spLocks noGrp="1"/>
          </p:cNvSpPr>
          <p:nvPr/>
        </p:nvSpPr>
        <p:spPr>
          <a:xfrm>
            <a:off x="4064043" y="36997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4" name="F2_precision_recall_distributions_4468">
            <a:extLst>
              <a:ext uri="{FF2B5EF4-FFF2-40B4-BE49-F238E27FC236}">
                <a16:creationId xmlns:a16="http://schemas.microsoft.com/office/drawing/2014/main" id="{B6C2781D-A6C6-4903-93A0-6C666C57653D}"/>
              </a:ext>
            </a:extLst>
          </p:cNvPr>
          <p:cNvSpPr>
            <a:spLocks noGrp="1"/>
          </p:cNvSpPr>
          <p:nvPr/>
        </p:nvSpPr>
        <p:spPr>
          <a:xfrm>
            <a:off x="40554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5" name="F2_precision_recall_distributions_4469">
            <a:extLst>
              <a:ext uri="{FF2B5EF4-FFF2-40B4-BE49-F238E27FC236}">
                <a16:creationId xmlns:a16="http://schemas.microsoft.com/office/drawing/2014/main" id="{1DA88C13-6C35-40D1-BC63-6E1886992D50}"/>
              </a:ext>
            </a:extLst>
          </p:cNvPr>
          <p:cNvSpPr>
            <a:spLocks noGrp="1"/>
          </p:cNvSpPr>
          <p:nvPr/>
        </p:nvSpPr>
        <p:spPr>
          <a:xfrm>
            <a:off x="4212241" y="368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6" name="F2_precision_recall_distributions_4470">
            <a:extLst>
              <a:ext uri="{FF2B5EF4-FFF2-40B4-BE49-F238E27FC236}">
                <a16:creationId xmlns:a16="http://schemas.microsoft.com/office/drawing/2014/main" id="{85B73967-AF5B-43B5-BBCC-9669F689D863}"/>
              </a:ext>
            </a:extLst>
          </p:cNvPr>
          <p:cNvSpPr>
            <a:spLocks noGrp="1"/>
          </p:cNvSpPr>
          <p:nvPr/>
        </p:nvSpPr>
        <p:spPr>
          <a:xfrm>
            <a:off x="4092953" y="37080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7" name="F2_precision_recall_distributions_4471">
            <a:extLst>
              <a:ext uri="{FF2B5EF4-FFF2-40B4-BE49-F238E27FC236}">
                <a16:creationId xmlns:a16="http://schemas.microsoft.com/office/drawing/2014/main" id="{269088A2-5339-4511-BC09-957C9FED81B0}"/>
              </a:ext>
            </a:extLst>
          </p:cNvPr>
          <p:cNvSpPr>
            <a:spLocks noGrp="1"/>
          </p:cNvSpPr>
          <p:nvPr/>
        </p:nvSpPr>
        <p:spPr>
          <a:xfrm>
            <a:off x="4053787" y="3695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8" name="F2_precision_recall_distributions_4472">
            <a:extLst>
              <a:ext uri="{FF2B5EF4-FFF2-40B4-BE49-F238E27FC236}">
                <a16:creationId xmlns:a16="http://schemas.microsoft.com/office/drawing/2014/main" id="{C0834ED8-67BE-4330-AFD2-9DB970878AE2}"/>
              </a:ext>
            </a:extLst>
          </p:cNvPr>
          <p:cNvSpPr>
            <a:spLocks noGrp="1"/>
          </p:cNvSpPr>
          <p:nvPr/>
        </p:nvSpPr>
        <p:spPr>
          <a:xfrm>
            <a:off x="3988584" y="36938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9" name="F2_precision_recall_distributions_4473">
            <a:extLst>
              <a:ext uri="{FF2B5EF4-FFF2-40B4-BE49-F238E27FC236}">
                <a16:creationId xmlns:a16="http://schemas.microsoft.com/office/drawing/2014/main" id="{71835860-0412-4319-A40C-7F1C77A71D4F}"/>
              </a:ext>
            </a:extLst>
          </p:cNvPr>
          <p:cNvSpPr>
            <a:spLocks noGrp="1"/>
          </p:cNvSpPr>
          <p:nvPr/>
        </p:nvSpPr>
        <p:spPr>
          <a:xfrm>
            <a:off x="4270184" y="36420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0" name="F2_precision_recall_distributions_4474">
            <a:extLst>
              <a:ext uri="{FF2B5EF4-FFF2-40B4-BE49-F238E27FC236}">
                <a16:creationId xmlns:a16="http://schemas.microsoft.com/office/drawing/2014/main" id="{DFBB99A9-762E-4A1E-9A62-A64A9D8E01C9}"/>
              </a:ext>
            </a:extLst>
          </p:cNvPr>
          <p:cNvSpPr>
            <a:spLocks noGrp="1"/>
          </p:cNvSpPr>
          <p:nvPr/>
        </p:nvSpPr>
        <p:spPr>
          <a:xfrm>
            <a:off x="4122371" y="37002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1" name="F2_precision_recall_distributions_4475">
            <a:extLst>
              <a:ext uri="{FF2B5EF4-FFF2-40B4-BE49-F238E27FC236}">
                <a16:creationId xmlns:a16="http://schemas.microsoft.com/office/drawing/2014/main" id="{EC7BF75C-B417-4F2A-A3B9-4B9F2FC0A728}"/>
              </a:ext>
            </a:extLst>
          </p:cNvPr>
          <p:cNvSpPr>
            <a:spLocks noGrp="1"/>
          </p:cNvSpPr>
          <p:nvPr/>
        </p:nvSpPr>
        <p:spPr>
          <a:xfrm>
            <a:off x="413192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2" name="F2_precision_recall_distributions_4476">
            <a:extLst>
              <a:ext uri="{FF2B5EF4-FFF2-40B4-BE49-F238E27FC236}">
                <a16:creationId xmlns:a16="http://schemas.microsoft.com/office/drawing/2014/main" id="{5C3F4B94-95B8-4BD9-87D5-6A7523D88440}"/>
              </a:ext>
            </a:extLst>
          </p:cNvPr>
          <p:cNvSpPr>
            <a:spLocks noGrp="1"/>
          </p:cNvSpPr>
          <p:nvPr/>
        </p:nvSpPr>
        <p:spPr>
          <a:xfrm>
            <a:off x="4178860" y="37054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3" name="F2_precision_recall_distributions_4477">
            <a:extLst>
              <a:ext uri="{FF2B5EF4-FFF2-40B4-BE49-F238E27FC236}">
                <a16:creationId xmlns:a16="http://schemas.microsoft.com/office/drawing/2014/main" id="{57DC6513-A626-4308-8511-FA5CDBB1C674}"/>
              </a:ext>
            </a:extLst>
          </p:cNvPr>
          <p:cNvSpPr>
            <a:spLocks noGrp="1"/>
          </p:cNvSpPr>
          <p:nvPr/>
        </p:nvSpPr>
        <p:spPr>
          <a:xfrm>
            <a:off x="4183496" y="3709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4" name="F2_precision_recall_distributions_4478">
            <a:extLst>
              <a:ext uri="{FF2B5EF4-FFF2-40B4-BE49-F238E27FC236}">
                <a16:creationId xmlns:a16="http://schemas.microsoft.com/office/drawing/2014/main" id="{E8D8488B-9E84-4BC9-A05D-C0231BB62AA9}"/>
              </a:ext>
            </a:extLst>
          </p:cNvPr>
          <p:cNvSpPr>
            <a:spLocks noGrp="1"/>
          </p:cNvSpPr>
          <p:nvPr/>
        </p:nvSpPr>
        <p:spPr>
          <a:xfrm>
            <a:off x="4314067" y="35786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5" name="F2_precision_recall_distributions_4479">
            <a:extLst>
              <a:ext uri="{FF2B5EF4-FFF2-40B4-BE49-F238E27FC236}">
                <a16:creationId xmlns:a16="http://schemas.microsoft.com/office/drawing/2014/main" id="{B5135CF0-6C37-491C-8C19-5B1902C78521}"/>
              </a:ext>
            </a:extLst>
          </p:cNvPr>
          <p:cNvSpPr>
            <a:spLocks noGrp="1"/>
          </p:cNvSpPr>
          <p:nvPr/>
        </p:nvSpPr>
        <p:spPr>
          <a:xfrm>
            <a:off x="40484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6" name="F2_precision_recall_distributions_4480">
            <a:extLst>
              <a:ext uri="{FF2B5EF4-FFF2-40B4-BE49-F238E27FC236}">
                <a16:creationId xmlns:a16="http://schemas.microsoft.com/office/drawing/2014/main" id="{EA4B7C32-EAB7-490F-91AC-57AAAB19FB3F}"/>
              </a:ext>
            </a:extLst>
          </p:cNvPr>
          <p:cNvSpPr>
            <a:spLocks noGrp="1"/>
          </p:cNvSpPr>
          <p:nvPr/>
        </p:nvSpPr>
        <p:spPr>
          <a:xfrm>
            <a:off x="4139342" y="36902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7" name="F2_precision_recall_distributions_4481">
            <a:extLst>
              <a:ext uri="{FF2B5EF4-FFF2-40B4-BE49-F238E27FC236}">
                <a16:creationId xmlns:a16="http://schemas.microsoft.com/office/drawing/2014/main" id="{2CFFB638-30EA-491B-B828-8923387CE9D0}"/>
              </a:ext>
            </a:extLst>
          </p:cNvPr>
          <p:cNvSpPr>
            <a:spLocks noGrp="1"/>
          </p:cNvSpPr>
          <p:nvPr/>
        </p:nvSpPr>
        <p:spPr>
          <a:xfrm>
            <a:off x="1852503" y="287532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668" name="F2_precision_recall_distributions_4482">
            <a:extLst>
              <a:ext uri="{FF2B5EF4-FFF2-40B4-BE49-F238E27FC236}">
                <a16:creationId xmlns:a16="http://schemas.microsoft.com/office/drawing/2014/main" id="{2C9C3F7E-174D-4DC3-B23A-C143B6DE2415}"/>
              </a:ext>
            </a:extLst>
          </p:cNvPr>
          <p:cNvSpPr>
            <a:spLocks noGrp="1"/>
          </p:cNvSpPr>
          <p:nvPr/>
        </p:nvSpPr>
        <p:spPr>
          <a:xfrm>
            <a:off x="3016462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669" name="F2_precision_recall_distributions_4483">
            <a:extLst>
              <a:ext uri="{FF2B5EF4-FFF2-40B4-BE49-F238E27FC236}">
                <a16:creationId xmlns:a16="http://schemas.microsoft.com/office/drawing/2014/main" id="{9464F060-612E-4E60-8607-86AF85517B5D}"/>
              </a:ext>
            </a:extLst>
          </p:cNvPr>
          <p:cNvSpPr>
            <a:spLocks noGrp="1"/>
          </p:cNvSpPr>
          <p:nvPr/>
        </p:nvSpPr>
        <p:spPr>
          <a:xfrm>
            <a:off x="4180422" y="371079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670" name="F2_precision_recall_distributions_4484">
            <a:extLst>
              <a:ext uri="{FF2B5EF4-FFF2-40B4-BE49-F238E27FC236}">
                <a16:creationId xmlns:a16="http://schemas.microsoft.com/office/drawing/2014/main" id="{7FCEA50F-27B1-428E-8E78-399B15DC4073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1" name="F2_precision_recall_distributions_4485">
            <a:extLst>
              <a:ext uri="{FF2B5EF4-FFF2-40B4-BE49-F238E27FC236}">
                <a16:creationId xmlns:a16="http://schemas.microsoft.com/office/drawing/2014/main" id="{797722A5-1E36-4B48-9173-82F35C4AB851}"/>
              </a:ext>
            </a:extLst>
          </p:cNvPr>
          <p:cNvSpPr>
            <a:spLocks noGrp="1"/>
          </p:cNvSpPr>
          <p:nvPr/>
        </p:nvSpPr>
        <p:spPr>
          <a:xfrm>
            <a:off x="1212325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2" name="text_4486">
            <a:extLst>
              <a:ext uri="{FF2B5EF4-FFF2-40B4-BE49-F238E27FC236}">
                <a16:creationId xmlns:a16="http://schemas.microsoft.com/office/drawing/2014/main" id="{4E4FFFA7-82B2-4447-BA55-41CE3CA7E732}"/>
              </a:ext>
            </a:extLst>
          </p:cNvPr>
          <p:cNvSpPr>
            <a:spLocks noGrp="1"/>
          </p:cNvSpPr>
          <p:nvPr/>
        </p:nvSpPr>
        <p:spPr>
          <a:xfrm>
            <a:off x="1212325" y="267338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Precision</a:t>
            </a:r>
          </a:p>
        </p:txBody>
      </p:sp>
      <p:sp>
        <p:nvSpPr>
          <p:cNvPr id="1673" name="F2_precision_recall_distributions_4487">
            <a:extLst>
              <a:ext uri="{FF2B5EF4-FFF2-40B4-BE49-F238E27FC236}">
                <a16:creationId xmlns:a16="http://schemas.microsoft.com/office/drawing/2014/main" id="{CD908E4A-AEBD-496D-9023-85B29B11E48A}"/>
              </a:ext>
            </a:extLst>
          </p:cNvPr>
          <p:cNvSpPr>
            <a:spLocks noGrp="1"/>
          </p:cNvSpPr>
          <p:nvPr/>
        </p:nvSpPr>
        <p:spPr>
          <a:xfrm>
            <a:off x="1824461" y="284728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674" name="F2_precision_recall_distributions_4488">
            <a:extLst>
              <a:ext uri="{FF2B5EF4-FFF2-40B4-BE49-F238E27FC236}">
                <a16:creationId xmlns:a16="http://schemas.microsoft.com/office/drawing/2014/main" id="{8B5C8AA9-946E-417D-967F-B47F65CFE6ED}"/>
              </a:ext>
            </a:extLst>
          </p:cNvPr>
          <p:cNvSpPr>
            <a:spLocks noGrp="1"/>
          </p:cNvSpPr>
          <p:nvPr/>
        </p:nvSpPr>
        <p:spPr>
          <a:xfrm>
            <a:off x="2988421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675" name="F2_precision_recall_distributions_4489">
            <a:extLst>
              <a:ext uri="{FF2B5EF4-FFF2-40B4-BE49-F238E27FC236}">
                <a16:creationId xmlns:a16="http://schemas.microsoft.com/office/drawing/2014/main" id="{625FBA0F-4A2B-4987-A2B4-7E118ED8BF3B}"/>
              </a:ext>
            </a:extLst>
          </p:cNvPr>
          <p:cNvSpPr>
            <a:spLocks noGrp="1"/>
          </p:cNvSpPr>
          <p:nvPr/>
        </p:nvSpPr>
        <p:spPr>
          <a:xfrm>
            <a:off x="4152380" y="36945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676" name="F2_precision_recall_distributions_4490">
            <a:extLst>
              <a:ext uri="{FF2B5EF4-FFF2-40B4-BE49-F238E27FC236}">
                <a16:creationId xmlns:a16="http://schemas.microsoft.com/office/drawing/2014/main" id="{1251E807-C416-470E-8334-85F3B7AD9B86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7" name="F2_precision_recall_distributions_4491">
            <a:extLst>
              <a:ext uri="{FF2B5EF4-FFF2-40B4-BE49-F238E27FC236}">
                <a16:creationId xmlns:a16="http://schemas.microsoft.com/office/drawing/2014/main" id="{469CC614-CB06-4A66-9DE9-9660C6D38259}"/>
              </a:ext>
            </a:extLst>
          </p:cNvPr>
          <p:cNvSpPr>
            <a:spLocks noGrp="1"/>
          </p:cNvSpPr>
          <p:nvPr/>
        </p:nvSpPr>
        <p:spPr>
          <a:xfrm>
            <a:off x="5361841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78" name="F2_precision_recall_distributions_4492">
            <a:extLst>
              <a:ext uri="{FF2B5EF4-FFF2-40B4-BE49-F238E27FC236}">
                <a16:creationId xmlns:a16="http://schemas.microsoft.com/office/drawing/2014/main" id="{E5BAEECE-1BDB-4E86-A916-922105E0A638}"/>
              </a:ext>
            </a:extLst>
          </p:cNvPr>
          <p:cNvSpPr>
            <a:spLocks noGrp="1"/>
          </p:cNvSpPr>
          <p:nvPr/>
        </p:nvSpPr>
        <p:spPr>
          <a:xfrm>
            <a:off x="5319567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79" name="F2_precision_recall_distributions_4493">
            <a:extLst>
              <a:ext uri="{FF2B5EF4-FFF2-40B4-BE49-F238E27FC236}">
                <a16:creationId xmlns:a16="http://schemas.microsoft.com/office/drawing/2014/main" id="{8146E88F-0CA8-4BCE-A5F3-32D9C3B9BE1E}"/>
              </a:ext>
            </a:extLst>
          </p:cNvPr>
          <p:cNvSpPr>
            <a:spLocks noGrp="1"/>
          </p:cNvSpPr>
          <p:nvPr/>
        </p:nvSpPr>
        <p:spPr>
          <a:xfrm>
            <a:off x="5361841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0" name="F2_precision_recall_distributions_4494">
            <a:extLst>
              <a:ext uri="{FF2B5EF4-FFF2-40B4-BE49-F238E27FC236}">
                <a16:creationId xmlns:a16="http://schemas.microsoft.com/office/drawing/2014/main" id="{CFE30094-657E-4539-A0EE-262316C4812D}"/>
              </a:ext>
            </a:extLst>
          </p:cNvPr>
          <p:cNvSpPr>
            <a:spLocks noGrp="1"/>
          </p:cNvSpPr>
          <p:nvPr/>
        </p:nvSpPr>
        <p:spPr>
          <a:xfrm>
            <a:off x="5319567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1" name="F2_precision_recall_distributions_4495">
            <a:extLst>
              <a:ext uri="{FF2B5EF4-FFF2-40B4-BE49-F238E27FC236}">
                <a16:creationId xmlns:a16="http://schemas.microsoft.com/office/drawing/2014/main" id="{1055B0FF-635A-4D78-877A-483A57B0424A}"/>
              </a:ext>
            </a:extLst>
          </p:cNvPr>
          <p:cNvSpPr>
            <a:spLocks noGrp="1"/>
          </p:cNvSpPr>
          <p:nvPr/>
        </p:nvSpPr>
        <p:spPr>
          <a:xfrm>
            <a:off x="5361841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2" name="F2_precision_recall_distributions_4496">
            <a:extLst>
              <a:ext uri="{FF2B5EF4-FFF2-40B4-BE49-F238E27FC236}">
                <a16:creationId xmlns:a16="http://schemas.microsoft.com/office/drawing/2014/main" id="{D6840066-3229-4C11-B6D6-421747AE63EB}"/>
              </a:ext>
            </a:extLst>
          </p:cNvPr>
          <p:cNvSpPr>
            <a:spLocks noGrp="1"/>
          </p:cNvSpPr>
          <p:nvPr/>
        </p:nvSpPr>
        <p:spPr>
          <a:xfrm>
            <a:off x="5319567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3" name="F2_precision_recall_distributions_4497">
            <a:extLst>
              <a:ext uri="{FF2B5EF4-FFF2-40B4-BE49-F238E27FC236}">
                <a16:creationId xmlns:a16="http://schemas.microsoft.com/office/drawing/2014/main" id="{90632336-328F-4945-963B-C398E3478F8B}"/>
              </a:ext>
            </a:extLst>
          </p:cNvPr>
          <p:cNvSpPr>
            <a:spLocks noGrp="1"/>
          </p:cNvSpPr>
          <p:nvPr/>
        </p:nvSpPr>
        <p:spPr>
          <a:xfrm>
            <a:off x="566447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07414" y="848766"/>
                </a:moveTo>
                <a:lnTo>
                  <a:pt x="267683" y="848766"/>
                </a:lnTo>
                <a:lnTo>
                  <a:pt x="268734" y="842186"/>
                </a:lnTo>
                <a:lnTo>
                  <a:pt x="271776" y="835606"/>
                </a:lnTo>
                <a:lnTo>
                  <a:pt x="276494" y="829027"/>
                </a:lnTo>
                <a:lnTo>
                  <a:pt x="282424" y="822447"/>
                </a:lnTo>
                <a:lnTo>
                  <a:pt x="289029" y="815868"/>
                </a:lnTo>
                <a:lnTo>
                  <a:pt x="295779" y="809288"/>
                </a:lnTo>
                <a:lnTo>
                  <a:pt x="302220" y="802708"/>
                </a:lnTo>
                <a:lnTo>
                  <a:pt x="308023" y="796129"/>
                </a:lnTo>
                <a:lnTo>
                  <a:pt x="312996" y="789549"/>
                </a:lnTo>
                <a:lnTo>
                  <a:pt x="317080" y="782970"/>
                </a:lnTo>
                <a:lnTo>
                  <a:pt x="320321" y="776390"/>
                </a:lnTo>
                <a:lnTo>
                  <a:pt x="322836" y="769811"/>
                </a:lnTo>
                <a:lnTo>
                  <a:pt x="324775" y="763231"/>
                </a:lnTo>
                <a:lnTo>
                  <a:pt x="326290" y="756651"/>
                </a:lnTo>
                <a:lnTo>
                  <a:pt x="327513" y="750072"/>
                </a:lnTo>
                <a:lnTo>
                  <a:pt x="328545" y="743492"/>
                </a:lnTo>
                <a:lnTo>
                  <a:pt x="329449" y="736913"/>
                </a:lnTo>
                <a:lnTo>
                  <a:pt x="330253" y="730333"/>
                </a:lnTo>
                <a:lnTo>
                  <a:pt x="330959" y="723754"/>
                </a:lnTo>
                <a:lnTo>
                  <a:pt x="331544" y="717174"/>
                </a:lnTo>
                <a:lnTo>
                  <a:pt x="331978" y="710594"/>
                </a:lnTo>
                <a:lnTo>
                  <a:pt x="332225" y="704015"/>
                </a:lnTo>
                <a:lnTo>
                  <a:pt x="332260" y="697435"/>
                </a:lnTo>
                <a:lnTo>
                  <a:pt x="332068" y="690856"/>
                </a:lnTo>
                <a:lnTo>
                  <a:pt x="331655" y="684276"/>
                </a:lnTo>
                <a:lnTo>
                  <a:pt x="331044" y="677697"/>
                </a:lnTo>
                <a:lnTo>
                  <a:pt x="330278" y="671117"/>
                </a:lnTo>
                <a:lnTo>
                  <a:pt x="329414" y="664537"/>
                </a:lnTo>
                <a:lnTo>
                  <a:pt x="328514" y="657958"/>
                </a:lnTo>
                <a:lnTo>
                  <a:pt x="327637" y="651378"/>
                </a:lnTo>
                <a:lnTo>
                  <a:pt x="326832" y="644799"/>
                </a:lnTo>
                <a:lnTo>
                  <a:pt x="326132" y="638219"/>
                </a:lnTo>
                <a:lnTo>
                  <a:pt x="325546" y="631639"/>
                </a:lnTo>
                <a:lnTo>
                  <a:pt x="325067" y="625060"/>
                </a:lnTo>
                <a:lnTo>
                  <a:pt x="324674" y="618480"/>
                </a:lnTo>
                <a:lnTo>
                  <a:pt x="324342" y="611901"/>
                </a:lnTo>
                <a:lnTo>
                  <a:pt x="324051" y="605321"/>
                </a:lnTo>
                <a:lnTo>
                  <a:pt x="323798" y="598742"/>
                </a:lnTo>
                <a:lnTo>
                  <a:pt x="323591" y="592162"/>
                </a:lnTo>
                <a:lnTo>
                  <a:pt x="323456" y="585582"/>
                </a:lnTo>
                <a:lnTo>
                  <a:pt x="323423" y="579003"/>
                </a:lnTo>
                <a:lnTo>
                  <a:pt x="323518" y="572423"/>
                </a:lnTo>
                <a:lnTo>
                  <a:pt x="323749" y="565844"/>
                </a:lnTo>
                <a:lnTo>
                  <a:pt x="324102" y="559264"/>
                </a:lnTo>
                <a:lnTo>
                  <a:pt x="324533" y="552685"/>
                </a:lnTo>
                <a:lnTo>
                  <a:pt x="324977" y="546105"/>
                </a:lnTo>
                <a:lnTo>
                  <a:pt x="325357" y="539525"/>
                </a:lnTo>
                <a:lnTo>
                  <a:pt x="325591" y="532946"/>
                </a:lnTo>
                <a:lnTo>
                  <a:pt x="325612" y="526366"/>
                </a:lnTo>
                <a:lnTo>
                  <a:pt x="325367" y="519787"/>
                </a:lnTo>
                <a:lnTo>
                  <a:pt x="324825" y="513207"/>
                </a:lnTo>
                <a:lnTo>
                  <a:pt x="323973" y="506627"/>
                </a:lnTo>
                <a:lnTo>
                  <a:pt x="322804" y="500048"/>
                </a:lnTo>
                <a:lnTo>
                  <a:pt x="321316" y="493468"/>
                </a:lnTo>
                <a:lnTo>
                  <a:pt x="319509" y="486889"/>
                </a:lnTo>
                <a:lnTo>
                  <a:pt x="317386" y="480309"/>
                </a:lnTo>
                <a:lnTo>
                  <a:pt x="314969" y="473730"/>
                </a:lnTo>
                <a:lnTo>
                  <a:pt x="312306" y="467150"/>
                </a:lnTo>
                <a:lnTo>
                  <a:pt x="309492" y="460570"/>
                </a:lnTo>
                <a:lnTo>
                  <a:pt x="306670" y="453991"/>
                </a:lnTo>
                <a:lnTo>
                  <a:pt x="304025" y="447411"/>
                </a:lnTo>
                <a:lnTo>
                  <a:pt x="301770" y="440832"/>
                </a:lnTo>
                <a:lnTo>
                  <a:pt x="300109" y="434252"/>
                </a:lnTo>
                <a:lnTo>
                  <a:pt x="299205" y="427673"/>
                </a:lnTo>
                <a:lnTo>
                  <a:pt x="299152" y="421093"/>
                </a:lnTo>
                <a:lnTo>
                  <a:pt x="299950" y="414513"/>
                </a:lnTo>
                <a:lnTo>
                  <a:pt x="301506" y="407934"/>
                </a:lnTo>
                <a:lnTo>
                  <a:pt x="303648" y="401354"/>
                </a:lnTo>
                <a:lnTo>
                  <a:pt x="306157" y="394775"/>
                </a:lnTo>
                <a:lnTo>
                  <a:pt x="308796" y="388195"/>
                </a:lnTo>
                <a:lnTo>
                  <a:pt x="311349" y="381616"/>
                </a:lnTo>
                <a:lnTo>
                  <a:pt x="313638" y="375036"/>
                </a:lnTo>
                <a:lnTo>
                  <a:pt x="315541" y="368456"/>
                </a:lnTo>
                <a:lnTo>
                  <a:pt x="316984" y="361877"/>
                </a:lnTo>
                <a:lnTo>
                  <a:pt x="317935" y="355297"/>
                </a:lnTo>
                <a:lnTo>
                  <a:pt x="318394" y="348718"/>
                </a:lnTo>
                <a:lnTo>
                  <a:pt x="318378" y="342138"/>
                </a:lnTo>
                <a:lnTo>
                  <a:pt x="317922" y="335558"/>
                </a:lnTo>
                <a:lnTo>
                  <a:pt x="317080" y="328979"/>
                </a:lnTo>
                <a:lnTo>
                  <a:pt x="315927" y="322399"/>
                </a:lnTo>
                <a:lnTo>
                  <a:pt x="314564" y="315820"/>
                </a:lnTo>
                <a:lnTo>
                  <a:pt x="313122" y="309240"/>
                </a:lnTo>
                <a:lnTo>
                  <a:pt x="311745" y="302661"/>
                </a:lnTo>
                <a:lnTo>
                  <a:pt x="310581" y="296081"/>
                </a:lnTo>
                <a:lnTo>
                  <a:pt x="309753" y="289501"/>
                </a:lnTo>
                <a:lnTo>
                  <a:pt x="309340" y="282922"/>
                </a:lnTo>
                <a:lnTo>
                  <a:pt x="309360" y="276342"/>
                </a:lnTo>
                <a:lnTo>
                  <a:pt x="309761" y="269763"/>
                </a:lnTo>
                <a:lnTo>
                  <a:pt x="310435" y="263183"/>
                </a:lnTo>
                <a:lnTo>
                  <a:pt x="311236" y="256604"/>
                </a:lnTo>
                <a:lnTo>
                  <a:pt x="312008" y="250024"/>
                </a:lnTo>
                <a:lnTo>
                  <a:pt x="312622" y="243444"/>
                </a:lnTo>
                <a:lnTo>
                  <a:pt x="312996" y="236865"/>
                </a:lnTo>
                <a:lnTo>
                  <a:pt x="313109" y="230285"/>
                </a:lnTo>
                <a:lnTo>
                  <a:pt x="313003" y="223706"/>
                </a:lnTo>
                <a:lnTo>
                  <a:pt x="312761" y="217126"/>
                </a:lnTo>
                <a:lnTo>
                  <a:pt x="312495" y="210546"/>
                </a:lnTo>
                <a:lnTo>
                  <a:pt x="312314" y="203967"/>
                </a:lnTo>
                <a:lnTo>
                  <a:pt x="312304" y="197387"/>
                </a:lnTo>
                <a:lnTo>
                  <a:pt x="312521" y="190808"/>
                </a:lnTo>
                <a:lnTo>
                  <a:pt x="312982" y="184228"/>
                </a:lnTo>
                <a:lnTo>
                  <a:pt x="313672" y="177649"/>
                </a:lnTo>
                <a:lnTo>
                  <a:pt x="314558" y="171069"/>
                </a:lnTo>
                <a:lnTo>
                  <a:pt x="315594" y="164489"/>
                </a:lnTo>
                <a:lnTo>
                  <a:pt x="316740" y="157910"/>
                </a:lnTo>
                <a:lnTo>
                  <a:pt x="317957" y="151330"/>
                </a:lnTo>
                <a:lnTo>
                  <a:pt x="319218" y="144751"/>
                </a:lnTo>
                <a:lnTo>
                  <a:pt x="320493" y="138171"/>
                </a:lnTo>
                <a:lnTo>
                  <a:pt x="321742" y="131592"/>
                </a:lnTo>
                <a:lnTo>
                  <a:pt x="322900" y="125012"/>
                </a:lnTo>
                <a:lnTo>
                  <a:pt x="323858" y="118432"/>
                </a:lnTo>
                <a:lnTo>
                  <a:pt x="324436" y="111853"/>
                </a:lnTo>
                <a:lnTo>
                  <a:pt x="324362" y="105273"/>
                </a:lnTo>
                <a:lnTo>
                  <a:pt x="323241" y="98694"/>
                </a:lnTo>
                <a:lnTo>
                  <a:pt x="320536" y="92114"/>
                </a:lnTo>
                <a:lnTo>
                  <a:pt x="315565" y="85535"/>
                </a:lnTo>
                <a:lnTo>
                  <a:pt x="307521" y="78955"/>
                </a:lnTo>
                <a:lnTo>
                  <a:pt x="295542" y="72375"/>
                </a:lnTo>
                <a:lnTo>
                  <a:pt x="278820" y="65796"/>
                </a:lnTo>
                <a:lnTo>
                  <a:pt x="256771" y="59216"/>
                </a:lnTo>
                <a:lnTo>
                  <a:pt x="229225" y="52637"/>
                </a:lnTo>
                <a:lnTo>
                  <a:pt x="196619" y="46057"/>
                </a:lnTo>
                <a:lnTo>
                  <a:pt x="160139" y="39477"/>
                </a:lnTo>
                <a:lnTo>
                  <a:pt x="121756" y="32898"/>
                </a:lnTo>
                <a:lnTo>
                  <a:pt x="84117" y="26318"/>
                </a:lnTo>
                <a:lnTo>
                  <a:pt x="50290" y="19739"/>
                </a:lnTo>
                <a:lnTo>
                  <a:pt x="23364" y="13159"/>
                </a:lnTo>
                <a:lnTo>
                  <a:pt x="600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96" y="6580"/>
                </a:lnTo>
                <a:lnTo>
                  <a:pt x="651733" y="13159"/>
                </a:lnTo>
                <a:lnTo>
                  <a:pt x="624807" y="19739"/>
                </a:lnTo>
                <a:lnTo>
                  <a:pt x="590979" y="26318"/>
                </a:lnTo>
                <a:lnTo>
                  <a:pt x="553341" y="32898"/>
                </a:lnTo>
                <a:lnTo>
                  <a:pt x="514957" y="39477"/>
                </a:lnTo>
                <a:lnTo>
                  <a:pt x="478477" y="46057"/>
                </a:lnTo>
                <a:lnTo>
                  <a:pt x="445872" y="52637"/>
                </a:lnTo>
                <a:lnTo>
                  <a:pt x="418326" y="59216"/>
                </a:lnTo>
                <a:lnTo>
                  <a:pt x="396277" y="65796"/>
                </a:lnTo>
                <a:lnTo>
                  <a:pt x="379555" y="72375"/>
                </a:lnTo>
                <a:lnTo>
                  <a:pt x="367575" y="78955"/>
                </a:lnTo>
                <a:lnTo>
                  <a:pt x="359531" y="85535"/>
                </a:lnTo>
                <a:lnTo>
                  <a:pt x="354560" y="92114"/>
                </a:lnTo>
                <a:lnTo>
                  <a:pt x="351855" y="98694"/>
                </a:lnTo>
                <a:lnTo>
                  <a:pt x="350734" y="105273"/>
                </a:lnTo>
                <a:lnTo>
                  <a:pt x="350660" y="111853"/>
                </a:lnTo>
                <a:lnTo>
                  <a:pt x="351239" y="118432"/>
                </a:lnTo>
                <a:lnTo>
                  <a:pt x="352197" y="125012"/>
                </a:lnTo>
                <a:lnTo>
                  <a:pt x="353355" y="131592"/>
                </a:lnTo>
                <a:lnTo>
                  <a:pt x="354604" y="138171"/>
                </a:lnTo>
                <a:lnTo>
                  <a:pt x="355878" y="144751"/>
                </a:lnTo>
                <a:lnTo>
                  <a:pt x="357139" y="151330"/>
                </a:lnTo>
                <a:lnTo>
                  <a:pt x="358357" y="157910"/>
                </a:lnTo>
                <a:lnTo>
                  <a:pt x="359502" y="164489"/>
                </a:lnTo>
                <a:lnTo>
                  <a:pt x="360539" y="171069"/>
                </a:lnTo>
                <a:lnTo>
                  <a:pt x="361424" y="177649"/>
                </a:lnTo>
                <a:lnTo>
                  <a:pt x="362115" y="184228"/>
                </a:lnTo>
                <a:lnTo>
                  <a:pt x="362576" y="190808"/>
                </a:lnTo>
                <a:lnTo>
                  <a:pt x="362792" y="197387"/>
                </a:lnTo>
                <a:lnTo>
                  <a:pt x="362783" y="203967"/>
                </a:lnTo>
                <a:lnTo>
                  <a:pt x="362601" y="210546"/>
                </a:lnTo>
                <a:lnTo>
                  <a:pt x="362335" y="217126"/>
                </a:lnTo>
                <a:lnTo>
                  <a:pt x="362094" y="223706"/>
                </a:lnTo>
                <a:lnTo>
                  <a:pt x="361987" y="230285"/>
                </a:lnTo>
                <a:lnTo>
                  <a:pt x="362101" y="236865"/>
                </a:lnTo>
                <a:lnTo>
                  <a:pt x="362475" y="243444"/>
                </a:lnTo>
                <a:lnTo>
                  <a:pt x="363089" y="250024"/>
                </a:lnTo>
                <a:lnTo>
                  <a:pt x="363861" y="256604"/>
                </a:lnTo>
                <a:lnTo>
                  <a:pt x="364661" y="263183"/>
                </a:lnTo>
                <a:lnTo>
                  <a:pt x="365335" y="269763"/>
                </a:lnTo>
                <a:lnTo>
                  <a:pt x="365737" y="276342"/>
                </a:lnTo>
                <a:lnTo>
                  <a:pt x="365757" y="282922"/>
                </a:lnTo>
                <a:lnTo>
                  <a:pt x="365344" y="289501"/>
                </a:lnTo>
                <a:lnTo>
                  <a:pt x="364516" y="296081"/>
                </a:lnTo>
                <a:lnTo>
                  <a:pt x="363351" y="302661"/>
                </a:lnTo>
                <a:lnTo>
                  <a:pt x="361975" y="309240"/>
                </a:lnTo>
                <a:lnTo>
                  <a:pt x="360532" y="315820"/>
                </a:lnTo>
                <a:lnTo>
                  <a:pt x="359170" y="322399"/>
                </a:lnTo>
                <a:lnTo>
                  <a:pt x="358016" y="328979"/>
                </a:lnTo>
                <a:lnTo>
                  <a:pt x="357174" y="335558"/>
                </a:lnTo>
                <a:lnTo>
                  <a:pt x="356719" y="342138"/>
                </a:lnTo>
                <a:lnTo>
                  <a:pt x="356703" y="348718"/>
                </a:lnTo>
                <a:lnTo>
                  <a:pt x="357161" y="355297"/>
                </a:lnTo>
                <a:lnTo>
                  <a:pt x="358112" y="361877"/>
                </a:lnTo>
                <a:lnTo>
                  <a:pt x="359555" y="368456"/>
                </a:lnTo>
                <a:lnTo>
                  <a:pt x="361458" y="375036"/>
                </a:lnTo>
                <a:lnTo>
                  <a:pt x="363748" y="381616"/>
                </a:lnTo>
                <a:lnTo>
                  <a:pt x="366301" y="388195"/>
                </a:lnTo>
                <a:lnTo>
                  <a:pt x="368940" y="394775"/>
                </a:lnTo>
                <a:lnTo>
                  <a:pt x="371449" y="401354"/>
                </a:lnTo>
                <a:lnTo>
                  <a:pt x="373591" y="407934"/>
                </a:lnTo>
                <a:lnTo>
                  <a:pt x="375147" y="414513"/>
                </a:lnTo>
                <a:lnTo>
                  <a:pt x="375944" y="421093"/>
                </a:lnTo>
                <a:lnTo>
                  <a:pt x="375891" y="427673"/>
                </a:lnTo>
                <a:lnTo>
                  <a:pt x="374988" y="434252"/>
                </a:lnTo>
                <a:lnTo>
                  <a:pt x="373327" y="440832"/>
                </a:lnTo>
                <a:lnTo>
                  <a:pt x="371071" y="447411"/>
                </a:lnTo>
                <a:lnTo>
                  <a:pt x="368427" y="453991"/>
                </a:lnTo>
                <a:lnTo>
                  <a:pt x="365605" y="460570"/>
                </a:lnTo>
                <a:lnTo>
                  <a:pt x="362791" y="467150"/>
                </a:lnTo>
                <a:lnTo>
                  <a:pt x="360128" y="473730"/>
                </a:lnTo>
                <a:lnTo>
                  <a:pt x="357710" y="480309"/>
                </a:lnTo>
                <a:lnTo>
                  <a:pt x="355588" y="486889"/>
                </a:lnTo>
                <a:lnTo>
                  <a:pt x="353781" y="493468"/>
                </a:lnTo>
                <a:lnTo>
                  <a:pt x="352293" y="500048"/>
                </a:lnTo>
                <a:lnTo>
                  <a:pt x="351124" y="506627"/>
                </a:lnTo>
                <a:lnTo>
                  <a:pt x="350271" y="513207"/>
                </a:lnTo>
                <a:lnTo>
                  <a:pt x="349730" y="519787"/>
                </a:lnTo>
                <a:lnTo>
                  <a:pt x="349485" y="526366"/>
                </a:lnTo>
                <a:lnTo>
                  <a:pt x="349505" y="532946"/>
                </a:lnTo>
                <a:lnTo>
                  <a:pt x="349740" y="539525"/>
                </a:lnTo>
                <a:lnTo>
                  <a:pt x="350119" y="546105"/>
                </a:lnTo>
                <a:lnTo>
                  <a:pt x="350564" y="552685"/>
                </a:lnTo>
                <a:lnTo>
                  <a:pt x="350995" y="559264"/>
                </a:lnTo>
                <a:lnTo>
                  <a:pt x="351348" y="565844"/>
                </a:lnTo>
                <a:lnTo>
                  <a:pt x="351579" y="572423"/>
                </a:lnTo>
                <a:lnTo>
                  <a:pt x="351674" y="579003"/>
                </a:lnTo>
                <a:lnTo>
                  <a:pt x="351641" y="585582"/>
                </a:lnTo>
                <a:lnTo>
                  <a:pt x="351506" y="592162"/>
                </a:lnTo>
                <a:lnTo>
                  <a:pt x="351299" y="598742"/>
                </a:lnTo>
                <a:lnTo>
                  <a:pt x="351045" y="605321"/>
                </a:lnTo>
                <a:lnTo>
                  <a:pt x="350755" y="611901"/>
                </a:lnTo>
                <a:lnTo>
                  <a:pt x="350423" y="618480"/>
                </a:lnTo>
                <a:lnTo>
                  <a:pt x="350030" y="625060"/>
                </a:lnTo>
                <a:lnTo>
                  <a:pt x="349551" y="631639"/>
                </a:lnTo>
                <a:lnTo>
                  <a:pt x="348965" y="638219"/>
                </a:lnTo>
                <a:lnTo>
                  <a:pt x="348264" y="644799"/>
                </a:lnTo>
                <a:lnTo>
                  <a:pt x="347460" y="651378"/>
                </a:lnTo>
                <a:lnTo>
                  <a:pt x="346583" y="657958"/>
                </a:lnTo>
                <a:lnTo>
                  <a:pt x="345682" y="664537"/>
                </a:lnTo>
                <a:lnTo>
                  <a:pt x="344818" y="671117"/>
                </a:lnTo>
                <a:lnTo>
                  <a:pt x="344053" y="677697"/>
                </a:lnTo>
                <a:lnTo>
                  <a:pt x="343442" y="684276"/>
                </a:lnTo>
                <a:lnTo>
                  <a:pt x="343029" y="690856"/>
                </a:lnTo>
                <a:lnTo>
                  <a:pt x="342837" y="697435"/>
                </a:lnTo>
                <a:lnTo>
                  <a:pt x="342871" y="704015"/>
                </a:lnTo>
                <a:lnTo>
                  <a:pt x="343119" y="710594"/>
                </a:lnTo>
                <a:lnTo>
                  <a:pt x="343552" y="717174"/>
                </a:lnTo>
                <a:lnTo>
                  <a:pt x="344138" y="723754"/>
                </a:lnTo>
                <a:lnTo>
                  <a:pt x="344843" y="730333"/>
                </a:lnTo>
                <a:lnTo>
                  <a:pt x="345648" y="736913"/>
                </a:lnTo>
                <a:lnTo>
                  <a:pt x="346552" y="743492"/>
                </a:lnTo>
                <a:lnTo>
                  <a:pt x="347584" y="750072"/>
                </a:lnTo>
                <a:lnTo>
                  <a:pt x="348807" y="756651"/>
                </a:lnTo>
                <a:lnTo>
                  <a:pt x="350321" y="763231"/>
                </a:lnTo>
                <a:lnTo>
                  <a:pt x="352260" y="769811"/>
                </a:lnTo>
                <a:lnTo>
                  <a:pt x="354775" y="776390"/>
                </a:lnTo>
                <a:lnTo>
                  <a:pt x="358017" y="782970"/>
                </a:lnTo>
                <a:lnTo>
                  <a:pt x="362100" y="789549"/>
                </a:lnTo>
                <a:lnTo>
                  <a:pt x="367073" y="796129"/>
                </a:lnTo>
                <a:lnTo>
                  <a:pt x="372876" y="802708"/>
                </a:lnTo>
                <a:lnTo>
                  <a:pt x="379318" y="809288"/>
                </a:lnTo>
                <a:lnTo>
                  <a:pt x="386068" y="815868"/>
                </a:lnTo>
                <a:lnTo>
                  <a:pt x="392673" y="822447"/>
                </a:lnTo>
                <a:lnTo>
                  <a:pt x="398603" y="829027"/>
                </a:lnTo>
                <a:lnTo>
                  <a:pt x="403321" y="835606"/>
                </a:lnTo>
                <a:lnTo>
                  <a:pt x="406363" y="842186"/>
                </a:lnTo>
                <a:lnTo>
                  <a:pt x="407414" y="848766"/>
                </a:lnTo>
                <a:lnTo>
                  <a:pt x="407414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684" name="F2_precision_recall_distributions_4498">
            <a:extLst>
              <a:ext uri="{FF2B5EF4-FFF2-40B4-BE49-F238E27FC236}">
                <a16:creationId xmlns:a16="http://schemas.microsoft.com/office/drawing/2014/main" id="{D790B1B8-00A2-4520-852D-B86BDA61B792}"/>
              </a:ext>
            </a:extLst>
          </p:cNvPr>
          <p:cNvSpPr>
            <a:spLocks noGrp="1"/>
          </p:cNvSpPr>
          <p:nvPr/>
        </p:nvSpPr>
        <p:spPr>
          <a:xfrm>
            <a:off x="587763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5" name="F2_precision_recall_distributions_4499">
            <a:extLst>
              <a:ext uri="{FF2B5EF4-FFF2-40B4-BE49-F238E27FC236}">
                <a16:creationId xmlns:a16="http://schemas.microsoft.com/office/drawing/2014/main" id="{A742E29C-1ADD-46D7-AFCA-0B06028CE138}"/>
              </a:ext>
            </a:extLst>
          </p:cNvPr>
          <p:cNvSpPr>
            <a:spLocks noGrp="1"/>
          </p:cNvSpPr>
          <p:nvPr/>
        </p:nvSpPr>
        <p:spPr>
          <a:xfrm>
            <a:off x="615920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6" name="F2_precision_recall_distributions_4500">
            <a:extLst>
              <a:ext uri="{FF2B5EF4-FFF2-40B4-BE49-F238E27FC236}">
                <a16:creationId xmlns:a16="http://schemas.microsoft.com/office/drawing/2014/main" id="{33D77CF0-88A6-496C-A32E-008E34CF3DD9}"/>
              </a:ext>
            </a:extLst>
          </p:cNvPr>
          <p:cNvSpPr>
            <a:spLocks noGrp="1"/>
          </p:cNvSpPr>
          <p:nvPr/>
        </p:nvSpPr>
        <p:spPr>
          <a:xfrm>
            <a:off x="612151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7" name="F2_precision_recall_distributions_4501">
            <a:extLst>
              <a:ext uri="{FF2B5EF4-FFF2-40B4-BE49-F238E27FC236}">
                <a16:creationId xmlns:a16="http://schemas.microsoft.com/office/drawing/2014/main" id="{F371176E-F31C-4714-ADED-330C0282A473}"/>
              </a:ext>
            </a:extLst>
          </p:cNvPr>
          <p:cNvSpPr>
            <a:spLocks noGrp="1"/>
          </p:cNvSpPr>
          <p:nvPr/>
        </p:nvSpPr>
        <p:spPr>
          <a:xfrm>
            <a:off x="6004314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8" name="F2_precision_recall_distributions_4502">
            <a:extLst>
              <a:ext uri="{FF2B5EF4-FFF2-40B4-BE49-F238E27FC236}">
                <a16:creationId xmlns:a16="http://schemas.microsoft.com/office/drawing/2014/main" id="{A78FDADA-A1FD-472B-ADCC-E460613DEBEE}"/>
              </a:ext>
            </a:extLst>
          </p:cNvPr>
          <p:cNvSpPr>
            <a:spLocks noGrp="1"/>
          </p:cNvSpPr>
          <p:nvPr/>
        </p:nvSpPr>
        <p:spPr>
          <a:xfrm>
            <a:off x="6044576" y="32190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9" name="F2_precision_recall_distributions_4503">
            <a:extLst>
              <a:ext uri="{FF2B5EF4-FFF2-40B4-BE49-F238E27FC236}">
                <a16:creationId xmlns:a16="http://schemas.microsoft.com/office/drawing/2014/main" id="{CFE324FE-84C8-41C6-ADDE-5A0D5DA674B4}"/>
              </a:ext>
            </a:extLst>
          </p:cNvPr>
          <p:cNvSpPr>
            <a:spLocks noGrp="1"/>
          </p:cNvSpPr>
          <p:nvPr/>
        </p:nvSpPr>
        <p:spPr>
          <a:xfrm>
            <a:off x="6024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0" name="F2_precision_recall_distributions_4504">
            <a:extLst>
              <a:ext uri="{FF2B5EF4-FFF2-40B4-BE49-F238E27FC236}">
                <a16:creationId xmlns:a16="http://schemas.microsoft.com/office/drawing/2014/main" id="{04BB4238-B9DD-41CB-999A-F2734A8BCDE2}"/>
              </a:ext>
            </a:extLst>
          </p:cNvPr>
          <p:cNvSpPr>
            <a:spLocks noGrp="1"/>
          </p:cNvSpPr>
          <p:nvPr/>
        </p:nvSpPr>
        <p:spPr>
          <a:xfrm>
            <a:off x="60489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1" name="F2_precision_recall_distributions_4505">
            <a:extLst>
              <a:ext uri="{FF2B5EF4-FFF2-40B4-BE49-F238E27FC236}">
                <a16:creationId xmlns:a16="http://schemas.microsoft.com/office/drawing/2014/main" id="{9D8441C4-984F-415E-A2E6-9EA60CBF6B5D}"/>
              </a:ext>
            </a:extLst>
          </p:cNvPr>
          <p:cNvSpPr>
            <a:spLocks noGrp="1"/>
          </p:cNvSpPr>
          <p:nvPr/>
        </p:nvSpPr>
        <p:spPr>
          <a:xfrm>
            <a:off x="60838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2" name="F2_precision_recall_distributions_4506">
            <a:extLst>
              <a:ext uri="{FF2B5EF4-FFF2-40B4-BE49-F238E27FC236}">
                <a16:creationId xmlns:a16="http://schemas.microsoft.com/office/drawing/2014/main" id="{EBE67576-79D8-47E9-95B7-A4B97256D055}"/>
              </a:ext>
            </a:extLst>
          </p:cNvPr>
          <p:cNvSpPr>
            <a:spLocks noGrp="1"/>
          </p:cNvSpPr>
          <p:nvPr/>
        </p:nvSpPr>
        <p:spPr>
          <a:xfrm>
            <a:off x="5923483" y="325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3" name="F2_precision_recall_distributions_4507">
            <a:extLst>
              <a:ext uri="{FF2B5EF4-FFF2-40B4-BE49-F238E27FC236}">
                <a16:creationId xmlns:a16="http://schemas.microsoft.com/office/drawing/2014/main" id="{6202C82E-F028-4D77-8CEB-97D7C60E53C0}"/>
              </a:ext>
            </a:extLst>
          </p:cNvPr>
          <p:cNvSpPr>
            <a:spLocks noGrp="1"/>
          </p:cNvSpPr>
          <p:nvPr/>
        </p:nvSpPr>
        <p:spPr>
          <a:xfrm>
            <a:off x="59309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4" name="F2_precision_recall_distributions_4508">
            <a:extLst>
              <a:ext uri="{FF2B5EF4-FFF2-40B4-BE49-F238E27FC236}">
                <a16:creationId xmlns:a16="http://schemas.microsoft.com/office/drawing/2014/main" id="{85C790A3-4C14-4C66-BDBC-6FCD17106592}"/>
              </a:ext>
            </a:extLst>
          </p:cNvPr>
          <p:cNvSpPr>
            <a:spLocks noGrp="1"/>
          </p:cNvSpPr>
          <p:nvPr/>
        </p:nvSpPr>
        <p:spPr>
          <a:xfrm>
            <a:off x="5981781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5" name="F2_precision_recall_distributions_4509">
            <a:extLst>
              <a:ext uri="{FF2B5EF4-FFF2-40B4-BE49-F238E27FC236}">
                <a16:creationId xmlns:a16="http://schemas.microsoft.com/office/drawing/2014/main" id="{E99A09FF-471E-48FD-B185-CF85C760D5BF}"/>
              </a:ext>
            </a:extLst>
          </p:cNvPr>
          <p:cNvSpPr>
            <a:spLocks noGrp="1"/>
          </p:cNvSpPr>
          <p:nvPr/>
        </p:nvSpPr>
        <p:spPr>
          <a:xfrm>
            <a:off x="58391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6" name="F2_precision_recall_distributions_4510">
            <a:extLst>
              <a:ext uri="{FF2B5EF4-FFF2-40B4-BE49-F238E27FC236}">
                <a16:creationId xmlns:a16="http://schemas.microsoft.com/office/drawing/2014/main" id="{A95F1300-4B05-4B55-B9BB-82CBD7BDC2A4}"/>
              </a:ext>
            </a:extLst>
          </p:cNvPr>
          <p:cNvSpPr>
            <a:spLocks noGrp="1"/>
          </p:cNvSpPr>
          <p:nvPr/>
        </p:nvSpPr>
        <p:spPr>
          <a:xfrm>
            <a:off x="59082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7" name="F2_precision_recall_distributions_4511">
            <a:extLst>
              <a:ext uri="{FF2B5EF4-FFF2-40B4-BE49-F238E27FC236}">
                <a16:creationId xmlns:a16="http://schemas.microsoft.com/office/drawing/2014/main" id="{5F006E1B-B3D4-4155-8A5C-E8EF0AF92AED}"/>
              </a:ext>
            </a:extLst>
          </p:cNvPr>
          <p:cNvSpPr>
            <a:spLocks noGrp="1"/>
          </p:cNvSpPr>
          <p:nvPr/>
        </p:nvSpPr>
        <p:spPr>
          <a:xfrm>
            <a:off x="5842479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8" name="F2_precision_recall_distributions_4512">
            <a:extLst>
              <a:ext uri="{FF2B5EF4-FFF2-40B4-BE49-F238E27FC236}">
                <a16:creationId xmlns:a16="http://schemas.microsoft.com/office/drawing/2014/main" id="{BF60C43D-EDF2-46CF-84F5-58FF3FBFF90A}"/>
              </a:ext>
            </a:extLst>
          </p:cNvPr>
          <p:cNvSpPr>
            <a:spLocks noGrp="1"/>
          </p:cNvSpPr>
          <p:nvPr/>
        </p:nvSpPr>
        <p:spPr>
          <a:xfrm>
            <a:off x="606858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9" name="F2_precision_recall_distributions_4513">
            <a:extLst>
              <a:ext uri="{FF2B5EF4-FFF2-40B4-BE49-F238E27FC236}">
                <a16:creationId xmlns:a16="http://schemas.microsoft.com/office/drawing/2014/main" id="{4080F266-E565-4907-9AEA-F8CD18FE81A6}"/>
              </a:ext>
            </a:extLst>
          </p:cNvPr>
          <p:cNvSpPr>
            <a:spLocks noGrp="1"/>
          </p:cNvSpPr>
          <p:nvPr/>
        </p:nvSpPr>
        <p:spPr>
          <a:xfrm>
            <a:off x="580227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0" name="F2_precision_recall_distributions_4514">
            <a:extLst>
              <a:ext uri="{FF2B5EF4-FFF2-40B4-BE49-F238E27FC236}">
                <a16:creationId xmlns:a16="http://schemas.microsoft.com/office/drawing/2014/main" id="{404DF7E2-3C2A-4735-8C37-D8EF0EAA6B2D}"/>
              </a:ext>
            </a:extLst>
          </p:cNvPr>
          <p:cNvSpPr>
            <a:spLocks noGrp="1"/>
          </p:cNvSpPr>
          <p:nvPr/>
        </p:nvSpPr>
        <p:spPr>
          <a:xfrm>
            <a:off x="60318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1" name="F2_precision_recall_distributions_4515">
            <a:extLst>
              <a:ext uri="{FF2B5EF4-FFF2-40B4-BE49-F238E27FC236}">
                <a16:creationId xmlns:a16="http://schemas.microsoft.com/office/drawing/2014/main" id="{B8E57FC4-203F-44FD-A3B0-2D629D214E2C}"/>
              </a:ext>
            </a:extLst>
          </p:cNvPr>
          <p:cNvSpPr>
            <a:spLocks noGrp="1"/>
          </p:cNvSpPr>
          <p:nvPr/>
        </p:nvSpPr>
        <p:spPr>
          <a:xfrm>
            <a:off x="59791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2" name="F2_precision_recall_distributions_4516">
            <a:extLst>
              <a:ext uri="{FF2B5EF4-FFF2-40B4-BE49-F238E27FC236}">
                <a16:creationId xmlns:a16="http://schemas.microsoft.com/office/drawing/2014/main" id="{2C91CF9B-DCF1-4D02-84FB-FBFC4DE8B7FE}"/>
              </a:ext>
            </a:extLst>
          </p:cNvPr>
          <p:cNvSpPr>
            <a:spLocks noGrp="1"/>
          </p:cNvSpPr>
          <p:nvPr/>
        </p:nvSpPr>
        <p:spPr>
          <a:xfrm>
            <a:off x="598377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3" name="F2_precision_recall_distributions_4517">
            <a:extLst>
              <a:ext uri="{FF2B5EF4-FFF2-40B4-BE49-F238E27FC236}">
                <a16:creationId xmlns:a16="http://schemas.microsoft.com/office/drawing/2014/main" id="{BA4DAAA4-4AD8-4F7E-A09A-5FBFC6BFD54F}"/>
              </a:ext>
            </a:extLst>
          </p:cNvPr>
          <p:cNvSpPr>
            <a:spLocks noGrp="1"/>
          </p:cNvSpPr>
          <p:nvPr/>
        </p:nvSpPr>
        <p:spPr>
          <a:xfrm>
            <a:off x="58147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4" name="F2_precision_recall_distributions_4518">
            <a:extLst>
              <a:ext uri="{FF2B5EF4-FFF2-40B4-BE49-F238E27FC236}">
                <a16:creationId xmlns:a16="http://schemas.microsoft.com/office/drawing/2014/main" id="{E0FDCCF8-13D1-4CBC-BD00-7A8525931554}"/>
              </a:ext>
            </a:extLst>
          </p:cNvPr>
          <p:cNvSpPr>
            <a:spLocks noGrp="1"/>
          </p:cNvSpPr>
          <p:nvPr/>
        </p:nvSpPr>
        <p:spPr>
          <a:xfrm>
            <a:off x="6173053" y="31917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5" name="F2_precision_recall_distributions_4519">
            <a:extLst>
              <a:ext uri="{FF2B5EF4-FFF2-40B4-BE49-F238E27FC236}">
                <a16:creationId xmlns:a16="http://schemas.microsoft.com/office/drawing/2014/main" id="{99944133-6E33-4292-8D34-515EDE63C781}"/>
              </a:ext>
            </a:extLst>
          </p:cNvPr>
          <p:cNvSpPr>
            <a:spLocks noGrp="1"/>
          </p:cNvSpPr>
          <p:nvPr/>
        </p:nvSpPr>
        <p:spPr>
          <a:xfrm>
            <a:off x="5918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6" name="F2_precision_recall_distributions_4520">
            <a:extLst>
              <a:ext uri="{FF2B5EF4-FFF2-40B4-BE49-F238E27FC236}">
                <a16:creationId xmlns:a16="http://schemas.microsoft.com/office/drawing/2014/main" id="{78C04E55-74A7-49EE-8567-AC3E1CDCC493}"/>
              </a:ext>
            </a:extLst>
          </p:cNvPr>
          <p:cNvSpPr>
            <a:spLocks noGrp="1"/>
          </p:cNvSpPr>
          <p:nvPr/>
        </p:nvSpPr>
        <p:spPr>
          <a:xfrm>
            <a:off x="5837862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7" name="F2_precision_recall_distributions_4521">
            <a:extLst>
              <a:ext uri="{FF2B5EF4-FFF2-40B4-BE49-F238E27FC236}">
                <a16:creationId xmlns:a16="http://schemas.microsoft.com/office/drawing/2014/main" id="{1EFFF5C4-D6D1-4EB8-A15F-204034FD5222}"/>
              </a:ext>
            </a:extLst>
          </p:cNvPr>
          <p:cNvSpPr>
            <a:spLocks noGrp="1"/>
          </p:cNvSpPr>
          <p:nvPr/>
        </p:nvSpPr>
        <p:spPr>
          <a:xfrm>
            <a:off x="6050964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8" name="F2_precision_recall_distributions_4522">
            <a:extLst>
              <a:ext uri="{FF2B5EF4-FFF2-40B4-BE49-F238E27FC236}">
                <a16:creationId xmlns:a16="http://schemas.microsoft.com/office/drawing/2014/main" id="{5371BCDE-2293-4A49-B2E9-77E670C83D8E}"/>
              </a:ext>
            </a:extLst>
          </p:cNvPr>
          <p:cNvSpPr>
            <a:spLocks noGrp="1"/>
          </p:cNvSpPr>
          <p:nvPr/>
        </p:nvSpPr>
        <p:spPr>
          <a:xfrm>
            <a:off x="5968797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9" name="F2_precision_recall_distributions_4523">
            <a:extLst>
              <a:ext uri="{FF2B5EF4-FFF2-40B4-BE49-F238E27FC236}">
                <a16:creationId xmlns:a16="http://schemas.microsoft.com/office/drawing/2014/main" id="{682716B5-083A-4EEF-B735-94F947B04DA4}"/>
              </a:ext>
            </a:extLst>
          </p:cNvPr>
          <p:cNvSpPr>
            <a:spLocks noGrp="1"/>
          </p:cNvSpPr>
          <p:nvPr/>
        </p:nvSpPr>
        <p:spPr>
          <a:xfrm>
            <a:off x="596519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0" name="F2_precision_recall_distributions_4524">
            <a:extLst>
              <a:ext uri="{FF2B5EF4-FFF2-40B4-BE49-F238E27FC236}">
                <a16:creationId xmlns:a16="http://schemas.microsoft.com/office/drawing/2014/main" id="{50C8E13C-D4FB-4871-8D8C-321976CF6AD1}"/>
              </a:ext>
            </a:extLst>
          </p:cNvPr>
          <p:cNvSpPr>
            <a:spLocks noGrp="1"/>
          </p:cNvSpPr>
          <p:nvPr/>
        </p:nvSpPr>
        <p:spPr>
          <a:xfrm>
            <a:off x="592203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1" name="F2_precision_recall_distributions_4525">
            <a:extLst>
              <a:ext uri="{FF2B5EF4-FFF2-40B4-BE49-F238E27FC236}">
                <a16:creationId xmlns:a16="http://schemas.microsoft.com/office/drawing/2014/main" id="{1F0C7963-61E6-42CD-86F4-1307F47070C0}"/>
              </a:ext>
            </a:extLst>
          </p:cNvPr>
          <p:cNvSpPr>
            <a:spLocks noGrp="1"/>
          </p:cNvSpPr>
          <p:nvPr/>
        </p:nvSpPr>
        <p:spPr>
          <a:xfrm>
            <a:off x="5919130" y="3481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2" name="F2_precision_recall_distributions_4526">
            <a:extLst>
              <a:ext uri="{FF2B5EF4-FFF2-40B4-BE49-F238E27FC236}">
                <a16:creationId xmlns:a16="http://schemas.microsoft.com/office/drawing/2014/main" id="{F945FF7C-7495-430D-874B-86B188A6D96C}"/>
              </a:ext>
            </a:extLst>
          </p:cNvPr>
          <p:cNvSpPr>
            <a:spLocks noGrp="1"/>
          </p:cNvSpPr>
          <p:nvPr/>
        </p:nvSpPr>
        <p:spPr>
          <a:xfrm>
            <a:off x="585017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3" name="F2_precision_recall_distributions_4527">
            <a:extLst>
              <a:ext uri="{FF2B5EF4-FFF2-40B4-BE49-F238E27FC236}">
                <a16:creationId xmlns:a16="http://schemas.microsoft.com/office/drawing/2014/main" id="{CEA501E8-3956-4104-91B3-D0C02B8D749E}"/>
              </a:ext>
            </a:extLst>
          </p:cNvPr>
          <p:cNvSpPr>
            <a:spLocks noGrp="1"/>
          </p:cNvSpPr>
          <p:nvPr/>
        </p:nvSpPr>
        <p:spPr>
          <a:xfrm>
            <a:off x="61181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4" name="F2_precision_recall_distributions_4528">
            <a:extLst>
              <a:ext uri="{FF2B5EF4-FFF2-40B4-BE49-F238E27FC236}">
                <a16:creationId xmlns:a16="http://schemas.microsoft.com/office/drawing/2014/main" id="{5BECF2B3-9879-401D-9905-48CDC05DDB1E}"/>
              </a:ext>
            </a:extLst>
          </p:cNvPr>
          <p:cNvSpPr>
            <a:spLocks noGrp="1"/>
          </p:cNvSpPr>
          <p:nvPr/>
        </p:nvSpPr>
        <p:spPr>
          <a:xfrm>
            <a:off x="61330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5" name="F2_precision_recall_distributions_4529">
            <a:extLst>
              <a:ext uri="{FF2B5EF4-FFF2-40B4-BE49-F238E27FC236}">
                <a16:creationId xmlns:a16="http://schemas.microsoft.com/office/drawing/2014/main" id="{24300E62-FBB0-412C-91A0-807A2FCA5191}"/>
              </a:ext>
            </a:extLst>
          </p:cNvPr>
          <p:cNvSpPr>
            <a:spLocks noGrp="1"/>
          </p:cNvSpPr>
          <p:nvPr/>
        </p:nvSpPr>
        <p:spPr>
          <a:xfrm>
            <a:off x="5832966" y="3318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6" name="F2_precision_recall_distributions_4530">
            <a:extLst>
              <a:ext uri="{FF2B5EF4-FFF2-40B4-BE49-F238E27FC236}">
                <a16:creationId xmlns:a16="http://schemas.microsoft.com/office/drawing/2014/main" id="{49F32F00-CDE6-489A-88B1-78CD7F35EC34}"/>
              </a:ext>
            </a:extLst>
          </p:cNvPr>
          <p:cNvSpPr>
            <a:spLocks noGrp="1"/>
          </p:cNvSpPr>
          <p:nvPr/>
        </p:nvSpPr>
        <p:spPr>
          <a:xfrm>
            <a:off x="607546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7" name="F2_precision_recall_distributions_4531">
            <a:extLst>
              <a:ext uri="{FF2B5EF4-FFF2-40B4-BE49-F238E27FC236}">
                <a16:creationId xmlns:a16="http://schemas.microsoft.com/office/drawing/2014/main" id="{B48B5976-FDF8-4808-8922-191DB68EEAE3}"/>
              </a:ext>
            </a:extLst>
          </p:cNvPr>
          <p:cNvSpPr>
            <a:spLocks noGrp="1"/>
          </p:cNvSpPr>
          <p:nvPr/>
        </p:nvSpPr>
        <p:spPr>
          <a:xfrm>
            <a:off x="609601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8" name="F2_precision_recall_distributions_4532">
            <a:extLst>
              <a:ext uri="{FF2B5EF4-FFF2-40B4-BE49-F238E27FC236}">
                <a16:creationId xmlns:a16="http://schemas.microsoft.com/office/drawing/2014/main" id="{C9010DFD-E254-4EA0-800A-9308D3ABEA51}"/>
              </a:ext>
            </a:extLst>
          </p:cNvPr>
          <p:cNvSpPr>
            <a:spLocks noGrp="1"/>
          </p:cNvSpPr>
          <p:nvPr/>
        </p:nvSpPr>
        <p:spPr>
          <a:xfrm>
            <a:off x="6148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9" name="F2_precision_recall_distributions_4533">
            <a:extLst>
              <a:ext uri="{FF2B5EF4-FFF2-40B4-BE49-F238E27FC236}">
                <a16:creationId xmlns:a16="http://schemas.microsoft.com/office/drawing/2014/main" id="{048E496A-5B43-4E09-96CD-D9280BDC5543}"/>
              </a:ext>
            </a:extLst>
          </p:cNvPr>
          <p:cNvSpPr>
            <a:spLocks noGrp="1"/>
          </p:cNvSpPr>
          <p:nvPr/>
        </p:nvSpPr>
        <p:spPr>
          <a:xfrm>
            <a:off x="58652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0" name="F2_precision_recall_distributions_4534">
            <a:extLst>
              <a:ext uri="{FF2B5EF4-FFF2-40B4-BE49-F238E27FC236}">
                <a16:creationId xmlns:a16="http://schemas.microsoft.com/office/drawing/2014/main" id="{4DB35068-D218-4F1E-9208-7D82EDDF95BF}"/>
              </a:ext>
            </a:extLst>
          </p:cNvPr>
          <p:cNvSpPr>
            <a:spLocks noGrp="1"/>
          </p:cNvSpPr>
          <p:nvPr/>
        </p:nvSpPr>
        <p:spPr>
          <a:xfrm>
            <a:off x="58646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1" name="F2_precision_recall_distributions_4535">
            <a:extLst>
              <a:ext uri="{FF2B5EF4-FFF2-40B4-BE49-F238E27FC236}">
                <a16:creationId xmlns:a16="http://schemas.microsoft.com/office/drawing/2014/main" id="{1FEB4BF7-46B8-45E8-BEC0-24B53E93EC09}"/>
              </a:ext>
            </a:extLst>
          </p:cNvPr>
          <p:cNvSpPr>
            <a:spLocks noGrp="1"/>
          </p:cNvSpPr>
          <p:nvPr/>
        </p:nvSpPr>
        <p:spPr>
          <a:xfrm>
            <a:off x="60604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2" name="F2_precision_recall_distributions_4536">
            <a:extLst>
              <a:ext uri="{FF2B5EF4-FFF2-40B4-BE49-F238E27FC236}">
                <a16:creationId xmlns:a16="http://schemas.microsoft.com/office/drawing/2014/main" id="{1AB434AA-0160-4B8B-AF71-960B499A2ACE}"/>
              </a:ext>
            </a:extLst>
          </p:cNvPr>
          <p:cNvSpPr>
            <a:spLocks noGrp="1"/>
          </p:cNvSpPr>
          <p:nvPr/>
        </p:nvSpPr>
        <p:spPr>
          <a:xfrm>
            <a:off x="61626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3" name="F2_precision_recall_distributions_4537">
            <a:extLst>
              <a:ext uri="{FF2B5EF4-FFF2-40B4-BE49-F238E27FC236}">
                <a16:creationId xmlns:a16="http://schemas.microsoft.com/office/drawing/2014/main" id="{BCFD620D-DEE3-4BF9-BECA-EC1BFF701F3B}"/>
              </a:ext>
            </a:extLst>
          </p:cNvPr>
          <p:cNvSpPr>
            <a:spLocks noGrp="1"/>
          </p:cNvSpPr>
          <p:nvPr/>
        </p:nvSpPr>
        <p:spPr>
          <a:xfrm>
            <a:off x="61148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4" name="F2_precision_recall_distributions_4538">
            <a:extLst>
              <a:ext uri="{FF2B5EF4-FFF2-40B4-BE49-F238E27FC236}">
                <a16:creationId xmlns:a16="http://schemas.microsoft.com/office/drawing/2014/main" id="{8949353A-212D-4474-8846-322DB989133B}"/>
              </a:ext>
            </a:extLst>
          </p:cNvPr>
          <p:cNvSpPr>
            <a:spLocks noGrp="1"/>
          </p:cNvSpPr>
          <p:nvPr/>
        </p:nvSpPr>
        <p:spPr>
          <a:xfrm>
            <a:off x="580471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5" name="F2_precision_recall_distributions_4539">
            <a:extLst>
              <a:ext uri="{FF2B5EF4-FFF2-40B4-BE49-F238E27FC236}">
                <a16:creationId xmlns:a16="http://schemas.microsoft.com/office/drawing/2014/main" id="{A3578AE3-2699-48C3-848F-0E3490E10C4A}"/>
              </a:ext>
            </a:extLst>
          </p:cNvPr>
          <p:cNvSpPr>
            <a:spLocks noGrp="1"/>
          </p:cNvSpPr>
          <p:nvPr/>
        </p:nvSpPr>
        <p:spPr>
          <a:xfrm>
            <a:off x="58247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6" name="F2_precision_recall_distributions_4540">
            <a:extLst>
              <a:ext uri="{FF2B5EF4-FFF2-40B4-BE49-F238E27FC236}">
                <a16:creationId xmlns:a16="http://schemas.microsoft.com/office/drawing/2014/main" id="{B5454E82-84C1-4384-BAC7-2690E31FDB1E}"/>
              </a:ext>
            </a:extLst>
          </p:cNvPr>
          <p:cNvSpPr>
            <a:spLocks noGrp="1"/>
          </p:cNvSpPr>
          <p:nvPr/>
        </p:nvSpPr>
        <p:spPr>
          <a:xfrm>
            <a:off x="61340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7" name="F2_precision_recall_distributions_4541">
            <a:extLst>
              <a:ext uri="{FF2B5EF4-FFF2-40B4-BE49-F238E27FC236}">
                <a16:creationId xmlns:a16="http://schemas.microsoft.com/office/drawing/2014/main" id="{8BC24BFF-4DD0-40D2-92DA-26BCBFA9BC71}"/>
              </a:ext>
            </a:extLst>
          </p:cNvPr>
          <p:cNvSpPr>
            <a:spLocks noGrp="1"/>
          </p:cNvSpPr>
          <p:nvPr/>
        </p:nvSpPr>
        <p:spPr>
          <a:xfrm>
            <a:off x="60017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8" name="F2_precision_recall_distributions_4542">
            <a:extLst>
              <a:ext uri="{FF2B5EF4-FFF2-40B4-BE49-F238E27FC236}">
                <a16:creationId xmlns:a16="http://schemas.microsoft.com/office/drawing/2014/main" id="{DA63355D-99DE-4135-A8E7-910BEF9865CF}"/>
              </a:ext>
            </a:extLst>
          </p:cNvPr>
          <p:cNvSpPr>
            <a:spLocks noGrp="1"/>
          </p:cNvSpPr>
          <p:nvPr/>
        </p:nvSpPr>
        <p:spPr>
          <a:xfrm>
            <a:off x="59686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9" name="F2_precision_recall_distributions_4543">
            <a:extLst>
              <a:ext uri="{FF2B5EF4-FFF2-40B4-BE49-F238E27FC236}">
                <a16:creationId xmlns:a16="http://schemas.microsoft.com/office/drawing/2014/main" id="{1A4F8EC0-E36B-45CB-A541-5DF8DADE463A}"/>
              </a:ext>
            </a:extLst>
          </p:cNvPr>
          <p:cNvSpPr>
            <a:spLocks noGrp="1"/>
          </p:cNvSpPr>
          <p:nvPr/>
        </p:nvSpPr>
        <p:spPr>
          <a:xfrm>
            <a:off x="611656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0" name="F2_precision_recall_distributions_4544">
            <a:extLst>
              <a:ext uri="{FF2B5EF4-FFF2-40B4-BE49-F238E27FC236}">
                <a16:creationId xmlns:a16="http://schemas.microsoft.com/office/drawing/2014/main" id="{570CBC95-50D6-429C-9DC5-C52920CBD886}"/>
              </a:ext>
            </a:extLst>
          </p:cNvPr>
          <p:cNvSpPr>
            <a:spLocks noGrp="1"/>
          </p:cNvSpPr>
          <p:nvPr/>
        </p:nvSpPr>
        <p:spPr>
          <a:xfrm>
            <a:off x="583896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1" name="F2_precision_recall_distributions_4545">
            <a:extLst>
              <a:ext uri="{FF2B5EF4-FFF2-40B4-BE49-F238E27FC236}">
                <a16:creationId xmlns:a16="http://schemas.microsoft.com/office/drawing/2014/main" id="{EF464511-EB31-4707-BC55-EAD3094BB3C1}"/>
              </a:ext>
            </a:extLst>
          </p:cNvPr>
          <p:cNvSpPr>
            <a:spLocks noGrp="1"/>
          </p:cNvSpPr>
          <p:nvPr/>
        </p:nvSpPr>
        <p:spPr>
          <a:xfrm>
            <a:off x="61444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2" name="F2_precision_recall_distributions_4546">
            <a:extLst>
              <a:ext uri="{FF2B5EF4-FFF2-40B4-BE49-F238E27FC236}">
                <a16:creationId xmlns:a16="http://schemas.microsoft.com/office/drawing/2014/main" id="{DA51CC89-1EA5-4406-B63B-764E6F3954AD}"/>
              </a:ext>
            </a:extLst>
          </p:cNvPr>
          <p:cNvSpPr>
            <a:spLocks noGrp="1"/>
          </p:cNvSpPr>
          <p:nvPr/>
        </p:nvSpPr>
        <p:spPr>
          <a:xfrm>
            <a:off x="60531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3" name="F2_precision_recall_distributions_4547">
            <a:extLst>
              <a:ext uri="{FF2B5EF4-FFF2-40B4-BE49-F238E27FC236}">
                <a16:creationId xmlns:a16="http://schemas.microsoft.com/office/drawing/2014/main" id="{33307B2B-3537-4D8F-A966-785EE3B01487}"/>
              </a:ext>
            </a:extLst>
          </p:cNvPr>
          <p:cNvSpPr>
            <a:spLocks noGrp="1"/>
          </p:cNvSpPr>
          <p:nvPr/>
        </p:nvSpPr>
        <p:spPr>
          <a:xfrm>
            <a:off x="5967042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4" name="F2_precision_recall_distributions_4548">
            <a:extLst>
              <a:ext uri="{FF2B5EF4-FFF2-40B4-BE49-F238E27FC236}">
                <a16:creationId xmlns:a16="http://schemas.microsoft.com/office/drawing/2014/main" id="{36C4F0ED-0633-4081-9E6B-A514DDF6E64F}"/>
              </a:ext>
            </a:extLst>
          </p:cNvPr>
          <p:cNvSpPr>
            <a:spLocks noGrp="1"/>
          </p:cNvSpPr>
          <p:nvPr/>
        </p:nvSpPr>
        <p:spPr>
          <a:xfrm>
            <a:off x="6049952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5" name="F2_precision_recall_distributions_4549">
            <a:extLst>
              <a:ext uri="{FF2B5EF4-FFF2-40B4-BE49-F238E27FC236}">
                <a16:creationId xmlns:a16="http://schemas.microsoft.com/office/drawing/2014/main" id="{ADD39DDA-8E35-4A29-B1E4-1866CA9FF25D}"/>
              </a:ext>
            </a:extLst>
          </p:cNvPr>
          <p:cNvSpPr>
            <a:spLocks noGrp="1"/>
          </p:cNvSpPr>
          <p:nvPr/>
        </p:nvSpPr>
        <p:spPr>
          <a:xfrm>
            <a:off x="61245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6" name="F2_precision_recall_distributions_4550">
            <a:extLst>
              <a:ext uri="{FF2B5EF4-FFF2-40B4-BE49-F238E27FC236}">
                <a16:creationId xmlns:a16="http://schemas.microsoft.com/office/drawing/2014/main" id="{968F1374-1D16-49B6-BE6A-A1891CD7C5EF}"/>
              </a:ext>
            </a:extLst>
          </p:cNvPr>
          <p:cNvSpPr>
            <a:spLocks noGrp="1"/>
          </p:cNvSpPr>
          <p:nvPr/>
        </p:nvSpPr>
        <p:spPr>
          <a:xfrm>
            <a:off x="61229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7" name="F2_precision_recall_distributions_4551">
            <a:extLst>
              <a:ext uri="{FF2B5EF4-FFF2-40B4-BE49-F238E27FC236}">
                <a16:creationId xmlns:a16="http://schemas.microsoft.com/office/drawing/2014/main" id="{8FAE46F2-A1BF-4195-9BD3-64CDBD58CDCA}"/>
              </a:ext>
            </a:extLst>
          </p:cNvPr>
          <p:cNvSpPr>
            <a:spLocks noGrp="1"/>
          </p:cNvSpPr>
          <p:nvPr/>
        </p:nvSpPr>
        <p:spPr>
          <a:xfrm>
            <a:off x="5932496" y="3062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8" name="F2_precision_recall_distributions_4552">
            <a:extLst>
              <a:ext uri="{FF2B5EF4-FFF2-40B4-BE49-F238E27FC236}">
                <a16:creationId xmlns:a16="http://schemas.microsoft.com/office/drawing/2014/main" id="{462304B3-4ADD-4B00-AB0E-EF8D2E9BCE0D}"/>
              </a:ext>
            </a:extLst>
          </p:cNvPr>
          <p:cNvSpPr>
            <a:spLocks noGrp="1"/>
          </p:cNvSpPr>
          <p:nvPr/>
        </p:nvSpPr>
        <p:spPr>
          <a:xfrm>
            <a:off x="5975149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9" name="F2_precision_recall_distributions_4553">
            <a:extLst>
              <a:ext uri="{FF2B5EF4-FFF2-40B4-BE49-F238E27FC236}">
                <a16:creationId xmlns:a16="http://schemas.microsoft.com/office/drawing/2014/main" id="{5C69F9AA-D450-421C-B301-E6E61AB483B4}"/>
              </a:ext>
            </a:extLst>
          </p:cNvPr>
          <p:cNvSpPr>
            <a:spLocks noGrp="1"/>
          </p:cNvSpPr>
          <p:nvPr/>
        </p:nvSpPr>
        <p:spPr>
          <a:xfrm>
            <a:off x="60595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0" name="F2_precision_recall_distributions_4554">
            <a:extLst>
              <a:ext uri="{FF2B5EF4-FFF2-40B4-BE49-F238E27FC236}">
                <a16:creationId xmlns:a16="http://schemas.microsoft.com/office/drawing/2014/main" id="{23C299BE-B153-4962-8906-6077E00A1325}"/>
              </a:ext>
            </a:extLst>
          </p:cNvPr>
          <p:cNvSpPr>
            <a:spLocks noGrp="1"/>
          </p:cNvSpPr>
          <p:nvPr/>
        </p:nvSpPr>
        <p:spPr>
          <a:xfrm>
            <a:off x="592833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1" name="F2_precision_recall_distributions_4555">
            <a:extLst>
              <a:ext uri="{FF2B5EF4-FFF2-40B4-BE49-F238E27FC236}">
                <a16:creationId xmlns:a16="http://schemas.microsoft.com/office/drawing/2014/main" id="{69A44BA6-CE7A-4600-926C-69D075450EC0}"/>
              </a:ext>
            </a:extLst>
          </p:cNvPr>
          <p:cNvSpPr>
            <a:spLocks noGrp="1"/>
          </p:cNvSpPr>
          <p:nvPr/>
        </p:nvSpPr>
        <p:spPr>
          <a:xfrm>
            <a:off x="59508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2" name="F2_precision_recall_distributions_4556">
            <a:extLst>
              <a:ext uri="{FF2B5EF4-FFF2-40B4-BE49-F238E27FC236}">
                <a16:creationId xmlns:a16="http://schemas.microsoft.com/office/drawing/2014/main" id="{9DD20858-3542-45F6-81A1-E75CA3EA6E76}"/>
              </a:ext>
            </a:extLst>
          </p:cNvPr>
          <p:cNvSpPr>
            <a:spLocks noGrp="1"/>
          </p:cNvSpPr>
          <p:nvPr/>
        </p:nvSpPr>
        <p:spPr>
          <a:xfrm>
            <a:off x="6021912" y="36830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3" name="F2_precision_recall_distributions_4557">
            <a:extLst>
              <a:ext uri="{FF2B5EF4-FFF2-40B4-BE49-F238E27FC236}">
                <a16:creationId xmlns:a16="http://schemas.microsoft.com/office/drawing/2014/main" id="{7B606A8D-C44D-49BD-B90F-20A931850C72}"/>
              </a:ext>
            </a:extLst>
          </p:cNvPr>
          <p:cNvSpPr>
            <a:spLocks noGrp="1"/>
          </p:cNvSpPr>
          <p:nvPr/>
        </p:nvSpPr>
        <p:spPr>
          <a:xfrm>
            <a:off x="581326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4" name="F2_precision_recall_distributions_4558">
            <a:extLst>
              <a:ext uri="{FF2B5EF4-FFF2-40B4-BE49-F238E27FC236}">
                <a16:creationId xmlns:a16="http://schemas.microsoft.com/office/drawing/2014/main" id="{CF306D91-633E-4219-92A7-BFF6EDEBF802}"/>
              </a:ext>
            </a:extLst>
          </p:cNvPr>
          <p:cNvSpPr>
            <a:spLocks noGrp="1"/>
          </p:cNvSpPr>
          <p:nvPr/>
        </p:nvSpPr>
        <p:spPr>
          <a:xfrm>
            <a:off x="59167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5" name="F2_precision_recall_distributions_4559">
            <a:extLst>
              <a:ext uri="{FF2B5EF4-FFF2-40B4-BE49-F238E27FC236}">
                <a16:creationId xmlns:a16="http://schemas.microsoft.com/office/drawing/2014/main" id="{A5D44E6E-8100-4626-A3B0-B1F44EB3CD6E}"/>
              </a:ext>
            </a:extLst>
          </p:cNvPr>
          <p:cNvSpPr>
            <a:spLocks noGrp="1"/>
          </p:cNvSpPr>
          <p:nvPr/>
        </p:nvSpPr>
        <p:spPr>
          <a:xfrm>
            <a:off x="60359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6" name="F2_precision_recall_distributions_4560">
            <a:extLst>
              <a:ext uri="{FF2B5EF4-FFF2-40B4-BE49-F238E27FC236}">
                <a16:creationId xmlns:a16="http://schemas.microsoft.com/office/drawing/2014/main" id="{B6227B5F-FEC2-420A-81AB-508C98515B2D}"/>
              </a:ext>
            </a:extLst>
          </p:cNvPr>
          <p:cNvSpPr>
            <a:spLocks noGrp="1"/>
          </p:cNvSpPr>
          <p:nvPr/>
        </p:nvSpPr>
        <p:spPr>
          <a:xfrm>
            <a:off x="58430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7" name="F2_precision_recall_distributions_4561">
            <a:extLst>
              <a:ext uri="{FF2B5EF4-FFF2-40B4-BE49-F238E27FC236}">
                <a16:creationId xmlns:a16="http://schemas.microsoft.com/office/drawing/2014/main" id="{6885E03E-AEEA-4F6C-98F1-40A9B1DBCC0E}"/>
              </a:ext>
            </a:extLst>
          </p:cNvPr>
          <p:cNvSpPr>
            <a:spLocks noGrp="1"/>
          </p:cNvSpPr>
          <p:nvPr/>
        </p:nvSpPr>
        <p:spPr>
          <a:xfrm>
            <a:off x="58978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8" name="F2_precision_recall_distributions_4562">
            <a:extLst>
              <a:ext uri="{FF2B5EF4-FFF2-40B4-BE49-F238E27FC236}">
                <a16:creationId xmlns:a16="http://schemas.microsoft.com/office/drawing/2014/main" id="{89FC1DDA-5B0C-4CDB-93E5-F2A215D86057}"/>
              </a:ext>
            </a:extLst>
          </p:cNvPr>
          <p:cNvSpPr>
            <a:spLocks noGrp="1"/>
          </p:cNvSpPr>
          <p:nvPr/>
        </p:nvSpPr>
        <p:spPr>
          <a:xfrm>
            <a:off x="58774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9" name="F2_precision_recall_distributions_4563">
            <a:extLst>
              <a:ext uri="{FF2B5EF4-FFF2-40B4-BE49-F238E27FC236}">
                <a16:creationId xmlns:a16="http://schemas.microsoft.com/office/drawing/2014/main" id="{7807A1E6-3933-4107-AB4F-F349C41FA4C8}"/>
              </a:ext>
            </a:extLst>
          </p:cNvPr>
          <p:cNvSpPr>
            <a:spLocks noGrp="1"/>
          </p:cNvSpPr>
          <p:nvPr/>
        </p:nvSpPr>
        <p:spPr>
          <a:xfrm>
            <a:off x="5812547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0" name="F2_precision_recall_distributions_4564">
            <a:extLst>
              <a:ext uri="{FF2B5EF4-FFF2-40B4-BE49-F238E27FC236}">
                <a16:creationId xmlns:a16="http://schemas.microsoft.com/office/drawing/2014/main" id="{219E8105-0C03-4B8A-9829-FABEE937840B}"/>
              </a:ext>
            </a:extLst>
          </p:cNvPr>
          <p:cNvSpPr>
            <a:spLocks noGrp="1"/>
          </p:cNvSpPr>
          <p:nvPr/>
        </p:nvSpPr>
        <p:spPr>
          <a:xfrm>
            <a:off x="60617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1" name="F2_precision_recall_distributions_4565">
            <a:extLst>
              <a:ext uri="{FF2B5EF4-FFF2-40B4-BE49-F238E27FC236}">
                <a16:creationId xmlns:a16="http://schemas.microsoft.com/office/drawing/2014/main" id="{28FA435E-AFE5-43E4-971D-91E37A564F29}"/>
              </a:ext>
            </a:extLst>
          </p:cNvPr>
          <p:cNvSpPr>
            <a:spLocks noGrp="1"/>
          </p:cNvSpPr>
          <p:nvPr/>
        </p:nvSpPr>
        <p:spPr>
          <a:xfrm>
            <a:off x="616741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2" name="F2_precision_recall_distributions_4566">
            <a:extLst>
              <a:ext uri="{FF2B5EF4-FFF2-40B4-BE49-F238E27FC236}">
                <a16:creationId xmlns:a16="http://schemas.microsoft.com/office/drawing/2014/main" id="{E798DA71-392E-4FFB-A469-13D776698853}"/>
              </a:ext>
            </a:extLst>
          </p:cNvPr>
          <p:cNvSpPr>
            <a:spLocks noGrp="1"/>
          </p:cNvSpPr>
          <p:nvPr/>
        </p:nvSpPr>
        <p:spPr>
          <a:xfrm>
            <a:off x="61509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3" name="F2_precision_recall_distributions_4567">
            <a:extLst>
              <a:ext uri="{FF2B5EF4-FFF2-40B4-BE49-F238E27FC236}">
                <a16:creationId xmlns:a16="http://schemas.microsoft.com/office/drawing/2014/main" id="{061B1778-02A2-412D-98F3-E1382BF3FA9D}"/>
              </a:ext>
            </a:extLst>
          </p:cNvPr>
          <p:cNvSpPr>
            <a:spLocks noGrp="1"/>
          </p:cNvSpPr>
          <p:nvPr/>
        </p:nvSpPr>
        <p:spPr>
          <a:xfrm>
            <a:off x="59425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4" name="F2_precision_recall_distributions_4568">
            <a:extLst>
              <a:ext uri="{FF2B5EF4-FFF2-40B4-BE49-F238E27FC236}">
                <a16:creationId xmlns:a16="http://schemas.microsoft.com/office/drawing/2014/main" id="{2558D489-C4E2-4367-97A4-0EBBF074C054}"/>
              </a:ext>
            </a:extLst>
          </p:cNvPr>
          <p:cNvSpPr>
            <a:spLocks noGrp="1"/>
          </p:cNvSpPr>
          <p:nvPr/>
        </p:nvSpPr>
        <p:spPr>
          <a:xfrm>
            <a:off x="59815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5" name="F2_precision_recall_distributions_4569">
            <a:extLst>
              <a:ext uri="{FF2B5EF4-FFF2-40B4-BE49-F238E27FC236}">
                <a16:creationId xmlns:a16="http://schemas.microsoft.com/office/drawing/2014/main" id="{4DDC1966-30CC-42CE-B564-1251EF22B07F}"/>
              </a:ext>
            </a:extLst>
          </p:cNvPr>
          <p:cNvSpPr>
            <a:spLocks noGrp="1"/>
          </p:cNvSpPr>
          <p:nvPr/>
        </p:nvSpPr>
        <p:spPr>
          <a:xfrm>
            <a:off x="60315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6" name="F2_precision_recall_distributions_4570">
            <a:extLst>
              <a:ext uri="{FF2B5EF4-FFF2-40B4-BE49-F238E27FC236}">
                <a16:creationId xmlns:a16="http://schemas.microsoft.com/office/drawing/2014/main" id="{42B21D51-7480-486A-8DB8-1B55EEC93720}"/>
              </a:ext>
            </a:extLst>
          </p:cNvPr>
          <p:cNvSpPr>
            <a:spLocks noGrp="1"/>
          </p:cNvSpPr>
          <p:nvPr/>
        </p:nvSpPr>
        <p:spPr>
          <a:xfrm>
            <a:off x="614565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7" name="F2_precision_recall_distributions_4571">
            <a:extLst>
              <a:ext uri="{FF2B5EF4-FFF2-40B4-BE49-F238E27FC236}">
                <a16:creationId xmlns:a16="http://schemas.microsoft.com/office/drawing/2014/main" id="{6669EAA9-5087-495A-8890-B16161827A21}"/>
              </a:ext>
            </a:extLst>
          </p:cNvPr>
          <p:cNvSpPr>
            <a:spLocks noGrp="1"/>
          </p:cNvSpPr>
          <p:nvPr/>
        </p:nvSpPr>
        <p:spPr>
          <a:xfrm>
            <a:off x="585699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8" name="F2_precision_recall_distributions_4572">
            <a:extLst>
              <a:ext uri="{FF2B5EF4-FFF2-40B4-BE49-F238E27FC236}">
                <a16:creationId xmlns:a16="http://schemas.microsoft.com/office/drawing/2014/main" id="{38EB2EE1-5CD4-433B-9DC9-2F44C4C5C6AF}"/>
              </a:ext>
            </a:extLst>
          </p:cNvPr>
          <p:cNvSpPr>
            <a:spLocks noGrp="1"/>
          </p:cNvSpPr>
          <p:nvPr/>
        </p:nvSpPr>
        <p:spPr>
          <a:xfrm>
            <a:off x="584495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9" name="F2_precision_recall_distributions_4573">
            <a:extLst>
              <a:ext uri="{FF2B5EF4-FFF2-40B4-BE49-F238E27FC236}">
                <a16:creationId xmlns:a16="http://schemas.microsoft.com/office/drawing/2014/main" id="{D13BB77D-D22A-49A8-B788-F2462B25F0E6}"/>
              </a:ext>
            </a:extLst>
          </p:cNvPr>
          <p:cNvSpPr>
            <a:spLocks noGrp="1"/>
          </p:cNvSpPr>
          <p:nvPr/>
        </p:nvSpPr>
        <p:spPr>
          <a:xfrm>
            <a:off x="614042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0" name="F2_precision_recall_distributions_4574">
            <a:extLst>
              <a:ext uri="{FF2B5EF4-FFF2-40B4-BE49-F238E27FC236}">
                <a16:creationId xmlns:a16="http://schemas.microsoft.com/office/drawing/2014/main" id="{59D497B6-FADC-4EC8-8F62-4F799A866D40}"/>
              </a:ext>
            </a:extLst>
          </p:cNvPr>
          <p:cNvSpPr>
            <a:spLocks noGrp="1"/>
          </p:cNvSpPr>
          <p:nvPr/>
        </p:nvSpPr>
        <p:spPr>
          <a:xfrm>
            <a:off x="592838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1" name="F2_precision_recall_distributions_4575">
            <a:extLst>
              <a:ext uri="{FF2B5EF4-FFF2-40B4-BE49-F238E27FC236}">
                <a16:creationId xmlns:a16="http://schemas.microsoft.com/office/drawing/2014/main" id="{523F6F7E-FB12-4AB0-AA59-2711A1D6704A}"/>
              </a:ext>
            </a:extLst>
          </p:cNvPr>
          <p:cNvSpPr>
            <a:spLocks noGrp="1"/>
          </p:cNvSpPr>
          <p:nvPr/>
        </p:nvSpPr>
        <p:spPr>
          <a:xfrm>
            <a:off x="608001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2" name="F2_precision_recall_distributions_4576">
            <a:extLst>
              <a:ext uri="{FF2B5EF4-FFF2-40B4-BE49-F238E27FC236}">
                <a16:creationId xmlns:a16="http://schemas.microsoft.com/office/drawing/2014/main" id="{6E6AE0FB-B2C5-444B-A153-BB4BAAA55662}"/>
              </a:ext>
            </a:extLst>
          </p:cNvPr>
          <p:cNvSpPr>
            <a:spLocks noGrp="1"/>
          </p:cNvSpPr>
          <p:nvPr/>
        </p:nvSpPr>
        <p:spPr>
          <a:xfrm>
            <a:off x="581769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3" name="F2_precision_recall_distributions_4577">
            <a:extLst>
              <a:ext uri="{FF2B5EF4-FFF2-40B4-BE49-F238E27FC236}">
                <a16:creationId xmlns:a16="http://schemas.microsoft.com/office/drawing/2014/main" id="{5DD6EFF5-6928-4B92-A8E7-5440E7CC12BD}"/>
              </a:ext>
            </a:extLst>
          </p:cNvPr>
          <p:cNvSpPr>
            <a:spLocks noGrp="1"/>
          </p:cNvSpPr>
          <p:nvPr/>
        </p:nvSpPr>
        <p:spPr>
          <a:xfrm>
            <a:off x="6163046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4" name="F2_precision_recall_distributions_4578">
            <a:extLst>
              <a:ext uri="{FF2B5EF4-FFF2-40B4-BE49-F238E27FC236}">
                <a16:creationId xmlns:a16="http://schemas.microsoft.com/office/drawing/2014/main" id="{7FE0FA36-EDD8-4124-A4C2-974C3FDAEC97}"/>
              </a:ext>
            </a:extLst>
          </p:cNvPr>
          <p:cNvSpPr>
            <a:spLocks noGrp="1"/>
          </p:cNvSpPr>
          <p:nvPr/>
        </p:nvSpPr>
        <p:spPr>
          <a:xfrm>
            <a:off x="6049631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5" name="F2_precision_recall_distributions_4579">
            <a:extLst>
              <a:ext uri="{FF2B5EF4-FFF2-40B4-BE49-F238E27FC236}">
                <a16:creationId xmlns:a16="http://schemas.microsoft.com/office/drawing/2014/main" id="{31ED5F9B-7E5F-44CE-9E19-A356A4CBDBA3}"/>
              </a:ext>
            </a:extLst>
          </p:cNvPr>
          <p:cNvSpPr>
            <a:spLocks noGrp="1"/>
          </p:cNvSpPr>
          <p:nvPr/>
        </p:nvSpPr>
        <p:spPr>
          <a:xfrm>
            <a:off x="5868095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6" name="F2_precision_recall_distributions_4580">
            <a:extLst>
              <a:ext uri="{FF2B5EF4-FFF2-40B4-BE49-F238E27FC236}">
                <a16:creationId xmlns:a16="http://schemas.microsoft.com/office/drawing/2014/main" id="{B1375B82-1CFA-4FDB-8FB8-C10FB1D08549}"/>
              </a:ext>
            </a:extLst>
          </p:cNvPr>
          <p:cNvSpPr>
            <a:spLocks noGrp="1"/>
          </p:cNvSpPr>
          <p:nvPr/>
        </p:nvSpPr>
        <p:spPr>
          <a:xfrm>
            <a:off x="61177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7" name="F2_precision_recall_distributions_4581">
            <a:extLst>
              <a:ext uri="{FF2B5EF4-FFF2-40B4-BE49-F238E27FC236}">
                <a16:creationId xmlns:a16="http://schemas.microsoft.com/office/drawing/2014/main" id="{0032A7C8-034C-47F0-AA29-31F4F53370BF}"/>
              </a:ext>
            </a:extLst>
          </p:cNvPr>
          <p:cNvSpPr>
            <a:spLocks noGrp="1"/>
          </p:cNvSpPr>
          <p:nvPr/>
        </p:nvSpPr>
        <p:spPr>
          <a:xfrm>
            <a:off x="59642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8" name="F2_precision_recall_distributions_4582">
            <a:extLst>
              <a:ext uri="{FF2B5EF4-FFF2-40B4-BE49-F238E27FC236}">
                <a16:creationId xmlns:a16="http://schemas.microsoft.com/office/drawing/2014/main" id="{8C45A324-9D11-4E2B-AF47-6C759F76578D}"/>
              </a:ext>
            </a:extLst>
          </p:cNvPr>
          <p:cNvSpPr>
            <a:spLocks noGrp="1"/>
          </p:cNvSpPr>
          <p:nvPr/>
        </p:nvSpPr>
        <p:spPr>
          <a:xfrm>
            <a:off x="61295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9" name="F2_precision_recall_distributions_4583">
            <a:extLst>
              <a:ext uri="{FF2B5EF4-FFF2-40B4-BE49-F238E27FC236}">
                <a16:creationId xmlns:a16="http://schemas.microsoft.com/office/drawing/2014/main" id="{232CF176-3D81-4068-A916-E8E8B19FFCA5}"/>
              </a:ext>
            </a:extLst>
          </p:cNvPr>
          <p:cNvSpPr>
            <a:spLocks noGrp="1"/>
          </p:cNvSpPr>
          <p:nvPr/>
        </p:nvSpPr>
        <p:spPr>
          <a:xfrm>
            <a:off x="5971692" y="36125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0" name="F2_precision_recall_distributions_4584">
            <a:extLst>
              <a:ext uri="{FF2B5EF4-FFF2-40B4-BE49-F238E27FC236}">
                <a16:creationId xmlns:a16="http://schemas.microsoft.com/office/drawing/2014/main" id="{A76E2A3D-1C6F-42DC-AD59-B2E8F21B4501}"/>
              </a:ext>
            </a:extLst>
          </p:cNvPr>
          <p:cNvSpPr>
            <a:spLocks noGrp="1"/>
          </p:cNvSpPr>
          <p:nvPr/>
        </p:nvSpPr>
        <p:spPr>
          <a:xfrm>
            <a:off x="593475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1" name="F2_precision_recall_distributions_4585">
            <a:extLst>
              <a:ext uri="{FF2B5EF4-FFF2-40B4-BE49-F238E27FC236}">
                <a16:creationId xmlns:a16="http://schemas.microsoft.com/office/drawing/2014/main" id="{D22F63B6-24DC-4730-9CA6-96ADB8E20E97}"/>
              </a:ext>
            </a:extLst>
          </p:cNvPr>
          <p:cNvSpPr>
            <a:spLocks noGrp="1"/>
          </p:cNvSpPr>
          <p:nvPr/>
        </p:nvSpPr>
        <p:spPr>
          <a:xfrm>
            <a:off x="58119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2" name="F2_precision_recall_distributions_4586">
            <a:extLst>
              <a:ext uri="{FF2B5EF4-FFF2-40B4-BE49-F238E27FC236}">
                <a16:creationId xmlns:a16="http://schemas.microsoft.com/office/drawing/2014/main" id="{BC783C23-EF27-41B6-B817-DC587D471F66}"/>
              </a:ext>
            </a:extLst>
          </p:cNvPr>
          <p:cNvSpPr>
            <a:spLocks noGrp="1"/>
          </p:cNvSpPr>
          <p:nvPr/>
        </p:nvSpPr>
        <p:spPr>
          <a:xfrm>
            <a:off x="614220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3" name="F2_precision_recall_distributions_4587">
            <a:extLst>
              <a:ext uri="{FF2B5EF4-FFF2-40B4-BE49-F238E27FC236}">
                <a16:creationId xmlns:a16="http://schemas.microsoft.com/office/drawing/2014/main" id="{481F79B8-FD89-4E57-8F72-90AF0B4A6E50}"/>
              </a:ext>
            </a:extLst>
          </p:cNvPr>
          <p:cNvSpPr>
            <a:spLocks noGrp="1"/>
          </p:cNvSpPr>
          <p:nvPr/>
        </p:nvSpPr>
        <p:spPr>
          <a:xfrm>
            <a:off x="61292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4" name="F2_precision_recall_distributions_4588">
            <a:extLst>
              <a:ext uri="{FF2B5EF4-FFF2-40B4-BE49-F238E27FC236}">
                <a16:creationId xmlns:a16="http://schemas.microsoft.com/office/drawing/2014/main" id="{265E819A-18C9-4CF8-ACA3-4C52F289CA62}"/>
              </a:ext>
            </a:extLst>
          </p:cNvPr>
          <p:cNvSpPr>
            <a:spLocks noGrp="1"/>
          </p:cNvSpPr>
          <p:nvPr/>
        </p:nvSpPr>
        <p:spPr>
          <a:xfrm>
            <a:off x="599776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5" name="F2_precision_recall_distributions_4589">
            <a:extLst>
              <a:ext uri="{FF2B5EF4-FFF2-40B4-BE49-F238E27FC236}">
                <a16:creationId xmlns:a16="http://schemas.microsoft.com/office/drawing/2014/main" id="{F8336BCB-E09E-4461-8BBA-3DD0CDF0CF33}"/>
              </a:ext>
            </a:extLst>
          </p:cNvPr>
          <p:cNvSpPr>
            <a:spLocks noGrp="1"/>
          </p:cNvSpPr>
          <p:nvPr/>
        </p:nvSpPr>
        <p:spPr>
          <a:xfrm>
            <a:off x="608077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6" name="F2_precision_recall_distributions_4590">
            <a:extLst>
              <a:ext uri="{FF2B5EF4-FFF2-40B4-BE49-F238E27FC236}">
                <a16:creationId xmlns:a16="http://schemas.microsoft.com/office/drawing/2014/main" id="{D7D912C6-8FEE-4A39-A83F-5EAAAF891DEF}"/>
              </a:ext>
            </a:extLst>
          </p:cNvPr>
          <p:cNvSpPr>
            <a:spLocks noGrp="1"/>
          </p:cNvSpPr>
          <p:nvPr/>
        </p:nvSpPr>
        <p:spPr>
          <a:xfrm>
            <a:off x="591295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7" name="F2_precision_recall_distributions_4591">
            <a:extLst>
              <a:ext uri="{FF2B5EF4-FFF2-40B4-BE49-F238E27FC236}">
                <a16:creationId xmlns:a16="http://schemas.microsoft.com/office/drawing/2014/main" id="{D96FC6DB-C145-499F-8194-12EA4D4BAFD2}"/>
              </a:ext>
            </a:extLst>
          </p:cNvPr>
          <p:cNvSpPr>
            <a:spLocks noGrp="1"/>
          </p:cNvSpPr>
          <p:nvPr/>
        </p:nvSpPr>
        <p:spPr>
          <a:xfrm>
            <a:off x="60842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8" name="F2_precision_recall_distributions_4592">
            <a:extLst>
              <a:ext uri="{FF2B5EF4-FFF2-40B4-BE49-F238E27FC236}">
                <a16:creationId xmlns:a16="http://schemas.microsoft.com/office/drawing/2014/main" id="{C5932D67-36C3-42E4-A123-12BE367215CE}"/>
              </a:ext>
            </a:extLst>
          </p:cNvPr>
          <p:cNvSpPr>
            <a:spLocks noGrp="1"/>
          </p:cNvSpPr>
          <p:nvPr/>
        </p:nvSpPr>
        <p:spPr>
          <a:xfrm>
            <a:off x="60191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9" name="F2_precision_recall_distributions_4593">
            <a:extLst>
              <a:ext uri="{FF2B5EF4-FFF2-40B4-BE49-F238E27FC236}">
                <a16:creationId xmlns:a16="http://schemas.microsoft.com/office/drawing/2014/main" id="{06E4525B-4983-4EEC-96B2-5E1269C8D756}"/>
              </a:ext>
            </a:extLst>
          </p:cNvPr>
          <p:cNvSpPr>
            <a:spLocks noGrp="1"/>
          </p:cNvSpPr>
          <p:nvPr/>
        </p:nvSpPr>
        <p:spPr>
          <a:xfrm>
            <a:off x="58728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0" name="F2_precision_recall_distributions_4594">
            <a:extLst>
              <a:ext uri="{FF2B5EF4-FFF2-40B4-BE49-F238E27FC236}">
                <a16:creationId xmlns:a16="http://schemas.microsoft.com/office/drawing/2014/main" id="{7DBA1EB0-40AC-4D41-86B4-1099679D191F}"/>
              </a:ext>
            </a:extLst>
          </p:cNvPr>
          <p:cNvSpPr>
            <a:spLocks noGrp="1"/>
          </p:cNvSpPr>
          <p:nvPr/>
        </p:nvSpPr>
        <p:spPr>
          <a:xfrm>
            <a:off x="58707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1" name="F2_precision_recall_distributions_4595">
            <a:extLst>
              <a:ext uri="{FF2B5EF4-FFF2-40B4-BE49-F238E27FC236}">
                <a16:creationId xmlns:a16="http://schemas.microsoft.com/office/drawing/2014/main" id="{D8264194-F085-4315-857D-3DA65221A9C0}"/>
              </a:ext>
            </a:extLst>
          </p:cNvPr>
          <p:cNvSpPr>
            <a:spLocks noGrp="1"/>
          </p:cNvSpPr>
          <p:nvPr/>
        </p:nvSpPr>
        <p:spPr>
          <a:xfrm>
            <a:off x="6120028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2" name="F2_precision_recall_distributions_4596">
            <a:extLst>
              <a:ext uri="{FF2B5EF4-FFF2-40B4-BE49-F238E27FC236}">
                <a16:creationId xmlns:a16="http://schemas.microsoft.com/office/drawing/2014/main" id="{8834694F-7827-494B-AFC8-E190F679EDCE}"/>
              </a:ext>
            </a:extLst>
          </p:cNvPr>
          <p:cNvSpPr>
            <a:spLocks noGrp="1"/>
          </p:cNvSpPr>
          <p:nvPr/>
        </p:nvSpPr>
        <p:spPr>
          <a:xfrm>
            <a:off x="6088538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3" name="F2_precision_recall_distributions_4597">
            <a:extLst>
              <a:ext uri="{FF2B5EF4-FFF2-40B4-BE49-F238E27FC236}">
                <a16:creationId xmlns:a16="http://schemas.microsoft.com/office/drawing/2014/main" id="{F2497BB4-5E9F-4EB0-95AA-169C08758C6D}"/>
              </a:ext>
            </a:extLst>
          </p:cNvPr>
          <p:cNvSpPr>
            <a:spLocks noGrp="1"/>
          </p:cNvSpPr>
          <p:nvPr/>
        </p:nvSpPr>
        <p:spPr>
          <a:xfrm>
            <a:off x="6149911" y="3046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4" name="F2_precision_recall_distributions_4598">
            <a:extLst>
              <a:ext uri="{FF2B5EF4-FFF2-40B4-BE49-F238E27FC236}">
                <a16:creationId xmlns:a16="http://schemas.microsoft.com/office/drawing/2014/main" id="{FE653D64-7F09-4EC0-80D0-8018B0E41876}"/>
              </a:ext>
            </a:extLst>
          </p:cNvPr>
          <p:cNvSpPr>
            <a:spLocks noGrp="1"/>
          </p:cNvSpPr>
          <p:nvPr/>
        </p:nvSpPr>
        <p:spPr>
          <a:xfrm>
            <a:off x="5841943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5" name="F2_precision_recall_distributions_4599">
            <a:extLst>
              <a:ext uri="{FF2B5EF4-FFF2-40B4-BE49-F238E27FC236}">
                <a16:creationId xmlns:a16="http://schemas.microsoft.com/office/drawing/2014/main" id="{8EC81037-CF88-42A0-BE37-91F10B3892E8}"/>
              </a:ext>
            </a:extLst>
          </p:cNvPr>
          <p:cNvSpPr>
            <a:spLocks noGrp="1"/>
          </p:cNvSpPr>
          <p:nvPr/>
        </p:nvSpPr>
        <p:spPr>
          <a:xfrm>
            <a:off x="59268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6" name="F2_precision_recall_distributions_4600">
            <a:extLst>
              <a:ext uri="{FF2B5EF4-FFF2-40B4-BE49-F238E27FC236}">
                <a16:creationId xmlns:a16="http://schemas.microsoft.com/office/drawing/2014/main" id="{D96BA8E9-2112-439D-A83F-3672EFEDA848}"/>
              </a:ext>
            </a:extLst>
          </p:cNvPr>
          <p:cNvSpPr>
            <a:spLocks noGrp="1"/>
          </p:cNvSpPr>
          <p:nvPr/>
        </p:nvSpPr>
        <p:spPr>
          <a:xfrm>
            <a:off x="593086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7" name="F2_precision_recall_distributions_4601">
            <a:extLst>
              <a:ext uri="{FF2B5EF4-FFF2-40B4-BE49-F238E27FC236}">
                <a16:creationId xmlns:a16="http://schemas.microsoft.com/office/drawing/2014/main" id="{295C2918-E18F-4390-9373-EDC26518AA66}"/>
              </a:ext>
            </a:extLst>
          </p:cNvPr>
          <p:cNvSpPr>
            <a:spLocks noGrp="1"/>
          </p:cNvSpPr>
          <p:nvPr/>
        </p:nvSpPr>
        <p:spPr>
          <a:xfrm>
            <a:off x="59305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8" name="F2_precision_recall_distributions_4602">
            <a:extLst>
              <a:ext uri="{FF2B5EF4-FFF2-40B4-BE49-F238E27FC236}">
                <a16:creationId xmlns:a16="http://schemas.microsoft.com/office/drawing/2014/main" id="{546B865D-6DD9-4BEA-B7D7-A705EB922D4A}"/>
              </a:ext>
            </a:extLst>
          </p:cNvPr>
          <p:cNvSpPr>
            <a:spLocks noGrp="1"/>
          </p:cNvSpPr>
          <p:nvPr/>
        </p:nvSpPr>
        <p:spPr>
          <a:xfrm>
            <a:off x="59705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9" name="F2_precision_recall_distributions_4603">
            <a:extLst>
              <a:ext uri="{FF2B5EF4-FFF2-40B4-BE49-F238E27FC236}">
                <a16:creationId xmlns:a16="http://schemas.microsoft.com/office/drawing/2014/main" id="{2F7FA54D-6463-4A5F-AE4E-2B9F5696CC99}"/>
              </a:ext>
            </a:extLst>
          </p:cNvPr>
          <p:cNvSpPr>
            <a:spLocks noGrp="1"/>
          </p:cNvSpPr>
          <p:nvPr/>
        </p:nvSpPr>
        <p:spPr>
          <a:xfrm>
            <a:off x="58388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0" name="F2_precision_recall_distributions_4604">
            <a:extLst>
              <a:ext uri="{FF2B5EF4-FFF2-40B4-BE49-F238E27FC236}">
                <a16:creationId xmlns:a16="http://schemas.microsoft.com/office/drawing/2014/main" id="{37FF4FA2-664C-40B4-82D3-B713EE91B2CA}"/>
              </a:ext>
            </a:extLst>
          </p:cNvPr>
          <p:cNvSpPr>
            <a:spLocks noGrp="1"/>
          </p:cNvSpPr>
          <p:nvPr/>
        </p:nvSpPr>
        <p:spPr>
          <a:xfrm>
            <a:off x="605357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1" name="F2_precision_recall_distributions_4605">
            <a:extLst>
              <a:ext uri="{FF2B5EF4-FFF2-40B4-BE49-F238E27FC236}">
                <a16:creationId xmlns:a16="http://schemas.microsoft.com/office/drawing/2014/main" id="{2C337227-2E52-461D-ABE3-B99C1F757DF6}"/>
              </a:ext>
            </a:extLst>
          </p:cNvPr>
          <p:cNvSpPr>
            <a:spLocks noGrp="1"/>
          </p:cNvSpPr>
          <p:nvPr/>
        </p:nvSpPr>
        <p:spPr>
          <a:xfrm>
            <a:off x="5806868" y="32436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2" name="F2_precision_recall_distributions_4606">
            <a:extLst>
              <a:ext uri="{FF2B5EF4-FFF2-40B4-BE49-F238E27FC236}">
                <a16:creationId xmlns:a16="http://schemas.microsoft.com/office/drawing/2014/main" id="{C7FE4E24-B2AD-424E-AB63-8F764D059A37}"/>
              </a:ext>
            </a:extLst>
          </p:cNvPr>
          <p:cNvSpPr>
            <a:spLocks noGrp="1"/>
          </p:cNvSpPr>
          <p:nvPr/>
        </p:nvSpPr>
        <p:spPr>
          <a:xfrm>
            <a:off x="596905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3" name="F2_precision_recall_distributions_4607">
            <a:extLst>
              <a:ext uri="{FF2B5EF4-FFF2-40B4-BE49-F238E27FC236}">
                <a16:creationId xmlns:a16="http://schemas.microsoft.com/office/drawing/2014/main" id="{5F1EF9D6-2810-418D-B93B-D5267ACC0B75}"/>
              </a:ext>
            </a:extLst>
          </p:cNvPr>
          <p:cNvSpPr>
            <a:spLocks noGrp="1"/>
          </p:cNvSpPr>
          <p:nvPr/>
        </p:nvSpPr>
        <p:spPr>
          <a:xfrm>
            <a:off x="58706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4" name="F2_precision_recall_distributions_4608">
            <a:extLst>
              <a:ext uri="{FF2B5EF4-FFF2-40B4-BE49-F238E27FC236}">
                <a16:creationId xmlns:a16="http://schemas.microsoft.com/office/drawing/2014/main" id="{D56802E5-033B-4F6D-AC04-9F801E47AC4E}"/>
              </a:ext>
            </a:extLst>
          </p:cNvPr>
          <p:cNvSpPr>
            <a:spLocks noGrp="1"/>
          </p:cNvSpPr>
          <p:nvPr/>
        </p:nvSpPr>
        <p:spPr>
          <a:xfrm>
            <a:off x="58354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5" name="F2_precision_recall_distributions_4609">
            <a:extLst>
              <a:ext uri="{FF2B5EF4-FFF2-40B4-BE49-F238E27FC236}">
                <a16:creationId xmlns:a16="http://schemas.microsoft.com/office/drawing/2014/main" id="{01D0B032-AD66-43CB-93B3-9693E39CCFCE}"/>
              </a:ext>
            </a:extLst>
          </p:cNvPr>
          <p:cNvSpPr>
            <a:spLocks noGrp="1"/>
          </p:cNvSpPr>
          <p:nvPr/>
        </p:nvSpPr>
        <p:spPr>
          <a:xfrm>
            <a:off x="60920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6" name="F2_precision_recall_distributions_4610">
            <a:extLst>
              <a:ext uri="{FF2B5EF4-FFF2-40B4-BE49-F238E27FC236}">
                <a16:creationId xmlns:a16="http://schemas.microsoft.com/office/drawing/2014/main" id="{4D3552C4-8AAA-4406-A7D6-003529A0FE5E}"/>
              </a:ext>
            </a:extLst>
          </p:cNvPr>
          <p:cNvSpPr>
            <a:spLocks noGrp="1"/>
          </p:cNvSpPr>
          <p:nvPr/>
        </p:nvSpPr>
        <p:spPr>
          <a:xfrm>
            <a:off x="5953626" y="32207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7" name="F2_precision_recall_distributions_4611">
            <a:extLst>
              <a:ext uri="{FF2B5EF4-FFF2-40B4-BE49-F238E27FC236}">
                <a16:creationId xmlns:a16="http://schemas.microsoft.com/office/drawing/2014/main" id="{0F6A504F-B7A6-432B-962D-229098721744}"/>
              </a:ext>
            </a:extLst>
          </p:cNvPr>
          <p:cNvSpPr>
            <a:spLocks noGrp="1"/>
          </p:cNvSpPr>
          <p:nvPr/>
        </p:nvSpPr>
        <p:spPr>
          <a:xfrm>
            <a:off x="6111631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8" name="F2_precision_recall_distributions_4612">
            <a:extLst>
              <a:ext uri="{FF2B5EF4-FFF2-40B4-BE49-F238E27FC236}">
                <a16:creationId xmlns:a16="http://schemas.microsoft.com/office/drawing/2014/main" id="{7D997F1B-76EE-40C4-B2BB-ED5D347F45F4}"/>
              </a:ext>
            </a:extLst>
          </p:cNvPr>
          <p:cNvSpPr>
            <a:spLocks noGrp="1"/>
          </p:cNvSpPr>
          <p:nvPr/>
        </p:nvSpPr>
        <p:spPr>
          <a:xfrm>
            <a:off x="589474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9" name="F2_precision_recall_distributions_4613">
            <a:extLst>
              <a:ext uri="{FF2B5EF4-FFF2-40B4-BE49-F238E27FC236}">
                <a16:creationId xmlns:a16="http://schemas.microsoft.com/office/drawing/2014/main" id="{595AEFD4-9DA8-436E-9C60-438EAF0E0E49}"/>
              </a:ext>
            </a:extLst>
          </p:cNvPr>
          <p:cNvSpPr>
            <a:spLocks noGrp="1"/>
          </p:cNvSpPr>
          <p:nvPr/>
        </p:nvSpPr>
        <p:spPr>
          <a:xfrm>
            <a:off x="597729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0" name="F2_precision_recall_distributions_4614">
            <a:extLst>
              <a:ext uri="{FF2B5EF4-FFF2-40B4-BE49-F238E27FC236}">
                <a16:creationId xmlns:a16="http://schemas.microsoft.com/office/drawing/2014/main" id="{B0E31B58-614E-4AFF-86EB-B06261337FCB}"/>
              </a:ext>
            </a:extLst>
          </p:cNvPr>
          <p:cNvSpPr>
            <a:spLocks noGrp="1"/>
          </p:cNvSpPr>
          <p:nvPr/>
        </p:nvSpPr>
        <p:spPr>
          <a:xfrm>
            <a:off x="588646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1" name="F2_precision_recall_distributions_4615">
            <a:extLst>
              <a:ext uri="{FF2B5EF4-FFF2-40B4-BE49-F238E27FC236}">
                <a16:creationId xmlns:a16="http://schemas.microsoft.com/office/drawing/2014/main" id="{D72CA19C-87E0-441D-A46A-A54B9B6A697E}"/>
              </a:ext>
            </a:extLst>
          </p:cNvPr>
          <p:cNvSpPr>
            <a:spLocks noGrp="1"/>
          </p:cNvSpPr>
          <p:nvPr/>
        </p:nvSpPr>
        <p:spPr>
          <a:xfrm>
            <a:off x="581135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2" name="F2_precision_recall_distributions_4616">
            <a:extLst>
              <a:ext uri="{FF2B5EF4-FFF2-40B4-BE49-F238E27FC236}">
                <a16:creationId xmlns:a16="http://schemas.microsoft.com/office/drawing/2014/main" id="{B61B6AA4-2AB0-4E81-AF92-0BD55FC972D6}"/>
              </a:ext>
            </a:extLst>
          </p:cNvPr>
          <p:cNvSpPr>
            <a:spLocks noGrp="1"/>
          </p:cNvSpPr>
          <p:nvPr/>
        </p:nvSpPr>
        <p:spPr>
          <a:xfrm>
            <a:off x="616279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3" name="F2_precision_recall_distributions_4617">
            <a:extLst>
              <a:ext uri="{FF2B5EF4-FFF2-40B4-BE49-F238E27FC236}">
                <a16:creationId xmlns:a16="http://schemas.microsoft.com/office/drawing/2014/main" id="{EF4F6B68-59CD-45DA-83FB-B909892DA911}"/>
              </a:ext>
            </a:extLst>
          </p:cNvPr>
          <p:cNvSpPr>
            <a:spLocks noGrp="1"/>
          </p:cNvSpPr>
          <p:nvPr/>
        </p:nvSpPr>
        <p:spPr>
          <a:xfrm>
            <a:off x="596133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4" name="F2_precision_recall_distributions_4618">
            <a:extLst>
              <a:ext uri="{FF2B5EF4-FFF2-40B4-BE49-F238E27FC236}">
                <a16:creationId xmlns:a16="http://schemas.microsoft.com/office/drawing/2014/main" id="{927FA854-C956-4F79-8837-0D6FB26D4D84}"/>
              </a:ext>
            </a:extLst>
          </p:cNvPr>
          <p:cNvSpPr>
            <a:spLocks noGrp="1"/>
          </p:cNvSpPr>
          <p:nvPr/>
        </p:nvSpPr>
        <p:spPr>
          <a:xfrm>
            <a:off x="615370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5" name="F2_precision_recall_distributions_4619">
            <a:extLst>
              <a:ext uri="{FF2B5EF4-FFF2-40B4-BE49-F238E27FC236}">
                <a16:creationId xmlns:a16="http://schemas.microsoft.com/office/drawing/2014/main" id="{5D7F51E9-DE61-426C-9C7E-CC67E4F13A9F}"/>
              </a:ext>
            </a:extLst>
          </p:cNvPr>
          <p:cNvSpPr>
            <a:spLocks noGrp="1"/>
          </p:cNvSpPr>
          <p:nvPr/>
        </p:nvSpPr>
        <p:spPr>
          <a:xfrm>
            <a:off x="5837930" y="31310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6" name="F2_precision_recall_distributions_4620">
            <a:extLst>
              <a:ext uri="{FF2B5EF4-FFF2-40B4-BE49-F238E27FC236}">
                <a16:creationId xmlns:a16="http://schemas.microsoft.com/office/drawing/2014/main" id="{434D30C5-1E77-4FF7-A7A7-DF37D0BF04E8}"/>
              </a:ext>
            </a:extLst>
          </p:cNvPr>
          <p:cNvSpPr>
            <a:spLocks noGrp="1"/>
          </p:cNvSpPr>
          <p:nvPr/>
        </p:nvSpPr>
        <p:spPr>
          <a:xfrm>
            <a:off x="599970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7" name="F2_precision_recall_distributions_4621">
            <a:extLst>
              <a:ext uri="{FF2B5EF4-FFF2-40B4-BE49-F238E27FC236}">
                <a16:creationId xmlns:a16="http://schemas.microsoft.com/office/drawing/2014/main" id="{A2C1F7BF-B38D-40C2-BC74-EF1D0A4DBCAD}"/>
              </a:ext>
            </a:extLst>
          </p:cNvPr>
          <p:cNvSpPr>
            <a:spLocks noGrp="1"/>
          </p:cNvSpPr>
          <p:nvPr/>
        </p:nvSpPr>
        <p:spPr>
          <a:xfrm>
            <a:off x="5954860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8" name="F2_precision_recall_distributions_4622">
            <a:extLst>
              <a:ext uri="{FF2B5EF4-FFF2-40B4-BE49-F238E27FC236}">
                <a16:creationId xmlns:a16="http://schemas.microsoft.com/office/drawing/2014/main" id="{B6FE450B-826F-4D8E-AC9A-1995C870862D}"/>
              </a:ext>
            </a:extLst>
          </p:cNvPr>
          <p:cNvSpPr>
            <a:spLocks noGrp="1"/>
          </p:cNvSpPr>
          <p:nvPr/>
        </p:nvSpPr>
        <p:spPr>
          <a:xfrm>
            <a:off x="60094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9" name="F2_precision_recall_distributions_4623">
            <a:extLst>
              <a:ext uri="{FF2B5EF4-FFF2-40B4-BE49-F238E27FC236}">
                <a16:creationId xmlns:a16="http://schemas.microsoft.com/office/drawing/2014/main" id="{E40EA49F-E9EA-4A42-A78E-3193C5D25F79}"/>
              </a:ext>
            </a:extLst>
          </p:cNvPr>
          <p:cNvSpPr>
            <a:spLocks noGrp="1"/>
          </p:cNvSpPr>
          <p:nvPr/>
        </p:nvSpPr>
        <p:spPr>
          <a:xfrm>
            <a:off x="61463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0" name="F2_precision_recall_distributions_4624">
            <a:extLst>
              <a:ext uri="{FF2B5EF4-FFF2-40B4-BE49-F238E27FC236}">
                <a16:creationId xmlns:a16="http://schemas.microsoft.com/office/drawing/2014/main" id="{9BD4D23C-3522-4582-A7F1-BA2C3B5ACA9A}"/>
              </a:ext>
            </a:extLst>
          </p:cNvPr>
          <p:cNvSpPr>
            <a:spLocks noGrp="1"/>
          </p:cNvSpPr>
          <p:nvPr/>
        </p:nvSpPr>
        <p:spPr>
          <a:xfrm>
            <a:off x="611161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1" name="F2_precision_recall_distributions_4625">
            <a:extLst>
              <a:ext uri="{FF2B5EF4-FFF2-40B4-BE49-F238E27FC236}">
                <a16:creationId xmlns:a16="http://schemas.microsoft.com/office/drawing/2014/main" id="{D8838C5A-C21D-4FF4-9B31-11613A30619E}"/>
              </a:ext>
            </a:extLst>
          </p:cNvPr>
          <p:cNvSpPr>
            <a:spLocks noGrp="1"/>
          </p:cNvSpPr>
          <p:nvPr/>
        </p:nvSpPr>
        <p:spPr>
          <a:xfrm>
            <a:off x="587007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2" name="F2_precision_recall_distributions_4626">
            <a:extLst>
              <a:ext uri="{FF2B5EF4-FFF2-40B4-BE49-F238E27FC236}">
                <a16:creationId xmlns:a16="http://schemas.microsoft.com/office/drawing/2014/main" id="{6AB0DCB2-5101-49F3-83BE-12D5EF464140}"/>
              </a:ext>
            </a:extLst>
          </p:cNvPr>
          <p:cNvSpPr>
            <a:spLocks noGrp="1"/>
          </p:cNvSpPr>
          <p:nvPr/>
        </p:nvSpPr>
        <p:spPr>
          <a:xfrm>
            <a:off x="5995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3" name="F2_precision_recall_distributions_4627">
            <a:extLst>
              <a:ext uri="{FF2B5EF4-FFF2-40B4-BE49-F238E27FC236}">
                <a16:creationId xmlns:a16="http://schemas.microsoft.com/office/drawing/2014/main" id="{B2598814-1670-42EE-BA79-A7A7B836FB21}"/>
              </a:ext>
            </a:extLst>
          </p:cNvPr>
          <p:cNvSpPr>
            <a:spLocks noGrp="1"/>
          </p:cNvSpPr>
          <p:nvPr/>
        </p:nvSpPr>
        <p:spPr>
          <a:xfrm>
            <a:off x="595671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4" name="F2_precision_recall_distributions_4628">
            <a:extLst>
              <a:ext uri="{FF2B5EF4-FFF2-40B4-BE49-F238E27FC236}">
                <a16:creationId xmlns:a16="http://schemas.microsoft.com/office/drawing/2014/main" id="{B1947ECE-22A7-40C7-B496-EDE160CA431F}"/>
              </a:ext>
            </a:extLst>
          </p:cNvPr>
          <p:cNvSpPr>
            <a:spLocks noGrp="1"/>
          </p:cNvSpPr>
          <p:nvPr/>
        </p:nvSpPr>
        <p:spPr>
          <a:xfrm>
            <a:off x="6124308" y="36498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5" name="F2_precision_recall_distributions_4629">
            <a:extLst>
              <a:ext uri="{FF2B5EF4-FFF2-40B4-BE49-F238E27FC236}">
                <a16:creationId xmlns:a16="http://schemas.microsoft.com/office/drawing/2014/main" id="{DDA0205C-14B5-4EDE-AFDE-9A1F7EE4A654}"/>
              </a:ext>
            </a:extLst>
          </p:cNvPr>
          <p:cNvSpPr>
            <a:spLocks noGrp="1"/>
          </p:cNvSpPr>
          <p:nvPr/>
        </p:nvSpPr>
        <p:spPr>
          <a:xfrm>
            <a:off x="605931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6" name="F2_precision_recall_distributions_4630">
            <a:extLst>
              <a:ext uri="{FF2B5EF4-FFF2-40B4-BE49-F238E27FC236}">
                <a16:creationId xmlns:a16="http://schemas.microsoft.com/office/drawing/2014/main" id="{DBE93562-0F41-4C0B-A0CC-2E5BEA385D61}"/>
              </a:ext>
            </a:extLst>
          </p:cNvPr>
          <p:cNvSpPr>
            <a:spLocks noGrp="1"/>
          </p:cNvSpPr>
          <p:nvPr/>
        </p:nvSpPr>
        <p:spPr>
          <a:xfrm>
            <a:off x="59838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7" name="F2_precision_recall_distributions_4631">
            <a:extLst>
              <a:ext uri="{FF2B5EF4-FFF2-40B4-BE49-F238E27FC236}">
                <a16:creationId xmlns:a16="http://schemas.microsoft.com/office/drawing/2014/main" id="{A32B7B92-349A-4951-A163-751642031773}"/>
              </a:ext>
            </a:extLst>
          </p:cNvPr>
          <p:cNvSpPr>
            <a:spLocks noGrp="1"/>
          </p:cNvSpPr>
          <p:nvPr/>
        </p:nvSpPr>
        <p:spPr>
          <a:xfrm>
            <a:off x="596371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8" name="F2_precision_recall_distributions_4632">
            <a:extLst>
              <a:ext uri="{FF2B5EF4-FFF2-40B4-BE49-F238E27FC236}">
                <a16:creationId xmlns:a16="http://schemas.microsoft.com/office/drawing/2014/main" id="{CB4F8B89-58C5-41C4-B443-6CD162EB1FCB}"/>
              </a:ext>
            </a:extLst>
          </p:cNvPr>
          <p:cNvSpPr>
            <a:spLocks noGrp="1"/>
          </p:cNvSpPr>
          <p:nvPr/>
        </p:nvSpPr>
        <p:spPr>
          <a:xfrm>
            <a:off x="616492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9" name="F2_precision_recall_distributions_4633">
            <a:extLst>
              <a:ext uri="{FF2B5EF4-FFF2-40B4-BE49-F238E27FC236}">
                <a16:creationId xmlns:a16="http://schemas.microsoft.com/office/drawing/2014/main" id="{C45053E0-DACC-4870-A10D-48A5A50D5D77}"/>
              </a:ext>
            </a:extLst>
          </p:cNvPr>
          <p:cNvSpPr>
            <a:spLocks noGrp="1"/>
          </p:cNvSpPr>
          <p:nvPr/>
        </p:nvSpPr>
        <p:spPr>
          <a:xfrm>
            <a:off x="61004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0" name="F2_precision_recall_distributions_4634">
            <a:extLst>
              <a:ext uri="{FF2B5EF4-FFF2-40B4-BE49-F238E27FC236}">
                <a16:creationId xmlns:a16="http://schemas.microsoft.com/office/drawing/2014/main" id="{34F048A5-C838-43EE-B64D-0182B109A3D0}"/>
              </a:ext>
            </a:extLst>
          </p:cNvPr>
          <p:cNvSpPr>
            <a:spLocks noGrp="1"/>
          </p:cNvSpPr>
          <p:nvPr/>
        </p:nvSpPr>
        <p:spPr>
          <a:xfrm>
            <a:off x="5921759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1" name="F2_precision_recall_distributions_4635">
            <a:extLst>
              <a:ext uri="{FF2B5EF4-FFF2-40B4-BE49-F238E27FC236}">
                <a16:creationId xmlns:a16="http://schemas.microsoft.com/office/drawing/2014/main" id="{7461C709-35B4-407C-A7E8-C0D695D51025}"/>
              </a:ext>
            </a:extLst>
          </p:cNvPr>
          <p:cNvSpPr>
            <a:spLocks noGrp="1"/>
          </p:cNvSpPr>
          <p:nvPr/>
        </p:nvSpPr>
        <p:spPr>
          <a:xfrm>
            <a:off x="606782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2" name="F2_precision_recall_distributions_4636">
            <a:extLst>
              <a:ext uri="{FF2B5EF4-FFF2-40B4-BE49-F238E27FC236}">
                <a16:creationId xmlns:a16="http://schemas.microsoft.com/office/drawing/2014/main" id="{706905E8-02AD-4ACC-BF1D-E5FF47B3ADE7}"/>
              </a:ext>
            </a:extLst>
          </p:cNvPr>
          <p:cNvSpPr>
            <a:spLocks noGrp="1"/>
          </p:cNvSpPr>
          <p:nvPr/>
        </p:nvSpPr>
        <p:spPr>
          <a:xfrm>
            <a:off x="585898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3" name="F2_precision_recall_distributions_4637">
            <a:extLst>
              <a:ext uri="{FF2B5EF4-FFF2-40B4-BE49-F238E27FC236}">
                <a16:creationId xmlns:a16="http://schemas.microsoft.com/office/drawing/2014/main" id="{C32E376A-BADB-4863-A96B-B6B4501B19E4}"/>
              </a:ext>
            </a:extLst>
          </p:cNvPr>
          <p:cNvSpPr>
            <a:spLocks noGrp="1"/>
          </p:cNvSpPr>
          <p:nvPr/>
        </p:nvSpPr>
        <p:spPr>
          <a:xfrm>
            <a:off x="61717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4" name="F2_precision_recall_distributions_4638">
            <a:extLst>
              <a:ext uri="{FF2B5EF4-FFF2-40B4-BE49-F238E27FC236}">
                <a16:creationId xmlns:a16="http://schemas.microsoft.com/office/drawing/2014/main" id="{C5A8BDAD-E199-41ED-85C0-95A902437562}"/>
              </a:ext>
            </a:extLst>
          </p:cNvPr>
          <p:cNvSpPr>
            <a:spLocks noGrp="1"/>
          </p:cNvSpPr>
          <p:nvPr/>
        </p:nvSpPr>
        <p:spPr>
          <a:xfrm>
            <a:off x="59235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5" name="F2_precision_recall_distributions_4639">
            <a:extLst>
              <a:ext uri="{FF2B5EF4-FFF2-40B4-BE49-F238E27FC236}">
                <a16:creationId xmlns:a16="http://schemas.microsoft.com/office/drawing/2014/main" id="{F6508C72-118B-47CD-96C3-0D6C3C60C977}"/>
              </a:ext>
            </a:extLst>
          </p:cNvPr>
          <p:cNvSpPr>
            <a:spLocks noGrp="1"/>
          </p:cNvSpPr>
          <p:nvPr/>
        </p:nvSpPr>
        <p:spPr>
          <a:xfrm>
            <a:off x="58613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6" name="F2_precision_recall_distributions_4640">
            <a:extLst>
              <a:ext uri="{FF2B5EF4-FFF2-40B4-BE49-F238E27FC236}">
                <a16:creationId xmlns:a16="http://schemas.microsoft.com/office/drawing/2014/main" id="{D6DF117D-41A7-4138-B611-E7D68ACC436B}"/>
              </a:ext>
            </a:extLst>
          </p:cNvPr>
          <p:cNvSpPr>
            <a:spLocks noGrp="1"/>
          </p:cNvSpPr>
          <p:nvPr/>
        </p:nvSpPr>
        <p:spPr>
          <a:xfrm>
            <a:off x="6057902" y="352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7" name="F2_precision_recall_distributions_4641">
            <a:extLst>
              <a:ext uri="{FF2B5EF4-FFF2-40B4-BE49-F238E27FC236}">
                <a16:creationId xmlns:a16="http://schemas.microsoft.com/office/drawing/2014/main" id="{D5C9AE08-8CC8-434B-84AB-705C461974E5}"/>
              </a:ext>
            </a:extLst>
          </p:cNvPr>
          <p:cNvSpPr>
            <a:spLocks noGrp="1"/>
          </p:cNvSpPr>
          <p:nvPr/>
        </p:nvSpPr>
        <p:spPr>
          <a:xfrm>
            <a:off x="59777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8" name="F2_precision_recall_distributions_4642">
            <a:extLst>
              <a:ext uri="{FF2B5EF4-FFF2-40B4-BE49-F238E27FC236}">
                <a16:creationId xmlns:a16="http://schemas.microsoft.com/office/drawing/2014/main" id="{57762B23-C44C-43C9-8CA8-6BB3E699B875}"/>
              </a:ext>
            </a:extLst>
          </p:cNvPr>
          <p:cNvSpPr>
            <a:spLocks noGrp="1"/>
          </p:cNvSpPr>
          <p:nvPr/>
        </p:nvSpPr>
        <p:spPr>
          <a:xfrm>
            <a:off x="5833605" y="36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9" name="F2_precision_recall_distributions_4643">
            <a:extLst>
              <a:ext uri="{FF2B5EF4-FFF2-40B4-BE49-F238E27FC236}">
                <a16:creationId xmlns:a16="http://schemas.microsoft.com/office/drawing/2014/main" id="{85DA34A5-0D1E-446D-BEAF-D6C56EB47DB8}"/>
              </a:ext>
            </a:extLst>
          </p:cNvPr>
          <p:cNvSpPr>
            <a:spLocks noGrp="1"/>
          </p:cNvSpPr>
          <p:nvPr/>
        </p:nvSpPr>
        <p:spPr>
          <a:xfrm>
            <a:off x="6009238" y="34558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0" name="F2_precision_recall_distributions_4644">
            <a:extLst>
              <a:ext uri="{FF2B5EF4-FFF2-40B4-BE49-F238E27FC236}">
                <a16:creationId xmlns:a16="http://schemas.microsoft.com/office/drawing/2014/main" id="{BFF4D634-E429-4979-9626-30BF2C9F42D9}"/>
              </a:ext>
            </a:extLst>
          </p:cNvPr>
          <p:cNvSpPr>
            <a:spLocks noGrp="1"/>
          </p:cNvSpPr>
          <p:nvPr/>
        </p:nvSpPr>
        <p:spPr>
          <a:xfrm>
            <a:off x="600175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1" name="F2_precision_recall_distributions_4645">
            <a:extLst>
              <a:ext uri="{FF2B5EF4-FFF2-40B4-BE49-F238E27FC236}">
                <a16:creationId xmlns:a16="http://schemas.microsoft.com/office/drawing/2014/main" id="{C824EE64-3E2D-437B-B83B-62077BDC3D06}"/>
              </a:ext>
            </a:extLst>
          </p:cNvPr>
          <p:cNvSpPr>
            <a:spLocks noGrp="1"/>
          </p:cNvSpPr>
          <p:nvPr/>
        </p:nvSpPr>
        <p:spPr>
          <a:xfrm>
            <a:off x="61583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2" name="F2_precision_recall_distributions_4646">
            <a:extLst>
              <a:ext uri="{FF2B5EF4-FFF2-40B4-BE49-F238E27FC236}">
                <a16:creationId xmlns:a16="http://schemas.microsoft.com/office/drawing/2014/main" id="{55E9D901-10EF-4179-9BDA-1A521DBA0D39}"/>
              </a:ext>
            </a:extLst>
          </p:cNvPr>
          <p:cNvSpPr>
            <a:spLocks noGrp="1"/>
          </p:cNvSpPr>
          <p:nvPr/>
        </p:nvSpPr>
        <p:spPr>
          <a:xfrm>
            <a:off x="59302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3" name="F2_precision_recall_distributions_4647">
            <a:extLst>
              <a:ext uri="{FF2B5EF4-FFF2-40B4-BE49-F238E27FC236}">
                <a16:creationId xmlns:a16="http://schemas.microsoft.com/office/drawing/2014/main" id="{0EDEDB82-7D21-43B5-A27B-E37FCB4992CA}"/>
              </a:ext>
            </a:extLst>
          </p:cNvPr>
          <p:cNvSpPr>
            <a:spLocks noGrp="1"/>
          </p:cNvSpPr>
          <p:nvPr/>
        </p:nvSpPr>
        <p:spPr>
          <a:xfrm>
            <a:off x="60543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4" name="F2_precision_recall_distributions_4648">
            <a:extLst>
              <a:ext uri="{FF2B5EF4-FFF2-40B4-BE49-F238E27FC236}">
                <a16:creationId xmlns:a16="http://schemas.microsoft.com/office/drawing/2014/main" id="{0F83E4C4-4EA4-44BE-96F3-4601DB727FBC}"/>
              </a:ext>
            </a:extLst>
          </p:cNvPr>
          <p:cNvSpPr>
            <a:spLocks noGrp="1"/>
          </p:cNvSpPr>
          <p:nvPr/>
        </p:nvSpPr>
        <p:spPr>
          <a:xfrm>
            <a:off x="591663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5" name="F2_precision_recall_distributions_4649">
            <a:extLst>
              <a:ext uri="{FF2B5EF4-FFF2-40B4-BE49-F238E27FC236}">
                <a16:creationId xmlns:a16="http://schemas.microsoft.com/office/drawing/2014/main" id="{E6A0309D-5845-4060-8CEC-E5AD89A89058}"/>
              </a:ext>
            </a:extLst>
          </p:cNvPr>
          <p:cNvSpPr>
            <a:spLocks noGrp="1"/>
          </p:cNvSpPr>
          <p:nvPr/>
        </p:nvSpPr>
        <p:spPr>
          <a:xfrm>
            <a:off x="61283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6" name="F2_precision_recall_distributions_4650">
            <a:extLst>
              <a:ext uri="{FF2B5EF4-FFF2-40B4-BE49-F238E27FC236}">
                <a16:creationId xmlns:a16="http://schemas.microsoft.com/office/drawing/2014/main" id="{5A688089-572D-4977-8A3A-3051B81E6B15}"/>
              </a:ext>
            </a:extLst>
          </p:cNvPr>
          <p:cNvSpPr>
            <a:spLocks noGrp="1"/>
          </p:cNvSpPr>
          <p:nvPr/>
        </p:nvSpPr>
        <p:spPr>
          <a:xfrm>
            <a:off x="6161384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7" name="F2_precision_recall_distributions_4651">
            <a:extLst>
              <a:ext uri="{FF2B5EF4-FFF2-40B4-BE49-F238E27FC236}">
                <a16:creationId xmlns:a16="http://schemas.microsoft.com/office/drawing/2014/main" id="{B3F1DB88-2B6A-4250-850F-793CE929A3C5}"/>
              </a:ext>
            </a:extLst>
          </p:cNvPr>
          <p:cNvSpPr>
            <a:spLocks noGrp="1"/>
          </p:cNvSpPr>
          <p:nvPr/>
        </p:nvSpPr>
        <p:spPr>
          <a:xfrm>
            <a:off x="5974340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8" name="F2_precision_recall_distributions_4652">
            <a:extLst>
              <a:ext uri="{FF2B5EF4-FFF2-40B4-BE49-F238E27FC236}">
                <a16:creationId xmlns:a16="http://schemas.microsoft.com/office/drawing/2014/main" id="{D48BFCAE-2E5C-40F6-B4B6-C4BD75C09A39}"/>
              </a:ext>
            </a:extLst>
          </p:cNvPr>
          <p:cNvSpPr>
            <a:spLocks noGrp="1"/>
          </p:cNvSpPr>
          <p:nvPr/>
        </p:nvSpPr>
        <p:spPr>
          <a:xfrm>
            <a:off x="6100928" y="36161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9" name="F2_precision_recall_distributions_4653">
            <a:extLst>
              <a:ext uri="{FF2B5EF4-FFF2-40B4-BE49-F238E27FC236}">
                <a16:creationId xmlns:a16="http://schemas.microsoft.com/office/drawing/2014/main" id="{723EC282-68C3-4E44-849D-F57037C7F646}"/>
              </a:ext>
            </a:extLst>
          </p:cNvPr>
          <p:cNvSpPr>
            <a:spLocks noGrp="1"/>
          </p:cNvSpPr>
          <p:nvPr/>
        </p:nvSpPr>
        <p:spPr>
          <a:xfrm>
            <a:off x="59619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0" name="F2_precision_recall_distributions_4654">
            <a:extLst>
              <a:ext uri="{FF2B5EF4-FFF2-40B4-BE49-F238E27FC236}">
                <a16:creationId xmlns:a16="http://schemas.microsoft.com/office/drawing/2014/main" id="{50F5218A-DEE0-4644-BBBC-239BD84FB710}"/>
              </a:ext>
            </a:extLst>
          </p:cNvPr>
          <p:cNvSpPr>
            <a:spLocks noGrp="1"/>
          </p:cNvSpPr>
          <p:nvPr/>
        </p:nvSpPr>
        <p:spPr>
          <a:xfrm>
            <a:off x="61357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1" name="F2_precision_recall_distributions_4655">
            <a:extLst>
              <a:ext uri="{FF2B5EF4-FFF2-40B4-BE49-F238E27FC236}">
                <a16:creationId xmlns:a16="http://schemas.microsoft.com/office/drawing/2014/main" id="{E395E52E-7624-45E8-9026-04F5501DDFCD}"/>
              </a:ext>
            </a:extLst>
          </p:cNvPr>
          <p:cNvSpPr>
            <a:spLocks noGrp="1"/>
          </p:cNvSpPr>
          <p:nvPr/>
        </p:nvSpPr>
        <p:spPr>
          <a:xfrm>
            <a:off x="6080770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2" name="F2_precision_recall_distributions_4656">
            <a:extLst>
              <a:ext uri="{FF2B5EF4-FFF2-40B4-BE49-F238E27FC236}">
                <a16:creationId xmlns:a16="http://schemas.microsoft.com/office/drawing/2014/main" id="{929A9268-C1F2-4D08-BEDE-1ACFA64B23F3}"/>
              </a:ext>
            </a:extLst>
          </p:cNvPr>
          <p:cNvSpPr>
            <a:spLocks noGrp="1"/>
          </p:cNvSpPr>
          <p:nvPr/>
        </p:nvSpPr>
        <p:spPr>
          <a:xfrm>
            <a:off x="591017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3" name="F2_precision_recall_distributions_4657">
            <a:extLst>
              <a:ext uri="{FF2B5EF4-FFF2-40B4-BE49-F238E27FC236}">
                <a16:creationId xmlns:a16="http://schemas.microsoft.com/office/drawing/2014/main" id="{CB6F91A9-88AA-4149-8DEE-EB251855D2DF}"/>
              </a:ext>
            </a:extLst>
          </p:cNvPr>
          <p:cNvSpPr>
            <a:spLocks noGrp="1"/>
          </p:cNvSpPr>
          <p:nvPr/>
        </p:nvSpPr>
        <p:spPr>
          <a:xfrm>
            <a:off x="6119632" y="337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4" name="F2_precision_recall_distributions_4658">
            <a:extLst>
              <a:ext uri="{FF2B5EF4-FFF2-40B4-BE49-F238E27FC236}">
                <a16:creationId xmlns:a16="http://schemas.microsoft.com/office/drawing/2014/main" id="{F752FD23-8EF8-4119-8A45-D727660B50A4}"/>
              </a:ext>
            </a:extLst>
          </p:cNvPr>
          <p:cNvSpPr>
            <a:spLocks noGrp="1"/>
          </p:cNvSpPr>
          <p:nvPr/>
        </p:nvSpPr>
        <p:spPr>
          <a:xfrm>
            <a:off x="61548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5" name="F2_precision_recall_distributions_4659">
            <a:extLst>
              <a:ext uri="{FF2B5EF4-FFF2-40B4-BE49-F238E27FC236}">
                <a16:creationId xmlns:a16="http://schemas.microsoft.com/office/drawing/2014/main" id="{8FED716E-8E94-45BE-BFA8-BD55082CC7B1}"/>
              </a:ext>
            </a:extLst>
          </p:cNvPr>
          <p:cNvSpPr>
            <a:spLocks noGrp="1"/>
          </p:cNvSpPr>
          <p:nvPr/>
        </p:nvSpPr>
        <p:spPr>
          <a:xfrm>
            <a:off x="59680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6" name="F2_precision_recall_distributions_4660">
            <a:extLst>
              <a:ext uri="{FF2B5EF4-FFF2-40B4-BE49-F238E27FC236}">
                <a16:creationId xmlns:a16="http://schemas.microsoft.com/office/drawing/2014/main" id="{925A14D4-EAC9-4A02-80AA-82F19E9EBAEF}"/>
              </a:ext>
            </a:extLst>
          </p:cNvPr>
          <p:cNvSpPr>
            <a:spLocks noGrp="1"/>
          </p:cNvSpPr>
          <p:nvPr/>
        </p:nvSpPr>
        <p:spPr>
          <a:xfrm>
            <a:off x="582386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7" name="F2_precision_recall_distributions_4661">
            <a:extLst>
              <a:ext uri="{FF2B5EF4-FFF2-40B4-BE49-F238E27FC236}">
                <a16:creationId xmlns:a16="http://schemas.microsoft.com/office/drawing/2014/main" id="{7D061A46-EBE9-4B46-8440-1A2AEB448906}"/>
              </a:ext>
            </a:extLst>
          </p:cNvPr>
          <p:cNvSpPr>
            <a:spLocks noGrp="1"/>
          </p:cNvSpPr>
          <p:nvPr/>
        </p:nvSpPr>
        <p:spPr>
          <a:xfrm>
            <a:off x="59678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8" name="F2_precision_recall_distributions_4662">
            <a:extLst>
              <a:ext uri="{FF2B5EF4-FFF2-40B4-BE49-F238E27FC236}">
                <a16:creationId xmlns:a16="http://schemas.microsoft.com/office/drawing/2014/main" id="{DC7DA4A8-62C1-4745-8F51-BFB6E3E02EFB}"/>
              </a:ext>
            </a:extLst>
          </p:cNvPr>
          <p:cNvSpPr>
            <a:spLocks noGrp="1"/>
          </p:cNvSpPr>
          <p:nvPr/>
        </p:nvSpPr>
        <p:spPr>
          <a:xfrm>
            <a:off x="60149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9" name="F2_precision_recall_distributions_4663">
            <a:extLst>
              <a:ext uri="{FF2B5EF4-FFF2-40B4-BE49-F238E27FC236}">
                <a16:creationId xmlns:a16="http://schemas.microsoft.com/office/drawing/2014/main" id="{88087336-8A0F-40F7-8375-8ED54963F395}"/>
              </a:ext>
            </a:extLst>
          </p:cNvPr>
          <p:cNvSpPr>
            <a:spLocks noGrp="1"/>
          </p:cNvSpPr>
          <p:nvPr/>
        </p:nvSpPr>
        <p:spPr>
          <a:xfrm>
            <a:off x="593321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0" name="F2_precision_recall_distributions_4664">
            <a:extLst>
              <a:ext uri="{FF2B5EF4-FFF2-40B4-BE49-F238E27FC236}">
                <a16:creationId xmlns:a16="http://schemas.microsoft.com/office/drawing/2014/main" id="{053ED18A-A73F-4093-BA74-E0B2DF693814}"/>
              </a:ext>
            </a:extLst>
          </p:cNvPr>
          <p:cNvSpPr>
            <a:spLocks noGrp="1"/>
          </p:cNvSpPr>
          <p:nvPr/>
        </p:nvSpPr>
        <p:spPr>
          <a:xfrm>
            <a:off x="6033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1" name="F2_precision_recall_distributions_4665">
            <a:extLst>
              <a:ext uri="{FF2B5EF4-FFF2-40B4-BE49-F238E27FC236}">
                <a16:creationId xmlns:a16="http://schemas.microsoft.com/office/drawing/2014/main" id="{FC4A322C-39A9-41ED-9799-BEABDD2E561F}"/>
              </a:ext>
            </a:extLst>
          </p:cNvPr>
          <p:cNvSpPr>
            <a:spLocks noGrp="1"/>
          </p:cNvSpPr>
          <p:nvPr/>
        </p:nvSpPr>
        <p:spPr>
          <a:xfrm>
            <a:off x="5916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2" name="F2_precision_recall_distributions_4666">
            <a:extLst>
              <a:ext uri="{FF2B5EF4-FFF2-40B4-BE49-F238E27FC236}">
                <a16:creationId xmlns:a16="http://schemas.microsoft.com/office/drawing/2014/main" id="{32175DAE-0345-4A30-AF4A-6E32A0DF9931}"/>
              </a:ext>
            </a:extLst>
          </p:cNvPr>
          <p:cNvSpPr>
            <a:spLocks noGrp="1"/>
          </p:cNvSpPr>
          <p:nvPr/>
        </p:nvSpPr>
        <p:spPr>
          <a:xfrm>
            <a:off x="5823146" y="31251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3" name="F2_precision_recall_distributions_4667">
            <a:extLst>
              <a:ext uri="{FF2B5EF4-FFF2-40B4-BE49-F238E27FC236}">
                <a16:creationId xmlns:a16="http://schemas.microsoft.com/office/drawing/2014/main" id="{05D3C291-58C3-4279-91BC-EEC788DBAB2F}"/>
              </a:ext>
            </a:extLst>
          </p:cNvPr>
          <p:cNvSpPr>
            <a:spLocks noGrp="1"/>
          </p:cNvSpPr>
          <p:nvPr/>
        </p:nvSpPr>
        <p:spPr>
          <a:xfrm>
            <a:off x="5942896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4" name="F2_precision_recall_distributions_4668">
            <a:extLst>
              <a:ext uri="{FF2B5EF4-FFF2-40B4-BE49-F238E27FC236}">
                <a16:creationId xmlns:a16="http://schemas.microsoft.com/office/drawing/2014/main" id="{A8901206-74FE-4390-9C0D-B6A4B8583125}"/>
              </a:ext>
            </a:extLst>
          </p:cNvPr>
          <p:cNvSpPr>
            <a:spLocks noGrp="1"/>
          </p:cNvSpPr>
          <p:nvPr/>
        </p:nvSpPr>
        <p:spPr>
          <a:xfrm>
            <a:off x="598090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5" name="F2_precision_recall_distributions_4669">
            <a:extLst>
              <a:ext uri="{FF2B5EF4-FFF2-40B4-BE49-F238E27FC236}">
                <a16:creationId xmlns:a16="http://schemas.microsoft.com/office/drawing/2014/main" id="{205D6974-BC6B-464E-BDD9-2043C173A324}"/>
              </a:ext>
            </a:extLst>
          </p:cNvPr>
          <p:cNvSpPr>
            <a:spLocks noGrp="1"/>
          </p:cNvSpPr>
          <p:nvPr/>
        </p:nvSpPr>
        <p:spPr>
          <a:xfrm>
            <a:off x="5874518" y="36408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6" name="F2_precision_recall_distributions_4670">
            <a:extLst>
              <a:ext uri="{FF2B5EF4-FFF2-40B4-BE49-F238E27FC236}">
                <a16:creationId xmlns:a16="http://schemas.microsoft.com/office/drawing/2014/main" id="{121A2AC4-32FA-4C5F-9F4F-489C00C78D7C}"/>
              </a:ext>
            </a:extLst>
          </p:cNvPr>
          <p:cNvSpPr>
            <a:spLocks noGrp="1"/>
          </p:cNvSpPr>
          <p:nvPr/>
        </p:nvSpPr>
        <p:spPr>
          <a:xfrm>
            <a:off x="607770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7" name="F2_precision_recall_distributions_4671">
            <a:extLst>
              <a:ext uri="{FF2B5EF4-FFF2-40B4-BE49-F238E27FC236}">
                <a16:creationId xmlns:a16="http://schemas.microsoft.com/office/drawing/2014/main" id="{63C17246-65EB-4B35-945B-B549F7F3F35F}"/>
              </a:ext>
            </a:extLst>
          </p:cNvPr>
          <p:cNvSpPr>
            <a:spLocks noGrp="1"/>
          </p:cNvSpPr>
          <p:nvPr/>
        </p:nvSpPr>
        <p:spPr>
          <a:xfrm>
            <a:off x="61271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8" name="F2_precision_recall_distributions_4672">
            <a:extLst>
              <a:ext uri="{FF2B5EF4-FFF2-40B4-BE49-F238E27FC236}">
                <a16:creationId xmlns:a16="http://schemas.microsoft.com/office/drawing/2014/main" id="{A314954C-57DA-4C30-9866-2E6C3EBA2772}"/>
              </a:ext>
            </a:extLst>
          </p:cNvPr>
          <p:cNvSpPr>
            <a:spLocks noGrp="1"/>
          </p:cNvSpPr>
          <p:nvPr/>
        </p:nvSpPr>
        <p:spPr>
          <a:xfrm>
            <a:off x="580785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9" name="F2_precision_recall_distributions_4673">
            <a:extLst>
              <a:ext uri="{FF2B5EF4-FFF2-40B4-BE49-F238E27FC236}">
                <a16:creationId xmlns:a16="http://schemas.microsoft.com/office/drawing/2014/main" id="{81394DFB-9F8A-429D-859E-B1443DB2C66E}"/>
              </a:ext>
            </a:extLst>
          </p:cNvPr>
          <p:cNvSpPr>
            <a:spLocks noGrp="1"/>
          </p:cNvSpPr>
          <p:nvPr/>
        </p:nvSpPr>
        <p:spPr>
          <a:xfrm>
            <a:off x="5921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0" name="F2_precision_recall_distributions_4674">
            <a:extLst>
              <a:ext uri="{FF2B5EF4-FFF2-40B4-BE49-F238E27FC236}">
                <a16:creationId xmlns:a16="http://schemas.microsoft.com/office/drawing/2014/main" id="{48DDDBCB-3AD2-47AB-A73C-B29483801C68}"/>
              </a:ext>
            </a:extLst>
          </p:cNvPr>
          <p:cNvSpPr>
            <a:spLocks noGrp="1"/>
          </p:cNvSpPr>
          <p:nvPr/>
        </p:nvSpPr>
        <p:spPr>
          <a:xfrm>
            <a:off x="5950395" y="37067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1" name="F2_precision_recall_distributions_4675">
            <a:extLst>
              <a:ext uri="{FF2B5EF4-FFF2-40B4-BE49-F238E27FC236}">
                <a16:creationId xmlns:a16="http://schemas.microsoft.com/office/drawing/2014/main" id="{B532A6B3-34C1-45F7-9B18-3CED2FEFB1F1}"/>
              </a:ext>
            </a:extLst>
          </p:cNvPr>
          <p:cNvSpPr>
            <a:spLocks noGrp="1"/>
          </p:cNvSpPr>
          <p:nvPr/>
        </p:nvSpPr>
        <p:spPr>
          <a:xfrm>
            <a:off x="58950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2" name="F2_precision_recall_distributions_4676">
            <a:extLst>
              <a:ext uri="{FF2B5EF4-FFF2-40B4-BE49-F238E27FC236}">
                <a16:creationId xmlns:a16="http://schemas.microsoft.com/office/drawing/2014/main" id="{63EE60A9-4EB0-4DE0-9991-76397FE78E9B}"/>
              </a:ext>
            </a:extLst>
          </p:cNvPr>
          <p:cNvSpPr>
            <a:spLocks noGrp="1"/>
          </p:cNvSpPr>
          <p:nvPr/>
        </p:nvSpPr>
        <p:spPr>
          <a:xfrm>
            <a:off x="605411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3" name="F2_precision_recall_distributions_4677">
            <a:extLst>
              <a:ext uri="{FF2B5EF4-FFF2-40B4-BE49-F238E27FC236}">
                <a16:creationId xmlns:a16="http://schemas.microsoft.com/office/drawing/2014/main" id="{E5C3DBC8-4217-421B-A489-6FD7F0A6F896}"/>
              </a:ext>
            </a:extLst>
          </p:cNvPr>
          <p:cNvSpPr>
            <a:spLocks noGrp="1"/>
          </p:cNvSpPr>
          <p:nvPr/>
        </p:nvSpPr>
        <p:spPr>
          <a:xfrm>
            <a:off x="682843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01817" y="848766"/>
                </a:moveTo>
                <a:lnTo>
                  <a:pt x="173280" y="848766"/>
                </a:lnTo>
                <a:lnTo>
                  <a:pt x="176112" y="842186"/>
                </a:lnTo>
                <a:lnTo>
                  <a:pt x="184306" y="835606"/>
                </a:lnTo>
                <a:lnTo>
                  <a:pt x="197004" y="829027"/>
                </a:lnTo>
                <a:lnTo>
                  <a:pt x="212939" y="822447"/>
                </a:lnTo>
                <a:lnTo>
                  <a:pt x="230645" y="815868"/>
                </a:lnTo>
                <a:lnTo>
                  <a:pt x="248669" y="809288"/>
                </a:lnTo>
                <a:lnTo>
                  <a:pt x="265762" y="802708"/>
                </a:lnTo>
                <a:lnTo>
                  <a:pt x="280999" y="796129"/>
                </a:lnTo>
                <a:lnTo>
                  <a:pt x="293830" y="789549"/>
                </a:lnTo>
                <a:lnTo>
                  <a:pt x="304059" y="782970"/>
                </a:lnTo>
                <a:lnTo>
                  <a:pt x="311776" y="776390"/>
                </a:lnTo>
                <a:lnTo>
                  <a:pt x="317265" y="769811"/>
                </a:lnTo>
                <a:lnTo>
                  <a:pt x="320914" y="763231"/>
                </a:lnTo>
                <a:lnTo>
                  <a:pt x="323138" y="756651"/>
                </a:lnTo>
                <a:lnTo>
                  <a:pt x="324327" y="750072"/>
                </a:lnTo>
                <a:lnTo>
                  <a:pt x="324816" y="743492"/>
                </a:lnTo>
                <a:lnTo>
                  <a:pt x="324872" y="736913"/>
                </a:lnTo>
                <a:lnTo>
                  <a:pt x="324694" y="730333"/>
                </a:lnTo>
                <a:lnTo>
                  <a:pt x="324420" y="723754"/>
                </a:lnTo>
                <a:lnTo>
                  <a:pt x="324130" y="717174"/>
                </a:lnTo>
                <a:lnTo>
                  <a:pt x="323854" y="710594"/>
                </a:lnTo>
                <a:lnTo>
                  <a:pt x="323587" y="704015"/>
                </a:lnTo>
                <a:lnTo>
                  <a:pt x="323294" y="697435"/>
                </a:lnTo>
                <a:lnTo>
                  <a:pt x="322925" y="690856"/>
                </a:lnTo>
                <a:lnTo>
                  <a:pt x="322433" y="684276"/>
                </a:lnTo>
                <a:lnTo>
                  <a:pt x="321782" y="677697"/>
                </a:lnTo>
                <a:lnTo>
                  <a:pt x="320963" y="671117"/>
                </a:lnTo>
                <a:lnTo>
                  <a:pt x="319997" y="664537"/>
                </a:lnTo>
                <a:lnTo>
                  <a:pt x="318932" y="657958"/>
                </a:lnTo>
                <a:lnTo>
                  <a:pt x="317836" y="651378"/>
                </a:lnTo>
                <a:lnTo>
                  <a:pt x="316784" y="644799"/>
                </a:lnTo>
                <a:lnTo>
                  <a:pt x="315840" y="638219"/>
                </a:lnTo>
                <a:lnTo>
                  <a:pt x="315054" y="631639"/>
                </a:lnTo>
                <a:lnTo>
                  <a:pt x="314446" y="625060"/>
                </a:lnTo>
                <a:lnTo>
                  <a:pt x="314016" y="618480"/>
                </a:lnTo>
                <a:lnTo>
                  <a:pt x="313745" y="611901"/>
                </a:lnTo>
                <a:lnTo>
                  <a:pt x="313607" y="605321"/>
                </a:lnTo>
                <a:lnTo>
                  <a:pt x="313581" y="598742"/>
                </a:lnTo>
                <a:lnTo>
                  <a:pt x="313656" y="592162"/>
                </a:lnTo>
                <a:lnTo>
                  <a:pt x="313834" y="585582"/>
                </a:lnTo>
                <a:lnTo>
                  <a:pt x="314124" y="579003"/>
                </a:lnTo>
                <a:lnTo>
                  <a:pt x="314533" y="572423"/>
                </a:lnTo>
                <a:lnTo>
                  <a:pt x="315060" y="565844"/>
                </a:lnTo>
                <a:lnTo>
                  <a:pt x="315686" y="559264"/>
                </a:lnTo>
                <a:lnTo>
                  <a:pt x="316372" y="552685"/>
                </a:lnTo>
                <a:lnTo>
                  <a:pt x="317067" y="546105"/>
                </a:lnTo>
                <a:lnTo>
                  <a:pt x="317708" y="539525"/>
                </a:lnTo>
                <a:lnTo>
                  <a:pt x="318233" y="532946"/>
                </a:lnTo>
                <a:lnTo>
                  <a:pt x="318579" y="526366"/>
                </a:lnTo>
                <a:lnTo>
                  <a:pt x="318687" y="519787"/>
                </a:lnTo>
                <a:lnTo>
                  <a:pt x="318489" y="513207"/>
                </a:lnTo>
                <a:lnTo>
                  <a:pt x="317906" y="506627"/>
                </a:lnTo>
                <a:lnTo>
                  <a:pt x="316841" y="500048"/>
                </a:lnTo>
                <a:lnTo>
                  <a:pt x="315184" y="493468"/>
                </a:lnTo>
                <a:lnTo>
                  <a:pt x="312823" y="486889"/>
                </a:lnTo>
                <a:lnTo>
                  <a:pt x="309679" y="480309"/>
                </a:lnTo>
                <a:lnTo>
                  <a:pt x="305733" y="473730"/>
                </a:lnTo>
                <a:lnTo>
                  <a:pt x="301064" y="467150"/>
                </a:lnTo>
                <a:lnTo>
                  <a:pt x="295871" y="460570"/>
                </a:lnTo>
                <a:lnTo>
                  <a:pt x="290479" y="453991"/>
                </a:lnTo>
                <a:lnTo>
                  <a:pt x="285306" y="447411"/>
                </a:lnTo>
                <a:lnTo>
                  <a:pt x="280822" y="440832"/>
                </a:lnTo>
                <a:lnTo>
                  <a:pt x="277471" y="434252"/>
                </a:lnTo>
                <a:lnTo>
                  <a:pt x="275600" y="427673"/>
                </a:lnTo>
                <a:lnTo>
                  <a:pt x="275398" y="421093"/>
                </a:lnTo>
                <a:lnTo>
                  <a:pt x="276859" y="414513"/>
                </a:lnTo>
                <a:lnTo>
                  <a:pt x="279783" y="407934"/>
                </a:lnTo>
                <a:lnTo>
                  <a:pt x="283811" y="401354"/>
                </a:lnTo>
                <a:lnTo>
                  <a:pt x="288484" y="394775"/>
                </a:lnTo>
                <a:lnTo>
                  <a:pt x="293313" y="388195"/>
                </a:lnTo>
                <a:lnTo>
                  <a:pt x="297847" y="381616"/>
                </a:lnTo>
                <a:lnTo>
                  <a:pt x="301716" y="375036"/>
                </a:lnTo>
                <a:lnTo>
                  <a:pt x="304660" y="368456"/>
                </a:lnTo>
                <a:lnTo>
                  <a:pt x="306528" y="361877"/>
                </a:lnTo>
                <a:lnTo>
                  <a:pt x="307268" y="355297"/>
                </a:lnTo>
                <a:lnTo>
                  <a:pt x="306910" y="348718"/>
                </a:lnTo>
                <a:lnTo>
                  <a:pt x="305543" y="342138"/>
                </a:lnTo>
                <a:lnTo>
                  <a:pt x="303310" y="335558"/>
                </a:lnTo>
                <a:lnTo>
                  <a:pt x="300401" y="328979"/>
                </a:lnTo>
                <a:lnTo>
                  <a:pt x="297055" y="322399"/>
                </a:lnTo>
                <a:lnTo>
                  <a:pt x="293549" y="315820"/>
                </a:lnTo>
                <a:lnTo>
                  <a:pt x="290193" y="309240"/>
                </a:lnTo>
                <a:lnTo>
                  <a:pt x="287296" y="302661"/>
                </a:lnTo>
                <a:lnTo>
                  <a:pt x="285136" y="296081"/>
                </a:lnTo>
                <a:lnTo>
                  <a:pt x="283920" y="289501"/>
                </a:lnTo>
                <a:lnTo>
                  <a:pt x="283750" y="282922"/>
                </a:lnTo>
                <a:lnTo>
                  <a:pt x="284601" y="276342"/>
                </a:lnTo>
                <a:lnTo>
                  <a:pt x="286330" y="269763"/>
                </a:lnTo>
                <a:lnTo>
                  <a:pt x="288700" y="263183"/>
                </a:lnTo>
                <a:lnTo>
                  <a:pt x="291423" y="256604"/>
                </a:lnTo>
                <a:lnTo>
                  <a:pt x="294215" y="250024"/>
                </a:lnTo>
                <a:lnTo>
                  <a:pt x="296840" y="243444"/>
                </a:lnTo>
                <a:lnTo>
                  <a:pt x="299148" y="236865"/>
                </a:lnTo>
                <a:lnTo>
                  <a:pt x="301081" y="230285"/>
                </a:lnTo>
                <a:lnTo>
                  <a:pt x="302665" y="223706"/>
                </a:lnTo>
                <a:lnTo>
                  <a:pt x="303984" y="217126"/>
                </a:lnTo>
                <a:lnTo>
                  <a:pt x="305141" y="210546"/>
                </a:lnTo>
                <a:lnTo>
                  <a:pt x="306233" y="203967"/>
                </a:lnTo>
                <a:lnTo>
                  <a:pt x="307321" y="197387"/>
                </a:lnTo>
                <a:lnTo>
                  <a:pt x="308430" y="190808"/>
                </a:lnTo>
                <a:lnTo>
                  <a:pt x="309548" y="184228"/>
                </a:lnTo>
                <a:lnTo>
                  <a:pt x="310647" y="177649"/>
                </a:lnTo>
                <a:lnTo>
                  <a:pt x="311695" y="171069"/>
                </a:lnTo>
                <a:lnTo>
                  <a:pt x="312677" y="164489"/>
                </a:lnTo>
                <a:lnTo>
                  <a:pt x="313599" y="157910"/>
                </a:lnTo>
                <a:lnTo>
                  <a:pt x="314487" y="151330"/>
                </a:lnTo>
                <a:lnTo>
                  <a:pt x="315375" y="144751"/>
                </a:lnTo>
                <a:lnTo>
                  <a:pt x="316292" y="138171"/>
                </a:lnTo>
                <a:lnTo>
                  <a:pt x="317239" y="131592"/>
                </a:lnTo>
                <a:lnTo>
                  <a:pt x="318173" y="125012"/>
                </a:lnTo>
                <a:lnTo>
                  <a:pt x="318985" y="118432"/>
                </a:lnTo>
                <a:lnTo>
                  <a:pt x="319487" y="111853"/>
                </a:lnTo>
                <a:lnTo>
                  <a:pt x="319389" y="105273"/>
                </a:lnTo>
                <a:lnTo>
                  <a:pt x="318286" y="98694"/>
                </a:lnTo>
                <a:lnTo>
                  <a:pt x="315640" y="92114"/>
                </a:lnTo>
                <a:lnTo>
                  <a:pt x="310780" y="85535"/>
                </a:lnTo>
                <a:lnTo>
                  <a:pt x="302919" y="78955"/>
                </a:lnTo>
                <a:lnTo>
                  <a:pt x="291214" y="72375"/>
                </a:lnTo>
                <a:lnTo>
                  <a:pt x="274872" y="65796"/>
                </a:lnTo>
                <a:lnTo>
                  <a:pt x="253302" y="59216"/>
                </a:lnTo>
                <a:lnTo>
                  <a:pt x="226314" y="52637"/>
                </a:lnTo>
                <a:lnTo>
                  <a:pt x="194305" y="46057"/>
                </a:lnTo>
                <a:lnTo>
                  <a:pt x="158414" y="39477"/>
                </a:lnTo>
                <a:lnTo>
                  <a:pt x="120564" y="32898"/>
                </a:lnTo>
                <a:lnTo>
                  <a:pt x="83371" y="26318"/>
                </a:lnTo>
                <a:lnTo>
                  <a:pt x="49883" y="19739"/>
                </a:lnTo>
                <a:lnTo>
                  <a:pt x="23189" y="13159"/>
                </a:lnTo>
                <a:lnTo>
                  <a:pt x="5958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9" y="6580"/>
                </a:lnTo>
                <a:lnTo>
                  <a:pt x="651907" y="13159"/>
                </a:lnTo>
                <a:lnTo>
                  <a:pt x="625213" y="19739"/>
                </a:lnTo>
                <a:lnTo>
                  <a:pt x="591725" y="26318"/>
                </a:lnTo>
                <a:lnTo>
                  <a:pt x="554533" y="32898"/>
                </a:lnTo>
                <a:lnTo>
                  <a:pt x="516683" y="39477"/>
                </a:lnTo>
                <a:lnTo>
                  <a:pt x="480791" y="46057"/>
                </a:lnTo>
                <a:lnTo>
                  <a:pt x="448783" y="52637"/>
                </a:lnTo>
                <a:lnTo>
                  <a:pt x="421794" y="59216"/>
                </a:lnTo>
                <a:lnTo>
                  <a:pt x="400225" y="65796"/>
                </a:lnTo>
                <a:lnTo>
                  <a:pt x="383882" y="72375"/>
                </a:lnTo>
                <a:lnTo>
                  <a:pt x="372178" y="78955"/>
                </a:lnTo>
                <a:lnTo>
                  <a:pt x="364317" y="85535"/>
                </a:lnTo>
                <a:lnTo>
                  <a:pt x="359457" y="92114"/>
                </a:lnTo>
                <a:lnTo>
                  <a:pt x="356811" y="98694"/>
                </a:lnTo>
                <a:lnTo>
                  <a:pt x="355707" y="105273"/>
                </a:lnTo>
                <a:lnTo>
                  <a:pt x="355609" y="111853"/>
                </a:lnTo>
                <a:lnTo>
                  <a:pt x="356111" y="118432"/>
                </a:lnTo>
                <a:lnTo>
                  <a:pt x="356924" y="125012"/>
                </a:lnTo>
                <a:lnTo>
                  <a:pt x="357858" y="131592"/>
                </a:lnTo>
                <a:lnTo>
                  <a:pt x="358805" y="138171"/>
                </a:lnTo>
                <a:lnTo>
                  <a:pt x="359722" y="144751"/>
                </a:lnTo>
                <a:lnTo>
                  <a:pt x="360610" y="151330"/>
                </a:lnTo>
                <a:lnTo>
                  <a:pt x="361497" y="157910"/>
                </a:lnTo>
                <a:lnTo>
                  <a:pt x="362419" y="164489"/>
                </a:lnTo>
                <a:lnTo>
                  <a:pt x="363401" y="171069"/>
                </a:lnTo>
                <a:lnTo>
                  <a:pt x="364450" y="177649"/>
                </a:lnTo>
                <a:lnTo>
                  <a:pt x="365549" y="184228"/>
                </a:lnTo>
                <a:lnTo>
                  <a:pt x="366667" y="190808"/>
                </a:lnTo>
                <a:lnTo>
                  <a:pt x="367776" y="197387"/>
                </a:lnTo>
                <a:lnTo>
                  <a:pt x="368864" y="203967"/>
                </a:lnTo>
                <a:lnTo>
                  <a:pt x="369955" y="210546"/>
                </a:lnTo>
                <a:lnTo>
                  <a:pt x="371113" y="217126"/>
                </a:lnTo>
                <a:lnTo>
                  <a:pt x="372431" y="223706"/>
                </a:lnTo>
                <a:lnTo>
                  <a:pt x="374015" y="230285"/>
                </a:lnTo>
                <a:lnTo>
                  <a:pt x="375948" y="236865"/>
                </a:lnTo>
                <a:lnTo>
                  <a:pt x="378256" y="243444"/>
                </a:lnTo>
                <a:lnTo>
                  <a:pt x="380882" y="250024"/>
                </a:lnTo>
                <a:lnTo>
                  <a:pt x="383673" y="256604"/>
                </a:lnTo>
                <a:lnTo>
                  <a:pt x="386396" y="263183"/>
                </a:lnTo>
                <a:lnTo>
                  <a:pt x="388766" y="269763"/>
                </a:lnTo>
                <a:lnTo>
                  <a:pt x="390496" y="276342"/>
                </a:lnTo>
                <a:lnTo>
                  <a:pt x="391347" y="282922"/>
                </a:lnTo>
                <a:lnTo>
                  <a:pt x="391176" y="289501"/>
                </a:lnTo>
                <a:lnTo>
                  <a:pt x="389960" y="296081"/>
                </a:lnTo>
                <a:lnTo>
                  <a:pt x="387801" y="302661"/>
                </a:lnTo>
                <a:lnTo>
                  <a:pt x="384904" y="309240"/>
                </a:lnTo>
                <a:lnTo>
                  <a:pt x="381547" y="315820"/>
                </a:lnTo>
                <a:lnTo>
                  <a:pt x="378042" y="322399"/>
                </a:lnTo>
                <a:lnTo>
                  <a:pt x="374695" y="328979"/>
                </a:lnTo>
                <a:lnTo>
                  <a:pt x="371787" y="335558"/>
                </a:lnTo>
                <a:lnTo>
                  <a:pt x="369554" y="342138"/>
                </a:lnTo>
                <a:lnTo>
                  <a:pt x="368187" y="348718"/>
                </a:lnTo>
                <a:lnTo>
                  <a:pt x="367828" y="355297"/>
                </a:lnTo>
                <a:lnTo>
                  <a:pt x="368569" y="361877"/>
                </a:lnTo>
                <a:lnTo>
                  <a:pt x="370437" y="368456"/>
                </a:lnTo>
                <a:lnTo>
                  <a:pt x="373380" y="375036"/>
                </a:lnTo>
                <a:lnTo>
                  <a:pt x="377249" y="381616"/>
                </a:lnTo>
                <a:lnTo>
                  <a:pt x="381783" y="388195"/>
                </a:lnTo>
                <a:lnTo>
                  <a:pt x="386613" y="394775"/>
                </a:lnTo>
                <a:lnTo>
                  <a:pt x="391285" y="401354"/>
                </a:lnTo>
                <a:lnTo>
                  <a:pt x="395313" y="407934"/>
                </a:lnTo>
                <a:lnTo>
                  <a:pt x="398238" y="414513"/>
                </a:lnTo>
                <a:lnTo>
                  <a:pt x="399699" y="421093"/>
                </a:lnTo>
                <a:lnTo>
                  <a:pt x="399497" y="427673"/>
                </a:lnTo>
                <a:lnTo>
                  <a:pt x="397626" y="434252"/>
                </a:lnTo>
                <a:lnTo>
                  <a:pt x="394274" y="440832"/>
                </a:lnTo>
                <a:lnTo>
                  <a:pt x="389790" y="447411"/>
                </a:lnTo>
                <a:lnTo>
                  <a:pt x="384618" y="453991"/>
                </a:lnTo>
                <a:lnTo>
                  <a:pt x="379225" y="460570"/>
                </a:lnTo>
                <a:lnTo>
                  <a:pt x="374033" y="467150"/>
                </a:lnTo>
                <a:lnTo>
                  <a:pt x="369364" y="473730"/>
                </a:lnTo>
                <a:lnTo>
                  <a:pt x="365417" y="480309"/>
                </a:lnTo>
                <a:lnTo>
                  <a:pt x="362273" y="486889"/>
                </a:lnTo>
                <a:lnTo>
                  <a:pt x="359913" y="493468"/>
                </a:lnTo>
                <a:lnTo>
                  <a:pt x="358255" y="500048"/>
                </a:lnTo>
                <a:lnTo>
                  <a:pt x="357190" y="506627"/>
                </a:lnTo>
                <a:lnTo>
                  <a:pt x="356608" y="513207"/>
                </a:lnTo>
                <a:lnTo>
                  <a:pt x="356410" y="519787"/>
                </a:lnTo>
                <a:lnTo>
                  <a:pt x="356517" y="526366"/>
                </a:lnTo>
                <a:lnTo>
                  <a:pt x="356864" y="532946"/>
                </a:lnTo>
                <a:lnTo>
                  <a:pt x="357388" y="539525"/>
                </a:lnTo>
                <a:lnTo>
                  <a:pt x="358030" y="546105"/>
                </a:lnTo>
                <a:lnTo>
                  <a:pt x="358724" y="552685"/>
                </a:lnTo>
                <a:lnTo>
                  <a:pt x="359411" y="559264"/>
                </a:lnTo>
                <a:lnTo>
                  <a:pt x="360036" y="565844"/>
                </a:lnTo>
                <a:lnTo>
                  <a:pt x="360563" y="572423"/>
                </a:lnTo>
                <a:lnTo>
                  <a:pt x="360973" y="579003"/>
                </a:lnTo>
                <a:lnTo>
                  <a:pt x="361262" y="585582"/>
                </a:lnTo>
                <a:lnTo>
                  <a:pt x="361440" y="592162"/>
                </a:lnTo>
                <a:lnTo>
                  <a:pt x="361516" y="598742"/>
                </a:lnTo>
                <a:lnTo>
                  <a:pt x="361490" y="605321"/>
                </a:lnTo>
                <a:lnTo>
                  <a:pt x="361352" y="611901"/>
                </a:lnTo>
                <a:lnTo>
                  <a:pt x="361080" y="618480"/>
                </a:lnTo>
                <a:lnTo>
                  <a:pt x="360650" y="625060"/>
                </a:lnTo>
                <a:lnTo>
                  <a:pt x="360043" y="631639"/>
                </a:lnTo>
                <a:lnTo>
                  <a:pt x="359256" y="638219"/>
                </a:lnTo>
                <a:lnTo>
                  <a:pt x="358313" y="644799"/>
                </a:lnTo>
                <a:lnTo>
                  <a:pt x="357260" y="651378"/>
                </a:lnTo>
                <a:lnTo>
                  <a:pt x="356164" y="657958"/>
                </a:lnTo>
                <a:lnTo>
                  <a:pt x="355099" y="664537"/>
                </a:lnTo>
                <a:lnTo>
                  <a:pt x="354133" y="671117"/>
                </a:lnTo>
                <a:lnTo>
                  <a:pt x="353315" y="677697"/>
                </a:lnTo>
                <a:lnTo>
                  <a:pt x="352664" y="684276"/>
                </a:lnTo>
                <a:lnTo>
                  <a:pt x="352171" y="690856"/>
                </a:lnTo>
                <a:lnTo>
                  <a:pt x="351802" y="697435"/>
                </a:lnTo>
                <a:lnTo>
                  <a:pt x="351509" y="704015"/>
                </a:lnTo>
                <a:lnTo>
                  <a:pt x="351242" y="710594"/>
                </a:lnTo>
                <a:lnTo>
                  <a:pt x="350967" y="717174"/>
                </a:lnTo>
                <a:lnTo>
                  <a:pt x="350676" y="723754"/>
                </a:lnTo>
                <a:lnTo>
                  <a:pt x="350402" y="730333"/>
                </a:lnTo>
                <a:lnTo>
                  <a:pt x="350225" y="736913"/>
                </a:lnTo>
                <a:lnTo>
                  <a:pt x="350281" y="743492"/>
                </a:lnTo>
                <a:lnTo>
                  <a:pt x="350769" y="750072"/>
                </a:lnTo>
                <a:lnTo>
                  <a:pt x="351958" y="756651"/>
                </a:lnTo>
                <a:lnTo>
                  <a:pt x="354183" y="763231"/>
                </a:lnTo>
                <a:lnTo>
                  <a:pt x="357832" y="769811"/>
                </a:lnTo>
                <a:lnTo>
                  <a:pt x="363321" y="776390"/>
                </a:lnTo>
                <a:lnTo>
                  <a:pt x="371038" y="782970"/>
                </a:lnTo>
                <a:lnTo>
                  <a:pt x="381267" y="789549"/>
                </a:lnTo>
                <a:lnTo>
                  <a:pt x="394097" y="796129"/>
                </a:lnTo>
                <a:lnTo>
                  <a:pt x="409334" y="802708"/>
                </a:lnTo>
                <a:lnTo>
                  <a:pt x="426427" y="809288"/>
                </a:lnTo>
                <a:lnTo>
                  <a:pt x="444452" y="815868"/>
                </a:lnTo>
                <a:lnTo>
                  <a:pt x="462157" y="822447"/>
                </a:lnTo>
                <a:lnTo>
                  <a:pt x="478093" y="829027"/>
                </a:lnTo>
                <a:lnTo>
                  <a:pt x="490790" y="835606"/>
                </a:lnTo>
                <a:lnTo>
                  <a:pt x="498984" y="842186"/>
                </a:lnTo>
                <a:lnTo>
                  <a:pt x="501817" y="848766"/>
                </a:lnTo>
                <a:lnTo>
                  <a:pt x="50181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864" name="F2_precision_recall_distributions_4678">
            <a:extLst>
              <a:ext uri="{FF2B5EF4-FFF2-40B4-BE49-F238E27FC236}">
                <a16:creationId xmlns:a16="http://schemas.microsoft.com/office/drawing/2014/main" id="{9D8B3A25-F442-46F8-AC22-3ED755BDEAF4}"/>
              </a:ext>
            </a:extLst>
          </p:cNvPr>
          <p:cNvSpPr>
            <a:spLocks noGrp="1"/>
          </p:cNvSpPr>
          <p:nvPr/>
        </p:nvSpPr>
        <p:spPr>
          <a:xfrm>
            <a:off x="73366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5" name="F2_precision_recall_distributions_4679">
            <a:extLst>
              <a:ext uri="{FF2B5EF4-FFF2-40B4-BE49-F238E27FC236}">
                <a16:creationId xmlns:a16="http://schemas.microsoft.com/office/drawing/2014/main" id="{DA6A4D3B-D01C-4A20-958D-C1D6D30935AE}"/>
              </a:ext>
            </a:extLst>
          </p:cNvPr>
          <p:cNvSpPr>
            <a:spLocks noGrp="1"/>
          </p:cNvSpPr>
          <p:nvPr/>
        </p:nvSpPr>
        <p:spPr>
          <a:xfrm>
            <a:off x="70644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6" name="F2_precision_recall_distributions_4680">
            <a:extLst>
              <a:ext uri="{FF2B5EF4-FFF2-40B4-BE49-F238E27FC236}">
                <a16:creationId xmlns:a16="http://schemas.microsoft.com/office/drawing/2014/main" id="{AA954F45-6DE1-45C6-9B48-BBE00C760DF0}"/>
              </a:ext>
            </a:extLst>
          </p:cNvPr>
          <p:cNvSpPr>
            <a:spLocks noGrp="1"/>
          </p:cNvSpPr>
          <p:nvPr/>
        </p:nvSpPr>
        <p:spPr>
          <a:xfrm>
            <a:off x="729039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7" name="F2_precision_recall_distributions_4681">
            <a:extLst>
              <a:ext uri="{FF2B5EF4-FFF2-40B4-BE49-F238E27FC236}">
                <a16:creationId xmlns:a16="http://schemas.microsoft.com/office/drawing/2014/main" id="{8D80D021-37C2-4A83-A5D1-D75EC5E1799C}"/>
              </a:ext>
            </a:extLst>
          </p:cNvPr>
          <p:cNvSpPr>
            <a:spLocks noGrp="1"/>
          </p:cNvSpPr>
          <p:nvPr/>
        </p:nvSpPr>
        <p:spPr>
          <a:xfrm>
            <a:off x="7216956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8" name="F2_precision_recall_distributions_4682">
            <a:extLst>
              <a:ext uri="{FF2B5EF4-FFF2-40B4-BE49-F238E27FC236}">
                <a16:creationId xmlns:a16="http://schemas.microsoft.com/office/drawing/2014/main" id="{5DC949C4-BC13-44C9-AF8D-A6544BC2BE1B}"/>
              </a:ext>
            </a:extLst>
          </p:cNvPr>
          <p:cNvSpPr>
            <a:spLocks noGrp="1"/>
          </p:cNvSpPr>
          <p:nvPr/>
        </p:nvSpPr>
        <p:spPr>
          <a:xfrm>
            <a:off x="7139480" y="3219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9" name="F2_precision_recall_distributions_4683">
            <a:extLst>
              <a:ext uri="{FF2B5EF4-FFF2-40B4-BE49-F238E27FC236}">
                <a16:creationId xmlns:a16="http://schemas.microsoft.com/office/drawing/2014/main" id="{09AA0D4F-CB44-4207-869D-EF00CA259488}"/>
              </a:ext>
            </a:extLst>
          </p:cNvPr>
          <p:cNvSpPr>
            <a:spLocks noGrp="1"/>
          </p:cNvSpPr>
          <p:nvPr/>
        </p:nvSpPr>
        <p:spPr>
          <a:xfrm>
            <a:off x="731692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0" name="F2_precision_recall_distributions_4684">
            <a:extLst>
              <a:ext uri="{FF2B5EF4-FFF2-40B4-BE49-F238E27FC236}">
                <a16:creationId xmlns:a16="http://schemas.microsoft.com/office/drawing/2014/main" id="{63604FFB-4AD3-4EFC-8927-B8A05ABB478D}"/>
              </a:ext>
            </a:extLst>
          </p:cNvPr>
          <p:cNvSpPr>
            <a:spLocks noGrp="1"/>
          </p:cNvSpPr>
          <p:nvPr/>
        </p:nvSpPr>
        <p:spPr>
          <a:xfrm>
            <a:off x="70404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1" name="F2_precision_recall_distributions_4685">
            <a:extLst>
              <a:ext uri="{FF2B5EF4-FFF2-40B4-BE49-F238E27FC236}">
                <a16:creationId xmlns:a16="http://schemas.microsoft.com/office/drawing/2014/main" id="{9F0A2AAA-0AEF-48A2-AD94-3D3183E14650}"/>
              </a:ext>
            </a:extLst>
          </p:cNvPr>
          <p:cNvSpPr>
            <a:spLocks noGrp="1"/>
          </p:cNvSpPr>
          <p:nvPr/>
        </p:nvSpPr>
        <p:spPr>
          <a:xfrm>
            <a:off x="72136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2" name="F2_precision_recall_distributions_4686">
            <a:extLst>
              <a:ext uri="{FF2B5EF4-FFF2-40B4-BE49-F238E27FC236}">
                <a16:creationId xmlns:a16="http://schemas.microsoft.com/office/drawing/2014/main" id="{F7ACC4B7-D275-4FD0-BEE9-72BD3A6D8661}"/>
              </a:ext>
            </a:extLst>
          </p:cNvPr>
          <p:cNvSpPr>
            <a:spLocks noGrp="1"/>
          </p:cNvSpPr>
          <p:nvPr/>
        </p:nvSpPr>
        <p:spPr>
          <a:xfrm>
            <a:off x="702954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3" name="F2_precision_recall_distributions_4687">
            <a:extLst>
              <a:ext uri="{FF2B5EF4-FFF2-40B4-BE49-F238E27FC236}">
                <a16:creationId xmlns:a16="http://schemas.microsoft.com/office/drawing/2014/main" id="{A4C03A5C-BA68-43B5-A017-2A2C16DBE988}"/>
              </a:ext>
            </a:extLst>
          </p:cNvPr>
          <p:cNvSpPr>
            <a:spLocks noGrp="1"/>
          </p:cNvSpPr>
          <p:nvPr/>
        </p:nvSpPr>
        <p:spPr>
          <a:xfrm>
            <a:off x="70794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4" name="F2_precision_recall_distributions_4688">
            <a:extLst>
              <a:ext uri="{FF2B5EF4-FFF2-40B4-BE49-F238E27FC236}">
                <a16:creationId xmlns:a16="http://schemas.microsoft.com/office/drawing/2014/main" id="{41649650-2309-4AF8-BA8C-D02BDD620292}"/>
              </a:ext>
            </a:extLst>
          </p:cNvPr>
          <p:cNvSpPr>
            <a:spLocks noGrp="1"/>
          </p:cNvSpPr>
          <p:nvPr/>
        </p:nvSpPr>
        <p:spPr>
          <a:xfrm>
            <a:off x="730854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5" name="F2_precision_recall_distributions_4689">
            <a:extLst>
              <a:ext uri="{FF2B5EF4-FFF2-40B4-BE49-F238E27FC236}">
                <a16:creationId xmlns:a16="http://schemas.microsoft.com/office/drawing/2014/main" id="{D94144ED-BAA5-4D2A-B1C5-E4249AC9EC5D}"/>
              </a:ext>
            </a:extLst>
          </p:cNvPr>
          <p:cNvSpPr>
            <a:spLocks noGrp="1"/>
          </p:cNvSpPr>
          <p:nvPr/>
        </p:nvSpPr>
        <p:spPr>
          <a:xfrm>
            <a:off x="71104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6" name="F2_precision_recall_distributions_4690">
            <a:extLst>
              <a:ext uri="{FF2B5EF4-FFF2-40B4-BE49-F238E27FC236}">
                <a16:creationId xmlns:a16="http://schemas.microsoft.com/office/drawing/2014/main" id="{102D5004-98E6-45B3-9519-AADCE642E325}"/>
              </a:ext>
            </a:extLst>
          </p:cNvPr>
          <p:cNvSpPr>
            <a:spLocks noGrp="1"/>
          </p:cNvSpPr>
          <p:nvPr/>
        </p:nvSpPr>
        <p:spPr>
          <a:xfrm>
            <a:off x="718271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7" name="F2_precision_recall_distributions_4691">
            <a:extLst>
              <a:ext uri="{FF2B5EF4-FFF2-40B4-BE49-F238E27FC236}">
                <a16:creationId xmlns:a16="http://schemas.microsoft.com/office/drawing/2014/main" id="{E747D16D-7C19-4182-B914-F70F1665FB97}"/>
              </a:ext>
            </a:extLst>
          </p:cNvPr>
          <p:cNvSpPr>
            <a:spLocks noGrp="1"/>
          </p:cNvSpPr>
          <p:nvPr/>
        </p:nvSpPr>
        <p:spPr>
          <a:xfrm>
            <a:off x="7332131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8" name="F2_precision_recall_distributions_4692">
            <a:extLst>
              <a:ext uri="{FF2B5EF4-FFF2-40B4-BE49-F238E27FC236}">
                <a16:creationId xmlns:a16="http://schemas.microsoft.com/office/drawing/2014/main" id="{5335008D-B8B4-4039-9529-82709F4590D3}"/>
              </a:ext>
            </a:extLst>
          </p:cNvPr>
          <p:cNvSpPr>
            <a:spLocks noGrp="1"/>
          </p:cNvSpPr>
          <p:nvPr/>
        </p:nvSpPr>
        <p:spPr>
          <a:xfrm>
            <a:off x="710894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9" name="F2_precision_recall_distributions_4693">
            <a:extLst>
              <a:ext uri="{FF2B5EF4-FFF2-40B4-BE49-F238E27FC236}">
                <a16:creationId xmlns:a16="http://schemas.microsoft.com/office/drawing/2014/main" id="{9B6716FD-1CCB-4D2A-B9D8-18F1454A833E}"/>
              </a:ext>
            </a:extLst>
          </p:cNvPr>
          <p:cNvSpPr>
            <a:spLocks noGrp="1"/>
          </p:cNvSpPr>
          <p:nvPr/>
        </p:nvSpPr>
        <p:spPr>
          <a:xfrm>
            <a:off x="733256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0" name="F2_precision_recall_distributions_4694">
            <a:extLst>
              <a:ext uri="{FF2B5EF4-FFF2-40B4-BE49-F238E27FC236}">
                <a16:creationId xmlns:a16="http://schemas.microsoft.com/office/drawing/2014/main" id="{4D65D09B-EB40-4C68-82A9-277E70726661}"/>
              </a:ext>
            </a:extLst>
          </p:cNvPr>
          <p:cNvSpPr>
            <a:spLocks noGrp="1"/>
          </p:cNvSpPr>
          <p:nvPr/>
        </p:nvSpPr>
        <p:spPr>
          <a:xfrm>
            <a:off x="707474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1" name="F2_precision_recall_distributions_4695">
            <a:extLst>
              <a:ext uri="{FF2B5EF4-FFF2-40B4-BE49-F238E27FC236}">
                <a16:creationId xmlns:a16="http://schemas.microsoft.com/office/drawing/2014/main" id="{EAE8942D-CB45-457E-9B80-8241F2B20D82}"/>
              </a:ext>
            </a:extLst>
          </p:cNvPr>
          <p:cNvSpPr>
            <a:spLocks noGrp="1"/>
          </p:cNvSpPr>
          <p:nvPr/>
        </p:nvSpPr>
        <p:spPr>
          <a:xfrm>
            <a:off x="704362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2" name="F2_precision_recall_distributions_4696">
            <a:extLst>
              <a:ext uri="{FF2B5EF4-FFF2-40B4-BE49-F238E27FC236}">
                <a16:creationId xmlns:a16="http://schemas.microsoft.com/office/drawing/2014/main" id="{AEC83196-363D-4FF5-81E0-E7EB04165409}"/>
              </a:ext>
            </a:extLst>
          </p:cNvPr>
          <p:cNvSpPr>
            <a:spLocks noGrp="1"/>
          </p:cNvSpPr>
          <p:nvPr/>
        </p:nvSpPr>
        <p:spPr>
          <a:xfrm>
            <a:off x="7201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3" name="F2_precision_recall_distributions_4697">
            <a:extLst>
              <a:ext uri="{FF2B5EF4-FFF2-40B4-BE49-F238E27FC236}">
                <a16:creationId xmlns:a16="http://schemas.microsoft.com/office/drawing/2014/main" id="{FECBDE16-1087-405E-B5B7-BCF64264ED18}"/>
              </a:ext>
            </a:extLst>
          </p:cNvPr>
          <p:cNvSpPr>
            <a:spLocks noGrp="1"/>
          </p:cNvSpPr>
          <p:nvPr/>
        </p:nvSpPr>
        <p:spPr>
          <a:xfrm>
            <a:off x="7337868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4" name="F2_precision_recall_distributions_4698">
            <a:extLst>
              <a:ext uri="{FF2B5EF4-FFF2-40B4-BE49-F238E27FC236}">
                <a16:creationId xmlns:a16="http://schemas.microsoft.com/office/drawing/2014/main" id="{825D974E-15E6-4B82-8E7C-AE2032B1CFAD}"/>
              </a:ext>
            </a:extLst>
          </p:cNvPr>
          <p:cNvSpPr>
            <a:spLocks noGrp="1"/>
          </p:cNvSpPr>
          <p:nvPr/>
        </p:nvSpPr>
        <p:spPr>
          <a:xfrm>
            <a:off x="7298844" y="34746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5" name="F2_precision_recall_distributions_4699">
            <a:extLst>
              <a:ext uri="{FF2B5EF4-FFF2-40B4-BE49-F238E27FC236}">
                <a16:creationId xmlns:a16="http://schemas.microsoft.com/office/drawing/2014/main" id="{D8627550-9061-42A9-B424-03B526D684E8}"/>
              </a:ext>
            </a:extLst>
          </p:cNvPr>
          <p:cNvSpPr>
            <a:spLocks noGrp="1"/>
          </p:cNvSpPr>
          <p:nvPr/>
        </p:nvSpPr>
        <p:spPr>
          <a:xfrm>
            <a:off x="710066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6" name="F2_precision_recall_distributions_4700">
            <a:extLst>
              <a:ext uri="{FF2B5EF4-FFF2-40B4-BE49-F238E27FC236}">
                <a16:creationId xmlns:a16="http://schemas.microsoft.com/office/drawing/2014/main" id="{6434587F-726C-4154-BC1C-A8638B64703D}"/>
              </a:ext>
            </a:extLst>
          </p:cNvPr>
          <p:cNvSpPr>
            <a:spLocks noGrp="1"/>
          </p:cNvSpPr>
          <p:nvPr/>
        </p:nvSpPr>
        <p:spPr>
          <a:xfrm>
            <a:off x="705327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7" name="F2_precision_recall_distributions_4701">
            <a:extLst>
              <a:ext uri="{FF2B5EF4-FFF2-40B4-BE49-F238E27FC236}">
                <a16:creationId xmlns:a16="http://schemas.microsoft.com/office/drawing/2014/main" id="{A305A448-990E-4ED0-BB5A-732793626008}"/>
              </a:ext>
            </a:extLst>
          </p:cNvPr>
          <p:cNvSpPr>
            <a:spLocks noGrp="1"/>
          </p:cNvSpPr>
          <p:nvPr/>
        </p:nvSpPr>
        <p:spPr>
          <a:xfrm>
            <a:off x="7102295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8" name="F2_precision_recall_distributions_4702">
            <a:extLst>
              <a:ext uri="{FF2B5EF4-FFF2-40B4-BE49-F238E27FC236}">
                <a16:creationId xmlns:a16="http://schemas.microsoft.com/office/drawing/2014/main" id="{94A38A2C-60D4-4215-BBB2-39CBC9CB23BA}"/>
              </a:ext>
            </a:extLst>
          </p:cNvPr>
          <p:cNvSpPr>
            <a:spLocks noGrp="1"/>
          </p:cNvSpPr>
          <p:nvPr/>
        </p:nvSpPr>
        <p:spPr>
          <a:xfrm>
            <a:off x="702271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9" name="F2_precision_recall_distributions_4703">
            <a:extLst>
              <a:ext uri="{FF2B5EF4-FFF2-40B4-BE49-F238E27FC236}">
                <a16:creationId xmlns:a16="http://schemas.microsoft.com/office/drawing/2014/main" id="{D1103868-FEF2-4B4F-A3D0-0611CE7DAD91}"/>
              </a:ext>
            </a:extLst>
          </p:cNvPr>
          <p:cNvSpPr>
            <a:spLocks noGrp="1"/>
          </p:cNvSpPr>
          <p:nvPr/>
        </p:nvSpPr>
        <p:spPr>
          <a:xfrm>
            <a:off x="703486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0" name="F2_precision_recall_distributions_4704">
            <a:extLst>
              <a:ext uri="{FF2B5EF4-FFF2-40B4-BE49-F238E27FC236}">
                <a16:creationId xmlns:a16="http://schemas.microsoft.com/office/drawing/2014/main" id="{50B3556F-34DE-405A-B21D-C2E033EAD94D}"/>
              </a:ext>
            </a:extLst>
          </p:cNvPr>
          <p:cNvSpPr>
            <a:spLocks noGrp="1"/>
          </p:cNvSpPr>
          <p:nvPr/>
        </p:nvSpPr>
        <p:spPr>
          <a:xfrm>
            <a:off x="72757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1" name="F2_precision_recall_distributions_4705">
            <a:extLst>
              <a:ext uri="{FF2B5EF4-FFF2-40B4-BE49-F238E27FC236}">
                <a16:creationId xmlns:a16="http://schemas.microsoft.com/office/drawing/2014/main" id="{939D5950-C1B8-4398-87F3-40BFCDA53282}"/>
              </a:ext>
            </a:extLst>
          </p:cNvPr>
          <p:cNvSpPr>
            <a:spLocks noGrp="1"/>
          </p:cNvSpPr>
          <p:nvPr/>
        </p:nvSpPr>
        <p:spPr>
          <a:xfrm>
            <a:off x="6978247" y="35145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2" name="F2_precision_recall_distributions_4706">
            <a:extLst>
              <a:ext uri="{FF2B5EF4-FFF2-40B4-BE49-F238E27FC236}">
                <a16:creationId xmlns:a16="http://schemas.microsoft.com/office/drawing/2014/main" id="{29E0CFAD-D228-4B07-8057-3BE735C76747}"/>
              </a:ext>
            </a:extLst>
          </p:cNvPr>
          <p:cNvSpPr>
            <a:spLocks noGrp="1"/>
          </p:cNvSpPr>
          <p:nvPr/>
        </p:nvSpPr>
        <p:spPr>
          <a:xfrm>
            <a:off x="7156053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3" name="F2_precision_recall_distributions_4707">
            <a:extLst>
              <a:ext uri="{FF2B5EF4-FFF2-40B4-BE49-F238E27FC236}">
                <a16:creationId xmlns:a16="http://schemas.microsoft.com/office/drawing/2014/main" id="{1A6D5A6A-1F9A-4B2C-951E-4808A95B9B53}"/>
              </a:ext>
            </a:extLst>
          </p:cNvPr>
          <p:cNvSpPr>
            <a:spLocks noGrp="1"/>
          </p:cNvSpPr>
          <p:nvPr/>
        </p:nvSpPr>
        <p:spPr>
          <a:xfrm>
            <a:off x="70501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4" name="F2_precision_recall_distributions_4708">
            <a:extLst>
              <a:ext uri="{FF2B5EF4-FFF2-40B4-BE49-F238E27FC236}">
                <a16:creationId xmlns:a16="http://schemas.microsoft.com/office/drawing/2014/main" id="{38DE3C08-D4F7-4523-B899-BE71F39078B4}"/>
              </a:ext>
            </a:extLst>
          </p:cNvPr>
          <p:cNvSpPr>
            <a:spLocks noGrp="1"/>
          </p:cNvSpPr>
          <p:nvPr/>
        </p:nvSpPr>
        <p:spPr>
          <a:xfrm>
            <a:off x="728303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5" name="F2_precision_recall_distributions_4709">
            <a:extLst>
              <a:ext uri="{FF2B5EF4-FFF2-40B4-BE49-F238E27FC236}">
                <a16:creationId xmlns:a16="http://schemas.microsoft.com/office/drawing/2014/main" id="{E64A4B5A-D6D5-4AEE-89EF-52E03434C25D}"/>
              </a:ext>
            </a:extLst>
          </p:cNvPr>
          <p:cNvSpPr>
            <a:spLocks noGrp="1"/>
          </p:cNvSpPr>
          <p:nvPr/>
        </p:nvSpPr>
        <p:spPr>
          <a:xfrm>
            <a:off x="7008901" y="35798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6" name="F2_precision_recall_distributions_4710">
            <a:extLst>
              <a:ext uri="{FF2B5EF4-FFF2-40B4-BE49-F238E27FC236}">
                <a16:creationId xmlns:a16="http://schemas.microsoft.com/office/drawing/2014/main" id="{232775B3-2AE7-4905-A58A-2C840070B129}"/>
              </a:ext>
            </a:extLst>
          </p:cNvPr>
          <p:cNvSpPr>
            <a:spLocks noGrp="1"/>
          </p:cNvSpPr>
          <p:nvPr/>
        </p:nvSpPr>
        <p:spPr>
          <a:xfrm>
            <a:off x="7092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7" name="F2_precision_recall_distributions_4711">
            <a:extLst>
              <a:ext uri="{FF2B5EF4-FFF2-40B4-BE49-F238E27FC236}">
                <a16:creationId xmlns:a16="http://schemas.microsoft.com/office/drawing/2014/main" id="{4B2D0E02-34B1-49AE-8356-56BCE3E4EE5B}"/>
              </a:ext>
            </a:extLst>
          </p:cNvPr>
          <p:cNvSpPr>
            <a:spLocks noGrp="1"/>
          </p:cNvSpPr>
          <p:nvPr/>
        </p:nvSpPr>
        <p:spPr>
          <a:xfrm>
            <a:off x="71089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8" name="F2_precision_recall_distributions_4712">
            <a:extLst>
              <a:ext uri="{FF2B5EF4-FFF2-40B4-BE49-F238E27FC236}">
                <a16:creationId xmlns:a16="http://schemas.microsoft.com/office/drawing/2014/main" id="{558F60FD-4B9F-4CD4-A48E-ADE09E189260}"/>
              </a:ext>
            </a:extLst>
          </p:cNvPr>
          <p:cNvSpPr>
            <a:spLocks noGrp="1"/>
          </p:cNvSpPr>
          <p:nvPr/>
        </p:nvSpPr>
        <p:spPr>
          <a:xfrm>
            <a:off x="72897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9" name="F2_precision_recall_distributions_4713">
            <a:extLst>
              <a:ext uri="{FF2B5EF4-FFF2-40B4-BE49-F238E27FC236}">
                <a16:creationId xmlns:a16="http://schemas.microsoft.com/office/drawing/2014/main" id="{B9E96C65-DEC1-425C-96E2-C40BF983AEF7}"/>
              </a:ext>
            </a:extLst>
          </p:cNvPr>
          <p:cNvSpPr>
            <a:spLocks noGrp="1"/>
          </p:cNvSpPr>
          <p:nvPr/>
        </p:nvSpPr>
        <p:spPr>
          <a:xfrm>
            <a:off x="7207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0" name="F2_precision_recall_distributions_4714">
            <a:extLst>
              <a:ext uri="{FF2B5EF4-FFF2-40B4-BE49-F238E27FC236}">
                <a16:creationId xmlns:a16="http://schemas.microsoft.com/office/drawing/2014/main" id="{8B2F92FD-E78C-4A36-AAAF-99C5E1BAE083}"/>
              </a:ext>
            </a:extLst>
          </p:cNvPr>
          <p:cNvSpPr>
            <a:spLocks noGrp="1"/>
          </p:cNvSpPr>
          <p:nvPr/>
        </p:nvSpPr>
        <p:spPr>
          <a:xfrm>
            <a:off x="703983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1" name="F2_precision_recall_distributions_4715">
            <a:extLst>
              <a:ext uri="{FF2B5EF4-FFF2-40B4-BE49-F238E27FC236}">
                <a16:creationId xmlns:a16="http://schemas.microsoft.com/office/drawing/2014/main" id="{06634A48-C888-4741-972F-BF0F8D679FBB}"/>
              </a:ext>
            </a:extLst>
          </p:cNvPr>
          <p:cNvSpPr>
            <a:spLocks noGrp="1"/>
          </p:cNvSpPr>
          <p:nvPr/>
        </p:nvSpPr>
        <p:spPr>
          <a:xfrm>
            <a:off x="72450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2" name="F2_precision_recall_distributions_4716">
            <a:extLst>
              <a:ext uri="{FF2B5EF4-FFF2-40B4-BE49-F238E27FC236}">
                <a16:creationId xmlns:a16="http://schemas.microsoft.com/office/drawing/2014/main" id="{F45BFBA5-9C0F-4049-B208-5FE8859D6E76}"/>
              </a:ext>
            </a:extLst>
          </p:cNvPr>
          <p:cNvSpPr>
            <a:spLocks noGrp="1"/>
          </p:cNvSpPr>
          <p:nvPr/>
        </p:nvSpPr>
        <p:spPr>
          <a:xfrm>
            <a:off x="70153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3" name="F2_precision_recall_distributions_4717">
            <a:extLst>
              <a:ext uri="{FF2B5EF4-FFF2-40B4-BE49-F238E27FC236}">
                <a16:creationId xmlns:a16="http://schemas.microsoft.com/office/drawing/2014/main" id="{A8CA4E4E-41FC-4CA4-97FC-DC54430F5B50}"/>
              </a:ext>
            </a:extLst>
          </p:cNvPr>
          <p:cNvSpPr>
            <a:spLocks noGrp="1"/>
          </p:cNvSpPr>
          <p:nvPr/>
        </p:nvSpPr>
        <p:spPr>
          <a:xfrm>
            <a:off x="70961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4" name="F2_precision_recall_distributions_4718">
            <a:extLst>
              <a:ext uri="{FF2B5EF4-FFF2-40B4-BE49-F238E27FC236}">
                <a16:creationId xmlns:a16="http://schemas.microsoft.com/office/drawing/2014/main" id="{0762A0BC-8CA1-4D06-8B2B-91CA3B919E4D}"/>
              </a:ext>
            </a:extLst>
          </p:cNvPr>
          <p:cNvSpPr>
            <a:spLocks noGrp="1"/>
          </p:cNvSpPr>
          <p:nvPr/>
        </p:nvSpPr>
        <p:spPr>
          <a:xfrm>
            <a:off x="721307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5" name="F2_precision_recall_distributions_4719">
            <a:extLst>
              <a:ext uri="{FF2B5EF4-FFF2-40B4-BE49-F238E27FC236}">
                <a16:creationId xmlns:a16="http://schemas.microsoft.com/office/drawing/2014/main" id="{E7F8ADE4-6A24-4A09-8EFF-D1EA7721277A}"/>
              </a:ext>
            </a:extLst>
          </p:cNvPr>
          <p:cNvSpPr>
            <a:spLocks noGrp="1"/>
          </p:cNvSpPr>
          <p:nvPr/>
        </p:nvSpPr>
        <p:spPr>
          <a:xfrm>
            <a:off x="703153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6" name="F2_precision_recall_distributions_4720">
            <a:extLst>
              <a:ext uri="{FF2B5EF4-FFF2-40B4-BE49-F238E27FC236}">
                <a16:creationId xmlns:a16="http://schemas.microsoft.com/office/drawing/2014/main" id="{E895BB25-26A8-42CF-A1B4-291CE9DFB0FF}"/>
              </a:ext>
            </a:extLst>
          </p:cNvPr>
          <p:cNvSpPr>
            <a:spLocks noGrp="1"/>
          </p:cNvSpPr>
          <p:nvPr/>
        </p:nvSpPr>
        <p:spPr>
          <a:xfrm>
            <a:off x="70247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7" name="F2_precision_recall_distributions_4721">
            <a:extLst>
              <a:ext uri="{FF2B5EF4-FFF2-40B4-BE49-F238E27FC236}">
                <a16:creationId xmlns:a16="http://schemas.microsoft.com/office/drawing/2014/main" id="{1663A2F5-FE24-4DD0-A291-C1BA87DEE27A}"/>
              </a:ext>
            </a:extLst>
          </p:cNvPr>
          <p:cNvSpPr>
            <a:spLocks noGrp="1"/>
          </p:cNvSpPr>
          <p:nvPr/>
        </p:nvSpPr>
        <p:spPr>
          <a:xfrm>
            <a:off x="70134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8" name="F2_precision_recall_distributions_4722">
            <a:extLst>
              <a:ext uri="{FF2B5EF4-FFF2-40B4-BE49-F238E27FC236}">
                <a16:creationId xmlns:a16="http://schemas.microsoft.com/office/drawing/2014/main" id="{79F73942-63EE-471D-ADB1-B6C6BB9C1143}"/>
              </a:ext>
            </a:extLst>
          </p:cNvPr>
          <p:cNvSpPr>
            <a:spLocks noGrp="1"/>
          </p:cNvSpPr>
          <p:nvPr/>
        </p:nvSpPr>
        <p:spPr>
          <a:xfrm>
            <a:off x="70520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9" name="F2_precision_recall_distributions_4723">
            <a:extLst>
              <a:ext uri="{FF2B5EF4-FFF2-40B4-BE49-F238E27FC236}">
                <a16:creationId xmlns:a16="http://schemas.microsoft.com/office/drawing/2014/main" id="{C6967A57-83AC-415A-BFBA-6AAED7CB77A0}"/>
              </a:ext>
            </a:extLst>
          </p:cNvPr>
          <p:cNvSpPr>
            <a:spLocks noGrp="1"/>
          </p:cNvSpPr>
          <p:nvPr/>
        </p:nvSpPr>
        <p:spPr>
          <a:xfrm>
            <a:off x="72903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0" name="F2_precision_recall_distributions_4724">
            <a:extLst>
              <a:ext uri="{FF2B5EF4-FFF2-40B4-BE49-F238E27FC236}">
                <a16:creationId xmlns:a16="http://schemas.microsoft.com/office/drawing/2014/main" id="{56886C40-2739-4324-82BD-41D81351734E}"/>
              </a:ext>
            </a:extLst>
          </p:cNvPr>
          <p:cNvSpPr>
            <a:spLocks noGrp="1"/>
          </p:cNvSpPr>
          <p:nvPr/>
        </p:nvSpPr>
        <p:spPr>
          <a:xfrm>
            <a:off x="7255983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1" name="F2_precision_recall_distributions_4725">
            <a:extLst>
              <a:ext uri="{FF2B5EF4-FFF2-40B4-BE49-F238E27FC236}">
                <a16:creationId xmlns:a16="http://schemas.microsoft.com/office/drawing/2014/main" id="{C0D4196E-26D6-4580-8A44-C91A555B2606}"/>
              </a:ext>
            </a:extLst>
          </p:cNvPr>
          <p:cNvSpPr>
            <a:spLocks noGrp="1"/>
          </p:cNvSpPr>
          <p:nvPr/>
        </p:nvSpPr>
        <p:spPr>
          <a:xfrm>
            <a:off x="70135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2" name="F2_precision_recall_distributions_4726">
            <a:extLst>
              <a:ext uri="{FF2B5EF4-FFF2-40B4-BE49-F238E27FC236}">
                <a16:creationId xmlns:a16="http://schemas.microsoft.com/office/drawing/2014/main" id="{A596650B-F68B-4DC9-AD45-5A850429FCBD}"/>
              </a:ext>
            </a:extLst>
          </p:cNvPr>
          <p:cNvSpPr>
            <a:spLocks noGrp="1"/>
          </p:cNvSpPr>
          <p:nvPr/>
        </p:nvSpPr>
        <p:spPr>
          <a:xfrm>
            <a:off x="702150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3" name="F2_precision_recall_distributions_4727">
            <a:extLst>
              <a:ext uri="{FF2B5EF4-FFF2-40B4-BE49-F238E27FC236}">
                <a16:creationId xmlns:a16="http://schemas.microsoft.com/office/drawing/2014/main" id="{504C6899-486D-4E38-8DF9-EDA9673C5EF6}"/>
              </a:ext>
            </a:extLst>
          </p:cNvPr>
          <p:cNvSpPr>
            <a:spLocks noGrp="1"/>
          </p:cNvSpPr>
          <p:nvPr/>
        </p:nvSpPr>
        <p:spPr>
          <a:xfrm>
            <a:off x="7103431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4" name="F2_precision_recall_distributions_4728">
            <a:extLst>
              <a:ext uri="{FF2B5EF4-FFF2-40B4-BE49-F238E27FC236}">
                <a16:creationId xmlns:a16="http://schemas.microsoft.com/office/drawing/2014/main" id="{448E309B-A242-479A-AF16-C87734348ED7}"/>
              </a:ext>
            </a:extLst>
          </p:cNvPr>
          <p:cNvSpPr>
            <a:spLocks noGrp="1"/>
          </p:cNvSpPr>
          <p:nvPr/>
        </p:nvSpPr>
        <p:spPr>
          <a:xfrm>
            <a:off x="71907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5" name="F2_precision_recall_distributions_4729">
            <a:extLst>
              <a:ext uri="{FF2B5EF4-FFF2-40B4-BE49-F238E27FC236}">
                <a16:creationId xmlns:a16="http://schemas.microsoft.com/office/drawing/2014/main" id="{D55E01AE-4A45-4AB3-8C5E-0FCA86CB98A9}"/>
              </a:ext>
            </a:extLst>
          </p:cNvPr>
          <p:cNvSpPr>
            <a:spLocks noGrp="1"/>
          </p:cNvSpPr>
          <p:nvPr/>
        </p:nvSpPr>
        <p:spPr>
          <a:xfrm>
            <a:off x="703048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6" name="F2_precision_recall_distributions_4730">
            <a:extLst>
              <a:ext uri="{FF2B5EF4-FFF2-40B4-BE49-F238E27FC236}">
                <a16:creationId xmlns:a16="http://schemas.microsoft.com/office/drawing/2014/main" id="{F9A6B2BB-0189-41C9-8760-C2BCFF401D58}"/>
              </a:ext>
            </a:extLst>
          </p:cNvPr>
          <p:cNvSpPr>
            <a:spLocks noGrp="1"/>
          </p:cNvSpPr>
          <p:nvPr/>
        </p:nvSpPr>
        <p:spPr>
          <a:xfrm>
            <a:off x="7252754" y="29147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7" name="F2_precision_recall_distributions_4731">
            <a:extLst>
              <a:ext uri="{FF2B5EF4-FFF2-40B4-BE49-F238E27FC236}">
                <a16:creationId xmlns:a16="http://schemas.microsoft.com/office/drawing/2014/main" id="{C5BD05AD-C8BD-4A93-BEF7-63C37BC14B4F}"/>
              </a:ext>
            </a:extLst>
          </p:cNvPr>
          <p:cNvSpPr>
            <a:spLocks noGrp="1"/>
          </p:cNvSpPr>
          <p:nvPr/>
        </p:nvSpPr>
        <p:spPr>
          <a:xfrm>
            <a:off x="7199513" y="3071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8" name="F2_precision_recall_distributions_4732">
            <a:extLst>
              <a:ext uri="{FF2B5EF4-FFF2-40B4-BE49-F238E27FC236}">
                <a16:creationId xmlns:a16="http://schemas.microsoft.com/office/drawing/2014/main" id="{79C21820-60C3-4BC5-8A85-C7F42D56C680}"/>
              </a:ext>
            </a:extLst>
          </p:cNvPr>
          <p:cNvSpPr>
            <a:spLocks noGrp="1"/>
          </p:cNvSpPr>
          <p:nvPr/>
        </p:nvSpPr>
        <p:spPr>
          <a:xfrm>
            <a:off x="7209755" y="33062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9" name="F2_precision_recall_distributions_4733">
            <a:extLst>
              <a:ext uri="{FF2B5EF4-FFF2-40B4-BE49-F238E27FC236}">
                <a16:creationId xmlns:a16="http://schemas.microsoft.com/office/drawing/2014/main" id="{09D2777D-7FDF-4346-9DA4-5071B80B5E97}"/>
              </a:ext>
            </a:extLst>
          </p:cNvPr>
          <p:cNvSpPr>
            <a:spLocks noGrp="1"/>
          </p:cNvSpPr>
          <p:nvPr/>
        </p:nvSpPr>
        <p:spPr>
          <a:xfrm>
            <a:off x="699393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0" name="F2_precision_recall_distributions_4734">
            <a:extLst>
              <a:ext uri="{FF2B5EF4-FFF2-40B4-BE49-F238E27FC236}">
                <a16:creationId xmlns:a16="http://schemas.microsoft.com/office/drawing/2014/main" id="{DE32C5E1-090B-464F-A7C3-1E1BFB3954E0}"/>
              </a:ext>
            </a:extLst>
          </p:cNvPr>
          <p:cNvSpPr>
            <a:spLocks noGrp="1"/>
          </p:cNvSpPr>
          <p:nvPr/>
        </p:nvSpPr>
        <p:spPr>
          <a:xfrm>
            <a:off x="71090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1" name="F2_precision_recall_distributions_4735">
            <a:extLst>
              <a:ext uri="{FF2B5EF4-FFF2-40B4-BE49-F238E27FC236}">
                <a16:creationId xmlns:a16="http://schemas.microsoft.com/office/drawing/2014/main" id="{237DF2A0-D44A-4A6B-A4F2-8E94B195D839}"/>
              </a:ext>
            </a:extLst>
          </p:cNvPr>
          <p:cNvSpPr>
            <a:spLocks noGrp="1"/>
          </p:cNvSpPr>
          <p:nvPr/>
        </p:nvSpPr>
        <p:spPr>
          <a:xfrm>
            <a:off x="72066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2" name="F2_precision_recall_distributions_4736">
            <a:extLst>
              <a:ext uri="{FF2B5EF4-FFF2-40B4-BE49-F238E27FC236}">
                <a16:creationId xmlns:a16="http://schemas.microsoft.com/office/drawing/2014/main" id="{CDC41423-0842-410F-A4B4-6D1358FFA791}"/>
              </a:ext>
            </a:extLst>
          </p:cNvPr>
          <p:cNvSpPr>
            <a:spLocks noGrp="1"/>
          </p:cNvSpPr>
          <p:nvPr/>
        </p:nvSpPr>
        <p:spPr>
          <a:xfrm>
            <a:off x="7182102" y="36865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3" name="F2_precision_recall_distributions_4737">
            <a:extLst>
              <a:ext uri="{FF2B5EF4-FFF2-40B4-BE49-F238E27FC236}">
                <a16:creationId xmlns:a16="http://schemas.microsoft.com/office/drawing/2014/main" id="{3AFE315F-D6B4-42F3-AD4B-0AC20FC08509}"/>
              </a:ext>
            </a:extLst>
          </p:cNvPr>
          <p:cNvSpPr>
            <a:spLocks noGrp="1"/>
          </p:cNvSpPr>
          <p:nvPr/>
        </p:nvSpPr>
        <p:spPr>
          <a:xfrm>
            <a:off x="724844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4" name="F2_precision_recall_distributions_4738">
            <a:extLst>
              <a:ext uri="{FF2B5EF4-FFF2-40B4-BE49-F238E27FC236}">
                <a16:creationId xmlns:a16="http://schemas.microsoft.com/office/drawing/2014/main" id="{36382F00-1AC7-43A8-8DC0-980923DB56EA}"/>
              </a:ext>
            </a:extLst>
          </p:cNvPr>
          <p:cNvSpPr>
            <a:spLocks noGrp="1"/>
          </p:cNvSpPr>
          <p:nvPr/>
        </p:nvSpPr>
        <p:spPr>
          <a:xfrm>
            <a:off x="73290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5" name="F2_precision_recall_distributions_4739">
            <a:extLst>
              <a:ext uri="{FF2B5EF4-FFF2-40B4-BE49-F238E27FC236}">
                <a16:creationId xmlns:a16="http://schemas.microsoft.com/office/drawing/2014/main" id="{43DB8E57-C848-4B52-93E4-06D09A6C8D68}"/>
              </a:ext>
            </a:extLst>
          </p:cNvPr>
          <p:cNvSpPr>
            <a:spLocks noGrp="1"/>
          </p:cNvSpPr>
          <p:nvPr/>
        </p:nvSpPr>
        <p:spPr>
          <a:xfrm>
            <a:off x="72709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6" name="F2_precision_recall_distributions_4740">
            <a:extLst>
              <a:ext uri="{FF2B5EF4-FFF2-40B4-BE49-F238E27FC236}">
                <a16:creationId xmlns:a16="http://schemas.microsoft.com/office/drawing/2014/main" id="{7CA71330-44C4-41C0-BA3E-B2DA1EDD0748}"/>
              </a:ext>
            </a:extLst>
          </p:cNvPr>
          <p:cNvSpPr>
            <a:spLocks noGrp="1"/>
          </p:cNvSpPr>
          <p:nvPr/>
        </p:nvSpPr>
        <p:spPr>
          <a:xfrm>
            <a:off x="7055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7" name="F2_precision_recall_distributions_4741">
            <a:extLst>
              <a:ext uri="{FF2B5EF4-FFF2-40B4-BE49-F238E27FC236}">
                <a16:creationId xmlns:a16="http://schemas.microsoft.com/office/drawing/2014/main" id="{27FA3136-5207-44FE-8E97-BB0B6D1A9C0D}"/>
              </a:ext>
            </a:extLst>
          </p:cNvPr>
          <p:cNvSpPr>
            <a:spLocks noGrp="1"/>
          </p:cNvSpPr>
          <p:nvPr/>
        </p:nvSpPr>
        <p:spPr>
          <a:xfrm>
            <a:off x="7174800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8" name="F2_precision_recall_distributions_4742">
            <a:extLst>
              <a:ext uri="{FF2B5EF4-FFF2-40B4-BE49-F238E27FC236}">
                <a16:creationId xmlns:a16="http://schemas.microsoft.com/office/drawing/2014/main" id="{75EB5CF3-57EB-42ED-B8BA-8DB9387642BB}"/>
              </a:ext>
            </a:extLst>
          </p:cNvPr>
          <p:cNvSpPr>
            <a:spLocks noGrp="1"/>
          </p:cNvSpPr>
          <p:nvPr/>
        </p:nvSpPr>
        <p:spPr>
          <a:xfrm>
            <a:off x="706189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9" name="F2_precision_recall_distributions_4743">
            <a:extLst>
              <a:ext uri="{FF2B5EF4-FFF2-40B4-BE49-F238E27FC236}">
                <a16:creationId xmlns:a16="http://schemas.microsoft.com/office/drawing/2014/main" id="{3E619F73-4EC6-442F-B06B-94BDA250D1A0}"/>
              </a:ext>
            </a:extLst>
          </p:cNvPr>
          <p:cNvSpPr>
            <a:spLocks noGrp="1"/>
          </p:cNvSpPr>
          <p:nvPr/>
        </p:nvSpPr>
        <p:spPr>
          <a:xfrm>
            <a:off x="709656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0" name="F2_precision_recall_distributions_4744">
            <a:extLst>
              <a:ext uri="{FF2B5EF4-FFF2-40B4-BE49-F238E27FC236}">
                <a16:creationId xmlns:a16="http://schemas.microsoft.com/office/drawing/2014/main" id="{1AD364D6-8345-4F57-9C22-CFEECD23AAC4}"/>
              </a:ext>
            </a:extLst>
          </p:cNvPr>
          <p:cNvSpPr>
            <a:spLocks noGrp="1"/>
          </p:cNvSpPr>
          <p:nvPr/>
        </p:nvSpPr>
        <p:spPr>
          <a:xfrm>
            <a:off x="6972235" y="31042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1" name="F2_precision_recall_distributions_4745">
            <a:extLst>
              <a:ext uri="{FF2B5EF4-FFF2-40B4-BE49-F238E27FC236}">
                <a16:creationId xmlns:a16="http://schemas.microsoft.com/office/drawing/2014/main" id="{3AF9A30E-40D3-4DE5-A04B-34996518E504}"/>
              </a:ext>
            </a:extLst>
          </p:cNvPr>
          <p:cNvSpPr>
            <a:spLocks noGrp="1"/>
          </p:cNvSpPr>
          <p:nvPr/>
        </p:nvSpPr>
        <p:spPr>
          <a:xfrm>
            <a:off x="719117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2" name="F2_precision_recall_distributions_4746">
            <a:extLst>
              <a:ext uri="{FF2B5EF4-FFF2-40B4-BE49-F238E27FC236}">
                <a16:creationId xmlns:a16="http://schemas.microsoft.com/office/drawing/2014/main" id="{96EF04FF-3E77-4B40-A25F-70DC56033C34}"/>
              </a:ext>
            </a:extLst>
          </p:cNvPr>
          <p:cNvSpPr>
            <a:spLocks noGrp="1"/>
          </p:cNvSpPr>
          <p:nvPr/>
        </p:nvSpPr>
        <p:spPr>
          <a:xfrm>
            <a:off x="70026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3" name="F2_precision_recall_distributions_4747">
            <a:extLst>
              <a:ext uri="{FF2B5EF4-FFF2-40B4-BE49-F238E27FC236}">
                <a16:creationId xmlns:a16="http://schemas.microsoft.com/office/drawing/2014/main" id="{CC1146F5-A869-4FCB-8152-7037C6FEE23C}"/>
              </a:ext>
            </a:extLst>
          </p:cNvPr>
          <p:cNvSpPr>
            <a:spLocks noGrp="1"/>
          </p:cNvSpPr>
          <p:nvPr/>
        </p:nvSpPr>
        <p:spPr>
          <a:xfrm>
            <a:off x="7221592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4" name="F2_precision_recall_distributions_4748">
            <a:extLst>
              <a:ext uri="{FF2B5EF4-FFF2-40B4-BE49-F238E27FC236}">
                <a16:creationId xmlns:a16="http://schemas.microsoft.com/office/drawing/2014/main" id="{3A8D478F-4E12-4F9F-930E-4438F2436592}"/>
              </a:ext>
            </a:extLst>
          </p:cNvPr>
          <p:cNvSpPr>
            <a:spLocks noGrp="1"/>
          </p:cNvSpPr>
          <p:nvPr/>
        </p:nvSpPr>
        <p:spPr>
          <a:xfrm>
            <a:off x="702763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5" name="F2_precision_recall_distributions_4749">
            <a:extLst>
              <a:ext uri="{FF2B5EF4-FFF2-40B4-BE49-F238E27FC236}">
                <a16:creationId xmlns:a16="http://schemas.microsoft.com/office/drawing/2014/main" id="{E54A58C4-81EE-427D-8337-BA59A396659B}"/>
              </a:ext>
            </a:extLst>
          </p:cNvPr>
          <p:cNvSpPr>
            <a:spLocks noGrp="1"/>
          </p:cNvSpPr>
          <p:nvPr/>
        </p:nvSpPr>
        <p:spPr>
          <a:xfrm>
            <a:off x="720694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6" name="F2_precision_recall_distributions_4750">
            <a:extLst>
              <a:ext uri="{FF2B5EF4-FFF2-40B4-BE49-F238E27FC236}">
                <a16:creationId xmlns:a16="http://schemas.microsoft.com/office/drawing/2014/main" id="{0FF860B5-3192-4BAD-AC67-DB2F041689E9}"/>
              </a:ext>
            </a:extLst>
          </p:cNvPr>
          <p:cNvSpPr>
            <a:spLocks noGrp="1"/>
          </p:cNvSpPr>
          <p:nvPr/>
        </p:nvSpPr>
        <p:spPr>
          <a:xfrm>
            <a:off x="71205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7" name="F2_precision_recall_distributions_4751">
            <a:extLst>
              <a:ext uri="{FF2B5EF4-FFF2-40B4-BE49-F238E27FC236}">
                <a16:creationId xmlns:a16="http://schemas.microsoft.com/office/drawing/2014/main" id="{82702B92-CAB7-4F57-B425-914EF6B400EB}"/>
              </a:ext>
            </a:extLst>
          </p:cNvPr>
          <p:cNvSpPr>
            <a:spLocks noGrp="1"/>
          </p:cNvSpPr>
          <p:nvPr/>
        </p:nvSpPr>
        <p:spPr>
          <a:xfrm>
            <a:off x="713442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8" name="F2_precision_recall_distributions_4752">
            <a:extLst>
              <a:ext uri="{FF2B5EF4-FFF2-40B4-BE49-F238E27FC236}">
                <a16:creationId xmlns:a16="http://schemas.microsoft.com/office/drawing/2014/main" id="{CF4C9215-4332-4542-9CFF-CDBFB51EA499}"/>
              </a:ext>
            </a:extLst>
          </p:cNvPr>
          <p:cNvSpPr>
            <a:spLocks noGrp="1"/>
          </p:cNvSpPr>
          <p:nvPr/>
        </p:nvSpPr>
        <p:spPr>
          <a:xfrm>
            <a:off x="7085473" y="34558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9" name="F2_precision_recall_distributions_4753">
            <a:extLst>
              <a:ext uri="{FF2B5EF4-FFF2-40B4-BE49-F238E27FC236}">
                <a16:creationId xmlns:a16="http://schemas.microsoft.com/office/drawing/2014/main" id="{146C496B-5B56-445F-84AA-F178DEEC01BE}"/>
              </a:ext>
            </a:extLst>
          </p:cNvPr>
          <p:cNvSpPr>
            <a:spLocks noGrp="1"/>
          </p:cNvSpPr>
          <p:nvPr/>
        </p:nvSpPr>
        <p:spPr>
          <a:xfrm>
            <a:off x="7270960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0" name="F2_precision_recall_distributions_4754">
            <a:extLst>
              <a:ext uri="{FF2B5EF4-FFF2-40B4-BE49-F238E27FC236}">
                <a16:creationId xmlns:a16="http://schemas.microsoft.com/office/drawing/2014/main" id="{21A0BA9E-F1F5-42D8-92B6-B2BF376964AE}"/>
              </a:ext>
            </a:extLst>
          </p:cNvPr>
          <p:cNvSpPr>
            <a:spLocks noGrp="1"/>
          </p:cNvSpPr>
          <p:nvPr/>
        </p:nvSpPr>
        <p:spPr>
          <a:xfrm>
            <a:off x="7219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1" name="F2_precision_recall_distributions_4755">
            <a:extLst>
              <a:ext uri="{FF2B5EF4-FFF2-40B4-BE49-F238E27FC236}">
                <a16:creationId xmlns:a16="http://schemas.microsoft.com/office/drawing/2014/main" id="{EC1A02CB-5EB2-43A7-8953-31B4E9AF24A1}"/>
              </a:ext>
            </a:extLst>
          </p:cNvPr>
          <p:cNvSpPr>
            <a:spLocks noGrp="1"/>
          </p:cNvSpPr>
          <p:nvPr/>
        </p:nvSpPr>
        <p:spPr>
          <a:xfrm>
            <a:off x="724078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2" name="F2_precision_recall_distributions_4756">
            <a:extLst>
              <a:ext uri="{FF2B5EF4-FFF2-40B4-BE49-F238E27FC236}">
                <a16:creationId xmlns:a16="http://schemas.microsoft.com/office/drawing/2014/main" id="{0CAEB17A-2011-4DAC-ACE8-52D0066CCEAC}"/>
              </a:ext>
            </a:extLst>
          </p:cNvPr>
          <p:cNvSpPr>
            <a:spLocks noGrp="1"/>
          </p:cNvSpPr>
          <p:nvPr/>
        </p:nvSpPr>
        <p:spPr>
          <a:xfrm>
            <a:off x="733280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3" name="F2_precision_recall_distributions_4757">
            <a:extLst>
              <a:ext uri="{FF2B5EF4-FFF2-40B4-BE49-F238E27FC236}">
                <a16:creationId xmlns:a16="http://schemas.microsoft.com/office/drawing/2014/main" id="{CD6ADC6E-875A-49CE-8985-324AE2D3665C}"/>
              </a:ext>
            </a:extLst>
          </p:cNvPr>
          <p:cNvSpPr>
            <a:spLocks noGrp="1"/>
          </p:cNvSpPr>
          <p:nvPr/>
        </p:nvSpPr>
        <p:spPr>
          <a:xfrm>
            <a:off x="7127198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4" name="F2_precision_recall_distributions_4758">
            <a:extLst>
              <a:ext uri="{FF2B5EF4-FFF2-40B4-BE49-F238E27FC236}">
                <a16:creationId xmlns:a16="http://schemas.microsoft.com/office/drawing/2014/main" id="{2A0E6493-D381-4C86-B3B7-2CF7CACD85A1}"/>
              </a:ext>
            </a:extLst>
          </p:cNvPr>
          <p:cNvSpPr>
            <a:spLocks noGrp="1"/>
          </p:cNvSpPr>
          <p:nvPr/>
        </p:nvSpPr>
        <p:spPr>
          <a:xfrm>
            <a:off x="723283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5" name="F2_precision_recall_distributions_4759">
            <a:extLst>
              <a:ext uri="{FF2B5EF4-FFF2-40B4-BE49-F238E27FC236}">
                <a16:creationId xmlns:a16="http://schemas.microsoft.com/office/drawing/2014/main" id="{3F0693EC-84A9-4518-A632-348287D807CA}"/>
              </a:ext>
            </a:extLst>
          </p:cNvPr>
          <p:cNvSpPr>
            <a:spLocks noGrp="1"/>
          </p:cNvSpPr>
          <p:nvPr/>
        </p:nvSpPr>
        <p:spPr>
          <a:xfrm>
            <a:off x="697090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6" name="F2_precision_recall_distributions_4760">
            <a:extLst>
              <a:ext uri="{FF2B5EF4-FFF2-40B4-BE49-F238E27FC236}">
                <a16:creationId xmlns:a16="http://schemas.microsoft.com/office/drawing/2014/main" id="{C0BDAC19-5B55-4003-BA79-62D723E9578A}"/>
              </a:ext>
            </a:extLst>
          </p:cNvPr>
          <p:cNvSpPr>
            <a:spLocks noGrp="1"/>
          </p:cNvSpPr>
          <p:nvPr/>
        </p:nvSpPr>
        <p:spPr>
          <a:xfrm>
            <a:off x="69918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7" name="F2_precision_recall_distributions_4761">
            <a:extLst>
              <a:ext uri="{FF2B5EF4-FFF2-40B4-BE49-F238E27FC236}">
                <a16:creationId xmlns:a16="http://schemas.microsoft.com/office/drawing/2014/main" id="{E1B78752-7C76-4CD7-B9EA-66C617A7C5FB}"/>
              </a:ext>
            </a:extLst>
          </p:cNvPr>
          <p:cNvSpPr>
            <a:spLocks noGrp="1"/>
          </p:cNvSpPr>
          <p:nvPr/>
        </p:nvSpPr>
        <p:spPr>
          <a:xfrm>
            <a:off x="712596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8" name="F2_precision_recall_distributions_4762">
            <a:extLst>
              <a:ext uri="{FF2B5EF4-FFF2-40B4-BE49-F238E27FC236}">
                <a16:creationId xmlns:a16="http://schemas.microsoft.com/office/drawing/2014/main" id="{9D58000F-30D8-4E3A-B8AC-17F11D364745}"/>
              </a:ext>
            </a:extLst>
          </p:cNvPr>
          <p:cNvSpPr>
            <a:spLocks noGrp="1"/>
          </p:cNvSpPr>
          <p:nvPr/>
        </p:nvSpPr>
        <p:spPr>
          <a:xfrm>
            <a:off x="71041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9" name="F2_precision_recall_distributions_4763">
            <a:extLst>
              <a:ext uri="{FF2B5EF4-FFF2-40B4-BE49-F238E27FC236}">
                <a16:creationId xmlns:a16="http://schemas.microsoft.com/office/drawing/2014/main" id="{B499AEB6-8D69-4890-829A-C1243D58F802}"/>
              </a:ext>
            </a:extLst>
          </p:cNvPr>
          <p:cNvSpPr>
            <a:spLocks noGrp="1"/>
          </p:cNvSpPr>
          <p:nvPr/>
        </p:nvSpPr>
        <p:spPr>
          <a:xfrm>
            <a:off x="7281767" y="36451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0" name="F2_precision_recall_distributions_4764">
            <a:extLst>
              <a:ext uri="{FF2B5EF4-FFF2-40B4-BE49-F238E27FC236}">
                <a16:creationId xmlns:a16="http://schemas.microsoft.com/office/drawing/2014/main" id="{D9182F79-5FFB-4B94-A6DC-B5378F36FF9F}"/>
              </a:ext>
            </a:extLst>
          </p:cNvPr>
          <p:cNvSpPr>
            <a:spLocks noGrp="1"/>
          </p:cNvSpPr>
          <p:nvPr/>
        </p:nvSpPr>
        <p:spPr>
          <a:xfrm>
            <a:off x="715170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1" name="F2_precision_recall_distributions_4765">
            <a:extLst>
              <a:ext uri="{FF2B5EF4-FFF2-40B4-BE49-F238E27FC236}">
                <a16:creationId xmlns:a16="http://schemas.microsoft.com/office/drawing/2014/main" id="{361CDA89-13EA-4144-BF4B-4163A50900EC}"/>
              </a:ext>
            </a:extLst>
          </p:cNvPr>
          <p:cNvSpPr>
            <a:spLocks noGrp="1"/>
          </p:cNvSpPr>
          <p:nvPr/>
        </p:nvSpPr>
        <p:spPr>
          <a:xfrm>
            <a:off x="71227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2" name="F2_precision_recall_distributions_4766">
            <a:extLst>
              <a:ext uri="{FF2B5EF4-FFF2-40B4-BE49-F238E27FC236}">
                <a16:creationId xmlns:a16="http://schemas.microsoft.com/office/drawing/2014/main" id="{FC86F8F5-4579-450B-BE91-C328C2A163A2}"/>
              </a:ext>
            </a:extLst>
          </p:cNvPr>
          <p:cNvSpPr>
            <a:spLocks noGrp="1"/>
          </p:cNvSpPr>
          <p:nvPr/>
        </p:nvSpPr>
        <p:spPr>
          <a:xfrm>
            <a:off x="7211740" y="32153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3" name="F2_precision_recall_distributions_4767">
            <a:extLst>
              <a:ext uri="{FF2B5EF4-FFF2-40B4-BE49-F238E27FC236}">
                <a16:creationId xmlns:a16="http://schemas.microsoft.com/office/drawing/2014/main" id="{FC83D2D9-AAAC-4D81-B5C5-ED0654C14E3A}"/>
              </a:ext>
            </a:extLst>
          </p:cNvPr>
          <p:cNvSpPr>
            <a:spLocks noGrp="1"/>
          </p:cNvSpPr>
          <p:nvPr/>
        </p:nvSpPr>
        <p:spPr>
          <a:xfrm>
            <a:off x="70054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4" name="F2_precision_recall_distributions_4768">
            <a:extLst>
              <a:ext uri="{FF2B5EF4-FFF2-40B4-BE49-F238E27FC236}">
                <a16:creationId xmlns:a16="http://schemas.microsoft.com/office/drawing/2014/main" id="{6FC5C98A-5739-48BE-AEFD-3FCD10E225CA}"/>
              </a:ext>
            </a:extLst>
          </p:cNvPr>
          <p:cNvSpPr>
            <a:spLocks noGrp="1"/>
          </p:cNvSpPr>
          <p:nvPr/>
        </p:nvSpPr>
        <p:spPr>
          <a:xfrm>
            <a:off x="7095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5" name="F2_precision_recall_distributions_4769">
            <a:extLst>
              <a:ext uri="{FF2B5EF4-FFF2-40B4-BE49-F238E27FC236}">
                <a16:creationId xmlns:a16="http://schemas.microsoft.com/office/drawing/2014/main" id="{9852422E-D4BE-4545-A283-49151FEA6642}"/>
              </a:ext>
            </a:extLst>
          </p:cNvPr>
          <p:cNvSpPr>
            <a:spLocks noGrp="1"/>
          </p:cNvSpPr>
          <p:nvPr/>
        </p:nvSpPr>
        <p:spPr>
          <a:xfrm>
            <a:off x="728031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6" name="F2_precision_recall_distributions_4770">
            <a:extLst>
              <a:ext uri="{FF2B5EF4-FFF2-40B4-BE49-F238E27FC236}">
                <a16:creationId xmlns:a16="http://schemas.microsoft.com/office/drawing/2014/main" id="{0F4C6E77-1600-42BE-88C5-6C52A3DE46AA}"/>
              </a:ext>
            </a:extLst>
          </p:cNvPr>
          <p:cNvSpPr>
            <a:spLocks noGrp="1"/>
          </p:cNvSpPr>
          <p:nvPr/>
        </p:nvSpPr>
        <p:spPr>
          <a:xfrm>
            <a:off x="70488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7" name="F2_precision_recall_distributions_4771">
            <a:extLst>
              <a:ext uri="{FF2B5EF4-FFF2-40B4-BE49-F238E27FC236}">
                <a16:creationId xmlns:a16="http://schemas.microsoft.com/office/drawing/2014/main" id="{18E06565-92EB-49E8-83DC-A346F4E13FA4}"/>
              </a:ext>
            </a:extLst>
          </p:cNvPr>
          <p:cNvSpPr>
            <a:spLocks noGrp="1"/>
          </p:cNvSpPr>
          <p:nvPr/>
        </p:nvSpPr>
        <p:spPr>
          <a:xfrm>
            <a:off x="7313696" y="29324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8" name="F2_precision_recall_distributions_4772">
            <a:extLst>
              <a:ext uri="{FF2B5EF4-FFF2-40B4-BE49-F238E27FC236}">
                <a16:creationId xmlns:a16="http://schemas.microsoft.com/office/drawing/2014/main" id="{B7A44719-66F4-439E-BD2F-DFED6502B58F}"/>
              </a:ext>
            </a:extLst>
          </p:cNvPr>
          <p:cNvSpPr>
            <a:spLocks noGrp="1"/>
          </p:cNvSpPr>
          <p:nvPr/>
        </p:nvSpPr>
        <p:spPr>
          <a:xfrm>
            <a:off x="72243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9" name="F2_precision_recall_distributions_4773">
            <a:extLst>
              <a:ext uri="{FF2B5EF4-FFF2-40B4-BE49-F238E27FC236}">
                <a16:creationId xmlns:a16="http://schemas.microsoft.com/office/drawing/2014/main" id="{0C14E5E3-D959-4BC7-B366-F32B0D5BFC3D}"/>
              </a:ext>
            </a:extLst>
          </p:cNvPr>
          <p:cNvSpPr>
            <a:spLocks noGrp="1"/>
          </p:cNvSpPr>
          <p:nvPr/>
        </p:nvSpPr>
        <p:spPr>
          <a:xfrm>
            <a:off x="731671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0" name="F2_precision_recall_distributions_4774">
            <a:extLst>
              <a:ext uri="{FF2B5EF4-FFF2-40B4-BE49-F238E27FC236}">
                <a16:creationId xmlns:a16="http://schemas.microsoft.com/office/drawing/2014/main" id="{D46B1E83-0AA3-41A7-94A7-28A0297A84C9}"/>
              </a:ext>
            </a:extLst>
          </p:cNvPr>
          <p:cNvSpPr>
            <a:spLocks noGrp="1"/>
          </p:cNvSpPr>
          <p:nvPr/>
        </p:nvSpPr>
        <p:spPr>
          <a:xfrm>
            <a:off x="7088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1" name="F2_precision_recall_distributions_4775">
            <a:extLst>
              <a:ext uri="{FF2B5EF4-FFF2-40B4-BE49-F238E27FC236}">
                <a16:creationId xmlns:a16="http://schemas.microsoft.com/office/drawing/2014/main" id="{F6094C2A-011D-4A86-8C3B-66A6AE0D61D9}"/>
              </a:ext>
            </a:extLst>
          </p:cNvPr>
          <p:cNvSpPr>
            <a:spLocks noGrp="1"/>
          </p:cNvSpPr>
          <p:nvPr/>
        </p:nvSpPr>
        <p:spPr>
          <a:xfrm>
            <a:off x="7260316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2" name="F2_precision_recall_distributions_4776">
            <a:extLst>
              <a:ext uri="{FF2B5EF4-FFF2-40B4-BE49-F238E27FC236}">
                <a16:creationId xmlns:a16="http://schemas.microsoft.com/office/drawing/2014/main" id="{92836364-9752-4F63-802E-6B0785102BDD}"/>
              </a:ext>
            </a:extLst>
          </p:cNvPr>
          <p:cNvSpPr>
            <a:spLocks noGrp="1"/>
          </p:cNvSpPr>
          <p:nvPr/>
        </p:nvSpPr>
        <p:spPr>
          <a:xfrm>
            <a:off x="726829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3" name="F2_precision_recall_distributions_4777">
            <a:extLst>
              <a:ext uri="{FF2B5EF4-FFF2-40B4-BE49-F238E27FC236}">
                <a16:creationId xmlns:a16="http://schemas.microsoft.com/office/drawing/2014/main" id="{45B8E50D-76B6-4AF7-89BA-7BFF2482F33A}"/>
              </a:ext>
            </a:extLst>
          </p:cNvPr>
          <p:cNvSpPr>
            <a:spLocks noGrp="1"/>
          </p:cNvSpPr>
          <p:nvPr/>
        </p:nvSpPr>
        <p:spPr>
          <a:xfrm>
            <a:off x="7008300" y="31692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4" name="F2_precision_recall_distributions_4778">
            <a:extLst>
              <a:ext uri="{FF2B5EF4-FFF2-40B4-BE49-F238E27FC236}">
                <a16:creationId xmlns:a16="http://schemas.microsoft.com/office/drawing/2014/main" id="{53D16047-FB4D-4B99-B8F4-2AF677A3CBA9}"/>
              </a:ext>
            </a:extLst>
          </p:cNvPr>
          <p:cNvSpPr>
            <a:spLocks noGrp="1"/>
          </p:cNvSpPr>
          <p:nvPr/>
        </p:nvSpPr>
        <p:spPr>
          <a:xfrm>
            <a:off x="6986599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5" name="F2_precision_recall_distributions_4779">
            <a:extLst>
              <a:ext uri="{FF2B5EF4-FFF2-40B4-BE49-F238E27FC236}">
                <a16:creationId xmlns:a16="http://schemas.microsoft.com/office/drawing/2014/main" id="{6D2461D3-8B2C-4196-AC66-F5E44FA5F8D5}"/>
              </a:ext>
            </a:extLst>
          </p:cNvPr>
          <p:cNvSpPr>
            <a:spLocks noGrp="1"/>
          </p:cNvSpPr>
          <p:nvPr/>
        </p:nvSpPr>
        <p:spPr>
          <a:xfrm>
            <a:off x="731976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6" name="F2_precision_recall_distributions_4780">
            <a:extLst>
              <a:ext uri="{FF2B5EF4-FFF2-40B4-BE49-F238E27FC236}">
                <a16:creationId xmlns:a16="http://schemas.microsoft.com/office/drawing/2014/main" id="{B54ECF47-3999-4D1F-BE32-40EE4723A459}"/>
              </a:ext>
            </a:extLst>
          </p:cNvPr>
          <p:cNvSpPr>
            <a:spLocks noGrp="1"/>
          </p:cNvSpPr>
          <p:nvPr/>
        </p:nvSpPr>
        <p:spPr>
          <a:xfrm>
            <a:off x="730365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7" name="F2_precision_recall_distributions_4781">
            <a:extLst>
              <a:ext uri="{FF2B5EF4-FFF2-40B4-BE49-F238E27FC236}">
                <a16:creationId xmlns:a16="http://schemas.microsoft.com/office/drawing/2014/main" id="{AC42105D-2D05-465E-BFCA-5B54BA5DFE76}"/>
              </a:ext>
            </a:extLst>
          </p:cNvPr>
          <p:cNvSpPr>
            <a:spLocks noGrp="1"/>
          </p:cNvSpPr>
          <p:nvPr/>
        </p:nvSpPr>
        <p:spPr>
          <a:xfrm>
            <a:off x="718063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8" name="F2_precision_recall_distributions_4782">
            <a:extLst>
              <a:ext uri="{FF2B5EF4-FFF2-40B4-BE49-F238E27FC236}">
                <a16:creationId xmlns:a16="http://schemas.microsoft.com/office/drawing/2014/main" id="{23A28467-9AF3-45E4-B034-6EA3383CF35B}"/>
              </a:ext>
            </a:extLst>
          </p:cNvPr>
          <p:cNvSpPr>
            <a:spLocks noGrp="1"/>
          </p:cNvSpPr>
          <p:nvPr/>
        </p:nvSpPr>
        <p:spPr>
          <a:xfrm>
            <a:off x="71575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9" name="F2_precision_recall_distributions_4783">
            <a:extLst>
              <a:ext uri="{FF2B5EF4-FFF2-40B4-BE49-F238E27FC236}">
                <a16:creationId xmlns:a16="http://schemas.microsoft.com/office/drawing/2014/main" id="{424D6FB6-83FC-42AC-8EA8-D9016824C648}"/>
              </a:ext>
            </a:extLst>
          </p:cNvPr>
          <p:cNvSpPr>
            <a:spLocks noGrp="1"/>
          </p:cNvSpPr>
          <p:nvPr/>
        </p:nvSpPr>
        <p:spPr>
          <a:xfrm>
            <a:off x="72958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0" name="F2_precision_recall_distributions_4784">
            <a:extLst>
              <a:ext uri="{FF2B5EF4-FFF2-40B4-BE49-F238E27FC236}">
                <a16:creationId xmlns:a16="http://schemas.microsoft.com/office/drawing/2014/main" id="{C9955D39-414B-4780-84F6-01313159D13B}"/>
              </a:ext>
            </a:extLst>
          </p:cNvPr>
          <p:cNvSpPr>
            <a:spLocks noGrp="1"/>
          </p:cNvSpPr>
          <p:nvPr/>
        </p:nvSpPr>
        <p:spPr>
          <a:xfrm>
            <a:off x="723950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1" name="F2_precision_recall_distributions_4785">
            <a:extLst>
              <a:ext uri="{FF2B5EF4-FFF2-40B4-BE49-F238E27FC236}">
                <a16:creationId xmlns:a16="http://schemas.microsoft.com/office/drawing/2014/main" id="{EFC85F66-E9D5-49B2-BE9F-D80B94FBA585}"/>
              </a:ext>
            </a:extLst>
          </p:cNvPr>
          <p:cNvSpPr>
            <a:spLocks noGrp="1"/>
          </p:cNvSpPr>
          <p:nvPr/>
        </p:nvSpPr>
        <p:spPr>
          <a:xfrm>
            <a:off x="7004393" y="32436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2" name="F2_precision_recall_distributions_4786">
            <a:extLst>
              <a:ext uri="{FF2B5EF4-FFF2-40B4-BE49-F238E27FC236}">
                <a16:creationId xmlns:a16="http://schemas.microsoft.com/office/drawing/2014/main" id="{423A2D40-B89A-4B0A-BF85-443AAD42CEB1}"/>
              </a:ext>
            </a:extLst>
          </p:cNvPr>
          <p:cNvSpPr>
            <a:spLocks noGrp="1"/>
          </p:cNvSpPr>
          <p:nvPr/>
        </p:nvSpPr>
        <p:spPr>
          <a:xfrm>
            <a:off x="70149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3" name="F2_precision_recall_distributions_4787">
            <a:extLst>
              <a:ext uri="{FF2B5EF4-FFF2-40B4-BE49-F238E27FC236}">
                <a16:creationId xmlns:a16="http://schemas.microsoft.com/office/drawing/2014/main" id="{9101C0C4-FDDC-43CE-A859-64FD2BF25E16}"/>
              </a:ext>
            </a:extLst>
          </p:cNvPr>
          <p:cNvSpPr>
            <a:spLocks noGrp="1"/>
          </p:cNvSpPr>
          <p:nvPr/>
        </p:nvSpPr>
        <p:spPr>
          <a:xfrm>
            <a:off x="698625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4" name="F2_precision_recall_distributions_4788">
            <a:extLst>
              <a:ext uri="{FF2B5EF4-FFF2-40B4-BE49-F238E27FC236}">
                <a16:creationId xmlns:a16="http://schemas.microsoft.com/office/drawing/2014/main" id="{1C640B98-C848-4900-85A4-D6EC219A972A}"/>
              </a:ext>
            </a:extLst>
          </p:cNvPr>
          <p:cNvSpPr>
            <a:spLocks noGrp="1"/>
          </p:cNvSpPr>
          <p:nvPr/>
        </p:nvSpPr>
        <p:spPr>
          <a:xfrm>
            <a:off x="71513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5" name="F2_precision_recall_distributions_4789">
            <a:extLst>
              <a:ext uri="{FF2B5EF4-FFF2-40B4-BE49-F238E27FC236}">
                <a16:creationId xmlns:a16="http://schemas.microsoft.com/office/drawing/2014/main" id="{5A316FF5-12EF-4118-8672-C448FE0305EE}"/>
              </a:ext>
            </a:extLst>
          </p:cNvPr>
          <p:cNvSpPr>
            <a:spLocks noGrp="1"/>
          </p:cNvSpPr>
          <p:nvPr/>
        </p:nvSpPr>
        <p:spPr>
          <a:xfrm>
            <a:off x="72595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6" name="F2_precision_recall_distributions_4790">
            <a:extLst>
              <a:ext uri="{FF2B5EF4-FFF2-40B4-BE49-F238E27FC236}">
                <a16:creationId xmlns:a16="http://schemas.microsoft.com/office/drawing/2014/main" id="{AA3005EE-CA71-4DD6-8F40-9C9A53EAD022}"/>
              </a:ext>
            </a:extLst>
          </p:cNvPr>
          <p:cNvSpPr>
            <a:spLocks noGrp="1"/>
          </p:cNvSpPr>
          <p:nvPr/>
        </p:nvSpPr>
        <p:spPr>
          <a:xfrm>
            <a:off x="7311055" y="31881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7" name="F2_precision_recall_distributions_4791">
            <a:extLst>
              <a:ext uri="{FF2B5EF4-FFF2-40B4-BE49-F238E27FC236}">
                <a16:creationId xmlns:a16="http://schemas.microsoft.com/office/drawing/2014/main" id="{727389E0-7666-464D-98DF-602FA9A02750}"/>
              </a:ext>
            </a:extLst>
          </p:cNvPr>
          <p:cNvSpPr>
            <a:spLocks noGrp="1"/>
          </p:cNvSpPr>
          <p:nvPr/>
        </p:nvSpPr>
        <p:spPr>
          <a:xfrm>
            <a:off x="6970784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8" name="F2_precision_recall_distributions_4792">
            <a:extLst>
              <a:ext uri="{FF2B5EF4-FFF2-40B4-BE49-F238E27FC236}">
                <a16:creationId xmlns:a16="http://schemas.microsoft.com/office/drawing/2014/main" id="{C8D13831-BE5D-4D73-8605-138E9946EC4E}"/>
              </a:ext>
            </a:extLst>
          </p:cNvPr>
          <p:cNvSpPr>
            <a:spLocks noGrp="1"/>
          </p:cNvSpPr>
          <p:nvPr/>
        </p:nvSpPr>
        <p:spPr>
          <a:xfrm>
            <a:off x="721303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9" name="F2_precision_recall_distributions_4793">
            <a:extLst>
              <a:ext uri="{FF2B5EF4-FFF2-40B4-BE49-F238E27FC236}">
                <a16:creationId xmlns:a16="http://schemas.microsoft.com/office/drawing/2014/main" id="{2E736F2C-3970-4022-86EC-6F8E7423B5D5}"/>
              </a:ext>
            </a:extLst>
          </p:cNvPr>
          <p:cNvSpPr>
            <a:spLocks noGrp="1"/>
          </p:cNvSpPr>
          <p:nvPr/>
        </p:nvSpPr>
        <p:spPr>
          <a:xfrm>
            <a:off x="7077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0" name="F2_precision_recall_distributions_4794">
            <a:extLst>
              <a:ext uri="{FF2B5EF4-FFF2-40B4-BE49-F238E27FC236}">
                <a16:creationId xmlns:a16="http://schemas.microsoft.com/office/drawing/2014/main" id="{C946E6FF-A3A3-4D9F-A6B8-AA616EB3264B}"/>
              </a:ext>
            </a:extLst>
          </p:cNvPr>
          <p:cNvSpPr>
            <a:spLocks noGrp="1"/>
          </p:cNvSpPr>
          <p:nvPr/>
        </p:nvSpPr>
        <p:spPr>
          <a:xfrm>
            <a:off x="724511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1" name="F2_precision_recall_distributions_4795">
            <a:extLst>
              <a:ext uri="{FF2B5EF4-FFF2-40B4-BE49-F238E27FC236}">
                <a16:creationId xmlns:a16="http://schemas.microsoft.com/office/drawing/2014/main" id="{B114749C-CE39-46A7-A473-15F76F11E59D}"/>
              </a:ext>
            </a:extLst>
          </p:cNvPr>
          <p:cNvSpPr>
            <a:spLocks noGrp="1"/>
          </p:cNvSpPr>
          <p:nvPr/>
        </p:nvSpPr>
        <p:spPr>
          <a:xfrm>
            <a:off x="7269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2" name="F2_precision_recall_distributions_4796">
            <a:extLst>
              <a:ext uri="{FF2B5EF4-FFF2-40B4-BE49-F238E27FC236}">
                <a16:creationId xmlns:a16="http://schemas.microsoft.com/office/drawing/2014/main" id="{635285D6-57C5-4D8E-AB97-F7D17AF6AD8E}"/>
              </a:ext>
            </a:extLst>
          </p:cNvPr>
          <p:cNvSpPr>
            <a:spLocks noGrp="1"/>
          </p:cNvSpPr>
          <p:nvPr/>
        </p:nvSpPr>
        <p:spPr>
          <a:xfrm>
            <a:off x="702005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3" name="F2_precision_recall_distributions_4797">
            <a:extLst>
              <a:ext uri="{FF2B5EF4-FFF2-40B4-BE49-F238E27FC236}">
                <a16:creationId xmlns:a16="http://schemas.microsoft.com/office/drawing/2014/main" id="{5287AACF-CC09-4E23-8E48-CAF1A8449D77}"/>
              </a:ext>
            </a:extLst>
          </p:cNvPr>
          <p:cNvSpPr>
            <a:spLocks noGrp="1"/>
          </p:cNvSpPr>
          <p:nvPr/>
        </p:nvSpPr>
        <p:spPr>
          <a:xfrm>
            <a:off x="719135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4" name="F2_precision_recall_distributions_4798">
            <a:extLst>
              <a:ext uri="{FF2B5EF4-FFF2-40B4-BE49-F238E27FC236}">
                <a16:creationId xmlns:a16="http://schemas.microsoft.com/office/drawing/2014/main" id="{E0FB12B4-5F2D-4EAD-ADA5-DA279DCD561D}"/>
              </a:ext>
            </a:extLst>
          </p:cNvPr>
          <p:cNvSpPr>
            <a:spLocks noGrp="1"/>
          </p:cNvSpPr>
          <p:nvPr/>
        </p:nvSpPr>
        <p:spPr>
          <a:xfrm>
            <a:off x="708516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5" name="F2_precision_recall_distributions_4799">
            <a:extLst>
              <a:ext uri="{FF2B5EF4-FFF2-40B4-BE49-F238E27FC236}">
                <a16:creationId xmlns:a16="http://schemas.microsoft.com/office/drawing/2014/main" id="{2ECA1B7C-DB54-4EC0-A96E-B27320F901DF}"/>
              </a:ext>
            </a:extLst>
          </p:cNvPr>
          <p:cNvSpPr>
            <a:spLocks noGrp="1"/>
          </p:cNvSpPr>
          <p:nvPr/>
        </p:nvSpPr>
        <p:spPr>
          <a:xfrm>
            <a:off x="7148920" y="31476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6" name="F2_precision_recall_distributions_4800">
            <a:extLst>
              <a:ext uri="{FF2B5EF4-FFF2-40B4-BE49-F238E27FC236}">
                <a16:creationId xmlns:a16="http://schemas.microsoft.com/office/drawing/2014/main" id="{94A46074-21EB-4260-A1DD-C2E254A3CF79}"/>
              </a:ext>
            </a:extLst>
          </p:cNvPr>
          <p:cNvSpPr>
            <a:spLocks noGrp="1"/>
          </p:cNvSpPr>
          <p:nvPr/>
        </p:nvSpPr>
        <p:spPr>
          <a:xfrm>
            <a:off x="723588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7" name="F2_precision_recall_distributions_4801">
            <a:extLst>
              <a:ext uri="{FF2B5EF4-FFF2-40B4-BE49-F238E27FC236}">
                <a16:creationId xmlns:a16="http://schemas.microsoft.com/office/drawing/2014/main" id="{19F12CF6-42ED-4C76-98FE-93DF70B63F2A}"/>
              </a:ext>
            </a:extLst>
          </p:cNvPr>
          <p:cNvSpPr>
            <a:spLocks noGrp="1"/>
          </p:cNvSpPr>
          <p:nvPr/>
        </p:nvSpPr>
        <p:spPr>
          <a:xfrm>
            <a:off x="7276920" y="3551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8" name="F2_precision_recall_distributions_4802">
            <a:extLst>
              <a:ext uri="{FF2B5EF4-FFF2-40B4-BE49-F238E27FC236}">
                <a16:creationId xmlns:a16="http://schemas.microsoft.com/office/drawing/2014/main" id="{F046FFD7-7C97-42E6-A6C3-AAB2E92088CB}"/>
              </a:ext>
            </a:extLst>
          </p:cNvPr>
          <p:cNvSpPr>
            <a:spLocks noGrp="1"/>
          </p:cNvSpPr>
          <p:nvPr/>
        </p:nvSpPr>
        <p:spPr>
          <a:xfrm>
            <a:off x="7009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9" name="F2_precision_recall_distributions_4803">
            <a:extLst>
              <a:ext uri="{FF2B5EF4-FFF2-40B4-BE49-F238E27FC236}">
                <a16:creationId xmlns:a16="http://schemas.microsoft.com/office/drawing/2014/main" id="{05D0A074-A5B7-4606-9B45-6F27150D9B3F}"/>
              </a:ext>
            </a:extLst>
          </p:cNvPr>
          <p:cNvSpPr>
            <a:spLocks noGrp="1"/>
          </p:cNvSpPr>
          <p:nvPr/>
        </p:nvSpPr>
        <p:spPr>
          <a:xfrm>
            <a:off x="721959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0" name="F2_precision_recall_distributions_4804">
            <a:extLst>
              <a:ext uri="{FF2B5EF4-FFF2-40B4-BE49-F238E27FC236}">
                <a16:creationId xmlns:a16="http://schemas.microsoft.com/office/drawing/2014/main" id="{9E2A95F2-4DB7-47CA-8859-96CD200CC3C7}"/>
              </a:ext>
            </a:extLst>
          </p:cNvPr>
          <p:cNvSpPr>
            <a:spLocks noGrp="1"/>
          </p:cNvSpPr>
          <p:nvPr/>
        </p:nvSpPr>
        <p:spPr>
          <a:xfrm>
            <a:off x="72075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1" name="F2_precision_recall_distributions_4805">
            <a:extLst>
              <a:ext uri="{FF2B5EF4-FFF2-40B4-BE49-F238E27FC236}">
                <a16:creationId xmlns:a16="http://schemas.microsoft.com/office/drawing/2014/main" id="{8BA56630-5DA9-4061-9950-1D484E047653}"/>
              </a:ext>
            </a:extLst>
          </p:cNvPr>
          <p:cNvSpPr>
            <a:spLocks noGrp="1"/>
          </p:cNvSpPr>
          <p:nvPr/>
        </p:nvSpPr>
        <p:spPr>
          <a:xfrm>
            <a:off x="732663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2" name="F2_precision_recall_distributions_4806">
            <a:extLst>
              <a:ext uri="{FF2B5EF4-FFF2-40B4-BE49-F238E27FC236}">
                <a16:creationId xmlns:a16="http://schemas.microsoft.com/office/drawing/2014/main" id="{8660EFD7-9C62-4352-9E9E-3620D428EEFA}"/>
              </a:ext>
            </a:extLst>
          </p:cNvPr>
          <p:cNvSpPr>
            <a:spLocks noGrp="1"/>
          </p:cNvSpPr>
          <p:nvPr/>
        </p:nvSpPr>
        <p:spPr>
          <a:xfrm>
            <a:off x="71267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3" name="F2_precision_recall_distributions_4807">
            <a:extLst>
              <a:ext uri="{FF2B5EF4-FFF2-40B4-BE49-F238E27FC236}">
                <a16:creationId xmlns:a16="http://schemas.microsoft.com/office/drawing/2014/main" id="{2D881FAB-E850-467C-A0A7-D5D4CA892724}"/>
              </a:ext>
            </a:extLst>
          </p:cNvPr>
          <p:cNvSpPr>
            <a:spLocks noGrp="1"/>
          </p:cNvSpPr>
          <p:nvPr/>
        </p:nvSpPr>
        <p:spPr>
          <a:xfrm>
            <a:off x="72558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4" name="F2_precision_recall_distributions_4808">
            <a:extLst>
              <a:ext uri="{FF2B5EF4-FFF2-40B4-BE49-F238E27FC236}">
                <a16:creationId xmlns:a16="http://schemas.microsoft.com/office/drawing/2014/main" id="{52C171E5-E1B4-4433-816F-57A009F6D96B}"/>
              </a:ext>
            </a:extLst>
          </p:cNvPr>
          <p:cNvSpPr>
            <a:spLocks noGrp="1"/>
          </p:cNvSpPr>
          <p:nvPr/>
        </p:nvSpPr>
        <p:spPr>
          <a:xfrm>
            <a:off x="71091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5" name="F2_precision_recall_distributions_4809">
            <a:extLst>
              <a:ext uri="{FF2B5EF4-FFF2-40B4-BE49-F238E27FC236}">
                <a16:creationId xmlns:a16="http://schemas.microsoft.com/office/drawing/2014/main" id="{001AFC9D-E261-4A2A-B28C-39886AC91CD9}"/>
              </a:ext>
            </a:extLst>
          </p:cNvPr>
          <p:cNvSpPr>
            <a:spLocks noGrp="1"/>
          </p:cNvSpPr>
          <p:nvPr/>
        </p:nvSpPr>
        <p:spPr>
          <a:xfrm>
            <a:off x="72848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6" name="F2_precision_recall_distributions_4810">
            <a:extLst>
              <a:ext uri="{FF2B5EF4-FFF2-40B4-BE49-F238E27FC236}">
                <a16:creationId xmlns:a16="http://schemas.microsoft.com/office/drawing/2014/main" id="{958A2067-943B-4C10-A2CB-F653EC0819F2}"/>
              </a:ext>
            </a:extLst>
          </p:cNvPr>
          <p:cNvSpPr>
            <a:spLocks noGrp="1"/>
          </p:cNvSpPr>
          <p:nvPr/>
        </p:nvSpPr>
        <p:spPr>
          <a:xfrm>
            <a:off x="70089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7" name="F2_precision_recall_distributions_4811">
            <a:extLst>
              <a:ext uri="{FF2B5EF4-FFF2-40B4-BE49-F238E27FC236}">
                <a16:creationId xmlns:a16="http://schemas.microsoft.com/office/drawing/2014/main" id="{F7497650-6C5C-43C8-A512-518436968F5F}"/>
              </a:ext>
            </a:extLst>
          </p:cNvPr>
          <p:cNvSpPr>
            <a:spLocks noGrp="1"/>
          </p:cNvSpPr>
          <p:nvPr/>
        </p:nvSpPr>
        <p:spPr>
          <a:xfrm>
            <a:off x="705484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8" name="F2_precision_recall_distributions_4812">
            <a:extLst>
              <a:ext uri="{FF2B5EF4-FFF2-40B4-BE49-F238E27FC236}">
                <a16:creationId xmlns:a16="http://schemas.microsoft.com/office/drawing/2014/main" id="{39AA5571-2358-492E-ADA0-040C3479E068}"/>
              </a:ext>
            </a:extLst>
          </p:cNvPr>
          <p:cNvSpPr>
            <a:spLocks noGrp="1"/>
          </p:cNvSpPr>
          <p:nvPr/>
        </p:nvSpPr>
        <p:spPr>
          <a:xfrm>
            <a:off x="69990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9" name="F2_precision_recall_distributions_4813">
            <a:extLst>
              <a:ext uri="{FF2B5EF4-FFF2-40B4-BE49-F238E27FC236}">
                <a16:creationId xmlns:a16="http://schemas.microsoft.com/office/drawing/2014/main" id="{B2CCC145-F140-440E-830D-060EE0C495FE}"/>
              </a:ext>
            </a:extLst>
          </p:cNvPr>
          <p:cNvSpPr>
            <a:spLocks noGrp="1"/>
          </p:cNvSpPr>
          <p:nvPr/>
        </p:nvSpPr>
        <p:spPr>
          <a:xfrm>
            <a:off x="722360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0" name="F2_precision_recall_distributions_4814">
            <a:extLst>
              <a:ext uri="{FF2B5EF4-FFF2-40B4-BE49-F238E27FC236}">
                <a16:creationId xmlns:a16="http://schemas.microsoft.com/office/drawing/2014/main" id="{AD29B369-208F-4C49-AFCC-9735293BA753}"/>
              </a:ext>
            </a:extLst>
          </p:cNvPr>
          <p:cNvSpPr>
            <a:spLocks noGrp="1"/>
          </p:cNvSpPr>
          <p:nvPr/>
        </p:nvSpPr>
        <p:spPr>
          <a:xfrm>
            <a:off x="729897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1" name="F2_precision_recall_distributions_4815">
            <a:extLst>
              <a:ext uri="{FF2B5EF4-FFF2-40B4-BE49-F238E27FC236}">
                <a16:creationId xmlns:a16="http://schemas.microsoft.com/office/drawing/2014/main" id="{76766D8B-D4BA-40AE-B615-BE8AD2365ED2}"/>
              </a:ext>
            </a:extLst>
          </p:cNvPr>
          <p:cNvSpPr>
            <a:spLocks noGrp="1"/>
          </p:cNvSpPr>
          <p:nvPr/>
        </p:nvSpPr>
        <p:spPr>
          <a:xfrm>
            <a:off x="70404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2" name="F2_precision_recall_distributions_4816">
            <a:extLst>
              <a:ext uri="{FF2B5EF4-FFF2-40B4-BE49-F238E27FC236}">
                <a16:creationId xmlns:a16="http://schemas.microsoft.com/office/drawing/2014/main" id="{A3C28231-668A-480B-BB3F-963073402271}"/>
              </a:ext>
            </a:extLst>
          </p:cNvPr>
          <p:cNvSpPr>
            <a:spLocks noGrp="1"/>
          </p:cNvSpPr>
          <p:nvPr/>
        </p:nvSpPr>
        <p:spPr>
          <a:xfrm>
            <a:off x="72031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3" name="F2_precision_recall_distributions_4817">
            <a:extLst>
              <a:ext uri="{FF2B5EF4-FFF2-40B4-BE49-F238E27FC236}">
                <a16:creationId xmlns:a16="http://schemas.microsoft.com/office/drawing/2014/main" id="{9286DAB2-80FD-4A59-A105-CC25A8B80376}"/>
              </a:ext>
            </a:extLst>
          </p:cNvPr>
          <p:cNvSpPr>
            <a:spLocks noGrp="1"/>
          </p:cNvSpPr>
          <p:nvPr/>
        </p:nvSpPr>
        <p:spPr>
          <a:xfrm>
            <a:off x="71740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4" name="F2_precision_recall_distributions_4818">
            <a:extLst>
              <a:ext uri="{FF2B5EF4-FFF2-40B4-BE49-F238E27FC236}">
                <a16:creationId xmlns:a16="http://schemas.microsoft.com/office/drawing/2014/main" id="{8F8C3A5E-FA51-42D2-99DA-030AD0439F42}"/>
              </a:ext>
            </a:extLst>
          </p:cNvPr>
          <p:cNvSpPr>
            <a:spLocks noGrp="1"/>
          </p:cNvSpPr>
          <p:nvPr/>
        </p:nvSpPr>
        <p:spPr>
          <a:xfrm>
            <a:off x="704904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5" name="F2_precision_recall_distributions_4819">
            <a:extLst>
              <a:ext uri="{FF2B5EF4-FFF2-40B4-BE49-F238E27FC236}">
                <a16:creationId xmlns:a16="http://schemas.microsoft.com/office/drawing/2014/main" id="{5B500F1F-708B-4C3A-AA73-67F91E0003CF}"/>
              </a:ext>
            </a:extLst>
          </p:cNvPr>
          <p:cNvSpPr>
            <a:spLocks noGrp="1"/>
          </p:cNvSpPr>
          <p:nvPr/>
        </p:nvSpPr>
        <p:spPr>
          <a:xfrm>
            <a:off x="71387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6" name="F2_precision_recall_distributions_4820">
            <a:extLst>
              <a:ext uri="{FF2B5EF4-FFF2-40B4-BE49-F238E27FC236}">
                <a16:creationId xmlns:a16="http://schemas.microsoft.com/office/drawing/2014/main" id="{96018C79-E5F4-47D4-8343-52B46FED5B57}"/>
              </a:ext>
            </a:extLst>
          </p:cNvPr>
          <p:cNvSpPr>
            <a:spLocks noGrp="1"/>
          </p:cNvSpPr>
          <p:nvPr/>
        </p:nvSpPr>
        <p:spPr>
          <a:xfrm>
            <a:off x="7269508" y="33803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7" name="F2_precision_recall_distributions_4821">
            <a:extLst>
              <a:ext uri="{FF2B5EF4-FFF2-40B4-BE49-F238E27FC236}">
                <a16:creationId xmlns:a16="http://schemas.microsoft.com/office/drawing/2014/main" id="{19546E51-4A68-43D6-A626-D5B2A0F9BE7A}"/>
              </a:ext>
            </a:extLst>
          </p:cNvPr>
          <p:cNvSpPr>
            <a:spLocks noGrp="1"/>
          </p:cNvSpPr>
          <p:nvPr/>
        </p:nvSpPr>
        <p:spPr>
          <a:xfrm>
            <a:off x="729948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8" name="F2_precision_recall_distributions_4822">
            <a:extLst>
              <a:ext uri="{FF2B5EF4-FFF2-40B4-BE49-F238E27FC236}">
                <a16:creationId xmlns:a16="http://schemas.microsoft.com/office/drawing/2014/main" id="{815BB236-F81D-4B2F-A399-9A9159ABCB61}"/>
              </a:ext>
            </a:extLst>
          </p:cNvPr>
          <p:cNvSpPr>
            <a:spLocks noGrp="1"/>
          </p:cNvSpPr>
          <p:nvPr/>
        </p:nvSpPr>
        <p:spPr>
          <a:xfrm>
            <a:off x="730778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9" name="F2_precision_recall_distributions_4823">
            <a:extLst>
              <a:ext uri="{FF2B5EF4-FFF2-40B4-BE49-F238E27FC236}">
                <a16:creationId xmlns:a16="http://schemas.microsoft.com/office/drawing/2014/main" id="{36A5F31C-0C78-4ECD-AFA3-B57E17CC7ACF}"/>
              </a:ext>
            </a:extLst>
          </p:cNvPr>
          <p:cNvSpPr>
            <a:spLocks noGrp="1"/>
          </p:cNvSpPr>
          <p:nvPr/>
        </p:nvSpPr>
        <p:spPr>
          <a:xfrm>
            <a:off x="719336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0" name="F2_precision_recall_distributions_4824">
            <a:extLst>
              <a:ext uri="{FF2B5EF4-FFF2-40B4-BE49-F238E27FC236}">
                <a16:creationId xmlns:a16="http://schemas.microsoft.com/office/drawing/2014/main" id="{5F83953D-778F-4C79-B839-3FAC38809329}"/>
              </a:ext>
            </a:extLst>
          </p:cNvPr>
          <p:cNvSpPr>
            <a:spLocks noGrp="1"/>
          </p:cNvSpPr>
          <p:nvPr/>
        </p:nvSpPr>
        <p:spPr>
          <a:xfrm>
            <a:off x="7334921" y="30974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1" name="F2_precision_recall_distributions_4825">
            <a:extLst>
              <a:ext uri="{FF2B5EF4-FFF2-40B4-BE49-F238E27FC236}">
                <a16:creationId xmlns:a16="http://schemas.microsoft.com/office/drawing/2014/main" id="{12CD9CCA-7AD0-4B91-96E9-490E3C232DA5}"/>
              </a:ext>
            </a:extLst>
          </p:cNvPr>
          <p:cNvSpPr>
            <a:spLocks noGrp="1"/>
          </p:cNvSpPr>
          <p:nvPr/>
        </p:nvSpPr>
        <p:spPr>
          <a:xfrm>
            <a:off x="698745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2" name="F2_precision_recall_distributions_4826">
            <a:extLst>
              <a:ext uri="{FF2B5EF4-FFF2-40B4-BE49-F238E27FC236}">
                <a16:creationId xmlns:a16="http://schemas.microsoft.com/office/drawing/2014/main" id="{41D4E5E4-E226-43B3-9D62-D45C703657C7}"/>
              </a:ext>
            </a:extLst>
          </p:cNvPr>
          <p:cNvSpPr>
            <a:spLocks noGrp="1"/>
          </p:cNvSpPr>
          <p:nvPr/>
        </p:nvSpPr>
        <p:spPr>
          <a:xfrm>
            <a:off x="70612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3" name="F2_precision_recall_distributions_4827">
            <a:extLst>
              <a:ext uri="{FF2B5EF4-FFF2-40B4-BE49-F238E27FC236}">
                <a16:creationId xmlns:a16="http://schemas.microsoft.com/office/drawing/2014/main" id="{F4F7BEC9-98F8-4A08-A345-DCA979713C01}"/>
              </a:ext>
            </a:extLst>
          </p:cNvPr>
          <p:cNvSpPr>
            <a:spLocks noGrp="1"/>
          </p:cNvSpPr>
          <p:nvPr/>
        </p:nvSpPr>
        <p:spPr>
          <a:xfrm>
            <a:off x="697722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4" name="F2_precision_recall_distributions_4828">
            <a:extLst>
              <a:ext uri="{FF2B5EF4-FFF2-40B4-BE49-F238E27FC236}">
                <a16:creationId xmlns:a16="http://schemas.microsoft.com/office/drawing/2014/main" id="{77DA888F-97AD-43DA-9821-E963E8BA8EB2}"/>
              </a:ext>
            </a:extLst>
          </p:cNvPr>
          <p:cNvSpPr>
            <a:spLocks noGrp="1"/>
          </p:cNvSpPr>
          <p:nvPr/>
        </p:nvSpPr>
        <p:spPr>
          <a:xfrm>
            <a:off x="697690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5" name="F2_precision_recall_distributions_4829">
            <a:extLst>
              <a:ext uri="{FF2B5EF4-FFF2-40B4-BE49-F238E27FC236}">
                <a16:creationId xmlns:a16="http://schemas.microsoft.com/office/drawing/2014/main" id="{3F6BF6DA-73B7-4F3F-8B01-0E01722BDD86}"/>
              </a:ext>
            </a:extLst>
          </p:cNvPr>
          <p:cNvSpPr>
            <a:spLocks noGrp="1"/>
          </p:cNvSpPr>
          <p:nvPr/>
        </p:nvSpPr>
        <p:spPr>
          <a:xfrm>
            <a:off x="71417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6" name="F2_precision_recall_distributions_4830">
            <a:extLst>
              <a:ext uri="{FF2B5EF4-FFF2-40B4-BE49-F238E27FC236}">
                <a16:creationId xmlns:a16="http://schemas.microsoft.com/office/drawing/2014/main" id="{EEA6BE35-2EA7-4975-9D0E-209D83E553FF}"/>
              </a:ext>
            </a:extLst>
          </p:cNvPr>
          <p:cNvSpPr>
            <a:spLocks noGrp="1"/>
          </p:cNvSpPr>
          <p:nvPr/>
        </p:nvSpPr>
        <p:spPr>
          <a:xfrm>
            <a:off x="700286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7" name="F2_precision_recall_distributions_4831">
            <a:extLst>
              <a:ext uri="{FF2B5EF4-FFF2-40B4-BE49-F238E27FC236}">
                <a16:creationId xmlns:a16="http://schemas.microsoft.com/office/drawing/2014/main" id="{63E639A2-DE77-42F6-B2FE-7EEE2F36EDBC}"/>
              </a:ext>
            </a:extLst>
          </p:cNvPr>
          <p:cNvSpPr>
            <a:spLocks noGrp="1"/>
          </p:cNvSpPr>
          <p:nvPr/>
        </p:nvSpPr>
        <p:spPr>
          <a:xfrm>
            <a:off x="7189863" y="29677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8" name="F2_precision_recall_distributions_4832">
            <a:extLst>
              <a:ext uri="{FF2B5EF4-FFF2-40B4-BE49-F238E27FC236}">
                <a16:creationId xmlns:a16="http://schemas.microsoft.com/office/drawing/2014/main" id="{D2C9EBA9-8C4D-4FDF-8D6A-DB87FFCDCBBD}"/>
              </a:ext>
            </a:extLst>
          </p:cNvPr>
          <p:cNvSpPr>
            <a:spLocks noGrp="1"/>
          </p:cNvSpPr>
          <p:nvPr/>
        </p:nvSpPr>
        <p:spPr>
          <a:xfrm>
            <a:off x="7019542" y="36161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9" name="F2_precision_recall_distributions_4833">
            <a:extLst>
              <a:ext uri="{FF2B5EF4-FFF2-40B4-BE49-F238E27FC236}">
                <a16:creationId xmlns:a16="http://schemas.microsoft.com/office/drawing/2014/main" id="{BDEA97AA-5EC1-4CD9-951C-E06432FDD40C}"/>
              </a:ext>
            </a:extLst>
          </p:cNvPr>
          <p:cNvSpPr>
            <a:spLocks noGrp="1"/>
          </p:cNvSpPr>
          <p:nvPr/>
        </p:nvSpPr>
        <p:spPr>
          <a:xfrm>
            <a:off x="70482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0" name="F2_precision_recall_distributions_4834">
            <a:extLst>
              <a:ext uri="{FF2B5EF4-FFF2-40B4-BE49-F238E27FC236}">
                <a16:creationId xmlns:a16="http://schemas.microsoft.com/office/drawing/2014/main" id="{8F20477B-AE5A-42CC-8361-EC4C8F1581F7}"/>
              </a:ext>
            </a:extLst>
          </p:cNvPr>
          <p:cNvSpPr>
            <a:spLocks noGrp="1"/>
          </p:cNvSpPr>
          <p:nvPr/>
        </p:nvSpPr>
        <p:spPr>
          <a:xfrm>
            <a:off x="7174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1" name="F2_precision_recall_distributions_4835">
            <a:extLst>
              <a:ext uri="{FF2B5EF4-FFF2-40B4-BE49-F238E27FC236}">
                <a16:creationId xmlns:a16="http://schemas.microsoft.com/office/drawing/2014/main" id="{917EFE3A-5662-4399-BA0D-E399CF2B4108}"/>
              </a:ext>
            </a:extLst>
          </p:cNvPr>
          <p:cNvSpPr>
            <a:spLocks noGrp="1"/>
          </p:cNvSpPr>
          <p:nvPr/>
        </p:nvSpPr>
        <p:spPr>
          <a:xfrm>
            <a:off x="715671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2" name="F2_precision_recall_distributions_4836">
            <a:extLst>
              <a:ext uri="{FF2B5EF4-FFF2-40B4-BE49-F238E27FC236}">
                <a16:creationId xmlns:a16="http://schemas.microsoft.com/office/drawing/2014/main" id="{338AC303-EF52-4714-9295-C5318E22C09B}"/>
              </a:ext>
            </a:extLst>
          </p:cNvPr>
          <p:cNvSpPr>
            <a:spLocks noGrp="1"/>
          </p:cNvSpPr>
          <p:nvPr/>
        </p:nvSpPr>
        <p:spPr>
          <a:xfrm>
            <a:off x="706991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3" name="F2_precision_recall_distributions_4837">
            <a:extLst>
              <a:ext uri="{FF2B5EF4-FFF2-40B4-BE49-F238E27FC236}">
                <a16:creationId xmlns:a16="http://schemas.microsoft.com/office/drawing/2014/main" id="{7CC7E63F-C682-4D8A-83FE-7CC4FFE7FD3B}"/>
              </a:ext>
            </a:extLst>
          </p:cNvPr>
          <p:cNvSpPr>
            <a:spLocks noGrp="1"/>
          </p:cNvSpPr>
          <p:nvPr/>
        </p:nvSpPr>
        <p:spPr>
          <a:xfrm>
            <a:off x="7171940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4" name="F2_precision_recall_distributions_4838">
            <a:extLst>
              <a:ext uri="{FF2B5EF4-FFF2-40B4-BE49-F238E27FC236}">
                <a16:creationId xmlns:a16="http://schemas.microsoft.com/office/drawing/2014/main" id="{0EEDEBAE-4F3B-45A7-B89F-3D7D02E9DE22}"/>
              </a:ext>
            </a:extLst>
          </p:cNvPr>
          <p:cNvSpPr>
            <a:spLocks noGrp="1"/>
          </p:cNvSpPr>
          <p:nvPr/>
        </p:nvSpPr>
        <p:spPr>
          <a:xfrm>
            <a:off x="72650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5" name="F2_precision_recall_distributions_4839">
            <a:extLst>
              <a:ext uri="{FF2B5EF4-FFF2-40B4-BE49-F238E27FC236}">
                <a16:creationId xmlns:a16="http://schemas.microsoft.com/office/drawing/2014/main" id="{97D26E0F-2AFB-493C-9B70-7524CBFD8A16}"/>
              </a:ext>
            </a:extLst>
          </p:cNvPr>
          <p:cNvSpPr>
            <a:spLocks noGrp="1"/>
          </p:cNvSpPr>
          <p:nvPr/>
        </p:nvSpPr>
        <p:spPr>
          <a:xfrm>
            <a:off x="70751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6" name="F2_precision_recall_distributions_4840">
            <a:extLst>
              <a:ext uri="{FF2B5EF4-FFF2-40B4-BE49-F238E27FC236}">
                <a16:creationId xmlns:a16="http://schemas.microsoft.com/office/drawing/2014/main" id="{9DDAC1FD-1297-4ED6-AEA8-4D034595027A}"/>
              </a:ext>
            </a:extLst>
          </p:cNvPr>
          <p:cNvSpPr>
            <a:spLocks noGrp="1"/>
          </p:cNvSpPr>
          <p:nvPr/>
        </p:nvSpPr>
        <p:spPr>
          <a:xfrm>
            <a:off x="7231075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7" name="F2_precision_recall_distributions_4841">
            <a:extLst>
              <a:ext uri="{FF2B5EF4-FFF2-40B4-BE49-F238E27FC236}">
                <a16:creationId xmlns:a16="http://schemas.microsoft.com/office/drawing/2014/main" id="{8EC4B19A-CE15-4308-BA16-A4A3A391D293}"/>
              </a:ext>
            </a:extLst>
          </p:cNvPr>
          <p:cNvSpPr>
            <a:spLocks noGrp="1"/>
          </p:cNvSpPr>
          <p:nvPr/>
        </p:nvSpPr>
        <p:spPr>
          <a:xfrm>
            <a:off x="70346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8" name="F2_precision_recall_distributions_4842">
            <a:extLst>
              <a:ext uri="{FF2B5EF4-FFF2-40B4-BE49-F238E27FC236}">
                <a16:creationId xmlns:a16="http://schemas.microsoft.com/office/drawing/2014/main" id="{9A47F722-F277-436A-8417-C56A76B6672C}"/>
              </a:ext>
            </a:extLst>
          </p:cNvPr>
          <p:cNvSpPr>
            <a:spLocks noGrp="1"/>
          </p:cNvSpPr>
          <p:nvPr/>
        </p:nvSpPr>
        <p:spPr>
          <a:xfrm>
            <a:off x="707792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9" name="F2_precision_recall_distributions_4843">
            <a:extLst>
              <a:ext uri="{FF2B5EF4-FFF2-40B4-BE49-F238E27FC236}">
                <a16:creationId xmlns:a16="http://schemas.microsoft.com/office/drawing/2014/main" id="{25BA0240-DCC1-4D80-9A86-F0AA06F92604}"/>
              </a:ext>
            </a:extLst>
          </p:cNvPr>
          <p:cNvSpPr>
            <a:spLocks noGrp="1"/>
          </p:cNvSpPr>
          <p:nvPr/>
        </p:nvSpPr>
        <p:spPr>
          <a:xfrm>
            <a:off x="7200722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0" name="F2_precision_recall_distributions_4844">
            <a:extLst>
              <a:ext uri="{FF2B5EF4-FFF2-40B4-BE49-F238E27FC236}">
                <a16:creationId xmlns:a16="http://schemas.microsoft.com/office/drawing/2014/main" id="{579F0E7D-C713-4748-9053-766781AA530F}"/>
              </a:ext>
            </a:extLst>
          </p:cNvPr>
          <p:cNvSpPr>
            <a:spLocks noGrp="1"/>
          </p:cNvSpPr>
          <p:nvPr/>
        </p:nvSpPr>
        <p:spPr>
          <a:xfrm>
            <a:off x="7204162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1" name="F2_precision_recall_distributions_4845">
            <a:extLst>
              <a:ext uri="{FF2B5EF4-FFF2-40B4-BE49-F238E27FC236}">
                <a16:creationId xmlns:a16="http://schemas.microsoft.com/office/drawing/2014/main" id="{B1A6A934-E47D-4581-A113-D248B1CC46B7}"/>
              </a:ext>
            </a:extLst>
          </p:cNvPr>
          <p:cNvSpPr>
            <a:spLocks noGrp="1"/>
          </p:cNvSpPr>
          <p:nvPr/>
        </p:nvSpPr>
        <p:spPr>
          <a:xfrm>
            <a:off x="711810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2" name="F2_precision_recall_distributions_4846">
            <a:extLst>
              <a:ext uri="{FF2B5EF4-FFF2-40B4-BE49-F238E27FC236}">
                <a16:creationId xmlns:a16="http://schemas.microsoft.com/office/drawing/2014/main" id="{CF2418D6-3CFA-4E8B-8166-B21BB16C5C91}"/>
              </a:ext>
            </a:extLst>
          </p:cNvPr>
          <p:cNvSpPr>
            <a:spLocks noGrp="1"/>
          </p:cNvSpPr>
          <p:nvPr/>
        </p:nvSpPr>
        <p:spPr>
          <a:xfrm>
            <a:off x="7251115" y="32421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3" name="F2_precision_recall_distributions_4847">
            <a:extLst>
              <a:ext uri="{FF2B5EF4-FFF2-40B4-BE49-F238E27FC236}">
                <a16:creationId xmlns:a16="http://schemas.microsoft.com/office/drawing/2014/main" id="{22578762-18DA-4116-9D3D-32782B1220CB}"/>
              </a:ext>
            </a:extLst>
          </p:cNvPr>
          <p:cNvSpPr>
            <a:spLocks noGrp="1"/>
          </p:cNvSpPr>
          <p:nvPr/>
        </p:nvSpPr>
        <p:spPr>
          <a:xfrm>
            <a:off x="723010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4" name="F2_precision_recall_distributions_4848">
            <a:extLst>
              <a:ext uri="{FF2B5EF4-FFF2-40B4-BE49-F238E27FC236}">
                <a16:creationId xmlns:a16="http://schemas.microsoft.com/office/drawing/2014/main" id="{181A45FB-9604-4C36-B279-0F9AFF91FB4A}"/>
              </a:ext>
            </a:extLst>
          </p:cNvPr>
          <p:cNvSpPr>
            <a:spLocks noGrp="1"/>
          </p:cNvSpPr>
          <p:nvPr/>
        </p:nvSpPr>
        <p:spPr>
          <a:xfrm>
            <a:off x="72437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5" name="F2_precision_recall_distributions_4849">
            <a:extLst>
              <a:ext uri="{FF2B5EF4-FFF2-40B4-BE49-F238E27FC236}">
                <a16:creationId xmlns:a16="http://schemas.microsoft.com/office/drawing/2014/main" id="{889D7B8D-CE51-4EBD-8EFF-501675F13A8F}"/>
              </a:ext>
            </a:extLst>
          </p:cNvPr>
          <p:cNvSpPr>
            <a:spLocks noGrp="1"/>
          </p:cNvSpPr>
          <p:nvPr/>
        </p:nvSpPr>
        <p:spPr>
          <a:xfrm>
            <a:off x="7255192" y="36965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6" name="F2_precision_recall_distributions_4850">
            <a:extLst>
              <a:ext uri="{FF2B5EF4-FFF2-40B4-BE49-F238E27FC236}">
                <a16:creationId xmlns:a16="http://schemas.microsoft.com/office/drawing/2014/main" id="{A6B6D218-BB2E-41F1-8C77-DC5B307A9186}"/>
              </a:ext>
            </a:extLst>
          </p:cNvPr>
          <p:cNvSpPr>
            <a:spLocks noGrp="1"/>
          </p:cNvSpPr>
          <p:nvPr/>
        </p:nvSpPr>
        <p:spPr>
          <a:xfrm>
            <a:off x="7026232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7" name="F2_precision_recall_distributions_4851">
            <a:extLst>
              <a:ext uri="{FF2B5EF4-FFF2-40B4-BE49-F238E27FC236}">
                <a16:creationId xmlns:a16="http://schemas.microsoft.com/office/drawing/2014/main" id="{28DDFD4B-2440-4531-9EED-FDD336D32E71}"/>
              </a:ext>
            </a:extLst>
          </p:cNvPr>
          <p:cNvSpPr>
            <a:spLocks noGrp="1"/>
          </p:cNvSpPr>
          <p:nvPr/>
        </p:nvSpPr>
        <p:spPr>
          <a:xfrm>
            <a:off x="69905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8" name="F2_precision_recall_distributions_4852">
            <a:extLst>
              <a:ext uri="{FF2B5EF4-FFF2-40B4-BE49-F238E27FC236}">
                <a16:creationId xmlns:a16="http://schemas.microsoft.com/office/drawing/2014/main" id="{E1452C47-B5C9-4681-9837-84481ED383D1}"/>
              </a:ext>
            </a:extLst>
          </p:cNvPr>
          <p:cNvSpPr>
            <a:spLocks noGrp="1"/>
          </p:cNvSpPr>
          <p:nvPr/>
        </p:nvSpPr>
        <p:spPr>
          <a:xfrm>
            <a:off x="7184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9" name="F2_precision_recall_distributions_4853">
            <a:extLst>
              <a:ext uri="{FF2B5EF4-FFF2-40B4-BE49-F238E27FC236}">
                <a16:creationId xmlns:a16="http://schemas.microsoft.com/office/drawing/2014/main" id="{DD971919-C953-476B-B5F1-FA04AEF6651D}"/>
              </a:ext>
            </a:extLst>
          </p:cNvPr>
          <p:cNvSpPr>
            <a:spLocks noGrp="1"/>
          </p:cNvSpPr>
          <p:nvPr/>
        </p:nvSpPr>
        <p:spPr>
          <a:xfrm>
            <a:off x="716901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0" name="F2_precision_recall_distributions_4854">
            <a:extLst>
              <a:ext uri="{FF2B5EF4-FFF2-40B4-BE49-F238E27FC236}">
                <a16:creationId xmlns:a16="http://schemas.microsoft.com/office/drawing/2014/main" id="{D3EA1AE4-5AD9-4535-BE53-0F7E2F051659}"/>
              </a:ext>
            </a:extLst>
          </p:cNvPr>
          <p:cNvSpPr>
            <a:spLocks noGrp="1"/>
          </p:cNvSpPr>
          <p:nvPr/>
        </p:nvSpPr>
        <p:spPr>
          <a:xfrm>
            <a:off x="6981214" y="35855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1" name="F2_precision_recall_distributions_4855">
            <a:extLst>
              <a:ext uri="{FF2B5EF4-FFF2-40B4-BE49-F238E27FC236}">
                <a16:creationId xmlns:a16="http://schemas.microsoft.com/office/drawing/2014/main" id="{D0AB7BD1-2868-472A-878D-566E989DB73F}"/>
              </a:ext>
            </a:extLst>
          </p:cNvPr>
          <p:cNvSpPr>
            <a:spLocks noGrp="1"/>
          </p:cNvSpPr>
          <p:nvPr/>
        </p:nvSpPr>
        <p:spPr>
          <a:xfrm>
            <a:off x="73147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2" name="F2_precision_recall_distributions_4856">
            <a:extLst>
              <a:ext uri="{FF2B5EF4-FFF2-40B4-BE49-F238E27FC236}">
                <a16:creationId xmlns:a16="http://schemas.microsoft.com/office/drawing/2014/main" id="{1D90372F-6C33-4A25-A226-E543185DCC75}"/>
              </a:ext>
            </a:extLst>
          </p:cNvPr>
          <p:cNvSpPr>
            <a:spLocks noGrp="1"/>
          </p:cNvSpPr>
          <p:nvPr/>
        </p:nvSpPr>
        <p:spPr>
          <a:xfrm>
            <a:off x="69885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3" name="F2_precision_recall_distributions_4857">
            <a:extLst>
              <a:ext uri="{FF2B5EF4-FFF2-40B4-BE49-F238E27FC236}">
                <a16:creationId xmlns:a16="http://schemas.microsoft.com/office/drawing/2014/main" id="{E87343B3-0CCC-47D4-8D9B-739E174DDEC8}"/>
              </a:ext>
            </a:extLst>
          </p:cNvPr>
          <p:cNvSpPr>
            <a:spLocks noGrp="1"/>
          </p:cNvSpPr>
          <p:nvPr/>
        </p:nvSpPr>
        <p:spPr>
          <a:xfrm>
            <a:off x="7992389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69" y="842186"/>
                </a:lnTo>
                <a:lnTo>
                  <a:pt x="22860" y="835606"/>
                </a:lnTo>
                <a:lnTo>
                  <a:pt x="49233" y="829027"/>
                </a:lnTo>
                <a:lnTo>
                  <a:pt x="82412" y="822447"/>
                </a:lnTo>
                <a:lnTo>
                  <a:pt x="119397" y="815868"/>
                </a:lnTo>
                <a:lnTo>
                  <a:pt x="157203" y="809288"/>
                </a:lnTo>
                <a:lnTo>
                  <a:pt x="193238" y="802708"/>
                </a:lnTo>
                <a:lnTo>
                  <a:pt x="225556" y="796129"/>
                </a:lnTo>
                <a:lnTo>
                  <a:pt x="252969" y="789549"/>
                </a:lnTo>
                <a:lnTo>
                  <a:pt x="275016" y="782970"/>
                </a:lnTo>
                <a:lnTo>
                  <a:pt x="291831" y="776390"/>
                </a:lnTo>
                <a:lnTo>
                  <a:pt x="303968" y="769811"/>
                </a:lnTo>
                <a:lnTo>
                  <a:pt x="312213" y="763231"/>
                </a:lnTo>
                <a:lnTo>
                  <a:pt x="317427" y="756651"/>
                </a:lnTo>
                <a:lnTo>
                  <a:pt x="320434" y="750072"/>
                </a:lnTo>
                <a:lnTo>
                  <a:pt x="321952" y="743492"/>
                </a:lnTo>
                <a:lnTo>
                  <a:pt x="322564" y="736913"/>
                </a:lnTo>
                <a:lnTo>
                  <a:pt x="322713" y="730333"/>
                </a:lnTo>
                <a:lnTo>
                  <a:pt x="322714" y="723754"/>
                </a:lnTo>
                <a:lnTo>
                  <a:pt x="322770" y="717174"/>
                </a:lnTo>
                <a:lnTo>
                  <a:pt x="322990" y="710594"/>
                </a:lnTo>
                <a:lnTo>
                  <a:pt x="323410" y="704015"/>
                </a:lnTo>
                <a:lnTo>
                  <a:pt x="324011" y="697435"/>
                </a:lnTo>
                <a:lnTo>
                  <a:pt x="324736" y="690856"/>
                </a:lnTo>
                <a:lnTo>
                  <a:pt x="325508" y="684276"/>
                </a:lnTo>
                <a:lnTo>
                  <a:pt x="326245" y="677697"/>
                </a:lnTo>
                <a:lnTo>
                  <a:pt x="326869" y="671117"/>
                </a:lnTo>
                <a:lnTo>
                  <a:pt x="327313" y="664537"/>
                </a:lnTo>
                <a:lnTo>
                  <a:pt x="327524" y="657958"/>
                </a:lnTo>
                <a:lnTo>
                  <a:pt x="327461" y="651378"/>
                </a:lnTo>
                <a:lnTo>
                  <a:pt x="327091" y="644799"/>
                </a:lnTo>
                <a:lnTo>
                  <a:pt x="326389" y="638219"/>
                </a:lnTo>
                <a:lnTo>
                  <a:pt x="325334" y="631639"/>
                </a:lnTo>
                <a:lnTo>
                  <a:pt x="323918" y="625060"/>
                </a:lnTo>
                <a:lnTo>
                  <a:pt x="322150" y="618480"/>
                </a:lnTo>
                <a:lnTo>
                  <a:pt x="320069" y="611901"/>
                </a:lnTo>
                <a:lnTo>
                  <a:pt x="317750" y="605321"/>
                </a:lnTo>
                <a:lnTo>
                  <a:pt x="315313" y="598742"/>
                </a:lnTo>
                <a:lnTo>
                  <a:pt x="312916" y="592162"/>
                </a:lnTo>
                <a:lnTo>
                  <a:pt x="310742" y="585582"/>
                </a:lnTo>
                <a:lnTo>
                  <a:pt x="308979" y="579003"/>
                </a:lnTo>
                <a:lnTo>
                  <a:pt x="307795" y="572423"/>
                </a:lnTo>
                <a:lnTo>
                  <a:pt x="307305" y="565844"/>
                </a:lnTo>
                <a:lnTo>
                  <a:pt x="307557" y="559264"/>
                </a:lnTo>
                <a:lnTo>
                  <a:pt x="308522" y="552685"/>
                </a:lnTo>
                <a:lnTo>
                  <a:pt x="310093" y="546105"/>
                </a:lnTo>
                <a:lnTo>
                  <a:pt x="312103" y="539525"/>
                </a:lnTo>
                <a:lnTo>
                  <a:pt x="314348" y="532946"/>
                </a:lnTo>
                <a:lnTo>
                  <a:pt x="316615" y="526366"/>
                </a:lnTo>
                <a:lnTo>
                  <a:pt x="318697" y="519787"/>
                </a:lnTo>
                <a:lnTo>
                  <a:pt x="320416" y="513207"/>
                </a:lnTo>
                <a:lnTo>
                  <a:pt x="321625" y="506627"/>
                </a:lnTo>
                <a:lnTo>
                  <a:pt x="322209" y="500048"/>
                </a:lnTo>
                <a:lnTo>
                  <a:pt x="322087" y="493468"/>
                </a:lnTo>
                <a:lnTo>
                  <a:pt x="321211" y="486889"/>
                </a:lnTo>
                <a:lnTo>
                  <a:pt x="319571" y="480309"/>
                </a:lnTo>
                <a:lnTo>
                  <a:pt x="317210" y="473730"/>
                </a:lnTo>
                <a:lnTo>
                  <a:pt x="314233" y="467150"/>
                </a:lnTo>
                <a:lnTo>
                  <a:pt x="310819" y="460570"/>
                </a:lnTo>
                <a:lnTo>
                  <a:pt x="307220" y="453991"/>
                </a:lnTo>
                <a:lnTo>
                  <a:pt x="303745" y="447411"/>
                </a:lnTo>
                <a:lnTo>
                  <a:pt x="300731" y="440832"/>
                </a:lnTo>
                <a:lnTo>
                  <a:pt x="298496" y="434252"/>
                </a:lnTo>
                <a:lnTo>
                  <a:pt x="297293" y="427673"/>
                </a:lnTo>
                <a:lnTo>
                  <a:pt x="297268" y="421093"/>
                </a:lnTo>
                <a:lnTo>
                  <a:pt x="298437" y="414513"/>
                </a:lnTo>
                <a:lnTo>
                  <a:pt x="300678" y="407934"/>
                </a:lnTo>
                <a:lnTo>
                  <a:pt x="303757" y="401354"/>
                </a:lnTo>
                <a:lnTo>
                  <a:pt x="307363" y="394775"/>
                </a:lnTo>
                <a:lnTo>
                  <a:pt x="311160" y="388195"/>
                </a:lnTo>
                <a:lnTo>
                  <a:pt x="314835" y="381616"/>
                </a:lnTo>
                <a:lnTo>
                  <a:pt x="318136" y="375036"/>
                </a:lnTo>
                <a:lnTo>
                  <a:pt x="320897" y="368456"/>
                </a:lnTo>
                <a:lnTo>
                  <a:pt x="323041" y="361877"/>
                </a:lnTo>
                <a:lnTo>
                  <a:pt x="324572" y="355297"/>
                </a:lnTo>
                <a:lnTo>
                  <a:pt x="325559" y="348718"/>
                </a:lnTo>
                <a:lnTo>
                  <a:pt x="326110" y="342138"/>
                </a:lnTo>
                <a:lnTo>
                  <a:pt x="326348" y="335558"/>
                </a:lnTo>
                <a:lnTo>
                  <a:pt x="326398" y="328979"/>
                </a:lnTo>
                <a:lnTo>
                  <a:pt x="326371" y="322399"/>
                </a:lnTo>
                <a:lnTo>
                  <a:pt x="326353" y="315820"/>
                </a:lnTo>
                <a:lnTo>
                  <a:pt x="326406" y="309240"/>
                </a:lnTo>
                <a:lnTo>
                  <a:pt x="326562" y="302661"/>
                </a:lnTo>
                <a:lnTo>
                  <a:pt x="326825" y="296081"/>
                </a:lnTo>
                <a:lnTo>
                  <a:pt x="327172" y="289501"/>
                </a:lnTo>
                <a:lnTo>
                  <a:pt x="327557" y="282922"/>
                </a:lnTo>
                <a:lnTo>
                  <a:pt x="327917" y="276342"/>
                </a:lnTo>
                <a:lnTo>
                  <a:pt x="328183" y="269763"/>
                </a:lnTo>
                <a:lnTo>
                  <a:pt x="328283" y="263183"/>
                </a:lnTo>
                <a:lnTo>
                  <a:pt x="328161" y="256604"/>
                </a:lnTo>
                <a:lnTo>
                  <a:pt x="327783" y="250024"/>
                </a:lnTo>
                <a:lnTo>
                  <a:pt x="327142" y="243444"/>
                </a:lnTo>
                <a:lnTo>
                  <a:pt x="326267" y="236865"/>
                </a:lnTo>
                <a:lnTo>
                  <a:pt x="325215" y="230285"/>
                </a:lnTo>
                <a:lnTo>
                  <a:pt x="324066" y="223706"/>
                </a:lnTo>
                <a:lnTo>
                  <a:pt x="322914" y="217126"/>
                </a:lnTo>
                <a:lnTo>
                  <a:pt x="321850" y="210546"/>
                </a:lnTo>
                <a:lnTo>
                  <a:pt x="320954" y="203967"/>
                </a:lnTo>
                <a:lnTo>
                  <a:pt x="320281" y="197387"/>
                </a:lnTo>
                <a:lnTo>
                  <a:pt x="319861" y="190808"/>
                </a:lnTo>
                <a:lnTo>
                  <a:pt x="319694" y="184228"/>
                </a:lnTo>
                <a:lnTo>
                  <a:pt x="319759" y="177649"/>
                </a:lnTo>
                <a:lnTo>
                  <a:pt x="320017" y="171069"/>
                </a:lnTo>
                <a:lnTo>
                  <a:pt x="320429" y="164489"/>
                </a:lnTo>
                <a:lnTo>
                  <a:pt x="320958" y="157910"/>
                </a:lnTo>
                <a:lnTo>
                  <a:pt x="321575" y="151330"/>
                </a:lnTo>
                <a:lnTo>
                  <a:pt x="322269" y="144751"/>
                </a:lnTo>
                <a:lnTo>
                  <a:pt x="323035" y="138171"/>
                </a:lnTo>
                <a:lnTo>
                  <a:pt x="323870" y="131592"/>
                </a:lnTo>
                <a:lnTo>
                  <a:pt x="324770" y="125012"/>
                </a:lnTo>
                <a:lnTo>
                  <a:pt x="325707" y="118432"/>
                </a:lnTo>
                <a:lnTo>
                  <a:pt x="326629" y="111853"/>
                </a:lnTo>
                <a:lnTo>
                  <a:pt x="327448" y="105273"/>
                </a:lnTo>
                <a:lnTo>
                  <a:pt x="328032" y="98694"/>
                </a:lnTo>
                <a:lnTo>
                  <a:pt x="328207" y="92114"/>
                </a:lnTo>
                <a:lnTo>
                  <a:pt x="327763" y="85535"/>
                </a:lnTo>
                <a:lnTo>
                  <a:pt x="326460" y="78955"/>
                </a:lnTo>
                <a:lnTo>
                  <a:pt x="324056" y="72375"/>
                </a:lnTo>
                <a:lnTo>
                  <a:pt x="320336" y="65796"/>
                </a:lnTo>
                <a:lnTo>
                  <a:pt x="315152" y="59216"/>
                </a:lnTo>
                <a:lnTo>
                  <a:pt x="308472" y="52637"/>
                </a:lnTo>
                <a:lnTo>
                  <a:pt x="300428" y="46057"/>
                </a:lnTo>
                <a:lnTo>
                  <a:pt x="291340" y="39477"/>
                </a:lnTo>
                <a:lnTo>
                  <a:pt x="281728" y="32898"/>
                </a:lnTo>
                <a:lnTo>
                  <a:pt x="272276" y="26318"/>
                </a:lnTo>
                <a:lnTo>
                  <a:pt x="263770" y="19739"/>
                </a:lnTo>
                <a:lnTo>
                  <a:pt x="256995" y="13159"/>
                </a:lnTo>
                <a:lnTo>
                  <a:pt x="252626" y="6580"/>
                </a:lnTo>
                <a:lnTo>
                  <a:pt x="251116" y="0"/>
                </a:lnTo>
                <a:lnTo>
                  <a:pt x="423981" y="0"/>
                </a:lnTo>
                <a:lnTo>
                  <a:pt x="423981" y="0"/>
                </a:lnTo>
                <a:lnTo>
                  <a:pt x="422471" y="6580"/>
                </a:lnTo>
                <a:lnTo>
                  <a:pt x="418101" y="13159"/>
                </a:lnTo>
                <a:lnTo>
                  <a:pt x="411327" y="19739"/>
                </a:lnTo>
                <a:lnTo>
                  <a:pt x="402821" y="26318"/>
                </a:lnTo>
                <a:lnTo>
                  <a:pt x="393369" y="32898"/>
                </a:lnTo>
                <a:lnTo>
                  <a:pt x="383756" y="39477"/>
                </a:lnTo>
                <a:lnTo>
                  <a:pt x="374668" y="46057"/>
                </a:lnTo>
                <a:lnTo>
                  <a:pt x="366624" y="52637"/>
                </a:lnTo>
                <a:lnTo>
                  <a:pt x="359945" y="59216"/>
                </a:lnTo>
                <a:lnTo>
                  <a:pt x="354761" y="65796"/>
                </a:lnTo>
                <a:lnTo>
                  <a:pt x="351040" y="72375"/>
                </a:lnTo>
                <a:lnTo>
                  <a:pt x="348637" y="78955"/>
                </a:lnTo>
                <a:lnTo>
                  <a:pt x="347334" y="85535"/>
                </a:lnTo>
                <a:lnTo>
                  <a:pt x="346889" y="92114"/>
                </a:lnTo>
                <a:lnTo>
                  <a:pt x="347065" y="98694"/>
                </a:lnTo>
                <a:lnTo>
                  <a:pt x="347649" y="105273"/>
                </a:lnTo>
                <a:lnTo>
                  <a:pt x="348467" y="111853"/>
                </a:lnTo>
                <a:lnTo>
                  <a:pt x="349390" y="118432"/>
                </a:lnTo>
                <a:lnTo>
                  <a:pt x="350327" y="125012"/>
                </a:lnTo>
                <a:lnTo>
                  <a:pt x="351226" y="131592"/>
                </a:lnTo>
                <a:lnTo>
                  <a:pt x="352062" y="138171"/>
                </a:lnTo>
                <a:lnTo>
                  <a:pt x="352827" y="144751"/>
                </a:lnTo>
                <a:lnTo>
                  <a:pt x="353521" y="151330"/>
                </a:lnTo>
                <a:lnTo>
                  <a:pt x="354139" y="157910"/>
                </a:lnTo>
                <a:lnTo>
                  <a:pt x="354667" y="164489"/>
                </a:lnTo>
                <a:lnTo>
                  <a:pt x="355079" y="171069"/>
                </a:lnTo>
                <a:lnTo>
                  <a:pt x="355338" y="177649"/>
                </a:lnTo>
                <a:lnTo>
                  <a:pt x="355402" y="184228"/>
                </a:lnTo>
                <a:lnTo>
                  <a:pt x="355235" y="190808"/>
                </a:lnTo>
                <a:lnTo>
                  <a:pt x="354815" y="197387"/>
                </a:lnTo>
                <a:lnTo>
                  <a:pt x="354143" y="203967"/>
                </a:lnTo>
                <a:lnTo>
                  <a:pt x="353246" y="210546"/>
                </a:lnTo>
                <a:lnTo>
                  <a:pt x="352183" y="217126"/>
                </a:lnTo>
                <a:lnTo>
                  <a:pt x="351031" y="223706"/>
                </a:lnTo>
                <a:lnTo>
                  <a:pt x="349882" y="230285"/>
                </a:lnTo>
                <a:lnTo>
                  <a:pt x="348829" y="236865"/>
                </a:lnTo>
                <a:lnTo>
                  <a:pt x="347954" y="243444"/>
                </a:lnTo>
                <a:lnTo>
                  <a:pt x="347314" y="250024"/>
                </a:lnTo>
                <a:lnTo>
                  <a:pt x="346935" y="256604"/>
                </a:lnTo>
                <a:lnTo>
                  <a:pt x="346814" y="263183"/>
                </a:lnTo>
                <a:lnTo>
                  <a:pt x="346914" y="269763"/>
                </a:lnTo>
                <a:lnTo>
                  <a:pt x="347179" y="276342"/>
                </a:lnTo>
                <a:lnTo>
                  <a:pt x="347540" y="282922"/>
                </a:lnTo>
                <a:lnTo>
                  <a:pt x="347925" y="289501"/>
                </a:lnTo>
                <a:lnTo>
                  <a:pt x="348271" y="296081"/>
                </a:lnTo>
                <a:lnTo>
                  <a:pt x="348534" y="302661"/>
                </a:lnTo>
                <a:lnTo>
                  <a:pt x="348690" y="309240"/>
                </a:lnTo>
                <a:lnTo>
                  <a:pt x="348743" y="315820"/>
                </a:lnTo>
                <a:lnTo>
                  <a:pt x="348726" y="322399"/>
                </a:lnTo>
                <a:lnTo>
                  <a:pt x="348698" y="328979"/>
                </a:lnTo>
                <a:lnTo>
                  <a:pt x="348749" y="335558"/>
                </a:lnTo>
                <a:lnTo>
                  <a:pt x="348987" y="342138"/>
                </a:lnTo>
                <a:lnTo>
                  <a:pt x="349537" y="348718"/>
                </a:lnTo>
                <a:lnTo>
                  <a:pt x="350524" y="355297"/>
                </a:lnTo>
                <a:lnTo>
                  <a:pt x="352056" y="361877"/>
                </a:lnTo>
                <a:lnTo>
                  <a:pt x="354200" y="368456"/>
                </a:lnTo>
                <a:lnTo>
                  <a:pt x="356960" y="375036"/>
                </a:lnTo>
                <a:lnTo>
                  <a:pt x="360261" y="381616"/>
                </a:lnTo>
                <a:lnTo>
                  <a:pt x="363936" y="388195"/>
                </a:lnTo>
                <a:lnTo>
                  <a:pt x="367733" y="394775"/>
                </a:lnTo>
                <a:lnTo>
                  <a:pt x="371339" y="401354"/>
                </a:lnTo>
                <a:lnTo>
                  <a:pt x="374418" y="407934"/>
                </a:lnTo>
                <a:lnTo>
                  <a:pt x="376660" y="414513"/>
                </a:lnTo>
                <a:lnTo>
                  <a:pt x="377828" y="421093"/>
                </a:lnTo>
                <a:lnTo>
                  <a:pt x="377804" y="427673"/>
                </a:lnTo>
                <a:lnTo>
                  <a:pt x="376601" y="434252"/>
                </a:lnTo>
                <a:lnTo>
                  <a:pt x="374365" y="440832"/>
                </a:lnTo>
                <a:lnTo>
                  <a:pt x="371351" y="447411"/>
                </a:lnTo>
                <a:lnTo>
                  <a:pt x="367877" y="453991"/>
                </a:lnTo>
                <a:lnTo>
                  <a:pt x="364278" y="460570"/>
                </a:lnTo>
                <a:lnTo>
                  <a:pt x="360864" y="467150"/>
                </a:lnTo>
                <a:lnTo>
                  <a:pt x="357887" y="473730"/>
                </a:lnTo>
                <a:lnTo>
                  <a:pt x="355525" y="480309"/>
                </a:lnTo>
                <a:lnTo>
                  <a:pt x="353886" y="486889"/>
                </a:lnTo>
                <a:lnTo>
                  <a:pt x="353009" y="493468"/>
                </a:lnTo>
                <a:lnTo>
                  <a:pt x="352887" y="500048"/>
                </a:lnTo>
                <a:lnTo>
                  <a:pt x="353471" y="506627"/>
                </a:lnTo>
                <a:lnTo>
                  <a:pt x="354680" y="513207"/>
                </a:lnTo>
                <a:lnTo>
                  <a:pt x="356399" y="519787"/>
                </a:lnTo>
                <a:lnTo>
                  <a:pt x="358482" y="526366"/>
                </a:lnTo>
                <a:lnTo>
                  <a:pt x="360748" y="532946"/>
                </a:lnTo>
                <a:lnTo>
                  <a:pt x="362994" y="539525"/>
                </a:lnTo>
                <a:lnTo>
                  <a:pt x="365004" y="546105"/>
                </a:lnTo>
                <a:lnTo>
                  <a:pt x="366574" y="552685"/>
                </a:lnTo>
                <a:lnTo>
                  <a:pt x="367539" y="559264"/>
                </a:lnTo>
                <a:lnTo>
                  <a:pt x="367792" y="565844"/>
                </a:lnTo>
                <a:lnTo>
                  <a:pt x="367302" y="572423"/>
                </a:lnTo>
                <a:lnTo>
                  <a:pt x="366117" y="579003"/>
                </a:lnTo>
                <a:lnTo>
                  <a:pt x="364355" y="585582"/>
                </a:lnTo>
                <a:lnTo>
                  <a:pt x="362181" y="592162"/>
                </a:lnTo>
                <a:lnTo>
                  <a:pt x="359783" y="598742"/>
                </a:lnTo>
                <a:lnTo>
                  <a:pt x="357347" y="605321"/>
                </a:lnTo>
                <a:lnTo>
                  <a:pt x="355028" y="611901"/>
                </a:lnTo>
                <a:lnTo>
                  <a:pt x="352946" y="618480"/>
                </a:lnTo>
                <a:lnTo>
                  <a:pt x="351178" y="625060"/>
                </a:lnTo>
                <a:lnTo>
                  <a:pt x="349762" y="631639"/>
                </a:lnTo>
                <a:lnTo>
                  <a:pt x="348707" y="638219"/>
                </a:lnTo>
                <a:lnTo>
                  <a:pt x="348005" y="644799"/>
                </a:lnTo>
                <a:lnTo>
                  <a:pt x="347636" y="651378"/>
                </a:lnTo>
                <a:lnTo>
                  <a:pt x="347573" y="657958"/>
                </a:lnTo>
                <a:lnTo>
                  <a:pt x="347784" y="664537"/>
                </a:lnTo>
                <a:lnTo>
                  <a:pt x="348228" y="671117"/>
                </a:lnTo>
                <a:lnTo>
                  <a:pt x="348851" y="677697"/>
                </a:lnTo>
                <a:lnTo>
                  <a:pt x="349588" y="684276"/>
                </a:lnTo>
                <a:lnTo>
                  <a:pt x="350361" y="690856"/>
                </a:lnTo>
                <a:lnTo>
                  <a:pt x="351086" y="697435"/>
                </a:lnTo>
                <a:lnTo>
                  <a:pt x="351687" y="704015"/>
                </a:lnTo>
                <a:lnTo>
                  <a:pt x="352107" y="710594"/>
                </a:lnTo>
                <a:lnTo>
                  <a:pt x="352327" y="717174"/>
                </a:lnTo>
                <a:lnTo>
                  <a:pt x="352383" y="723754"/>
                </a:lnTo>
                <a:lnTo>
                  <a:pt x="352384" y="730333"/>
                </a:lnTo>
                <a:lnTo>
                  <a:pt x="352533" y="736913"/>
                </a:lnTo>
                <a:lnTo>
                  <a:pt x="353145" y="743492"/>
                </a:lnTo>
                <a:lnTo>
                  <a:pt x="354662" y="750072"/>
                </a:lnTo>
                <a:lnTo>
                  <a:pt x="357669" y="756651"/>
                </a:lnTo>
                <a:lnTo>
                  <a:pt x="362883" y="763231"/>
                </a:lnTo>
                <a:lnTo>
                  <a:pt x="371128" y="769811"/>
                </a:lnTo>
                <a:lnTo>
                  <a:pt x="383266" y="776390"/>
                </a:lnTo>
                <a:lnTo>
                  <a:pt x="400081" y="782970"/>
                </a:lnTo>
                <a:lnTo>
                  <a:pt x="422127" y="789549"/>
                </a:lnTo>
                <a:lnTo>
                  <a:pt x="449541" y="796129"/>
                </a:lnTo>
                <a:lnTo>
                  <a:pt x="481859" y="802708"/>
                </a:lnTo>
                <a:lnTo>
                  <a:pt x="517893" y="809288"/>
                </a:lnTo>
                <a:lnTo>
                  <a:pt x="555700" y="815868"/>
                </a:lnTo>
                <a:lnTo>
                  <a:pt x="592685" y="822447"/>
                </a:lnTo>
                <a:lnTo>
                  <a:pt x="625863" y="829027"/>
                </a:lnTo>
                <a:lnTo>
                  <a:pt x="652236" y="835606"/>
                </a:lnTo>
                <a:lnTo>
                  <a:pt x="669227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044" name="F2_precision_recall_distributions_4858">
            <a:extLst>
              <a:ext uri="{FF2B5EF4-FFF2-40B4-BE49-F238E27FC236}">
                <a16:creationId xmlns:a16="http://schemas.microsoft.com/office/drawing/2014/main" id="{91D0D6CC-2781-4FBE-A674-AB483E953AD5}"/>
              </a:ext>
            </a:extLst>
          </p:cNvPr>
          <p:cNvSpPr>
            <a:spLocks noGrp="1"/>
          </p:cNvSpPr>
          <p:nvPr/>
        </p:nvSpPr>
        <p:spPr>
          <a:xfrm>
            <a:off x="834606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5" name="F2_precision_recall_distributions_4859">
            <a:extLst>
              <a:ext uri="{FF2B5EF4-FFF2-40B4-BE49-F238E27FC236}">
                <a16:creationId xmlns:a16="http://schemas.microsoft.com/office/drawing/2014/main" id="{CC0F3269-402F-4A5C-9882-E7F07FB6DAF1}"/>
              </a:ext>
            </a:extLst>
          </p:cNvPr>
          <p:cNvSpPr>
            <a:spLocks noGrp="1"/>
          </p:cNvSpPr>
          <p:nvPr/>
        </p:nvSpPr>
        <p:spPr>
          <a:xfrm>
            <a:off x="83283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6" name="F2_precision_recall_distributions_4860">
            <a:extLst>
              <a:ext uri="{FF2B5EF4-FFF2-40B4-BE49-F238E27FC236}">
                <a16:creationId xmlns:a16="http://schemas.microsoft.com/office/drawing/2014/main" id="{2DDD73A2-2C3B-48BA-9196-C21FCA0FE3F6}"/>
              </a:ext>
            </a:extLst>
          </p:cNvPr>
          <p:cNvSpPr>
            <a:spLocks noGrp="1"/>
          </p:cNvSpPr>
          <p:nvPr/>
        </p:nvSpPr>
        <p:spPr>
          <a:xfrm>
            <a:off x="813124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7" name="F2_precision_recall_distributions_4861">
            <a:extLst>
              <a:ext uri="{FF2B5EF4-FFF2-40B4-BE49-F238E27FC236}">
                <a16:creationId xmlns:a16="http://schemas.microsoft.com/office/drawing/2014/main" id="{2F8BE5B0-07C7-4DAD-A288-9A5EA578CB60}"/>
              </a:ext>
            </a:extLst>
          </p:cNvPr>
          <p:cNvSpPr>
            <a:spLocks noGrp="1"/>
          </p:cNvSpPr>
          <p:nvPr/>
        </p:nvSpPr>
        <p:spPr>
          <a:xfrm>
            <a:off x="8222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8" name="F2_precision_recall_distributions_4862">
            <a:extLst>
              <a:ext uri="{FF2B5EF4-FFF2-40B4-BE49-F238E27FC236}">
                <a16:creationId xmlns:a16="http://schemas.microsoft.com/office/drawing/2014/main" id="{5E3D4B4C-6490-4B2D-AB2D-D86DE68F7AB4}"/>
              </a:ext>
            </a:extLst>
          </p:cNvPr>
          <p:cNvSpPr>
            <a:spLocks noGrp="1"/>
          </p:cNvSpPr>
          <p:nvPr/>
        </p:nvSpPr>
        <p:spPr>
          <a:xfrm>
            <a:off x="8271266" y="32637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9" name="F2_precision_recall_distributions_4863">
            <a:extLst>
              <a:ext uri="{FF2B5EF4-FFF2-40B4-BE49-F238E27FC236}">
                <a16:creationId xmlns:a16="http://schemas.microsoft.com/office/drawing/2014/main" id="{1DD4FA17-486C-44EE-A0AB-FC94F4DFDD6C}"/>
              </a:ext>
            </a:extLst>
          </p:cNvPr>
          <p:cNvSpPr>
            <a:spLocks noGrp="1"/>
          </p:cNvSpPr>
          <p:nvPr/>
        </p:nvSpPr>
        <p:spPr>
          <a:xfrm>
            <a:off x="83336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0" name="F2_precision_recall_distributions_4864">
            <a:extLst>
              <a:ext uri="{FF2B5EF4-FFF2-40B4-BE49-F238E27FC236}">
                <a16:creationId xmlns:a16="http://schemas.microsoft.com/office/drawing/2014/main" id="{249B43EE-E114-4E0A-B530-F6058EFB3A71}"/>
              </a:ext>
            </a:extLst>
          </p:cNvPr>
          <p:cNvSpPr>
            <a:spLocks noGrp="1"/>
          </p:cNvSpPr>
          <p:nvPr/>
        </p:nvSpPr>
        <p:spPr>
          <a:xfrm>
            <a:off x="82733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1" name="F2_precision_recall_distributions_4865">
            <a:extLst>
              <a:ext uri="{FF2B5EF4-FFF2-40B4-BE49-F238E27FC236}">
                <a16:creationId xmlns:a16="http://schemas.microsoft.com/office/drawing/2014/main" id="{6E695C61-6E4F-4A0F-99EB-6C0DE9061E1E}"/>
              </a:ext>
            </a:extLst>
          </p:cNvPr>
          <p:cNvSpPr>
            <a:spLocks noGrp="1"/>
          </p:cNvSpPr>
          <p:nvPr/>
        </p:nvSpPr>
        <p:spPr>
          <a:xfrm>
            <a:off x="841310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2" name="F2_precision_recall_distributions_4866">
            <a:extLst>
              <a:ext uri="{FF2B5EF4-FFF2-40B4-BE49-F238E27FC236}">
                <a16:creationId xmlns:a16="http://schemas.microsoft.com/office/drawing/2014/main" id="{3826D362-B649-4F15-A1C9-1BBFB50C951C}"/>
              </a:ext>
            </a:extLst>
          </p:cNvPr>
          <p:cNvSpPr>
            <a:spLocks noGrp="1"/>
          </p:cNvSpPr>
          <p:nvPr/>
        </p:nvSpPr>
        <p:spPr>
          <a:xfrm>
            <a:off x="84783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3" name="F2_precision_recall_distributions_4867">
            <a:extLst>
              <a:ext uri="{FF2B5EF4-FFF2-40B4-BE49-F238E27FC236}">
                <a16:creationId xmlns:a16="http://schemas.microsoft.com/office/drawing/2014/main" id="{542DD7DE-0478-4D79-8CF4-89DCDB6BE5FE}"/>
              </a:ext>
            </a:extLst>
          </p:cNvPr>
          <p:cNvSpPr>
            <a:spLocks noGrp="1"/>
          </p:cNvSpPr>
          <p:nvPr/>
        </p:nvSpPr>
        <p:spPr>
          <a:xfrm>
            <a:off x="829355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4" name="F2_precision_recall_distributions_4868">
            <a:extLst>
              <a:ext uri="{FF2B5EF4-FFF2-40B4-BE49-F238E27FC236}">
                <a16:creationId xmlns:a16="http://schemas.microsoft.com/office/drawing/2014/main" id="{CC032031-3388-4014-9C6C-311245E04404}"/>
              </a:ext>
            </a:extLst>
          </p:cNvPr>
          <p:cNvSpPr>
            <a:spLocks noGrp="1"/>
          </p:cNvSpPr>
          <p:nvPr/>
        </p:nvSpPr>
        <p:spPr>
          <a:xfrm>
            <a:off x="8165179" y="2989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5" name="F2_precision_recall_distributions_4869">
            <a:extLst>
              <a:ext uri="{FF2B5EF4-FFF2-40B4-BE49-F238E27FC236}">
                <a16:creationId xmlns:a16="http://schemas.microsoft.com/office/drawing/2014/main" id="{04148B15-4CDD-4DF2-9A12-43D26E6F078C}"/>
              </a:ext>
            </a:extLst>
          </p:cNvPr>
          <p:cNvSpPr>
            <a:spLocks noGrp="1"/>
          </p:cNvSpPr>
          <p:nvPr/>
        </p:nvSpPr>
        <p:spPr>
          <a:xfrm>
            <a:off x="8391620" y="300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6" name="F2_precision_recall_distributions_4870">
            <a:extLst>
              <a:ext uri="{FF2B5EF4-FFF2-40B4-BE49-F238E27FC236}">
                <a16:creationId xmlns:a16="http://schemas.microsoft.com/office/drawing/2014/main" id="{02BF2264-EE3F-456A-A911-DA7135A4786C}"/>
              </a:ext>
            </a:extLst>
          </p:cNvPr>
          <p:cNvSpPr>
            <a:spLocks noGrp="1"/>
          </p:cNvSpPr>
          <p:nvPr/>
        </p:nvSpPr>
        <p:spPr>
          <a:xfrm>
            <a:off x="8393653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7" name="F2_precision_recall_distributions_4871">
            <a:extLst>
              <a:ext uri="{FF2B5EF4-FFF2-40B4-BE49-F238E27FC236}">
                <a16:creationId xmlns:a16="http://schemas.microsoft.com/office/drawing/2014/main" id="{05EF3B2B-9C21-447A-A3B5-07163620E6C1}"/>
              </a:ext>
            </a:extLst>
          </p:cNvPr>
          <p:cNvSpPr>
            <a:spLocks noGrp="1"/>
          </p:cNvSpPr>
          <p:nvPr/>
        </p:nvSpPr>
        <p:spPr>
          <a:xfrm>
            <a:off x="8208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8" name="F2_precision_recall_distributions_4872">
            <a:extLst>
              <a:ext uri="{FF2B5EF4-FFF2-40B4-BE49-F238E27FC236}">
                <a16:creationId xmlns:a16="http://schemas.microsoft.com/office/drawing/2014/main" id="{18496594-6B9D-4E18-96E0-DD1512FD31CC}"/>
              </a:ext>
            </a:extLst>
          </p:cNvPr>
          <p:cNvSpPr>
            <a:spLocks noGrp="1"/>
          </p:cNvSpPr>
          <p:nvPr/>
        </p:nvSpPr>
        <p:spPr>
          <a:xfrm>
            <a:off x="8218012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9" name="F2_precision_recall_distributions_4873">
            <a:extLst>
              <a:ext uri="{FF2B5EF4-FFF2-40B4-BE49-F238E27FC236}">
                <a16:creationId xmlns:a16="http://schemas.microsoft.com/office/drawing/2014/main" id="{0446180B-B231-4156-9F4A-FAE88453D9C2}"/>
              </a:ext>
            </a:extLst>
          </p:cNvPr>
          <p:cNvSpPr>
            <a:spLocks noGrp="1"/>
          </p:cNvSpPr>
          <p:nvPr/>
        </p:nvSpPr>
        <p:spPr>
          <a:xfrm>
            <a:off x="832011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0" name="F2_precision_recall_distributions_4874">
            <a:extLst>
              <a:ext uri="{FF2B5EF4-FFF2-40B4-BE49-F238E27FC236}">
                <a16:creationId xmlns:a16="http://schemas.microsoft.com/office/drawing/2014/main" id="{B48A69A5-F75E-46EF-867C-CEA577703917}"/>
              </a:ext>
            </a:extLst>
          </p:cNvPr>
          <p:cNvSpPr>
            <a:spLocks noGrp="1"/>
          </p:cNvSpPr>
          <p:nvPr/>
        </p:nvSpPr>
        <p:spPr>
          <a:xfrm>
            <a:off x="82957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1" name="F2_precision_recall_distributions_4875">
            <a:extLst>
              <a:ext uri="{FF2B5EF4-FFF2-40B4-BE49-F238E27FC236}">
                <a16:creationId xmlns:a16="http://schemas.microsoft.com/office/drawing/2014/main" id="{E35561C4-68A6-440E-BA7A-D867FF62EE13}"/>
              </a:ext>
            </a:extLst>
          </p:cNvPr>
          <p:cNvSpPr>
            <a:spLocks noGrp="1"/>
          </p:cNvSpPr>
          <p:nvPr/>
        </p:nvSpPr>
        <p:spPr>
          <a:xfrm>
            <a:off x="840688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2" name="F2_precision_recall_distributions_4876">
            <a:extLst>
              <a:ext uri="{FF2B5EF4-FFF2-40B4-BE49-F238E27FC236}">
                <a16:creationId xmlns:a16="http://schemas.microsoft.com/office/drawing/2014/main" id="{EACDA5D4-0950-45D9-85B3-14C6DBA683DB}"/>
              </a:ext>
            </a:extLst>
          </p:cNvPr>
          <p:cNvSpPr>
            <a:spLocks noGrp="1"/>
          </p:cNvSpPr>
          <p:nvPr/>
        </p:nvSpPr>
        <p:spPr>
          <a:xfrm>
            <a:off x="833579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3" name="F2_precision_recall_distributions_4877">
            <a:extLst>
              <a:ext uri="{FF2B5EF4-FFF2-40B4-BE49-F238E27FC236}">
                <a16:creationId xmlns:a16="http://schemas.microsoft.com/office/drawing/2014/main" id="{E615F9F6-544B-4741-BFBA-6E16616716F2}"/>
              </a:ext>
            </a:extLst>
          </p:cNvPr>
          <p:cNvSpPr>
            <a:spLocks noGrp="1"/>
          </p:cNvSpPr>
          <p:nvPr/>
        </p:nvSpPr>
        <p:spPr>
          <a:xfrm>
            <a:off x="8161165" y="29677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4" name="F2_precision_recall_distributions_4878">
            <a:extLst>
              <a:ext uri="{FF2B5EF4-FFF2-40B4-BE49-F238E27FC236}">
                <a16:creationId xmlns:a16="http://schemas.microsoft.com/office/drawing/2014/main" id="{0985F054-0254-40BF-9F50-B1FCD7562FDC}"/>
              </a:ext>
            </a:extLst>
          </p:cNvPr>
          <p:cNvSpPr>
            <a:spLocks noGrp="1"/>
          </p:cNvSpPr>
          <p:nvPr/>
        </p:nvSpPr>
        <p:spPr>
          <a:xfrm>
            <a:off x="8472238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5" name="F2_precision_recall_distributions_4879">
            <a:extLst>
              <a:ext uri="{FF2B5EF4-FFF2-40B4-BE49-F238E27FC236}">
                <a16:creationId xmlns:a16="http://schemas.microsoft.com/office/drawing/2014/main" id="{12B06D94-5144-4928-9D9E-5805EF72A218}"/>
              </a:ext>
            </a:extLst>
          </p:cNvPr>
          <p:cNvSpPr>
            <a:spLocks noGrp="1"/>
          </p:cNvSpPr>
          <p:nvPr/>
        </p:nvSpPr>
        <p:spPr>
          <a:xfrm>
            <a:off x="83041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6" name="F2_precision_recall_distributions_4880">
            <a:extLst>
              <a:ext uri="{FF2B5EF4-FFF2-40B4-BE49-F238E27FC236}">
                <a16:creationId xmlns:a16="http://schemas.microsoft.com/office/drawing/2014/main" id="{71330FB5-D6F3-4C21-99CC-8E80D45D7EDA}"/>
              </a:ext>
            </a:extLst>
          </p:cNvPr>
          <p:cNvSpPr>
            <a:spLocks noGrp="1"/>
          </p:cNvSpPr>
          <p:nvPr/>
        </p:nvSpPr>
        <p:spPr>
          <a:xfrm>
            <a:off x="8483305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7" name="F2_precision_recall_distributions_4881">
            <a:extLst>
              <a:ext uri="{FF2B5EF4-FFF2-40B4-BE49-F238E27FC236}">
                <a16:creationId xmlns:a16="http://schemas.microsoft.com/office/drawing/2014/main" id="{05C305B7-2E88-4BFB-8934-AE86F0540A33}"/>
              </a:ext>
            </a:extLst>
          </p:cNvPr>
          <p:cNvSpPr>
            <a:spLocks noGrp="1"/>
          </p:cNvSpPr>
          <p:nvPr/>
        </p:nvSpPr>
        <p:spPr>
          <a:xfrm>
            <a:off x="8395399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8" name="F2_precision_recall_distributions_4882">
            <a:extLst>
              <a:ext uri="{FF2B5EF4-FFF2-40B4-BE49-F238E27FC236}">
                <a16:creationId xmlns:a16="http://schemas.microsoft.com/office/drawing/2014/main" id="{7DFFCB51-43DD-4EFA-A2D2-347408243FB7}"/>
              </a:ext>
            </a:extLst>
          </p:cNvPr>
          <p:cNvSpPr>
            <a:spLocks noGrp="1"/>
          </p:cNvSpPr>
          <p:nvPr/>
        </p:nvSpPr>
        <p:spPr>
          <a:xfrm>
            <a:off x="8177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9" name="F2_precision_recall_distributions_4883">
            <a:extLst>
              <a:ext uri="{FF2B5EF4-FFF2-40B4-BE49-F238E27FC236}">
                <a16:creationId xmlns:a16="http://schemas.microsoft.com/office/drawing/2014/main" id="{1D848FE5-FECE-49EB-B4AE-C4A8AF77C4EC}"/>
              </a:ext>
            </a:extLst>
          </p:cNvPr>
          <p:cNvSpPr>
            <a:spLocks noGrp="1"/>
          </p:cNvSpPr>
          <p:nvPr/>
        </p:nvSpPr>
        <p:spPr>
          <a:xfrm>
            <a:off x="82331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0" name="F2_precision_recall_distributions_4884">
            <a:extLst>
              <a:ext uri="{FF2B5EF4-FFF2-40B4-BE49-F238E27FC236}">
                <a16:creationId xmlns:a16="http://schemas.microsoft.com/office/drawing/2014/main" id="{CD52101E-9A52-434D-9C6E-26C6D0FBE8C4}"/>
              </a:ext>
            </a:extLst>
          </p:cNvPr>
          <p:cNvSpPr>
            <a:spLocks noGrp="1"/>
          </p:cNvSpPr>
          <p:nvPr/>
        </p:nvSpPr>
        <p:spPr>
          <a:xfrm>
            <a:off x="8321957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1" name="F2_precision_recall_distributions_4885">
            <a:extLst>
              <a:ext uri="{FF2B5EF4-FFF2-40B4-BE49-F238E27FC236}">
                <a16:creationId xmlns:a16="http://schemas.microsoft.com/office/drawing/2014/main" id="{F1D633D9-BE9D-4765-8F03-A0EE03355BB9}"/>
              </a:ext>
            </a:extLst>
          </p:cNvPr>
          <p:cNvSpPr>
            <a:spLocks noGrp="1"/>
          </p:cNvSpPr>
          <p:nvPr/>
        </p:nvSpPr>
        <p:spPr>
          <a:xfrm>
            <a:off x="816800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2" name="F2_precision_recall_distributions_4886">
            <a:extLst>
              <a:ext uri="{FF2B5EF4-FFF2-40B4-BE49-F238E27FC236}">
                <a16:creationId xmlns:a16="http://schemas.microsoft.com/office/drawing/2014/main" id="{58CF50BB-47F2-4122-A7F5-17B6773DBC63}"/>
              </a:ext>
            </a:extLst>
          </p:cNvPr>
          <p:cNvSpPr>
            <a:spLocks noGrp="1"/>
          </p:cNvSpPr>
          <p:nvPr/>
        </p:nvSpPr>
        <p:spPr>
          <a:xfrm>
            <a:off x="8357431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3" name="F2_precision_recall_distributions_4887">
            <a:extLst>
              <a:ext uri="{FF2B5EF4-FFF2-40B4-BE49-F238E27FC236}">
                <a16:creationId xmlns:a16="http://schemas.microsoft.com/office/drawing/2014/main" id="{D0B8F05C-564E-4D97-B8CF-26E648BE3650}"/>
              </a:ext>
            </a:extLst>
          </p:cNvPr>
          <p:cNvSpPr>
            <a:spLocks noGrp="1"/>
          </p:cNvSpPr>
          <p:nvPr/>
        </p:nvSpPr>
        <p:spPr>
          <a:xfrm>
            <a:off x="834358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4" name="F2_precision_recall_distributions_4888">
            <a:extLst>
              <a:ext uri="{FF2B5EF4-FFF2-40B4-BE49-F238E27FC236}">
                <a16:creationId xmlns:a16="http://schemas.microsoft.com/office/drawing/2014/main" id="{A41E1262-4D31-4BBB-8ADE-89A793441309}"/>
              </a:ext>
            </a:extLst>
          </p:cNvPr>
          <p:cNvSpPr>
            <a:spLocks noGrp="1"/>
          </p:cNvSpPr>
          <p:nvPr/>
        </p:nvSpPr>
        <p:spPr>
          <a:xfrm>
            <a:off x="83888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5" name="F2_precision_recall_distributions_4889">
            <a:extLst>
              <a:ext uri="{FF2B5EF4-FFF2-40B4-BE49-F238E27FC236}">
                <a16:creationId xmlns:a16="http://schemas.microsoft.com/office/drawing/2014/main" id="{11885BDA-1587-4221-AAAC-28E54C1C403B}"/>
              </a:ext>
            </a:extLst>
          </p:cNvPr>
          <p:cNvSpPr>
            <a:spLocks noGrp="1"/>
          </p:cNvSpPr>
          <p:nvPr/>
        </p:nvSpPr>
        <p:spPr>
          <a:xfrm>
            <a:off x="8250480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6" name="F2_precision_recall_distributions_4890">
            <a:extLst>
              <a:ext uri="{FF2B5EF4-FFF2-40B4-BE49-F238E27FC236}">
                <a16:creationId xmlns:a16="http://schemas.microsoft.com/office/drawing/2014/main" id="{3AADBB9E-4BDA-4D28-9A6D-139D987C3495}"/>
              </a:ext>
            </a:extLst>
          </p:cNvPr>
          <p:cNvSpPr>
            <a:spLocks noGrp="1"/>
          </p:cNvSpPr>
          <p:nvPr/>
        </p:nvSpPr>
        <p:spPr>
          <a:xfrm>
            <a:off x="84278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7" name="F2_precision_recall_distributions_4891">
            <a:extLst>
              <a:ext uri="{FF2B5EF4-FFF2-40B4-BE49-F238E27FC236}">
                <a16:creationId xmlns:a16="http://schemas.microsoft.com/office/drawing/2014/main" id="{00764961-9E84-447D-A821-76E83DA095A5}"/>
              </a:ext>
            </a:extLst>
          </p:cNvPr>
          <p:cNvSpPr>
            <a:spLocks noGrp="1"/>
          </p:cNvSpPr>
          <p:nvPr/>
        </p:nvSpPr>
        <p:spPr>
          <a:xfrm>
            <a:off x="844101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8" name="F2_precision_recall_distributions_4892">
            <a:extLst>
              <a:ext uri="{FF2B5EF4-FFF2-40B4-BE49-F238E27FC236}">
                <a16:creationId xmlns:a16="http://schemas.microsoft.com/office/drawing/2014/main" id="{282C18FE-048A-411D-A64C-99D437A14EC3}"/>
              </a:ext>
            </a:extLst>
          </p:cNvPr>
          <p:cNvSpPr>
            <a:spLocks noGrp="1"/>
          </p:cNvSpPr>
          <p:nvPr/>
        </p:nvSpPr>
        <p:spPr>
          <a:xfrm>
            <a:off x="8364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9" name="F2_precision_recall_distributions_4893">
            <a:extLst>
              <a:ext uri="{FF2B5EF4-FFF2-40B4-BE49-F238E27FC236}">
                <a16:creationId xmlns:a16="http://schemas.microsoft.com/office/drawing/2014/main" id="{FD0C86C8-CA4D-497C-89D1-8F5995938E44}"/>
              </a:ext>
            </a:extLst>
          </p:cNvPr>
          <p:cNvSpPr>
            <a:spLocks noGrp="1"/>
          </p:cNvSpPr>
          <p:nvPr/>
        </p:nvSpPr>
        <p:spPr>
          <a:xfrm>
            <a:off x="831704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0" name="F2_precision_recall_distributions_4894">
            <a:extLst>
              <a:ext uri="{FF2B5EF4-FFF2-40B4-BE49-F238E27FC236}">
                <a16:creationId xmlns:a16="http://schemas.microsoft.com/office/drawing/2014/main" id="{FB6874F2-69D6-4AF6-A3FF-7D094DD1C824}"/>
              </a:ext>
            </a:extLst>
          </p:cNvPr>
          <p:cNvSpPr>
            <a:spLocks noGrp="1"/>
          </p:cNvSpPr>
          <p:nvPr/>
        </p:nvSpPr>
        <p:spPr>
          <a:xfrm>
            <a:off x="83953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1" name="F2_precision_recall_distributions_4895">
            <a:extLst>
              <a:ext uri="{FF2B5EF4-FFF2-40B4-BE49-F238E27FC236}">
                <a16:creationId xmlns:a16="http://schemas.microsoft.com/office/drawing/2014/main" id="{A7CC5629-A046-48CF-A2D0-3366CA4856EC}"/>
              </a:ext>
            </a:extLst>
          </p:cNvPr>
          <p:cNvSpPr>
            <a:spLocks noGrp="1"/>
          </p:cNvSpPr>
          <p:nvPr/>
        </p:nvSpPr>
        <p:spPr>
          <a:xfrm>
            <a:off x="849899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2" name="F2_precision_recall_distributions_4896">
            <a:extLst>
              <a:ext uri="{FF2B5EF4-FFF2-40B4-BE49-F238E27FC236}">
                <a16:creationId xmlns:a16="http://schemas.microsoft.com/office/drawing/2014/main" id="{E32FEAB4-8A57-470D-B410-702AC206B288}"/>
              </a:ext>
            </a:extLst>
          </p:cNvPr>
          <p:cNvSpPr>
            <a:spLocks noGrp="1"/>
          </p:cNvSpPr>
          <p:nvPr/>
        </p:nvSpPr>
        <p:spPr>
          <a:xfrm>
            <a:off x="84908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3" name="F2_precision_recall_distributions_4897">
            <a:extLst>
              <a:ext uri="{FF2B5EF4-FFF2-40B4-BE49-F238E27FC236}">
                <a16:creationId xmlns:a16="http://schemas.microsoft.com/office/drawing/2014/main" id="{ECF6E6C7-3076-40B8-A7B1-BC67143BAE34}"/>
              </a:ext>
            </a:extLst>
          </p:cNvPr>
          <p:cNvSpPr>
            <a:spLocks noGrp="1"/>
          </p:cNvSpPr>
          <p:nvPr/>
        </p:nvSpPr>
        <p:spPr>
          <a:xfrm>
            <a:off x="8293992" y="33921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4" name="F2_precision_recall_distributions_4898">
            <a:extLst>
              <a:ext uri="{FF2B5EF4-FFF2-40B4-BE49-F238E27FC236}">
                <a16:creationId xmlns:a16="http://schemas.microsoft.com/office/drawing/2014/main" id="{19B27B59-D032-4A1C-BA92-810A0C9D4CF7}"/>
              </a:ext>
            </a:extLst>
          </p:cNvPr>
          <p:cNvSpPr>
            <a:spLocks noGrp="1"/>
          </p:cNvSpPr>
          <p:nvPr/>
        </p:nvSpPr>
        <p:spPr>
          <a:xfrm>
            <a:off x="82492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5" name="F2_precision_recall_distributions_4899">
            <a:extLst>
              <a:ext uri="{FF2B5EF4-FFF2-40B4-BE49-F238E27FC236}">
                <a16:creationId xmlns:a16="http://schemas.microsoft.com/office/drawing/2014/main" id="{B50D28F9-0136-4729-A74B-CD5FB05572D3}"/>
              </a:ext>
            </a:extLst>
          </p:cNvPr>
          <p:cNvSpPr>
            <a:spLocks noGrp="1"/>
          </p:cNvSpPr>
          <p:nvPr/>
        </p:nvSpPr>
        <p:spPr>
          <a:xfrm>
            <a:off x="817974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6" name="F2_precision_recall_distributions_4900">
            <a:extLst>
              <a:ext uri="{FF2B5EF4-FFF2-40B4-BE49-F238E27FC236}">
                <a16:creationId xmlns:a16="http://schemas.microsoft.com/office/drawing/2014/main" id="{48B4BBE4-39F5-41EB-B3E7-98DB0FA37FC9}"/>
              </a:ext>
            </a:extLst>
          </p:cNvPr>
          <p:cNvSpPr>
            <a:spLocks noGrp="1"/>
          </p:cNvSpPr>
          <p:nvPr/>
        </p:nvSpPr>
        <p:spPr>
          <a:xfrm>
            <a:off x="83190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7" name="F2_precision_recall_distributions_4901">
            <a:extLst>
              <a:ext uri="{FF2B5EF4-FFF2-40B4-BE49-F238E27FC236}">
                <a16:creationId xmlns:a16="http://schemas.microsoft.com/office/drawing/2014/main" id="{4B02DF7F-972A-4A75-BE50-6FBE57CA487F}"/>
              </a:ext>
            </a:extLst>
          </p:cNvPr>
          <p:cNvSpPr>
            <a:spLocks noGrp="1"/>
          </p:cNvSpPr>
          <p:nvPr/>
        </p:nvSpPr>
        <p:spPr>
          <a:xfrm>
            <a:off x="842432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8" name="F2_precision_recall_distributions_4902">
            <a:extLst>
              <a:ext uri="{FF2B5EF4-FFF2-40B4-BE49-F238E27FC236}">
                <a16:creationId xmlns:a16="http://schemas.microsoft.com/office/drawing/2014/main" id="{54983F7F-A4FE-486F-918E-57A6A2F91451}"/>
              </a:ext>
            </a:extLst>
          </p:cNvPr>
          <p:cNvSpPr>
            <a:spLocks noGrp="1"/>
          </p:cNvSpPr>
          <p:nvPr/>
        </p:nvSpPr>
        <p:spPr>
          <a:xfrm>
            <a:off x="8468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9" name="F2_precision_recall_distributions_4903">
            <a:extLst>
              <a:ext uri="{FF2B5EF4-FFF2-40B4-BE49-F238E27FC236}">
                <a16:creationId xmlns:a16="http://schemas.microsoft.com/office/drawing/2014/main" id="{619E7BE8-0EAC-4303-9B28-E536D2ECAB90}"/>
              </a:ext>
            </a:extLst>
          </p:cNvPr>
          <p:cNvSpPr>
            <a:spLocks noGrp="1"/>
          </p:cNvSpPr>
          <p:nvPr/>
        </p:nvSpPr>
        <p:spPr>
          <a:xfrm>
            <a:off x="84244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0" name="F2_precision_recall_distributions_4904">
            <a:extLst>
              <a:ext uri="{FF2B5EF4-FFF2-40B4-BE49-F238E27FC236}">
                <a16:creationId xmlns:a16="http://schemas.microsoft.com/office/drawing/2014/main" id="{CDCC8E8D-AAD9-4127-B510-CC5F20F25F22}"/>
              </a:ext>
            </a:extLst>
          </p:cNvPr>
          <p:cNvSpPr>
            <a:spLocks noGrp="1"/>
          </p:cNvSpPr>
          <p:nvPr/>
        </p:nvSpPr>
        <p:spPr>
          <a:xfrm>
            <a:off x="834723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1" name="F2_precision_recall_distributions_4905">
            <a:extLst>
              <a:ext uri="{FF2B5EF4-FFF2-40B4-BE49-F238E27FC236}">
                <a16:creationId xmlns:a16="http://schemas.microsoft.com/office/drawing/2014/main" id="{708DC6EE-64DD-478A-A65F-DF5B2A2F4E67}"/>
              </a:ext>
            </a:extLst>
          </p:cNvPr>
          <p:cNvSpPr>
            <a:spLocks noGrp="1"/>
          </p:cNvSpPr>
          <p:nvPr/>
        </p:nvSpPr>
        <p:spPr>
          <a:xfrm>
            <a:off x="83734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2" name="F2_precision_recall_distributions_4906">
            <a:extLst>
              <a:ext uri="{FF2B5EF4-FFF2-40B4-BE49-F238E27FC236}">
                <a16:creationId xmlns:a16="http://schemas.microsoft.com/office/drawing/2014/main" id="{E3740F35-2BCA-4715-8A5B-328A26E2D57D}"/>
              </a:ext>
            </a:extLst>
          </p:cNvPr>
          <p:cNvSpPr>
            <a:spLocks noGrp="1"/>
          </p:cNvSpPr>
          <p:nvPr/>
        </p:nvSpPr>
        <p:spPr>
          <a:xfrm>
            <a:off x="819435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3" name="F2_precision_recall_distributions_4907">
            <a:extLst>
              <a:ext uri="{FF2B5EF4-FFF2-40B4-BE49-F238E27FC236}">
                <a16:creationId xmlns:a16="http://schemas.microsoft.com/office/drawing/2014/main" id="{70C70C36-9156-485C-889A-7D565618C384}"/>
              </a:ext>
            </a:extLst>
          </p:cNvPr>
          <p:cNvSpPr>
            <a:spLocks noGrp="1"/>
          </p:cNvSpPr>
          <p:nvPr/>
        </p:nvSpPr>
        <p:spPr>
          <a:xfrm>
            <a:off x="8465090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4" name="F2_precision_recall_distributions_4908">
            <a:extLst>
              <a:ext uri="{FF2B5EF4-FFF2-40B4-BE49-F238E27FC236}">
                <a16:creationId xmlns:a16="http://schemas.microsoft.com/office/drawing/2014/main" id="{370ED32F-4EC8-43E0-81F1-B7A0F7DCF63B}"/>
              </a:ext>
            </a:extLst>
          </p:cNvPr>
          <p:cNvSpPr>
            <a:spLocks noGrp="1"/>
          </p:cNvSpPr>
          <p:nvPr/>
        </p:nvSpPr>
        <p:spPr>
          <a:xfrm>
            <a:off x="83365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5" name="F2_precision_recall_distributions_4909">
            <a:extLst>
              <a:ext uri="{FF2B5EF4-FFF2-40B4-BE49-F238E27FC236}">
                <a16:creationId xmlns:a16="http://schemas.microsoft.com/office/drawing/2014/main" id="{E438FFEE-E183-42CE-A209-AD3307624467}"/>
              </a:ext>
            </a:extLst>
          </p:cNvPr>
          <p:cNvSpPr>
            <a:spLocks noGrp="1"/>
          </p:cNvSpPr>
          <p:nvPr/>
        </p:nvSpPr>
        <p:spPr>
          <a:xfrm>
            <a:off x="8177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6" name="F2_precision_recall_distributions_4910">
            <a:extLst>
              <a:ext uri="{FF2B5EF4-FFF2-40B4-BE49-F238E27FC236}">
                <a16:creationId xmlns:a16="http://schemas.microsoft.com/office/drawing/2014/main" id="{5B04E731-EBC9-4F0D-9668-ED9F4FD4BA94}"/>
              </a:ext>
            </a:extLst>
          </p:cNvPr>
          <p:cNvSpPr>
            <a:spLocks noGrp="1"/>
          </p:cNvSpPr>
          <p:nvPr/>
        </p:nvSpPr>
        <p:spPr>
          <a:xfrm>
            <a:off x="81466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7" name="F2_precision_recall_distributions_4911">
            <a:extLst>
              <a:ext uri="{FF2B5EF4-FFF2-40B4-BE49-F238E27FC236}">
                <a16:creationId xmlns:a16="http://schemas.microsoft.com/office/drawing/2014/main" id="{AEFAC2EF-9DA2-4070-B508-5A71698D62C7}"/>
              </a:ext>
            </a:extLst>
          </p:cNvPr>
          <p:cNvSpPr>
            <a:spLocks noGrp="1"/>
          </p:cNvSpPr>
          <p:nvPr/>
        </p:nvSpPr>
        <p:spPr>
          <a:xfrm>
            <a:off x="8489662" y="30442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8" name="F2_precision_recall_distributions_4912">
            <a:extLst>
              <a:ext uri="{FF2B5EF4-FFF2-40B4-BE49-F238E27FC236}">
                <a16:creationId xmlns:a16="http://schemas.microsoft.com/office/drawing/2014/main" id="{E6BECC57-0921-4FF8-AE9D-A1BE0DBFABBE}"/>
              </a:ext>
            </a:extLst>
          </p:cNvPr>
          <p:cNvSpPr>
            <a:spLocks noGrp="1"/>
          </p:cNvSpPr>
          <p:nvPr/>
        </p:nvSpPr>
        <p:spPr>
          <a:xfrm>
            <a:off x="81753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9" name="F2_precision_recall_distributions_4913">
            <a:extLst>
              <a:ext uri="{FF2B5EF4-FFF2-40B4-BE49-F238E27FC236}">
                <a16:creationId xmlns:a16="http://schemas.microsoft.com/office/drawing/2014/main" id="{F79B37AF-0E0F-4DEF-A9DD-90DBDE279CE2}"/>
              </a:ext>
            </a:extLst>
          </p:cNvPr>
          <p:cNvSpPr>
            <a:spLocks noGrp="1"/>
          </p:cNvSpPr>
          <p:nvPr/>
        </p:nvSpPr>
        <p:spPr>
          <a:xfrm>
            <a:off x="8195950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0" name="F2_precision_recall_distributions_4914">
            <a:extLst>
              <a:ext uri="{FF2B5EF4-FFF2-40B4-BE49-F238E27FC236}">
                <a16:creationId xmlns:a16="http://schemas.microsoft.com/office/drawing/2014/main" id="{4645442C-FB34-4F0D-9FC5-B284E1E5759D}"/>
              </a:ext>
            </a:extLst>
          </p:cNvPr>
          <p:cNvSpPr>
            <a:spLocks noGrp="1"/>
          </p:cNvSpPr>
          <p:nvPr/>
        </p:nvSpPr>
        <p:spPr>
          <a:xfrm>
            <a:off x="833675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1" name="F2_precision_recall_distributions_4915">
            <a:extLst>
              <a:ext uri="{FF2B5EF4-FFF2-40B4-BE49-F238E27FC236}">
                <a16:creationId xmlns:a16="http://schemas.microsoft.com/office/drawing/2014/main" id="{F4ADBE80-FDBF-48C3-A2C3-B994E8FA082E}"/>
              </a:ext>
            </a:extLst>
          </p:cNvPr>
          <p:cNvSpPr>
            <a:spLocks noGrp="1"/>
          </p:cNvSpPr>
          <p:nvPr/>
        </p:nvSpPr>
        <p:spPr>
          <a:xfrm>
            <a:off x="81587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2" name="F2_precision_recall_distributions_4916">
            <a:extLst>
              <a:ext uri="{FF2B5EF4-FFF2-40B4-BE49-F238E27FC236}">
                <a16:creationId xmlns:a16="http://schemas.microsoft.com/office/drawing/2014/main" id="{D25F0C36-CC95-4B5E-A16E-40F68DE4C1E5}"/>
              </a:ext>
            </a:extLst>
          </p:cNvPr>
          <p:cNvSpPr>
            <a:spLocks noGrp="1"/>
          </p:cNvSpPr>
          <p:nvPr/>
        </p:nvSpPr>
        <p:spPr>
          <a:xfrm>
            <a:off x="8496916" y="3689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3" name="F2_precision_recall_distributions_4917">
            <a:extLst>
              <a:ext uri="{FF2B5EF4-FFF2-40B4-BE49-F238E27FC236}">
                <a16:creationId xmlns:a16="http://schemas.microsoft.com/office/drawing/2014/main" id="{4EFAC38F-DDF1-4925-92E2-EC7FB5402716}"/>
              </a:ext>
            </a:extLst>
          </p:cNvPr>
          <p:cNvSpPr>
            <a:spLocks noGrp="1"/>
          </p:cNvSpPr>
          <p:nvPr/>
        </p:nvSpPr>
        <p:spPr>
          <a:xfrm>
            <a:off x="8279992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4" name="F2_precision_recall_distributions_4918">
            <a:extLst>
              <a:ext uri="{FF2B5EF4-FFF2-40B4-BE49-F238E27FC236}">
                <a16:creationId xmlns:a16="http://schemas.microsoft.com/office/drawing/2014/main" id="{A97D8BA1-4AE9-438F-84A3-F06ABEC7F3E4}"/>
              </a:ext>
            </a:extLst>
          </p:cNvPr>
          <p:cNvSpPr>
            <a:spLocks noGrp="1"/>
          </p:cNvSpPr>
          <p:nvPr/>
        </p:nvSpPr>
        <p:spPr>
          <a:xfrm>
            <a:off x="841556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5" name="F2_precision_recall_distributions_4919">
            <a:extLst>
              <a:ext uri="{FF2B5EF4-FFF2-40B4-BE49-F238E27FC236}">
                <a16:creationId xmlns:a16="http://schemas.microsoft.com/office/drawing/2014/main" id="{3539A439-56F2-4CAC-826E-A342BA623D5E}"/>
              </a:ext>
            </a:extLst>
          </p:cNvPr>
          <p:cNvSpPr>
            <a:spLocks noGrp="1"/>
          </p:cNvSpPr>
          <p:nvPr/>
        </p:nvSpPr>
        <p:spPr>
          <a:xfrm>
            <a:off x="82654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6" name="F2_precision_recall_distributions_4920">
            <a:extLst>
              <a:ext uri="{FF2B5EF4-FFF2-40B4-BE49-F238E27FC236}">
                <a16:creationId xmlns:a16="http://schemas.microsoft.com/office/drawing/2014/main" id="{E6E8408F-F71E-41AF-9C70-1FC74D1375C7}"/>
              </a:ext>
            </a:extLst>
          </p:cNvPr>
          <p:cNvSpPr>
            <a:spLocks noGrp="1"/>
          </p:cNvSpPr>
          <p:nvPr/>
        </p:nvSpPr>
        <p:spPr>
          <a:xfrm>
            <a:off x="843990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7" name="F2_precision_recall_distributions_4921">
            <a:extLst>
              <a:ext uri="{FF2B5EF4-FFF2-40B4-BE49-F238E27FC236}">
                <a16:creationId xmlns:a16="http://schemas.microsoft.com/office/drawing/2014/main" id="{8EE8951F-0A0A-4F42-8FA9-133261024077}"/>
              </a:ext>
            </a:extLst>
          </p:cNvPr>
          <p:cNvSpPr>
            <a:spLocks noGrp="1"/>
          </p:cNvSpPr>
          <p:nvPr/>
        </p:nvSpPr>
        <p:spPr>
          <a:xfrm>
            <a:off x="84098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8" name="F2_precision_recall_distributions_4922">
            <a:extLst>
              <a:ext uri="{FF2B5EF4-FFF2-40B4-BE49-F238E27FC236}">
                <a16:creationId xmlns:a16="http://schemas.microsoft.com/office/drawing/2014/main" id="{912E4FB7-DC5C-4C7D-A3C5-EB55C31CD285}"/>
              </a:ext>
            </a:extLst>
          </p:cNvPr>
          <p:cNvSpPr>
            <a:spLocks noGrp="1"/>
          </p:cNvSpPr>
          <p:nvPr/>
        </p:nvSpPr>
        <p:spPr>
          <a:xfrm>
            <a:off x="829818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9" name="F2_precision_recall_distributions_4923">
            <a:extLst>
              <a:ext uri="{FF2B5EF4-FFF2-40B4-BE49-F238E27FC236}">
                <a16:creationId xmlns:a16="http://schemas.microsoft.com/office/drawing/2014/main" id="{87366994-D2EC-4A75-9797-0F28C2E94244}"/>
              </a:ext>
            </a:extLst>
          </p:cNvPr>
          <p:cNvSpPr>
            <a:spLocks noGrp="1"/>
          </p:cNvSpPr>
          <p:nvPr/>
        </p:nvSpPr>
        <p:spPr>
          <a:xfrm>
            <a:off x="8141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0" name="F2_precision_recall_distributions_4924">
            <a:extLst>
              <a:ext uri="{FF2B5EF4-FFF2-40B4-BE49-F238E27FC236}">
                <a16:creationId xmlns:a16="http://schemas.microsoft.com/office/drawing/2014/main" id="{CA31335A-9435-40FC-9895-AF7A54AAEE38}"/>
              </a:ext>
            </a:extLst>
          </p:cNvPr>
          <p:cNvSpPr>
            <a:spLocks noGrp="1"/>
          </p:cNvSpPr>
          <p:nvPr/>
        </p:nvSpPr>
        <p:spPr>
          <a:xfrm>
            <a:off x="8260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1" name="F2_precision_recall_distributions_4925">
            <a:extLst>
              <a:ext uri="{FF2B5EF4-FFF2-40B4-BE49-F238E27FC236}">
                <a16:creationId xmlns:a16="http://schemas.microsoft.com/office/drawing/2014/main" id="{5B857267-D3B9-469C-BB21-CB0BE95AA52C}"/>
              </a:ext>
            </a:extLst>
          </p:cNvPr>
          <p:cNvSpPr>
            <a:spLocks noGrp="1"/>
          </p:cNvSpPr>
          <p:nvPr/>
        </p:nvSpPr>
        <p:spPr>
          <a:xfrm>
            <a:off x="83438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2" name="F2_precision_recall_distributions_4926">
            <a:extLst>
              <a:ext uri="{FF2B5EF4-FFF2-40B4-BE49-F238E27FC236}">
                <a16:creationId xmlns:a16="http://schemas.microsoft.com/office/drawing/2014/main" id="{00501A8C-4E53-4D9F-A11B-DA5B12E78BFC}"/>
              </a:ext>
            </a:extLst>
          </p:cNvPr>
          <p:cNvSpPr>
            <a:spLocks noGrp="1"/>
          </p:cNvSpPr>
          <p:nvPr/>
        </p:nvSpPr>
        <p:spPr>
          <a:xfrm>
            <a:off x="8285636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3" name="F2_precision_recall_distributions_4927">
            <a:extLst>
              <a:ext uri="{FF2B5EF4-FFF2-40B4-BE49-F238E27FC236}">
                <a16:creationId xmlns:a16="http://schemas.microsoft.com/office/drawing/2014/main" id="{CDD3BD2A-C3B1-4BA5-97DE-79777F1F897F}"/>
              </a:ext>
            </a:extLst>
          </p:cNvPr>
          <p:cNvSpPr>
            <a:spLocks noGrp="1"/>
          </p:cNvSpPr>
          <p:nvPr/>
        </p:nvSpPr>
        <p:spPr>
          <a:xfrm>
            <a:off x="82510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4" name="F2_precision_recall_distributions_4928">
            <a:extLst>
              <a:ext uri="{FF2B5EF4-FFF2-40B4-BE49-F238E27FC236}">
                <a16:creationId xmlns:a16="http://schemas.microsoft.com/office/drawing/2014/main" id="{9D8C125D-F49E-4C65-AAC2-6C0E9015E614}"/>
              </a:ext>
            </a:extLst>
          </p:cNvPr>
          <p:cNvSpPr>
            <a:spLocks noGrp="1"/>
          </p:cNvSpPr>
          <p:nvPr/>
        </p:nvSpPr>
        <p:spPr>
          <a:xfrm>
            <a:off x="825328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5" name="F2_precision_recall_distributions_4929">
            <a:extLst>
              <a:ext uri="{FF2B5EF4-FFF2-40B4-BE49-F238E27FC236}">
                <a16:creationId xmlns:a16="http://schemas.microsoft.com/office/drawing/2014/main" id="{DBC3F8F1-5018-4881-8A23-4AA95D22E20A}"/>
              </a:ext>
            </a:extLst>
          </p:cNvPr>
          <p:cNvSpPr>
            <a:spLocks noGrp="1"/>
          </p:cNvSpPr>
          <p:nvPr/>
        </p:nvSpPr>
        <p:spPr>
          <a:xfrm>
            <a:off x="8325995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6" name="F2_precision_recall_distributions_4930">
            <a:extLst>
              <a:ext uri="{FF2B5EF4-FFF2-40B4-BE49-F238E27FC236}">
                <a16:creationId xmlns:a16="http://schemas.microsoft.com/office/drawing/2014/main" id="{8541B79C-0BB5-430F-AF97-A32EBAB9BA6D}"/>
              </a:ext>
            </a:extLst>
          </p:cNvPr>
          <p:cNvSpPr>
            <a:spLocks noGrp="1"/>
          </p:cNvSpPr>
          <p:nvPr/>
        </p:nvSpPr>
        <p:spPr>
          <a:xfrm>
            <a:off x="81862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7" name="F2_precision_recall_distributions_4931">
            <a:extLst>
              <a:ext uri="{FF2B5EF4-FFF2-40B4-BE49-F238E27FC236}">
                <a16:creationId xmlns:a16="http://schemas.microsoft.com/office/drawing/2014/main" id="{6F2C1B89-2D32-4EEE-944D-9D3D92D48D15}"/>
              </a:ext>
            </a:extLst>
          </p:cNvPr>
          <p:cNvSpPr>
            <a:spLocks noGrp="1"/>
          </p:cNvSpPr>
          <p:nvPr/>
        </p:nvSpPr>
        <p:spPr>
          <a:xfrm>
            <a:off x="833123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8" name="F2_precision_recall_distributions_4932">
            <a:extLst>
              <a:ext uri="{FF2B5EF4-FFF2-40B4-BE49-F238E27FC236}">
                <a16:creationId xmlns:a16="http://schemas.microsoft.com/office/drawing/2014/main" id="{F1736194-7423-4003-90E7-4A9C3ED99160}"/>
              </a:ext>
            </a:extLst>
          </p:cNvPr>
          <p:cNvSpPr>
            <a:spLocks noGrp="1"/>
          </p:cNvSpPr>
          <p:nvPr/>
        </p:nvSpPr>
        <p:spPr>
          <a:xfrm>
            <a:off x="8501681" y="3370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9" name="F2_precision_recall_distributions_4933">
            <a:extLst>
              <a:ext uri="{FF2B5EF4-FFF2-40B4-BE49-F238E27FC236}">
                <a16:creationId xmlns:a16="http://schemas.microsoft.com/office/drawing/2014/main" id="{478BD53C-430D-4471-974C-E079355D488A}"/>
              </a:ext>
            </a:extLst>
          </p:cNvPr>
          <p:cNvSpPr>
            <a:spLocks noGrp="1"/>
          </p:cNvSpPr>
          <p:nvPr/>
        </p:nvSpPr>
        <p:spPr>
          <a:xfrm>
            <a:off x="8139940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0" name="F2_precision_recall_distributions_4934">
            <a:extLst>
              <a:ext uri="{FF2B5EF4-FFF2-40B4-BE49-F238E27FC236}">
                <a16:creationId xmlns:a16="http://schemas.microsoft.com/office/drawing/2014/main" id="{0B2EE20B-D99E-444D-AF86-5C4017ABD71B}"/>
              </a:ext>
            </a:extLst>
          </p:cNvPr>
          <p:cNvSpPr>
            <a:spLocks noGrp="1"/>
          </p:cNvSpPr>
          <p:nvPr/>
        </p:nvSpPr>
        <p:spPr>
          <a:xfrm>
            <a:off x="825111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1" name="F2_precision_recall_distributions_4935">
            <a:extLst>
              <a:ext uri="{FF2B5EF4-FFF2-40B4-BE49-F238E27FC236}">
                <a16:creationId xmlns:a16="http://schemas.microsoft.com/office/drawing/2014/main" id="{D461BA71-8DE7-4397-BC2A-56FCA2F46913}"/>
              </a:ext>
            </a:extLst>
          </p:cNvPr>
          <p:cNvSpPr>
            <a:spLocks noGrp="1"/>
          </p:cNvSpPr>
          <p:nvPr/>
        </p:nvSpPr>
        <p:spPr>
          <a:xfrm>
            <a:off x="8357144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2" name="F2_precision_recall_distributions_4936">
            <a:extLst>
              <a:ext uri="{FF2B5EF4-FFF2-40B4-BE49-F238E27FC236}">
                <a16:creationId xmlns:a16="http://schemas.microsoft.com/office/drawing/2014/main" id="{182D2883-2BF9-4E03-BEF9-7746C83B914E}"/>
              </a:ext>
            </a:extLst>
          </p:cNvPr>
          <p:cNvSpPr>
            <a:spLocks noGrp="1"/>
          </p:cNvSpPr>
          <p:nvPr/>
        </p:nvSpPr>
        <p:spPr>
          <a:xfrm>
            <a:off x="84899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3" name="F2_precision_recall_distributions_4937">
            <a:extLst>
              <a:ext uri="{FF2B5EF4-FFF2-40B4-BE49-F238E27FC236}">
                <a16:creationId xmlns:a16="http://schemas.microsoft.com/office/drawing/2014/main" id="{2C594106-5F27-4079-876C-E829172DC1B1}"/>
              </a:ext>
            </a:extLst>
          </p:cNvPr>
          <p:cNvSpPr>
            <a:spLocks noGrp="1"/>
          </p:cNvSpPr>
          <p:nvPr/>
        </p:nvSpPr>
        <p:spPr>
          <a:xfrm>
            <a:off x="84124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4" name="F2_precision_recall_distributions_4938">
            <a:extLst>
              <a:ext uri="{FF2B5EF4-FFF2-40B4-BE49-F238E27FC236}">
                <a16:creationId xmlns:a16="http://schemas.microsoft.com/office/drawing/2014/main" id="{059EDB46-5313-4A03-B04E-F9A1D33D7909}"/>
              </a:ext>
            </a:extLst>
          </p:cNvPr>
          <p:cNvSpPr>
            <a:spLocks noGrp="1"/>
          </p:cNvSpPr>
          <p:nvPr/>
        </p:nvSpPr>
        <p:spPr>
          <a:xfrm>
            <a:off x="824042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5" name="F2_precision_recall_distributions_4939">
            <a:extLst>
              <a:ext uri="{FF2B5EF4-FFF2-40B4-BE49-F238E27FC236}">
                <a16:creationId xmlns:a16="http://schemas.microsoft.com/office/drawing/2014/main" id="{D6F6F7A6-D167-443F-8805-291B969C1C23}"/>
              </a:ext>
            </a:extLst>
          </p:cNvPr>
          <p:cNvSpPr>
            <a:spLocks noGrp="1"/>
          </p:cNvSpPr>
          <p:nvPr/>
        </p:nvSpPr>
        <p:spPr>
          <a:xfrm>
            <a:off x="813688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6" name="F2_precision_recall_distributions_4940">
            <a:extLst>
              <a:ext uri="{FF2B5EF4-FFF2-40B4-BE49-F238E27FC236}">
                <a16:creationId xmlns:a16="http://schemas.microsoft.com/office/drawing/2014/main" id="{094E8725-2CE6-419D-B2A4-85698CA28C12}"/>
              </a:ext>
            </a:extLst>
          </p:cNvPr>
          <p:cNvSpPr>
            <a:spLocks noGrp="1"/>
          </p:cNvSpPr>
          <p:nvPr/>
        </p:nvSpPr>
        <p:spPr>
          <a:xfrm>
            <a:off x="8370364" y="2982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7" name="F2_precision_recall_distributions_4941">
            <a:extLst>
              <a:ext uri="{FF2B5EF4-FFF2-40B4-BE49-F238E27FC236}">
                <a16:creationId xmlns:a16="http://schemas.microsoft.com/office/drawing/2014/main" id="{4D758EF7-A9BB-4891-BAFF-E30323EA0281}"/>
              </a:ext>
            </a:extLst>
          </p:cNvPr>
          <p:cNvSpPr>
            <a:spLocks noGrp="1"/>
          </p:cNvSpPr>
          <p:nvPr/>
        </p:nvSpPr>
        <p:spPr>
          <a:xfrm>
            <a:off x="81623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8" name="F2_precision_recall_distributions_4942">
            <a:extLst>
              <a:ext uri="{FF2B5EF4-FFF2-40B4-BE49-F238E27FC236}">
                <a16:creationId xmlns:a16="http://schemas.microsoft.com/office/drawing/2014/main" id="{678D0B25-C982-4984-8AEC-C3B9F0BECC1D}"/>
              </a:ext>
            </a:extLst>
          </p:cNvPr>
          <p:cNvSpPr>
            <a:spLocks noGrp="1"/>
          </p:cNvSpPr>
          <p:nvPr/>
        </p:nvSpPr>
        <p:spPr>
          <a:xfrm>
            <a:off x="82194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9" name="F2_precision_recall_distributions_4943">
            <a:extLst>
              <a:ext uri="{FF2B5EF4-FFF2-40B4-BE49-F238E27FC236}">
                <a16:creationId xmlns:a16="http://schemas.microsoft.com/office/drawing/2014/main" id="{E85973D2-A83E-4A53-9BDC-30038977BFFD}"/>
              </a:ext>
            </a:extLst>
          </p:cNvPr>
          <p:cNvSpPr>
            <a:spLocks noGrp="1"/>
          </p:cNvSpPr>
          <p:nvPr/>
        </p:nvSpPr>
        <p:spPr>
          <a:xfrm>
            <a:off x="8198567" y="3416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0" name="F2_precision_recall_distributions_4944">
            <a:extLst>
              <a:ext uri="{FF2B5EF4-FFF2-40B4-BE49-F238E27FC236}">
                <a16:creationId xmlns:a16="http://schemas.microsoft.com/office/drawing/2014/main" id="{F8D5DA81-804B-4031-9D19-D392755C8E01}"/>
              </a:ext>
            </a:extLst>
          </p:cNvPr>
          <p:cNvSpPr>
            <a:spLocks noGrp="1"/>
          </p:cNvSpPr>
          <p:nvPr/>
        </p:nvSpPr>
        <p:spPr>
          <a:xfrm>
            <a:off x="848649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1" name="F2_precision_recall_distributions_4945">
            <a:extLst>
              <a:ext uri="{FF2B5EF4-FFF2-40B4-BE49-F238E27FC236}">
                <a16:creationId xmlns:a16="http://schemas.microsoft.com/office/drawing/2014/main" id="{D2CB58FC-A74D-4D2B-BC28-502BC6D81B97}"/>
              </a:ext>
            </a:extLst>
          </p:cNvPr>
          <p:cNvSpPr>
            <a:spLocks noGrp="1"/>
          </p:cNvSpPr>
          <p:nvPr/>
        </p:nvSpPr>
        <p:spPr>
          <a:xfrm>
            <a:off x="849236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2" name="F2_precision_recall_distributions_4946">
            <a:extLst>
              <a:ext uri="{FF2B5EF4-FFF2-40B4-BE49-F238E27FC236}">
                <a16:creationId xmlns:a16="http://schemas.microsoft.com/office/drawing/2014/main" id="{0B8CB5E8-51BE-4CBE-958E-A9BF4738FCE7}"/>
              </a:ext>
            </a:extLst>
          </p:cNvPr>
          <p:cNvSpPr>
            <a:spLocks noGrp="1"/>
          </p:cNvSpPr>
          <p:nvPr/>
        </p:nvSpPr>
        <p:spPr>
          <a:xfrm>
            <a:off x="8436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3" name="F2_precision_recall_distributions_4947">
            <a:extLst>
              <a:ext uri="{FF2B5EF4-FFF2-40B4-BE49-F238E27FC236}">
                <a16:creationId xmlns:a16="http://schemas.microsoft.com/office/drawing/2014/main" id="{01341D55-4D26-49A2-AAE8-084229A73F91}"/>
              </a:ext>
            </a:extLst>
          </p:cNvPr>
          <p:cNvSpPr>
            <a:spLocks noGrp="1"/>
          </p:cNvSpPr>
          <p:nvPr/>
        </p:nvSpPr>
        <p:spPr>
          <a:xfrm>
            <a:off x="8187669" y="28725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4" name="F2_precision_recall_distributions_4948">
            <a:extLst>
              <a:ext uri="{FF2B5EF4-FFF2-40B4-BE49-F238E27FC236}">
                <a16:creationId xmlns:a16="http://schemas.microsoft.com/office/drawing/2014/main" id="{D8773740-9058-4DA1-84E9-83473EB860D0}"/>
              </a:ext>
            </a:extLst>
          </p:cNvPr>
          <p:cNvSpPr>
            <a:spLocks noGrp="1"/>
          </p:cNvSpPr>
          <p:nvPr/>
        </p:nvSpPr>
        <p:spPr>
          <a:xfrm>
            <a:off x="84090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5" name="F2_precision_recall_distributions_4949">
            <a:extLst>
              <a:ext uri="{FF2B5EF4-FFF2-40B4-BE49-F238E27FC236}">
                <a16:creationId xmlns:a16="http://schemas.microsoft.com/office/drawing/2014/main" id="{5F5B7EB8-0FE6-40DD-8306-B069D4E0D605}"/>
              </a:ext>
            </a:extLst>
          </p:cNvPr>
          <p:cNvSpPr>
            <a:spLocks noGrp="1"/>
          </p:cNvSpPr>
          <p:nvPr/>
        </p:nvSpPr>
        <p:spPr>
          <a:xfrm>
            <a:off x="8377082" y="3686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6" name="F2_precision_recall_distributions_4950">
            <a:extLst>
              <a:ext uri="{FF2B5EF4-FFF2-40B4-BE49-F238E27FC236}">
                <a16:creationId xmlns:a16="http://schemas.microsoft.com/office/drawing/2014/main" id="{5C21C800-5068-4EE3-B45D-FBE13FC8DA01}"/>
              </a:ext>
            </a:extLst>
          </p:cNvPr>
          <p:cNvSpPr>
            <a:spLocks noGrp="1"/>
          </p:cNvSpPr>
          <p:nvPr/>
        </p:nvSpPr>
        <p:spPr>
          <a:xfrm>
            <a:off x="840425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7" name="F2_precision_recall_distributions_4951">
            <a:extLst>
              <a:ext uri="{FF2B5EF4-FFF2-40B4-BE49-F238E27FC236}">
                <a16:creationId xmlns:a16="http://schemas.microsoft.com/office/drawing/2014/main" id="{D79B3990-4706-47A5-8EAA-356584E67455}"/>
              </a:ext>
            </a:extLst>
          </p:cNvPr>
          <p:cNvSpPr>
            <a:spLocks noGrp="1"/>
          </p:cNvSpPr>
          <p:nvPr/>
        </p:nvSpPr>
        <p:spPr>
          <a:xfrm>
            <a:off x="8349765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8" name="F2_precision_recall_distributions_4952">
            <a:extLst>
              <a:ext uri="{FF2B5EF4-FFF2-40B4-BE49-F238E27FC236}">
                <a16:creationId xmlns:a16="http://schemas.microsoft.com/office/drawing/2014/main" id="{1FCB85F5-9C20-462B-8B62-BCCBB068771E}"/>
              </a:ext>
            </a:extLst>
          </p:cNvPr>
          <p:cNvSpPr>
            <a:spLocks noGrp="1"/>
          </p:cNvSpPr>
          <p:nvPr/>
        </p:nvSpPr>
        <p:spPr>
          <a:xfrm>
            <a:off x="81410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9" name="F2_precision_recall_distributions_4953">
            <a:extLst>
              <a:ext uri="{FF2B5EF4-FFF2-40B4-BE49-F238E27FC236}">
                <a16:creationId xmlns:a16="http://schemas.microsoft.com/office/drawing/2014/main" id="{FE3B3B45-BAD4-4500-9DEB-C4A000BAA53C}"/>
              </a:ext>
            </a:extLst>
          </p:cNvPr>
          <p:cNvSpPr>
            <a:spLocks noGrp="1"/>
          </p:cNvSpPr>
          <p:nvPr/>
        </p:nvSpPr>
        <p:spPr>
          <a:xfrm>
            <a:off x="848768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0" name="F2_precision_recall_distributions_4954">
            <a:extLst>
              <a:ext uri="{FF2B5EF4-FFF2-40B4-BE49-F238E27FC236}">
                <a16:creationId xmlns:a16="http://schemas.microsoft.com/office/drawing/2014/main" id="{971BB488-45EF-4BDC-BFD1-45A032B6085D}"/>
              </a:ext>
            </a:extLst>
          </p:cNvPr>
          <p:cNvSpPr>
            <a:spLocks noGrp="1"/>
          </p:cNvSpPr>
          <p:nvPr/>
        </p:nvSpPr>
        <p:spPr>
          <a:xfrm>
            <a:off x="81941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1" name="F2_precision_recall_distributions_4955">
            <a:extLst>
              <a:ext uri="{FF2B5EF4-FFF2-40B4-BE49-F238E27FC236}">
                <a16:creationId xmlns:a16="http://schemas.microsoft.com/office/drawing/2014/main" id="{93B2F989-6CC8-4605-BE32-D0A53BF8684C}"/>
              </a:ext>
            </a:extLst>
          </p:cNvPr>
          <p:cNvSpPr>
            <a:spLocks noGrp="1"/>
          </p:cNvSpPr>
          <p:nvPr/>
        </p:nvSpPr>
        <p:spPr>
          <a:xfrm>
            <a:off x="831589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2" name="F2_precision_recall_distributions_4956">
            <a:extLst>
              <a:ext uri="{FF2B5EF4-FFF2-40B4-BE49-F238E27FC236}">
                <a16:creationId xmlns:a16="http://schemas.microsoft.com/office/drawing/2014/main" id="{EA0F8AB7-6FB4-4456-A1A1-CE6A876D3B13}"/>
              </a:ext>
            </a:extLst>
          </p:cNvPr>
          <p:cNvSpPr>
            <a:spLocks noGrp="1"/>
          </p:cNvSpPr>
          <p:nvPr/>
        </p:nvSpPr>
        <p:spPr>
          <a:xfrm>
            <a:off x="8288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3" name="F2_precision_recall_distributions_4957">
            <a:extLst>
              <a:ext uri="{FF2B5EF4-FFF2-40B4-BE49-F238E27FC236}">
                <a16:creationId xmlns:a16="http://schemas.microsoft.com/office/drawing/2014/main" id="{90DA2435-4E32-4F41-9DD0-3AF2C03C222B}"/>
              </a:ext>
            </a:extLst>
          </p:cNvPr>
          <p:cNvSpPr>
            <a:spLocks noGrp="1"/>
          </p:cNvSpPr>
          <p:nvPr/>
        </p:nvSpPr>
        <p:spPr>
          <a:xfrm>
            <a:off x="8304712" y="32184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4" name="F2_precision_recall_distributions_4958">
            <a:extLst>
              <a:ext uri="{FF2B5EF4-FFF2-40B4-BE49-F238E27FC236}">
                <a16:creationId xmlns:a16="http://schemas.microsoft.com/office/drawing/2014/main" id="{5D30A6C9-E066-40D3-A757-1E87B554C661}"/>
              </a:ext>
            </a:extLst>
          </p:cNvPr>
          <p:cNvSpPr>
            <a:spLocks noGrp="1"/>
          </p:cNvSpPr>
          <p:nvPr/>
        </p:nvSpPr>
        <p:spPr>
          <a:xfrm>
            <a:off x="8359254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5" name="F2_precision_recall_distributions_4959">
            <a:extLst>
              <a:ext uri="{FF2B5EF4-FFF2-40B4-BE49-F238E27FC236}">
                <a16:creationId xmlns:a16="http://schemas.microsoft.com/office/drawing/2014/main" id="{F5A9D1B0-AF44-4D78-B821-B077F464A8C5}"/>
              </a:ext>
            </a:extLst>
          </p:cNvPr>
          <p:cNvSpPr>
            <a:spLocks noGrp="1"/>
          </p:cNvSpPr>
          <p:nvPr/>
        </p:nvSpPr>
        <p:spPr>
          <a:xfrm>
            <a:off x="83453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6" name="F2_precision_recall_distributions_4960">
            <a:extLst>
              <a:ext uri="{FF2B5EF4-FFF2-40B4-BE49-F238E27FC236}">
                <a16:creationId xmlns:a16="http://schemas.microsoft.com/office/drawing/2014/main" id="{A21DFE9F-F409-4526-BD9D-9A5B637C6A14}"/>
              </a:ext>
            </a:extLst>
          </p:cNvPr>
          <p:cNvSpPr>
            <a:spLocks noGrp="1"/>
          </p:cNvSpPr>
          <p:nvPr/>
        </p:nvSpPr>
        <p:spPr>
          <a:xfrm>
            <a:off x="845928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7" name="F2_precision_recall_distributions_4961">
            <a:extLst>
              <a:ext uri="{FF2B5EF4-FFF2-40B4-BE49-F238E27FC236}">
                <a16:creationId xmlns:a16="http://schemas.microsoft.com/office/drawing/2014/main" id="{403ED5DB-26D3-4B25-A706-AD8032035C66}"/>
              </a:ext>
            </a:extLst>
          </p:cNvPr>
          <p:cNvSpPr>
            <a:spLocks noGrp="1"/>
          </p:cNvSpPr>
          <p:nvPr/>
        </p:nvSpPr>
        <p:spPr>
          <a:xfrm>
            <a:off x="836577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8" name="F2_precision_recall_distributions_4962">
            <a:extLst>
              <a:ext uri="{FF2B5EF4-FFF2-40B4-BE49-F238E27FC236}">
                <a16:creationId xmlns:a16="http://schemas.microsoft.com/office/drawing/2014/main" id="{084A9B03-9718-4C77-92A5-B241E53181F2}"/>
              </a:ext>
            </a:extLst>
          </p:cNvPr>
          <p:cNvSpPr>
            <a:spLocks noGrp="1"/>
          </p:cNvSpPr>
          <p:nvPr/>
        </p:nvSpPr>
        <p:spPr>
          <a:xfrm>
            <a:off x="8440608" y="29922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9" name="F2_precision_recall_distributions_4963">
            <a:extLst>
              <a:ext uri="{FF2B5EF4-FFF2-40B4-BE49-F238E27FC236}">
                <a16:creationId xmlns:a16="http://schemas.microsoft.com/office/drawing/2014/main" id="{7522CC94-45DD-417F-9C71-29340A00F8EF}"/>
              </a:ext>
            </a:extLst>
          </p:cNvPr>
          <p:cNvSpPr>
            <a:spLocks noGrp="1"/>
          </p:cNvSpPr>
          <p:nvPr/>
        </p:nvSpPr>
        <p:spPr>
          <a:xfrm>
            <a:off x="8322506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0" name="F2_precision_recall_distributions_4964">
            <a:extLst>
              <a:ext uri="{FF2B5EF4-FFF2-40B4-BE49-F238E27FC236}">
                <a16:creationId xmlns:a16="http://schemas.microsoft.com/office/drawing/2014/main" id="{9D98C596-E05F-49B8-9FF2-C73680E60625}"/>
              </a:ext>
            </a:extLst>
          </p:cNvPr>
          <p:cNvSpPr>
            <a:spLocks noGrp="1"/>
          </p:cNvSpPr>
          <p:nvPr/>
        </p:nvSpPr>
        <p:spPr>
          <a:xfrm>
            <a:off x="835331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1" name="F2_precision_recall_distributions_4965">
            <a:extLst>
              <a:ext uri="{FF2B5EF4-FFF2-40B4-BE49-F238E27FC236}">
                <a16:creationId xmlns:a16="http://schemas.microsoft.com/office/drawing/2014/main" id="{8119EB95-B9AF-4FC0-8B20-34715206819A}"/>
              </a:ext>
            </a:extLst>
          </p:cNvPr>
          <p:cNvSpPr>
            <a:spLocks noGrp="1"/>
          </p:cNvSpPr>
          <p:nvPr/>
        </p:nvSpPr>
        <p:spPr>
          <a:xfrm>
            <a:off x="8143015" y="3413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2" name="F2_precision_recall_distributions_4966">
            <a:extLst>
              <a:ext uri="{FF2B5EF4-FFF2-40B4-BE49-F238E27FC236}">
                <a16:creationId xmlns:a16="http://schemas.microsoft.com/office/drawing/2014/main" id="{B0085F31-9EBB-4070-A83A-36CEE413B085}"/>
              </a:ext>
            </a:extLst>
          </p:cNvPr>
          <p:cNvSpPr>
            <a:spLocks noGrp="1"/>
          </p:cNvSpPr>
          <p:nvPr/>
        </p:nvSpPr>
        <p:spPr>
          <a:xfrm>
            <a:off x="81872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3" name="F2_precision_recall_distributions_4967">
            <a:extLst>
              <a:ext uri="{FF2B5EF4-FFF2-40B4-BE49-F238E27FC236}">
                <a16:creationId xmlns:a16="http://schemas.microsoft.com/office/drawing/2014/main" id="{4BFA43AE-30BB-420C-9DF0-A59DBE4E58DF}"/>
              </a:ext>
            </a:extLst>
          </p:cNvPr>
          <p:cNvSpPr>
            <a:spLocks noGrp="1"/>
          </p:cNvSpPr>
          <p:nvPr/>
        </p:nvSpPr>
        <p:spPr>
          <a:xfrm>
            <a:off x="81692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4" name="F2_precision_recall_distributions_4968">
            <a:extLst>
              <a:ext uri="{FF2B5EF4-FFF2-40B4-BE49-F238E27FC236}">
                <a16:creationId xmlns:a16="http://schemas.microsoft.com/office/drawing/2014/main" id="{C5E43EDE-AB68-4D84-B244-89DA70D4D239}"/>
              </a:ext>
            </a:extLst>
          </p:cNvPr>
          <p:cNvSpPr>
            <a:spLocks noGrp="1"/>
          </p:cNvSpPr>
          <p:nvPr/>
        </p:nvSpPr>
        <p:spPr>
          <a:xfrm>
            <a:off x="824419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5" name="F2_precision_recall_distributions_4969">
            <a:extLst>
              <a:ext uri="{FF2B5EF4-FFF2-40B4-BE49-F238E27FC236}">
                <a16:creationId xmlns:a16="http://schemas.microsoft.com/office/drawing/2014/main" id="{26815875-807D-4DA5-9392-7B32B3E9D02A}"/>
              </a:ext>
            </a:extLst>
          </p:cNvPr>
          <p:cNvSpPr>
            <a:spLocks noGrp="1"/>
          </p:cNvSpPr>
          <p:nvPr/>
        </p:nvSpPr>
        <p:spPr>
          <a:xfrm>
            <a:off x="83765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6" name="F2_precision_recall_distributions_4970">
            <a:extLst>
              <a:ext uri="{FF2B5EF4-FFF2-40B4-BE49-F238E27FC236}">
                <a16:creationId xmlns:a16="http://schemas.microsoft.com/office/drawing/2014/main" id="{526D45A4-9C00-4753-B3C2-82F615AF60BC}"/>
              </a:ext>
            </a:extLst>
          </p:cNvPr>
          <p:cNvSpPr>
            <a:spLocks noGrp="1"/>
          </p:cNvSpPr>
          <p:nvPr/>
        </p:nvSpPr>
        <p:spPr>
          <a:xfrm>
            <a:off x="81603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7" name="F2_precision_recall_distributions_4971">
            <a:extLst>
              <a:ext uri="{FF2B5EF4-FFF2-40B4-BE49-F238E27FC236}">
                <a16:creationId xmlns:a16="http://schemas.microsoft.com/office/drawing/2014/main" id="{3CF68C36-CBA5-48AC-9B4F-76C32FBEFD46}"/>
              </a:ext>
            </a:extLst>
          </p:cNvPr>
          <p:cNvSpPr>
            <a:spLocks noGrp="1"/>
          </p:cNvSpPr>
          <p:nvPr/>
        </p:nvSpPr>
        <p:spPr>
          <a:xfrm>
            <a:off x="841177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8" name="F2_precision_recall_distributions_4972">
            <a:extLst>
              <a:ext uri="{FF2B5EF4-FFF2-40B4-BE49-F238E27FC236}">
                <a16:creationId xmlns:a16="http://schemas.microsoft.com/office/drawing/2014/main" id="{CB01FD56-08C0-4059-B2E7-52F32BC7B287}"/>
              </a:ext>
            </a:extLst>
          </p:cNvPr>
          <p:cNvSpPr>
            <a:spLocks noGrp="1"/>
          </p:cNvSpPr>
          <p:nvPr/>
        </p:nvSpPr>
        <p:spPr>
          <a:xfrm>
            <a:off x="83454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9" name="F2_precision_recall_distributions_4973">
            <a:extLst>
              <a:ext uri="{FF2B5EF4-FFF2-40B4-BE49-F238E27FC236}">
                <a16:creationId xmlns:a16="http://schemas.microsoft.com/office/drawing/2014/main" id="{B0E04781-888E-4044-8F13-391E171443D1}"/>
              </a:ext>
            </a:extLst>
          </p:cNvPr>
          <p:cNvSpPr>
            <a:spLocks noGrp="1"/>
          </p:cNvSpPr>
          <p:nvPr/>
        </p:nvSpPr>
        <p:spPr>
          <a:xfrm>
            <a:off x="82179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0" name="F2_precision_recall_distributions_4974">
            <a:extLst>
              <a:ext uri="{FF2B5EF4-FFF2-40B4-BE49-F238E27FC236}">
                <a16:creationId xmlns:a16="http://schemas.microsoft.com/office/drawing/2014/main" id="{E878DDE0-9E36-4664-BB6D-9CE5156A0D7F}"/>
              </a:ext>
            </a:extLst>
          </p:cNvPr>
          <p:cNvSpPr>
            <a:spLocks noGrp="1"/>
          </p:cNvSpPr>
          <p:nvPr/>
        </p:nvSpPr>
        <p:spPr>
          <a:xfrm>
            <a:off x="8254898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1" name="F2_precision_recall_distributions_4975">
            <a:extLst>
              <a:ext uri="{FF2B5EF4-FFF2-40B4-BE49-F238E27FC236}">
                <a16:creationId xmlns:a16="http://schemas.microsoft.com/office/drawing/2014/main" id="{1C4274A6-458D-4D0F-BB3A-804A013D82CF}"/>
              </a:ext>
            </a:extLst>
          </p:cNvPr>
          <p:cNvSpPr>
            <a:spLocks noGrp="1"/>
          </p:cNvSpPr>
          <p:nvPr/>
        </p:nvSpPr>
        <p:spPr>
          <a:xfrm>
            <a:off x="81673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2" name="F2_precision_recall_distributions_4976">
            <a:extLst>
              <a:ext uri="{FF2B5EF4-FFF2-40B4-BE49-F238E27FC236}">
                <a16:creationId xmlns:a16="http://schemas.microsoft.com/office/drawing/2014/main" id="{76913975-495F-4315-92B7-0183EFA2C3BE}"/>
              </a:ext>
            </a:extLst>
          </p:cNvPr>
          <p:cNvSpPr>
            <a:spLocks noGrp="1"/>
          </p:cNvSpPr>
          <p:nvPr/>
        </p:nvSpPr>
        <p:spPr>
          <a:xfrm>
            <a:off x="82012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3" name="F2_precision_recall_distributions_4977">
            <a:extLst>
              <a:ext uri="{FF2B5EF4-FFF2-40B4-BE49-F238E27FC236}">
                <a16:creationId xmlns:a16="http://schemas.microsoft.com/office/drawing/2014/main" id="{744BE864-13C8-483E-ADFB-323821F359E0}"/>
              </a:ext>
            </a:extLst>
          </p:cNvPr>
          <p:cNvSpPr>
            <a:spLocks noGrp="1"/>
          </p:cNvSpPr>
          <p:nvPr/>
        </p:nvSpPr>
        <p:spPr>
          <a:xfrm>
            <a:off x="848411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4" name="F2_precision_recall_distributions_4978">
            <a:extLst>
              <a:ext uri="{FF2B5EF4-FFF2-40B4-BE49-F238E27FC236}">
                <a16:creationId xmlns:a16="http://schemas.microsoft.com/office/drawing/2014/main" id="{3DD898B0-FD99-4A6F-A437-DB4EBD85A62D}"/>
              </a:ext>
            </a:extLst>
          </p:cNvPr>
          <p:cNvSpPr>
            <a:spLocks noGrp="1"/>
          </p:cNvSpPr>
          <p:nvPr/>
        </p:nvSpPr>
        <p:spPr>
          <a:xfrm>
            <a:off x="821873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5" name="F2_precision_recall_distributions_4979">
            <a:extLst>
              <a:ext uri="{FF2B5EF4-FFF2-40B4-BE49-F238E27FC236}">
                <a16:creationId xmlns:a16="http://schemas.microsoft.com/office/drawing/2014/main" id="{5CFC372E-E3FB-43CE-A80D-56CE6E485A1C}"/>
              </a:ext>
            </a:extLst>
          </p:cNvPr>
          <p:cNvSpPr>
            <a:spLocks noGrp="1"/>
          </p:cNvSpPr>
          <p:nvPr/>
        </p:nvSpPr>
        <p:spPr>
          <a:xfrm>
            <a:off x="820474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6" name="F2_precision_recall_distributions_4980">
            <a:extLst>
              <a:ext uri="{FF2B5EF4-FFF2-40B4-BE49-F238E27FC236}">
                <a16:creationId xmlns:a16="http://schemas.microsoft.com/office/drawing/2014/main" id="{7AE73184-10AC-4DBE-A08F-03C3A3D81AB3}"/>
              </a:ext>
            </a:extLst>
          </p:cNvPr>
          <p:cNvSpPr>
            <a:spLocks noGrp="1"/>
          </p:cNvSpPr>
          <p:nvPr/>
        </p:nvSpPr>
        <p:spPr>
          <a:xfrm>
            <a:off x="8274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7" name="F2_precision_recall_distributions_4981">
            <a:extLst>
              <a:ext uri="{FF2B5EF4-FFF2-40B4-BE49-F238E27FC236}">
                <a16:creationId xmlns:a16="http://schemas.microsoft.com/office/drawing/2014/main" id="{28018616-68A6-4A24-A9AB-9EDEDE8F24AE}"/>
              </a:ext>
            </a:extLst>
          </p:cNvPr>
          <p:cNvSpPr>
            <a:spLocks noGrp="1"/>
          </p:cNvSpPr>
          <p:nvPr/>
        </p:nvSpPr>
        <p:spPr>
          <a:xfrm>
            <a:off x="8136240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8" name="F2_precision_recall_distributions_4982">
            <a:extLst>
              <a:ext uri="{FF2B5EF4-FFF2-40B4-BE49-F238E27FC236}">
                <a16:creationId xmlns:a16="http://schemas.microsoft.com/office/drawing/2014/main" id="{A51A7C3F-E179-49D7-B57A-C7E36F27CFF2}"/>
              </a:ext>
            </a:extLst>
          </p:cNvPr>
          <p:cNvSpPr>
            <a:spLocks noGrp="1"/>
          </p:cNvSpPr>
          <p:nvPr/>
        </p:nvSpPr>
        <p:spPr>
          <a:xfrm>
            <a:off x="82367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9" name="F2_precision_recall_distributions_4983">
            <a:extLst>
              <a:ext uri="{FF2B5EF4-FFF2-40B4-BE49-F238E27FC236}">
                <a16:creationId xmlns:a16="http://schemas.microsoft.com/office/drawing/2014/main" id="{CC926E3B-D32B-4CB6-AB7D-5AF829BF3082}"/>
              </a:ext>
            </a:extLst>
          </p:cNvPr>
          <p:cNvSpPr>
            <a:spLocks noGrp="1"/>
          </p:cNvSpPr>
          <p:nvPr/>
        </p:nvSpPr>
        <p:spPr>
          <a:xfrm>
            <a:off x="821607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0" name="F2_precision_recall_distributions_4984">
            <a:extLst>
              <a:ext uri="{FF2B5EF4-FFF2-40B4-BE49-F238E27FC236}">
                <a16:creationId xmlns:a16="http://schemas.microsoft.com/office/drawing/2014/main" id="{30A4608B-AC1C-47E6-9030-F59EBF88EB19}"/>
              </a:ext>
            </a:extLst>
          </p:cNvPr>
          <p:cNvSpPr>
            <a:spLocks noGrp="1"/>
          </p:cNvSpPr>
          <p:nvPr/>
        </p:nvSpPr>
        <p:spPr>
          <a:xfrm>
            <a:off x="8426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1" name="F2_precision_recall_distributions_4985">
            <a:extLst>
              <a:ext uri="{FF2B5EF4-FFF2-40B4-BE49-F238E27FC236}">
                <a16:creationId xmlns:a16="http://schemas.microsoft.com/office/drawing/2014/main" id="{03E2D40F-F437-4F65-8F5F-F48094B86769}"/>
              </a:ext>
            </a:extLst>
          </p:cNvPr>
          <p:cNvSpPr>
            <a:spLocks noGrp="1"/>
          </p:cNvSpPr>
          <p:nvPr/>
        </p:nvSpPr>
        <p:spPr>
          <a:xfrm>
            <a:off x="81670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2" name="F2_precision_recall_distributions_4986">
            <a:extLst>
              <a:ext uri="{FF2B5EF4-FFF2-40B4-BE49-F238E27FC236}">
                <a16:creationId xmlns:a16="http://schemas.microsoft.com/office/drawing/2014/main" id="{4A860170-F351-4476-A94C-FD153B82C6AC}"/>
              </a:ext>
            </a:extLst>
          </p:cNvPr>
          <p:cNvSpPr>
            <a:spLocks noGrp="1"/>
          </p:cNvSpPr>
          <p:nvPr/>
        </p:nvSpPr>
        <p:spPr>
          <a:xfrm>
            <a:off x="81441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3" name="F2_precision_recall_distributions_4987">
            <a:extLst>
              <a:ext uri="{FF2B5EF4-FFF2-40B4-BE49-F238E27FC236}">
                <a16:creationId xmlns:a16="http://schemas.microsoft.com/office/drawing/2014/main" id="{0153D885-108C-4A5D-AA64-CEF28FA33918}"/>
              </a:ext>
            </a:extLst>
          </p:cNvPr>
          <p:cNvSpPr>
            <a:spLocks noGrp="1"/>
          </p:cNvSpPr>
          <p:nvPr/>
        </p:nvSpPr>
        <p:spPr>
          <a:xfrm>
            <a:off x="841395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4" name="F2_precision_recall_distributions_4988">
            <a:extLst>
              <a:ext uri="{FF2B5EF4-FFF2-40B4-BE49-F238E27FC236}">
                <a16:creationId xmlns:a16="http://schemas.microsoft.com/office/drawing/2014/main" id="{BCBE5031-CE54-4433-97CA-08DF0B1C2A44}"/>
              </a:ext>
            </a:extLst>
          </p:cNvPr>
          <p:cNvSpPr>
            <a:spLocks noGrp="1"/>
          </p:cNvSpPr>
          <p:nvPr/>
        </p:nvSpPr>
        <p:spPr>
          <a:xfrm>
            <a:off x="84335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5" name="F2_precision_recall_distributions_4989">
            <a:extLst>
              <a:ext uri="{FF2B5EF4-FFF2-40B4-BE49-F238E27FC236}">
                <a16:creationId xmlns:a16="http://schemas.microsoft.com/office/drawing/2014/main" id="{47C452E3-94A6-46E4-BFB1-05B8E5972C8B}"/>
              </a:ext>
            </a:extLst>
          </p:cNvPr>
          <p:cNvSpPr>
            <a:spLocks noGrp="1"/>
          </p:cNvSpPr>
          <p:nvPr/>
        </p:nvSpPr>
        <p:spPr>
          <a:xfrm>
            <a:off x="816098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6" name="F2_precision_recall_distributions_4990">
            <a:extLst>
              <a:ext uri="{FF2B5EF4-FFF2-40B4-BE49-F238E27FC236}">
                <a16:creationId xmlns:a16="http://schemas.microsoft.com/office/drawing/2014/main" id="{DEF0B4CB-773E-4C79-AFAB-6127ACC239DB}"/>
              </a:ext>
            </a:extLst>
          </p:cNvPr>
          <p:cNvSpPr>
            <a:spLocks noGrp="1"/>
          </p:cNvSpPr>
          <p:nvPr/>
        </p:nvSpPr>
        <p:spPr>
          <a:xfrm>
            <a:off x="84117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7" name="F2_precision_recall_distributions_4991">
            <a:extLst>
              <a:ext uri="{FF2B5EF4-FFF2-40B4-BE49-F238E27FC236}">
                <a16:creationId xmlns:a16="http://schemas.microsoft.com/office/drawing/2014/main" id="{3D995F1A-DED5-4759-A7C2-38EB0C3200A2}"/>
              </a:ext>
            </a:extLst>
          </p:cNvPr>
          <p:cNvSpPr>
            <a:spLocks noGrp="1"/>
          </p:cNvSpPr>
          <p:nvPr/>
        </p:nvSpPr>
        <p:spPr>
          <a:xfrm>
            <a:off x="81352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8" name="F2_precision_recall_distributions_4992">
            <a:extLst>
              <a:ext uri="{FF2B5EF4-FFF2-40B4-BE49-F238E27FC236}">
                <a16:creationId xmlns:a16="http://schemas.microsoft.com/office/drawing/2014/main" id="{E484106A-5EB2-4F15-9A47-6C5B3E6B2F15}"/>
              </a:ext>
            </a:extLst>
          </p:cNvPr>
          <p:cNvSpPr>
            <a:spLocks noGrp="1"/>
          </p:cNvSpPr>
          <p:nvPr/>
        </p:nvSpPr>
        <p:spPr>
          <a:xfrm>
            <a:off x="827631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9" name="F2_precision_recall_distributions_4993">
            <a:extLst>
              <a:ext uri="{FF2B5EF4-FFF2-40B4-BE49-F238E27FC236}">
                <a16:creationId xmlns:a16="http://schemas.microsoft.com/office/drawing/2014/main" id="{D64A0A8D-B881-4317-AD8C-B6559D4EF9D9}"/>
              </a:ext>
            </a:extLst>
          </p:cNvPr>
          <p:cNvSpPr>
            <a:spLocks noGrp="1"/>
          </p:cNvSpPr>
          <p:nvPr/>
        </p:nvSpPr>
        <p:spPr>
          <a:xfrm>
            <a:off x="832789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0" name="F2_precision_recall_distributions_4994">
            <a:extLst>
              <a:ext uri="{FF2B5EF4-FFF2-40B4-BE49-F238E27FC236}">
                <a16:creationId xmlns:a16="http://schemas.microsoft.com/office/drawing/2014/main" id="{8185BE6F-545C-4154-A370-7D9221DE9A7C}"/>
              </a:ext>
            </a:extLst>
          </p:cNvPr>
          <p:cNvSpPr>
            <a:spLocks noGrp="1"/>
          </p:cNvSpPr>
          <p:nvPr/>
        </p:nvSpPr>
        <p:spPr>
          <a:xfrm>
            <a:off x="8259783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1" name="F2_precision_recall_distributions_4995">
            <a:extLst>
              <a:ext uri="{FF2B5EF4-FFF2-40B4-BE49-F238E27FC236}">
                <a16:creationId xmlns:a16="http://schemas.microsoft.com/office/drawing/2014/main" id="{45E4859C-8C4D-4CC8-9B62-AB225CCB978B}"/>
              </a:ext>
            </a:extLst>
          </p:cNvPr>
          <p:cNvSpPr>
            <a:spLocks noGrp="1"/>
          </p:cNvSpPr>
          <p:nvPr/>
        </p:nvSpPr>
        <p:spPr>
          <a:xfrm>
            <a:off x="817474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2" name="F2_precision_recall_distributions_4996">
            <a:extLst>
              <a:ext uri="{FF2B5EF4-FFF2-40B4-BE49-F238E27FC236}">
                <a16:creationId xmlns:a16="http://schemas.microsoft.com/office/drawing/2014/main" id="{0C05D357-57D3-41BE-920D-9E6AC8DDE017}"/>
              </a:ext>
            </a:extLst>
          </p:cNvPr>
          <p:cNvSpPr>
            <a:spLocks noGrp="1"/>
          </p:cNvSpPr>
          <p:nvPr/>
        </p:nvSpPr>
        <p:spPr>
          <a:xfrm>
            <a:off x="8342576" y="360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3" name="F2_precision_recall_distributions_4997">
            <a:extLst>
              <a:ext uri="{FF2B5EF4-FFF2-40B4-BE49-F238E27FC236}">
                <a16:creationId xmlns:a16="http://schemas.microsoft.com/office/drawing/2014/main" id="{8E5980E5-077A-4361-83CA-D820D504ADE7}"/>
              </a:ext>
            </a:extLst>
          </p:cNvPr>
          <p:cNvSpPr>
            <a:spLocks noGrp="1"/>
          </p:cNvSpPr>
          <p:nvPr/>
        </p:nvSpPr>
        <p:spPr>
          <a:xfrm>
            <a:off x="8174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4" name="F2_precision_recall_distributions_4998">
            <a:extLst>
              <a:ext uri="{FF2B5EF4-FFF2-40B4-BE49-F238E27FC236}">
                <a16:creationId xmlns:a16="http://schemas.microsoft.com/office/drawing/2014/main" id="{26FB7DF0-47BC-4B9A-92AB-4BCDBBF6511A}"/>
              </a:ext>
            </a:extLst>
          </p:cNvPr>
          <p:cNvSpPr>
            <a:spLocks noGrp="1"/>
          </p:cNvSpPr>
          <p:nvPr/>
        </p:nvSpPr>
        <p:spPr>
          <a:xfrm>
            <a:off x="850158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5" name="F2_precision_recall_distributions_4999">
            <a:extLst>
              <a:ext uri="{FF2B5EF4-FFF2-40B4-BE49-F238E27FC236}">
                <a16:creationId xmlns:a16="http://schemas.microsoft.com/office/drawing/2014/main" id="{BC313813-C33D-4229-BE17-211A62ED6C93}"/>
              </a:ext>
            </a:extLst>
          </p:cNvPr>
          <p:cNvSpPr>
            <a:spLocks noGrp="1"/>
          </p:cNvSpPr>
          <p:nvPr/>
        </p:nvSpPr>
        <p:spPr>
          <a:xfrm>
            <a:off x="83935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6" name="F2_precision_recall_distributions_5000">
            <a:extLst>
              <a:ext uri="{FF2B5EF4-FFF2-40B4-BE49-F238E27FC236}">
                <a16:creationId xmlns:a16="http://schemas.microsoft.com/office/drawing/2014/main" id="{B9CB3589-3389-4F65-9ABE-4DCE48680BD3}"/>
              </a:ext>
            </a:extLst>
          </p:cNvPr>
          <p:cNvSpPr>
            <a:spLocks noGrp="1"/>
          </p:cNvSpPr>
          <p:nvPr/>
        </p:nvSpPr>
        <p:spPr>
          <a:xfrm>
            <a:off x="82634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7" name="F2_precision_recall_distributions_5001">
            <a:extLst>
              <a:ext uri="{FF2B5EF4-FFF2-40B4-BE49-F238E27FC236}">
                <a16:creationId xmlns:a16="http://schemas.microsoft.com/office/drawing/2014/main" id="{CA197703-F965-44CD-8139-7353D731B223}"/>
              </a:ext>
            </a:extLst>
          </p:cNvPr>
          <p:cNvSpPr>
            <a:spLocks noGrp="1"/>
          </p:cNvSpPr>
          <p:nvPr/>
        </p:nvSpPr>
        <p:spPr>
          <a:xfrm>
            <a:off x="82994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8" name="F2_precision_recall_distributions_5002">
            <a:extLst>
              <a:ext uri="{FF2B5EF4-FFF2-40B4-BE49-F238E27FC236}">
                <a16:creationId xmlns:a16="http://schemas.microsoft.com/office/drawing/2014/main" id="{1229C56D-0970-4E42-A48C-3C084416D42E}"/>
              </a:ext>
            </a:extLst>
          </p:cNvPr>
          <p:cNvSpPr>
            <a:spLocks noGrp="1"/>
          </p:cNvSpPr>
          <p:nvPr/>
        </p:nvSpPr>
        <p:spPr>
          <a:xfrm>
            <a:off x="8396558" y="34558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9" name="F2_precision_recall_distributions_5003">
            <a:extLst>
              <a:ext uri="{FF2B5EF4-FFF2-40B4-BE49-F238E27FC236}">
                <a16:creationId xmlns:a16="http://schemas.microsoft.com/office/drawing/2014/main" id="{E9339D82-3538-4338-A5C5-2BADAA2F86F8}"/>
              </a:ext>
            </a:extLst>
          </p:cNvPr>
          <p:cNvSpPr>
            <a:spLocks noGrp="1"/>
          </p:cNvSpPr>
          <p:nvPr/>
        </p:nvSpPr>
        <p:spPr>
          <a:xfrm>
            <a:off x="8241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0" name="F2_precision_recall_distributions_5004">
            <a:extLst>
              <a:ext uri="{FF2B5EF4-FFF2-40B4-BE49-F238E27FC236}">
                <a16:creationId xmlns:a16="http://schemas.microsoft.com/office/drawing/2014/main" id="{74819684-B8C1-43A6-A97A-767AFF119A57}"/>
              </a:ext>
            </a:extLst>
          </p:cNvPr>
          <p:cNvSpPr>
            <a:spLocks noGrp="1"/>
          </p:cNvSpPr>
          <p:nvPr/>
        </p:nvSpPr>
        <p:spPr>
          <a:xfrm>
            <a:off x="8308055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1" name="F2_precision_recall_distributions_5005">
            <a:extLst>
              <a:ext uri="{FF2B5EF4-FFF2-40B4-BE49-F238E27FC236}">
                <a16:creationId xmlns:a16="http://schemas.microsoft.com/office/drawing/2014/main" id="{222ADD27-3EFC-4185-8FDB-9B301BAA4293}"/>
              </a:ext>
            </a:extLst>
          </p:cNvPr>
          <p:cNvSpPr>
            <a:spLocks noGrp="1"/>
          </p:cNvSpPr>
          <p:nvPr/>
        </p:nvSpPr>
        <p:spPr>
          <a:xfrm>
            <a:off x="840801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2" name="F2_precision_recall_distributions_5006">
            <a:extLst>
              <a:ext uri="{FF2B5EF4-FFF2-40B4-BE49-F238E27FC236}">
                <a16:creationId xmlns:a16="http://schemas.microsoft.com/office/drawing/2014/main" id="{8235B076-22A2-437A-AEDA-D1F11BBB0B4F}"/>
              </a:ext>
            </a:extLst>
          </p:cNvPr>
          <p:cNvSpPr>
            <a:spLocks noGrp="1"/>
          </p:cNvSpPr>
          <p:nvPr/>
        </p:nvSpPr>
        <p:spPr>
          <a:xfrm>
            <a:off x="8480088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3" name="F2_precision_recall_distributions_5007">
            <a:extLst>
              <a:ext uri="{FF2B5EF4-FFF2-40B4-BE49-F238E27FC236}">
                <a16:creationId xmlns:a16="http://schemas.microsoft.com/office/drawing/2014/main" id="{399D9C97-9D09-4A2B-A372-A677B451B12D}"/>
              </a:ext>
            </a:extLst>
          </p:cNvPr>
          <p:cNvSpPr>
            <a:spLocks noGrp="1"/>
          </p:cNvSpPr>
          <p:nvPr/>
        </p:nvSpPr>
        <p:spPr>
          <a:xfrm>
            <a:off x="8378236" y="34679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4" name="F2_precision_recall_distributions_5008">
            <a:extLst>
              <a:ext uri="{FF2B5EF4-FFF2-40B4-BE49-F238E27FC236}">
                <a16:creationId xmlns:a16="http://schemas.microsoft.com/office/drawing/2014/main" id="{DB37447F-D034-4A5F-B5E8-12EC72DF0C45}"/>
              </a:ext>
            </a:extLst>
          </p:cNvPr>
          <p:cNvSpPr>
            <a:spLocks noGrp="1"/>
          </p:cNvSpPr>
          <p:nvPr/>
        </p:nvSpPr>
        <p:spPr>
          <a:xfrm>
            <a:off x="8162396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5" name="F2_precision_recall_distributions_5009">
            <a:extLst>
              <a:ext uri="{FF2B5EF4-FFF2-40B4-BE49-F238E27FC236}">
                <a16:creationId xmlns:a16="http://schemas.microsoft.com/office/drawing/2014/main" id="{FCA50A33-AA80-4E22-BC3B-CAB21CE8828B}"/>
              </a:ext>
            </a:extLst>
          </p:cNvPr>
          <p:cNvSpPr>
            <a:spLocks noGrp="1"/>
          </p:cNvSpPr>
          <p:nvPr/>
        </p:nvSpPr>
        <p:spPr>
          <a:xfrm>
            <a:off x="825242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6" name="F2_precision_recall_distributions_5010">
            <a:extLst>
              <a:ext uri="{FF2B5EF4-FFF2-40B4-BE49-F238E27FC236}">
                <a16:creationId xmlns:a16="http://schemas.microsoft.com/office/drawing/2014/main" id="{E9ADA28F-DBDF-45CE-8A45-BED475F09041}"/>
              </a:ext>
            </a:extLst>
          </p:cNvPr>
          <p:cNvSpPr>
            <a:spLocks noGrp="1"/>
          </p:cNvSpPr>
          <p:nvPr/>
        </p:nvSpPr>
        <p:spPr>
          <a:xfrm>
            <a:off x="84269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7" name="F2_precision_recall_distributions_5011">
            <a:extLst>
              <a:ext uri="{FF2B5EF4-FFF2-40B4-BE49-F238E27FC236}">
                <a16:creationId xmlns:a16="http://schemas.microsoft.com/office/drawing/2014/main" id="{31EBB4E9-A2CC-4ADF-9386-101121BB8B43}"/>
              </a:ext>
            </a:extLst>
          </p:cNvPr>
          <p:cNvSpPr>
            <a:spLocks noGrp="1"/>
          </p:cNvSpPr>
          <p:nvPr/>
        </p:nvSpPr>
        <p:spPr>
          <a:xfrm>
            <a:off x="8279976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8" name="F2_precision_recall_distributions_5012">
            <a:extLst>
              <a:ext uri="{FF2B5EF4-FFF2-40B4-BE49-F238E27FC236}">
                <a16:creationId xmlns:a16="http://schemas.microsoft.com/office/drawing/2014/main" id="{4253EAD9-532E-4BEF-8C9E-D6B2616E9209}"/>
              </a:ext>
            </a:extLst>
          </p:cNvPr>
          <p:cNvSpPr>
            <a:spLocks noGrp="1"/>
          </p:cNvSpPr>
          <p:nvPr/>
        </p:nvSpPr>
        <p:spPr>
          <a:xfrm>
            <a:off x="83091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9" name="F2_precision_recall_distributions_5013">
            <a:extLst>
              <a:ext uri="{FF2B5EF4-FFF2-40B4-BE49-F238E27FC236}">
                <a16:creationId xmlns:a16="http://schemas.microsoft.com/office/drawing/2014/main" id="{344B6105-D6F4-420B-98FD-36E56F0D9718}"/>
              </a:ext>
            </a:extLst>
          </p:cNvPr>
          <p:cNvSpPr>
            <a:spLocks noGrp="1"/>
          </p:cNvSpPr>
          <p:nvPr/>
        </p:nvSpPr>
        <p:spPr>
          <a:xfrm>
            <a:off x="83168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0" name="F2_precision_recall_distributions_5014">
            <a:extLst>
              <a:ext uri="{FF2B5EF4-FFF2-40B4-BE49-F238E27FC236}">
                <a16:creationId xmlns:a16="http://schemas.microsoft.com/office/drawing/2014/main" id="{71A33D2D-2A20-4DE3-B0AB-35EA0C9D715B}"/>
              </a:ext>
            </a:extLst>
          </p:cNvPr>
          <p:cNvSpPr>
            <a:spLocks noGrp="1"/>
          </p:cNvSpPr>
          <p:nvPr/>
        </p:nvSpPr>
        <p:spPr>
          <a:xfrm>
            <a:off x="816649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1" name="F2_precision_recall_distributions_5015">
            <a:extLst>
              <a:ext uri="{FF2B5EF4-FFF2-40B4-BE49-F238E27FC236}">
                <a16:creationId xmlns:a16="http://schemas.microsoft.com/office/drawing/2014/main" id="{99B9DD19-5D21-45D5-B2C3-14EC70BC9735}"/>
              </a:ext>
            </a:extLst>
          </p:cNvPr>
          <p:cNvSpPr>
            <a:spLocks noGrp="1"/>
          </p:cNvSpPr>
          <p:nvPr/>
        </p:nvSpPr>
        <p:spPr>
          <a:xfrm>
            <a:off x="8334221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2" name="F2_precision_recall_distributions_5016">
            <a:extLst>
              <a:ext uri="{FF2B5EF4-FFF2-40B4-BE49-F238E27FC236}">
                <a16:creationId xmlns:a16="http://schemas.microsoft.com/office/drawing/2014/main" id="{F65D378F-FDD9-4BFD-99D0-4F65658EF7E5}"/>
              </a:ext>
            </a:extLst>
          </p:cNvPr>
          <p:cNvSpPr>
            <a:spLocks noGrp="1"/>
          </p:cNvSpPr>
          <p:nvPr/>
        </p:nvSpPr>
        <p:spPr>
          <a:xfrm>
            <a:off x="82650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3" name="F2_precision_recall_distributions_5017">
            <a:extLst>
              <a:ext uri="{FF2B5EF4-FFF2-40B4-BE49-F238E27FC236}">
                <a16:creationId xmlns:a16="http://schemas.microsoft.com/office/drawing/2014/main" id="{191BC6E6-B2BB-4D12-A463-6EFFF47D6EE1}"/>
              </a:ext>
            </a:extLst>
          </p:cNvPr>
          <p:cNvSpPr>
            <a:spLocks noGrp="1"/>
          </p:cNvSpPr>
          <p:nvPr/>
        </p:nvSpPr>
        <p:spPr>
          <a:xfrm>
            <a:off x="8502472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4" name="F2_precision_recall_distributions_5018">
            <a:extLst>
              <a:ext uri="{FF2B5EF4-FFF2-40B4-BE49-F238E27FC236}">
                <a16:creationId xmlns:a16="http://schemas.microsoft.com/office/drawing/2014/main" id="{160E6D2B-6C9C-4274-A40D-0E36E7973B15}"/>
              </a:ext>
            </a:extLst>
          </p:cNvPr>
          <p:cNvSpPr>
            <a:spLocks noGrp="1"/>
          </p:cNvSpPr>
          <p:nvPr/>
        </p:nvSpPr>
        <p:spPr>
          <a:xfrm>
            <a:off x="84282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5" name="F2_precision_recall_distributions_5019">
            <a:extLst>
              <a:ext uri="{FF2B5EF4-FFF2-40B4-BE49-F238E27FC236}">
                <a16:creationId xmlns:a16="http://schemas.microsoft.com/office/drawing/2014/main" id="{F9B634EB-EF8E-4C38-A219-FEF0FFF8EC91}"/>
              </a:ext>
            </a:extLst>
          </p:cNvPr>
          <p:cNvSpPr>
            <a:spLocks noGrp="1"/>
          </p:cNvSpPr>
          <p:nvPr/>
        </p:nvSpPr>
        <p:spPr>
          <a:xfrm>
            <a:off x="83794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6" name="F2_precision_recall_distributions_5020">
            <a:extLst>
              <a:ext uri="{FF2B5EF4-FFF2-40B4-BE49-F238E27FC236}">
                <a16:creationId xmlns:a16="http://schemas.microsoft.com/office/drawing/2014/main" id="{53DF5274-B0BE-4C8E-8A7D-CC8F77687637}"/>
              </a:ext>
            </a:extLst>
          </p:cNvPr>
          <p:cNvSpPr>
            <a:spLocks noGrp="1"/>
          </p:cNvSpPr>
          <p:nvPr/>
        </p:nvSpPr>
        <p:spPr>
          <a:xfrm>
            <a:off x="82366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7" name="F2_precision_recall_distributions_5021">
            <a:extLst>
              <a:ext uri="{FF2B5EF4-FFF2-40B4-BE49-F238E27FC236}">
                <a16:creationId xmlns:a16="http://schemas.microsoft.com/office/drawing/2014/main" id="{59D07ADE-272A-4EDA-8F1B-7A4138990379}"/>
              </a:ext>
            </a:extLst>
          </p:cNvPr>
          <p:cNvSpPr>
            <a:spLocks noGrp="1"/>
          </p:cNvSpPr>
          <p:nvPr/>
        </p:nvSpPr>
        <p:spPr>
          <a:xfrm>
            <a:off x="84051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8" name="F2_precision_recall_distributions_5022">
            <a:extLst>
              <a:ext uri="{FF2B5EF4-FFF2-40B4-BE49-F238E27FC236}">
                <a16:creationId xmlns:a16="http://schemas.microsoft.com/office/drawing/2014/main" id="{7F5E4314-4D06-45B7-99FF-095C4B868696}"/>
              </a:ext>
            </a:extLst>
          </p:cNvPr>
          <p:cNvSpPr>
            <a:spLocks noGrp="1"/>
          </p:cNvSpPr>
          <p:nvPr/>
        </p:nvSpPr>
        <p:spPr>
          <a:xfrm>
            <a:off x="83466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9" name="F2_precision_recall_distributions_5023">
            <a:extLst>
              <a:ext uri="{FF2B5EF4-FFF2-40B4-BE49-F238E27FC236}">
                <a16:creationId xmlns:a16="http://schemas.microsoft.com/office/drawing/2014/main" id="{DACCACE2-C91E-4C0E-A8A1-34054B6D1D8F}"/>
              </a:ext>
            </a:extLst>
          </p:cNvPr>
          <p:cNvSpPr>
            <a:spLocks noGrp="1"/>
          </p:cNvSpPr>
          <p:nvPr/>
        </p:nvSpPr>
        <p:spPr>
          <a:xfrm>
            <a:off x="8425534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0" name="F2_precision_recall_distributions_5024">
            <a:extLst>
              <a:ext uri="{FF2B5EF4-FFF2-40B4-BE49-F238E27FC236}">
                <a16:creationId xmlns:a16="http://schemas.microsoft.com/office/drawing/2014/main" id="{3CACAA8F-20D6-4252-BFCE-ABE521A3DAAD}"/>
              </a:ext>
            </a:extLst>
          </p:cNvPr>
          <p:cNvSpPr>
            <a:spLocks noGrp="1"/>
          </p:cNvSpPr>
          <p:nvPr/>
        </p:nvSpPr>
        <p:spPr>
          <a:xfrm>
            <a:off x="84266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1" name="F2_precision_recall_distributions_5025">
            <a:extLst>
              <a:ext uri="{FF2B5EF4-FFF2-40B4-BE49-F238E27FC236}">
                <a16:creationId xmlns:a16="http://schemas.microsoft.com/office/drawing/2014/main" id="{89D458DD-EA71-4180-A075-2E586EB1EB29}"/>
              </a:ext>
            </a:extLst>
          </p:cNvPr>
          <p:cNvSpPr>
            <a:spLocks noGrp="1"/>
          </p:cNvSpPr>
          <p:nvPr/>
        </p:nvSpPr>
        <p:spPr>
          <a:xfrm>
            <a:off x="836124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2" name="F2_precision_recall_distributions_5026">
            <a:extLst>
              <a:ext uri="{FF2B5EF4-FFF2-40B4-BE49-F238E27FC236}">
                <a16:creationId xmlns:a16="http://schemas.microsoft.com/office/drawing/2014/main" id="{7888C623-41CC-4D35-BF02-ECB5E5112166}"/>
              </a:ext>
            </a:extLst>
          </p:cNvPr>
          <p:cNvSpPr>
            <a:spLocks noGrp="1"/>
          </p:cNvSpPr>
          <p:nvPr/>
        </p:nvSpPr>
        <p:spPr>
          <a:xfrm>
            <a:off x="8285855" y="3534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3" name="F2_precision_recall_distributions_5027">
            <a:extLst>
              <a:ext uri="{FF2B5EF4-FFF2-40B4-BE49-F238E27FC236}">
                <a16:creationId xmlns:a16="http://schemas.microsoft.com/office/drawing/2014/main" id="{E8581D33-CC5A-4E40-97C6-E1D283C320D3}"/>
              </a:ext>
            </a:extLst>
          </p:cNvPr>
          <p:cNvSpPr>
            <a:spLocks noGrp="1"/>
          </p:cNvSpPr>
          <p:nvPr/>
        </p:nvSpPr>
        <p:spPr>
          <a:xfrm>
            <a:off x="8354040" y="32012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4" name="F2_precision_recall_distributions_5028">
            <a:extLst>
              <a:ext uri="{FF2B5EF4-FFF2-40B4-BE49-F238E27FC236}">
                <a16:creationId xmlns:a16="http://schemas.microsoft.com/office/drawing/2014/main" id="{B1DBCBCE-2243-440B-A1FE-5B60BAFED3F3}"/>
              </a:ext>
            </a:extLst>
          </p:cNvPr>
          <p:cNvSpPr>
            <a:spLocks noGrp="1"/>
          </p:cNvSpPr>
          <p:nvPr/>
        </p:nvSpPr>
        <p:spPr>
          <a:xfrm>
            <a:off x="820781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5" name="F2_precision_recall_distributions_5029">
            <a:extLst>
              <a:ext uri="{FF2B5EF4-FFF2-40B4-BE49-F238E27FC236}">
                <a16:creationId xmlns:a16="http://schemas.microsoft.com/office/drawing/2014/main" id="{98F3C634-1FD8-41D6-9B00-47578158A2FC}"/>
              </a:ext>
            </a:extLst>
          </p:cNvPr>
          <p:cNvSpPr>
            <a:spLocks noGrp="1"/>
          </p:cNvSpPr>
          <p:nvPr/>
        </p:nvSpPr>
        <p:spPr>
          <a:xfrm>
            <a:off x="8195926" y="3640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6" name="F2_precision_recall_distributions_5030">
            <a:extLst>
              <a:ext uri="{FF2B5EF4-FFF2-40B4-BE49-F238E27FC236}">
                <a16:creationId xmlns:a16="http://schemas.microsoft.com/office/drawing/2014/main" id="{63E80E4F-FA3A-49EB-8D65-8625477D92CB}"/>
              </a:ext>
            </a:extLst>
          </p:cNvPr>
          <p:cNvSpPr>
            <a:spLocks noGrp="1"/>
          </p:cNvSpPr>
          <p:nvPr/>
        </p:nvSpPr>
        <p:spPr>
          <a:xfrm>
            <a:off x="8165165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7" name="F2_precision_recall_distributions_5031">
            <a:extLst>
              <a:ext uri="{FF2B5EF4-FFF2-40B4-BE49-F238E27FC236}">
                <a16:creationId xmlns:a16="http://schemas.microsoft.com/office/drawing/2014/main" id="{1F9A4955-41C8-48EB-8B53-D113FA47909B}"/>
              </a:ext>
            </a:extLst>
          </p:cNvPr>
          <p:cNvSpPr>
            <a:spLocks noGrp="1"/>
          </p:cNvSpPr>
          <p:nvPr/>
        </p:nvSpPr>
        <p:spPr>
          <a:xfrm>
            <a:off x="843810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8" name="F2_precision_recall_distributions_5032">
            <a:extLst>
              <a:ext uri="{FF2B5EF4-FFF2-40B4-BE49-F238E27FC236}">
                <a16:creationId xmlns:a16="http://schemas.microsoft.com/office/drawing/2014/main" id="{DD05EC0E-B25E-4FD6-82E8-1B2D9E198AA8}"/>
              </a:ext>
            </a:extLst>
          </p:cNvPr>
          <p:cNvSpPr>
            <a:spLocks noGrp="1"/>
          </p:cNvSpPr>
          <p:nvPr/>
        </p:nvSpPr>
        <p:spPr>
          <a:xfrm>
            <a:off x="845390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9" name="F2_precision_recall_distributions_5033">
            <a:extLst>
              <a:ext uri="{FF2B5EF4-FFF2-40B4-BE49-F238E27FC236}">
                <a16:creationId xmlns:a16="http://schemas.microsoft.com/office/drawing/2014/main" id="{A6C34166-2511-48B7-9D42-09AAF3243686}"/>
              </a:ext>
            </a:extLst>
          </p:cNvPr>
          <p:cNvSpPr>
            <a:spLocks noGrp="1"/>
          </p:cNvSpPr>
          <p:nvPr/>
        </p:nvSpPr>
        <p:spPr>
          <a:xfrm>
            <a:off x="8169968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0" name="F2_precision_recall_distributions_5034">
            <a:extLst>
              <a:ext uri="{FF2B5EF4-FFF2-40B4-BE49-F238E27FC236}">
                <a16:creationId xmlns:a16="http://schemas.microsoft.com/office/drawing/2014/main" id="{F50B3F47-C044-4800-A5FE-045DDBCF2609}"/>
              </a:ext>
            </a:extLst>
          </p:cNvPr>
          <p:cNvSpPr>
            <a:spLocks noGrp="1"/>
          </p:cNvSpPr>
          <p:nvPr/>
        </p:nvSpPr>
        <p:spPr>
          <a:xfrm>
            <a:off x="8340691" y="31593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1" name="F2_precision_recall_distributions_5035">
            <a:extLst>
              <a:ext uri="{FF2B5EF4-FFF2-40B4-BE49-F238E27FC236}">
                <a16:creationId xmlns:a16="http://schemas.microsoft.com/office/drawing/2014/main" id="{5D16167F-7246-4CDD-82CC-F36C9B0D4648}"/>
              </a:ext>
            </a:extLst>
          </p:cNvPr>
          <p:cNvSpPr>
            <a:spLocks noGrp="1"/>
          </p:cNvSpPr>
          <p:nvPr/>
        </p:nvSpPr>
        <p:spPr>
          <a:xfrm>
            <a:off x="83681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2" name="F2_precision_recall_distributions_5036">
            <a:extLst>
              <a:ext uri="{FF2B5EF4-FFF2-40B4-BE49-F238E27FC236}">
                <a16:creationId xmlns:a16="http://schemas.microsoft.com/office/drawing/2014/main" id="{5DEE96C3-7705-4837-8F2D-A81AAF2F843C}"/>
              </a:ext>
            </a:extLst>
          </p:cNvPr>
          <p:cNvSpPr>
            <a:spLocks noGrp="1"/>
          </p:cNvSpPr>
          <p:nvPr/>
        </p:nvSpPr>
        <p:spPr>
          <a:xfrm>
            <a:off x="8423436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3" name="F2_precision_recall_distributions_5037">
            <a:extLst>
              <a:ext uri="{FF2B5EF4-FFF2-40B4-BE49-F238E27FC236}">
                <a16:creationId xmlns:a16="http://schemas.microsoft.com/office/drawing/2014/main" id="{44209558-E0CA-4C62-BB57-8072DFDEBDBF}"/>
              </a:ext>
            </a:extLst>
          </p:cNvPr>
          <p:cNvSpPr>
            <a:spLocks noGrp="1"/>
          </p:cNvSpPr>
          <p:nvPr/>
        </p:nvSpPr>
        <p:spPr>
          <a:xfrm>
            <a:off x="6002018" y="287532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224" name="F2_precision_recall_distributions_5038">
            <a:extLst>
              <a:ext uri="{FF2B5EF4-FFF2-40B4-BE49-F238E27FC236}">
                <a16:creationId xmlns:a16="http://schemas.microsoft.com/office/drawing/2014/main" id="{868A9398-8A12-4868-A15B-6F82A1676ECD}"/>
              </a:ext>
            </a:extLst>
          </p:cNvPr>
          <p:cNvSpPr>
            <a:spLocks noGrp="1"/>
          </p:cNvSpPr>
          <p:nvPr/>
        </p:nvSpPr>
        <p:spPr>
          <a:xfrm>
            <a:off x="7165978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225" name="F2_precision_recall_distributions_5039">
            <a:extLst>
              <a:ext uri="{FF2B5EF4-FFF2-40B4-BE49-F238E27FC236}">
                <a16:creationId xmlns:a16="http://schemas.microsoft.com/office/drawing/2014/main" id="{93072295-152A-4475-BBC3-467E61757B48}"/>
              </a:ext>
            </a:extLst>
          </p:cNvPr>
          <p:cNvSpPr>
            <a:spLocks noGrp="1"/>
          </p:cNvSpPr>
          <p:nvPr/>
        </p:nvSpPr>
        <p:spPr>
          <a:xfrm>
            <a:off x="8329937" y="329971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226" name="F2_precision_recall_distributions_5040">
            <a:extLst>
              <a:ext uri="{FF2B5EF4-FFF2-40B4-BE49-F238E27FC236}">
                <a16:creationId xmlns:a16="http://schemas.microsoft.com/office/drawing/2014/main" id="{FA29E62B-2DC7-4DE4-A165-0AF72276354D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7" name="F2_precision_recall_distributions_5041">
            <a:extLst>
              <a:ext uri="{FF2B5EF4-FFF2-40B4-BE49-F238E27FC236}">
                <a16:creationId xmlns:a16="http://schemas.microsoft.com/office/drawing/2014/main" id="{41FAB208-20F6-4F18-85C1-A7ECC359B183}"/>
              </a:ext>
            </a:extLst>
          </p:cNvPr>
          <p:cNvSpPr>
            <a:spLocks noGrp="1"/>
          </p:cNvSpPr>
          <p:nvPr/>
        </p:nvSpPr>
        <p:spPr>
          <a:xfrm>
            <a:off x="5361841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8" name="text_5042">
            <a:extLst>
              <a:ext uri="{FF2B5EF4-FFF2-40B4-BE49-F238E27FC236}">
                <a16:creationId xmlns:a16="http://schemas.microsoft.com/office/drawing/2014/main" id="{14D9307A-DFC4-4F35-8F52-5744CECDF5EF}"/>
              </a:ext>
            </a:extLst>
          </p:cNvPr>
          <p:cNvSpPr>
            <a:spLocks noGrp="1"/>
          </p:cNvSpPr>
          <p:nvPr/>
        </p:nvSpPr>
        <p:spPr>
          <a:xfrm>
            <a:off x="5361841" y="267338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Recall</a:t>
            </a:r>
          </a:p>
        </p:txBody>
      </p:sp>
      <p:sp>
        <p:nvSpPr>
          <p:cNvPr id="2229" name="F2_precision_recall_distributions_5043">
            <a:extLst>
              <a:ext uri="{FF2B5EF4-FFF2-40B4-BE49-F238E27FC236}">
                <a16:creationId xmlns:a16="http://schemas.microsoft.com/office/drawing/2014/main" id="{12C5C6AD-79D3-4D00-8E95-91759BE74A76}"/>
              </a:ext>
            </a:extLst>
          </p:cNvPr>
          <p:cNvSpPr>
            <a:spLocks noGrp="1"/>
          </p:cNvSpPr>
          <p:nvPr/>
        </p:nvSpPr>
        <p:spPr>
          <a:xfrm>
            <a:off x="5973977" y="2988749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230" name="F2_precision_recall_distributions_5044">
            <a:extLst>
              <a:ext uri="{FF2B5EF4-FFF2-40B4-BE49-F238E27FC236}">
                <a16:creationId xmlns:a16="http://schemas.microsoft.com/office/drawing/2014/main" id="{60EE6B68-1829-41A0-9CD3-5FD6C0DB3629}"/>
              </a:ext>
            </a:extLst>
          </p:cNvPr>
          <p:cNvSpPr>
            <a:spLocks noGrp="1"/>
          </p:cNvSpPr>
          <p:nvPr/>
        </p:nvSpPr>
        <p:spPr>
          <a:xfrm>
            <a:off x="7137937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231" name="F2_precision_recall_distributions_5045">
            <a:extLst>
              <a:ext uri="{FF2B5EF4-FFF2-40B4-BE49-F238E27FC236}">
                <a16:creationId xmlns:a16="http://schemas.microsoft.com/office/drawing/2014/main" id="{8C64D1AD-5823-4FD0-A14F-0A1221299923}"/>
              </a:ext>
            </a:extLst>
          </p:cNvPr>
          <p:cNvSpPr>
            <a:spLocks noGrp="1"/>
          </p:cNvSpPr>
          <p:nvPr/>
        </p:nvSpPr>
        <p:spPr>
          <a:xfrm>
            <a:off x="8301896" y="35748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232" name="F2_precision_recall_distributions_5046">
            <a:extLst>
              <a:ext uri="{FF2B5EF4-FFF2-40B4-BE49-F238E27FC236}">
                <a16:creationId xmlns:a16="http://schemas.microsoft.com/office/drawing/2014/main" id="{1DA8E4AB-6D68-4D75-98D2-C1585DB98BD3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33" name="F2_precision_recall_distributions_5047">
            <a:extLst>
              <a:ext uri="{FF2B5EF4-FFF2-40B4-BE49-F238E27FC236}">
                <a16:creationId xmlns:a16="http://schemas.microsoft.com/office/drawing/2014/main" id="{0A39D68A-F91E-49D1-BAB4-50BED1EFF507}"/>
              </a:ext>
            </a:extLst>
          </p:cNvPr>
          <p:cNvSpPr>
            <a:spLocks noGrp="1"/>
          </p:cNvSpPr>
          <p:nvPr/>
        </p:nvSpPr>
        <p:spPr>
          <a:xfrm>
            <a:off x="1212325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4" name="F2_precision_recall_distributions_5048">
            <a:extLst>
              <a:ext uri="{FF2B5EF4-FFF2-40B4-BE49-F238E27FC236}">
                <a16:creationId xmlns:a16="http://schemas.microsoft.com/office/drawing/2014/main" id="{E5DD29C3-3810-49F1-9D5B-E40BE7EF4AFA}"/>
              </a:ext>
            </a:extLst>
          </p:cNvPr>
          <p:cNvSpPr>
            <a:spLocks noGrp="1"/>
          </p:cNvSpPr>
          <p:nvPr/>
        </p:nvSpPr>
        <p:spPr>
          <a:xfrm>
            <a:off x="1170051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5" name="text_5049">
            <a:extLst>
              <a:ext uri="{FF2B5EF4-FFF2-40B4-BE49-F238E27FC236}">
                <a16:creationId xmlns:a16="http://schemas.microsoft.com/office/drawing/2014/main" id="{7D973726-FA8A-46C6-A0DD-DD094F38DE7D}"/>
              </a:ext>
            </a:extLst>
          </p:cNvPr>
          <p:cNvSpPr>
            <a:spLocks noGrp="1"/>
          </p:cNvSpPr>
          <p:nvPr/>
        </p:nvSpPr>
        <p:spPr>
          <a:xfrm>
            <a:off x="958091" y="504481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236" name="F2_precision_recall_distributions_5050">
            <a:extLst>
              <a:ext uri="{FF2B5EF4-FFF2-40B4-BE49-F238E27FC236}">
                <a16:creationId xmlns:a16="http://schemas.microsoft.com/office/drawing/2014/main" id="{A901D1AD-CFF8-4372-B4A8-BEB05E980FDA}"/>
              </a:ext>
            </a:extLst>
          </p:cNvPr>
          <p:cNvSpPr>
            <a:spLocks noGrp="1"/>
          </p:cNvSpPr>
          <p:nvPr/>
        </p:nvSpPr>
        <p:spPr>
          <a:xfrm>
            <a:off x="1212325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7" name="F2_precision_recall_distributions_5051">
            <a:extLst>
              <a:ext uri="{FF2B5EF4-FFF2-40B4-BE49-F238E27FC236}">
                <a16:creationId xmlns:a16="http://schemas.microsoft.com/office/drawing/2014/main" id="{9047F6DA-01EB-4BA9-8563-A8F74B9AC1BA}"/>
              </a:ext>
            </a:extLst>
          </p:cNvPr>
          <p:cNvSpPr>
            <a:spLocks noGrp="1"/>
          </p:cNvSpPr>
          <p:nvPr/>
        </p:nvSpPr>
        <p:spPr>
          <a:xfrm>
            <a:off x="1170051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8" name="text_5052">
            <a:extLst>
              <a:ext uri="{FF2B5EF4-FFF2-40B4-BE49-F238E27FC236}">
                <a16:creationId xmlns:a16="http://schemas.microsoft.com/office/drawing/2014/main" id="{4646516E-C649-4E89-8897-21DC79170D5F}"/>
              </a:ext>
            </a:extLst>
          </p:cNvPr>
          <p:cNvSpPr>
            <a:spLocks noGrp="1"/>
          </p:cNvSpPr>
          <p:nvPr/>
        </p:nvSpPr>
        <p:spPr>
          <a:xfrm>
            <a:off x="958091" y="462042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239" name="F2_precision_recall_distributions_5053">
            <a:extLst>
              <a:ext uri="{FF2B5EF4-FFF2-40B4-BE49-F238E27FC236}">
                <a16:creationId xmlns:a16="http://schemas.microsoft.com/office/drawing/2014/main" id="{C8C110AF-CCFB-4960-98D8-894632E5CB9F}"/>
              </a:ext>
            </a:extLst>
          </p:cNvPr>
          <p:cNvSpPr>
            <a:spLocks noGrp="1"/>
          </p:cNvSpPr>
          <p:nvPr/>
        </p:nvSpPr>
        <p:spPr>
          <a:xfrm>
            <a:off x="1212325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40" name="F2_precision_recall_distributions_5054">
            <a:extLst>
              <a:ext uri="{FF2B5EF4-FFF2-40B4-BE49-F238E27FC236}">
                <a16:creationId xmlns:a16="http://schemas.microsoft.com/office/drawing/2014/main" id="{D03076E6-EBD4-4604-824A-C3C497A2F5B5}"/>
              </a:ext>
            </a:extLst>
          </p:cNvPr>
          <p:cNvSpPr>
            <a:spLocks noGrp="1"/>
          </p:cNvSpPr>
          <p:nvPr/>
        </p:nvSpPr>
        <p:spPr>
          <a:xfrm>
            <a:off x="1170051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41" name="text_5055">
            <a:extLst>
              <a:ext uri="{FF2B5EF4-FFF2-40B4-BE49-F238E27FC236}">
                <a16:creationId xmlns:a16="http://schemas.microsoft.com/office/drawing/2014/main" id="{F9E6D79B-C44B-4A45-B9ED-AAD919A6682A}"/>
              </a:ext>
            </a:extLst>
          </p:cNvPr>
          <p:cNvSpPr>
            <a:spLocks noGrp="1"/>
          </p:cNvSpPr>
          <p:nvPr/>
        </p:nvSpPr>
        <p:spPr>
          <a:xfrm>
            <a:off x="958091" y="419604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242" name="F2_precision_recall_distributions_5056">
            <a:extLst>
              <a:ext uri="{FF2B5EF4-FFF2-40B4-BE49-F238E27FC236}">
                <a16:creationId xmlns:a16="http://schemas.microsoft.com/office/drawing/2014/main" id="{0FA6A129-2D9A-4F2A-86FE-3A65FBEE0AA2}"/>
              </a:ext>
            </a:extLst>
          </p:cNvPr>
          <p:cNvSpPr>
            <a:spLocks noGrp="1"/>
          </p:cNvSpPr>
          <p:nvPr/>
        </p:nvSpPr>
        <p:spPr>
          <a:xfrm>
            <a:off x="151495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243" name="F2_precision_recall_distributions_5057">
            <a:extLst>
              <a:ext uri="{FF2B5EF4-FFF2-40B4-BE49-F238E27FC236}">
                <a16:creationId xmlns:a16="http://schemas.microsoft.com/office/drawing/2014/main" id="{F3DF5397-31D6-4DAF-8EBD-5D9836CAF08A}"/>
              </a:ext>
            </a:extLst>
          </p:cNvPr>
          <p:cNvSpPr>
            <a:spLocks noGrp="1"/>
          </p:cNvSpPr>
          <p:nvPr/>
        </p:nvSpPr>
        <p:spPr>
          <a:xfrm>
            <a:off x="19423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4" name="F2_precision_recall_distributions_5058">
            <a:extLst>
              <a:ext uri="{FF2B5EF4-FFF2-40B4-BE49-F238E27FC236}">
                <a16:creationId xmlns:a16="http://schemas.microsoft.com/office/drawing/2014/main" id="{4B1BC5F6-320B-47AB-89EA-51033A788B40}"/>
              </a:ext>
            </a:extLst>
          </p:cNvPr>
          <p:cNvSpPr>
            <a:spLocks noGrp="1"/>
          </p:cNvSpPr>
          <p:nvPr/>
        </p:nvSpPr>
        <p:spPr>
          <a:xfrm>
            <a:off x="17357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5" name="F2_precision_recall_distributions_5059">
            <a:extLst>
              <a:ext uri="{FF2B5EF4-FFF2-40B4-BE49-F238E27FC236}">
                <a16:creationId xmlns:a16="http://schemas.microsoft.com/office/drawing/2014/main" id="{8624C18A-CC74-4886-AE5F-EE9613AA3531}"/>
              </a:ext>
            </a:extLst>
          </p:cNvPr>
          <p:cNvSpPr>
            <a:spLocks noGrp="1"/>
          </p:cNvSpPr>
          <p:nvPr/>
        </p:nvSpPr>
        <p:spPr>
          <a:xfrm>
            <a:off x="167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6" name="F2_precision_recall_distributions_5060">
            <a:extLst>
              <a:ext uri="{FF2B5EF4-FFF2-40B4-BE49-F238E27FC236}">
                <a16:creationId xmlns:a16="http://schemas.microsoft.com/office/drawing/2014/main" id="{587C1BC3-8481-4D06-8A02-E149EB6FB53E}"/>
              </a:ext>
            </a:extLst>
          </p:cNvPr>
          <p:cNvSpPr>
            <a:spLocks noGrp="1"/>
          </p:cNvSpPr>
          <p:nvPr/>
        </p:nvSpPr>
        <p:spPr>
          <a:xfrm>
            <a:off x="1890761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7" name="F2_precision_recall_distributions_5061">
            <a:extLst>
              <a:ext uri="{FF2B5EF4-FFF2-40B4-BE49-F238E27FC236}">
                <a16:creationId xmlns:a16="http://schemas.microsoft.com/office/drawing/2014/main" id="{1D52D178-C6B0-4395-845D-2D8C32485722}"/>
              </a:ext>
            </a:extLst>
          </p:cNvPr>
          <p:cNvSpPr>
            <a:spLocks noGrp="1"/>
          </p:cNvSpPr>
          <p:nvPr/>
        </p:nvSpPr>
        <p:spPr>
          <a:xfrm>
            <a:off x="1823031" y="4360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8" name="F2_precision_recall_distributions_5062">
            <a:extLst>
              <a:ext uri="{FF2B5EF4-FFF2-40B4-BE49-F238E27FC236}">
                <a16:creationId xmlns:a16="http://schemas.microsoft.com/office/drawing/2014/main" id="{7AF5C7CF-88F2-4989-B7DA-36F8E388DBEA}"/>
              </a:ext>
            </a:extLst>
          </p:cNvPr>
          <p:cNvSpPr>
            <a:spLocks noGrp="1"/>
          </p:cNvSpPr>
          <p:nvPr/>
        </p:nvSpPr>
        <p:spPr>
          <a:xfrm>
            <a:off x="17460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9" name="F2_precision_recall_distributions_5063">
            <a:extLst>
              <a:ext uri="{FF2B5EF4-FFF2-40B4-BE49-F238E27FC236}">
                <a16:creationId xmlns:a16="http://schemas.microsoft.com/office/drawing/2014/main" id="{75BC124C-F38F-4BDB-893E-4AA6F8100D70}"/>
              </a:ext>
            </a:extLst>
          </p:cNvPr>
          <p:cNvSpPr>
            <a:spLocks noGrp="1"/>
          </p:cNvSpPr>
          <p:nvPr/>
        </p:nvSpPr>
        <p:spPr>
          <a:xfrm>
            <a:off x="20080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0" name="F2_precision_recall_distributions_5064">
            <a:extLst>
              <a:ext uri="{FF2B5EF4-FFF2-40B4-BE49-F238E27FC236}">
                <a16:creationId xmlns:a16="http://schemas.microsoft.com/office/drawing/2014/main" id="{2C6850DD-0120-477F-906A-308911D50B68}"/>
              </a:ext>
            </a:extLst>
          </p:cNvPr>
          <p:cNvSpPr>
            <a:spLocks noGrp="1"/>
          </p:cNvSpPr>
          <p:nvPr/>
        </p:nvSpPr>
        <p:spPr>
          <a:xfrm>
            <a:off x="20095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1" name="F2_precision_recall_distributions_5065">
            <a:extLst>
              <a:ext uri="{FF2B5EF4-FFF2-40B4-BE49-F238E27FC236}">
                <a16:creationId xmlns:a16="http://schemas.microsoft.com/office/drawing/2014/main" id="{538B705A-43FB-40EB-B06B-66B674726F2B}"/>
              </a:ext>
            </a:extLst>
          </p:cNvPr>
          <p:cNvSpPr>
            <a:spLocks noGrp="1"/>
          </p:cNvSpPr>
          <p:nvPr/>
        </p:nvSpPr>
        <p:spPr>
          <a:xfrm>
            <a:off x="1927996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2" name="F2_precision_recall_distributions_5066">
            <a:extLst>
              <a:ext uri="{FF2B5EF4-FFF2-40B4-BE49-F238E27FC236}">
                <a16:creationId xmlns:a16="http://schemas.microsoft.com/office/drawing/2014/main" id="{70466374-C064-48EE-8276-70A26C0116E5}"/>
              </a:ext>
            </a:extLst>
          </p:cNvPr>
          <p:cNvSpPr>
            <a:spLocks noGrp="1"/>
          </p:cNvSpPr>
          <p:nvPr/>
        </p:nvSpPr>
        <p:spPr>
          <a:xfrm>
            <a:off x="174354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3" name="F2_precision_recall_distributions_5067">
            <a:extLst>
              <a:ext uri="{FF2B5EF4-FFF2-40B4-BE49-F238E27FC236}">
                <a16:creationId xmlns:a16="http://schemas.microsoft.com/office/drawing/2014/main" id="{4B3ECB2C-091C-4AE9-A991-2E83E4845E67}"/>
              </a:ext>
            </a:extLst>
          </p:cNvPr>
          <p:cNvSpPr>
            <a:spLocks noGrp="1"/>
          </p:cNvSpPr>
          <p:nvPr/>
        </p:nvSpPr>
        <p:spPr>
          <a:xfrm>
            <a:off x="2022907" y="4635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4" name="F2_precision_recall_distributions_5068">
            <a:extLst>
              <a:ext uri="{FF2B5EF4-FFF2-40B4-BE49-F238E27FC236}">
                <a16:creationId xmlns:a16="http://schemas.microsoft.com/office/drawing/2014/main" id="{2C671E05-B0BB-4F98-A1C4-2F676EAB0D71}"/>
              </a:ext>
            </a:extLst>
          </p:cNvPr>
          <p:cNvSpPr>
            <a:spLocks noGrp="1"/>
          </p:cNvSpPr>
          <p:nvPr/>
        </p:nvSpPr>
        <p:spPr>
          <a:xfrm>
            <a:off x="199890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5" name="F2_precision_recall_distributions_5069">
            <a:extLst>
              <a:ext uri="{FF2B5EF4-FFF2-40B4-BE49-F238E27FC236}">
                <a16:creationId xmlns:a16="http://schemas.microsoft.com/office/drawing/2014/main" id="{C64F8DF4-7557-4A8D-964D-BE5A70B64622}"/>
              </a:ext>
            </a:extLst>
          </p:cNvPr>
          <p:cNvSpPr>
            <a:spLocks noGrp="1"/>
          </p:cNvSpPr>
          <p:nvPr/>
        </p:nvSpPr>
        <p:spPr>
          <a:xfrm>
            <a:off x="20091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6" name="F2_precision_recall_distributions_5070">
            <a:extLst>
              <a:ext uri="{FF2B5EF4-FFF2-40B4-BE49-F238E27FC236}">
                <a16:creationId xmlns:a16="http://schemas.microsoft.com/office/drawing/2014/main" id="{8002D01C-008E-470B-A4F7-ABDC02BFD780}"/>
              </a:ext>
            </a:extLst>
          </p:cNvPr>
          <p:cNvSpPr>
            <a:spLocks noGrp="1"/>
          </p:cNvSpPr>
          <p:nvPr/>
        </p:nvSpPr>
        <p:spPr>
          <a:xfrm>
            <a:off x="193355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7" name="F2_precision_recall_distributions_5071">
            <a:extLst>
              <a:ext uri="{FF2B5EF4-FFF2-40B4-BE49-F238E27FC236}">
                <a16:creationId xmlns:a16="http://schemas.microsoft.com/office/drawing/2014/main" id="{3BE60C73-2DFB-4CD6-A592-ECB5219F08D8}"/>
              </a:ext>
            </a:extLst>
          </p:cNvPr>
          <p:cNvSpPr>
            <a:spLocks noGrp="1"/>
          </p:cNvSpPr>
          <p:nvPr/>
        </p:nvSpPr>
        <p:spPr>
          <a:xfrm>
            <a:off x="19656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8" name="F2_precision_recall_distributions_5072">
            <a:extLst>
              <a:ext uri="{FF2B5EF4-FFF2-40B4-BE49-F238E27FC236}">
                <a16:creationId xmlns:a16="http://schemas.microsoft.com/office/drawing/2014/main" id="{3B848FD9-E305-41E0-A775-059A73103588}"/>
              </a:ext>
            </a:extLst>
          </p:cNvPr>
          <p:cNvSpPr>
            <a:spLocks noGrp="1"/>
          </p:cNvSpPr>
          <p:nvPr/>
        </p:nvSpPr>
        <p:spPr>
          <a:xfrm>
            <a:off x="179873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9" name="F2_precision_recall_distributions_5073">
            <a:extLst>
              <a:ext uri="{FF2B5EF4-FFF2-40B4-BE49-F238E27FC236}">
                <a16:creationId xmlns:a16="http://schemas.microsoft.com/office/drawing/2014/main" id="{0D1D5D25-A7C9-46F7-8DA1-0AA79C69CFE5}"/>
              </a:ext>
            </a:extLst>
          </p:cNvPr>
          <p:cNvSpPr>
            <a:spLocks noGrp="1"/>
          </p:cNvSpPr>
          <p:nvPr/>
        </p:nvSpPr>
        <p:spPr>
          <a:xfrm>
            <a:off x="167864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0" name="F2_precision_recall_distributions_5074">
            <a:extLst>
              <a:ext uri="{FF2B5EF4-FFF2-40B4-BE49-F238E27FC236}">
                <a16:creationId xmlns:a16="http://schemas.microsoft.com/office/drawing/2014/main" id="{71BEB3C6-9DE9-4F07-B34E-B60E8019515F}"/>
              </a:ext>
            </a:extLst>
          </p:cNvPr>
          <p:cNvSpPr>
            <a:spLocks noGrp="1"/>
          </p:cNvSpPr>
          <p:nvPr/>
        </p:nvSpPr>
        <p:spPr>
          <a:xfrm>
            <a:off x="176816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1" name="F2_precision_recall_distributions_5075">
            <a:extLst>
              <a:ext uri="{FF2B5EF4-FFF2-40B4-BE49-F238E27FC236}">
                <a16:creationId xmlns:a16="http://schemas.microsoft.com/office/drawing/2014/main" id="{DF307AB9-A04B-4875-B019-FE20796C602F}"/>
              </a:ext>
            </a:extLst>
          </p:cNvPr>
          <p:cNvSpPr>
            <a:spLocks noGrp="1"/>
          </p:cNvSpPr>
          <p:nvPr/>
        </p:nvSpPr>
        <p:spPr>
          <a:xfrm>
            <a:off x="1901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2" name="F2_precision_recall_distributions_5076">
            <a:extLst>
              <a:ext uri="{FF2B5EF4-FFF2-40B4-BE49-F238E27FC236}">
                <a16:creationId xmlns:a16="http://schemas.microsoft.com/office/drawing/2014/main" id="{1F0C1979-4602-415B-A024-376627C68442}"/>
              </a:ext>
            </a:extLst>
          </p:cNvPr>
          <p:cNvSpPr>
            <a:spLocks noGrp="1"/>
          </p:cNvSpPr>
          <p:nvPr/>
        </p:nvSpPr>
        <p:spPr>
          <a:xfrm>
            <a:off x="170263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3" name="F2_precision_recall_distributions_5077">
            <a:extLst>
              <a:ext uri="{FF2B5EF4-FFF2-40B4-BE49-F238E27FC236}">
                <a16:creationId xmlns:a16="http://schemas.microsoft.com/office/drawing/2014/main" id="{D169E297-F1CE-4F52-BDB7-1F2D78857A12}"/>
              </a:ext>
            </a:extLst>
          </p:cNvPr>
          <p:cNvSpPr>
            <a:spLocks noGrp="1"/>
          </p:cNvSpPr>
          <p:nvPr/>
        </p:nvSpPr>
        <p:spPr>
          <a:xfrm>
            <a:off x="2001877" y="43006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4" name="F2_precision_recall_distributions_5078">
            <a:extLst>
              <a:ext uri="{FF2B5EF4-FFF2-40B4-BE49-F238E27FC236}">
                <a16:creationId xmlns:a16="http://schemas.microsoft.com/office/drawing/2014/main" id="{BE2665CE-23CA-4303-983E-A0BA3234FFB0}"/>
              </a:ext>
            </a:extLst>
          </p:cNvPr>
          <p:cNvSpPr>
            <a:spLocks noGrp="1"/>
          </p:cNvSpPr>
          <p:nvPr/>
        </p:nvSpPr>
        <p:spPr>
          <a:xfrm>
            <a:off x="180444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5" name="F2_precision_recall_distributions_5079">
            <a:extLst>
              <a:ext uri="{FF2B5EF4-FFF2-40B4-BE49-F238E27FC236}">
                <a16:creationId xmlns:a16="http://schemas.microsoft.com/office/drawing/2014/main" id="{B90A6F1A-0A7C-4C05-A7A9-2F6D3D3011B1}"/>
              </a:ext>
            </a:extLst>
          </p:cNvPr>
          <p:cNvSpPr>
            <a:spLocks noGrp="1"/>
          </p:cNvSpPr>
          <p:nvPr/>
        </p:nvSpPr>
        <p:spPr>
          <a:xfrm>
            <a:off x="19320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6" name="F2_precision_recall_distributions_5080">
            <a:extLst>
              <a:ext uri="{FF2B5EF4-FFF2-40B4-BE49-F238E27FC236}">
                <a16:creationId xmlns:a16="http://schemas.microsoft.com/office/drawing/2014/main" id="{3040E6E4-1232-4303-A8DB-12BE55683CC2}"/>
              </a:ext>
            </a:extLst>
          </p:cNvPr>
          <p:cNvSpPr>
            <a:spLocks noGrp="1"/>
          </p:cNvSpPr>
          <p:nvPr/>
        </p:nvSpPr>
        <p:spPr>
          <a:xfrm>
            <a:off x="18412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7" name="F2_precision_recall_distributions_5081">
            <a:extLst>
              <a:ext uri="{FF2B5EF4-FFF2-40B4-BE49-F238E27FC236}">
                <a16:creationId xmlns:a16="http://schemas.microsoft.com/office/drawing/2014/main" id="{4C4AE6FB-EC77-4725-91D6-CF0F4B75EEA6}"/>
              </a:ext>
            </a:extLst>
          </p:cNvPr>
          <p:cNvSpPr>
            <a:spLocks noGrp="1"/>
          </p:cNvSpPr>
          <p:nvPr/>
        </p:nvSpPr>
        <p:spPr>
          <a:xfrm>
            <a:off x="1787326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8" name="F2_precision_recall_distributions_5082">
            <a:extLst>
              <a:ext uri="{FF2B5EF4-FFF2-40B4-BE49-F238E27FC236}">
                <a16:creationId xmlns:a16="http://schemas.microsoft.com/office/drawing/2014/main" id="{F33C46AE-2E0F-40F0-88CB-9D420F771236}"/>
              </a:ext>
            </a:extLst>
          </p:cNvPr>
          <p:cNvSpPr>
            <a:spLocks noGrp="1"/>
          </p:cNvSpPr>
          <p:nvPr/>
        </p:nvSpPr>
        <p:spPr>
          <a:xfrm>
            <a:off x="195165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9" name="F2_precision_recall_distributions_5083">
            <a:extLst>
              <a:ext uri="{FF2B5EF4-FFF2-40B4-BE49-F238E27FC236}">
                <a16:creationId xmlns:a16="http://schemas.microsoft.com/office/drawing/2014/main" id="{E59EE4A0-77C5-4557-9166-032B1EE46908}"/>
              </a:ext>
            </a:extLst>
          </p:cNvPr>
          <p:cNvSpPr>
            <a:spLocks noGrp="1"/>
          </p:cNvSpPr>
          <p:nvPr/>
        </p:nvSpPr>
        <p:spPr>
          <a:xfrm>
            <a:off x="1880325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0" name="F2_precision_recall_distributions_5084">
            <a:extLst>
              <a:ext uri="{FF2B5EF4-FFF2-40B4-BE49-F238E27FC236}">
                <a16:creationId xmlns:a16="http://schemas.microsoft.com/office/drawing/2014/main" id="{5A6799A5-5493-49EB-87CD-49823AC1B240}"/>
              </a:ext>
            </a:extLst>
          </p:cNvPr>
          <p:cNvSpPr>
            <a:spLocks noGrp="1"/>
          </p:cNvSpPr>
          <p:nvPr/>
        </p:nvSpPr>
        <p:spPr>
          <a:xfrm>
            <a:off x="1978882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1" name="F2_precision_recall_distributions_5085">
            <a:extLst>
              <a:ext uri="{FF2B5EF4-FFF2-40B4-BE49-F238E27FC236}">
                <a16:creationId xmlns:a16="http://schemas.microsoft.com/office/drawing/2014/main" id="{1B6DCBA7-6D98-43AD-885D-972B97BD3D94}"/>
              </a:ext>
            </a:extLst>
          </p:cNvPr>
          <p:cNvSpPr>
            <a:spLocks noGrp="1"/>
          </p:cNvSpPr>
          <p:nvPr/>
        </p:nvSpPr>
        <p:spPr>
          <a:xfrm>
            <a:off x="17798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2" name="F2_precision_recall_distributions_5086">
            <a:extLst>
              <a:ext uri="{FF2B5EF4-FFF2-40B4-BE49-F238E27FC236}">
                <a16:creationId xmlns:a16="http://schemas.microsoft.com/office/drawing/2014/main" id="{8CC17137-6EE6-42B1-8324-D552FD2745A2}"/>
              </a:ext>
            </a:extLst>
          </p:cNvPr>
          <p:cNvSpPr>
            <a:spLocks noGrp="1"/>
          </p:cNvSpPr>
          <p:nvPr/>
        </p:nvSpPr>
        <p:spPr>
          <a:xfrm>
            <a:off x="19959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3" name="F2_precision_recall_distributions_5087">
            <a:extLst>
              <a:ext uri="{FF2B5EF4-FFF2-40B4-BE49-F238E27FC236}">
                <a16:creationId xmlns:a16="http://schemas.microsoft.com/office/drawing/2014/main" id="{4271D3C7-8D91-439D-9CC5-0AB61C04240F}"/>
              </a:ext>
            </a:extLst>
          </p:cNvPr>
          <p:cNvSpPr>
            <a:spLocks noGrp="1"/>
          </p:cNvSpPr>
          <p:nvPr/>
        </p:nvSpPr>
        <p:spPr>
          <a:xfrm>
            <a:off x="1678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4" name="F2_precision_recall_distributions_5088">
            <a:extLst>
              <a:ext uri="{FF2B5EF4-FFF2-40B4-BE49-F238E27FC236}">
                <a16:creationId xmlns:a16="http://schemas.microsoft.com/office/drawing/2014/main" id="{B88EC5B5-4ED9-4A45-AEB4-19FF9D9F5754}"/>
              </a:ext>
            </a:extLst>
          </p:cNvPr>
          <p:cNvSpPr>
            <a:spLocks noGrp="1"/>
          </p:cNvSpPr>
          <p:nvPr/>
        </p:nvSpPr>
        <p:spPr>
          <a:xfrm>
            <a:off x="172986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5" name="F2_precision_recall_distributions_5089">
            <a:extLst>
              <a:ext uri="{FF2B5EF4-FFF2-40B4-BE49-F238E27FC236}">
                <a16:creationId xmlns:a16="http://schemas.microsoft.com/office/drawing/2014/main" id="{688B39D8-652A-4BED-B796-F9C1B12C2086}"/>
              </a:ext>
            </a:extLst>
          </p:cNvPr>
          <p:cNvSpPr>
            <a:spLocks noGrp="1"/>
          </p:cNvSpPr>
          <p:nvPr/>
        </p:nvSpPr>
        <p:spPr>
          <a:xfrm>
            <a:off x="193580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6" name="F2_precision_recall_distributions_5090">
            <a:extLst>
              <a:ext uri="{FF2B5EF4-FFF2-40B4-BE49-F238E27FC236}">
                <a16:creationId xmlns:a16="http://schemas.microsoft.com/office/drawing/2014/main" id="{2D9ECC83-12FD-4EAF-BD5F-F7F1F7288068}"/>
              </a:ext>
            </a:extLst>
          </p:cNvPr>
          <p:cNvSpPr>
            <a:spLocks noGrp="1"/>
          </p:cNvSpPr>
          <p:nvPr/>
        </p:nvSpPr>
        <p:spPr>
          <a:xfrm>
            <a:off x="1918104" y="49725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7" name="F2_precision_recall_distributions_5091">
            <a:extLst>
              <a:ext uri="{FF2B5EF4-FFF2-40B4-BE49-F238E27FC236}">
                <a16:creationId xmlns:a16="http://schemas.microsoft.com/office/drawing/2014/main" id="{50B64AE9-48AC-4483-B7FC-8F56FD6BC609}"/>
              </a:ext>
            </a:extLst>
          </p:cNvPr>
          <p:cNvSpPr>
            <a:spLocks noGrp="1"/>
          </p:cNvSpPr>
          <p:nvPr/>
        </p:nvSpPr>
        <p:spPr>
          <a:xfrm>
            <a:off x="1782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8" name="F2_precision_recall_distributions_5092">
            <a:extLst>
              <a:ext uri="{FF2B5EF4-FFF2-40B4-BE49-F238E27FC236}">
                <a16:creationId xmlns:a16="http://schemas.microsoft.com/office/drawing/2014/main" id="{A236791C-4158-4CCD-8A3B-EB003A9FC218}"/>
              </a:ext>
            </a:extLst>
          </p:cNvPr>
          <p:cNvSpPr>
            <a:spLocks noGrp="1"/>
          </p:cNvSpPr>
          <p:nvPr/>
        </p:nvSpPr>
        <p:spPr>
          <a:xfrm>
            <a:off x="170253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9" name="F2_precision_recall_distributions_5093">
            <a:extLst>
              <a:ext uri="{FF2B5EF4-FFF2-40B4-BE49-F238E27FC236}">
                <a16:creationId xmlns:a16="http://schemas.microsoft.com/office/drawing/2014/main" id="{65D8306B-5B93-463B-9B57-AE42009D9BBB}"/>
              </a:ext>
            </a:extLst>
          </p:cNvPr>
          <p:cNvSpPr>
            <a:spLocks noGrp="1"/>
          </p:cNvSpPr>
          <p:nvPr/>
        </p:nvSpPr>
        <p:spPr>
          <a:xfrm>
            <a:off x="1863805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0" name="F2_precision_recall_distributions_5094">
            <a:extLst>
              <a:ext uri="{FF2B5EF4-FFF2-40B4-BE49-F238E27FC236}">
                <a16:creationId xmlns:a16="http://schemas.microsoft.com/office/drawing/2014/main" id="{1CB37444-4294-4EFB-8464-C8C65BEA098A}"/>
              </a:ext>
            </a:extLst>
          </p:cNvPr>
          <p:cNvSpPr>
            <a:spLocks noGrp="1"/>
          </p:cNvSpPr>
          <p:nvPr/>
        </p:nvSpPr>
        <p:spPr>
          <a:xfrm>
            <a:off x="202152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1" name="F2_precision_recall_distributions_5095">
            <a:extLst>
              <a:ext uri="{FF2B5EF4-FFF2-40B4-BE49-F238E27FC236}">
                <a16:creationId xmlns:a16="http://schemas.microsoft.com/office/drawing/2014/main" id="{A9315E97-5894-4F24-9ABC-B747483FA258}"/>
              </a:ext>
            </a:extLst>
          </p:cNvPr>
          <p:cNvSpPr>
            <a:spLocks noGrp="1"/>
          </p:cNvSpPr>
          <p:nvPr/>
        </p:nvSpPr>
        <p:spPr>
          <a:xfrm>
            <a:off x="17494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2" name="F2_precision_recall_distributions_5096">
            <a:extLst>
              <a:ext uri="{FF2B5EF4-FFF2-40B4-BE49-F238E27FC236}">
                <a16:creationId xmlns:a16="http://schemas.microsoft.com/office/drawing/2014/main" id="{0B8DFB59-3F42-4C5E-9478-BC8446F84363}"/>
              </a:ext>
            </a:extLst>
          </p:cNvPr>
          <p:cNvSpPr>
            <a:spLocks noGrp="1"/>
          </p:cNvSpPr>
          <p:nvPr/>
        </p:nvSpPr>
        <p:spPr>
          <a:xfrm>
            <a:off x="18307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3" name="F2_precision_recall_distributions_5097">
            <a:extLst>
              <a:ext uri="{FF2B5EF4-FFF2-40B4-BE49-F238E27FC236}">
                <a16:creationId xmlns:a16="http://schemas.microsoft.com/office/drawing/2014/main" id="{F60610F5-B7E7-4CAA-ABEE-CB07D92FBB7D}"/>
              </a:ext>
            </a:extLst>
          </p:cNvPr>
          <p:cNvSpPr>
            <a:spLocks noGrp="1"/>
          </p:cNvSpPr>
          <p:nvPr/>
        </p:nvSpPr>
        <p:spPr>
          <a:xfrm>
            <a:off x="183397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4" name="F2_precision_recall_distributions_5098">
            <a:extLst>
              <a:ext uri="{FF2B5EF4-FFF2-40B4-BE49-F238E27FC236}">
                <a16:creationId xmlns:a16="http://schemas.microsoft.com/office/drawing/2014/main" id="{2B697850-AA73-41F4-B40F-34F3A92AE859}"/>
              </a:ext>
            </a:extLst>
          </p:cNvPr>
          <p:cNvSpPr>
            <a:spLocks noGrp="1"/>
          </p:cNvSpPr>
          <p:nvPr/>
        </p:nvSpPr>
        <p:spPr>
          <a:xfrm>
            <a:off x="19703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5" name="F2_precision_recall_distributions_5099">
            <a:extLst>
              <a:ext uri="{FF2B5EF4-FFF2-40B4-BE49-F238E27FC236}">
                <a16:creationId xmlns:a16="http://schemas.microsoft.com/office/drawing/2014/main" id="{EB68C349-A013-4C3E-9AA2-398DF45054A2}"/>
              </a:ext>
            </a:extLst>
          </p:cNvPr>
          <p:cNvSpPr>
            <a:spLocks noGrp="1"/>
          </p:cNvSpPr>
          <p:nvPr/>
        </p:nvSpPr>
        <p:spPr>
          <a:xfrm>
            <a:off x="1943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6" name="F2_precision_recall_distributions_5100">
            <a:extLst>
              <a:ext uri="{FF2B5EF4-FFF2-40B4-BE49-F238E27FC236}">
                <a16:creationId xmlns:a16="http://schemas.microsoft.com/office/drawing/2014/main" id="{2BCA6D87-7978-41CB-B3E4-837F2B4F311B}"/>
              </a:ext>
            </a:extLst>
          </p:cNvPr>
          <p:cNvSpPr>
            <a:spLocks noGrp="1"/>
          </p:cNvSpPr>
          <p:nvPr/>
        </p:nvSpPr>
        <p:spPr>
          <a:xfrm>
            <a:off x="19742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7" name="F2_precision_recall_distributions_5101">
            <a:extLst>
              <a:ext uri="{FF2B5EF4-FFF2-40B4-BE49-F238E27FC236}">
                <a16:creationId xmlns:a16="http://schemas.microsoft.com/office/drawing/2014/main" id="{8DD73005-F646-4021-B546-343F99EAFE23}"/>
              </a:ext>
            </a:extLst>
          </p:cNvPr>
          <p:cNvSpPr>
            <a:spLocks noGrp="1"/>
          </p:cNvSpPr>
          <p:nvPr/>
        </p:nvSpPr>
        <p:spPr>
          <a:xfrm>
            <a:off x="19410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8" name="F2_precision_recall_distributions_5102">
            <a:extLst>
              <a:ext uri="{FF2B5EF4-FFF2-40B4-BE49-F238E27FC236}">
                <a16:creationId xmlns:a16="http://schemas.microsoft.com/office/drawing/2014/main" id="{F4133040-5521-4650-A1AE-8D06D7B38FC0}"/>
              </a:ext>
            </a:extLst>
          </p:cNvPr>
          <p:cNvSpPr>
            <a:spLocks noGrp="1"/>
          </p:cNvSpPr>
          <p:nvPr/>
        </p:nvSpPr>
        <p:spPr>
          <a:xfrm>
            <a:off x="2000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9" name="F2_precision_recall_distributions_5103">
            <a:extLst>
              <a:ext uri="{FF2B5EF4-FFF2-40B4-BE49-F238E27FC236}">
                <a16:creationId xmlns:a16="http://schemas.microsoft.com/office/drawing/2014/main" id="{67D1C7D8-8684-4EFA-8DCC-9CEABBC4FA09}"/>
              </a:ext>
            </a:extLst>
          </p:cNvPr>
          <p:cNvSpPr>
            <a:spLocks noGrp="1"/>
          </p:cNvSpPr>
          <p:nvPr/>
        </p:nvSpPr>
        <p:spPr>
          <a:xfrm>
            <a:off x="19739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0" name="F2_precision_recall_distributions_5104">
            <a:extLst>
              <a:ext uri="{FF2B5EF4-FFF2-40B4-BE49-F238E27FC236}">
                <a16:creationId xmlns:a16="http://schemas.microsoft.com/office/drawing/2014/main" id="{91C909B1-EFDA-4A08-8448-99030C4169F7}"/>
              </a:ext>
            </a:extLst>
          </p:cNvPr>
          <p:cNvSpPr>
            <a:spLocks noGrp="1"/>
          </p:cNvSpPr>
          <p:nvPr/>
        </p:nvSpPr>
        <p:spPr>
          <a:xfrm>
            <a:off x="1778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1" name="F2_precision_recall_distributions_5105">
            <a:extLst>
              <a:ext uri="{FF2B5EF4-FFF2-40B4-BE49-F238E27FC236}">
                <a16:creationId xmlns:a16="http://schemas.microsoft.com/office/drawing/2014/main" id="{FD85AE00-CEEC-4140-A3C3-5688581BE6B6}"/>
              </a:ext>
            </a:extLst>
          </p:cNvPr>
          <p:cNvSpPr>
            <a:spLocks noGrp="1"/>
          </p:cNvSpPr>
          <p:nvPr/>
        </p:nvSpPr>
        <p:spPr>
          <a:xfrm>
            <a:off x="187509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2" name="F2_precision_recall_distributions_5106">
            <a:extLst>
              <a:ext uri="{FF2B5EF4-FFF2-40B4-BE49-F238E27FC236}">
                <a16:creationId xmlns:a16="http://schemas.microsoft.com/office/drawing/2014/main" id="{D8061754-640E-437A-A628-8E52BE91A23E}"/>
              </a:ext>
            </a:extLst>
          </p:cNvPr>
          <p:cNvSpPr>
            <a:spLocks noGrp="1"/>
          </p:cNvSpPr>
          <p:nvPr/>
        </p:nvSpPr>
        <p:spPr>
          <a:xfrm>
            <a:off x="18271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3" name="F2_precision_recall_distributions_5107">
            <a:extLst>
              <a:ext uri="{FF2B5EF4-FFF2-40B4-BE49-F238E27FC236}">
                <a16:creationId xmlns:a16="http://schemas.microsoft.com/office/drawing/2014/main" id="{F9D19143-D75D-4435-AD6A-696441B95B0A}"/>
              </a:ext>
            </a:extLst>
          </p:cNvPr>
          <p:cNvSpPr>
            <a:spLocks noGrp="1"/>
          </p:cNvSpPr>
          <p:nvPr/>
        </p:nvSpPr>
        <p:spPr>
          <a:xfrm>
            <a:off x="18755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4" name="F2_precision_recall_distributions_5108">
            <a:extLst>
              <a:ext uri="{FF2B5EF4-FFF2-40B4-BE49-F238E27FC236}">
                <a16:creationId xmlns:a16="http://schemas.microsoft.com/office/drawing/2014/main" id="{1CA39AD5-2400-4680-AD3A-DB287155523C}"/>
              </a:ext>
            </a:extLst>
          </p:cNvPr>
          <p:cNvSpPr>
            <a:spLocks noGrp="1"/>
          </p:cNvSpPr>
          <p:nvPr/>
        </p:nvSpPr>
        <p:spPr>
          <a:xfrm>
            <a:off x="1659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5" name="F2_precision_recall_distributions_5109">
            <a:extLst>
              <a:ext uri="{FF2B5EF4-FFF2-40B4-BE49-F238E27FC236}">
                <a16:creationId xmlns:a16="http://schemas.microsoft.com/office/drawing/2014/main" id="{8EA5CE68-0762-4EDC-B4E9-507110D012F1}"/>
              </a:ext>
            </a:extLst>
          </p:cNvPr>
          <p:cNvSpPr>
            <a:spLocks noGrp="1"/>
          </p:cNvSpPr>
          <p:nvPr/>
        </p:nvSpPr>
        <p:spPr>
          <a:xfrm>
            <a:off x="179423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6" name="F2_precision_recall_distributions_5110">
            <a:extLst>
              <a:ext uri="{FF2B5EF4-FFF2-40B4-BE49-F238E27FC236}">
                <a16:creationId xmlns:a16="http://schemas.microsoft.com/office/drawing/2014/main" id="{927C3D5F-C99A-4952-93C1-AF17FF6390BC}"/>
              </a:ext>
            </a:extLst>
          </p:cNvPr>
          <p:cNvSpPr>
            <a:spLocks noGrp="1"/>
          </p:cNvSpPr>
          <p:nvPr/>
        </p:nvSpPr>
        <p:spPr>
          <a:xfrm>
            <a:off x="1913654" y="4264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7" name="F2_precision_recall_distributions_5111">
            <a:extLst>
              <a:ext uri="{FF2B5EF4-FFF2-40B4-BE49-F238E27FC236}">
                <a16:creationId xmlns:a16="http://schemas.microsoft.com/office/drawing/2014/main" id="{944D39DC-619C-40DF-8227-094E3DA71175}"/>
              </a:ext>
            </a:extLst>
          </p:cNvPr>
          <p:cNvSpPr>
            <a:spLocks noGrp="1"/>
          </p:cNvSpPr>
          <p:nvPr/>
        </p:nvSpPr>
        <p:spPr>
          <a:xfrm>
            <a:off x="2008513" y="43147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8" name="F2_precision_recall_distributions_5112">
            <a:extLst>
              <a:ext uri="{FF2B5EF4-FFF2-40B4-BE49-F238E27FC236}">
                <a16:creationId xmlns:a16="http://schemas.microsoft.com/office/drawing/2014/main" id="{E653D444-72A3-424D-805D-EB961029BF85}"/>
              </a:ext>
            </a:extLst>
          </p:cNvPr>
          <p:cNvSpPr>
            <a:spLocks noGrp="1"/>
          </p:cNvSpPr>
          <p:nvPr/>
        </p:nvSpPr>
        <p:spPr>
          <a:xfrm>
            <a:off x="176621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9" name="F2_precision_recall_distributions_5113">
            <a:extLst>
              <a:ext uri="{FF2B5EF4-FFF2-40B4-BE49-F238E27FC236}">
                <a16:creationId xmlns:a16="http://schemas.microsoft.com/office/drawing/2014/main" id="{ADFA7CD4-6466-4D55-AEBE-A41DEF274E3E}"/>
              </a:ext>
            </a:extLst>
          </p:cNvPr>
          <p:cNvSpPr>
            <a:spLocks noGrp="1"/>
          </p:cNvSpPr>
          <p:nvPr/>
        </p:nvSpPr>
        <p:spPr>
          <a:xfrm>
            <a:off x="176341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0" name="F2_precision_recall_distributions_5114">
            <a:extLst>
              <a:ext uri="{FF2B5EF4-FFF2-40B4-BE49-F238E27FC236}">
                <a16:creationId xmlns:a16="http://schemas.microsoft.com/office/drawing/2014/main" id="{4721959C-3A6C-4F26-A791-3E313D7303AF}"/>
              </a:ext>
            </a:extLst>
          </p:cNvPr>
          <p:cNvSpPr>
            <a:spLocks noGrp="1"/>
          </p:cNvSpPr>
          <p:nvPr/>
        </p:nvSpPr>
        <p:spPr>
          <a:xfrm>
            <a:off x="18011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1" name="F2_precision_recall_distributions_5115">
            <a:extLst>
              <a:ext uri="{FF2B5EF4-FFF2-40B4-BE49-F238E27FC236}">
                <a16:creationId xmlns:a16="http://schemas.microsoft.com/office/drawing/2014/main" id="{D17840BF-0B26-4522-B10D-D83076AD4DF2}"/>
              </a:ext>
            </a:extLst>
          </p:cNvPr>
          <p:cNvSpPr>
            <a:spLocks noGrp="1"/>
          </p:cNvSpPr>
          <p:nvPr/>
        </p:nvSpPr>
        <p:spPr>
          <a:xfrm>
            <a:off x="1835463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2" name="F2_precision_recall_distributions_5116">
            <a:extLst>
              <a:ext uri="{FF2B5EF4-FFF2-40B4-BE49-F238E27FC236}">
                <a16:creationId xmlns:a16="http://schemas.microsoft.com/office/drawing/2014/main" id="{5826449D-3387-4D53-8173-B5FA8AA879CB}"/>
              </a:ext>
            </a:extLst>
          </p:cNvPr>
          <p:cNvSpPr>
            <a:spLocks noGrp="1"/>
          </p:cNvSpPr>
          <p:nvPr/>
        </p:nvSpPr>
        <p:spPr>
          <a:xfrm>
            <a:off x="19155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3" name="F2_precision_recall_distributions_5117">
            <a:extLst>
              <a:ext uri="{FF2B5EF4-FFF2-40B4-BE49-F238E27FC236}">
                <a16:creationId xmlns:a16="http://schemas.microsoft.com/office/drawing/2014/main" id="{69356A17-7C45-4F47-B185-FE00777BDC5E}"/>
              </a:ext>
            </a:extLst>
          </p:cNvPr>
          <p:cNvSpPr>
            <a:spLocks noGrp="1"/>
          </p:cNvSpPr>
          <p:nvPr/>
        </p:nvSpPr>
        <p:spPr>
          <a:xfrm>
            <a:off x="1658756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4" name="F2_precision_recall_distributions_5118">
            <a:extLst>
              <a:ext uri="{FF2B5EF4-FFF2-40B4-BE49-F238E27FC236}">
                <a16:creationId xmlns:a16="http://schemas.microsoft.com/office/drawing/2014/main" id="{88A26124-8FBA-4F27-9E50-BD0AD6178F8E}"/>
              </a:ext>
            </a:extLst>
          </p:cNvPr>
          <p:cNvSpPr>
            <a:spLocks noGrp="1"/>
          </p:cNvSpPr>
          <p:nvPr/>
        </p:nvSpPr>
        <p:spPr>
          <a:xfrm>
            <a:off x="19509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5" name="F2_precision_recall_distributions_5119">
            <a:extLst>
              <a:ext uri="{FF2B5EF4-FFF2-40B4-BE49-F238E27FC236}">
                <a16:creationId xmlns:a16="http://schemas.microsoft.com/office/drawing/2014/main" id="{7CBFD6C7-9A02-4B37-8D73-A842D1E42791}"/>
              </a:ext>
            </a:extLst>
          </p:cNvPr>
          <p:cNvSpPr>
            <a:spLocks noGrp="1"/>
          </p:cNvSpPr>
          <p:nvPr/>
        </p:nvSpPr>
        <p:spPr>
          <a:xfrm>
            <a:off x="17918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6" name="F2_precision_recall_distributions_5120">
            <a:extLst>
              <a:ext uri="{FF2B5EF4-FFF2-40B4-BE49-F238E27FC236}">
                <a16:creationId xmlns:a16="http://schemas.microsoft.com/office/drawing/2014/main" id="{CB75E8D9-81AE-4FD2-A072-2DB33CF2EABB}"/>
              </a:ext>
            </a:extLst>
          </p:cNvPr>
          <p:cNvSpPr>
            <a:spLocks noGrp="1"/>
          </p:cNvSpPr>
          <p:nvPr/>
        </p:nvSpPr>
        <p:spPr>
          <a:xfrm>
            <a:off x="17962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7" name="F2_precision_recall_distributions_5121">
            <a:extLst>
              <a:ext uri="{FF2B5EF4-FFF2-40B4-BE49-F238E27FC236}">
                <a16:creationId xmlns:a16="http://schemas.microsoft.com/office/drawing/2014/main" id="{5732DBE5-59C0-468B-B67E-87AB2FB54361}"/>
              </a:ext>
            </a:extLst>
          </p:cNvPr>
          <p:cNvSpPr>
            <a:spLocks noGrp="1"/>
          </p:cNvSpPr>
          <p:nvPr/>
        </p:nvSpPr>
        <p:spPr>
          <a:xfrm>
            <a:off x="19975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8" name="F2_precision_recall_distributions_5122">
            <a:extLst>
              <a:ext uri="{FF2B5EF4-FFF2-40B4-BE49-F238E27FC236}">
                <a16:creationId xmlns:a16="http://schemas.microsoft.com/office/drawing/2014/main" id="{A7D2E0B7-7A72-499A-8E01-E5D14B900841}"/>
              </a:ext>
            </a:extLst>
          </p:cNvPr>
          <p:cNvSpPr>
            <a:spLocks noGrp="1"/>
          </p:cNvSpPr>
          <p:nvPr/>
        </p:nvSpPr>
        <p:spPr>
          <a:xfrm>
            <a:off x="1798572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9" name="F2_precision_recall_distributions_5123">
            <a:extLst>
              <a:ext uri="{FF2B5EF4-FFF2-40B4-BE49-F238E27FC236}">
                <a16:creationId xmlns:a16="http://schemas.microsoft.com/office/drawing/2014/main" id="{A0FF1ED2-4CE2-4238-BB5D-833CC588A188}"/>
              </a:ext>
            </a:extLst>
          </p:cNvPr>
          <p:cNvSpPr>
            <a:spLocks noGrp="1"/>
          </p:cNvSpPr>
          <p:nvPr/>
        </p:nvSpPr>
        <p:spPr>
          <a:xfrm>
            <a:off x="1732829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0" name="F2_precision_recall_distributions_5124">
            <a:extLst>
              <a:ext uri="{FF2B5EF4-FFF2-40B4-BE49-F238E27FC236}">
                <a16:creationId xmlns:a16="http://schemas.microsoft.com/office/drawing/2014/main" id="{B8E270A4-0342-4655-B11B-3DD979E1141F}"/>
              </a:ext>
            </a:extLst>
          </p:cNvPr>
          <p:cNvSpPr>
            <a:spLocks noGrp="1"/>
          </p:cNvSpPr>
          <p:nvPr/>
        </p:nvSpPr>
        <p:spPr>
          <a:xfrm>
            <a:off x="16703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1" name="F2_precision_recall_distributions_5125">
            <a:extLst>
              <a:ext uri="{FF2B5EF4-FFF2-40B4-BE49-F238E27FC236}">
                <a16:creationId xmlns:a16="http://schemas.microsoft.com/office/drawing/2014/main" id="{F9DC8938-D9EE-45A5-BBD4-973C39B0FF82}"/>
              </a:ext>
            </a:extLst>
          </p:cNvPr>
          <p:cNvSpPr>
            <a:spLocks noGrp="1"/>
          </p:cNvSpPr>
          <p:nvPr/>
        </p:nvSpPr>
        <p:spPr>
          <a:xfrm>
            <a:off x="17047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2" name="F2_precision_recall_distributions_5126">
            <a:extLst>
              <a:ext uri="{FF2B5EF4-FFF2-40B4-BE49-F238E27FC236}">
                <a16:creationId xmlns:a16="http://schemas.microsoft.com/office/drawing/2014/main" id="{E286E543-864C-49B8-AE62-F5055EA8C15E}"/>
              </a:ext>
            </a:extLst>
          </p:cNvPr>
          <p:cNvSpPr>
            <a:spLocks noGrp="1"/>
          </p:cNvSpPr>
          <p:nvPr/>
        </p:nvSpPr>
        <p:spPr>
          <a:xfrm>
            <a:off x="2019787" y="48553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3" name="F2_precision_recall_distributions_5127">
            <a:extLst>
              <a:ext uri="{FF2B5EF4-FFF2-40B4-BE49-F238E27FC236}">
                <a16:creationId xmlns:a16="http://schemas.microsoft.com/office/drawing/2014/main" id="{C68943F4-626E-4780-A06F-125C53BB6779}"/>
              </a:ext>
            </a:extLst>
          </p:cNvPr>
          <p:cNvSpPr>
            <a:spLocks noGrp="1"/>
          </p:cNvSpPr>
          <p:nvPr/>
        </p:nvSpPr>
        <p:spPr>
          <a:xfrm>
            <a:off x="19985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4" name="F2_precision_recall_distributions_5128">
            <a:extLst>
              <a:ext uri="{FF2B5EF4-FFF2-40B4-BE49-F238E27FC236}">
                <a16:creationId xmlns:a16="http://schemas.microsoft.com/office/drawing/2014/main" id="{67179BDF-E361-4E05-BC8D-7B59986FB216}"/>
              </a:ext>
            </a:extLst>
          </p:cNvPr>
          <p:cNvSpPr>
            <a:spLocks noGrp="1"/>
          </p:cNvSpPr>
          <p:nvPr/>
        </p:nvSpPr>
        <p:spPr>
          <a:xfrm>
            <a:off x="1872282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5" name="F2_precision_recall_distributions_5129">
            <a:extLst>
              <a:ext uri="{FF2B5EF4-FFF2-40B4-BE49-F238E27FC236}">
                <a16:creationId xmlns:a16="http://schemas.microsoft.com/office/drawing/2014/main" id="{1B1D177C-AB99-468E-AD47-1408486439FD}"/>
              </a:ext>
            </a:extLst>
          </p:cNvPr>
          <p:cNvSpPr>
            <a:spLocks noGrp="1"/>
          </p:cNvSpPr>
          <p:nvPr/>
        </p:nvSpPr>
        <p:spPr>
          <a:xfrm>
            <a:off x="17965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6" name="F2_precision_recall_distributions_5130">
            <a:extLst>
              <a:ext uri="{FF2B5EF4-FFF2-40B4-BE49-F238E27FC236}">
                <a16:creationId xmlns:a16="http://schemas.microsoft.com/office/drawing/2014/main" id="{13CC36ED-E005-4154-ABF6-F015B828C281}"/>
              </a:ext>
            </a:extLst>
          </p:cNvPr>
          <p:cNvSpPr>
            <a:spLocks noGrp="1"/>
          </p:cNvSpPr>
          <p:nvPr/>
        </p:nvSpPr>
        <p:spPr>
          <a:xfrm>
            <a:off x="17523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7" name="F2_precision_recall_distributions_5131">
            <a:extLst>
              <a:ext uri="{FF2B5EF4-FFF2-40B4-BE49-F238E27FC236}">
                <a16:creationId xmlns:a16="http://schemas.microsoft.com/office/drawing/2014/main" id="{D59A39AE-77AE-473F-82D4-0C848485A3B9}"/>
              </a:ext>
            </a:extLst>
          </p:cNvPr>
          <p:cNvSpPr>
            <a:spLocks noGrp="1"/>
          </p:cNvSpPr>
          <p:nvPr/>
        </p:nvSpPr>
        <p:spPr>
          <a:xfrm>
            <a:off x="172265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8" name="F2_precision_recall_distributions_5132">
            <a:extLst>
              <a:ext uri="{FF2B5EF4-FFF2-40B4-BE49-F238E27FC236}">
                <a16:creationId xmlns:a16="http://schemas.microsoft.com/office/drawing/2014/main" id="{CBFA54DB-466B-4EB0-B5A3-D0E8661735F0}"/>
              </a:ext>
            </a:extLst>
          </p:cNvPr>
          <p:cNvSpPr>
            <a:spLocks noGrp="1"/>
          </p:cNvSpPr>
          <p:nvPr/>
        </p:nvSpPr>
        <p:spPr>
          <a:xfrm>
            <a:off x="193822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9" name="F2_precision_recall_distributions_5133">
            <a:extLst>
              <a:ext uri="{FF2B5EF4-FFF2-40B4-BE49-F238E27FC236}">
                <a16:creationId xmlns:a16="http://schemas.microsoft.com/office/drawing/2014/main" id="{18150216-0BF8-4E23-B1A3-C7E68846C637}"/>
              </a:ext>
            </a:extLst>
          </p:cNvPr>
          <p:cNvSpPr>
            <a:spLocks noGrp="1"/>
          </p:cNvSpPr>
          <p:nvPr/>
        </p:nvSpPr>
        <p:spPr>
          <a:xfrm>
            <a:off x="177521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0" name="F2_precision_recall_distributions_5134">
            <a:extLst>
              <a:ext uri="{FF2B5EF4-FFF2-40B4-BE49-F238E27FC236}">
                <a16:creationId xmlns:a16="http://schemas.microsoft.com/office/drawing/2014/main" id="{9A11A98A-72D1-481A-831A-BBE767BB08D6}"/>
              </a:ext>
            </a:extLst>
          </p:cNvPr>
          <p:cNvSpPr>
            <a:spLocks noGrp="1"/>
          </p:cNvSpPr>
          <p:nvPr/>
        </p:nvSpPr>
        <p:spPr>
          <a:xfrm>
            <a:off x="186726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1" name="F2_precision_recall_distributions_5135">
            <a:extLst>
              <a:ext uri="{FF2B5EF4-FFF2-40B4-BE49-F238E27FC236}">
                <a16:creationId xmlns:a16="http://schemas.microsoft.com/office/drawing/2014/main" id="{24934D8F-DB21-4B1A-802A-D07BF7130423}"/>
              </a:ext>
            </a:extLst>
          </p:cNvPr>
          <p:cNvSpPr>
            <a:spLocks noGrp="1"/>
          </p:cNvSpPr>
          <p:nvPr/>
        </p:nvSpPr>
        <p:spPr>
          <a:xfrm>
            <a:off x="1956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2" name="F2_precision_recall_distributions_5136">
            <a:extLst>
              <a:ext uri="{FF2B5EF4-FFF2-40B4-BE49-F238E27FC236}">
                <a16:creationId xmlns:a16="http://schemas.microsoft.com/office/drawing/2014/main" id="{333717D4-66D3-49BB-A87F-F3567663B167}"/>
              </a:ext>
            </a:extLst>
          </p:cNvPr>
          <p:cNvSpPr>
            <a:spLocks noGrp="1"/>
          </p:cNvSpPr>
          <p:nvPr/>
        </p:nvSpPr>
        <p:spPr>
          <a:xfrm>
            <a:off x="1718064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3" name="F2_precision_recall_distributions_5137">
            <a:extLst>
              <a:ext uri="{FF2B5EF4-FFF2-40B4-BE49-F238E27FC236}">
                <a16:creationId xmlns:a16="http://schemas.microsoft.com/office/drawing/2014/main" id="{3A766F20-9A15-4A5A-9F11-C93B0598C6E2}"/>
              </a:ext>
            </a:extLst>
          </p:cNvPr>
          <p:cNvSpPr>
            <a:spLocks noGrp="1"/>
          </p:cNvSpPr>
          <p:nvPr/>
        </p:nvSpPr>
        <p:spPr>
          <a:xfrm>
            <a:off x="20208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4" name="F2_precision_recall_distributions_5138">
            <a:extLst>
              <a:ext uri="{FF2B5EF4-FFF2-40B4-BE49-F238E27FC236}">
                <a16:creationId xmlns:a16="http://schemas.microsoft.com/office/drawing/2014/main" id="{4A249863-7601-4660-980F-0061D2B0A82F}"/>
              </a:ext>
            </a:extLst>
          </p:cNvPr>
          <p:cNvSpPr>
            <a:spLocks noGrp="1"/>
          </p:cNvSpPr>
          <p:nvPr/>
        </p:nvSpPr>
        <p:spPr>
          <a:xfrm>
            <a:off x="1867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5" name="F2_precision_recall_distributions_5139">
            <a:extLst>
              <a:ext uri="{FF2B5EF4-FFF2-40B4-BE49-F238E27FC236}">
                <a16:creationId xmlns:a16="http://schemas.microsoft.com/office/drawing/2014/main" id="{EF97118E-CA8E-4842-99D4-39C3794BAEFE}"/>
              </a:ext>
            </a:extLst>
          </p:cNvPr>
          <p:cNvSpPr>
            <a:spLocks noGrp="1"/>
          </p:cNvSpPr>
          <p:nvPr/>
        </p:nvSpPr>
        <p:spPr>
          <a:xfrm>
            <a:off x="17673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6" name="F2_precision_recall_distributions_5140">
            <a:extLst>
              <a:ext uri="{FF2B5EF4-FFF2-40B4-BE49-F238E27FC236}">
                <a16:creationId xmlns:a16="http://schemas.microsoft.com/office/drawing/2014/main" id="{3897E8FD-3A08-4E1C-90D9-13DB78D52FAA}"/>
              </a:ext>
            </a:extLst>
          </p:cNvPr>
          <p:cNvSpPr>
            <a:spLocks noGrp="1"/>
          </p:cNvSpPr>
          <p:nvPr/>
        </p:nvSpPr>
        <p:spPr>
          <a:xfrm>
            <a:off x="19821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7" name="F2_precision_recall_distributions_5141">
            <a:extLst>
              <a:ext uri="{FF2B5EF4-FFF2-40B4-BE49-F238E27FC236}">
                <a16:creationId xmlns:a16="http://schemas.microsoft.com/office/drawing/2014/main" id="{98F80771-71C2-4ED0-A6DC-D8E8D1127DCD}"/>
              </a:ext>
            </a:extLst>
          </p:cNvPr>
          <p:cNvSpPr>
            <a:spLocks noGrp="1"/>
          </p:cNvSpPr>
          <p:nvPr/>
        </p:nvSpPr>
        <p:spPr>
          <a:xfrm>
            <a:off x="20047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8" name="F2_precision_recall_distributions_5142">
            <a:extLst>
              <a:ext uri="{FF2B5EF4-FFF2-40B4-BE49-F238E27FC236}">
                <a16:creationId xmlns:a16="http://schemas.microsoft.com/office/drawing/2014/main" id="{0E4D60AA-6BF3-431B-9F87-2986AFC6FA5A}"/>
              </a:ext>
            </a:extLst>
          </p:cNvPr>
          <p:cNvSpPr>
            <a:spLocks noGrp="1"/>
          </p:cNvSpPr>
          <p:nvPr/>
        </p:nvSpPr>
        <p:spPr>
          <a:xfrm>
            <a:off x="194130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9" name="F2_precision_recall_distributions_5143">
            <a:extLst>
              <a:ext uri="{FF2B5EF4-FFF2-40B4-BE49-F238E27FC236}">
                <a16:creationId xmlns:a16="http://schemas.microsoft.com/office/drawing/2014/main" id="{21DB4739-F6B4-461B-B78F-CD7C95CBF1BB}"/>
              </a:ext>
            </a:extLst>
          </p:cNvPr>
          <p:cNvSpPr>
            <a:spLocks noGrp="1"/>
          </p:cNvSpPr>
          <p:nvPr/>
        </p:nvSpPr>
        <p:spPr>
          <a:xfrm>
            <a:off x="167284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0" name="F2_precision_recall_distributions_5144">
            <a:extLst>
              <a:ext uri="{FF2B5EF4-FFF2-40B4-BE49-F238E27FC236}">
                <a16:creationId xmlns:a16="http://schemas.microsoft.com/office/drawing/2014/main" id="{13A6548E-49EF-4AF8-A60D-DEB71A255A3C}"/>
              </a:ext>
            </a:extLst>
          </p:cNvPr>
          <p:cNvSpPr>
            <a:spLocks noGrp="1"/>
          </p:cNvSpPr>
          <p:nvPr/>
        </p:nvSpPr>
        <p:spPr>
          <a:xfrm>
            <a:off x="16950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1" name="F2_precision_recall_distributions_5145">
            <a:extLst>
              <a:ext uri="{FF2B5EF4-FFF2-40B4-BE49-F238E27FC236}">
                <a16:creationId xmlns:a16="http://schemas.microsoft.com/office/drawing/2014/main" id="{87E9B6AC-2F03-436E-B9CA-1889506D928F}"/>
              </a:ext>
            </a:extLst>
          </p:cNvPr>
          <p:cNvSpPr>
            <a:spLocks noGrp="1"/>
          </p:cNvSpPr>
          <p:nvPr/>
        </p:nvSpPr>
        <p:spPr>
          <a:xfrm>
            <a:off x="175851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2" name="F2_precision_recall_distributions_5146">
            <a:extLst>
              <a:ext uri="{FF2B5EF4-FFF2-40B4-BE49-F238E27FC236}">
                <a16:creationId xmlns:a16="http://schemas.microsoft.com/office/drawing/2014/main" id="{B53C0BDA-D354-47ED-AAE7-26FA59A1BA50}"/>
              </a:ext>
            </a:extLst>
          </p:cNvPr>
          <p:cNvSpPr>
            <a:spLocks noGrp="1"/>
          </p:cNvSpPr>
          <p:nvPr/>
        </p:nvSpPr>
        <p:spPr>
          <a:xfrm>
            <a:off x="176074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3" name="F2_precision_recall_distributions_5147">
            <a:extLst>
              <a:ext uri="{FF2B5EF4-FFF2-40B4-BE49-F238E27FC236}">
                <a16:creationId xmlns:a16="http://schemas.microsoft.com/office/drawing/2014/main" id="{3B882377-000B-4C57-8429-C3EB081062A3}"/>
              </a:ext>
            </a:extLst>
          </p:cNvPr>
          <p:cNvSpPr>
            <a:spLocks noGrp="1"/>
          </p:cNvSpPr>
          <p:nvPr/>
        </p:nvSpPr>
        <p:spPr>
          <a:xfrm>
            <a:off x="1805730" y="4615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4" name="F2_precision_recall_distributions_5148">
            <a:extLst>
              <a:ext uri="{FF2B5EF4-FFF2-40B4-BE49-F238E27FC236}">
                <a16:creationId xmlns:a16="http://schemas.microsoft.com/office/drawing/2014/main" id="{297EF6EC-E820-404E-8739-904BBC524BF7}"/>
              </a:ext>
            </a:extLst>
          </p:cNvPr>
          <p:cNvSpPr>
            <a:spLocks noGrp="1"/>
          </p:cNvSpPr>
          <p:nvPr/>
        </p:nvSpPr>
        <p:spPr>
          <a:xfrm>
            <a:off x="192210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5" name="F2_precision_recall_distributions_5149">
            <a:extLst>
              <a:ext uri="{FF2B5EF4-FFF2-40B4-BE49-F238E27FC236}">
                <a16:creationId xmlns:a16="http://schemas.microsoft.com/office/drawing/2014/main" id="{6C6CD0EF-DD1C-4653-8713-06D46502693F}"/>
              </a:ext>
            </a:extLst>
          </p:cNvPr>
          <p:cNvSpPr>
            <a:spLocks noGrp="1"/>
          </p:cNvSpPr>
          <p:nvPr/>
        </p:nvSpPr>
        <p:spPr>
          <a:xfrm>
            <a:off x="174374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6" name="F2_precision_recall_distributions_5150">
            <a:extLst>
              <a:ext uri="{FF2B5EF4-FFF2-40B4-BE49-F238E27FC236}">
                <a16:creationId xmlns:a16="http://schemas.microsoft.com/office/drawing/2014/main" id="{5A0EDFF5-A813-4267-B1CE-EE44CC1D5078}"/>
              </a:ext>
            </a:extLst>
          </p:cNvPr>
          <p:cNvSpPr>
            <a:spLocks noGrp="1"/>
          </p:cNvSpPr>
          <p:nvPr/>
        </p:nvSpPr>
        <p:spPr>
          <a:xfrm>
            <a:off x="189879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7" name="F2_precision_recall_distributions_5151">
            <a:extLst>
              <a:ext uri="{FF2B5EF4-FFF2-40B4-BE49-F238E27FC236}">
                <a16:creationId xmlns:a16="http://schemas.microsoft.com/office/drawing/2014/main" id="{74EFA387-7DDA-405B-8A48-8AA1A0328252}"/>
              </a:ext>
            </a:extLst>
          </p:cNvPr>
          <p:cNvSpPr>
            <a:spLocks noGrp="1"/>
          </p:cNvSpPr>
          <p:nvPr/>
        </p:nvSpPr>
        <p:spPr>
          <a:xfrm>
            <a:off x="19193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8" name="F2_precision_recall_distributions_5152">
            <a:extLst>
              <a:ext uri="{FF2B5EF4-FFF2-40B4-BE49-F238E27FC236}">
                <a16:creationId xmlns:a16="http://schemas.microsoft.com/office/drawing/2014/main" id="{71B3BD9E-8618-4D70-AAA5-B51E83617BDE}"/>
              </a:ext>
            </a:extLst>
          </p:cNvPr>
          <p:cNvSpPr>
            <a:spLocks noGrp="1"/>
          </p:cNvSpPr>
          <p:nvPr/>
        </p:nvSpPr>
        <p:spPr>
          <a:xfrm>
            <a:off x="176049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9" name="F2_precision_recall_distributions_5153">
            <a:extLst>
              <a:ext uri="{FF2B5EF4-FFF2-40B4-BE49-F238E27FC236}">
                <a16:creationId xmlns:a16="http://schemas.microsoft.com/office/drawing/2014/main" id="{EF7200DF-8624-4133-BAE7-1C4AB329F02D}"/>
              </a:ext>
            </a:extLst>
          </p:cNvPr>
          <p:cNvSpPr>
            <a:spLocks noGrp="1"/>
          </p:cNvSpPr>
          <p:nvPr/>
        </p:nvSpPr>
        <p:spPr>
          <a:xfrm>
            <a:off x="190551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0" name="F2_precision_recall_distributions_5154">
            <a:extLst>
              <a:ext uri="{FF2B5EF4-FFF2-40B4-BE49-F238E27FC236}">
                <a16:creationId xmlns:a16="http://schemas.microsoft.com/office/drawing/2014/main" id="{38824665-4A2C-493D-9136-F22B13976479}"/>
              </a:ext>
            </a:extLst>
          </p:cNvPr>
          <p:cNvSpPr>
            <a:spLocks noGrp="1"/>
          </p:cNvSpPr>
          <p:nvPr/>
        </p:nvSpPr>
        <p:spPr>
          <a:xfrm>
            <a:off x="18321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1" name="F2_precision_recall_distributions_5155">
            <a:extLst>
              <a:ext uri="{FF2B5EF4-FFF2-40B4-BE49-F238E27FC236}">
                <a16:creationId xmlns:a16="http://schemas.microsoft.com/office/drawing/2014/main" id="{B0135998-6A9B-48B4-BA32-7C1482A6FD3D}"/>
              </a:ext>
            </a:extLst>
          </p:cNvPr>
          <p:cNvSpPr>
            <a:spLocks noGrp="1"/>
          </p:cNvSpPr>
          <p:nvPr/>
        </p:nvSpPr>
        <p:spPr>
          <a:xfrm>
            <a:off x="16603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2" name="F2_precision_recall_distributions_5156">
            <a:extLst>
              <a:ext uri="{FF2B5EF4-FFF2-40B4-BE49-F238E27FC236}">
                <a16:creationId xmlns:a16="http://schemas.microsoft.com/office/drawing/2014/main" id="{462B458A-C332-4F97-BFD2-D463125D1410}"/>
              </a:ext>
            </a:extLst>
          </p:cNvPr>
          <p:cNvSpPr>
            <a:spLocks noGrp="1"/>
          </p:cNvSpPr>
          <p:nvPr/>
        </p:nvSpPr>
        <p:spPr>
          <a:xfrm>
            <a:off x="1752508" y="4274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3" name="F2_precision_recall_distributions_5157">
            <a:extLst>
              <a:ext uri="{FF2B5EF4-FFF2-40B4-BE49-F238E27FC236}">
                <a16:creationId xmlns:a16="http://schemas.microsoft.com/office/drawing/2014/main" id="{C98BE748-F8BC-44BB-86E7-FCE5B6EFA3FE}"/>
              </a:ext>
            </a:extLst>
          </p:cNvPr>
          <p:cNvSpPr>
            <a:spLocks noGrp="1"/>
          </p:cNvSpPr>
          <p:nvPr/>
        </p:nvSpPr>
        <p:spPr>
          <a:xfrm>
            <a:off x="179055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4" name="F2_precision_recall_distributions_5158">
            <a:extLst>
              <a:ext uri="{FF2B5EF4-FFF2-40B4-BE49-F238E27FC236}">
                <a16:creationId xmlns:a16="http://schemas.microsoft.com/office/drawing/2014/main" id="{15630EC4-741D-4445-945D-1920324A4FF5}"/>
              </a:ext>
            </a:extLst>
          </p:cNvPr>
          <p:cNvSpPr>
            <a:spLocks noGrp="1"/>
          </p:cNvSpPr>
          <p:nvPr/>
        </p:nvSpPr>
        <p:spPr>
          <a:xfrm>
            <a:off x="1920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5" name="F2_precision_recall_distributions_5159">
            <a:extLst>
              <a:ext uri="{FF2B5EF4-FFF2-40B4-BE49-F238E27FC236}">
                <a16:creationId xmlns:a16="http://schemas.microsoft.com/office/drawing/2014/main" id="{EAD47B05-42EF-4A86-912D-2E611293784C}"/>
              </a:ext>
            </a:extLst>
          </p:cNvPr>
          <p:cNvSpPr>
            <a:spLocks noGrp="1"/>
          </p:cNvSpPr>
          <p:nvPr/>
        </p:nvSpPr>
        <p:spPr>
          <a:xfrm>
            <a:off x="20194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6" name="F2_precision_recall_distributions_5160">
            <a:extLst>
              <a:ext uri="{FF2B5EF4-FFF2-40B4-BE49-F238E27FC236}">
                <a16:creationId xmlns:a16="http://schemas.microsoft.com/office/drawing/2014/main" id="{BC9300B8-FED9-47FB-8F4A-193D3E858451}"/>
              </a:ext>
            </a:extLst>
          </p:cNvPr>
          <p:cNvSpPr>
            <a:spLocks noGrp="1"/>
          </p:cNvSpPr>
          <p:nvPr/>
        </p:nvSpPr>
        <p:spPr>
          <a:xfrm>
            <a:off x="17614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7" name="F2_precision_recall_distributions_5161">
            <a:extLst>
              <a:ext uri="{FF2B5EF4-FFF2-40B4-BE49-F238E27FC236}">
                <a16:creationId xmlns:a16="http://schemas.microsoft.com/office/drawing/2014/main" id="{796BD750-0A98-4574-A117-1F41FFC2602D}"/>
              </a:ext>
            </a:extLst>
          </p:cNvPr>
          <p:cNvSpPr>
            <a:spLocks noGrp="1"/>
          </p:cNvSpPr>
          <p:nvPr/>
        </p:nvSpPr>
        <p:spPr>
          <a:xfrm>
            <a:off x="1932026" y="42613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8" name="F2_precision_recall_distributions_5162">
            <a:extLst>
              <a:ext uri="{FF2B5EF4-FFF2-40B4-BE49-F238E27FC236}">
                <a16:creationId xmlns:a16="http://schemas.microsoft.com/office/drawing/2014/main" id="{57A66786-5214-4241-8452-53C68002C62C}"/>
              </a:ext>
            </a:extLst>
          </p:cNvPr>
          <p:cNvSpPr>
            <a:spLocks noGrp="1"/>
          </p:cNvSpPr>
          <p:nvPr/>
        </p:nvSpPr>
        <p:spPr>
          <a:xfrm>
            <a:off x="191677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9" name="F2_precision_recall_distributions_5163">
            <a:extLst>
              <a:ext uri="{FF2B5EF4-FFF2-40B4-BE49-F238E27FC236}">
                <a16:creationId xmlns:a16="http://schemas.microsoft.com/office/drawing/2014/main" id="{FC25CF4B-4A13-4CEC-9EDB-16E9C9F45852}"/>
              </a:ext>
            </a:extLst>
          </p:cNvPr>
          <p:cNvSpPr>
            <a:spLocks noGrp="1"/>
          </p:cNvSpPr>
          <p:nvPr/>
        </p:nvSpPr>
        <p:spPr>
          <a:xfrm>
            <a:off x="19972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0" name="F2_precision_recall_distributions_5164">
            <a:extLst>
              <a:ext uri="{FF2B5EF4-FFF2-40B4-BE49-F238E27FC236}">
                <a16:creationId xmlns:a16="http://schemas.microsoft.com/office/drawing/2014/main" id="{80414602-34CA-4ECD-B3D6-7BB1AD8BA4FC}"/>
              </a:ext>
            </a:extLst>
          </p:cNvPr>
          <p:cNvSpPr>
            <a:spLocks noGrp="1"/>
          </p:cNvSpPr>
          <p:nvPr/>
        </p:nvSpPr>
        <p:spPr>
          <a:xfrm>
            <a:off x="1922541" y="4495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1" name="F2_precision_recall_distributions_5165">
            <a:extLst>
              <a:ext uri="{FF2B5EF4-FFF2-40B4-BE49-F238E27FC236}">
                <a16:creationId xmlns:a16="http://schemas.microsoft.com/office/drawing/2014/main" id="{0361D10D-B8D8-4951-9698-63AE4029174A}"/>
              </a:ext>
            </a:extLst>
          </p:cNvPr>
          <p:cNvSpPr>
            <a:spLocks noGrp="1"/>
          </p:cNvSpPr>
          <p:nvPr/>
        </p:nvSpPr>
        <p:spPr>
          <a:xfrm>
            <a:off x="1857653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2" name="F2_precision_recall_distributions_5166">
            <a:extLst>
              <a:ext uri="{FF2B5EF4-FFF2-40B4-BE49-F238E27FC236}">
                <a16:creationId xmlns:a16="http://schemas.microsoft.com/office/drawing/2014/main" id="{4C99DFB0-AB98-48AD-B804-30B769181DE1}"/>
              </a:ext>
            </a:extLst>
          </p:cNvPr>
          <p:cNvSpPr>
            <a:spLocks noGrp="1"/>
          </p:cNvSpPr>
          <p:nvPr/>
        </p:nvSpPr>
        <p:spPr>
          <a:xfrm>
            <a:off x="181195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3" name="F2_precision_recall_distributions_5167">
            <a:extLst>
              <a:ext uri="{FF2B5EF4-FFF2-40B4-BE49-F238E27FC236}">
                <a16:creationId xmlns:a16="http://schemas.microsoft.com/office/drawing/2014/main" id="{4C20EA06-2580-48E7-87EB-8502939CEBC0}"/>
              </a:ext>
            </a:extLst>
          </p:cNvPr>
          <p:cNvSpPr>
            <a:spLocks noGrp="1"/>
          </p:cNvSpPr>
          <p:nvPr/>
        </p:nvSpPr>
        <p:spPr>
          <a:xfrm>
            <a:off x="17504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4" name="F2_precision_recall_distributions_5168">
            <a:extLst>
              <a:ext uri="{FF2B5EF4-FFF2-40B4-BE49-F238E27FC236}">
                <a16:creationId xmlns:a16="http://schemas.microsoft.com/office/drawing/2014/main" id="{8AB21E21-D0EB-40AC-A650-8F6AED406F44}"/>
              </a:ext>
            </a:extLst>
          </p:cNvPr>
          <p:cNvSpPr>
            <a:spLocks noGrp="1"/>
          </p:cNvSpPr>
          <p:nvPr/>
        </p:nvSpPr>
        <p:spPr>
          <a:xfrm>
            <a:off x="168590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5" name="F2_precision_recall_distributions_5169">
            <a:extLst>
              <a:ext uri="{FF2B5EF4-FFF2-40B4-BE49-F238E27FC236}">
                <a16:creationId xmlns:a16="http://schemas.microsoft.com/office/drawing/2014/main" id="{2AC70767-5B0A-4C27-B001-AE779E8D4FD7}"/>
              </a:ext>
            </a:extLst>
          </p:cNvPr>
          <p:cNvSpPr>
            <a:spLocks noGrp="1"/>
          </p:cNvSpPr>
          <p:nvPr/>
        </p:nvSpPr>
        <p:spPr>
          <a:xfrm>
            <a:off x="19525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6" name="F2_precision_recall_distributions_5170">
            <a:extLst>
              <a:ext uri="{FF2B5EF4-FFF2-40B4-BE49-F238E27FC236}">
                <a16:creationId xmlns:a16="http://schemas.microsoft.com/office/drawing/2014/main" id="{3497E6C6-A1EF-404D-AAE7-C54E87AE1C7D}"/>
              </a:ext>
            </a:extLst>
          </p:cNvPr>
          <p:cNvSpPr>
            <a:spLocks noGrp="1"/>
          </p:cNvSpPr>
          <p:nvPr/>
        </p:nvSpPr>
        <p:spPr>
          <a:xfrm>
            <a:off x="19800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7" name="F2_precision_recall_distributions_5171">
            <a:extLst>
              <a:ext uri="{FF2B5EF4-FFF2-40B4-BE49-F238E27FC236}">
                <a16:creationId xmlns:a16="http://schemas.microsoft.com/office/drawing/2014/main" id="{9F9719DB-40DC-46E7-8D00-EF92818DD05F}"/>
              </a:ext>
            </a:extLst>
          </p:cNvPr>
          <p:cNvSpPr>
            <a:spLocks noGrp="1"/>
          </p:cNvSpPr>
          <p:nvPr/>
        </p:nvSpPr>
        <p:spPr>
          <a:xfrm>
            <a:off x="173570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8" name="F2_precision_recall_distributions_5172">
            <a:extLst>
              <a:ext uri="{FF2B5EF4-FFF2-40B4-BE49-F238E27FC236}">
                <a16:creationId xmlns:a16="http://schemas.microsoft.com/office/drawing/2014/main" id="{D26C5C40-6241-4DE0-8043-96DF9CF3F15C}"/>
              </a:ext>
            </a:extLst>
          </p:cNvPr>
          <p:cNvSpPr>
            <a:spLocks noGrp="1"/>
          </p:cNvSpPr>
          <p:nvPr/>
        </p:nvSpPr>
        <p:spPr>
          <a:xfrm>
            <a:off x="18173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9" name="F2_precision_recall_distributions_5173">
            <a:extLst>
              <a:ext uri="{FF2B5EF4-FFF2-40B4-BE49-F238E27FC236}">
                <a16:creationId xmlns:a16="http://schemas.microsoft.com/office/drawing/2014/main" id="{EC1FA1AC-6F28-41DD-8AC3-C6935B1EF1E4}"/>
              </a:ext>
            </a:extLst>
          </p:cNvPr>
          <p:cNvSpPr>
            <a:spLocks noGrp="1"/>
          </p:cNvSpPr>
          <p:nvPr/>
        </p:nvSpPr>
        <p:spPr>
          <a:xfrm>
            <a:off x="1940740" y="45330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0" name="F2_precision_recall_distributions_5174">
            <a:extLst>
              <a:ext uri="{FF2B5EF4-FFF2-40B4-BE49-F238E27FC236}">
                <a16:creationId xmlns:a16="http://schemas.microsoft.com/office/drawing/2014/main" id="{8D0064AD-01B8-4B2D-A712-2D90DE821678}"/>
              </a:ext>
            </a:extLst>
          </p:cNvPr>
          <p:cNvSpPr>
            <a:spLocks noGrp="1"/>
          </p:cNvSpPr>
          <p:nvPr/>
        </p:nvSpPr>
        <p:spPr>
          <a:xfrm>
            <a:off x="17928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1" name="F2_precision_recall_distributions_5175">
            <a:extLst>
              <a:ext uri="{FF2B5EF4-FFF2-40B4-BE49-F238E27FC236}">
                <a16:creationId xmlns:a16="http://schemas.microsoft.com/office/drawing/2014/main" id="{2B3319BA-EAD2-4D92-86C0-1C1099214F0F}"/>
              </a:ext>
            </a:extLst>
          </p:cNvPr>
          <p:cNvSpPr>
            <a:spLocks noGrp="1"/>
          </p:cNvSpPr>
          <p:nvPr/>
        </p:nvSpPr>
        <p:spPr>
          <a:xfrm>
            <a:off x="19767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2" name="F2_precision_recall_distributions_5176">
            <a:extLst>
              <a:ext uri="{FF2B5EF4-FFF2-40B4-BE49-F238E27FC236}">
                <a16:creationId xmlns:a16="http://schemas.microsoft.com/office/drawing/2014/main" id="{3D1F062B-8D02-41D9-A62A-55AA08A52917}"/>
              </a:ext>
            </a:extLst>
          </p:cNvPr>
          <p:cNvSpPr>
            <a:spLocks noGrp="1"/>
          </p:cNvSpPr>
          <p:nvPr/>
        </p:nvSpPr>
        <p:spPr>
          <a:xfrm>
            <a:off x="1744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3" name="F2_precision_recall_distributions_5177">
            <a:extLst>
              <a:ext uri="{FF2B5EF4-FFF2-40B4-BE49-F238E27FC236}">
                <a16:creationId xmlns:a16="http://schemas.microsoft.com/office/drawing/2014/main" id="{AB9D0D6C-8A66-48F9-B175-989DBA6B9BAE}"/>
              </a:ext>
            </a:extLst>
          </p:cNvPr>
          <p:cNvSpPr>
            <a:spLocks noGrp="1"/>
          </p:cNvSpPr>
          <p:nvPr/>
        </p:nvSpPr>
        <p:spPr>
          <a:xfrm>
            <a:off x="17093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4" name="F2_precision_recall_distributions_5178">
            <a:extLst>
              <a:ext uri="{FF2B5EF4-FFF2-40B4-BE49-F238E27FC236}">
                <a16:creationId xmlns:a16="http://schemas.microsoft.com/office/drawing/2014/main" id="{E434043A-7983-4F9D-95A4-71F1EAEA0616}"/>
              </a:ext>
            </a:extLst>
          </p:cNvPr>
          <p:cNvSpPr>
            <a:spLocks noGrp="1"/>
          </p:cNvSpPr>
          <p:nvPr/>
        </p:nvSpPr>
        <p:spPr>
          <a:xfrm>
            <a:off x="1920661" y="44275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5" name="F2_precision_recall_distributions_5179">
            <a:extLst>
              <a:ext uri="{FF2B5EF4-FFF2-40B4-BE49-F238E27FC236}">
                <a16:creationId xmlns:a16="http://schemas.microsoft.com/office/drawing/2014/main" id="{AEA34FDD-8AB1-489B-AF18-82218B230281}"/>
              </a:ext>
            </a:extLst>
          </p:cNvPr>
          <p:cNvSpPr>
            <a:spLocks noGrp="1"/>
          </p:cNvSpPr>
          <p:nvPr/>
        </p:nvSpPr>
        <p:spPr>
          <a:xfrm>
            <a:off x="185226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6" name="F2_precision_recall_distributions_5180">
            <a:extLst>
              <a:ext uri="{FF2B5EF4-FFF2-40B4-BE49-F238E27FC236}">
                <a16:creationId xmlns:a16="http://schemas.microsoft.com/office/drawing/2014/main" id="{303A7A3D-EE85-49A4-8E9C-6CCDFE801326}"/>
              </a:ext>
            </a:extLst>
          </p:cNvPr>
          <p:cNvSpPr>
            <a:spLocks noGrp="1"/>
          </p:cNvSpPr>
          <p:nvPr/>
        </p:nvSpPr>
        <p:spPr>
          <a:xfrm>
            <a:off x="1692433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7" name="F2_precision_recall_distributions_5181">
            <a:extLst>
              <a:ext uri="{FF2B5EF4-FFF2-40B4-BE49-F238E27FC236}">
                <a16:creationId xmlns:a16="http://schemas.microsoft.com/office/drawing/2014/main" id="{8EC64D5B-A248-4195-87F5-71A7DB499E94}"/>
              </a:ext>
            </a:extLst>
          </p:cNvPr>
          <p:cNvSpPr>
            <a:spLocks noGrp="1"/>
          </p:cNvSpPr>
          <p:nvPr/>
        </p:nvSpPr>
        <p:spPr>
          <a:xfrm>
            <a:off x="16824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8" name="F2_precision_recall_distributions_5182">
            <a:extLst>
              <a:ext uri="{FF2B5EF4-FFF2-40B4-BE49-F238E27FC236}">
                <a16:creationId xmlns:a16="http://schemas.microsoft.com/office/drawing/2014/main" id="{FCC62F37-0A0E-42F3-875F-53993A6CD873}"/>
              </a:ext>
            </a:extLst>
          </p:cNvPr>
          <p:cNvSpPr>
            <a:spLocks noGrp="1"/>
          </p:cNvSpPr>
          <p:nvPr/>
        </p:nvSpPr>
        <p:spPr>
          <a:xfrm>
            <a:off x="19413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9" name="F2_precision_recall_distributions_5183">
            <a:extLst>
              <a:ext uri="{FF2B5EF4-FFF2-40B4-BE49-F238E27FC236}">
                <a16:creationId xmlns:a16="http://schemas.microsoft.com/office/drawing/2014/main" id="{8680E44B-24DC-47E2-BA3A-48B00AEBCBA3}"/>
              </a:ext>
            </a:extLst>
          </p:cNvPr>
          <p:cNvSpPr>
            <a:spLocks noGrp="1"/>
          </p:cNvSpPr>
          <p:nvPr/>
        </p:nvSpPr>
        <p:spPr>
          <a:xfrm>
            <a:off x="18641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0" name="F2_precision_recall_distributions_5184">
            <a:extLst>
              <a:ext uri="{FF2B5EF4-FFF2-40B4-BE49-F238E27FC236}">
                <a16:creationId xmlns:a16="http://schemas.microsoft.com/office/drawing/2014/main" id="{1B96DA7E-65C4-4E0B-9084-90C259336C2F}"/>
              </a:ext>
            </a:extLst>
          </p:cNvPr>
          <p:cNvSpPr>
            <a:spLocks noGrp="1"/>
          </p:cNvSpPr>
          <p:nvPr/>
        </p:nvSpPr>
        <p:spPr>
          <a:xfrm>
            <a:off x="188917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1" name="F2_precision_recall_distributions_5185">
            <a:extLst>
              <a:ext uri="{FF2B5EF4-FFF2-40B4-BE49-F238E27FC236}">
                <a16:creationId xmlns:a16="http://schemas.microsoft.com/office/drawing/2014/main" id="{C3861D1F-7AC0-4BAC-AADC-9BDBB87485E7}"/>
              </a:ext>
            </a:extLst>
          </p:cNvPr>
          <p:cNvSpPr>
            <a:spLocks noGrp="1"/>
          </p:cNvSpPr>
          <p:nvPr/>
        </p:nvSpPr>
        <p:spPr>
          <a:xfrm>
            <a:off x="172007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2" name="F2_precision_recall_distributions_5186">
            <a:extLst>
              <a:ext uri="{FF2B5EF4-FFF2-40B4-BE49-F238E27FC236}">
                <a16:creationId xmlns:a16="http://schemas.microsoft.com/office/drawing/2014/main" id="{3F4E302E-52AE-4207-9CC2-7B0F6532FDC5}"/>
              </a:ext>
            </a:extLst>
          </p:cNvPr>
          <p:cNvSpPr>
            <a:spLocks noGrp="1"/>
          </p:cNvSpPr>
          <p:nvPr/>
        </p:nvSpPr>
        <p:spPr>
          <a:xfrm>
            <a:off x="20040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3" name="F2_precision_recall_distributions_5187">
            <a:extLst>
              <a:ext uri="{FF2B5EF4-FFF2-40B4-BE49-F238E27FC236}">
                <a16:creationId xmlns:a16="http://schemas.microsoft.com/office/drawing/2014/main" id="{7B13590C-624C-46D1-A2B9-E13466B75E67}"/>
              </a:ext>
            </a:extLst>
          </p:cNvPr>
          <p:cNvSpPr>
            <a:spLocks noGrp="1"/>
          </p:cNvSpPr>
          <p:nvPr/>
        </p:nvSpPr>
        <p:spPr>
          <a:xfrm>
            <a:off x="171017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4" name="F2_precision_recall_distributions_5188">
            <a:extLst>
              <a:ext uri="{FF2B5EF4-FFF2-40B4-BE49-F238E27FC236}">
                <a16:creationId xmlns:a16="http://schemas.microsoft.com/office/drawing/2014/main" id="{E404DAD2-C07E-4205-8C8A-D4908A515C2B}"/>
              </a:ext>
            </a:extLst>
          </p:cNvPr>
          <p:cNvSpPr>
            <a:spLocks noGrp="1"/>
          </p:cNvSpPr>
          <p:nvPr/>
        </p:nvSpPr>
        <p:spPr>
          <a:xfrm>
            <a:off x="167883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5" name="F2_precision_recall_distributions_5189">
            <a:extLst>
              <a:ext uri="{FF2B5EF4-FFF2-40B4-BE49-F238E27FC236}">
                <a16:creationId xmlns:a16="http://schemas.microsoft.com/office/drawing/2014/main" id="{C4685DFC-6640-491A-B61D-A6466B137E3B}"/>
              </a:ext>
            </a:extLst>
          </p:cNvPr>
          <p:cNvSpPr>
            <a:spLocks noGrp="1"/>
          </p:cNvSpPr>
          <p:nvPr/>
        </p:nvSpPr>
        <p:spPr>
          <a:xfrm>
            <a:off x="20212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6" name="F2_precision_recall_distributions_5190">
            <a:extLst>
              <a:ext uri="{FF2B5EF4-FFF2-40B4-BE49-F238E27FC236}">
                <a16:creationId xmlns:a16="http://schemas.microsoft.com/office/drawing/2014/main" id="{A24E6AE3-EA9D-41ED-A02B-E8570A7E438F}"/>
              </a:ext>
            </a:extLst>
          </p:cNvPr>
          <p:cNvSpPr>
            <a:spLocks noGrp="1"/>
          </p:cNvSpPr>
          <p:nvPr/>
        </p:nvSpPr>
        <p:spPr>
          <a:xfrm>
            <a:off x="1838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7" name="F2_precision_recall_distributions_5191">
            <a:extLst>
              <a:ext uri="{FF2B5EF4-FFF2-40B4-BE49-F238E27FC236}">
                <a16:creationId xmlns:a16="http://schemas.microsoft.com/office/drawing/2014/main" id="{BE7779F4-9110-4BD1-8CFB-E8D7CE17AA99}"/>
              </a:ext>
            </a:extLst>
          </p:cNvPr>
          <p:cNvSpPr>
            <a:spLocks noGrp="1"/>
          </p:cNvSpPr>
          <p:nvPr/>
        </p:nvSpPr>
        <p:spPr>
          <a:xfrm>
            <a:off x="1821918" y="4461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8" name="F2_precision_recall_distributions_5192">
            <a:extLst>
              <a:ext uri="{FF2B5EF4-FFF2-40B4-BE49-F238E27FC236}">
                <a16:creationId xmlns:a16="http://schemas.microsoft.com/office/drawing/2014/main" id="{6AFA67CD-FAD5-4403-B2A3-0C5EF98F0838}"/>
              </a:ext>
            </a:extLst>
          </p:cNvPr>
          <p:cNvSpPr>
            <a:spLocks noGrp="1"/>
          </p:cNvSpPr>
          <p:nvPr/>
        </p:nvSpPr>
        <p:spPr>
          <a:xfrm>
            <a:off x="181594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9" name="F2_precision_recall_distributions_5193">
            <a:extLst>
              <a:ext uri="{FF2B5EF4-FFF2-40B4-BE49-F238E27FC236}">
                <a16:creationId xmlns:a16="http://schemas.microsoft.com/office/drawing/2014/main" id="{33766695-56B0-4E65-BF20-19893D2B0B21}"/>
              </a:ext>
            </a:extLst>
          </p:cNvPr>
          <p:cNvSpPr>
            <a:spLocks noGrp="1"/>
          </p:cNvSpPr>
          <p:nvPr/>
        </p:nvSpPr>
        <p:spPr>
          <a:xfrm>
            <a:off x="18032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0" name="F2_precision_recall_distributions_5194">
            <a:extLst>
              <a:ext uri="{FF2B5EF4-FFF2-40B4-BE49-F238E27FC236}">
                <a16:creationId xmlns:a16="http://schemas.microsoft.com/office/drawing/2014/main" id="{2C2ACB0F-A627-42F4-BD87-BD80622C8CE8}"/>
              </a:ext>
            </a:extLst>
          </p:cNvPr>
          <p:cNvSpPr>
            <a:spLocks noGrp="1"/>
          </p:cNvSpPr>
          <p:nvPr/>
        </p:nvSpPr>
        <p:spPr>
          <a:xfrm>
            <a:off x="17840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1" name="F2_precision_recall_distributions_5195">
            <a:extLst>
              <a:ext uri="{FF2B5EF4-FFF2-40B4-BE49-F238E27FC236}">
                <a16:creationId xmlns:a16="http://schemas.microsoft.com/office/drawing/2014/main" id="{2A902653-CDEC-4D88-8328-5F776ED48AA9}"/>
              </a:ext>
            </a:extLst>
          </p:cNvPr>
          <p:cNvSpPr>
            <a:spLocks noGrp="1"/>
          </p:cNvSpPr>
          <p:nvPr/>
        </p:nvSpPr>
        <p:spPr>
          <a:xfrm>
            <a:off x="18869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2" name="F2_precision_recall_distributions_5196">
            <a:extLst>
              <a:ext uri="{FF2B5EF4-FFF2-40B4-BE49-F238E27FC236}">
                <a16:creationId xmlns:a16="http://schemas.microsoft.com/office/drawing/2014/main" id="{661B8A60-8A2F-4BC7-A099-D86AB6A50C19}"/>
              </a:ext>
            </a:extLst>
          </p:cNvPr>
          <p:cNvSpPr>
            <a:spLocks noGrp="1"/>
          </p:cNvSpPr>
          <p:nvPr/>
        </p:nvSpPr>
        <p:spPr>
          <a:xfrm>
            <a:off x="202179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3" name="F2_precision_recall_distributions_5197">
            <a:extLst>
              <a:ext uri="{FF2B5EF4-FFF2-40B4-BE49-F238E27FC236}">
                <a16:creationId xmlns:a16="http://schemas.microsoft.com/office/drawing/2014/main" id="{C6D901FF-C964-408C-B0B0-E52A5A48D3BB}"/>
              </a:ext>
            </a:extLst>
          </p:cNvPr>
          <p:cNvSpPr>
            <a:spLocks noGrp="1"/>
          </p:cNvSpPr>
          <p:nvPr/>
        </p:nvSpPr>
        <p:spPr>
          <a:xfrm>
            <a:off x="18165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4" name="F2_precision_recall_distributions_5198">
            <a:extLst>
              <a:ext uri="{FF2B5EF4-FFF2-40B4-BE49-F238E27FC236}">
                <a16:creationId xmlns:a16="http://schemas.microsoft.com/office/drawing/2014/main" id="{C4D40053-D47C-4384-AB14-959CB1F104FF}"/>
              </a:ext>
            </a:extLst>
          </p:cNvPr>
          <p:cNvSpPr>
            <a:spLocks noGrp="1"/>
          </p:cNvSpPr>
          <p:nvPr/>
        </p:nvSpPr>
        <p:spPr>
          <a:xfrm>
            <a:off x="17841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5" name="F2_precision_recall_distributions_5199">
            <a:extLst>
              <a:ext uri="{FF2B5EF4-FFF2-40B4-BE49-F238E27FC236}">
                <a16:creationId xmlns:a16="http://schemas.microsoft.com/office/drawing/2014/main" id="{B732167A-5B9C-41B6-AA6A-36D6FDB3E76A}"/>
              </a:ext>
            </a:extLst>
          </p:cNvPr>
          <p:cNvSpPr>
            <a:spLocks noGrp="1"/>
          </p:cNvSpPr>
          <p:nvPr/>
        </p:nvSpPr>
        <p:spPr>
          <a:xfrm>
            <a:off x="1827087" y="47014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6" name="F2_precision_recall_distributions_5200">
            <a:extLst>
              <a:ext uri="{FF2B5EF4-FFF2-40B4-BE49-F238E27FC236}">
                <a16:creationId xmlns:a16="http://schemas.microsoft.com/office/drawing/2014/main" id="{DDADDB78-3333-4C6C-B077-3DE53A610E63}"/>
              </a:ext>
            </a:extLst>
          </p:cNvPr>
          <p:cNvSpPr>
            <a:spLocks noGrp="1"/>
          </p:cNvSpPr>
          <p:nvPr/>
        </p:nvSpPr>
        <p:spPr>
          <a:xfrm>
            <a:off x="184571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7" name="F2_precision_recall_distributions_5201">
            <a:extLst>
              <a:ext uri="{FF2B5EF4-FFF2-40B4-BE49-F238E27FC236}">
                <a16:creationId xmlns:a16="http://schemas.microsoft.com/office/drawing/2014/main" id="{364D6CCD-7EAC-464B-8AD5-A847DD7280C5}"/>
              </a:ext>
            </a:extLst>
          </p:cNvPr>
          <p:cNvSpPr>
            <a:spLocks noGrp="1"/>
          </p:cNvSpPr>
          <p:nvPr/>
        </p:nvSpPr>
        <p:spPr>
          <a:xfrm>
            <a:off x="17323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8" name="F2_precision_recall_distributions_5202">
            <a:extLst>
              <a:ext uri="{FF2B5EF4-FFF2-40B4-BE49-F238E27FC236}">
                <a16:creationId xmlns:a16="http://schemas.microsoft.com/office/drawing/2014/main" id="{F2201B94-A908-4E79-9D33-E7EA40514218}"/>
              </a:ext>
            </a:extLst>
          </p:cNvPr>
          <p:cNvSpPr>
            <a:spLocks noGrp="1"/>
          </p:cNvSpPr>
          <p:nvPr/>
        </p:nvSpPr>
        <p:spPr>
          <a:xfrm>
            <a:off x="1786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9" name="F2_precision_recall_distributions_5203">
            <a:extLst>
              <a:ext uri="{FF2B5EF4-FFF2-40B4-BE49-F238E27FC236}">
                <a16:creationId xmlns:a16="http://schemas.microsoft.com/office/drawing/2014/main" id="{30695508-E8FA-4298-A3CB-B2A039E3F41B}"/>
              </a:ext>
            </a:extLst>
          </p:cNvPr>
          <p:cNvSpPr>
            <a:spLocks noGrp="1"/>
          </p:cNvSpPr>
          <p:nvPr/>
        </p:nvSpPr>
        <p:spPr>
          <a:xfrm>
            <a:off x="1727217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0" name="F2_precision_recall_distributions_5204">
            <a:extLst>
              <a:ext uri="{FF2B5EF4-FFF2-40B4-BE49-F238E27FC236}">
                <a16:creationId xmlns:a16="http://schemas.microsoft.com/office/drawing/2014/main" id="{ACFA4B76-F8F4-4926-9B65-58BCF7809701}"/>
              </a:ext>
            </a:extLst>
          </p:cNvPr>
          <p:cNvSpPr>
            <a:spLocks noGrp="1"/>
          </p:cNvSpPr>
          <p:nvPr/>
        </p:nvSpPr>
        <p:spPr>
          <a:xfrm>
            <a:off x="19247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1" name="F2_precision_recall_distributions_5205">
            <a:extLst>
              <a:ext uri="{FF2B5EF4-FFF2-40B4-BE49-F238E27FC236}">
                <a16:creationId xmlns:a16="http://schemas.microsoft.com/office/drawing/2014/main" id="{0537F62F-A990-4B76-AE2F-F806A4C48D16}"/>
              </a:ext>
            </a:extLst>
          </p:cNvPr>
          <p:cNvSpPr>
            <a:spLocks noGrp="1"/>
          </p:cNvSpPr>
          <p:nvPr/>
        </p:nvSpPr>
        <p:spPr>
          <a:xfrm>
            <a:off x="1697888" y="42951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2" name="F2_precision_recall_distributions_5206">
            <a:extLst>
              <a:ext uri="{FF2B5EF4-FFF2-40B4-BE49-F238E27FC236}">
                <a16:creationId xmlns:a16="http://schemas.microsoft.com/office/drawing/2014/main" id="{CD042341-5481-466F-BCE6-B0F10A0194CE}"/>
              </a:ext>
            </a:extLst>
          </p:cNvPr>
          <p:cNvSpPr>
            <a:spLocks noGrp="1"/>
          </p:cNvSpPr>
          <p:nvPr/>
        </p:nvSpPr>
        <p:spPr>
          <a:xfrm>
            <a:off x="1863026" y="44532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3" name="F2_precision_recall_distributions_5207">
            <a:extLst>
              <a:ext uri="{FF2B5EF4-FFF2-40B4-BE49-F238E27FC236}">
                <a16:creationId xmlns:a16="http://schemas.microsoft.com/office/drawing/2014/main" id="{DE980029-8F04-4CC6-A04C-3C01390CE960}"/>
              </a:ext>
            </a:extLst>
          </p:cNvPr>
          <p:cNvSpPr>
            <a:spLocks noGrp="1"/>
          </p:cNvSpPr>
          <p:nvPr/>
        </p:nvSpPr>
        <p:spPr>
          <a:xfrm>
            <a:off x="20120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4" name="F2_precision_recall_distributions_5208">
            <a:extLst>
              <a:ext uri="{FF2B5EF4-FFF2-40B4-BE49-F238E27FC236}">
                <a16:creationId xmlns:a16="http://schemas.microsoft.com/office/drawing/2014/main" id="{93EB4431-B9E5-4474-BB89-4B0EB0DF0CCD}"/>
              </a:ext>
            </a:extLst>
          </p:cNvPr>
          <p:cNvSpPr>
            <a:spLocks noGrp="1"/>
          </p:cNvSpPr>
          <p:nvPr/>
        </p:nvSpPr>
        <p:spPr>
          <a:xfrm>
            <a:off x="19033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5" name="F2_precision_recall_distributions_5209">
            <a:extLst>
              <a:ext uri="{FF2B5EF4-FFF2-40B4-BE49-F238E27FC236}">
                <a16:creationId xmlns:a16="http://schemas.microsoft.com/office/drawing/2014/main" id="{B3343A7D-62FD-4667-91B9-75DA79D510E1}"/>
              </a:ext>
            </a:extLst>
          </p:cNvPr>
          <p:cNvSpPr>
            <a:spLocks noGrp="1"/>
          </p:cNvSpPr>
          <p:nvPr/>
        </p:nvSpPr>
        <p:spPr>
          <a:xfrm>
            <a:off x="200227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6" name="F2_precision_recall_distributions_5210">
            <a:extLst>
              <a:ext uri="{FF2B5EF4-FFF2-40B4-BE49-F238E27FC236}">
                <a16:creationId xmlns:a16="http://schemas.microsoft.com/office/drawing/2014/main" id="{79A361F6-A195-4AE1-A89F-60B3B8D33317}"/>
              </a:ext>
            </a:extLst>
          </p:cNvPr>
          <p:cNvSpPr>
            <a:spLocks noGrp="1"/>
          </p:cNvSpPr>
          <p:nvPr/>
        </p:nvSpPr>
        <p:spPr>
          <a:xfrm>
            <a:off x="1958110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7" name="F2_precision_recall_distributions_5211">
            <a:extLst>
              <a:ext uri="{FF2B5EF4-FFF2-40B4-BE49-F238E27FC236}">
                <a16:creationId xmlns:a16="http://schemas.microsoft.com/office/drawing/2014/main" id="{5EF37FD4-435B-4FFF-89AF-2EBADA39C183}"/>
              </a:ext>
            </a:extLst>
          </p:cNvPr>
          <p:cNvSpPr>
            <a:spLocks noGrp="1"/>
          </p:cNvSpPr>
          <p:nvPr/>
        </p:nvSpPr>
        <p:spPr>
          <a:xfrm>
            <a:off x="192774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8" name="F2_precision_recall_distributions_5212">
            <a:extLst>
              <a:ext uri="{FF2B5EF4-FFF2-40B4-BE49-F238E27FC236}">
                <a16:creationId xmlns:a16="http://schemas.microsoft.com/office/drawing/2014/main" id="{F87B45BC-38A6-4757-903F-E1B62AB16F9E}"/>
              </a:ext>
            </a:extLst>
          </p:cNvPr>
          <p:cNvSpPr>
            <a:spLocks noGrp="1"/>
          </p:cNvSpPr>
          <p:nvPr/>
        </p:nvSpPr>
        <p:spPr>
          <a:xfrm>
            <a:off x="1747813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9" name="F2_precision_recall_distributions_5213">
            <a:extLst>
              <a:ext uri="{FF2B5EF4-FFF2-40B4-BE49-F238E27FC236}">
                <a16:creationId xmlns:a16="http://schemas.microsoft.com/office/drawing/2014/main" id="{0AB57286-19BF-4063-95CC-91D4A7170FAE}"/>
              </a:ext>
            </a:extLst>
          </p:cNvPr>
          <p:cNvSpPr>
            <a:spLocks noGrp="1"/>
          </p:cNvSpPr>
          <p:nvPr/>
        </p:nvSpPr>
        <p:spPr>
          <a:xfrm>
            <a:off x="167182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0" name="F2_precision_recall_distributions_5214">
            <a:extLst>
              <a:ext uri="{FF2B5EF4-FFF2-40B4-BE49-F238E27FC236}">
                <a16:creationId xmlns:a16="http://schemas.microsoft.com/office/drawing/2014/main" id="{7A44212E-21A5-4E6B-A2FF-6BE9E5238869}"/>
              </a:ext>
            </a:extLst>
          </p:cNvPr>
          <p:cNvSpPr>
            <a:spLocks noGrp="1"/>
          </p:cNvSpPr>
          <p:nvPr/>
        </p:nvSpPr>
        <p:spPr>
          <a:xfrm>
            <a:off x="17598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1" name="F2_precision_recall_distributions_5215">
            <a:extLst>
              <a:ext uri="{FF2B5EF4-FFF2-40B4-BE49-F238E27FC236}">
                <a16:creationId xmlns:a16="http://schemas.microsoft.com/office/drawing/2014/main" id="{572076CB-567A-4C79-875A-7C28A2C0E67F}"/>
              </a:ext>
            </a:extLst>
          </p:cNvPr>
          <p:cNvSpPr>
            <a:spLocks noGrp="1"/>
          </p:cNvSpPr>
          <p:nvPr/>
        </p:nvSpPr>
        <p:spPr>
          <a:xfrm>
            <a:off x="1729619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2" name="F2_precision_recall_distributions_5216">
            <a:extLst>
              <a:ext uri="{FF2B5EF4-FFF2-40B4-BE49-F238E27FC236}">
                <a16:creationId xmlns:a16="http://schemas.microsoft.com/office/drawing/2014/main" id="{6F466D39-34C4-4B10-87FC-F51040FAB582}"/>
              </a:ext>
            </a:extLst>
          </p:cNvPr>
          <p:cNvSpPr>
            <a:spLocks noGrp="1"/>
          </p:cNvSpPr>
          <p:nvPr/>
        </p:nvSpPr>
        <p:spPr>
          <a:xfrm>
            <a:off x="19139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3" name="F2_precision_recall_distributions_5217">
            <a:extLst>
              <a:ext uri="{FF2B5EF4-FFF2-40B4-BE49-F238E27FC236}">
                <a16:creationId xmlns:a16="http://schemas.microsoft.com/office/drawing/2014/main" id="{CF0E6746-2017-41FA-B882-F3F46DDC7806}"/>
              </a:ext>
            </a:extLst>
          </p:cNvPr>
          <p:cNvSpPr>
            <a:spLocks noGrp="1"/>
          </p:cNvSpPr>
          <p:nvPr/>
        </p:nvSpPr>
        <p:spPr>
          <a:xfrm>
            <a:off x="1754262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4" name="F2_precision_recall_distributions_5218">
            <a:extLst>
              <a:ext uri="{FF2B5EF4-FFF2-40B4-BE49-F238E27FC236}">
                <a16:creationId xmlns:a16="http://schemas.microsoft.com/office/drawing/2014/main" id="{40D1A872-F112-4237-A57F-0F1E33A6EAD0}"/>
              </a:ext>
            </a:extLst>
          </p:cNvPr>
          <p:cNvSpPr>
            <a:spLocks noGrp="1"/>
          </p:cNvSpPr>
          <p:nvPr/>
        </p:nvSpPr>
        <p:spPr>
          <a:xfrm>
            <a:off x="1853514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5" name="F2_precision_recall_distributions_5219">
            <a:extLst>
              <a:ext uri="{FF2B5EF4-FFF2-40B4-BE49-F238E27FC236}">
                <a16:creationId xmlns:a16="http://schemas.microsoft.com/office/drawing/2014/main" id="{1FAED5FF-43CA-48F7-8E21-0D478219E128}"/>
              </a:ext>
            </a:extLst>
          </p:cNvPr>
          <p:cNvSpPr>
            <a:spLocks noGrp="1"/>
          </p:cNvSpPr>
          <p:nvPr/>
        </p:nvSpPr>
        <p:spPr>
          <a:xfrm>
            <a:off x="1789052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6" name="F2_precision_recall_distributions_5220">
            <a:extLst>
              <a:ext uri="{FF2B5EF4-FFF2-40B4-BE49-F238E27FC236}">
                <a16:creationId xmlns:a16="http://schemas.microsoft.com/office/drawing/2014/main" id="{F865ECA9-CA7B-4499-8D02-EE2F885E567C}"/>
              </a:ext>
            </a:extLst>
          </p:cNvPr>
          <p:cNvSpPr>
            <a:spLocks noGrp="1"/>
          </p:cNvSpPr>
          <p:nvPr/>
        </p:nvSpPr>
        <p:spPr>
          <a:xfrm>
            <a:off x="16548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7" name="F2_precision_recall_distributions_5221">
            <a:extLst>
              <a:ext uri="{FF2B5EF4-FFF2-40B4-BE49-F238E27FC236}">
                <a16:creationId xmlns:a16="http://schemas.microsoft.com/office/drawing/2014/main" id="{AAB241F4-C919-4395-A0AB-6C004577ED2C}"/>
              </a:ext>
            </a:extLst>
          </p:cNvPr>
          <p:cNvSpPr>
            <a:spLocks noGrp="1"/>
          </p:cNvSpPr>
          <p:nvPr/>
        </p:nvSpPr>
        <p:spPr>
          <a:xfrm>
            <a:off x="170160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8" name="F2_precision_recall_distributions_5222">
            <a:extLst>
              <a:ext uri="{FF2B5EF4-FFF2-40B4-BE49-F238E27FC236}">
                <a16:creationId xmlns:a16="http://schemas.microsoft.com/office/drawing/2014/main" id="{F8DC1AB7-3F5F-4B3D-8694-DFF85D94428C}"/>
              </a:ext>
            </a:extLst>
          </p:cNvPr>
          <p:cNvSpPr>
            <a:spLocks noGrp="1"/>
          </p:cNvSpPr>
          <p:nvPr/>
        </p:nvSpPr>
        <p:spPr>
          <a:xfrm>
            <a:off x="1729751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9" name="F2_precision_recall_distributions_5223">
            <a:extLst>
              <a:ext uri="{FF2B5EF4-FFF2-40B4-BE49-F238E27FC236}">
                <a16:creationId xmlns:a16="http://schemas.microsoft.com/office/drawing/2014/main" id="{641C3725-1B3D-4654-8AA8-63E450287C20}"/>
              </a:ext>
            </a:extLst>
          </p:cNvPr>
          <p:cNvSpPr>
            <a:spLocks noGrp="1"/>
          </p:cNvSpPr>
          <p:nvPr/>
        </p:nvSpPr>
        <p:spPr>
          <a:xfrm>
            <a:off x="1841405" y="4781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0" name="F2_precision_recall_distributions_5224">
            <a:extLst>
              <a:ext uri="{FF2B5EF4-FFF2-40B4-BE49-F238E27FC236}">
                <a16:creationId xmlns:a16="http://schemas.microsoft.com/office/drawing/2014/main" id="{94191352-DBE8-4326-A219-DBFC4B070D62}"/>
              </a:ext>
            </a:extLst>
          </p:cNvPr>
          <p:cNvSpPr>
            <a:spLocks noGrp="1"/>
          </p:cNvSpPr>
          <p:nvPr/>
        </p:nvSpPr>
        <p:spPr>
          <a:xfrm>
            <a:off x="197120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1" name="F2_precision_recall_distributions_5225">
            <a:extLst>
              <a:ext uri="{FF2B5EF4-FFF2-40B4-BE49-F238E27FC236}">
                <a16:creationId xmlns:a16="http://schemas.microsoft.com/office/drawing/2014/main" id="{2DED86F6-EB1E-4266-AB4F-8AC54D1AA4EB}"/>
              </a:ext>
            </a:extLst>
          </p:cNvPr>
          <p:cNvSpPr>
            <a:spLocks noGrp="1"/>
          </p:cNvSpPr>
          <p:nvPr/>
        </p:nvSpPr>
        <p:spPr>
          <a:xfrm>
            <a:off x="195907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2" name="F2_precision_recall_distributions_5226">
            <a:extLst>
              <a:ext uri="{FF2B5EF4-FFF2-40B4-BE49-F238E27FC236}">
                <a16:creationId xmlns:a16="http://schemas.microsoft.com/office/drawing/2014/main" id="{D7C79C31-60F9-4DB4-8961-7246F5A95761}"/>
              </a:ext>
            </a:extLst>
          </p:cNvPr>
          <p:cNvSpPr>
            <a:spLocks noGrp="1"/>
          </p:cNvSpPr>
          <p:nvPr/>
        </p:nvSpPr>
        <p:spPr>
          <a:xfrm>
            <a:off x="17748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3" name="F2_precision_recall_distributions_5227">
            <a:extLst>
              <a:ext uri="{FF2B5EF4-FFF2-40B4-BE49-F238E27FC236}">
                <a16:creationId xmlns:a16="http://schemas.microsoft.com/office/drawing/2014/main" id="{CE6819C2-8D8A-4514-85DC-62676EE9A22E}"/>
              </a:ext>
            </a:extLst>
          </p:cNvPr>
          <p:cNvSpPr>
            <a:spLocks noGrp="1"/>
          </p:cNvSpPr>
          <p:nvPr/>
        </p:nvSpPr>
        <p:spPr>
          <a:xfrm>
            <a:off x="175997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4" name="F2_precision_recall_distributions_5228">
            <a:extLst>
              <a:ext uri="{FF2B5EF4-FFF2-40B4-BE49-F238E27FC236}">
                <a16:creationId xmlns:a16="http://schemas.microsoft.com/office/drawing/2014/main" id="{6D962A6F-EE74-4523-B216-AD8662048081}"/>
              </a:ext>
            </a:extLst>
          </p:cNvPr>
          <p:cNvSpPr>
            <a:spLocks noGrp="1"/>
          </p:cNvSpPr>
          <p:nvPr/>
        </p:nvSpPr>
        <p:spPr>
          <a:xfrm>
            <a:off x="188677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5" name="F2_precision_recall_distributions_5229">
            <a:extLst>
              <a:ext uri="{FF2B5EF4-FFF2-40B4-BE49-F238E27FC236}">
                <a16:creationId xmlns:a16="http://schemas.microsoft.com/office/drawing/2014/main" id="{3C46FBA7-ADD2-4145-8136-CC61DE3564D7}"/>
              </a:ext>
            </a:extLst>
          </p:cNvPr>
          <p:cNvSpPr>
            <a:spLocks noGrp="1"/>
          </p:cNvSpPr>
          <p:nvPr/>
        </p:nvSpPr>
        <p:spPr>
          <a:xfrm>
            <a:off x="16638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6" name="F2_precision_recall_distributions_5230">
            <a:extLst>
              <a:ext uri="{FF2B5EF4-FFF2-40B4-BE49-F238E27FC236}">
                <a16:creationId xmlns:a16="http://schemas.microsoft.com/office/drawing/2014/main" id="{E8099718-8454-4381-8111-16BC4CA8AFC5}"/>
              </a:ext>
            </a:extLst>
          </p:cNvPr>
          <p:cNvSpPr>
            <a:spLocks noGrp="1"/>
          </p:cNvSpPr>
          <p:nvPr/>
        </p:nvSpPr>
        <p:spPr>
          <a:xfrm>
            <a:off x="198566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7" name="F2_precision_recall_distributions_5231">
            <a:extLst>
              <a:ext uri="{FF2B5EF4-FFF2-40B4-BE49-F238E27FC236}">
                <a16:creationId xmlns:a16="http://schemas.microsoft.com/office/drawing/2014/main" id="{70BDCD9A-1DBA-4A12-B695-687E049FF0D7}"/>
              </a:ext>
            </a:extLst>
          </p:cNvPr>
          <p:cNvSpPr>
            <a:spLocks noGrp="1"/>
          </p:cNvSpPr>
          <p:nvPr/>
        </p:nvSpPr>
        <p:spPr>
          <a:xfrm>
            <a:off x="19035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8" name="F2_precision_recall_distributions_5232">
            <a:extLst>
              <a:ext uri="{FF2B5EF4-FFF2-40B4-BE49-F238E27FC236}">
                <a16:creationId xmlns:a16="http://schemas.microsoft.com/office/drawing/2014/main" id="{B32F2BF9-BEC4-4A81-AD5D-33FBFEF6EFA9}"/>
              </a:ext>
            </a:extLst>
          </p:cNvPr>
          <p:cNvSpPr>
            <a:spLocks noGrp="1"/>
          </p:cNvSpPr>
          <p:nvPr/>
        </p:nvSpPr>
        <p:spPr>
          <a:xfrm>
            <a:off x="187857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9" name="F2_precision_recall_distributions_5233">
            <a:extLst>
              <a:ext uri="{FF2B5EF4-FFF2-40B4-BE49-F238E27FC236}">
                <a16:creationId xmlns:a16="http://schemas.microsoft.com/office/drawing/2014/main" id="{A3BB712B-55E6-4A45-A6EB-B8FF4EDA7AF9}"/>
              </a:ext>
            </a:extLst>
          </p:cNvPr>
          <p:cNvSpPr>
            <a:spLocks noGrp="1"/>
          </p:cNvSpPr>
          <p:nvPr/>
        </p:nvSpPr>
        <p:spPr>
          <a:xfrm>
            <a:off x="18255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0" name="F2_precision_recall_distributions_5234">
            <a:extLst>
              <a:ext uri="{FF2B5EF4-FFF2-40B4-BE49-F238E27FC236}">
                <a16:creationId xmlns:a16="http://schemas.microsoft.com/office/drawing/2014/main" id="{C82A5E9C-B6C5-4A6F-B446-1731DEBC6330}"/>
              </a:ext>
            </a:extLst>
          </p:cNvPr>
          <p:cNvSpPr>
            <a:spLocks noGrp="1"/>
          </p:cNvSpPr>
          <p:nvPr/>
        </p:nvSpPr>
        <p:spPr>
          <a:xfrm>
            <a:off x="186746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1" name="F2_precision_recall_distributions_5235">
            <a:extLst>
              <a:ext uri="{FF2B5EF4-FFF2-40B4-BE49-F238E27FC236}">
                <a16:creationId xmlns:a16="http://schemas.microsoft.com/office/drawing/2014/main" id="{2E15AE69-A538-4D8F-95D4-F3E4931C66F2}"/>
              </a:ext>
            </a:extLst>
          </p:cNvPr>
          <p:cNvSpPr>
            <a:spLocks noGrp="1"/>
          </p:cNvSpPr>
          <p:nvPr/>
        </p:nvSpPr>
        <p:spPr>
          <a:xfrm>
            <a:off x="174412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2" name="F2_precision_recall_distributions_5236">
            <a:extLst>
              <a:ext uri="{FF2B5EF4-FFF2-40B4-BE49-F238E27FC236}">
                <a16:creationId xmlns:a16="http://schemas.microsoft.com/office/drawing/2014/main" id="{8A75688B-9428-45B9-AF7B-883359B01C95}"/>
              </a:ext>
            </a:extLst>
          </p:cNvPr>
          <p:cNvSpPr>
            <a:spLocks noGrp="1"/>
          </p:cNvSpPr>
          <p:nvPr/>
        </p:nvSpPr>
        <p:spPr>
          <a:xfrm>
            <a:off x="267891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423" name="F2_precision_recall_distributions_5237">
            <a:extLst>
              <a:ext uri="{FF2B5EF4-FFF2-40B4-BE49-F238E27FC236}">
                <a16:creationId xmlns:a16="http://schemas.microsoft.com/office/drawing/2014/main" id="{7EB35BEF-AE48-45F1-B9BB-5E694D3DBD5E}"/>
              </a:ext>
            </a:extLst>
          </p:cNvPr>
          <p:cNvSpPr>
            <a:spLocks noGrp="1"/>
          </p:cNvSpPr>
          <p:nvPr/>
        </p:nvSpPr>
        <p:spPr>
          <a:xfrm>
            <a:off x="29813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4" name="F2_precision_recall_distributions_5238">
            <a:extLst>
              <a:ext uri="{FF2B5EF4-FFF2-40B4-BE49-F238E27FC236}">
                <a16:creationId xmlns:a16="http://schemas.microsoft.com/office/drawing/2014/main" id="{A3AA0CD4-8691-4B43-9770-6FFA3F01114F}"/>
              </a:ext>
            </a:extLst>
          </p:cNvPr>
          <p:cNvSpPr>
            <a:spLocks noGrp="1"/>
          </p:cNvSpPr>
          <p:nvPr/>
        </p:nvSpPr>
        <p:spPr>
          <a:xfrm>
            <a:off x="2875276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5" name="F2_precision_recall_distributions_5239">
            <a:extLst>
              <a:ext uri="{FF2B5EF4-FFF2-40B4-BE49-F238E27FC236}">
                <a16:creationId xmlns:a16="http://schemas.microsoft.com/office/drawing/2014/main" id="{E2E0FE58-AD33-4E92-8B2D-D08AB1A58925}"/>
              </a:ext>
            </a:extLst>
          </p:cNvPr>
          <p:cNvSpPr>
            <a:spLocks noGrp="1"/>
          </p:cNvSpPr>
          <p:nvPr/>
        </p:nvSpPr>
        <p:spPr>
          <a:xfrm>
            <a:off x="29745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6" name="F2_precision_recall_distributions_5240">
            <a:extLst>
              <a:ext uri="{FF2B5EF4-FFF2-40B4-BE49-F238E27FC236}">
                <a16:creationId xmlns:a16="http://schemas.microsoft.com/office/drawing/2014/main" id="{25F81B8E-D656-43C5-913B-89E685CCD262}"/>
              </a:ext>
            </a:extLst>
          </p:cNvPr>
          <p:cNvSpPr>
            <a:spLocks noGrp="1"/>
          </p:cNvSpPr>
          <p:nvPr/>
        </p:nvSpPr>
        <p:spPr>
          <a:xfrm>
            <a:off x="2901589" y="4993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7" name="F2_precision_recall_distributions_5241">
            <a:extLst>
              <a:ext uri="{FF2B5EF4-FFF2-40B4-BE49-F238E27FC236}">
                <a16:creationId xmlns:a16="http://schemas.microsoft.com/office/drawing/2014/main" id="{5F31BD75-08DA-41AE-BD13-EF967BD719E3}"/>
              </a:ext>
            </a:extLst>
          </p:cNvPr>
          <p:cNvSpPr>
            <a:spLocks noGrp="1"/>
          </p:cNvSpPr>
          <p:nvPr/>
        </p:nvSpPr>
        <p:spPr>
          <a:xfrm>
            <a:off x="2898563" y="4411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8" name="F2_precision_recall_distributions_5242">
            <a:extLst>
              <a:ext uri="{FF2B5EF4-FFF2-40B4-BE49-F238E27FC236}">
                <a16:creationId xmlns:a16="http://schemas.microsoft.com/office/drawing/2014/main" id="{B7F0E526-B044-4326-A137-14D469A073F2}"/>
              </a:ext>
            </a:extLst>
          </p:cNvPr>
          <p:cNvSpPr>
            <a:spLocks noGrp="1"/>
          </p:cNvSpPr>
          <p:nvPr/>
        </p:nvSpPr>
        <p:spPr>
          <a:xfrm>
            <a:off x="31701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9" name="F2_precision_recall_distributions_5243">
            <a:extLst>
              <a:ext uri="{FF2B5EF4-FFF2-40B4-BE49-F238E27FC236}">
                <a16:creationId xmlns:a16="http://schemas.microsoft.com/office/drawing/2014/main" id="{830C6639-5E0B-49F7-AE0A-E49869D64996}"/>
              </a:ext>
            </a:extLst>
          </p:cNvPr>
          <p:cNvSpPr>
            <a:spLocks noGrp="1"/>
          </p:cNvSpPr>
          <p:nvPr/>
        </p:nvSpPr>
        <p:spPr>
          <a:xfrm>
            <a:off x="29381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0" name="F2_precision_recall_distributions_5244">
            <a:extLst>
              <a:ext uri="{FF2B5EF4-FFF2-40B4-BE49-F238E27FC236}">
                <a16:creationId xmlns:a16="http://schemas.microsoft.com/office/drawing/2014/main" id="{F233F437-ADA2-406F-9A89-B9E57F7F62FC}"/>
              </a:ext>
            </a:extLst>
          </p:cNvPr>
          <p:cNvSpPr>
            <a:spLocks noGrp="1"/>
          </p:cNvSpPr>
          <p:nvPr/>
        </p:nvSpPr>
        <p:spPr>
          <a:xfrm>
            <a:off x="30248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1" name="F2_precision_recall_distributions_5245">
            <a:extLst>
              <a:ext uri="{FF2B5EF4-FFF2-40B4-BE49-F238E27FC236}">
                <a16:creationId xmlns:a16="http://schemas.microsoft.com/office/drawing/2014/main" id="{2769A356-0D8C-4B52-809A-DEE619BE5E22}"/>
              </a:ext>
            </a:extLst>
          </p:cNvPr>
          <p:cNvSpPr>
            <a:spLocks noGrp="1"/>
          </p:cNvSpPr>
          <p:nvPr/>
        </p:nvSpPr>
        <p:spPr>
          <a:xfrm>
            <a:off x="309045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2" name="F2_precision_recall_distributions_5246">
            <a:extLst>
              <a:ext uri="{FF2B5EF4-FFF2-40B4-BE49-F238E27FC236}">
                <a16:creationId xmlns:a16="http://schemas.microsoft.com/office/drawing/2014/main" id="{8014B8BF-FA3B-41C9-8E3C-A9F06B467B55}"/>
              </a:ext>
            </a:extLst>
          </p:cNvPr>
          <p:cNvSpPr>
            <a:spLocks noGrp="1"/>
          </p:cNvSpPr>
          <p:nvPr/>
        </p:nvSpPr>
        <p:spPr>
          <a:xfrm>
            <a:off x="31195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3" name="F2_precision_recall_distributions_5247">
            <a:extLst>
              <a:ext uri="{FF2B5EF4-FFF2-40B4-BE49-F238E27FC236}">
                <a16:creationId xmlns:a16="http://schemas.microsoft.com/office/drawing/2014/main" id="{7D4C4955-2E51-4DFA-B7B6-D6082BB05E09}"/>
              </a:ext>
            </a:extLst>
          </p:cNvPr>
          <p:cNvSpPr>
            <a:spLocks noGrp="1"/>
          </p:cNvSpPr>
          <p:nvPr/>
        </p:nvSpPr>
        <p:spPr>
          <a:xfrm>
            <a:off x="3011087" y="45866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4" name="F2_precision_recall_distributions_5248">
            <a:extLst>
              <a:ext uri="{FF2B5EF4-FFF2-40B4-BE49-F238E27FC236}">
                <a16:creationId xmlns:a16="http://schemas.microsoft.com/office/drawing/2014/main" id="{16E93488-312B-4ECF-8B09-4FFF39668C76}"/>
              </a:ext>
            </a:extLst>
          </p:cNvPr>
          <p:cNvSpPr>
            <a:spLocks noGrp="1"/>
          </p:cNvSpPr>
          <p:nvPr/>
        </p:nvSpPr>
        <p:spPr>
          <a:xfrm>
            <a:off x="318458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5" name="F2_precision_recall_distributions_5249">
            <a:extLst>
              <a:ext uri="{FF2B5EF4-FFF2-40B4-BE49-F238E27FC236}">
                <a16:creationId xmlns:a16="http://schemas.microsoft.com/office/drawing/2014/main" id="{077E2FA9-49B6-41F3-8B53-F1DA62C0BD8E}"/>
              </a:ext>
            </a:extLst>
          </p:cNvPr>
          <p:cNvSpPr>
            <a:spLocks noGrp="1"/>
          </p:cNvSpPr>
          <p:nvPr/>
        </p:nvSpPr>
        <p:spPr>
          <a:xfrm>
            <a:off x="307033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6" name="F2_precision_recall_distributions_5250">
            <a:extLst>
              <a:ext uri="{FF2B5EF4-FFF2-40B4-BE49-F238E27FC236}">
                <a16:creationId xmlns:a16="http://schemas.microsoft.com/office/drawing/2014/main" id="{84519AB8-719E-4D61-9C78-FAB8E9E058B9}"/>
              </a:ext>
            </a:extLst>
          </p:cNvPr>
          <p:cNvSpPr>
            <a:spLocks noGrp="1"/>
          </p:cNvSpPr>
          <p:nvPr/>
        </p:nvSpPr>
        <p:spPr>
          <a:xfrm>
            <a:off x="28727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7" name="F2_precision_recall_distributions_5251">
            <a:extLst>
              <a:ext uri="{FF2B5EF4-FFF2-40B4-BE49-F238E27FC236}">
                <a16:creationId xmlns:a16="http://schemas.microsoft.com/office/drawing/2014/main" id="{7F6ABA69-5FA7-4C25-91CD-2E19A5EB2791}"/>
              </a:ext>
            </a:extLst>
          </p:cNvPr>
          <p:cNvSpPr>
            <a:spLocks noGrp="1"/>
          </p:cNvSpPr>
          <p:nvPr/>
        </p:nvSpPr>
        <p:spPr>
          <a:xfrm>
            <a:off x="29338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8" name="F2_precision_recall_distributions_5252">
            <a:extLst>
              <a:ext uri="{FF2B5EF4-FFF2-40B4-BE49-F238E27FC236}">
                <a16:creationId xmlns:a16="http://schemas.microsoft.com/office/drawing/2014/main" id="{1433059C-1D0E-4458-9CB8-F2DB628B8907}"/>
              </a:ext>
            </a:extLst>
          </p:cNvPr>
          <p:cNvSpPr>
            <a:spLocks noGrp="1"/>
          </p:cNvSpPr>
          <p:nvPr/>
        </p:nvSpPr>
        <p:spPr>
          <a:xfrm>
            <a:off x="289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9" name="F2_precision_recall_distributions_5253">
            <a:extLst>
              <a:ext uri="{FF2B5EF4-FFF2-40B4-BE49-F238E27FC236}">
                <a16:creationId xmlns:a16="http://schemas.microsoft.com/office/drawing/2014/main" id="{B6F6E82E-9204-4755-BA97-C0507A2D2421}"/>
              </a:ext>
            </a:extLst>
          </p:cNvPr>
          <p:cNvSpPr>
            <a:spLocks noGrp="1"/>
          </p:cNvSpPr>
          <p:nvPr/>
        </p:nvSpPr>
        <p:spPr>
          <a:xfrm>
            <a:off x="2867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0" name="F2_precision_recall_distributions_5254">
            <a:extLst>
              <a:ext uri="{FF2B5EF4-FFF2-40B4-BE49-F238E27FC236}">
                <a16:creationId xmlns:a16="http://schemas.microsoft.com/office/drawing/2014/main" id="{D2EDC199-367A-4988-9154-5EAD6FCC5651}"/>
              </a:ext>
            </a:extLst>
          </p:cNvPr>
          <p:cNvSpPr>
            <a:spLocks noGrp="1"/>
          </p:cNvSpPr>
          <p:nvPr/>
        </p:nvSpPr>
        <p:spPr>
          <a:xfrm>
            <a:off x="307784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1" name="F2_precision_recall_distributions_5255">
            <a:extLst>
              <a:ext uri="{FF2B5EF4-FFF2-40B4-BE49-F238E27FC236}">
                <a16:creationId xmlns:a16="http://schemas.microsoft.com/office/drawing/2014/main" id="{0E8BF06C-CD86-4FF4-919F-A564F3395D11}"/>
              </a:ext>
            </a:extLst>
          </p:cNvPr>
          <p:cNvSpPr>
            <a:spLocks noGrp="1"/>
          </p:cNvSpPr>
          <p:nvPr/>
        </p:nvSpPr>
        <p:spPr>
          <a:xfrm>
            <a:off x="2905152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2" name="F2_precision_recall_distributions_5256">
            <a:extLst>
              <a:ext uri="{FF2B5EF4-FFF2-40B4-BE49-F238E27FC236}">
                <a16:creationId xmlns:a16="http://schemas.microsoft.com/office/drawing/2014/main" id="{D3296A99-D0DA-417C-A4BF-B5DCB834C3DD}"/>
              </a:ext>
            </a:extLst>
          </p:cNvPr>
          <p:cNvSpPr>
            <a:spLocks noGrp="1"/>
          </p:cNvSpPr>
          <p:nvPr/>
        </p:nvSpPr>
        <p:spPr>
          <a:xfrm>
            <a:off x="289174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3" name="F2_precision_recall_distributions_5257">
            <a:extLst>
              <a:ext uri="{FF2B5EF4-FFF2-40B4-BE49-F238E27FC236}">
                <a16:creationId xmlns:a16="http://schemas.microsoft.com/office/drawing/2014/main" id="{72550701-6F70-48EF-A0AC-4E85495104EC}"/>
              </a:ext>
            </a:extLst>
          </p:cNvPr>
          <p:cNvSpPr>
            <a:spLocks noGrp="1"/>
          </p:cNvSpPr>
          <p:nvPr/>
        </p:nvSpPr>
        <p:spPr>
          <a:xfrm>
            <a:off x="30937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4" name="F2_precision_recall_distributions_5258">
            <a:extLst>
              <a:ext uri="{FF2B5EF4-FFF2-40B4-BE49-F238E27FC236}">
                <a16:creationId xmlns:a16="http://schemas.microsoft.com/office/drawing/2014/main" id="{C95AFB50-5FF7-4E68-9BF0-876779007BC5}"/>
              </a:ext>
            </a:extLst>
          </p:cNvPr>
          <p:cNvSpPr>
            <a:spLocks noGrp="1"/>
          </p:cNvSpPr>
          <p:nvPr/>
        </p:nvSpPr>
        <p:spPr>
          <a:xfrm>
            <a:off x="313254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5" name="F2_precision_recall_distributions_5259">
            <a:extLst>
              <a:ext uri="{FF2B5EF4-FFF2-40B4-BE49-F238E27FC236}">
                <a16:creationId xmlns:a16="http://schemas.microsoft.com/office/drawing/2014/main" id="{6C5F37FD-8AC2-4B74-AFAE-DFBC5888AD52}"/>
              </a:ext>
            </a:extLst>
          </p:cNvPr>
          <p:cNvSpPr>
            <a:spLocks noGrp="1"/>
          </p:cNvSpPr>
          <p:nvPr/>
        </p:nvSpPr>
        <p:spPr>
          <a:xfrm>
            <a:off x="3166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6" name="F2_precision_recall_distributions_5260">
            <a:extLst>
              <a:ext uri="{FF2B5EF4-FFF2-40B4-BE49-F238E27FC236}">
                <a16:creationId xmlns:a16="http://schemas.microsoft.com/office/drawing/2014/main" id="{B9FBE46F-D005-44DD-B5FA-A9C8A3B8E86D}"/>
              </a:ext>
            </a:extLst>
          </p:cNvPr>
          <p:cNvSpPr>
            <a:spLocks noGrp="1"/>
          </p:cNvSpPr>
          <p:nvPr/>
        </p:nvSpPr>
        <p:spPr>
          <a:xfrm>
            <a:off x="29233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7" name="F2_precision_recall_distributions_5261">
            <a:extLst>
              <a:ext uri="{FF2B5EF4-FFF2-40B4-BE49-F238E27FC236}">
                <a16:creationId xmlns:a16="http://schemas.microsoft.com/office/drawing/2014/main" id="{6B358697-51B0-4B45-8E07-4004BC1CF1F6}"/>
              </a:ext>
            </a:extLst>
          </p:cNvPr>
          <p:cNvSpPr>
            <a:spLocks noGrp="1"/>
          </p:cNvSpPr>
          <p:nvPr/>
        </p:nvSpPr>
        <p:spPr>
          <a:xfrm>
            <a:off x="300804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8" name="F2_precision_recall_distributions_5262">
            <a:extLst>
              <a:ext uri="{FF2B5EF4-FFF2-40B4-BE49-F238E27FC236}">
                <a16:creationId xmlns:a16="http://schemas.microsoft.com/office/drawing/2014/main" id="{7B32ADD0-8B9A-4657-A548-9768BAF7F94C}"/>
              </a:ext>
            </a:extLst>
          </p:cNvPr>
          <p:cNvSpPr>
            <a:spLocks noGrp="1"/>
          </p:cNvSpPr>
          <p:nvPr/>
        </p:nvSpPr>
        <p:spPr>
          <a:xfrm>
            <a:off x="301457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9" name="F2_precision_recall_distributions_5263">
            <a:extLst>
              <a:ext uri="{FF2B5EF4-FFF2-40B4-BE49-F238E27FC236}">
                <a16:creationId xmlns:a16="http://schemas.microsoft.com/office/drawing/2014/main" id="{3F7FA9F0-13C7-4D7B-A1DC-88ADB94BCF05}"/>
              </a:ext>
            </a:extLst>
          </p:cNvPr>
          <p:cNvSpPr>
            <a:spLocks noGrp="1"/>
          </p:cNvSpPr>
          <p:nvPr/>
        </p:nvSpPr>
        <p:spPr>
          <a:xfrm>
            <a:off x="3036342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0" name="F2_precision_recall_distributions_5264">
            <a:extLst>
              <a:ext uri="{FF2B5EF4-FFF2-40B4-BE49-F238E27FC236}">
                <a16:creationId xmlns:a16="http://schemas.microsoft.com/office/drawing/2014/main" id="{318ADA39-5FA8-4D46-B60C-0F920CBB9E04}"/>
              </a:ext>
            </a:extLst>
          </p:cNvPr>
          <p:cNvSpPr>
            <a:spLocks noGrp="1"/>
          </p:cNvSpPr>
          <p:nvPr/>
        </p:nvSpPr>
        <p:spPr>
          <a:xfrm>
            <a:off x="3073605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1" name="F2_precision_recall_distributions_5265">
            <a:extLst>
              <a:ext uri="{FF2B5EF4-FFF2-40B4-BE49-F238E27FC236}">
                <a16:creationId xmlns:a16="http://schemas.microsoft.com/office/drawing/2014/main" id="{E642EC53-188F-4F5F-B612-83EB5E46286C}"/>
              </a:ext>
            </a:extLst>
          </p:cNvPr>
          <p:cNvSpPr>
            <a:spLocks noGrp="1"/>
          </p:cNvSpPr>
          <p:nvPr/>
        </p:nvSpPr>
        <p:spPr>
          <a:xfrm>
            <a:off x="308457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2" name="F2_precision_recall_distributions_5266">
            <a:extLst>
              <a:ext uri="{FF2B5EF4-FFF2-40B4-BE49-F238E27FC236}">
                <a16:creationId xmlns:a16="http://schemas.microsoft.com/office/drawing/2014/main" id="{6B7EA29F-40B4-40E7-86BE-2C9305C51781}"/>
              </a:ext>
            </a:extLst>
          </p:cNvPr>
          <p:cNvSpPr>
            <a:spLocks noGrp="1"/>
          </p:cNvSpPr>
          <p:nvPr/>
        </p:nvSpPr>
        <p:spPr>
          <a:xfrm>
            <a:off x="29227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3" name="F2_precision_recall_distributions_5267">
            <a:extLst>
              <a:ext uri="{FF2B5EF4-FFF2-40B4-BE49-F238E27FC236}">
                <a16:creationId xmlns:a16="http://schemas.microsoft.com/office/drawing/2014/main" id="{78941DC6-1121-4475-B4BC-7AE126CCA967}"/>
              </a:ext>
            </a:extLst>
          </p:cNvPr>
          <p:cNvSpPr>
            <a:spLocks noGrp="1"/>
          </p:cNvSpPr>
          <p:nvPr/>
        </p:nvSpPr>
        <p:spPr>
          <a:xfrm>
            <a:off x="30639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4" name="F2_precision_recall_distributions_5268">
            <a:extLst>
              <a:ext uri="{FF2B5EF4-FFF2-40B4-BE49-F238E27FC236}">
                <a16:creationId xmlns:a16="http://schemas.microsoft.com/office/drawing/2014/main" id="{59D2B157-7EB9-4708-8138-CBDC5FF61A49}"/>
              </a:ext>
            </a:extLst>
          </p:cNvPr>
          <p:cNvSpPr>
            <a:spLocks noGrp="1"/>
          </p:cNvSpPr>
          <p:nvPr/>
        </p:nvSpPr>
        <p:spPr>
          <a:xfrm>
            <a:off x="2931712" y="45936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5" name="F2_precision_recall_distributions_5269">
            <a:extLst>
              <a:ext uri="{FF2B5EF4-FFF2-40B4-BE49-F238E27FC236}">
                <a16:creationId xmlns:a16="http://schemas.microsoft.com/office/drawing/2014/main" id="{6249608A-BD05-410B-B225-CA68F6BFBA91}"/>
              </a:ext>
            </a:extLst>
          </p:cNvPr>
          <p:cNvSpPr>
            <a:spLocks noGrp="1"/>
          </p:cNvSpPr>
          <p:nvPr/>
        </p:nvSpPr>
        <p:spPr>
          <a:xfrm>
            <a:off x="296627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6" name="F2_precision_recall_distributions_5270">
            <a:extLst>
              <a:ext uri="{FF2B5EF4-FFF2-40B4-BE49-F238E27FC236}">
                <a16:creationId xmlns:a16="http://schemas.microsoft.com/office/drawing/2014/main" id="{26C0709E-08C6-47C2-B8D6-709C2FB2B71C}"/>
              </a:ext>
            </a:extLst>
          </p:cNvPr>
          <p:cNvSpPr>
            <a:spLocks noGrp="1"/>
          </p:cNvSpPr>
          <p:nvPr/>
        </p:nvSpPr>
        <p:spPr>
          <a:xfrm>
            <a:off x="3049779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7" name="F2_precision_recall_distributions_5271">
            <a:extLst>
              <a:ext uri="{FF2B5EF4-FFF2-40B4-BE49-F238E27FC236}">
                <a16:creationId xmlns:a16="http://schemas.microsoft.com/office/drawing/2014/main" id="{D562DA66-88B6-4C25-B420-1E64FE165557}"/>
              </a:ext>
            </a:extLst>
          </p:cNvPr>
          <p:cNvSpPr>
            <a:spLocks noGrp="1"/>
          </p:cNvSpPr>
          <p:nvPr/>
        </p:nvSpPr>
        <p:spPr>
          <a:xfrm>
            <a:off x="295837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8" name="F2_precision_recall_distributions_5272">
            <a:extLst>
              <a:ext uri="{FF2B5EF4-FFF2-40B4-BE49-F238E27FC236}">
                <a16:creationId xmlns:a16="http://schemas.microsoft.com/office/drawing/2014/main" id="{2C8EDF4B-F5E5-4EEA-A96B-9138C5A6A267}"/>
              </a:ext>
            </a:extLst>
          </p:cNvPr>
          <p:cNvSpPr>
            <a:spLocks noGrp="1"/>
          </p:cNvSpPr>
          <p:nvPr/>
        </p:nvSpPr>
        <p:spPr>
          <a:xfrm>
            <a:off x="30568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9" name="F2_precision_recall_distributions_5273">
            <a:extLst>
              <a:ext uri="{FF2B5EF4-FFF2-40B4-BE49-F238E27FC236}">
                <a16:creationId xmlns:a16="http://schemas.microsoft.com/office/drawing/2014/main" id="{AE4A00C8-7C24-464A-B260-26F6CEEE991D}"/>
              </a:ext>
            </a:extLst>
          </p:cNvPr>
          <p:cNvSpPr>
            <a:spLocks noGrp="1"/>
          </p:cNvSpPr>
          <p:nvPr/>
        </p:nvSpPr>
        <p:spPr>
          <a:xfrm>
            <a:off x="29872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0" name="F2_precision_recall_distributions_5274">
            <a:extLst>
              <a:ext uri="{FF2B5EF4-FFF2-40B4-BE49-F238E27FC236}">
                <a16:creationId xmlns:a16="http://schemas.microsoft.com/office/drawing/2014/main" id="{3234F2DB-B606-4D1D-9C6C-807E0429D7A3}"/>
              </a:ext>
            </a:extLst>
          </p:cNvPr>
          <p:cNvSpPr>
            <a:spLocks noGrp="1"/>
          </p:cNvSpPr>
          <p:nvPr/>
        </p:nvSpPr>
        <p:spPr>
          <a:xfrm>
            <a:off x="302307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1" name="F2_precision_recall_distributions_5275">
            <a:extLst>
              <a:ext uri="{FF2B5EF4-FFF2-40B4-BE49-F238E27FC236}">
                <a16:creationId xmlns:a16="http://schemas.microsoft.com/office/drawing/2014/main" id="{752EC928-F335-4265-A676-E7FCF8A90C39}"/>
              </a:ext>
            </a:extLst>
          </p:cNvPr>
          <p:cNvSpPr>
            <a:spLocks noGrp="1"/>
          </p:cNvSpPr>
          <p:nvPr/>
        </p:nvSpPr>
        <p:spPr>
          <a:xfrm>
            <a:off x="30395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2" name="F2_precision_recall_distributions_5276">
            <a:extLst>
              <a:ext uri="{FF2B5EF4-FFF2-40B4-BE49-F238E27FC236}">
                <a16:creationId xmlns:a16="http://schemas.microsoft.com/office/drawing/2014/main" id="{A7109688-4D25-466A-9079-30D7BFE2EA4B}"/>
              </a:ext>
            </a:extLst>
          </p:cNvPr>
          <p:cNvSpPr>
            <a:spLocks noGrp="1"/>
          </p:cNvSpPr>
          <p:nvPr/>
        </p:nvSpPr>
        <p:spPr>
          <a:xfrm>
            <a:off x="3113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3" name="F2_precision_recall_distributions_5277">
            <a:extLst>
              <a:ext uri="{FF2B5EF4-FFF2-40B4-BE49-F238E27FC236}">
                <a16:creationId xmlns:a16="http://schemas.microsoft.com/office/drawing/2014/main" id="{5EB1F5BC-AD7C-4554-9CE1-BDED26DC298C}"/>
              </a:ext>
            </a:extLst>
          </p:cNvPr>
          <p:cNvSpPr>
            <a:spLocks noGrp="1"/>
          </p:cNvSpPr>
          <p:nvPr/>
        </p:nvSpPr>
        <p:spPr>
          <a:xfrm>
            <a:off x="303022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4" name="F2_precision_recall_distributions_5278">
            <a:extLst>
              <a:ext uri="{FF2B5EF4-FFF2-40B4-BE49-F238E27FC236}">
                <a16:creationId xmlns:a16="http://schemas.microsoft.com/office/drawing/2014/main" id="{92D31560-821B-4BDC-BFA9-F1985847E501}"/>
              </a:ext>
            </a:extLst>
          </p:cNvPr>
          <p:cNvSpPr>
            <a:spLocks noGrp="1"/>
          </p:cNvSpPr>
          <p:nvPr/>
        </p:nvSpPr>
        <p:spPr>
          <a:xfrm>
            <a:off x="297007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5" name="F2_precision_recall_distributions_5279">
            <a:extLst>
              <a:ext uri="{FF2B5EF4-FFF2-40B4-BE49-F238E27FC236}">
                <a16:creationId xmlns:a16="http://schemas.microsoft.com/office/drawing/2014/main" id="{98DBDC97-109E-4B3D-8457-5597C3B9C18A}"/>
              </a:ext>
            </a:extLst>
          </p:cNvPr>
          <p:cNvSpPr>
            <a:spLocks noGrp="1"/>
          </p:cNvSpPr>
          <p:nvPr/>
        </p:nvSpPr>
        <p:spPr>
          <a:xfrm>
            <a:off x="29843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6" name="F2_precision_recall_distributions_5280">
            <a:extLst>
              <a:ext uri="{FF2B5EF4-FFF2-40B4-BE49-F238E27FC236}">
                <a16:creationId xmlns:a16="http://schemas.microsoft.com/office/drawing/2014/main" id="{D5EF7476-E5D9-43B4-B4C5-917A4C28D548}"/>
              </a:ext>
            </a:extLst>
          </p:cNvPr>
          <p:cNvSpPr>
            <a:spLocks noGrp="1"/>
          </p:cNvSpPr>
          <p:nvPr/>
        </p:nvSpPr>
        <p:spPr>
          <a:xfrm>
            <a:off x="2931604" y="44795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7" name="F2_precision_recall_distributions_5281">
            <a:extLst>
              <a:ext uri="{FF2B5EF4-FFF2-40B4-BE49-F238E27FC236}">
                <a16:creationId xmlns:a16="http://schemas.microsoft.com/office/drawing/2014/main" id="{71EF7A76-FDD6-4AC0-AF44-870E137F9A1F}"/>
              </a:ext>
            </a:extLst>
          </p:cNvPr>
          <p:cNvSpPr>
            <a:spLocks noGrp="1"/>
          </p:cNvSpPr>
          <p:nvPr/>
        </p:nvSpPr>
        <p:spPr>
          <a:xfrm>
            <a:off x="29164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8" name="F2_precision_recall_distributions_5282">
            <a:extLst>
              <a:ext uri="{FF2B5EF4-FFF2-40B4-BE49-F238E27FC236}">
                <a16:creationId xmlns:a16="http://schemas.microsoft.com/office/drawing/2014/main" id="{B93F15F0-64B1-436E-984C-9AF79AB48F9B}"/>
              </a:ext>
            </a:extLst>
          </p:cNvPr>
          <p:cNvSpPr>
            <a:spLocks noGrp="1"/>
          </p:cNvSpPr>
          <p:nvPr/>
        </p:nvSpPr>
        <p:spPr>
          <a:xfrm>
            <a:off x="285230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9" name="F2_precision_recall_distributions_5283">
            <a:extLst>
              <a:ext uri="{FF2B5EF4-FFF2-40B4-BE49-F238E27FC236}">
                <a16:creationId xmlns:a16="http://schemas.microsoft.com/office/drawing/2014/main" id="{117735E5-0DAC-49D3-9CDB-3512EDF0F7FB}"/>
              </a:ext>
            </a:extLst>
          </p:cNvPr>
          <p:cNvSpPr>
            <a:spLocks noGrp="1"/>
          </p:cNvSpPr>
          <p:nvPr/>
        </p:nvSpPr>
        <p:spPr>
          <a:xfrm>
            <a:off x="306180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0" name="F2_precision_recall_distributions_5284">
            <a:extLst>
              <a:ext uri="{FF2B5EF4-FFF2-40B4-BE49-F238E27FC236}">
                <a16:creationId xmlns:a16="http://schemas.microsoft.com/office/drawing/2014/main" id="{07F19A34-B29D-41C8-AE75-83D9756A6848}"/>
              </a:ext>
            </a:extLst>
          </p:cNvPr>
          <p:cNvSpPr>
            <a:spLocks noGrp="1"/>
          </p:cNvSpPr>
          <p:nvPr/>
        </p:nvSpPr>
        <p:spPr>
          <a:xfrm>
            <a:off x="3025678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1" name="F2_precision_recall_distributions_5285">
            <a:extLst>
              <a:ext uri="{FF2B5EF4-FFF2-40B4-BE49-F238E27FC236}">
                <a16:creationId xmlns:a16="http://schemas.microsoft.com/office/drawing/2014/main" id="{74416C43-1039-4A27-AABF-A577B25D42AF}"/>
              </a:ext>
            </a:extLst>
          </p:cNvPr>
          <p:cNvSpPr>
            <a:spLocks noGrp="1"/>
          </p:cNvSpPr>
          <p:nvPr/>
        </p:nvSpPr>
        <p:spPr>
          <a:xfrm>
            <a:off x="2957374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2" name="F2_precision_recall_distributions_5286">
            <a:extLst>
              <a:ext uri="{FF2B5EF4-FFF2-40B4-BE49-F238E27FC236}">
                <a16:creationId xmlns:a16="http://schemas.microsoft.com/office/drawing/2014/main" id="{A6665417-ED99-41F4-9687-292107A8E0E1}"/>
              </a:ext>
            </a:extLst>
          </p:cNvPr>
          <p:cNvSpPr>
            <a:spLocks noGrp="1"/>
          </p:cNvSpPr>
          <p:nvPr/>
        </p:nvSpPr>
        <p:spPr>
          <a:xfrm>
            <a:off x="28907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3" name="F2_precision_recall_distributions_5287">
            <a:extLst>
              <a:ext uri="{FF2B5EF4-FFF2-40B4-BE49-F238E27FC236}">
                <a16:creationId xmlns:a16="http://schemas.microsoft.com/office/drawing/2014/main" id="{DBE88946-018E-433C-84E7-9CAAF492838B}"/>
              </a:ext>
            </a:extLst>
          </p:cNvPr>
          <p:cNvSpPr>
            <a:spLocks noGrp="1"/>
          </p:cNvSpPr>
          <p:nvPr/>
        </p:nvSpPr>
        <p:spPr>
          <a:xfrm>
            <a:off x="309550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4" name="F2_precision_recall_distributions_5288">
            <a:extLst>
              <a:ext uri="{FF2B5EF4-FFF2-40B4-BE49-F238E27FC236}">
                <a16:creationId xmlns:a16="http://schemas.microsoft.com/office/drawing/2014/main" id="{F4A783B6-8C6E-4D2B-974D-CE7EB02D3DD6}"/>
              </a:ext>
            </a:extLst>
          </p:cNvPr>
          <p:cNvSpPr>
            <a:spLocks noGrp="1"/>
          </p:cNvSpPr>
          <p:nvPr/>
        </p:nvSpPr>
        <p:spPr>
          <a:xfrm>
            <a:off x="316781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5" name="F2_precision_recall_distributions_5289">
            <a:extLst>
              <a:ext uri="{FF2B5EF4-FFF2-40B4-BE49-F238E27FC236}">
                <a16:creationId xmlns:a16="http://schemas.microsoft.com/office/drawing/2014/main" id="{097A3F99-D5CD-46ED-B302-E7C9BD1509C8}"/>
              </a:ext>
            </a:extLst>
          </p:cNvPr>
          <p:cNvSpPr>
            <a:spLocks noGrp="1"/>
          </p:cNvSpPr>
          <p:nvPr/>
        </p:nvSpPr>
        <p:spPr>
          <a:xfrm>
            <a:off x="3091160" y="4525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6" name="F2_precision_recall_distributions_5290">
            <a:extLst>
              <a:ext uri="{FF2B5EF4-FFF2-40B4-BE49-F238E27FC236}">
                <a16:creationId xmlns:a16="http://schemas.microsoft.com/office/drawing/2014/main" id="{30905005-6E40-4A26-BCBD-13177B8C1573}"/>
              </a:ext>
            </a:extLst>
          </p:cNvPr>
          <p:cNvSpPr>
            <a:spLocks noGrp="1"/>
          </p:cNvSpPr>
          <p:nvPr/>
        </p:nvSpPr>
        <p:spPr>
          <a:xfrm>
            <a:off x="2916804" y="4326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7" name="F2_precision_recall_distributions_5291">
            <a:extLst>
              <a:ext uri="{FF2B5EF4-FFF2-40B4-BE49-F238E27FC236}">
                <a16:creationId xmlns:a16="http://schemas.microsoft.com/office/drawing/2014/main" id="{CE176EBC-0D46-40D8-A697-6EE5BD3C90DF}"/>
              </a:ext>
            </a:extLst>
          </p:cNvPr>
          <p:cNvSpPr>
            <a:spLocks noGrp="1"/>
          </p:cNvSpPr>
          <p:nvPr/>
        </p:nvSpPr>
        <p:spPr>
          <a:xfrm>
            <a:off x="28329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8" name="F2_precision_recall_distributions_5292">
            <a:extLst>
              <a:ext uri="{FF2B5EF4-FFF2-40B4-BE49-F238E27FC236}">
                <a16:creationId xmlns:a16="http://schemas.microsoft.com/office/drawing/2014/main" id="{0F7DCE90-6FD2-4B1F-91C0-C93231E0DC24}"/>
              </a:ext>
            </a:extLst>
          </p:cNvPr>
          <p:cNvSpPr>
            <a:spLocks noGrp="1"/>
          </p:cNvSpPr>
          <p:nvPr/>
        </p:nvSpPr>
        <p:spPr>
          <a:xfrm>
            <a:off x="284797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9" name="F2_precision_recall_distributions_5293">
            <a:extLst>
              <a:ext uri="{FF2B5EF4-FFF2-40B4-BE49-F238E27FC236}">
                <a16:creationId xmlns:a16="http://schemas.microsoft.com/office/drawing/2014/main" id="{AE37C1B8-2D52-42B0-8BCB-44A7E1CC83F8}"/>
              </a:ext>
            </a:extLst>
          </p:cNvPr>
          <p:cNvSpPr>
            <a:spLocks noGrp="1"/>
          </p:cNvSpPr>
          <p:nvPr/>
        </p:nvSpPr>
        <p:spPr>
          <a:xfrm>
            <a:off x="31119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0" name="F2_precision_recall_distributions_5294">
            <a:extLst>
              <a:ext uri="{FF2B5EF4-FFF2-40B4-BE49-F238E27FC236}">
                <a16:creationId xmlns:a16="http://schemas.microsoft.com/office/drawing/2014/main" id="{302087EC-4A20-4310-B87D-87FF50717329}"/>
              </a:ext>
            </a:extLst>
          </p:cNvPr>
          <p:cNvSpPr>
            <a:spLocks noGrp="1"/>
          </p:cNvSpPr>
          <p:nvPr/>
        </p:nvSpPr>
        <p:spPr>
          <a:xfrm>
            <a:off x="30480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1" name="F2_precision_recall_distributions_5295">
            <a:extLst>
              <a:ext uri="{FF2B5EF4-FFF2-40B4-BE49-F238E27FC236}">
                <a16:creationId xmlns:a16="http://schemas.microsoft.com/office/drawing/2014/main" id="{8A75142C-3FF3-4BE1-AFB2-395A2E7266D2}"/>
              </a:ext>
            </a:extLst>
          </p:cNvPr>
          <p:cNvSpPr>
            <a:spLocks noGrp="1"/>
          </p:cNvSpPr>
          <p:nvPr/>
        </p:nvSpPr>
        <p:spPr>
          <a:xfrm>
            <a:off x="2848475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2" name="F2_precision_recall_distributions_5296">
            <a:extLst>
              <a:ext uri="{FF2B5EF4-FFF2-40B4-BE49-F238E27FC236}">
                <a16:creationId xmlns:a16="http://schemas.microsoft.com/office/drawing/2014/main" id="{8B0014A1-B4D1-4308-B2FE-AFE57448CEE4}"/>
              </a:ext>
            </a:extLst>
          </p:cNvPr>
          <p:cNvSpPr>
            <a:spLocks noGrp="1"/>
          </p:cNvSpPr>
          <p:nvPr/>
        </p:nvSpPr>
        <p:spPr>
          <a:xfrm>
            <a:off x="28790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3" name="F2_precision_recall_distributions_5297">
            <a:extLst>
              <a:ext uri="{FF2B5EF4-FFF2-40B4-BE49-F238E27FC236}">
                <a16:creationId xmlns:a16="http://schemas.microsoft.com/office/drawing/2014/main" id="{B98E38F4-BA57-455F-A667-AAC69A3A2D95}"/>
              </a:ext>
            </a:extLst>
          </p:cNvPr>
          <p:cNvSpPr>
            <a:spLocks noGrp="1"/>
          </p:cNvSpPr>
          <p:nvPr/>
        </p:nvSpPr>
        <p:spPr>
          <a:xfrm>
            <a:off x="297964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4" name="F2_precision_recall_distributions_5298">
            <a:extLst>
              <a:ext uri="{FF2B5EF4-FFF2-40B4-BE49-F238E27FC236}">
                <a16:creationId xmlns:a16="http://schemas.microsoft.com/office/drawing/2014/main" id="{A97A89BD-5F84-4F6C-8894-E4F0D41BEDCF}"/>
              </a:ext>
            </a:extLst>
          </p:cNvPr>
          <p:cNvSpPr>
            <a:spLocks noGrp="1"/>
          </p:cNvSpPr>
          <p:nvPr/>
        </p:nvSpPr>
        <p:spPr>
          <a:xfrm>
            <a:off x="300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5" name="F2_precision_recall_distributions_5299">
            <a:extLst>
              <a:ext uri="{FF2B5EF4-FFF2-40B4-BE49-F238E27FC236}">
                <a16:creationId xmlns:a16="http://schemas.microsoft.com/office/drawing/2014/main" id="{65733D6B-B696-4B35-9CA6-939251C65080}"/>
              </a:ext>
            </a:extLst>
          </p:cNvPr>
          <p:cNvSpPr>
            <a:spLocks noGrp="1"/>
          </p:cNvSpPr>
          <p:nvPr/>
        </p:nvSpPr>
        <p:spPr>
          <a:xfrm>
            <a:off x="28176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6" name="F2_precision_recall_distributions_5300">
            <a:extLst>
              <a:ext uri="{FF2B5EF4-FFF2-40B4-BE49-F238E27FC236}">
                <a16:creationId xmlns:a16="http://schemas.microsoft.com/office/drawing/2014/main" id="{1750E2B7-7AD2-4EF8-908E-ED58E3910B51}"/>
              </a:ext>
            </a:extLst>
          </p:cNvPr>
          <p:cNvSpPr>
            <a:spLocks noGrp="1"/>
          </p:cNvSpPr>
          <p:nvPr/>
        </p:nvSpPr>
        <p:spPr>
          <a:xfrm>
            <a:off x="302561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7" name="F2_precision_recall_distributions_5301">
            <a:extLst>
              <a:ext uri="{FF2B5EF4-FFF2-40B4-BE49-F238E27FC236}">
                <a16:creationId xmlns:a16="http://schemas.microsoft.com/office/drawing/2014/main" id="{0140682F-76CF-4A7D-BC46-66D2DA65BB09}"/>
              </a:ext>
            </a:extLst>
          </p:cNvPr>
          <p:cNvSpPr>
            <a:spLocks noGrp="1"/>
          </p:cNvSpPr>
          <p:nvPr/>
        </p:nvSpPr>
        <p:spPr>
          <a:xfrm>
            <a:off x="291782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8" name="F2_precision_recall_distributions_5302">
            <a:extLst>
              <a:ext uri="{FF2B5EF4-FFF2-40B4-BE49-F238E27FC236}">
                <a16:creationId xmlns:a16="http://schemas.microsoft.com/office/drawing/2014/main" id="{8813A883-A4BB-42CD-B085-1153ABDC3637}"/>
              </a:ext>
            </a:extLst>
          </p:cNvPr>
          <p:cNvSpPr>
            <a:spLocks noGrp="1"/>
          </p:cNvSpPr>
          <p:nvPr/>
        </p:nvSpPr>
        <p:spPr>
          <a:xfrm>
            <a:off x="304357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9" name="F2_precision_recall_distributions_5303">
            <a:extLst>
              <a:ext uri="{FF2B5EF4-FFF2-40B4-BE49-F238E27FC236}">
                <a16:creationId xmlns:a16="http://schemas.microsoft.com/office/drawing/2014/main" id="{025C7504-6E66-4A26-9EC9-CE4E7C169266}"/>
              </a:ext>
            </a:extLst>
          </p:cNvPr>
          <p:cNvSpPr>
            <a:spLocks noGrp="1"/>
          </p:cNvSpPr>
          <p:nvPr/>
        </p:nvSpPr>
        <p:spPr>
          <a:xfrm>
            <a:off x="3179977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0" name="F2_precision_recall_distributions_5304">
            <a:extLst>
              <a:ext uri="{FF2B5EF4-FFF2-40B4-BE49-F238E27FC236}">
                <a16:creationId xmlns:a16="http://schemas.microsoft.com/office/drawing/2014/main" id="{0F3D1CC4-C8F1-4C90-9CBA-221A43D9BB16}"/>
              </a:ext>
            </a:extLst>
          </p:cNvPr>
          <p:cNvSpPr>
            <a:spLocks noGrp="1"/>
          </p:cNvSpPr>
          <p:nvPr/>
        </p:nvSpPr>
        <p:spPr>
          <a:xfrm>
            <a:off x="285673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1" name="F2_precision_recall_distributions_5305">
            <a:extLst>
              <a:ext uri="{FF2B5EF4-FFF2-40B4-BE49-F238E27FC236}">
                <a16:creationId xmlns:a16="http://schemas.microsoft.com/office/drawing/2014/main" id="{E992F1CA-0733-4821-A58F-EC568804D331}"/>
              </a:ext>
            </a:extLst>
          </p:cNvPr>
          <p:cNvSpPr>
            <a:spLocks noGrp="1"/>
          </p:cNvSpPr>
          <p:nvPr/>
        </p:nvSpPr>
        <p:spPr>
          <a:xfrm>
            <a:off x="30705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2" name="F2_precision_recall_distributions_5306">
            <a:extLst>
              <a:ext uri="{FF2B5EF4-FFF2-40B4-BE49-F238E27FC236}">
                <a16:creationId xmlns:a16="http://schemas.microsoft.com/office/drawing/2014/main" id="{AA8DF121-ACB8-4204-93D7-144F46624603}"/>
              </a:ext>
            </a:extLst>
          </p:cNvPr>
          <p:cNvSpPr>
            <a:spLocks noGrp="1"/>
          </p:cNvSpPr>
          <p:nvPr/>
        </p:nvSpPr>
        <p:spPr>
          <a:xfrm>
            <a:off x="2836532" y="4876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3" name="F2_precision_recall_distributions_5307">
            <a:extLst>
              <a:ext uri="{FF2B5EF4-FFF2-40B4-BE49-F238E27FC236}">
                <a16:creationId xmlns:a16="http://schemas.microsoft.com/office/drawing/2014/main" id="{148DDDA9-E3F3-4742-B67B-1AF8F7229898}"/>
              </a:ext>
            </a:extLst>
          </p:cNvPr>
          <p:cNvSpPr>
            <a:spLocks noGrp="1"/>
          </p:cNvSpPr>
          <p:nvPr/>
        </p:nvSpPr>
        <p:spPr>
          <a:xfrm>
            <a:off x="29972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4" name="F2_precision_recall_distributions_5308">
            <a:extLst>
              <a:ext uri="{FF2B5EF4-FFF2-40B4-BE49-F238E27FC236}">
                <a16:creationId xmlns:a16="http://schemas.microsoft.com/office/drawing/2014/main" id="{A2123A93-396A-4E9E-8D60-96BEB6DC1619}"/>
              </a:ext>
            </a:extLst>
          </p:cNvPr>
          <p:cNvSpPr>
            <a:spLocks noGrp="1"/>
          </p:cNvSpPr>
          <p:nvPr/>
        </p:nvSpPr>
        <p:spPr>
          <a:xfrm>
            <a:off x="292631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5" name="F2_precision_recall_distributions_5309">
            <a:extLst>
              <a:ext uri="{FF2B5EF4-FFF2-40B4-BE49-F238E27FC236}">
                <a16:creationId xmlns:a16="http://schemas.microsoft.com/office/drawing/2014/main" id="{B950C350-7422-4F09-A0AA-31FABB496DFB}"/>
              </a:ext>
            </a:extLst>
          </p:cNvPr>
          <p:cNvSpPr>
            <a:spLocks noGrp="1"/>
          </p:cNvSpPr>
          <p:nvPr/>
        </p:nvSpPr>
        <p:spPr>
          <a:xfrm>
            <a:off x="283775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6" name="F2_precision_recall_distributions_5310">
            <a:extLst>
              <a:ext uri="{FF2B5EF4-FFF2-40B4-BE49-F238E27FC236}">
                <a16:creationId xmlns:a16="http://schemas.microsoft.com/office/drawing/2014/main" id="{213DD126-FACA-4151-8964-8C0720628432}"/>
              </a:ext>
            </a:extLst>
          </p:cNvPr>
          <p:cNvSpPr>
            <a:spLocks noGrp="1"/>
          </p:cNvSpPr>
          <p:nvPr/>
        </p:nvSpPr>
        <p:spPr>
          <a:xfrm>
            <a:off x="30997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7" name="F2_precision_recall_distributions_5311">
            <a:extLst>
              <a:ext uri="{FF2B5EF4-FFF2-40B4-BE49-F238E27FC236}">
                <a16:creationId xmlns:a16="http://schemas.microsoft.com/office/drawing/2014/main" id="{A00EE0A9-2C18-483F-85C7-BCCF158312C4}"/>
              </a:ext>
            </a:extLst>
          </p:cNvPr>
          <p:cNvSpPr>
            <a:spLocks noGrp="1"/>
          </p:cNvSpPr>
          <p:nvPr/>
        </p:nvSpPr>
        <p:spPr>
          <a:xfrm>
            <a:off x="3018704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8" name="F2_precision_recall_distributions_5312">
            <a:extLst>
              <a:ext uri="{FF2B5EF4-FFF2-40B4-BE49-F238E27FC236}">
                <a16:creationId xmlns:a16="http://schemas.microsoft.com/office/drawing/2014/main" id="{DC80BFAE-F4A2-40FF-B4F4-141360FF08B6}"/>
              </a:ext>
            </a:extLst>
          </p:cNvPr>
          <p:cNvSpPr>
            <a:spLocks noGrp="1"/>
          </p:cNvSpPr>
          <p:nvPr/>
        </p:nvSpPr>
        <p:spPr>
          <a:xfrm>
            <a:off x="3176433" y="47755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9" name="F2_precision_recall_distributions_5313">
            <a:extLst>
              <a:ext uri="{FF2B5EF4-FFF2-40B4-BE49-F238E27FC236}">
                <a16:creationId xmlns:a16="http://schemas.microsoft.com/office/drawing/2014/main" id="{AEEB4D79-00E7-4DC3-960D-849C941F0557}"/>
              </a:ext>
            </a:extLst>
          </p:cNvPr>
          <p:cNvSpPr>
            <a:spLocks noGrp="1"/>
          </p:cNvSpPr>
          <p:nvPr/>
        </p:nvSpPr>
        <p:spPr>
          <a:xfrm>
            <a:off x="31099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0" name="F2_precision_recall_distributions_5314">
            <a:extLst>
              <a:ext uri="{FF2B5EF4-FFF2-40B4-BE49-F238E27FC236}">
                <a16:creationId xmlns:a16="http://schemas.microsoft.com/office/drawing/2014/main" id="{91A54767-72EC-4C51-8024-F1990626B55E}"/>
              </a:ext>
            </a:extLst>
          </p:cNvPr>
          <p:cNvSpPr>
            <a:spLocks noGrp="1"/>
          </p:cNvSpPr>
          <p:nvPr/>
        </p:nvSpPr>
        <p:spPr>
          <a:xfrm>
            <a:off x="316419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1" name="F2_precision_recall_distributions_5315">
            <a:extLst>
              <a:ext uri="{FF2B5EF4-FFF2-40B4-BE49-F238E27FC236}">
                <a16:creationId xmlns:a16="http://schemas.microsoft.com/office/drawing/2014/main" id="{03B5680A-A438-4294-9B3E-CF8A28E9224E}"/>
              </a:ext>
            </a:extLst>
          </p:cNvPr>
          <p:cNvSpPr>
            <a:spLocks noGrp="1"/>
          </p:cNvSpPr>
          <p:nvPr/>
        </p:nvSpPr>
        <p:spPr>
          <a:xfrm>
            <a:off x="29466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2" name="F2_precision_recall_distributions_5316">
            <a:extLst>
              <a:ext uri="{FF2B5EF4-FFF2-40B4-BE49-F238E27FC236}">
                <a16:creationId xmlns:a16="http://schemas.microsoft.com/office/drawing/2014/main" id="{0EA8D38B-C744-45EA-B62F-4AE9D0C050FA}"/>
              </a:ext>
            </a:extLst>
          </p:cNvPr>
          <p:cNvSpPr>
            <a:spLocks noGrp="1"/>
          </p:cNvSpPr>
          <p:nvPr/>
        </p:nvSpPr>
        <p:spPr>
          <a:xfrm>
            <a:off x="2857094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3" name="F2_precision_recall_distributions_5317">
            <a:extLst>
              <a:ext uri="{FF2B5EF4-FFF2-40B4-BE49-F238E27FC236}">
                <a16:creationId xmlns:a16="http://schemas.microsoft.com/office/drawing/2014/main" id="{C678EDB2-B3D3-413B-9BD9-A0C18F05CA27}"/>
              </a:ext>
            </a:extLst>
          </p:cNvPr>
          <p:cNvSpPr>
            <a:spLocks noGrp="1"/>
          </p:cNvSpPr>
          <p:nvPr/>
        </p:nvSpPr>
        <p:spPr>
          <a:xfrm>
            <a:off x="31835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4" name="F2_precision_recall_distributions_5318">
            <a:extLst>
              <a:ext uri="{FF2B5EF4-FFF2-40B4-BE49-F238E27FC236}">
                <a16:creationId xmlns:a16="http://schemas.microsoft.com/office/drawing/2014/main" id="{84B4F8A1-4892-4058-A21E-ACA35819C025}"/>
              </a:ext>
            </a:extLst>
          </p:cNvPr>
          <p:cNvSpPr>
            <a:spLocks noGrp="1"/>
          </p:cNvSpPr>
          <p:nvPr/>
        </p:nvSpPr>
        <p:spPr>
          <a:xfrm>
            <a:off x="31593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5" name="F2_precision_recall_distributions_5319">
            <a:extLst>
              <a:ext uri="{FF2B5EF4-FFF2-40B4-BE49-F238E27FC236}">
                <a16:creationId xmlns:a16="http://schemas.microsoft.com/office/drawing/2014/main" id="{7D76269B-85D9-4C2E-B3E2-FF4047DAD0D7}"/>
              </a:ext>
            </a:extLst>
          </p:cNvPr>
          <p:cNvSpPr>
            <a:spLocks noGrp="1"/>
          </p:cNvSpPr>
          <p:nvPr/>
        </p:nvSpPr>
        <p:spPr>
          <a:xfrm>
            <a:off x="30378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6" name="F2_precision_recall_distributions_5320">
            <a:extLst>
              <a:ext uri="{FF2B5EF4-FFF2-40B4-BE49-F238E27FC236}">
                <a16:creationId xmlns:a16="http://schemas.microsoft.com/office/drawing/2014/main" id="{6DDAD3DE-D831-4A4A-8A7C-F708FB6C2004}"/>
              </a:ext>
            </a:extLst>
          </p:cNvPr>
          <p:cNvSpPr>
            <a:spLocks noGrp="1"/>
          </p:cNvSpPr>
          <p:nvPr/>
        </p:nvSpPr>
        <p:spPr>
          <a:xfrm>
            <a:off x="307568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7" name="F2_precision_recall_distributions_5321">
            <a:extLst>
              <a:ext uri="{FF2B5EF4-FFF2-40B4-BE49-F238E27FC236}">
                <a16:creationId xmlns:a16="http://schemas.microsoft.com/office/drawing/2014/main" id="{A40E5066-734D-4975-AB1E-9E201F4FD1A8}"/>
              </a:ext>
            </a:extLst>
          </p:cNvPr>
          <p:cNvSpPr>
            <a:spLocks noGrp="1"/>
          </p:cNvSpPr>
          <p:nvPr/>
        </p:nvSpPr>
        <p:spPr>
          <a:xfrm>
            <a:off x="296408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8" name="F2_precision_recall_distributions_5322">
            <a:extLst>
              <a:ext uri="{FF2B5EF4-FFF2-40B4-BE49-F238E27FC236}">
                <a16:creationId xmlns:a16="http://schemas.microsoft.com/office/drawing/2014/main" id="{7B681F81-B3A3-4841-82F2-DD1CFA08FF27}"/>
              </a:ext>
            </a:extLst>
          </p:cNvPr>
          <p:cNvSpPr>
            <a:spLocks noGrp="1"/>
          </p:cNvSpPr>
          <p:nvPr/>
        </p:nvSpPr>
        <p:spPr>
          <a:xfrm>
            <a:off x="31206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9" name="F2_precision_recall_distributions_5323">
            <a:extLst>
              <a:ext uri="{FF2B5EF4-FFF2-40B4-BE49-F238E27FC236}">
                <a16:creationId xmlns:a16="http://schemas.microsoft.com/office/drawing/2014/main" id="{5019CCFF-5B55-42DC-917B-C6298A3D7C4D}"/>
              </a:ext>
            </a:extLst>
          </p:cNvPr>
          <p:cNvSpPr>
            <a:spLocks noGrp="1"/>
          </p:cNvSpPr>
          <p:nvPr/>
        </p:nvSpPr>
        <p:spPr>
          <a:xfrm>
            <a:off x="295078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0" name="F2_precision_recall_distributions_5324">
            <a:extLst>
              <a:ext uri="{FF2B5EF4-FFF2-40B4-BE49-F238E27FC236}">
                <a16:creationId xmlns:a16="http://schemas.microsoft.com/office/drawing/2014/main" id="{31AEAFB7-6CBE-47F3-AC51-9C1EBB477F3D}"/>
              </a:ext>
            </a:extLst>
          </p:cNvPr>
          <p:cNvSpPr>
            <a:spLocks noGrp="1"/>
          </p:cNvSpPr>
          <p:nvPr/>
        </p:nvSpPr>
        <p:spPr>
          <a:xfrm>
            <a:off x="305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1" name="F2_precision_recall_distributions_5325">
            <a:extLst>
              <a:ext uri="{FF2B5EF4-FFF2-40B4-BE49-F238E27FC236}">
                <a16:creationId xmlns:a16="http://schemas.microsoft.com/office/drawing/2014/main" id="{FB213234-2C45-4FB9-8C26-1CF17740FEE3}"/>
              </a:ext>
            </a:extLst>
          </p:cNvPr>
          <p:cNvSpPr>
            <a:spLocks noGrp="1"/>
          </p:cNvSpPr>
          <p:nvPr/>
        </p:nvSpPr>
        <p:spPr>
          <a:xfrm>
            <a:off x="3185783" y="4908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2" name="F2_precision_recall_distributions_5326">
            <a:extLst>
              <a:ext uri="{FF2B5EF4-FFF2-40B4-BE49-F238E27FC236}">
                <a16:creationId xmlns:a16="http://schemas.microsoft.com/office/drawing/2014/main" id="{92471F16-2BA7-40A0-B339-62FCF508A4AE}"/>
              </a:ext>
            </a:extLst>
          </p:cNvPr>
          <p:cNvSpPr>
            <a:spLocks noGrp="1"/>
          </p:cNvSpPr>
          <p:nvPr/>
        </p:nvSpPr>
        <p:spPr>
          <a:xfrm>
            <a:off x="2971138" y="42613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3" name="F2_precision_recall_distributions_5327">
            <a:extLst>
              <a:ext uri="{FF2B5EF4-FFF2-40B4-BE49-F238E27FC236}">
                <a16:creationId xmlns:a16="http://schemas.microsoft.com/office/drawing/2014/main" id="{92ACA4EC-1413-4413-9581-3462C2CDBCBD}"/>
              </a:ext>
            </a:extLst>
          </p:cNvPr>
          <p:cNvSpPr>
            <a:spLocks noGrp="1"/>
          </p:cNvSpPr>
          <p:nvPr/>
        </p:nvSpPr>
        <p:spPr>
          <a:xfrm>
            <a:off x="2994094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4" name="F2_precision_recall_distributions_5328">
            <a:extLst>
              <a:ext uri="{FF2B5EF4-FFF2-40B4-BE49-F238E27FC236}">
                <a16:creationId xmlns:a16="http://schemas.microsoft.com/office/drawing/2014/main" id="{D6A1DC0C-FA7B-4F5C-9F38-35AE22A2C46F}"/>
              </a:ext>
            </a:extLst>
          </p:cNvPr>
          <p:cNvSpPr>
            <a:spLocks noGrp="1"/>
          </p:cNvSpPr>
          <p:nvPr/>
        </p:nvSpPr>
        <p:spPr>
          <a:xfrm>
            <a:off x="29522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5" name="F2_precision_recall_distributions_5329">
            <a:extLst>
              <a:ext uri="{FF2B5EF4-FFF2-40B4-BE49-F238E27FC236}">
                <a16:creationId xmlns:a16="http://schemas.microsoft.com/office/drawing/2014/main" id="{8D55A88A-26FF-4EFF-ABDE-288BD1CEA7D5}"/>
              </a:ext>
            </a:extLst>
          </p:cNvPr>
          <p:cNvSpPr>
            <a:spLocks noGrp="1"/>
          </p:cNvSpPr>
          <p:nvPr/>
        </p:nvSpPr>
        <p:spPr>
          <a:xfrm>
            <a:off x="28203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6" name="F2_precision_recall_distributions_5330">
            <a:extLst>
              <a:ext uri="{FF2B5EF4-FFF2-40B4-BE49-F238E27FC236}">
                <a16:creationId xmlns:a16="http://schemas.microsoft.com/office/drawing/2014/main" id="{EC1F8380-8AE5-42FE-903E-C667153974BB}"/>
              </a:ext>
            </a:extLst>
          </p:cNvPr>
          <p:cNvSpPr>
            <a:spLocks noGrp="1"/>
          </p:cNvSpPr>
          <p:nvPr/>
        </p:nvSpPr>
        <p:spPr>
          <a:xfrm>
            <a:off x="3026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7" name="F2_precision_recall_distributions_5331">
            <a:extLst>
              <a:ext uri="{FF2B5EF4-FFF2-40B4-BE49-F238E27FC236}">
                <a16:creationId xmlns:a16="http://schemas.microsoft.com/office/drawing/2014/main" id="{5AF6056E-457E-4093-9D16-BAEA6013B6AB}"/>
              </a:ext>
            </a:extLst>
          </p:cNvPr>
          <p:cNvSpPr>
            <a:spLocks noGrp="1"/>
          </p:cNvSpPr>
          <p:nvPr/>
        </p:nvSpPr>
        <p:spPr>
          <a:xfrm>
            <a:off x="307287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8" name="F2_precision_recall_distributions_5332">
            <a:extLst>
              <a:ext uri="{FF2B5EF4-FFF2-40B4-BE49-F238E27FC236}">
                <a16:creationId xmlns:a16="http://schemas.microsoft.com/office/drawing/2014/main" id="{BD214A8E-E118-4194-BE00-48D0A462768C}"/>
              </a:ext>
            </a:extLst>
          </p:cNvPr>
          <p:cNvSpPr>
            <a:spLocks noGrp="1"/>
          </p:cNvSpPr>
          <p:nvPr/>
        </p:nvSpPr>
        <p:spPr>
          <a:xfrm>
            <a:off x="2963009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9" name="F2_precision_recall_distributions_5333">
            <a:extLst>
              <a:ext uri="{FF2B5EF4-FFF2-40B4-BE49-F238E27FC236}">
                <a16:creationId xmlns:a16="http://schemas.microsoft.com/office/drawing/2014/main" id="{B35487AF-A7BC-4DE4-8ADC-A31CCE308276}"/>
              </a:ext>
            </a:extLst>
          </p:cNvPr>
          <p:cNvSpPr>
            <a:spLocks noGrp="1"/>
          </p:cNvSpPr>
          <p:nvPr/>
        </p:nvSpPr>
        <p:spPr>
          <a:xfrm>
            <a:off x="313551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0" name="F2_precision_recall_distributions_5334">
            <a:extLst>
              <a:ext uri="{FF2B5EF4-FFF2-40B4-BE49-F238E27FC236}">
                <a16:creationId xmlns:a16="http://schemas.microsoft.com/office/drawing/2014/main" id="{9A6E6BD9-CA7E-4C72-96C9-FA951FEF06C1}"/>
              </a:ext>
            </a:extLst>
          </p:cNvPr>
          <p:cNvSpPr>
            <a:spLocks noGrp="1"/>
          </p:cNvSpPr>
          <p:nvPr/>
        </p:nvSpPr>
        <p:spPr>
          <a:xfrm>
            <a:off x="29852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1" name="F2_precision_recall_distributions_5335">
            <a:extLst>
              <a:ext uri="{FF2B5EF4-FFF2-40B4-BE49-F238E27FC236}">
                <a16:creationId xmlns:a16="http://schemas.microsoft.com/office/drawing/2014/main" id="{95427848-C137-4404-89FB-1B8741F7D01D}"/>
              </a:ext>
            </a:extLst>
          </p:cNvPr>
          <p:cNvSpPr>
            <a:spLocks noGrp="1"/>
          </p:cNvSpPr>
          <p:nvPr/>
        </p:nvSpPr>
        <p:spPr>
          <a:xfrm>
            <a:off x="311165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2" name="F2_precision_recall_distributions_5336">
            <a:extLst>
              <a:ext uri="{FF2B5EF4-FFF2-40B4-BE49-F238E27FC236}">
                <a16:creationId xmlns:a16="http://schemas.microsoft.com/office/drawing/2014/main" id="{86EC9D20-2637-487A-A648-3874470F9404}"/>
              </a:ext>
            </a:extLst>
          </p:cNvPr>
          <p:cNvSpPr>
            <a:spLocks noGrp="1"/>
          </p:cNvSpPr>
          <p:nvPr/>
        </p:nvSpPr>
        <p:spPr>
          <a:xfrm>
            <a:off x="3111939" y="43464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3" name="F2_precision_recall_distributions_5337">
            <a:extLst>
              <a:ext uri="{FF2B5EF4-FFF2-40B4-BE49-F238E27FC236}">
                <a16:creationId xmlns:a16="http://schemas.microsoft.com/office/drawing/2014/main" id="{25231168-D6A1-4576-A6AD-19EF3E882C9B}"/>
              </a:ext>
            </a:extLst>
          </p:cNvPr>
          <p:cNvSpPr>
            <a:spLocks noGrp="1"/>
          </p:cNvSpPr>
          <p:nvPr/>
        </p:nvSpPr>
        <p:spPr>
          <a:xfrm>
            <a:off x="31693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4" name="F2_precision_recall_distributions_5338">
            <a:extLst>
              <a:ext uri="{FF2B5EF4-FFF2-40B4-BE49-F238E27FC236}">
                <a16:creationId xmlns:a16="http://schemas.microsoft.com/office/drawing/2014/main" id="{9D609C84-A29B-4571-B49F-93A11A33020A}"/>
              </a:ext>
            </a:extLst>
          </p:cNvPr>
          <p:cNvSpPr>
            <a:spLocks noGrp="1"/>
          </p:cNvSpPr>
          <p:nvPr/>
        </p:nvSpPr>
        <p:spPr>
          <a:xfrm>
            <a:off x="2875440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5" name="F2_precision_recall_distributions_5339">
            <a:extLst>
              <a:ext uri="{FF2B5EF4-FFF2-40B4-BE49-F238E27FC236}">
                <a16:creationId xmlns:a16="http://schemas.microsoft.com/office/drawing/2014/main" id="{88678E71-5F27-4101-AEBB-FA815341961F}"/>
              </a:ext>
            </a:extLst>
          </p:cNvPr>
          <p:cNvSpPr>
            <a:spLocks noGrp="1"/>
          </p:cNvSpPr>
          <p:nvPr/>
        </p:nvSpPr>
        <p:spPr>
          <a:xfrm>
            <a:off x="301551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6" name="F2_precision_recall_distributions_5340">
            <a:extLst>
              <a:ext uri="{FF2B5EF4-FFF2-40B4-BE49-F238E27FC236}">
                <a16:creationId xmlns:a16="http://schemas.microsoft.com/office/drawing/2014/main" id="{91B20EC6-C495-4FEC-A87C-E8556BC5623C}"/>
              </a:ext>
            </a:extLst>
          </p:cNvPr>
          <p:cNvSpPr>
            <a:spLocks noGrp="1"/>
          </p:cNvSpPr>
          <p:nvPr/>
        </p:nvSpPr>
        <p:spPr>
          <a:xfrm>
            <a:off x="31638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7" name="F2_precision_recall_distributions_5341">
            <a:extLst>
              <a:ext uri="{FF2B5EF4-FFF2-40B4-BE49-F238E27FC236}">
                <a16:creationId xmlns:a16="http://schemas.microsoft.com/office/drawing/2014/main" id="{03A8631E-363F-4DF1-8C7D-9E6D5A2D1685}"/>
              </a:ext>
            </a:extLst>
          </p:cNvPr>
          <p:cNvSpPr>
            <a:spLocks noGrp="1"/>
          </p:cNvSpPr>
          <p:nvPr/>
        </p:nvSpPr>
        <p:spPr>
          <a:xfrm>
            <a:off x="2913728" y="4343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8" name="F2_precision_recall_distributions_5342">
            <a:extLst>
              <a:ext uri="{FF2B5EF4-FFF2-40B4-BE49-F238E27FC236}">
                <a16:creationId xmlns:a16="http://schemas.microsoft.com/office/drawing/2014/main" id="{CEFA2D39-1B2B-44B8-8CDA-5115105F5438}"/>
              </a:ext>
            </a:extLst>
          </p:cNvPr>
          <p:cNvSpPr>
            <a:spLocks noGrp="1"/>
          </p:cNvSpPr>
          <p:nvPr/>
        </p:nvSpPr>
        <p:spPr>
          <a:xfrm>
            <a:off x="287225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9" name="F2_precision_recall_distributions_5343">
            <a:extLst>
              <a:ext uri="{FF2B5EF4-FFF2-40B4-BE49-F238E27FC236}">
                <a16:creationId xmlns:a16="http://schemas.microsoft.com/office/drawing/2014/main" id="{068A9471-EEE3-4674-80AE-0D2953106A53}"/>
              </a:ext>
            </a:extLst>
          </p:cNvPr>
          <p:cNvSpPr>
            <a:spLocks noGrp="1"/>
          </p:cNvSpPr>
          <p:nvPr/>
        </p:nvSpPr>
        <p:spPr>
          <a:xfrm>
            <a:off x="31747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0" name="F2_precision_recall_distributions_5344">
            <a:extLst>
              <a:ext uri="{FF2B5EF4-FFF2-40B4-BE49-F238E27FC236}">
                <a16:creationId xmlns:a16="http://schemas.microsoft.com/office/drawing/2014/main" id="{62343E5E-0EB6-4B3E-8313-DC5B1FFBABB7}"/>
              </a:ext>
            </a:extLst>
          </p:cNvPr>
          <p:cNvSpPr>
            <a:spLocks noGrp="1"/>
          </p:cNvSpPr>
          <p:nvPr/>
        </p:nvSpPr>
        <p:spPr>
          <a:xfrm>
            <a:off x="2843535" y="452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1" name="F2_precision_recall_distributions_5345">
            <a:extLst>
              <a:ext uri="{FF2B5EF4-FFF2-40B4-BE49-F238E27FC236}">
                <a16:creationId xmlns:a16="http://schemas.microsoft.com/office/drawing/2014/main" id="{3E1074AE-C6E2-403E-A20B-A9117BD26001}"/>
              </a:ext>
            </a:extLst>
          </p:cNvPr>
          <p:cNvSpPr>
            <a:spLocks noGrp="1"/>
          </p:cNvSpPr>
          <p:nvPr/>
        </p:nvSpPr>
        <p:spPr>
          <a:xfrm>
            <a:off x="293440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2" name="F2_precision_recall_distributions_5346">
            <a:extLst>
              <a:ext uri="{FF2B5EF4-FFF2-40B4-BE49-F238E27FC236}">
                <a16:creationId xmlns:a16="http://schemas.microsoft.com/office/drawing/2014/main" id="{AED4A4EA-72D8-4B63-80AB-EDF9273E1E72}"/>
              </a:ext>
            </a:extLst>
          </p:cNvPr>
          <p:cNvSpPr>
            <a:spLocks noGrp="1"/>
          </p:cNvSpPr>
          <p:nvPr/>
        </p:nvSpPr>
        <p:spPr>
          <a:xfrm>
            <a:off x="29658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3" name="F2_precision_recall_distributions_5347">
            <a:extLst>
              <a:ext uri="{FF2B5EF4-FFF2-40B4-BE49-F238E27FC236}">
                <a16:creationId xmlns:a16="http://schemas.microsoft.com/office/drawing/2014/main" id="{F162ABC7-CA15-45D6-99F2-26AA5324BD6F}"/>
              </a:ext>
            </a:extLst>
          </p:cNvPr>
          <p:cNvSpPr>
            <a:spLocks noGrp="1"/>
          </p:cNvSpPr>
          <p:nvPr/>
        </p:nvSpPr>
        <p:spPr>
          <a:xfrm>
            <a:off x="305819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4" name="F2_precision_recall_distributions_5348">
            <a:extLst>
              <a:ext uri="{FF2B5EF4-FFF2-40B4-BE49-F238E27FC236}">
                <a16:creationId xmlns:a16="http://schemas.microsoft.com/office/drawing/2014/main" id="{A764C1DD-8974-4548-A0CC-7C84C909B7A1}"/>
              </a:ext>
            </a:extLst>
          </p:cNvPr>
          <p:cNvSpPr>
            <a:spLocks noGrp="1"/>
          </p:cNvSpPr>
          <p:nvPr/>
        </p:nvSpPr>
        <p:spPr>
          <a:xfrm>
            <a:off x="30154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5" name="F2_precision_recall_distributions_5349">
            <a:extLst>
              <a:ext uri="{FF2B5EF4-FFF2-40B4-BE49-F238E27FC236}">
                <a16:creationId xmlns:a16="http://schemas.microsoft.com/office/drawing/2014/main" id="{3BC217CA-A532-4274-80A9-A287105AA86D}"/>
              </a:ext>
            </a:extLst>
          </p:cNvPr>
          <p:cNvSpPr>
            <a:spLocks noGrp="1"/>
          </p:cNvSpPr>
          <p:nvPr/>
        </p:nvSpPr>
        <p:spPr>
          <a:xfrm>
            <a:off x="2970706" y="4324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6" name="F2_precision_recall_distributions_5350">
            <a:extLst>
              <a:ext uri="{FF2B5EF4-FFF2-40B4-BE49-F238E27FC236}">
                <a16:creationId xmlns:a16="http://schemas.microsoft.com/office/drawing/2014/main" id="{AE0CDC4F-E0F9-4BA7-B064-41E2397EC938}"/>
              </a:ext>
            </a:extLst>
          </p:cNvPr>
          <p:cNvSpPr>
            <a:spLocks noGrp="1"/>
          </p:cNvSpPr>
          <p:nvPr/>
        </p:nvSpPr>
        <p:spPr>
          <a:xfrm>
            <a:off x="297195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7" name="F2_precision_recall_distributions_5351">
            <a:extLst>
              <a:ext uri="{FF2B5EF4-FFF2-40B4-BE49-F238E27FC236}">
                <a16:creationId xmlns:a16="http://schemas.microsoft.com/office/drawing/2014/main" id="{30D216E3-D8F0-420C-A986-1ECA422D88B8}"/>
              </a:ext>
            </a:extLst>
          </p:cNvPr>
          <p:cNvSpPr>
            <a:spLocks noGrp="1"/>
          </p:cNvSpPr>
          <p:nvPr/>
        </p:nvSpPr>
        <p:spPr>
          <a:xfrm>
            <a:off x="28491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8" name="F2_precision_recall_distributions_5352">
            <a:extLst>
              <a:ext uri="{FF2B5EF4-FFF2-40B4-BE49-F238E27FC236}">
                <a16:creationId xmlns:a16="http://schemas.microsoft.com/office/drawing/2014/main" id="{AB8A24E4-0C69-4821-9D59-EC5235E0C7B1}"/>
              </a:ext>
            </a:extLst>
          </p:cNvPr>
          <p:cNvSpPr>
            <a:spLocks noGrp="1"/>
          </p:cNvSpPr>
          <p:nvPr/>
        </p:nvSpPr>
        <p:spPr>
          <a:xfrm>
            <a:off x="30774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9" name="F2_precision_recall_distributions_5353">
            <a:extLst>
              <a:ext uri="{FF2B5EF4-FFF2-40B4-BE49-F238E27FC236}">
                <a16:creationId xmlns:a16="http://schemas.microsoft.com/office/drawing/2014/main" id="{575CF423-34E2-4D45-8D69-0537F5F1A0D0}"/>
              </a:ext>
            </a:extLst>
          </p:cNvPr>
          <p:cNvSpPr>
            <a:spLocks noGrp="1"/>
          </p:cNvSpPr>
          <p:nvPr/>
        </p:nvSpPr>
        <p:spPr>
          <a:xfrm>
            <a:off x="2999001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0" name="F2_precision_recall_distributions_5354">
            <a:extLst>
              <a:ext uri="{FF2B5EF4-FFF2-40B4-BE49-F238E27FC236}">
                <a16:creationId xmlns:a16="http://schemas.microsoft.com/office/drawing/2014/main" id="{9B71A9B9-59DC-4AE1-BB57-C9C9E17D1077}"/>
              </a:ext>
            </a:extLst>
          </p:cNvPr>
          <p:cNvSpPr>
            <a:spLocks noGrp="1"/>
          </p:cNvSpPr>
          <p:nvPr/>
        </p:nvSpPr>
        <p:spPr>
          <a:xfrm>
            <a:off x="28350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1" name="F2_precision_recall_distributions_5355">
            <a:extLst>
              <a:ext uri="{FF2B5EF4-FFF2-40B4-BE49-F238E27FC236}">
                <a16:creationId xmlns:a16="http://schemas.microsoft.com/office/drawing/2014/main" id="{1C28A31B-DED1-479E-A38A-E5719C8D048D}"/>
              </a:ext>
            </a:extLst>
          </p:cNvPr>
          <p:cNvSpPr>
            <a:spLocks noGrp="1"/>
          </p:cNvSpPr>
          <p:nvPr/>
        </p:nvSpPr>
        <p:spPr>
          <a:xfrm>
            <a:off x="30891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2" name="F2_precision_recall_distributions_5356">
            <a:extLst>
              <a:ext uri="{FF2B5EF4-FFF2-40B4-BE49-F238E27FC236}">
                <a16:creationId xmlns:a16="http://schemas.microsoft.com/office/drawing/2014/main" id="{D69139D7-2E3F-4CA1-BD51-6EEA42344D87}"/>
              </a:ext>
            </a:extLst>
          </p:cNvPr>
          <p:cNvSpPr>
            <a:spLocks noGrp="1"/>
          </p:cNvSpPr>
          <p:nvPr/>
        </p:nvSpPr>
        <p:spPr>
          <a:xfrm>
            <a:off x="292179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3" name="F2_precision_recall_distributions_5357">
            <a:extLst>
              <a:ext uri="{FF2B5EF4-FFF2-40B4-BE49-F238E27FC236}">
                <a16:creationId xmlns:a16="http://schemas.microsoft.com/office/drawing/2014/main" id="{67EC825A-CD10-4D20-9C6F-91487924C9E1}"/>
              </a:ext>
            </a:extLst>
          </p:cNvPr>
          <p:cNvSpPr>
            <a:spLocks noGrp="1"/>
          </p:cNvSpPr>
          <p:nvPr/>
        </p:nvSpPr>
        <p:spPr>
          <a:xfrm>
            <a:off x="310222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4" name="F2_precision_recall_distributions_5358">
            <a:extLst>
              <a:ext uri="{FF2B5EF4-FFF2-40B4-BE49-F238E27FC236}">
                <a16:creationId xmlns:a16="http://schemas.microsoft.com/office/drawing/2014/main" id="{E02F4E60-73C3-4A25-AD19-FF73DB87C5B5}"/>
              </a:ext>
            </a:extLst>
          </p:cNvPr>
          <p:cNvSpPr>
            <a:spLocks noGrp="1"/>
          </p:cNvSpPr>
          <p:nvPr/>
        </p:nvSpPr>
        <p:spPr>
          <a:xfrm>
            <a:off x="2971258" y="44277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5" name="F2_precision_recall_distributions_5359">
            <a:extLst>
              <a:ext uri="{FF2B5EF4-FFF2-40B4-BE49-F238E27FC236}">
                <a16:creationId xmlns:a16="http://schemas.microsoft.com/office/drawing/2014/main" id="{7267C4A0-FABA-416C-90B5-EE15D4654FFD}"/>
              </a:ext>
            </a:extLst>
          </p:cNvPr>
          <p:cNvSpPr>
            <a:spLocks noGrp="1"/>
          </p:cNvSpPr>
          <p:nvPr/>
        </p:nvSpPr>
        <p:spPr>
          <a:xfrm>
            <a:off x="31430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6" name="F2_precision_recall_distributions_5360">
            <a:extLst>
              <a:ext uri="{FF2B5EF4-FFF2-40B4-BE49-F238E27FC236}">
                <a16:creationId xmlns:a16="http://schemas.microsoft.com/office/drawing/2014/main" id="{CE0A9772-4803-4F37-A73B-0D740B32B985}"/>
              </a:ext>
            </a:extLst>
          </p:cNvPr>
          <p:cNvSpPr>
            <a:spLocks noGrp="1"/>
          </p:cNvSpPr>
          <p:nvPr/>
        </p:nvSpPr>
        <p:spPr>
          <a:xfrm>
            <a:off x="2939710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7" name="F2_precision_recall_distributions_5361">
            <a:extLst>
              <a:ext uri="{FF2B5EF4-FFF2-40B4-BE49-F238E27FC236}">
                <a16:creationId xmlns:a16="http://schemas.microsoft.com/office/drawing/2014/main" id="{2CF3A15E-4CAB-4B9B-A61E-BB0B7954E1DF}"/>
              </a:ext>
            </a:extLst>
          </p:cNvPr>
          <p:cNvSpPr>
            <a:spLocks noGrp="1"/>
          </p:cNvSpPr>
          <p:nvPr/>
        </p:nvSpPr>
        <p:spPr>
          <a:xfrm>
            <a:off x="28823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8" name="F2_precision_recall_distributions_5362">
            <a:extLst>
              <a:ext uri="{FF2B5EF4-FFF2-40B4-BE49-F238E27FC236}">
                <a16:creationId xmlns:a16="http://schemas.microsoft.com/office/drawing/2014/main" id="{7C700C0F-981D-410C-8EF7-3AC57D2EE0D4}"/>
              </a:ext>
            </a:extLst>
          </p:cNvPr>
          <p:cNvSpPr>
            <a:spLocks noGrp="1"/>
          </p:cNvSpPr>
          <p:nvPr/>
        </p:nvSpPr>
        <p:spPr>
          <a:xfrm>
            <a:off x="306863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9" name="F2_precision_recall_distributions_5363">
            <a:extLst>
              <a:ext uri="{FF2B5EF4-FFF2-40B4-BE49-F238E27FC236}">
                <a16:creationId xmlns:a16="http://schemas.microsoft.com/office/drawing/2014/main" id="{9A718E44-6E52-4E3A-B179-667D90C69D8D}"/>
              </a:ext>
            </a:extLst>
          </p:cNvPr>
          <p:cNvSpPr>
            <a:spLocks noGrp="1"/>
          </p:cNvSpPr>
          <p:nvPr/>
        </p:nvSpPr>
        <p:spPr>
          <a:xfrm>
            <a:off x="30781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0" name="F2_precision_recall_distributions_5364">
            <a:extLst>
              <a:ext uri="{FF2B5EF4-FFF2-40B4-BE49-F238E27FC236}">
                <a16:creationId xmlns:a16="http://schemas.microsoft.com/office/drawing/2014/main" id="{516A979C-8993-4D90-AF9E-8FB115A1F697}"/>
              </a:ext>
            </a:extLst>
          </p:cNvPr>
          <p:cNvSpPr>
            <a:spLocks noGrp="1"/>
          </p:cNvSpPr>
          <p:nvPr/>
        </p:nvSpPr>
        <p:spPr>
          <a:xfrm>
            <a:off x="30213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1" name="F2_precision_recall_distributions_5365">
            <a:extLst>
              <a:ext uri="{FF2B5EF4-FFF2-40B4-BE49-F238E27FC236}">
                <a16:creationId xmlns:a16="http://schemas.microsoft.com/office/drawing/2014/main" id="{40C75508-850F-41FD-8EFE-BCABA44353D2}"/>
              </a:ext>
            </a:extLst>
          </p:cNvPr>
          <p:cNvSpPr>
            <a:spLocks noGrp="1"/>
          </p:cNvSpPr>
          <p:nvPr/>
        </p:nvSpPr>
        <p:spPr>
          <a:xfrm>
            <a:off x="310530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2" name="F2_precision_recall_distributions_5366">
            <a:extLst>
              <a:ext uri="{FF2B5EF4-FFF2-40B4-BE49-F238E27FC236}">
                <a16:creationId xmlns:a16="http://schemas.microsoft.com/office/drawing/2014/main" id="{04630956-1CF8-4365-9C16-20303909C517}"/>
              </a:ext>
            </a:extLst>
          </p:cNvPr>
          <p:cNvSpPr>
            <a:spLocks noGrp="1"/>
          </p:cNvSpPr>
          <p:nvPr/>
        </p:nvSpPr>
        <p:spPr>
          <a:xfrm>
            <a:off x="28821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3" name="F2_precision_recall_distributions_5367">
            <a:extLst>
              <a:ext uri="{FF2B5EF4-FFF2-40B4-BE49-F238E27FC236}">
                <a16:creationId xmlns:a16="http://schemas.microsoft.com/office/drawing/2014/main" id="{04838A6A-07BB-4F5F-A950-2DDF13B7523B}"/>
              </a:ext>
            </a:extLst>
          </p:cNvPr>
          <p:cNvSpPr>
            <a:spLocks noGrp="1"/>
          </p:cNvSpPr>
          <p:nvPr/>
        </p:nvSpPr>
        <p:spPr>
          <a:xfrm>
            <a:off x="30887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4" name="F2_precision_recall_distributions_5368">
            <a:extLst>
              <a:ext uri="{FF2B5EF4-FFF2-40B4-BE49-F238E27FC236}">
                <a16:creationId xmlns:a16="http://schemas.microsoft.com/office/drawing/2014/main" id="{6810FCA9-6D6A-4B0C-904D-5EB58428A892}"/>
              </a:ext>
            </a:extLst>
          </p:cNvPr>
          <p:cNvSpPr>
            <a:spLocks noGrp="1"/>
          </p:cNvSpPr>
          <p:nvPr/>
        </p:nvSpPr>
        <p:spPr>
          <a:xfrm>
            <a:off x="3052301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5" name="F2_precision_recall_distributions_5369">
            <a:extLst>
              <a:ext uri="{FF2B5EF4-FFF2-40B4-BE49-F238E27FC236}">
                <a16:creationId xmlns:a16="http://schemas.microsoft.com/office/drawing/2014/main" id="{A5A45F68-48F5-4B88-B911-45F65F724F37}"/>
              </a:ext>
            </a:extLst>
          </p:cNvPr>
          <p:cNvSpPr>
            <a:spLocks noGrp="1"/>
          </p:cNvSpPr>
          <p:nvPr/>
        </p:nvSpPr>
        <p:spPr>
          <a:xfrm>
            <a:off x="30673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6" name="F2_precision_recall_distributions_5370">
            <a:extLst>
              <a:ext uri="{FF2B5EF4-FFF2-40B4-BE49-F238E27FC236}">
                <a16:creationId xmlns:a16="http://schemas.microsoft.com/office/drawing/2014/main" id="{B7DE8804-02F8-41C6-8849-0BCBBB3C8A81}"/>
              </a:ext>
            </a:extLst>
          </p:cNvPr>
          <p:cNvSpPr>
            <a:spLocks noGrp="1"/>
          </p:cNvSpPr>
          <p:nvPr/>
        </p:nvSpPr>
        <p:spPr>
          <a:xfrm>
            <a:off x="31706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7" name="F2_precision_recall_distributions_5371">
            <a:extLst>
              <a:ext uri="{FF2B5EF4-FFF2-40B4-BE49-F238E27FC236}">
                <a16:creationId xmlns:a16="http://schemas.microsoft.com/office/drawing/2014/main" id="{B4C72905-36D7-4000-800C-DCCEBF84ED25}"/>
              </a:ext>
            </a:extLst>
          </p:cNvPr>
          <p:cNvSpPr>
            <a:spLocks noGrp="1"/>
          </p:cNvSpPr>
          <p:nvPr/>
        </p:nvSpPr>
        <p:spPr>
          <a:xfrm>
            <a:off x="3135320" y="4461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8" name="F2_precision_recall_distributions_5372">
            <a:extLst>
              <a:ext uri="{FF2B5EF4-FFF2-40B4-BE49-F238E27FC236}">
                <a16:creationId xmlns:a16="http://schemas.microsoft.com/office/drawing/2014/main" id="{1D29EB2F-9C22-4C6B-8246-470B79F76A77}"/>
              </a:ext>
            </a:extLst>
          </p:cNvPr>
          <p:cNvSpPr>
            <a:spLocks noGrp="1"/>
          </p:cNvSpPr>
          <p:nvPr/>
        </p:nvSpPr>
        <p:spPr>
          <a:xfrm>
            <a:off x="30760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9" name="F2_precision_recall_distributions_5373">
            <a:extLst>
              <a:ext uri="{FF2B5EF4-FFF2-40B4-BE49-F238E27FC236}">
                <a16:creationId xmlns:a16="http://schemas.microsoft.com/office/drawing/2014/main" id="{7054D299-6078-40F9-B81A-C87AB887F368}"/>
              </a:ext>
            </a:extLst>
          </p:cNvPr>
          <p:cNvSpPr>
            <a:spLocks noGrp="1"/>
          </p:cNvSpPr>
          <p:nvPr/>
        </p:nvSpPr>
        <p:spPr>
          <a:xfrm>
            <a:off x="2942947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0" name="F2_precision_recall_distributions_5374">
            <a:extLst>
              <a:ext uri="{FF2B5EF4-FFF2-40B4-BE49-F238E27FC236}">
                <a16:creationId xmlns:a16="http://schemas.microsoft.com/office/drawing/2014/main" id="{C62D63BE-C4D7-4276-9185-CB6D65972056}"/>
              </a:ext>
            </a:extLst>
          </p:cNvPr>
          <p:cNvSpPr>
            <a:spLocks noGrp="1"/>
          </p:cNvSpPr>
          <p:nvPr/>
        </p:nvSpPr>
        <p:spPr>
          <a:xfrm>
            <a:off x="31373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1" name="F2_precision_recall_distributions_5375">
            <a:extLst>
              <a:ext uri="{FF2B5EF4-FFF2-40B4-BE49-F238E27FC236}">
                <a16:creationId xmlns:a16="http://schemas.microsoft.com/office/drawing/2014/main" id="{B4F39FC7-8A1F-4B8F-88F3-85F4F44EB293}"/>
              </a:ext>
            </a:extLst>
          </p:cNvPr>
          <p:cNvSpPr>
            <a:spLocks noGrp="1"/>
          </p:cNvSpPr>
          <p:nvPr/>
        </p:nvSpPr>
        <p:spPr>
          <a:xfrm>
            <a:off x="317084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2" name="F2_precision_recall_distributions_5376">
            <a:extLst>
              <a:ext uri="{FF2B5EF4-FFF2-40B4-BE49-F238E27FC236}">
                <a16:creationId xmlns:a16="http://schemas.microsoft.com/office/drawing/2014/main" id="{A5CF9E38-979D-4E82-96DA-5AAD52A7D265}"/>
              </a:ext>
            </a:extLst>
          </p:cNvPr>
          <p:cNvSpPr>
            <a:spLocks noGrp="1"/>
          </p:cNvSpPr>
          <p:nvPr/>
        </p:nvSpPr>
        <p:spPr>
          <a:xfrm>
            <a:off x="31588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3" name="F2_precision_recall_distributions_5377">
            <a:extLst>
              <a:ext uri="{FF2B5EF4-FFF2-40B4-BE49-F238E27FC236}">
                <a16:creationId xmlns:a16="http://schemas.microsoft.com/office/drawing/2014/main" id="{A65D14E4-6AB1-467A-AD05-31DB0EF76BDF}"/>
              </a:ext>
            </a:extLst>
          </p:cNvPr>
          <p:cNvSpPr>
            <a:spLocks noGrp="1"/>
          </p:cNvSpPr>
          <p:nvPr/>
        </p:nvSpPr>
        <p:spPr>
          <a:xfrm>
            <a:off x="28613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4" name="F2_precision_recall_distributions_5378">
            <a:extLst>
              <a:ext uri="{FF2B5EF4-FFF2-40B4-BE49-F238E27FC236}">
                <a16:creationId xmlns:a16="http://schemas.microsoft.com/office/drawing/2014/main" id="{DEB21D86-8513-4787-BAA1-BD12EB318166}"/>
              </a:ext>
            </a:extLst>
          </p:cNvPr>
          <p:cNvSpPr>
            <a:spLocks noGrp="1"/>
          </p:cNvSpPr>
          <p:nvPr/>
        </p:nvSpPr>
        <p:spPr>
          <a:xfrm>
            <a:off x="314594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5" name="F2_precision_recall_distributions_5379">
            <a:extLst>
              <a:ext uri="{FF2B5EF4-FFF2-40B4-BE49-F238E27FC236}">
                <a16:creationId xmlns:a16="http://schemas.microsoft.com/office/drawing/2014/main" id="{6479F30A-9F99-44AC-B394-F3F14BAE7459}"/>
              </a:ext>
            </a:extLst>
          </p:cNvPr>
          <p:cNvSpPr>
            <a:spLocks noGrp="1"/>
          </p:cNvSpPr>
          <p:nvPr/>
        </p:nvSpPr>
        <p:spPr>
          <a:xfrm>
            <a:off x="3136713" y="44845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6" name="F2_precision_recall_distributions_5380">
            <a:extLst>
              <a:ext uri="{FF2B5EF4-FFF2-40B4-BE49-F238E27FC236}">
                <a16:creationId xmlns:a16="http://schemas.microsoft.com/office/drawing/2014/main" id="{06466C27-C8F4-4AA9-8F6C-B23AF2E58476}"/>
              </a:ext>
            </a:extLst>
          </p:cNvPr>
          <p:cNvSpPr>
            <a:spLocks noGrp="1"/>
          </p:cNvSpPr>
          <p:nvPr/>
        </p:nvSpPr>
        <p:spPr>
          <a:xfrm>
            <a:off x="285798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7" name="F2_precision_recall_distributions_5381">
            <a:extLst>
              <a:ext uri="{FF2B5EF4-FFF2-40B4-BE49-F238E27FC236}">
                <a16:creationId xmlns:a16="http://schemas.microsoft.com/office/drawing/2014/main" id="{FB3DA190-E5B5-41A5-8547-91A9727EC111}"/>
              </a:ext>
            </a:extLst>
          </p:cNvPr>
          <p:cNvSpPr>
            <a:spLocks noGrp="1"/>
          </p:cNvSpPr>
          <p:nvPr/>
        </p:nvSpPr>
        <p:spPr>
          <a:xfrm>
            <a:off x="293487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8" name="F2_precision_recall_distributions_5382">
            <a:extLst>
              <a:ext uri="{FF2B5EF4-FFF2-40B4-BE49-F238E27FC236}">
                <a16:creationId xmlns:a16="http://schemas.microsoft.com/office/drawing/2014/main" id="{C08F4021-0166-4156-970E-BE7FE620BC2B}"/>
              </a:ext>
            </a:extLst>
          </p:cNvPr>
          <p:cNvSpPr>
            <a:spLocks noGrp="1"/>
          </p:cNvSpPr>
          <p:nvPr/>
        </p:nvSpPr>
        <p:spPr>
          <a:xfrm>
            <a:off x="30865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9" name="F2_precision_recall_distributions_5383">
            <a:extLst>
              <a:ext uri="{FF2B5EF4-FFF2-40B4-BE49-F238E27FC236}">
                <a16:creationId xmlns:a16="http://schemas.microsoft.com/office/drawing/2014/main" id="{5BA71ADD-FB53-4439-93D7-03592508176A}"/>
              </a:ext>
            </a:extLst>
          </p:cNvPr>
          <p:cNvSpPr>
            <a:spLocks noGrp="1"/>
          </p:cNvSpPr>
          <p:nvPr/>
        </p:nvSpPr>
        <p:spPr>
          <a:xfrm>
            <a:off x="2914591" y="459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0" name="F2_precision_recall_distributions_5384">
            <a:extLst>
              <a:ext uri="{FF2B5EF4-FFF2-40B4-BE49-F238E27FC236}">
                <a16:creationId xmlns:a16="http://schemas.microsoft.com/office/drawing/2014/main" id="{DFEEDEA5-A07F-4DDC-A182-56BBF0962C38}"/>
              </a:ext>
            </a:extLst>
          </p:cNvPr>
          <p:cNvSpPr>
            <a:spLocks noGrp="1"/>
          </p:cNvSpPr>
          <p:nvPr/>
        </p:nvSpPr>
        <p:spPr>
          <a:xfrm>
            <a:off x="293313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1" name="F2_precision_recall_distributions_5385">
            <a:extLst>
              <a:ext uri="{FF2B5EF4-FFF2-40B4-BE49-F238E27FC236}">
                <a16:creationId xmlns:a16="http://schemas.microsoft.com/office/drawing/2014/main" id="{A469D7FE-8FCE-4F57-A5D5-94DE2491E79C}"/>
              </a:ext>
            </a:extLst>
          </p:cNvPr>
          <p:cNvSpPr>
            <a:spLocks noGrp="1"/>
          </p:cNvSpPr>
          <p:nvPr/>
        </p:nvSpPr>
        <p:spPr>
          <a:xfrm>
            <a:off x="28243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2" name="F2_precision_recall_distributions_5386">
            <a:extLst>
              <a:ext uri="{FF2B5EF4-FFF2-40B4-BE49-F238E27FC236}">
                <a16:creationId xmlns:a16="http://schemas.microsoft.com/office/drawing/2014/main" id="{E32D5412-BE4D-4BFE-80D1-12AF3FFAAF7A}"/>
              </a:ext>
            </a:extLst>
          </p:cNvPr>
          <p:cNvSpPr>
            <a:spLocks noGrp="1"/>
          </p:cNvSpPr>
          <p:nvPr/>
        </p:nvSpPr>
        <p:spPr>
          <a:xfrm>
            <a:off x="3150748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3" name="F2_precision_recall_distributions_5387">
            <a:extLst>
              <a:ext uri="{FF2B5EF4-FFF2-40B4-BE49-F238E27FC236}">
                <a16:creationId xmlns:a16="http://schemas.microsoft.com/office/drawing/2014/main" id="{983AE6F8-9BA0-44AE-B9E3-D0D23E0781A0}"/>
              </a:ext>
            </a:extLst>
          </p:cNvPr>
          <p:cNvSpPr>
            <a:spLocks noGrp="1"/>
          </p:cNvSpPr>
          <p:nvPr/>
        </p:nvSpPr>
        <p:spPr>
          <a:xfrm>
            <a:off x="307574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4" name="F2_precision_recall_distributions_5388">
            <a:extLst>
              <a:ext uri="{FF2B5EF4-FFF2-40B4-BE49-F238E27FC236}">
                <a16:creationId xmlns:a16="http://schemas.microsoft.com/office/drawing/2014/main" id="{E71514DC-1578-4D91-B3F1-C3D867199E67}"/>
              </a:ext>
            </a:extLst>
          </p:cNvPr>
          <p:cNvSpPr>
            <a:spLocks noGrp="1"/>
          </p:cNvSpPr>
          <p:nvPr/>
        </p:nvSpPr>
        <p:spPr>
          <a:xfrm>
            <a:off x="30623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5" name="F2_precision_recall_distributions_5389">
            <a:extLst>
              <a:ext uri="{FF2B5EF4-FFF2-40B4-BE49-F238E27FC236}">
                <a16:creationId xmlns:a16="http://schemas.microsoft.com/office/drawing/2014/main" id="{78774E93-99A9-4E64-9FD9-90741FB6B237}"/>
              </a:ext>
            </a:extLst>
          </p:cNvPr>
          <p:cNvSpPr>
            <a:spLocks noGrp="1"/>
          </p:cNvSpPr>
          <p:nvPr/>
        </p:nvSpPr>
        <p:spPr>
          <a:xfrm>
            <a:off x="290111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6" name="F2_precision_recall_distributions_5390">
            <a:extLst>
              <a:ext uri="{FF2B5EF4-FFF2-40B4-BE49-F238E27FC236}">
                <a16:creationId xmlns:a16="http://schemas.microsoft.com/office/drawing/2014/main" id="{59CEDD9E-CB56-4DC5-85FD-AF32B30C1192}"/>
              </a:ext>
            </a:extLst>
          </p:cNvPr>
          <p:cNvSpPr>
            <a:spLocks noGrp="1"/>
          </p:cNvSpPr>
          <p:nvPr/>
        </p:nvSpPr>
        <p:spPr>
          <a:xfrm>
            <a:off x="3071329" y="46825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7" name="F2_precision_recall_distributions_5391">
            <a:extLst>
              <a:ext uri="{FF2B5EF4-FFF2-40B4-BE49-F238E27FC236}">
                <a16:creationId xmlns:a16="http://schemas.microsoft.com/office/drawing/2014/main" id="{49B34E18-0F4F-4A71-83EF-D69E12A9013C}"/>
              </a:ext>
            </a:extLst>
          </p:cNvPr>
          <p:cNvSpPr>
            <a:spLocks noGrp="1"/>
          </p:cNvSpPr>
          <p:nvPr/>
        </p:nvSpPr>
        <p:spPr>
          <a:xfrm>
            <a:off x="28751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8" name="F2_precision_recall_distributions_5392">
            <a:extLst>
              <a:ext uri="{FF2B5EF4-FFF2-40B4-BE49-F238E27FC236}">
                <a16:creationId xmlns:a16="http://schemas.microsoft.com/office/drawing/2014/main" id="{30FE2602-8A83-4278-B837-4EADD82384F4}"/>
              </a:ext>
            </a:extLst>
          </p:cNvPr>
          <p:cNvSpPr>
            <a:spLocks noGrp="1"/>
          </p:cNvSpPr>
          <p:nvPr/>
        </p:nvSpPr>
        <p:spPr>
          <a:xfrm>
            <a:off x="286424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9" name="F2_precision_recall_distributions_5393">
            <a:extLst>
              <a:ext uri="{FF2B5EF4-FFF2-40B4-BE49-F238E27FC236}">
                <a16:creationId xmlns:a16="http://schemas.microsoft.com/office/drawing/2014/main" id="{F8EB3A04-4940-4972-91A8-5ACEFBC2C34F}"/>
              </a:ext>
            </a:extLst>
          </p:cNvPr>
          <p:cNvSpPr>
            <a:spLocks noGrp="1"/>
          </p:cNvSpPr>
          <p:nvPr/>
        </p:nvSpPr>
        <p:spPr>
          <a:xfrm>
            <a:off x="289270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0" name="F2_precision_recall_distributions_5394">
            <a:extLst>
              <a:ext uri="{FF2B5EF4-FFF2-40B4-BE49-F238E27FC236}">
                <a16:creationId xmlns:a16="http://schemas.microsoft.com/office/drawing/2014/main" id="{122D6F27-93D7-404E-B302-E863587B9356}"/>
              </a:ext>
            </a:extLst>
          </p:cNvPr>
          <p:cNvSpPr>
            <a:spLocks noGrp="1"/>
          </p:cNvSpPr>
          <p:nvPr/>
        </p:nvSpPr>
        <p:spPr>
          <a:xfrm>
            <a:off x="28226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1" name="F2_precision_recall_distributions_5395">
            <a:extLst>
              <a:ext uri="{FF2B5EF4-FFF2-40B4-BE49-F238E27FC236}">
                <a16:creationId xmlns:a16="http://schemas.microsoft.com/office/drawing/2014/main" id="{04B71EE3-83A0-4290-A6FD-8B8CB71E2FF2}"/>
              </a:ext>
            </a:extLst>
          </p:cNvPr>
          <p:cNvSpPr>
            <a:spLocks noGrp="1"/>
          </p:cNvSpPr>
          <p:nvPr/>
        </p:nvSpPr>
        <p:spPr>
          <a:xfrm>
            <a:off x="28702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2" name="F2_precision_recall_distributions_5396">
            <a:extLst>
              <a:ext uri="{FF2B5EF4-FFF2-40B4-BE49-F238E27FC236}">
                <a16:creationId xmlns:a16="http://schemas.microsoft.com/office/drawing/2014/main" id="{160497BC-1277-4B2A-9519-1158BDC371AC}"/>
              </a:ext>
            </a:extLst>
          </p:cNvPr>
          <p:cNvSpPr>
            <a:spLocks noGrp="1"/>
          </p:cNvSpPr>
          <p:nvPr/>
        </p:nvSpPr>
        <p:spPr>
          <a:xfrm>
            <a:off x="28536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3" name="F2_precision_recall_distributions_5397">
            <a:extLst>
              <a:ext uri="{FF2B5EF4-FFF2-40B4-BE49-F238E27FC236}">
                <a16:creationId xmlns:a16="http://schemas.microsoft.com/office/drawing/2014/main" id="{53F23114-60AC-437E-8934-82AEE46AC786}"/>
              </a:ext>
            </a:extLst>
          </p:cNvPr>
          <p:cNvSpPr>
            <a:spLocks noGrp="1"/>
          </p:cNvSpPr>
          <p:nvPr/>
        </p:nvSpPr>
        <p:spPr>
          <a:xfrm>
            <a:off x="3141404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4" name="F2_precision_recall_distributions_5398">
            <a:extLst>
              <a:ext uri="{FF2B5EF4-FFF2-40B4-BE49-F238E27FC236}">
                <a16:creationId xmlns:a16="http://schemas.microsoft.com/office/drawing/2014/main" id="{0271BD58-610D-4737-B301-586534208FD4}"/>
              </a:ext>
            </a:extLst>
          </p:cNvPr>
          <p:cNvSpPr>
            <a:spLocks noGrp="1"/>
          </p:cNvSpPr>
          <p:nvPr/>
        </p:nvSpPr>
        <p:spPr>
          <a:xfrm>
            <a:off x="3080670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5" name="F2_precision_recall_distributions_5399">
            <a:extLst>
              <a:ext uri="{FF2B5EF4-FFF2-40B4-BE49-F238E27FC236}">
                <a16:creationId xmlns:a16="http://schemas.microsoft.com/office/drawing/2014/main" id="{112E8EFC-A300-4342-8B2E-0350D5EC837E}"/>
              </a:ext>
            </a:extLst>
          </p:cNvPr>
          <p:cNvSpPr>
            <a:spLocks noGrp="1"/>
          </p:cNvSpPr>
          <p:nvPr/>
        </p:nvSpPr>
        <p:spPr>
          <a:xfrm>
            <a:off x="290301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6" name="F2_precision_recall_distributions_5400">
            <a:extLst>
              <a:ext uri="{FF2B5EF4-FFF2-40B4-BE49-F238E27FC236}">
                <a16:creationId xmlns:a16="http://schemas.microsoft.com/office/drawing/2014/main" id="{4E15DCA4-4428-4E39-AACD-716D4CC4D9DD}"/>
              </a:ext>
            </a:extLst>
          </p:cNvPr>
          <p:cNvSpPr>
            <a:spLocks noGrp="1"/>
          </p:cNvSpPr>
          <p:nvPr/>
        </p:nvSpPr>
        <p:spPr>
          <a:xfrm>
            <a:off x="31020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7" name="F2_precision_recall_distributions_5401">
            <a:extLst>
              <a:ext uri="{FF2B5EF4-FFF2-40B4-BE49-F238E27FC236}">
                <a16:creationId xmlns:a16="http://schemas.microsoft.com/office/drawing/2014/main" id="{97D438BF-11B9-4F86-BA4C-50AAFA77E71E}"/>
              </a:ext>
            </a:extLst>
          </p:cNvPr>
          <p:cNvSpPr>
            <a:spLocks noGrp="1"/>
          </p:cNvSpPr>
          <p:nvPr/>
        </p:nvSpPr>
        <p:spPr>
          <a:xfrm>
            <a:off x="297923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8" name="F2_precision_recall_distributions_5402">
            <a:extLst>
              <a:ext uri="{FF2B5EF4-FFF2-40B4-BE49-F238E27FC236}">
                <a16:creationId xmlns:a16="http://schemas.microsoft.com/office/drawing/2014/main" id="{C4C177EC-3EB7-4BA5-80B9-1107ADC331EA}"/>
              </a:ext>
            </a:extLst>
          </p:cNvPr>
          <p:cNvSpPr>
            <a:spLocks noGrp="1"/>
          </p:cNvSpPr>
          <p:nvPr/>
        </p:nvSpPr>
        <p:spPr>
          <a:xfrm>
            <a:off x="2864767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9" name="F2_precision_recall_distributions_5403">
            <a:extLst>
              <a:ext uri="{FF2B5EF4-FFF2-40B4-BE49-F238E27FC236}">
                <a16:creationId xmlns:a16="http://schemas.microsoft.com/office/drawing/2014/main" id="{AEABBA02-6DDF-4599-B95E-EF9DCFF8AC93}"/>
              </a:ext>
            </a:extLst>
          </p:cNvPr>
          <p:cNvSpPr>
            <a:spLocks noGrp="1"/>
          </p:cNvSpPr>
          <p:nvPr/>
        </p:nvSpPr>
        <p:spPr>
          <a:xfrm>
            <a:off x="3079500" y="47791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0" name="F2_precision_recall_distributions_5404">
            <a:extLst>
              <a:ext uri="{FF2B5EF4-FFF2-40B4-BE49-F238E27FC236}">
                <a16:creationId xmlns:a16="http://schemas.microsoft.com/office/drawing/2014/main" id="{977D0BD4-8D7E-4AC0-9A96-A4DDA608CDFF}"/>
              </a:ext>
            </a:extLst>
          </p:cNvPr>
          <p:cNvSpPr>
            <a:spLocks noGrp="1"/>
          </p:cNvSpPr>
          <p:nvPr/>
        </p:nvSpPr>
        <p:spPr>
          <a:xfrm>
            <a:off x="29034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1" name="F2_precision_recall_distributions_5405">
            <a:extLst>
              <a:ext uri="{FF2B5EF4-FFF2-40B4-BE49-F238E27FC236}">
                <a16:creationId xmlns:a16="http://schemas.microsoft.com/office/drawing/2014/main" id="{16913008-0454-4CF6-806A-BC38585EB196}"/>
              </a:ext>
            </a:extLst>
          </p:cNvPr>
          <p:cNvSpPr>
            <a:spLocks noGrp="1"/>
          </p:cNvSpPr>
          <p:nvPr/>
        </p:nvSpPr>
        <p:spPr>
          <a:xfrm>
            <a:off x="3154142" y="44319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2" name="F2_precision_recall_distributions_5406">
            <a:extLst>
              <a:ext uri="{FF2B5EF4-FFF2-40B4-BE49-F238E27FC236}">
                <a16:creationId xmlns:a16="http://schemas.microsoft.com/office/drawing/2014/main" id="{1963C477-AA01-4A6E-9DD6-59F9EAC8EC2C}"/>
              </a:ext>
            </a:extLst>
          </p:cNvPr>
          <p:cNvSpPr>
            <a:spLocks noGrp="1"/>
          </p:cNvSpPr>
          <p:nvPr/>
        </p:nvSpPr>
        <p:spPr>
          <a:xfrm>
            <a:off x="302897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3" name="F2_precision_recall_distributions_5407">
            <a:extLst>
              <a:ext uri="{FF2B5EF4-FFF2-40B4-BE49-F238E27FC236}">
                <a16:creationId xmlns:a16="http://schemas.microsoft.com/office/drawing/2014/main" id="{2B67ADD2-5055-4F60-9A9D-47BC915CC09A}"/>
              </a:ext>
            </a:extLst>
          </p:cNvPr>
          <p:cNvSpPr>
            <a:spLocks noGrp="1"/>
          </p:cNvSpPr>
          <p:nvPr/>
        </p:nvSpPr>
        <p:spPr>
          <a:xfrm>
            <a:off x="30206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4" name="F2_precision_recall_distributions_5408">
            <a:extLst>
              <a:ext uri="{FF2B5EF4-FFF2-40B4-BE49-F238E27FC236}">
                <a16:creationId xmlns:a16="http://schemas.microsoft.com/office/drawing/2014/main" id="{C8E3F1DD-73EB-45BE-AC92-1D1F7D22F09F}"/>
              </a:ext>
            </a:extLst>
          </p:cNvPr>
          <p:cNvSpPr>
            <a:spLocks noGrp="1"/>
          </p:cNvSpPr>
          <p:nvPr/>
        </p:nvSpPr>
        <p:spPr>
          <a:xfrm>
            <a:off x="31243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5" name="F2_precision_recall_distributions_5409">
            <a:extLst>
              <a:ext uri="{FF2B5EF4-FFF2-40B4-BE49-F238E27FC236}">
                <a16:creationId xmlns:a16="http://schemas.microsoft.com/office/drawing/2014/main" id="{9565EF7A-B8A3-4996-81E9-8BFC31F2B8D2}"/>
              </a:ext>
            </a:extLst>
          </p:cNvPr>
          <p:cNvSpPr>
            <a:spLocks noGrp="1"/>
          </p:cNvSpPr>
          <p:nvPr/>
        </p:nvSpPr>
        <p:spPr>
          <a:xfrm>
            <a:off x="300699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6" name="F2_precision_recall_distributions_5410">
            <a:extLst>
              <a:ext uri="{FF2B5EF4-FFF2-40B4-BE49-F238E27FC236}">
                <a16:creationId xmlns:a16="http://schemas.microsoft.com/office/drawing/2014/main" id="{E3B273AE-6DD6-4BE2-8CE1-51650A9A0888}"/>
              </a:ext>
            </a:extLst>
          </p:cNvPr>
          <p:cNvSpPr>
            <a:spLocks noGrp="1"/>
          </p:cNvSpPr>
          <p:nvPr/>
        </p:nvSpPr>
        <p:spPr>
          <a:xfrm>
            <a:off x="3030161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7" name="F2_precision_recall_distributions_5411">
            <a:extLst>
              <a:ext uri="{FF2B5EF4-FFF2-40B4-BE49-F238E27FC236}">
                <a16:creationId xmlns:a16="http://schemas.microsoft.com/office/drawing/2014/main" id="{7450057C-E925-44F2-BC40-42624A0D98A5}"/>
              </a:ext>
            </a:extLst>
          </p:cNvPr>
          <p:cNvSpPr>
            <a:spLocks noGrp="1"/>
          </p:cNvSpPr>
          <p:nvPr/>
        </p:nvSpPr>
        <p:spPr>
          <a:xfrm>
            <a:off x="310494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8" name="F2_precision_recall_distributions_5412">
            <a:extLst>
              <a:ext uri="{FF2B5EF4-FFF2-40B4-BE49-F238E27FC236}">
                <a16:creationId xmlns:a16="http://schemas.microsoft.com/office/drawing/2014/main" id="{2452B6DF-8A33-4D50-BC3B-BB7E9908B5EE}"/>
              </a:ext>
            </a:extLst>
          </p:cNvPr>
          <p:cNvSpPr>
            <a:spLocks noGrp="1"/>
          </p:cNvSpPr>
          <p:nvPr/>
        </p:nvSpPr>
        <p:spPr>
          <a:xfrm>
            <a:off x="291451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9" name="F2_precision_recall_distributions_5413">
            <a:extLst>
              <a:ext uri="{FF2B5EF4-FFF2-40B4-BE49-F238E27FC236}">
                <a16:creationId xmlns:a16="http://schemas.microsoft.com/office/drawing/2014/main" id="{7614F2AB-68D0-4089-BD6E-8A13916A2F3F}"/>
              </a:ext>
            </a:extLst>
          </p:cNvPr>
          <p:cNvSpPr>
            <a:spLocks noGrp="1"/>
          </p:cNvSpPr>
          <p:nvPr/>
        </p:nvSpPr>
        <p:spPr>
          <a:xfrm>
            <a:off x="2853704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0" name="F2_precision_recall_distributions_5414">
            <a:extLst>
              <a:ext uri="{FF2B5EF4-FFF2-40B4-BE49-F238E27FC236}">
                <a16:creationId xmlns:a16="http://schemas.microsoft.com/office/drawing/2014/main" id="{E315EB6E-FF92-4220-B63D-C2B4A10AB79C}"/>
              </a:ext>
            </a:extLst>
          </p:cNvPr>
          <p:cNvSpPr>
            <a:spLocks noGrp="1"/>
          </p:cNvSpPr>
          <p:nvPr/>
        </p:nvSpPr>
        <p:spPr>
          <a:xfrm>
            <a:off x="288823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1" name="F2_precision_recall_distributions_5415">
            <a:extLst>
              <a:ext uri="{FF2B5EF4-FFF2-40B4-BE49-F238E27FC236}">
                <a16:creationId xmlns:a16="http://schemas.microsoft.com/office/drawing/2014/main" id="{4FB1EADE-BAE5-4BEA-B5E4-AEF90E3B4AB0}"/>
              </a:ext>
            </a:extLst>
          </p:cNvPr>
          <p:cNvSpPr>
            <a:spLocks noGrp="1"/>
          </p:cNvSpPr>
          <p:nvPr/>
        </p:nvSpPr>
        <p:spPr>
          <a:xfrm>
            <a:off x="314160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2" name="F2_precision_recall_distributions_5416">
            <a:extLst>
              <a:ext uri="{FF2B5EF4-FFF2-40B4-BE49-F238E27FC236}">
                <a16:creationId xmlns:a16="http://schemas.microsoft.com/office/drawing/2014/main" id="{BB2A72E5-265C-4416-A0D6-4E1261FFFD82}"/>
              </a:ext>
            </a:extLst>
          </p:cNvPr>
          <p:cNvSpPr>
            <a:spLocks noGrp="1"/>
          </p:cNvSpPr>
          <p:nvPr/>
        </p:nvSpPr>
        <p:spPr>
          <a:xfrm>
            <a:off x="3842873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603" name="F2_precision_recall_distributions_5417">
            <a:extLst>
              <a:ext uri="{FF2B5EF4-FFF2-40B4-BE49-F238E27FC236}">
                <a16:creationId xmlns:a16="http://schemas.microsoft.com/office/drawing/2014/main" id="{8DE8AA7D-CA56-46D3-B28C-EAE84F4A78FB}"/>
              </a:ext>
            </a:extLst>
          </p:cNvPr>
          <p:cNvSpPr>
            <a:spLocks noGrp="1"/>
          </p:cNvSpPr>
          <p:nvPr/>
        </p:nvSpPr>
        <p:spPr>
          <a:xfrm>
            <a:off x="435069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4" name="F2_precision_recall_distributions_5418">
            <a:extLst>
              <a:ext uri="{FF2B5EF4-FFF2-40B4-BE49-F238E27FC236}">
                <a16:creationId xmlns:a16="http://schemas.microsoft.com/office/drawing/2014/main" id="{E7F91225-4B9D-4641-8D6F-FE3B84DB5C1C}"/>
              </a:ext>
            </a:extLst>
          </p:cNvPr>
          <p:cNvSpPr>
            <a:spLocks noGrp="1"/>
          </p:cNvSpPr>
          <p:nvPr/>
        </p:nvSpPr>
        <p:spPr>
          <a:xfrm>
            <a:off x="4193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5" name="F2_precision_recall_distributions_5419">
            <a:extLst>
              <a:ext uri="{FF2B5EF4-FFF2-40B4-BE49-F238E27FC236}">
                <a16:creationId xmlns:a16="http://schemas.microsoft.com/office/drawing/2014/main" id="{76FB7ADD-0A56-43AD-BBCE-B1FA971D009C}"/>
              </a:ext>
            </a:extLst>
          </p:cNvPr>
          <p:cNvSpPr>
            <a:spLocks noGrp="1"/>
          </p:cNvSpPr>
          <p:nvPr/>
        </p:nvSpPr>
        <p:spPr>
          <a:xfrm>
            <a:off x="4185682" y="50737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6" name="F2_precision_recall_distributions_5420">
            <a:extLst>
              <a:ext uri="{FF2B5EF4-FFF2-40B4-BE49-F238E27FC236}">
                <a16:creationId xmlns:a16="http://schemas.microsoft.com/office/drawing/2014/main" id="{ED567BF7-3935-4B32-A96F-C07EA1161BC5}"/>
              </a:ext>
            </a:extLst>
          </p:cNvPr>
          <p:cNvSpPr>
            <a:spLocks noGrp="1"/>
          </p:cNvSpPr>
          <p:nvPr/>
        </p:nvSpPr>
        <p:spPr>
          <a:xfrm>
            <a:off x="399564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7" name="F2_precision_recall_distributions_5421">
            <a:extLst>
              <a:ext uri="{FF2B5EF4-FFF2-40B4-BE49-F238E27FC236}">
                <a16:creationId xmlns:a16="http://schemas.microsoft.com/office/drawing/2014/main" id="{1285B24F-B7AF-48F3-B08D-067621139F79}"/>
              </a:ext>
            </a:extLst>
          </p:cNvPr>
          <p:cNvSpPr>
            <a:spLocks noGrp="1"/>
          </p:cNvSpPr>
          <p:nvPr/>
        </p:nvSpPr>
        <p:spPr>
          <a:xfrm>
            <a:off x="4342996" y="50508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8" name="F2_precision_recall_distributions_5422">
            <a:extLst>
              <a:ext uri="{FF2B5EF4-FFF2-40B4-BE49-F238E27FC236}">
                <a16:creationId xmlns:a16="http://schemas.microsoft.com/office/drawing/2014/main" id="{F3BDBA40-64B7-4AA1-AFE1-6779A9592932}"/>
              </a:ext>
            </a:extLst>
          </p:cNvPr>
          <p:cNvSpPr>
            <a:spLocks noGrp="1"/>
          </p:cNvSpPr>
          <p:nvPr/>
        </p:nvSpPr>
        <p:spPr>
          <a:xfrm>
            <a:off x="41299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9" name="F2_precision_recall_distributions_5423">
            <a:extLst>
              <a:ext uri="{FF2B5EF4-FFF2-40B4-BE49-F238E27FC236}">
                <a16:creationId xmlns:a16="http://schemas.microsoft.com/office/drawing/2014/main" id="{5121A640-AD39-4CA2-B818-4687442C4C87}"/>
              </a:ext>
            </a:extLst>
          </p:cNvPr>
          <p:cNvSpPr>
            <a:spLocks noGrp="1"/>
          </p:cNvSpPr>
          <p:nvPr/>
        </p:nvSpPr>
        <p:spPr>
          <a:xfrm>
            <a:off x="41336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0" name="F2_precision_recall_distributions_5424">
            <a:extLst>
              <a:ext uri="{FF2B5EF4-FFF2-40B4-BE49-F238E27FC236}">
                <a16:creationId xmlns:a16="http://schemas.microsoft.com/office/drawing/2014/main" id="{4435852E-65B3-4AA8-82FE-70A70CAD4B4A}"/>
              </a:ext>
            </a:extLst>
          </p:cNvPr>
          <p:cNvSpPr>
            <a:spLocks noGrp="1"/>
          </p:cNvSpPr>
          <p:nvPr/>
        </p:nvSpPr>
        <p:spPr>
          <a:xfrm>
            <a:off x="4126155" y="5068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1" name="F2_precision_recall_distributions_5425">
            <a:extLst>
              <a:ext uri="{FF2B5EF4-FFF2-40B4-BE49-F238E27FC236}">
                <a16:creationId xmlns:a16="http://schemas.microsoft.com/office/drawing/2014/main" id="{26C4E4C2-90B5-4DE5-B20C-1962072FB249}"/>
              </a:ext>
            </a:extLst>
          </p:cNvPr>
          <p:cNvSpPr>
            <a:spLocks noGrp="1"/>
          </p:cNvSpPr>
          <p:nvPr/>
        </p:nvSpPr>
        <p:spPr>
          <a:xfrm>
            <a:off x="4334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2" name="F2_precision_recall_distributions_5426">
            <a:extLst>
              <a:ext uri="{FF2B5EF4-FFF2-40B4-BE49-F238E27FC236}">
                <a16:creationId xmlns:a16="http://schemas.microsoft.com/office/drawing/2014/main" id="{94BF7EC0-8688-44F3-AF71-AAEE619D96F7}"/>
              </a:ext>
            </a:extLst>
          </p:cNvPr>
          <p:cNvSpPr>
            <a:spLocks noGrp="1"/>
          </p:cNvSpPr>
          <p:nvPr/>
        </p:nvSpPr>
        <p:spPr>
          <a:xfrm>
            <a:off x="4190768" y="50738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3" name="F2_precision_recall_distributions_5427">
            <a:extLst>
              <a:ext uri="{FF2B5EF4-FFF2-40B4-BE49-F238E27FC236}">
                <a16:creationId xmlns:a16="http://schemas.microsoft.com/office/drawing/2014/main" id="{DE02ECA8-3B1D-48A2-A1D2-E53AF249CCCE}"/>
              </a:ext>
            </a:extLst>
          </p:cNvPr>
          <p:cNvSpPr>
            <a:spLocks noGrp="1"/>
          </p:cNvSpPr>
          <p:nvPr/>
        </p:nvSpPr>
        <p:spPr>
          <a:xfrm>
            <a:off x="4325350" y="46230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4" name="F2_precision_recall_distributions_5428">
            <a:extLst>
              <a:ext uri="{FF2B5EF4-FFF2-40B4-BE49-F238E27FC236}">
                <a16:creationId xmlns:a16="http://schemas.microsoft.com/office/drawing/2014/main" id="{E75D9666-0676-4D66-A3DD-88E249D795B6}"/>
              </a:ext>
            </a:extLst>
          </p:cNvPr>
          <p:cNvSpPr>
            <a:spLocks noGrp="1"/>
          </p:cNvSpPr>
          <p:nvPr/>
        </p:nvSpPr>
        <p:spPr>
          <a:xfrm>
            <a:off x="4030783" y="4966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5" name="F2_precision_recall_distributions_5429">
            <a:extLst>
              <a:ext uri="{FF2B5EF4-FFF2-40B4-BE49-F238E27FC236}">
                <a16:creationId xmlns:a16="http://schemas.microsoft.com/office/drawing/2014/main" id="{DEE6C4BF-EDC8-47A2-9CDA-DEFCDE70EE26}"/>
              </a:ext>
            </a:extLst>
          </p:cNvPr>
          <p:cNvSpPr>
            <a:spLocks noGrp="1"/>
          </p:cNvSpPr>
          <p:nvPr/>
        </p:nvSpPr>
        <p:spPr>
          <a:xfrm>
            <a:off x="4098101" y="50726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6" name="F2_precision_recall_distributions_5430">
            <a:extLst>
              <a:ext uri="{FF2B5EF4-FFF2-40B4-BE49-F238E27FC236}">
                <a16:creationId xmlns:a16="http://schemas.microsoft.com/office/drawing/2014/main" id="{A66C1FDD-D0AE-475A-AEF9-6618BCFD533E}"/>
              </a:ext>
            </a:extLst>
          </p:cNvPr>
          <p:cNvSpPr>
            <a:spLocks noGrp="1"/>
          </p:cNvSpPr>
          <p:nvPr/>
        </p:nvSpPr>
        <p:spPr>
          <a:xfrm>
            <a:off x="40637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7" name="F2_precision_recall_distributions_5431">
            <a:extLst>
              <a:ext uri="{FF2B5EF4-FFF2-40B4-BE49-F238E27FC236}">
                <a16:creationId xmlns:a16="http://schemas.microsoft.com/office/drawing/2014/main" id="{3D449BE0-8F45-4E18-9A2F-DB9FE914C4E5}"/>
              </a:ext>
            </a:extLst>
          </p:cNvPr>
          <p:cNvSpPr>
            <a:spLocks noGrp="1"/>
          </p:cNvSpPr>
          <p:nvPr/>
        </p:nvSpPr>
        <p:spPr>
          <a:xfrm>
            <a:off x="4012404" y="4924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8" name="F2_precision_recall_distributions_5432">
            <a:extLst>
              <a:ext uri="{FF2B5EF4-FFF2-40B4-BE49-F238E27FC236}">
                <a16:creationId xmlns:a16="http://schemas.microsoft.com/office/drawing/2014/main" id="{43691CD3-7D64-4496-ADB4-E87022BBCA2D}"/>
              </a:ext>
            </a:extLst>
          </p:cNvPr>
          <p:cNvSpPr>
            <a:spLocks noGrp="1"/>
          </p:cNvSpPr>
          <p:nvPr/>
        </p:nvSpPr>
        <p:spPr>
          <a:xfrm>
            <a:off x="4070768" y="50687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9" name="F2_precision_recall_distributions_5433">
            <a:extLst>
              <a:ext uri="{FF2B5EF4-FFF2-40B4-BE49-F238E27FC236}">
                <a16:creationId xmlns:a16="http://schemas.microsoft.com/office/drawing/2014/main" id="{41EDC162-BA1E-4824-BAA6-FD11004A1EDD}"/>
              </a:ext>
            </a:extLst>
          </p:cNvPr>
          <p:cNvSpPr>
            <a:spLocks noGrp="1"/>
          </p:cNvSpPr>
          <p:nvPr/>
        </p:nvSpPr>
        <p:spPr>
          <a:xfrm>
            <a:off x="418309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0" name="F2_precision_recall_distributions_5434">
            <a:extLst>
              <a:ext uri="{FF2B5EF4-FFF2-40B4-BE49-F238E27FC236}">
                <a16:creationId xmlns:a16="http://schemas.microsoft.com/office/drawing/2014/main" id="{E7CA28B7-9E3D-4BAA-B689-E23E57F80524}"/>
              </a:ext>
            </a:extLst>
          </p:cNvPr>
          <p:cNvSpPr>
            <a:spLocks noGrp="1"/>
          </p:cNvSpPr>
          <p:nvPr/>
        </p:nvSpPr>
        <p:spPr>
          <a:xfrm>
            <a:off x="4124399" y="49937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1" name="F2_precision_recall_distributions_5435">
            <a:extLst>
              <a:ext uri="{FF2B5EF4-FFF2-40B4-BE49-F238E27FC236}">
                <a16:creationId xmlns:a16="http://schemas.microsoft.com/office/drawing/2014/main" id="{F8CB969D-0B76-41EF-AB66-DF77B5BF73D2}"/>
              </a:ext>
            </a:extLst>
          </p:cNvPr>
          <p:cNvSpPr>
            <a:spLocks noGrp="1"/>
          </p:cNvSpPr>
          <p:nvPr/>
        </p:nvSpPr>
        <p:spPr>
          <a:xfrm>
            <a:off x="4013338" y="5055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2" name="F2_precision_recall_distributions_5436">
            <a:extLst>
              <a:ext uri="{FF2B5EF4-FFF2-40B4-BE49-F238E27FC236}">
                <a16:creationId xmlns:a16="http://schemas.microsoft.com/office/drawing/2014/main" id="{50C459AD-C9EC-42AC-8C7D-E1CBCBDD4603}"/>
              </a:ext>
            </a:extLst>
          </p:cNvPr>
          <p:cNvSpPr>
            <a:spLocks noGrp="1"/>
          </p:cNvSpPr>
          <p:nvPr/>
        </p:nvSpPr>
        <p:spPr>
          <a:xfrm>
            <a:off x="4064482" y="5067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3" name="F2_precision_recall_distributions_5437">
            <a:extLst>
              <a:ext uri="{FF2B5EF4-FFF2-40B4-BE49-F238E27FC236}">
                <a16:creationId xmlns:a16="http://schemas.microsoft.com/office/drawing/2014/main" id="{FE723CC9-5A14-4284-96C1-B0D98B874FFF}"/>
              </a:ext>
            </a:extLst>
          </p:cNvPr>
          <p:cNvSpPr>
            <a:spLocks noGrp="1"/>
          </p:cNvSpPr>
          <p:nvPr/>
        </p:nvSpPr>
        <p:spPr>
          <a:xfrm>
            <a:off x="3989492" y="50742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4" name="F2_precision_recall_distributions_5438">
            <a:extLst>
              <a:ext uri="{FF2B5EF4-FFF2-40B4-BE49-F238E27FC236}">
                <a16:creationId xmlns:a16="http://schemas.microsoft.com/office/drawing/2014/main" id="{DC206B7B-D388-4D80-A0DD-5B6714F9C2A3}"/>
              </a:ext>
            </a:extLst>
          </p:cNvPr>
          <p:cNvSpPr>
            <a:spLocks noGrp="1"/>
          </p:cNvSpPr>
          <p:nvPr/>
        </p:nvSpPr>
        <p:spPr>
          <a:xfrm>
            <a:off x="41090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5" name="F2_precision_recall_distributions_5439">
            <a:extLst>
              <a:ext uri="{FF2B5EF4-FFF2-40B4-BE49-F238E27FC236}">
                <a16:creationId xmlns:a16="http://schemas.microsoft.com/office/drawing/2014/main" id="{DE9F6208-790F-4E92-BD60-7313792E9A66}"/>
              </a:ext>
            </a:extLst>
          </p:cNvPr>
          <p:cNvSpPr>
            <a:spLocks noGrp="1"/>
          </p:cNvSpPr>
          <p:nvPr/>
        </p:nvSpPr>
        <p:spPr>
          <a:xfrm>
            <a:off x="4218397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6" name="F2_precision_recall_distributions_5440">
            <a:extLst>
              <a:ext uri="{FF2B5EF4-FFF2-40B4-BE49-F238E27FC236}">
                <a16:creationId xmlns:a16="http://schemas.microsoft.com/office/drawing/2014/main" id="{C7CCA43F-F81C-4704-8B0A-F3D1A49280D2}"/>
              </a:ext>
            </a:extLst>
          </p:cNvPr>
          <p:cNvSpPr>
            <a:spLocks noGrp="1"/>
          </p:cNvSpPr>
          <p:nvPr/>
        </p:nvSpPr>
        <p:spPr>
          <a:xfrm>
            <a:off x="4270549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7" name="F2_precision_recall_distributions_5441">
            <a:extLst>
              <a:ext uri="{FF2B5EF4-FFF2-40B4-BE49-F238E27FC236}">
                <a16:creationId xmlns:a16="http://schemas.microsoft.com/office/drawing/2014/main" id="{5C0BCB1F-253F-4AAD-898A-01C67E2F8A05}"/>
              </a:ext>
            </a:extLst>
          </p:cNvPr>
          <p:cNvSpPr>
            <a:spLocks noGrp="1"/>
          </p:cNvSpPr>
          <p:nvPr/>
        </p:nvSpPr>
        <p:spPr>
          <a:xfrm>
            <a:off x="42029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8" name="F2_precision_recall_distributions_5442">
            <a:extLst>
              <a:ext uri="{FF2B5EF4-FFF2-40B4-BE49-F238E27FC236}">
                <a16:creationId xmlns:a16="http://schemas.microsoft.com/office/drawing/2014/main" id="{8FF70EC9-488A-40F3-9AD5-223612CA0675}"/>
              </a:ext>
            </a:extLst>
          </p:cNvPr>
          <p:cNvSpPr>
            <a:spLocks noGrp="1"/>
          </p:cNvSpPr>
          <p:nvPr/>
        </p:nvSpPr>
        <p:spPr>
          <a:xfrm>
            <a:off x="42861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9" name="F2_precision_recall_distributions_5443">
            <a:extLst>
              <a:ext uri="{FF2B5EF4-FFF2-40B4-BE49-F238E27FC236}">
                <a16:creationId xmlns:a16="http://schemas.microsoft.com/office/drawing/2014/main" id="{A59CE07F-6A7D-4F6A-A93B-DFC810DC1CDC}"/>
              </a:ext>
            </a:extLst>
          </p:cNvPr>
          <p:cNvSpPr>
            <a:spLocks noGrp="1"/>
          </p:cNvSpPr>
          <p:nvPr/>
        </p:nvSpPr>
        <p:spPr>
          <a:xfrm>
            <a:off x="4122573" y="5072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0" name="F2_precision_recall_distributions_5444">
            <a:extLst>
              <a:ext uri="{FF2B5EF4-FFF2-40B4-BE49-F238E27FC236}">
                <a16:creationId xmlns:a16="http://schemas.microsoft.com/office/drawing/2014/main" id="{2E4AFB10-6F5D-425E-96D1-41C8B66CD49A}"/>
              </a:ext>
            </a:extLst>
          </p:cNvPr>
          <p:cNvSpPr>
            <a:spLocks noGrp="1"/>
          </p:cNvSpPr>
          <p:nvPr/>
        </p:nvSpPr>
        <p:spPr>
          <a:xfrm>
            <a:off x="42539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1" name="F2_precision_recall_distributions_5445">
            <a:extLst>
              <a:ext uri="{FF2B5EF4-FFF2-40B4-BE49-F238E27FC236}">
                <a16:creationId xmlns:a16="http://schemas.microsoft.com/office/drawing/2014/main" id="{C8CD5CF2-19D3-4A21-B478-A03035BDDFFD}"/>
              </a:ext>
            </a:extLst>
          </p:cNvPr>
          <p:cNvSpPr>
            <a:spLocks noGrp="1"/>
          </p:cNvSpPr>
          <p:nvPr/>
        </p:nvSpPr>
        <p:spPr>
          <a:xfrm>
            <a:off x="4026885" y="50746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2" name="F2_precision_recall_distributions_5446">
            <a:extLst>
              <a:ext uri="{FF2B5EF4-FFF2-40B4-BE49-F238E27FC236}">
                <a16:creationId xmlns:a16="http://schemas.microsoft.com/office/drawing/2014/main" id="{9B814620-CF09-4951-ACFA-0206D843F3AA}"/>
              </a:ext>
            </a:extLst>
          </p:cNvPr>
          <p:cNvSpPr>
            <a:spLocks noGrp="1"/>
          </p:cNvSpPr>
          <p:nvPr/>
        </p:nvSpPr>
        <p:spPr>
          <a:xfrm>
            <a:off x="4350968" y="50256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3" name="F2_precision_recall_distributions_5447">
            <a:extLst>
              <a:ext uri="{FF2B5EF4-FFF2-40B4-BE49-F238E27FC236}">
                <a16:creationId xmlns:a16="http://schemas.microsoft.com/office/drawing/2014/main" id="{37264241-3956-4D83-992A-6DFF952EB550}"/>
              </a:ext>
            </a:extLst>
          </p:cNvPr>
          <p:cNvSpPr>
            <a:spLocks noGrp="1"/>
          </p:cNvSpPr>
          <p:nvPr/>
        </p:nvSpPr>
        <p:spPr>
          <a:xfrm>
            <a:off x="41064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4" name="F2_precision_recall_distributions_5448">
            <a:extLst>
              <a:ext uri="{FF2B5EF4-FFF2-40B4-BE49-F238E27FC236}">
                <a16:creationId xmlns:a16="http://schemas.microsoft.com/office/drawing/2014/main" id="{007AFC2C-089B-415B-97D6-CB69729A92D7}"/>
              </a:ext>
            </a:extLst>
          </p:cNvPr>
          <p:cNvSpPr>
            <a:spLocks noGrp="1"/>
          </p:cNvSpPr>
          <p:nvPr/>
        </p:nvSpPr>
        <p:spPr>
          <a:xfrm>
            <a:off x="4021957" y="5046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5" name="F2_precision_recall_distributions_5449">
            <a:extLst>
              <a:ext uri="{FF2B5EF4-FFF2-40B4-BE49-F238E27FC236}">
                <a16:creationId xmlns:a16="http://schemas.microsoft.com/office/drawing/2014/main" id="{AEBFBD24-4D8C-49A4-B2E5-778DBD1BD7F2}"/>
              </a:ext>
            </a:extLst>
          </p:cNvPr>
          <p:cNvSpPr>
            <a:spLocks noGrp="1"/>
          </p:cNvSpPr>
          <p:nvPr/>
        </p:nvSpPr>
        <p:spPr>
          <a:xfrm>
            <a:off x="4185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6" name="F2_precision_recall_distributions_5450">
            <a:extLst>
              <a:ext uri="{FF2B5EF4-FFF2-40B4-BE49-F238E27FC236}">
                <a16:creationId xmlns:a16="http://schemas.microsoft.com/office/drawing/2014/main" id="{50A897AF-075D-4E66-9E74-C77B5132DB97}"/>
              </a:ext>
            </a:extLst>
          </p:cNvPr>
          <p:cNvSpPr>
            <a:spLocks noGrp="1"/>
          </p:cNvSpPr>
          <p:nvPr/>
        </p:nvSpPr>
        <p:spPr>
          <a:xfrm>
            <a:off x="4295824" y="5078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7" name="F2_precision_recall_distributions_5451">
            <a:extLst>
              <a:ext uri="{FF2B5EF4-FFF2-40B4-BE49-F238E27FC236}">
                <a16:creationId xmlns:a16="http://schemas.microsoft.com/office/drawing/2014/main" id="{DEBADED7-9C6F-418D-A559-18E08E877C1C}"/>
              </a:ext>
            </a:extLst>
          </p:cNvPr>
          <p:cNvSpPr>
            <a:spLocks noGrp="1"/>
          </p:cNvSpPr>
          <p:nvPr/>
        </p:nvSpPr>
        <p:spPr>
          <a:xfrm>
            <a:off x="417562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8" name="F2_precision_recall_distributions_5452">
            <a:extLst>
              <a:ext uri="{FF2B5EF4-FFF2-40B4-BE49-F238E27FC236}">
                <a16:creationId xmlns:a16="http://schemas.microsoft.com/office/drawing/2014/main" id="{2B87BCAD-746C-4C65-B762-C079A46469CC}"/>
              </a:ext>
            </a:extLst>
          </p:cNvPr>
          <p:cNvSpPr>
            <a:spLocks noGrp="1"/>
          </p:cNvSpPr>
          <p:nvPr/>
        </p:nvSpPr>
        <p:spPr>
          <a:xfrm>
            <a:off x="41110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9" name="F2_precision_recall_distributions_5453">
            <a:extLst>
              <a:ext uri="{FF2B5EF4-FFF2-40B4-BE49-F238E27FC236}">
                <a16:creationId xmlns:a16="http://schemas.microsoft.com/office/drawing/2014/main" id="{7C8C6B32-8E33-436D-8F22-90D7E637A1F0}"/>
              </a:ext>
            </a:extLst>
          </p:cNvPr>
          <p:cNvSpPr>
            <a:spLocks noGrp="1"/>
          </p:cNvSpPr>
          <p:nvPr/>
        </p:nvSpPr>
        <p:spPr>
          <a:xfrm>
            <a:off x="40666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0" name="F2_precision_recall_distributions_5454">
            <a:extLst>
              <a:ext uri="{FF2B5EF4-FFF2-40B4-BE49-F238E27FC236}">
                <a16:creationId xmlns:a16="http://schemas.microsoft.com/office/drawing/2014/main" id="{B942F7F1-7D73-4B75-A353-CCC1D0AD5288}"/>
              </a:ext>
            </a:extLst>
          </p:cNvPr>
          <p:cNvSpPr>
            <a:spLocks noGrp="1"/>
          </p:cNvSpPr>
          <p:nvPr/>
        </p:nvSpPr>
        <p:spPr>
          <a:xfrm>
            <a:off x="4224056" y="50767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1" name="F2_precision_recall_distributions_5455">
            <a:extLst>
              <a:ext uri="{FF2B5EF4-FFF2-40B4-BE49-F238E27FC236}">
                <a16:creationId xmlns:a16="http://schemas.microsoft.com/office/drawing/2014/main" id="{36F4B3C7-34BE-4042-97B0-37110B9068E4}"/>
              </a:ext>
            </a:extLst>
          </p:cNvPr>
          <p:cNvSpPr>
            <a:spLocks noGrp="1"/>
          </p:cNvSpPr>
          <p:nvPr/>
        </p:nvSpPr>
        <p:spPr>
          <a:xfrm>
            <a:off x="40345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2" name="F2_precision_recall_distributions_5456">
            <a:extLst>
              <a:ext uri="{FF2B5EF4-FFF2-40B4-BE49-F238E27FC236}">
                <a16:creationId xmlns:a16="http://schemas.microsoft.com/office/drawing/2014/main" id="{127FDA69-A2BB-4857-B330-BAB375099E28}"/>
              </a:ext>
            </a:extLst>
          </p:cNvPr>
          <p:cNvSpPr>
            <a:spLocks noGrp="1"/>
          </p:cNvSpPr>
          <p:nvPr/>
        </p:nvSpPr>
        <p:spPr>
          <a:xfrm>
            <a:off x="4241936" y="50624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3" name="F2_precision_recall_distributions_5457">
            <a:extLst>
              <a:ext uri="{FF2B5EF4-FFF2-40B4-BE49-F238E27FC236}">
                <a16:creationId xmlns:a16="http://schemas.microsoft.com/office/drawing/2014/main" id="{E4CAECE3-7486-4A7F-A8F9-C391E7459197}"/>
              </a:ext>
            </a:extLst>
          </p:cNvPr>
          <p:cNvSpPr>
            <a:spLocks noGrp="1"/>
          </p:cNvSpPr>
          <p:nvPr/>
        </p:nvSpPr>
        <p:spPr>
          <a:xfrm>
            <a:off x="43132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4" name="F2_precision_recall_distributions_5458">
            <a:extLst>
              <a:ext uri="{FF2B5EF4-FFF2-40B4-BE49-F238E27FC236}">
                <a16:creationId xmlns:a16="http://schemas.microsoft.com/office/drawing/2014/main" id="{044DF48E-8A27-4713-820E-5C4ECEFC6B4C}"/>
              </a:ext>
            </a:extLst>
          </p:cNvPr>
          <p:cNvSpPr>
            <a:spLocks noGrp="1"/>
          </p:cNvSpPr>
          <p:nvPr/>
        </p:nvSpPr>
        <p:spPr>
          <a:xfrm>
            <a:off x="4323403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5" name="F2_precision_recall_distributions_5459">
            <a:extLst>
              <a:ext uri="{FF2B5EF4-FFF2-40B4-BE49-F238E27FC236}">
                <a16:creationId xmlns:a16="http://schemas.microsoft.com/office/drawing/2014/main" id="{60375145-EDEB-4894-A580-49EB36E5AE37}"/>
              </a:ext>
            </a:extLst>
          </p:cNvPr>
          <p:cNvSpPr>
            <a:spLocks noGrp="1"/>
          </p:cNvSpPr>
          <p:nvPr/>
        </p:nvSpPr>
        <p:spPr>
          <a:xfrm>
            <a:off x="42198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6" name="F2_precision_recall_distributions_5460">
            <a:extLst>
              <a:ext uri="{FF2B5EF4-FFF2-40B4-BE49-F238E27FC236}">
                <a16:creationId xmlns:a16="http://schemas.microsoft.com/office/drawing/2014/main" id="{79045324-12CD-4593-AF57-A766DB1043E4}"/>
              </a:ext>
            </a:extLst>
          </p:cNvPr>
          <p:cNvSpPr>
            <a:spLocks noGrp="1"/>
          </p:cNvSpPr>
          <p:nvPr/>
        </p:nvSpPr>
        <p:spPr>
          <a:xfrm>
            <a:off x="398255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7" name="F2_precision_recall_distributions_5461">
            <a:extLst>
              <a:ext uri="{FF2B5EF4-FFF2-40B4-BE49-F238E27FC236}">
                <a16:creationId xmlns:a16="http://schemas.microsoft.com/office/drawing/2014/main" id="{7FA9842C-C445-44DD-86B9-61932A5E4887}"/>
              </a:ext>
            </a:extLst>
          </p:cNvPr>
          <p:cNvSpPr>
            <a:spLocks noGrp="1"/>
          </p:cNvSpPr>
          <p:nvPr/>
        </p:nvSpPr>
        <p:spPr>
          <a:xfrm>
            <a:off x="42023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8" name="F2_precision_recall_distributions_5462">
            <a:extLst>
              <a:ext uri="{FF2B5EF4-FFF2-40B4-BE49-F238E27FC236}">
                <a16:creationId xmlns:a16="http://schemas.microsoft.com/office/drawing/2014/main" id="{F76E4578-4C60-4B11-B5D1-7F3657441D36}"/>
              </a:ext>
            </a:extLst>
          </p:cNvPr>
          <p:cNvSpPr>
            <a:spLocks noGrp="1"/>
          </p:cNvSpPr>
          <p:nvPr/>
        </p:nvSpPr>
        <p:spPr>
          <a:xfrm>
            <a:off x="42160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9" name="F2_precision_recall_distributions_5463">
            <a:extLst>
              <a:ext uri="{FF2B5EF4-FFF2-40B4-BE49-F238E27FC236}">
                <a16:creationId xmlns:a16="http://schemas.microsoft.com/office/drawing/2014/main" id="{4D8A2464-C6A3-4752-8A44-E17FABD00D31}"/>
              </a:ext>
            </a:extLst>
          </p:cNvPr>
          <p:cNvSpPr>
            <a:spLocks noGrp="1"/>
          </p:cNvSpPr>
          <p:nvPr/>
        </p:nvSpPr>
        <p:spPr>
          <a:xfrm>
            <a:off x="4034569" y="5064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0" name="F2_precision_recall_distributions_5464">
            <a:extLst>
              <a:ext uri="{FF2B5EF4-FFF2-40B4-BE49-F238E27FC236}">
                <a16:creationId xmlns:a16="http://schemas.microsoft.com/office/drawing/2014/main" id="{E4C0162D-698D-40DA-8E93-286E60F685EB}"/>
              </a:ext>
            </a:extLst>
          </p:cNvPr>
          <p:cNvSpPr>
            <a:spLocks noGrp="1"/>
          </p:cNvSpPr>
          <p:nvPr/>
        </p:nvSpPr>
        <p:spPr>
          <a:xfrm>
            <a:off x="39840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1" name="F2_precision_recall_distributions_5465">
            <a:extLst>
              <a:ext uri="{FF2B5EF4-FFF2-40B4-BE49-F238E27FC236}">
                <a16:creationId xmlns:a16="http://schemas.microsoft.com/office/drawing/2014/main" id="{1A841EDD-9861-4C09-86D9-0297C574E4A6}"/>
              </a:ext>
            </a:extLst>
          </p:cNvPr>
          <p:cNvSpPr>
            <a:spLocks noGrp="1"/>
          </p:cNvSpPr>
          <p:nvPr/>
        </p:nvSpPr>
        <p:spPr>
          <a:xfrm>
            <a:off x="4152791" y="50658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2" name="F2_precision_recall_distributions_5466">
            <a:extLst>
              <a:ext uri="{FF2B5EF4-FFF2-40B4-BE49-F238E27FC236}">
                <a16:creationId xmlns:a16="http://schemas.microsoft.com/office/drawing/2014/main" id="{368BE5AE-ECB0-4E4F-904B-58FA20AEDF16}"/>
              </a:ext>
            </a:extLst>
          </p:cNvPr>
          <p:cNvSpPr>
            <a:spLocks noGrp="1"/>
          </p:cNvSpPr>
          <p:nvPr/>
        </p:nvSpPr>
        <p:spPr>
          <a:xfrm>
            <a:off x="419577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3" name="F2_precision_recall_distributions_5467">
            <a:extLst>
              <a:ext uri="{FF2B5EF4-FFF2-40B4-BE49-F238E27FC236}">
                <a16:creationId xmlns:a16="http://schemas.microsoft.com/office/drawing/2014/main" id="{2CE2BD93-80E6-49ED-BDB7-6E8963145889}"/>
              </a:ext>
            </a:extLst>
          </p:cNvPr>
          <p:cNvSpPr>
            <a:spLocks noGrp="1"/>
          </p:cNvSpPr>
          <p:nvPr/>
        </p:nvSpPr>
        <p:spPr>
          <a:xfrm>
            <a:off x="40875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4" name="F2_precision_recall_distributions_5468">
            <a:extLst>
              <a:ext uri="{FF2B5EF4-FFF2-40B4-BE49-F238E27FC236}">
                <a16:creationId xmlns:a16="http://schemas.microsoft.com/office/drawing/2014/main" id="{9F3787BC-83F5-4D41-B60B-9B800A000351}"/>
              </a:ext>
            </a:extLst>
          </p:cNvPr>
          <p:cNvSpPr>
            <a:spLocks noGrp="1"/>
          </p:cNvSpPr>
          <p:nvPr/>
        </p:nvSpPr>
        <p:spPr>
          <a:xfrm>
            <a:off x="42801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5" name="F2_precision_recall_distributions_5469">
            <a:extLst>
              <a:ext uri="{FF2B5EF4-FFF2-40B4-BE49-F238E27FC236}">
                <a16:creationId xmlns:a16="http://schemas.microsoft.com/office/drawing/2014/main" id="{5BF3D23C-8FDA-4B70-A8A2-CC990EC75210}"/>
              </a:ext>
            </a:extLst>
          </p:cNvPr>
          <p:cNvSpPr>
            <a:spLocks noGrp="1"/>
          </p:cNvSpPr>
          <p:nvPr/>
        </p:nvSpPr>
        <p:spPr>
          <a:xfrm>
            <a:off x="39945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6" name="F2_precision_recall_distributions_5470">
            <a:extLst>
              <a:ext uri="{FF2B5EF4-FFF2-40B4-BE49-F238E27FC236}">
                <a16:creationId xmlns:a16="http://schemas.microsoft.com/office/drawing/2014/main" id="{9EAFEA70-5C0D-480F-9DEF-C2229C585CC6}"/>
              </a:ext>
            </a:extLst>
          </p:cNvPr>
          <p:cNvSpPr>
            <a:spLocks noGrp="1"/>
          </p:cNvSpPr>
          <p:nvPr/>
        </p:nvSpPr>
        <p:spPr>
          <a:xfrm>
            <a:off x="4262081" y="44771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7" name="F2_precision_recall_distributions_5471">
            <a:extLst>
              <a:ext uri="{FF2B5EF4-FFF2-40B4-BE49-F238E27FC236}">
                <a16:creationId xmlns:a16="http://schemas.microsoft.com/office/drawing/2014/main" id="{59ADCB6A-0F51-4E7F-AE75-90EFEE5ADCC1}"/>
              </a:ext>
            </a:extLst>
          </p:cNvPr>
          <p:cNvSpPr>
            <a:spLocks noGrp="1"/>
          </p:cNvSpPr>
          <p:nvPr/>
        </p:nvSpPr>
        <p:spPr>
          <a:xfrm>
            <a:off x="43044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8" name="F2_precision_recall_distributions_5472">
            <a:extLst>
              <a:ext uri="{FF2B5EF4-FFF2-40B4-BE49-F238E27FC236}">
                <a16:creationId xmlns:a16="http://schemas.microsoft.com/office/drawing/2014/main" id="{448CAD53-A256-492F-A8DA-41466D83D0CD}"/>
              </a:ext>
            </a:extLst>
          </p:cNvPr>
          <p:cNvSpPr>
            <a:spLocks noGrp="1"/>
          </p:cNvSpPr>
          <p:nvPr/>
        </p:nvSpPr>
        <p:spPr>
          <a:xfrm>
            <a:off x="4145433" y="50683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9" name="F2_precision_recall_distributions_5473">
            <a:extLst>
              <a:ext uri="{FF2B5EF4-FFF2-40B4-BE49-F238E27FC236}">
                <a16:creationId xmlns:a16="http://schemas.microsoft.com/office/drawing/2014/main" id="{2D8A72D9-A251-4328-B3D1-01E68AA10548}"/>
              </a:ext>
            </a:extLst>
          </p:cNvPr>
          <p:cNvSpPr>
            <a:spLocks noGrp="1"/>
          </p:cNvSpPr>
          <p:nvPr/>
        </p:nvSpPr>
        <p:spPr>
          <a:xfrm>
            <a:off x="4324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0" name="F2_precision_recall_distributions_5474">
            <a:extLst>
              <a:ext uri="{FF2B5EF4-FFF2-40B4-BE49-F238E27FC236}">
                <a16:creationId xmlns:a16="http://schemas.microsoft.com/office/drawing/2014/main" id="{461E1EE1-1FCE-4DE2-A04A-D25F93625380}"/>
              </a:ext>
            </a:extLst>
          </p:cNvPr>
          <p:cNvSpPr>
            <a:spLocks noGrp="1"/>
          </p:cNvSpPr>
          <p:nvPr/>
        </p:nvSpPr>
        <p:spPr>
          <a:xfrm>
            <a:off x="4289668" y="5006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1" name="F2_precision_recall_distributions_5475">
            <a:extLst>
              <a:ext uri="{FF2B5EF4-FFF2-40B4-BE49-F238E27FC236}">
                <a16:creationId xmlns:a16="http://schemas.microsoft.com/office/drawing/2014/main" id="{215CF85B-9B7C-4B6F-A070-1702D86184FA}"/>
              </a:ext>
            </a:extLst>
          </p:cNvPr>
          <p:cNvSpPr>
            <a:spLocks noGrp="1"/>
          </p:cNvSpPr>
          <p:nvPr/>
        </p:nvSpPr>
        <p:spPr>
          <a:xfrm>
            <a:off x="4096111" y="5024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2" name="F2_precision_recall_distributions_5476">
            <a:extLst>
              <a:ext uri="{FF2B5EF4-FFF2-40B4-BE49-F238E27FC236}">
                <a16:creationId xmlns:a16="http://schemas.microsoft.com/office/drawing/2014/main" id="{5138E1B0-2E6C-4BEA-9B52-2A66CB9FBE9F}"/>
              </a:ext>
            </a:extLst>
          </p:cNvPr>
          <p:cNvSpPr>
            <a:spLocks noGrp="1"/>
          </p:cNvSpPr>
          <p:nvPr/>
        </p:nvSpPr>
        <p:spPr>
          <a:xfrm>
            <a:off x="4122198" y="50699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3" name="F2_precision_recall_distributions_5477">
            <a:extLst>
              <a:ext uri="{FF2B5EF4-FFF2-40B4-BE49-F238E27FC236}">
                <a16:creationId xmlns:a16="http://schemas.microsoft.com/office/drawing/2014/main" id="{E9D32C8A-8E55-4094-B1EB-072CAD8B1A58}"/>
              </a:ext>
            </a:extLst>
          </p:cNvPr>
          <p:cNvSpPr>
            <a:spLocks noGrp="1"/>
          </p:cNvSpPr>
          <p:nvPr/>
        </p:nvSpPr>
        <p:spPr>
          <a:xfrm>
            <a:off x="4257019" y="50662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4" name="F2_precision_recall_distributions_5478">
            <a:extLst>
              <a:ext uri="{FF2B5EF4-FFF2-40B4-BE49-F238E27FC236}">
                <a16:creationId xmlns:a16="http://schemas.microsoft.com/office/drawing/2014/main" id="{7C29089D-B51E-467C-8F4C-F8C40770804D}"/>
              </a:ext>
            </a:extLst>
          </p:cNvPr>
          <p:cNvSpPr>
            <a:spLocks noGrp="1"/>
          </p:cNvSpPr>
          <p:nvPr/>
        </p:nvSpPr>
        <p:spPr>
          <a:xfrm>
            <a:off x="42962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5" name="F2_precision_recall_distributions_5479">
            <a:extLst>
              <a:ext uri="{FF2B5EF4-FFF2-40B4-BE49-F238E27FC236}">
                <a16:creationId xmlns:a16="http://schemas.microsoft.com/office/drawing/2014/main" id="{CFDD894B-1578-4B5D-A720-03A3D72CF510}"/>
              </a:ext>
            </a:extLst>
          </p:cNvPr>
          <p:cNvSpPr>
            <a:spLocks noGrp="1"/>
          </p:cNvSpPr>
          <p:nvPr/>
        </p:nvSpPr>
        <p:spPr>
          <a:xfrm>
            <a:off x="41084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6" name="F2_precision_recall_distributions_5480">
            <a:extLst>
              <a:ext uri="{FF2B5EF4-FFF2-40B4-BE49-F238E27FC236}">
                <a16:creationId xmlns:a16="http://schemas.microsoft.com/office/drawing/2014/main" id="{85CCE8D7-70DB-4410-BDD7-AD1997693879}"/>
              </a:ext>
            </a:extLst>
          </p:cNvPr>
          <p:cNvSpPr>
            <a:spLocks noGrp="1"/>
          </p:cNvSpPr>
          <p:nvPr/>
        </p:nvSpPr>
        <p:spPr>
          <a:xfrm>
            <a:off x="42042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7" name="F2_precision_recall_distributions_5481">
            <a:extLst>
              <a:ext uri="{FF2B5EF4-FFF2-40B4-BE49-F238E27FC236}">
                <a16:creationId xmlns:a16="http://schemas.microsoft.com/office/drawing/2014/main" id="{3CB248D5-5AA4-4657-80DC-8A5A87B2C8AF}"/>
              </a:ext>
            </a:extLst>
          </p:cNvPr>
          <p:cNvSpPr>
            <a:spLocks noGrp="1"/>
          </p:cNvSpPr>
          <p:nvPr/>
        </p:nvSpPr>
        <p:spPr>
          <a:xfrm>
            <a:off x="4205532" y="50775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8" name="F2_precision_recall_distributions_5482">
            <a:extLst>
              <a:ext uri="{FF2B5EF4-FFF2-40B4-BE49-F238E27FC236}">
                <a16:creationId xmlns:a16="http://schemas.microsoft.com/office/drawing/2014/main" id="{730DD0EF-FD4F-4BC5-9492-66D45CD0269E}"/>
              </a:ext>
            </a:extLst>
          </p:cNvPr>
          <p:cNvSpPr>
            <a:spLocks noGrp="1"/>
          </p:cNvSpPr>
          <p:nvPr/>
        </p:nvSpPr>
        <p:spPr>
          <a:xfrm>
            <a:off x="42819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9" name="F2_precision_recall_distributions_5483">
            <a:extLst>
              <a:ext uri="{FF2B5EF4-FFF2-40B4-BE49-F238E27FC236}">
                <a16:creationId xmlns:a16="http://schemas.microsoft.com/office/drawing/2014/main" id="{6FAB4AF4-9073-456A-8BEA-156372C271D6}"/>
              </a:ext>
            </a:extLst>
          </p:cNvPr>
          <p:cNvSpPr>
            <a:spLocks noGrp="1"/>
          </p:cNvSpPr>
          <p:nvPr/>
        </p:nvSpPr>
        <p:spPr>
          <a:xfrm>
            <a:off x="399558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0" name="F2_precision_recall_distributions_5484">
            <a:extLst>
              <a:ext uri="{FF2B5EF4-FFF2-40B4-BE49-F238E27FC236}">
                <a16:creationId xmlns:a16="http://schemas.microsoft.com/office/drawing/2014/main" id="{C66D9EAB-AFDF-4030-8602-B3DCF9320F56}"/>
              </a:ext>
            </a:extLst>
          </p:cNvPr>
          <p:cNvSpPr>
            <a:spLocks noGrp="1"/>
          </p:cNvSpPr>
          <p:nvPr/>
        </p:nvSpPr>
        <p:spPr>
          <a:xfrm>
            <a:off x="430048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1" name="F2_precision_recall_distributions_5485">
            <a:extLst>
              <a:ext uri="{FF2B5EF4-FFF2-40B4-BE49-F238E27FC236}">
                <a16:creationId xmlns:a16="http://schemas.microsoft.com/office/drawing/2014/main" id="{E3390652-029E-44A2-A978-ECBD575CDB05}"/>
              </a:ext>
            </a:extLst>
          </p:cNvPr>
          <p:cNvSpPr>
            <a:spLocks noGrp="1"/>
          </p:cNvSpPr>
          <p:nvPr/>
        </p:nvSpPr>
        <p:spPr>
          <a:xfrm>
            <a:off x="4257778" y="506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2" name="F2_precision_recall_distributions_5486">
            <a:extLst>
              <a:ext uri="{FF2B5EF4-FFF2-40B4-BE49-F238E27FC236}">
                <a16:creationId xmlns:a16="http://schemas.microsoft.com/office/drawing/2014/main" id="{CE71A9C9-4ACE-4E57-9580-4D10D8AE6E08}"/>
              </a:ext>
            </a:extLst>
          </p:cNvPr>
          <p:cNvSpPr>
            <a:spLocks noGrp="1"/>
          </p:cNvSpPr>
          <p:nvPr/>
        </p:nvSpPr>
        <p:spPr>
          <a:xfrm>
            <a:off x="4038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3" name="F2_precision_recall_distributions_5487">
            <a:extLst>
              <a:ext uri="{FF2B5EF4-FFF2-40B4-BE49-F238E27FC236}">
                <a16:creationId xmlns:a16="http://schemas.microsoft.com/office/drawing/2014/main" id="{A7EBF3F8-B05B-4999-B58C-037E98EFB293}"/>
              </a:ext>
            </a:extLst>
          </p:cNvPr>
          <p:cNvSpPr>
            <a:spLocks noGrp="1"/>
          </p:cNvSpPr>
          <p:nvPr/>
        </p:nvSpPr>
        <p:spPr>
          <a:xfrm>
            <a:off x="3986324" y="50772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4" name="F2_precision_recall_distributions_5488">
            <a:extLst>
              <a:ext uri="{FF2B5EF4-FFF2-40B4-BE49-F238E27FC236}">
                <a16:creationId xmlns:a16="http://schemas.microsoft.com/office/drawing/2014/main" id="{27FC9EC8-2216-493E-8AED-635AD07679AA}"/>
              </a:ext>
            </a:extLst>
          </p:cNvPr>
          <p:cNvSpPr>
            <a:spLocks noGrp="1"/>
          </p:cNvSpPr>
          <p:nvPr/>
        </p:nvSpPr>
        <p:spPr>
          <a:xfrm>
            <a:off x="4190380" y="5073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5" name="F2_precision_recall_distributions_5489">
            <a:extLst>
              <a:ext uri="{FF2B5EF4-FFF2-40B4-BE49-F238E27FC236}">
                <a16:creationId xmlns:a16="http://schemas.microsoft.com/office/drawing/2014/main" id="{99EF5D99-71E8-4C41-91D5-AECBECA75C4E}"/>
              </a:ext>
            </a:extLst>
          </p:cNvPr>
          <p:cNvSpPr>
            <a:spLocks noGrp="1"/>
          </p:cNvSpPr>
          <p:nvPr/>
        </p:nvSpPr>
        <p:spPr>
          <a:xfrm>
            <a:off x="400861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6" name="F2_precision_recall_distributions_5490">
            <a:extLst>
              <a:ext uri="{FF2B5EF4-FFF2-40B4-BE49-F238E27FC236}">
                <a16:creationId xmlns:a16="http://schemas.microsoft.com/office/drawing/2014/main" id="{32B9FADF-F380-40BA-8155-05E86ADF22B5}"/>
              </a:ext>
            </a:extLst>
          </p:cNvPr>
          <p:cNvSpPr>
            <a:spLocks noGrp="1"/>
          </p:cNvSpPr>
          <p:nvPr/>
        </p:nvSpPr>
        <p:spPr>
          <a:xfrm>
            <a:off x="4100714" y="5076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7" name="F2_precision_recall_distributions_5491">
            <a:extLst>
              <a:ext uri="{FF2B5EF4-FFF2-40B4-BE49-F238E27FC236}">
                <a16:creationId xmlns:a16="http://schemas.microsoft.com/office/drawing/2014/main" id="{9D6DAAD6-3382-48CA-A810-15F1937C6B38}"/>
              </a:ext>
            </a:extLst>
          </p:cNvPr>
          <p:cNvSpPr>
            <a:spLocks noGrp="1"/>
          </p:cNvSpPr>
          <p:nvPr/>
        </p:nvSpPr>
        <p:spPr>
          <a:xfrm>
            <a:off x="4351287" y="5074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8" name="F2_precision_recall_distributions_5492">
            <a:extLst>
              <a:ext uri="{FF2B5EF4-FFF2-40B4-BE49-F238E27FC236}">
                <a16:creationId xmlns:a16="http://schemas.microsoft.com/office/drawing/2014/main" id="{1C41FBC5-66C9-4F74-9636-A9CEE47E5EF7}"/>
              </a:ext>
            </a:extLst>
          </p:cNvPr>
          <p:cNvSpPr>
            <a:spLocks noGrp="1"/>
          </p:cNvSpPr>
          <p:nvPr/>
        </p:nvSpPr>
        <p:spPr>
          <a:xfrm>
            <a:off x="3982286" y="5077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9" name="F2_precision_recall_distributions_5493">
            <a:extLst>
              <a:ext uri="{FF2B5EF4-FFF2-40B4-BE49-F238E27FC236}">
                <a16:creationId xmlns:a16="http://schemas.microsoft.com/office/drawing/2014/main" id="{336A60CE-6833-40EA-9350-6A3E73E0B4BF}"/>
              </a:ext>
            </a:extLst>
          </p:cNvPr>
          <p:cNvSpPr>
            <a:spLocks noGrp="1"/>
          </p:cNvSpPr>
          <p:nvPr/>
        </p:nvSpPr>
        <p:spPr>
          <a:xfrm>
            <a:off x="42929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0" name="F2_precision_recall_distributions_5494">
            <a:extLst>
              <a:ext uri="{FF2B5EF4-FFF2-40B4-BE49-F238E27FC236}">
                <a16:creationId xmlns:a16="http://schemas.microsoft.com/office/drawing/2014/main" id="{202049C2-9220-419D-BD26-C7AE4412834B}"/>
              </a:ext>
            </a:extLst>
          </p:cNvPr>
          <p:cNvSpPr>
            <a:spLocks noGrp="1"/>
          </p:cNvSpPr>
          <p:nvPr/>
        </p:nvSpPr>
        <p:spPr>
          <a:xfrm>
            <a:off x="4133155" y="5069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1" name="F2_precision_recall_distributions_5495">
            <a:extLst>
              <a:ext uri="{FF2B5EF4-FFF2-40B4-BE49-F238E27FC236}">
                <a16:creationId xmlns:a16="http://schemas.microsoft.com/office/drawing/2014/main" id="{7FD7B15F-425B-4353-8852-697ED42A5752}"/>
              </a:ext>
            </a:extLst>
          </p:cNvPr>
          <p:cNvSpPr>
            <a:spLocks noGrp="1"/>
          </p:cNvSpPr>
          <p:nvPr/>
        </p:nvSpPr>
        <p:spPr>
          <a:xfrm>
            <a:off x="43218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2" name="F2_precision_recall_distributions_5496">
            <a:extLst>
              <a:ext uri="{FF2B5EF4-FFF2-40B4-BE49-F238E27FC236}">
                <a16:creationId xmlns:a16="http://schemas.microsoft.com/office/drawing/2014/main" id="{3981FC75-5AF4-4FA7-87B3-447FD234F664}"/>
              </a:ext>
            </a:extLst>
          </p:cNvPr>
          <p:cNvSpPr>
            <a:spLocks noGrp="1"/>
          </p:cNvSpPr>
          <p:nvPr/>
        </p:nvSpPr>
        <p:spPr>
          <a:xfrm>
            <a:off x="39815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3" name="F2_precision_recall_distributions_5497">
            <a:extLst>
              <a:ext uri="{FF2B5EF4-FFF2-40B4-BE49-F238E27FC236}">
                <a16:creationId xmlns:a16="http://schemas.microsoft.com/office/drawing/2014/main" id="{B9DF7C5D-36A5-485A-A895-E3A2DFC29D62}"/>
              </a:ext>
            </a:extLst>
          </p:cNvPr>
          <p:cNvSpPr>
            <a:spLocks noGrp="1"/>
          </p:cNvSpPr>
          <p:nvPr/>
        </p:nvSpPr>
        <p:spPr>
          <a:xfrm>
            <a:off x="4174672" y="50587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4" name="F2_precision_recall_distributions_5498">
            <a:extLst>
              <a:ext uri="{FF2B5EF4-FFF2-40B4-BE49-F238E27FC236}">
                <a16:creationId xmlns:a16="http://schemas.microsoft.com/office/drawing/2014/main" id="{7069BF05-BE9D-475D-8EEF-3801CBE0C447}"/>
              </a:ext>
            </a:extLst>
          </p:cNvPr>
          <p:cNvSpPr>
            <a:spLocks noGrp="1"/>
          </p:cNvSpPr>
          <p:nvPr/>
        </p:nvSpPr>
        <p:spPr>
          <a:xfrm>
            <a:off x="4292997" y="5073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5" name="F2_precision_recall_distributions_5499">
            <a:extLst>
              <a:ext uri="{FF2B5EF4-FFF2-40B4-BE49-F238E27FC236}">
                <a16:creationId xmlns:a16="http://schemas.microsoft.com/office/drawing/2014/main" id="{5BEFE988-A8DB-4E55-A834-1BB49A1C798B}"/>
              </a:ext>
            </a:extLst>
          </p:cNvPr>
          <p:cNvSpPr>
            <a:spLocks noGrp="1"/>
          </p:cNvSpPr>
          <p:nvPr/>
        </p:nvSpPr>
        <p:spPr>
          <a:xfrm>
            <a:off x="4030803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6" name="F2_precision_recall_distributions_5500">
            <a:extLst>
              <a:ext uri="{FF2B5EF4-FFF2-40B4-BE49-F238E27FC236}">
                <a16:creationId xmlns:a16="http://schemas.microsoft.com/office/drawing/2014/main" id="{676D2BA1-98AA-4A4F-8191-82BFB8BD3728}"/>
              </a:ext>
            </a:extLst>
          </p:cNvPr>
          <p:cNvSpPr>
            <a:spLocks noGrp="1"/>
          </p:cNvSpPr>
          <p:nvPr/>
        </p:nvSpPr>
        <p:spPr>
          <a:xfrm>
            <a:off x="423348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7" name="F2_precision_recall_distributions_5501">
            <a:extLst>
              <a:ext uri="{FF2B5EF4-FFF2-40B4-BE49-F238E27FC236}">
                <a16:creationId xmlns:a16="http://schemas.microsoft.com/office/drawing/2014/main" id="{CCE5CA5E-5FA6-4F8D-845B-969C1931C9C0}"/>
              </a:ext>
            </a:extLst>
          </p:cNvPr>
          <p:cNvSpPr>
            <a:spLocks noGrp="1"/>
          </p:cNvSpPr>
          <p:nvPr/>
        </p:nvSpPr>
        <p:spPr>
          <a:xfrm>
            <a:off x="4087450" y="50593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8" name="F2_precision_recall_distributions_5502">
            <a:extLst>
              <a:ext uri="{FF2B5EF4-FFF2-40B4-BE49-F238E27FC236}">
                <a16:creationId xmlns:a16="http://schemas.microsoft.com/office/drawing/2014/main" id="{D29A5591-E9D3-4BCA-B49C-3439D3F9169A}"/>
              </a:ext>
            </a:extLst>
          </p:cNvPr>
          <p:cNvSpPr>
            <a:spLocks noGrp="1"/>
          </p:cNvSpPr>
          <p:nvPr/>
        </p:nvSpPr>
        <p:spPr>
          <a:xfrm>
            <a:off x="3996645" y="5071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9" name="F2_precision_recall_distributions_5503">
            <a:extLst>
              <a:ext uri="{FF2B5EF4-FFF2-40B4-BE49-F238E27FC236}">
                <a16:creationId xmlns:a16="http://schemas.microsoft.com/office/drawing/2014/main" id="{37049B26-959E-412C-A66B-CD5628218BCC}"/>
              </a:ext>
            </a:extLst>
          </p:cNvPr>
          <p:cNvSpPr>
            <a:spLocks noGrp="1"/>
          </p:cNvSpPr>
          <p:nvPr/>
        </p:nvSpPr>
        <p:spPr>
          <a:xfrm>
            <a:off x="4124076" y="50287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0" name="F2_precision_recall_distributions_5504">
            <a:extLst>
              <a:ext uri="{FF2B5EF4-FFF2-40B4-BE49-F238E27FC236}">
                <a16:creationId xmlns:a16="http://schemas.microsoft.com/office/drawing/2014/main" id="{D0492D49-4802-48B5-9E77-93EF04D6F1C1}"/>
              </a:ext>
            </a:extLst>
          </p:cNvPr>
          <p:cNvSpPr>
            <a:spLocks noGrp="1"/>
          </p:cNvSpPr>
          <p:nvPr/>
        </p:nvSpPr>
        <p:spPr>
          <a:xfrm>
            <a:off x="40461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1" name="F2_precision_recall_distributions_5505">
            <a:extLst>
              <a:ext uri="{FF2B5EF4-FFF2-40B4-BE49-F238E27FC236}">
                <a16:creationId xmlns:a16="http://schemas.microsoft.com/office/drawing/2014/main" id="{90FB6460-45C7-422B-A25B-1ADB76E7C109}"/>
              </a:ext>
            </a:extLst>
          </p:cNvPr>
          <p:cNvSpPr>
            <a:spLocks noGrp="1"/>
          </p:cNvSpPr>
          <p:nvPr/>
        </p:nvSpPr>
        <p:spPr>
          <a:xfrm>
            <a:off x="41621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2" name="F2_precision_recall_distributions_5506">
            <a:extLst>
              <a:ext uri="{FF2B5EF4-FFF2-40B4-BE49-F238E27FC236}">
                <a16:creationId xmlns:a16="http://schemas.microsoft.com/office/drawing/2014/main" id="{D21190C3-5A5E-499D-B51F-C93A1DE04E40}"/>
              </a:ext>
            </a:extLst>
          </p:cNvPr>
          <p:cNvSpPr>
            <a:spLocks noGrp="1"/>
          </p:cNvSpPr>
          <p:nvPr/>
        </p:nvSpPr>
        <p:spPr>
          <a:xfrm>
            <a:off x="4283663" y="5065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3" name="F2_precision_recall_distributions_5507">
            <a:extLst>
              <a:ext uri="{FF2B5EF4-FFF2-40B4-BE49-F238E27FC236}">
                <a16:creationId xmlns:a16="http://schemas.microsoft.com/office/drawing/2014/main" id="{9B413BA1-07E4-4F46-B166-07D3501B6DB9}"/>
              </a:ext>
            </a:extLst>
          </p:cNvPr>
          <p:cNvSpPr>
            <a:spLocks noGrp="1"/>
          </p:cNvSpPr>
          <p:nvPr/>
        </p:nvSpPr>
        <p:spPr>
          <a:xfrm>
            <a:off x="40623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4" name="F2_precision_recall_distributions_5508">
            <a:extLst>
              <a:ext uri="{FF2B5EF4-FFF2-40B4-BE49-F238E27FC236}">
                <a16:creationId xmlns:a16="http://schemas.microsoft.com/office/drawing/2014/main" id="{A130EA61-CB7F-4406-B60F-22D131097F4B}"/>
              </a:ext>
            </a:extLst>
          </p:cNvPr>
          <p:cNvSpPr>
            <a:spLocks noGrp="1"/>
          </p:cNvSpPr>
          <p:nvPr/>
        </p:nvSpPr>
        <p:spPr>
          <a:xfrm>
            <a:off x="3985297" y="50769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5" name="F2_precision_recall_distributions_5509">
            <a:extLst>
              <a:ext uri="{FF2B5EF4-FFF2-40B4-BE49-F238E27FC236}">
                <a16:creationId xmlns:a16="http://schemas.microsoft.com/office/drawing/2014/main" id="{9FAE6184-6206-4052-BA4C-6E577F1D21D0}"/>
              </a:ext>
            </a:extLst>
          </p:cNvPr>
          <p:cNvSpPr>
            <a:spLocks noGrp="1"/>
          </p:cNvSpPr>
          <p:nvPr/>
        </p:nvSpPr>
        <p:spPr>
          <a:xfrm>
            <a:off x="43276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6" name="F2_precision_recall_distributions_5510">
            <a:extLst>
              <a:ext uri="{FF2B5EF4-FFF2-40B4-BE49-F238E27FC236}">
                <a16:creationId xmlns:a16="http://schemas.microsoft.com/office/drawing/2014/main" id="{8FA98EE9-C11F-49BA-8141-8582F914B818}"/>
              </a:ext>
            </a:extLst>
          </p:cNvPr>
          <p:cNvSpPr>
            <a:spLocks noGrp="1"/>
          </p:cNvSpPr>
          <p:nvPr/>
        </p:nvSpPr>
        <p:spPr>
          <a:xfrm>
            <a:off x="4136056" y="50719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7" name="F2_precision_recall_distributions_5511">
            <a:extLst>
              <a:ext uri="{FF2B5EF4-FFF2-40B4-BE49-F238E27FC236}">
                <a16:creationId xmlns:a16="http://schemas.microsoft.com/office/drawing/2014/main" id="{40E350ED-9326-4DF3-884E-D88748B41EA8}"/>
              </a:ext>
            </a:extLst>
          </p:cNvPr>
          <p:cNvSpPr>
            <a:spLocks noGrp="1"/>
          </p:cNvSpPr>
          <p:nvPr/>
        </p:nvSpPr>
        <p:spPr>
          <a:xfrm>
            <a:off x="41318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8" name="F2_precision_recall_distributions_5512">
            <a:extLst>
              <a:ext uri="{FF2B5EF4-FFF2-40B4-BE49-F238E27FC236}">
                <a16:creationId xmlns:a16="http://schemas.microsoft.com/office/drawing/2014/main" id="{112DDF16-0A9D-47BF-87F1-0F68C1488799}"/>
              </a:ext>
            </a:extLst>
          </p:cNvPr>
          <p:cNvSpPr>
            <a:spLocks noGrp="1"/>
          </p:cNvSpPr>
          <p:nvPr/>
        </p:nvSpPr>
        <p:spPr>
          <a:xfrm>
            <a:off x="4099368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9" name="F2_precision_recall_distributions_5513">
            <a:extLst>
              <a:ext uri="{FF2B5EF4-FFF2-40B4-BE49-F238E27FC236}">
                <a16:creationId xmlns:a16="http://schemas.microsoft.com/office/drawing/2014/main" id="{40C3F864-25B9-47A3-A3D9-14589ED2545F}"/>
              </a:ext>
            </a:extLst>
          </p:cNvPr>
          <p:cNvSpPr>
            <a:spLocks noGrp="1"/>
          </p:cNvSpPr>
          <p:nvPr/>
        </p:nvSpPr>
        <p:spPr>
          <a:xfrm>
            <a:off x="40280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0" name="F2_precision_recall_distributions_5514">
            <a:extLst>
              <a:ext uri="{FF2B5EF4-FFF2-40B4-BE49-F238E27FC236}">
                <a16:creationId xmlns:a16="http://schemas.microsoft.com/office/drawing/2014/main" id="{D5E39AA0-AF80-466A-AE6F-18A32B06D2EE}"/>
              </a:ext>
            </a:extLst>
          </p:cNvPr>
          <p:cNvSpPr>
            <a:spLocks noGrp="1"/>
          </p:cNvSpPr>
          <p:nvPr/>
        </p:nvSpPr>
        <p:spPr>
          <a:xfrm>
            <a:off x="4072971" y="5069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1" name="F2_precision_recall_distributions_5515">
            <a:extLst>
              <a:ext uri="{FF2B5EF4-FFF2-40B4-BE49-F238E27FC236}">
                <a16:creationId xmlns:a16="http://schemas.microsoft.com/office/drawing/2014/main" id="{361A6DD3-B19F-42B6-8AB5-0E80280C2F52}"/>
              </a:ext>
            </a:extLst>
          </p:cNvPr>
          <p:cNvSpPr>
            <a:spLocks noGrp="1"/>
          </p:cNvSpPr>
          <p:nvPr/>
        </p:nvSpPr>
        <p:spPr>
          <a:xfrm>
            <a:off x="42281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2" name="F2_precision_recall_distributions_5516">
            <a:extLst>
              <a:ext uri="{FF2B5EF4-FFF2-40B4-BE49-F238E27FC236}">
                <a16:creationId xmlns:a16="http://schemas.microsoft.com/office/drawing/2014/main" id="{C7A53CC9-2B87-414B-8C08-D41F9D6EFB69}"/>
              </a:ext>
            </a:extLst>
          </p:cNvPr>
          <p:cNvSpPr>
            <a:spLocks noGrp="1"/>
          </p:cNvSpPr>
          <p:nvPr/>
        </p:nvSpPr>
        <p:spPr>
          <a:xfrm>
            <a:off x="4062150" y="48070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3" name="F2_precision_recall_distributions_5517">
            <a:extLst>
              <a:ext uri="{FF2B5EF4-FFF2-40B4-BE49-F238E27FC236}">
                <a16:creationId xmlns:a16="http://schemas.microsoft.com/office/drawing/2014/main" id="{0A5A06AB-B840-49CC-B233-2F6890A1722C}"/>
              </a:ext>
            </a:extLst>
          </p:cNvPr>
          <p:cNvSpPr>
            <a:spLocks noGrp="1"/>
          </p:cNvSpPr>
          <p:nvPr/>
        </p:nvSpPr>
        <p:spPr>
          <a:xfrm>
            <a:off x="4129418" y="49089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4" name="F2_precision_recall_distributions_5518">
            <a:extLst>
              <a:ext uri="{FF2B5EF4-FFF2-40B4-BE49-F238E27FC236}">
                <a16:creationId xmlns:a16="http://schemas.microsoft.com/office/drawing/2014/main" id="{6EF58C4E-D963-45B9-9E2B-6FED86BB096D}"/>
              </a:ext>
            </a:extLst>
          </p:cNvPr>
          <p:cNvSpPr>
            <a:spLocks noGrp="1"/>
          </p:cNvSpPr>
          <p:nvPr/>
        </p:nvSpPr>
        <p:spPr>
          <a:xfrm>
            <a:off x="43165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5" name="F2_precision_recall_distributions_5519">
            <a:extLst>
              <a:ext uri="{FF2B5EF4-FFF2-40B4-BE49-F238E27FC236}">
                <a16:creationId xmlns:a16="http://schemas.microsoft.com/office/drawing/2014/main" id="{030915F8-72A4-4EDE-BE55-463DF83BC8E6}"/>
              </a:ext>
            </a:extLst>
          </p:cNvPr>
          <p:cNvSpPr>
            <a:spLocks noGrp="1"/>
          </p:cNvSpPr>
          <p:nvPr/>
        </p:nvSpPr>
        <p:spPr>
          <a:xfrm>
            <a:off x="4156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6" name="F2_precision_recall_distributions_5520">
            <a:extLst>
              <a:ext uri="{FF2B5EF4-FFF2-40B4-BE49-F238E27FC236}">
                <a16:creationId xmlns:a16="http://schemas.microsoft.com/office/drawing/2014/main" id="{C1FC0D4B-34D3-4049-88A2-C41A610F2FF8}"/>
              </a:ext>
            </a:extLst>
          </p:cNvPr>
          <p:cNvSpPr>
            <a:spLocks noGrp="1"/>
          </p:cNvSpPr>
          <p:nvPr/>
        </p:nvSpPr>
        <p:spPr>
          <a:xfrm>
            <a:off x="4036769" y="50711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7" name="F2_precision_recall_distributions_5521">
            <a:extLst>
              <a:ext uri="{FF2B5EF4-FFF2-40B4-BE49-F238E27FC236}">
                <a16:creationId xmlns:a16="http://schemas.microsoft.com/office/drawing/2014/main" id="{FBA2509D-D028-4834-B4BF-9A67E36BC4C5}"/>
              </a:ext>
            </a:extLst>
          </p:cNvPr>
          <p:cNvSpPr>
            <a:spLocks noGrp="1"/>
          </p:cNvSpPr>
          <p:nvPr/>
        </p:nvSpPr>
        <p:spPr>
          <a:xfrm>
            <a:off x="4168119" y="50149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8" name="F2_precision_recall_distributions_5522">
            <a:extLst>
              <a:ext uri="{FF2B5EF4-FFF2-40B4-BE49-F238E27FC236}">
                <a16:creationId xmlns:a16="http://schemas.microsoft.com/office/drawing/2014/main" id="{F210E570-2D23-4F76-ADA7-DC18A2C730AB}"/>
              </a:ext>
            </a:extLst>
          </p:cNvPr>
          <p:cNvSpPr>
            <a:spLocks noGrp="1"/>
          </p:cNvSpPr>
          <p:nvPr/>
        </p:nvSpPr>
        <p:spPr>
          <a:xfrm>
            <a:off x="4330483" y="5059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9" name="F2_precision_recall_distributions_5523">
            <a:extLst>
              <a:ext uri="{FF2B5EF4-FFF2-40B4-BE49-F238E27FC236}">
                <a16:creationId xmlns:a16="http://schemas.microsoft.com/office/drawing/2014/main" id="{2E5F1049-4D6F-420D-ABCD-ED7C5895CCD4}"/>
              </a:ext>
            </a:extLst>
          </p:cNvPr>
          <p:cNvSpPr>
            <a:spLocks noGrp="1"/>
          </p:cNvSpPr>
          <p:nvPr/>
        </p:nvSpPr>
        <p:spPr>
          <a:xfrm>
            <a:off x="4346612" y="50595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0" name="F2_precision_recall_distributions_5524">
            <a:extLst>
              <a:ext uri="{FF2B5EF4-FFF2-40B4-BE49-F238E27FC236}">
                <a16:creationId xmlns:a16="http://schemas.microsoft.com/office/drawing/2014/main" id="{98D35A54-6C99-4B56-8904-8FF0A93F9EF7}"/>
              </a:ext>
            </a:extLst>
          </p:cNvPr>
          <p:cNvSpPr>
            <a:spLocks noGrp="1"/>
          </p:cNvSpPr>
          <p:nvPr/>
        </p:nvSpPr>
        <p:spPr>
          <a:xfrm>
            <a:off x="4034032" y="5063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1" name="F2_precision_recall_distributions_5525">
            <a:extLst>
              <a:ext uri="{FF2B5EF4-FFF2-40B4-BE49-F238E27FC236}">
                <a16:creationId xmlns:a16="http://schemas.microsoft.com/office/drawing/2014/main" id="{B91BD330-EEFD-4494-A939-C58AD7C08C46}"/>
              </a:ext>
            </a:extLst>
          </p:cNvPr>
          <p:cNvSpPr>
            <a:spLocks noGrp="1"/>
          </p:cNvSpPr>
          <p:nvPr/>
        </p:nvSpPr>
        <p:spPr>
          <a:xfrm>
            <a:off x="40408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2" name="F2_precision_recall_distributions_5526">
            <a:extLst>
              <a:ext uri="{FF2B5EF4-FFF2-40B4-BE49-F238E27FC236}">
                <a16:creationId xmlns:a16="http://schemas.microsoft.com/office/drawing/2014/main" id="{BC556511-FFE1-4151-A40C-7CF16678FBF0}"/>
              </a:ext>
            </a:extLst>
          </p:cNvPr>
          <p:cNvSpPr>
            <a:spLocks noGrp="1"/>
          </p:cNvSpPr>
          <p:nvPr/>
        </p:nvSpPr>
        <p:spPr>
          <a:xfrm>
            <a:off x="4288710" y="50723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3" name="F2_precision_recall_distributions_5527">
            <a:extLst>
              <a:ext uri="{FF2B5EF4-FFF2-40B4-BE49-F238E27FC236}">
                <a16:creationId xmlns:a16="http://schemas.microsoft.com/office/drawing/2014/main" id="{5386C8F4-75AC-410B-AFEF-B189C0248B04}"/>
              </a:ext>
            </a:extLst>
          </p:cNvPr>
          <p:cNvSpPr>
            <a:spLocks noGrp="1"/>
          </p:cNvSpPr>
          <p:nvPr/>
        </p:nvSpPr>
        <p:spPr>
          <a:xfrm>
            <a:off x="4074044" y="5070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4" name="F2_precision_recall_distributions_5528">
            <a:extLst>
              <a:ext uri="{FF2B5EF4-FFF2-40B4-BE49-F238E27FC236}">
                <a16:creationId xmlns:a16="http://schemas.microsoft.com/office/drawing/2014/main" id="{05CC641E-E23F-4C16-881B-735783CE5671}"/>
              </a:ext>
            </a:extLst>
          </p:cNvPr>
          <p:cNvSpPr>
            <a:spLocks noGrp="1"/>
          </p:cNvSpPr>
          <p:nvPr/>
        </p:nvSpPr>
        <p:spPr>
          <a:xfrm>
            <a:off x="41420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5" name="F2_precision_recall_distributions_5529">
            <a:extLst>
              <a:ext uri="{FF2B5EF4-FFF2-40B4-BE49-F238E27FC236}">
                <a16:creationId xmlns:a16="http://schemas.microsoft.com/office/drawing/2014/main" id="{E91B7773-6F70-40DC-A674-A71280B7EA4E}"/>
              </a:ext>
            </a:extLst>
          </p:cNvPr>
          <p:cNvSpPr>
            <a:spLocks noGrp="1"/>
          </p:cNvSpPr>
          <p:nvPr/>
        </p:nvSpPr>
        <p:spPr>
          <a:xfrm>
            <a:off x="4028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6" name="F2_precision_recall_distributions_5530">
            <a:extLst>
              <a:ext uri="{FF2B5EF4-FFF2-40B4-BE49-F238E27FC236}">
                <a16:creationId xmlns:a16="http://schemas.microsoft.com/office/drawing/2014/main" id="{614419C6-94BB-4F71-8CA1-A38FE95B2C95}"/>
              </a:ext>
            </a:extLst>
          </p:cNvPr>
          <p:cNvSpPr>
            <a:spLocks noGrp="1"/>
          </p:cNvSpPr>
          <p:nvPr/>
        </p:nvSpPr>
        <p:spPr>
          <a:xfrm>
            <a:off x="4184184" y="502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7" name="F2_precision_recall_distributions_5531">
            <a:extLst>
              <a:ext uri="{FF2B5EF4-FFF2-40B4-BE49-F238E27FC236}">
                <a16:creationId xmlns:a16="http://schemas.microsoft.com/office/drawing/2014/main" id="{8FA0A2B7-774A-40BA-97F4-DBEF5B094C1D}"/>
              </a:ext>
            </a:extLst>
          </p:cNvPr>
          <p:cNvSpPr>
            <a:spLocks noGrp="1"/>
          </p:cNvSpPr>
          <p:nvPr/>
        </p:nvSpPr>
        <p:spPr>
          <a:xfrm>
            <a:off x="432044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8" name="F2_precision_recall_distributions_5532">
            <a:extLst>
              <a:ext uri="{FF2B5EF4-FFF2-40B4-BE49-F238E27FC236}">
                <a16:creationId xmlns:a16="http://schemas.microsoft.com/office/drawing/2014/main" id="{EF23136B-9752-46A0-B382-36F2E4943F08}"/>
              </a:ext>
            </a:extLst>
          </p:cNvPr>
          <p:cNvSpPr>
            <a:spLocks noGrp="1"/>
          </p:cNvSpPr>
          <p:nvPr/>
        </p:nvSpPr>
        <p:spPr>
          <a:xfrm>
            <a:off x="4057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9" name="F2_precision_recall_distributions_5533">
            <a:extLst>
              <a:ext uri="{FF2B5EF4-FFF2-40B4-BE49-F238E27FC236}">
                <a16:creationId xmlns:a16="http://schemas.microsoft.com/office/drawing/2014/main" id="{A54E2552-CB05-422D-B915-CFA233979C01}"/>
              </a:ext>
            </a:extLst>
          </p:cNvPr>
          <p:cNvSpPr>
            <a:spLocks noGrp="1"/>
          </p:cNvSpPr>
          <p:nvPr/>
        </p:nvSpPr>
        <p:spPr>
          <a:xfrm>
            <a:off x="4242520" y="4989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0" name="F2_precision_recall_distributions_5534">
            <a:extLst>
              <a:ext uri="{FF2B5EF4-FFF2-40B4-BE49-F238E27FC236}">
                <a16:creationId xmlns:a16="http://schemas.microsoft.com/office/drawing/2014/main" id="{62573E89-B019-4378-AEAA-1E572DF5DBCD}"/>
              </a:ext>
            </a:extLst>
          </p:cNvPr>
          <p:cNvSpPr>
            <a:spLocks noGrp="1"/>
          </p:cNvSpPr>
          <p:nvPr/>
        </p:nvSpPr>
        <p:spPr>
          <a:xfrm>
            <a:off x="39972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1" name="F2_precision_recall_distributions_5535">
            <a:extLst>
              <a:ext uri="{FF2B5EF4-FFF2-40B4-BE49-F238E27FC236}">
                <a16:creationId xmlns:a16="http://schemas.microsoft.com/office/drawing/2014/main" id="{9E032C1D-7929-4879-8F1B-8AC790265036}"/>
              </a:ext>
            </a:extLst>
          </p:cNvPr>
          <p:cNvSpPr>
            <a:spLocks noGrp="1"/>
          </p:cNvSpPr>
          <p:nvPr/>
        </p:nvSpPr>
        <p:spPr>
          <a:xfrm>
            <a:off x="41046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2" name="F2_precision_recall_distributions_5536">
            <a:extLst>
              <a:ext uri="{FF2B5EF4-FFF2-40B4-BE49-F238E27FC236}">
                <a16:creationId xmlns:a16="http://schemas.microsoft.com/office/drawing/2014/main" id="{D489EA8B-6FEB-46C9-B6BA-0F98D52EC68C}"/>
              </a:ext>
            </a:extLst>
          </p:cNvPr>
          <p:cNvSpPr>
            <a:spLocks noGrp="1"/>
          </p:cNvSpPr>
          <p:nvPr/>
        </p:nvSpPr>
        <p:spPr>
          <a:xfrm>
            <a:off x="3990720" y="5072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3" name="F2_precision_recall_distributions_5537">
            <a:extLst>
              <a:ext uri="{FF2B5EF4-FFF2-40B4-BE49-F238E27FC236}">
                <a16:creationId xmlns:a16="http://schemas.microsoft.com/office/drawing/2014/main" id="{2AFC78FF-1EEB-49B4-8ADD-0ED8885FE141}"/>
              </a:ext>
            </a:extLst>
          </p:cNvPr>
          <p:cNvSpPr>
            <a:spLocks noGrp="1"/>
          </p:cNvSpPr>
          <p:nvPr/>
        </p:nvSpPr>
        <p:spPr>
          <a:xfrm>
            <a:off x="42682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4" name="F2_precision_recall_distributions_5538">
            <a:extLst>
              <a:ext uri="{FF2B5EF4-FFF2-40B4-BE49-F238E27FC236}">
                <a16:creationId xmlns:a16="http://schemas.microsoft.com/office/drawing/2014/main" id="{A1E8F2E2-03B7-4237-85C8-1EC447FEB9A1}"/>
              </a:ext>
            </a:extLst>
          </p:cNvPr>
          <p:cNvSpPr>
            <a:spLocks noGrp="1"/>
          </p:cNvSpPr>
          <p:nvPr/>
        </p:nvSpPr>
        <p:spPr>
          <a:xfrm>
            <a:off x="42651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5" name="F2_precision_recall_distributions_5539">
            <a:extLst>
              <a:ext uri="{FF2B5EF4-FFF2-40B4-BE49-F238E27FC236}">
                <a16:creationId xmlns:a16="http://schemas.microsoft.com/office/drawing/2014/main" id="{33A59747-8612-4090-9348-F0E7FA3AA27C}"/>
              </a:ext>
            </a:extLst>
          </p:cNvPr>
          <p:cNvSpPr>
            <a:spLocks noGrp="1"/>
          </p:cNvSpPr>
          <p:nvPr/>
        </p:nvSpPr>
        <p:spPr>
          <a:xfrm>
            <a:off x="43464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6" name="F2_precision_recall_distributions_5540">
            <a:extLst>
              <a:ext uri="{FF2B5EF4-FFF2-40B4-BE49-F238E27FC236}">
                <a16:creationId xmlns:a16="http://schemas.microsoft.com/office/drawing/2014/main" id="{3FA41591-3D0F-4694-8770-40E537CE8EC8}"/>
              </a:ext>
            </a:extLst>
          </p:cNvPr>
          <p:cNvSpPr>
            <a:spLocks noGrp="1"/>
          </p:cNvSpPr>
          <p:nvPr/>
        </p:nvSpPr>
        <p:spPr>
          <a:xfrm>
            <a:off x="4168300" y="5040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7" name="F2_precision_recall_distributions_5541">
            <a:extLst>
              <a:ext uri="{FF2B5EF4-FFF2-40B4-BE49-F238E27FC236}">
                <a16:creationId xmlns:a16="http://schemas.microsoft.com/office/drawing/2014/main" id="{1D94D5E1-EF29-4407-8572-FD14083414A7}"/>
              </a:ext>
            </a:extLst>
          </p:cNvPr>
          <p:cNvSpPr>
            <a:spLocks noGrp="1"/>
          </p:cNvSpPr>
          <p:nvPr/>
        </p:nvSpPr>
        <p:spPr>
          <a:xfrm>
            <a:off x="400587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8" name="F2_precision_recall_distributions_5542">
            <a:extLst>
              <a:ext uri="{FF2B5EF4-FFF2-40B4-BE49-F238E27FC236}">
                <a16:creationId xmlns:a16="http://schemas.microsoft.com/office/drawing/2014/main" id="{876370CE-81F3-470F-883D-EBD418D8778F}"/>
              </a:ext>
            </a:extLst>
          </p:cNvPr>
          <p:cNvSpPr>
            <a:spLocks noGrp="1"/>
          </p:cNvSpPr>
          <p:nvPr/>
        </p:nvSpPr>
        <p:spPr>
          <a:xfrm>
            <a:off x="431976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9" name="F2_precision_recall_distributions_5543">
            <a:extLst>
              <a:ext uri="{FF2B5EF4-FFF2-40B4-BE49-F238E27FC236}">
                <a16:creationId xmlns:a16="http://schemas.microsoft.com/office/drawing/2014/main" id="{5D0CFA72-425B-421C-B2F3-E4635C79C4FF}"/>
              </a:ext>
            </a:extLst>
          </p:cNvPr>
          <p:cNvSpPr>
            <a:spLocks noGrp="1"/>
          </p:cNvSpPr>
          <p:nvPr/>
        </p:nvSpPr>
        <p:spPr>
          <a:xfrm>
            <a:off x="4345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0" name="F2_precision_recall_distributions_5544">
            <a:extLst>
              <a:ext uri="{FF2B5EF4-FFF2-40B4-BE49-F238E27FC236}">
                <a16:creationId xmlns:a16="http://schemas.microsoft.com/office/drawing/2014/main" id="{4F93CF98-C074-44F8-AE2F-2B00D768A68C}"/>
              </a:ext>
            </a:extLst>
          </p:cNvPr>
          <p:cNvSpPr>
            <a:spLocks noGrp="1"/>
          </p:cNvSpPr>
          <p:nvPr/>
        </p:nvSpPr>
        <p:spPr>
          <a:xfrm>
            <a:off x="4176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1" name="F2_precision_recall_distributions_5545">
            <a:extLst>
              <a:ext uri="{FF2B5EF4-FFF2-40B4-BE49-F238E27FC236}">
                <a16:creationId xmlns:a16="http://schemas.microsoft.com/office/drawing/2014/main" id="{0FF626C4-CEE4-4797-B7E1-13B23CCD0697}"/>
              </a:ext>
            </a:extLst>
          </p:cNvPr>
          <p:cNvSpPr>
            <a:spLocks noGrp="1"/>
          </p:cNvSpPr>
          <p:nvPr/>
        </p:nvSpPr>
        <p:spPr>
          <a:xfrm>
            <a:off x="4250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2" name="F2_precision_recall_distributions_5546">
            <a:extLst>
              <a:ext uri="{FF2B5EF4-FFF2-40B4-BE49-F238E27FC236}">
                <a16:creationId xmlns:a16="http://schemas.microsoft.com/office/drawing/2014/main" id="{5AA1E8D6-16A6-4119-B9A1-89A07042B510}"/>
              </a:ext>
            </a:extLst>
          </p:cNvPr>
          <p:cNvSpPr>
            <a:spLocks noGrp="1"/>
          </p:cNvSpPr>
          <p:nvPr/>
        </p:nvSpPr>
        <p:spPr>
          <a:xfrm>
            <a:off x="4260316" y="5076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3" name="F2_precision_recall_distributions_5547">
            <a:extLst>
              <a:ext uri="{FF2B5EF4-FFF2-40B4-BE49-F238E27FC236}">
                <a16:creationId xmlns:a16="http://schemas.microsoft.com/office/drawing/2014/main" id="{6834D257-32D3-4FBF-AB85-C3AB046F80AA}"/>
              </a:ext>
            </a:extLst>
          </p:cNvPr>
          <p:cNvSpPr>
            <a:spLocks noGrp="1"/>
          </p:cNvSpPr>
          <p:nvPr/>
        </p:nvSpPr>
        <p:spPr>
          <a:xfrm>
            <a:off x="41844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4" name="F2_precision_recall_distributions_5548">
            <a:extLst>
              <a:ext uri="{FF2B5EF4-FFF2-40B4-BE49-F238E27FC236}">
                <a16:creationId xmlns:a16="http://schemas.microsoft.com/office/drawing/2014/main" id="{19D38480-2310-4F3A-A5CE-DAE7BD0A9F67}"/>
              </a:ext>
            </a:extLst>
          </p:cNvPr>
          <p:cNvSpPr>
            <a:spLocks noGrp="1"/>
          </p:cNvSpPr>
          <p:nvPr/>
        </p:nvSpPr>
        <p:spPr>
          <a:xfrm>
            <a:off x="4055715" y="507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5" name="F2_precision_recall_distributions_5549">
            <a:extLst>
              <a:ext uri="{FF2B5EF4-FFF2-40B4-BE49-F238E27FC236}">
                <a16:creationId xmlns:a16="http://schemas.microsoft.com/office/drawing/2014/main" id="{5CEDE841-26ED-48D7-AF64-D8EA83C523BD}"/>
              </a:ext>
            </a:extLst>
          </p:cNvPr>
          <p:cNvSpPr>
            <a:spLocks noGrp="1"/>
          </p:cNvSpPr>
          <p:nvPr/>
        </p:nvSpPr>
        <p:spPr>
          <a:xfrm>
            <a:off x="40775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6" name="F2_precision_recall_distributions_5550">
            <a:extLst>
              <a:ext uri="{FF2B5EF4-FFF2-40B4-BE49-F238E27FC236}">
                <a16:creationId xmlns:a16="http://schemas.microsoft.com/office/drawing/2014/main" id="{AAC43DB8-2E78-48C2-B8F4-B136632EAE80}"/>
              </a:ext>
            </a:extLst>
          </p:cNvPr>
          <p:cNvSpPr>
            <a:spLocks noGrp="1"/>
          </p:cNvSpPr>
          <p:nvPr/>
        </p:nvSpPr>
        <p:spPr>
          <a:xfrm>
            <a:off x="4254749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7" name="F2_precision_recall_distributions_5551">
            <a:extLst>
              <a:ext uri="{FF2B5EF4-FFF2-40B4-BE49-F238E27FC236}">
                <a16:creationId xmlns:a16="http://schemas.microsoft.com/office/drawing/2014/main" id="{37EB61D0-02EB-4158-85DB-AD16FCC8584C}"/>
              </a:ext>
            </a:extLst>
          </p:cNvPr>
          <p:cNvSpPr>
            <a:spLocks noGrp="1"/>
          </p:cNvSpPr>
          <p:nvPr/>
        </p:nvSpPr>
        <p:spPr>
          <a:xfrm>
            <a:off x="4103543" y="50467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8" name="F2_precision_recall_distributions_5552">
            <a:extLst>
              <a:ext uri="{FF2B5EF4-FFF2-40B4-BE49-F238E27FC236}">
                <a16:creationId xmlns:a16="http://schemas.microsoft.com/office/drawing/2014/main" id="{0795411F-97B8-4288-8DA2-0EF4CDEA98F5}"/>
              </a:ext>
            </a:extLst>
          </p:cNvPr>
          <p:cNvSpPr>
            <a:spLocks noGrp="1"/>
          </p:cNvSpPr>
          <p:nvPr/>
        </p:nvSpPr>
        <p:spPr>
          <a:xfrm>
            <a:off x="4194069" y="50015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9" name="F2_precision_recall_distributions_5553">
            <a:extLst>
              <a:ext uri="{FF2B5EF4-FFF2-40B4-BE49-F238E27FC236}">
                <a16:creationId xmlns:a16="http://schemas.microsoft.com/office/drawing/2014/main" id="{F07CC094-C376-4438-84C3-F39B48634E35}"/>
              </a:ext>
            </a:extLst>
          </p:cNvPr>
          <p:cNvSpPr>
            <a:spLocks noGrp="1"/>
          </p:cNvSpPr>
          <p:nvPr/>
        </p:nvSpPr>
        <p:spPr>
          <a:xfrm>
            <a:off x="4044497" y="50739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0" name="F2_precision_recall_distributions_5554">
            <a:extLst>
              <a:ext uri="{FF2B5EF4-FFF2-40B4-BE49-F238E27FC236}">
                <a16:creationId xmlns:a16="http://schemas.microsoft.com/office/drawing/2014/main" id="{53AF967B-6DDE-4A64-A9E6-E51AB3349F91}"/>
              </a:ext>
            </a:extLst>
          </p:cNvPr>
          <p:cNvSpPr>
            <a:spLocks noGrp="1"/>
          </p:cNvSpPr>
          <p:nvPr/>
        </p:nvSpPr>
        <p:spPr>
          <a:xfrm>
            <a:off x="4213097" y="50764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1" name="F2_precision_recall_distributions_5555">
            <a:extLst>
              <a:ext uri="{FF2B5EF4-FFF2-40B4-BE49-F238E27FC236}">
                <a16:creationId xmlns:a16="http://schemas.microsoft.com/office/drawing/2014/main" id="{1B3EE6E0-17E9-40C0-8839-EFDA4446F325}"/>
              </a:ext>
            </a:extLst>
          </p:cNvPr>
          <p:cNvSpPr>
            <a:spLocks noGrp="1"/>
          </p:cNvSpPr>
          <p:nvPr/>
        </p:nvSpPr>
        <p:spPr>
          <a:xfrm>
            <a:off x="4258996" y="50382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2" name="F2_precision_recall_distributions_5556">
            <a:extLst>
              <a:ext uri="{FF2B5EF4-FFF2-40B4-BE49-F238E27FC236}">
                <a16:creationId xmlns:a16="http://schemas.microsoft.com/office/drawing/2014/main" id="{46A91A08-DCF1-4508-95C4-F44EF43DDB3D}"/>
              </a:ext>
            </a:extLst>
          </p:cNvPr>
          <p:cNvSpPr>
            <a:spLocks noGrp="1"/>
          </p:cNvSpPr>
          <p:nvPr/>
        </p:nvSpPr>
        <p:spPr>
          <a:xfrm>
            <a:off x="4127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3" name="F2_precision_recall_distributions_5557">
            <a:extLst>
              <a:ext uri="{FF2B5EF4-FFF2-40B4-BE49-F238E27FC236}">
                <a16:creationId xmlns:a16="http://schemas.microsoft.com/office/drawing/2014/main" id="{26C94083-93ED-49AD-9296-348410196527}"/>
              </a:ext>
            </a:extLst>
          </p:cNvPr>
          <p:cNvSpPr>
            <a:spLocks noGrp="1"/>
          </p:cNvSpPr>
          <p:nvPr/>
        </p:nvSpPr>
        <p:spPr>
          <a:xfrm>
            <a:off x="4167527" y="50332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4" name="F2_precision_recall_distributions_5558">
            <a:extLst>
              <a:ext uri="{FF2B5EF4-FFF2-40B4-BE49-F238E27FC236}">
                <a16:creationId xmlns:a16="http://schemas.microsoft.com/office/drawing/2014/main" id="{E9EC6E84-D5D0-46DC-A533-5E4E4BFA9C98}"/>
              </a:ext>
            </a:extLst>
          </p:cNvPr>
          <p:cNvSpPr>
            <a:spLocks noGrp="1"/>
          </p:cNvSpPr>
          <p:nvPr/>
        </p:nvSpPr>
        <p:spPr>
          <a:xfrm>
            <a:off x="41966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5" name="F2_precision_recall_distributions_5559">
            <a:extLst>
              <a:ext uri="{FF2B5EF4-FFF2-40B4-BE49-F238E27FC236}">
                <a16:creationId xmlns:a16="http://schemas.microsoft.com/office/drawing/2014/main" id="{46CD3CED-9A72-481D-BB9D-E5C2BE5EF105}"/>
              </a:ext>
            </a:extLst>
          </p:cNvPr>
          <p:cNvSpPr>
            <a:spLocks noGrp="1"/>
          </p:cNvSpPr>
          <p:nvPr/>
        </p:nvSpPr>
        <p:spPr>
          <a:xfrm>
            <a:off x="415736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6" name="F2_precision_recall_distributions_5560">
            <a:extLst>
              <a:ext uri="{FF2B5EF4-FFF2-40B4-BE49-F238E27FC236}">
                <a16:creationId xmlns:a16="http://schemas.microsoft.com/office/drawing/2014/main" id="{DBD2E09B-D829-408E-B9EB-D63374B1DA4C}"/>
              </a:ext>
            </a:extLst>
          </p:cNvPr>
          <p:cNvSpPr>
            <a:spLocks noGrp="1"/>
          </p:cNvSpPr>
          <p:nvPr/>
        </p:nvSpPr>
        <p:spPr>
          <a:xfrm>
            <a:off x="41111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7" name="F2_precision_recall_distributions_5561">
            <a:extLst>
              <a:ext uri="{FF2B5EF4-FFF2-40B4-BE49-F238E27FC236}">
                <a16:creationId xmlns:a16="http://schemas.microsoft.com/office/drawing/2014/main" id="{7BDF8175-970B-4F28-B948-48CEDB3111E2}"/>
              </a:ext>
            </a:extLst>
          </p:cNvPr>
          <p:cNvSpPr>
            <a:spLocks noGrp="1"/>
          </p:cNvSpPr>
          <p:nvPr/>
        </p:nvSpPr>
        <p:spPr>
          <a:xfrm>
            <a:off x="4266433" y="50666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8" name="F2_precision_recall_distributions_5562">
            <a:extLst>
              <a:ext uri="{FF2B5EF4-FFF2-40B4-BE49-F238E27FC236}">
                <a16:creationId xmlns:a16="http://schemas.microsoft.com/office/drawing/2014/main" id="{1AF21211-E200-4D61-A901-F7E60D290DDC}"/>
              </a:ext>
            </a:extLst>
          </p:cNvPr>
          <p:cNvSpPr>
            <a:spLocks noGrp="1"/>
          </p:cNvSpPr>
          <p:nvPr/>
        </p:nvSpPr>
        <p:spPr>
          <a:xfrm>
            <a:off x="4143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9" name="F2_precision_recall_distributions_5563">
            <a:extLst>
              <a:ext uri="{FF2B5EF4-FFF2-40B4-BE49-F238E27FC236}">
                <a16:creationId xmlns:a16="http://schemas.microsoft.com/office/drawing/2014/main" id="{04B32C01-DFCF-4ED9-A91F-602E8F35952A}"/>
              </a:ext>
            </a:extLst>
          </p:cNvPr>
          <p:cNvSpPr>
            <a:spLocks noGrp="1"/>
          </p:cNvSpPr>
          <p:nvPr/>
        </p:nvSpPr>
        <p:spPr>
          <a:xfrm>
            <a:off x="4135258" y="50548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0" name="F2_precision_recall_distributions_5564">
            <a:extLst>
              <a:ext uri="{FF2B5EF4-FFF2-40B4-BE49-F238E27FC236}">
                <a16:creationId xmlns:a16="http://schemas.microsoft.com/office/drawing/2014/main" id="{E800EBD3-8791-400C-9576-4914FB086C95}"/>
              </a:ext>
            </a:extLst>
          </p:cNvPr>
          <p:cNvSpPr>
            <a:spLocks noGrp="1"/>
          </p:cNvSpPr>
          <p:nvPr/>
        </p:nvSpPr>
        <p:spPr>
          <a:xfrm>
            <a:off x="4210988" y="50685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1" name="F2_precision_recall_distributions_5565">
            <a:extLst>
              <a:ext uri="{FF2B5EF4-FFF2-40B4-BE49-F238E27FC236}">
                <a16:creationId xmlns:a16="http://schemas.microsoft.com/office/drawing/2014/main" id="{726144D1-6395-49B2-B8D8-F51F40C30AC3}"/>
              </a:ext>
            </a:extLst>
          </p:cNvPr>
          <p:cNvSpPr>
            <a:spLocks noGrp="1"/>
          </p:cNvSpPr>
          <p:nvPr/>
        </p:nvSpPr>
        <p:spPr>
          <a:xfrm>
            <a:off x="3992725" y="5073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2" name="F2_precision_recall_distributions_5566">
            <a:extLst>
              <a:ext uri="{FF2B5EF4-FFF2-40B4-BE49-F238E27FC236}">
                <a16:creationId xmlns:a16="http://schemas.microsoft.com/office/drawing/2014/main" id="{2BB4FC56-6EDE-419A-A29A-1F604F8EB476}"/>
              </a:ext>
            </a:extLst>
          </p:cNvPr>
          <p:cNvSpPr>
            <a:spLocks noGrp="1"/>
          </p:cNvSpPr>
          <p:nvPr/>
        </p:nvSpPr>
        <p:spPr>
          <a:xfrm>
            <a:off x="3988562" y="50708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3" name="F2_precision_recall_distributions_5567">
            <a:extLst>
              <a:ext uri="{FF2B5EF4-FFF2-40B4-BE49-F238E27FC236}">
                <a16:creationId xmlns:a16="http://schemas.microsoft.com/office/drawing/2014/main" id="{72B6ED7A-DE7E-4C9D-BBFD-5EDA0ECA5072}"/>
              </a:ext>
            </a:extLst>
          </p:cNvPr>
          <p:cNvSpPr>
            <a:spLocks noGrp="1"/>
          </p:cNvSpPr>
          <p:nvPr/>
        </p:nvSpPr>
        <p:spPr>
          <a:xfrm>
            <a:off x="3982789" y="5077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4" name="F2_precision_recall_distributions_5568">
            <a:extLst>
              <a:ext uri="{FF2B5EF4-FFF2-40B4-BE49-F238E27FC236}">
                <a16:creationId xmlns:a16="http://schemas.microsoft.com/office/drawing/2014/main" id="{5D45D951-3EB1-4C9E-82A1-BF6754ABDC3A}"/>
              </a:ext>
            </a:extLst>
          </p:cNvPr>
          <p:cNvSpPr>
            <a:spLocks noGrp="1"/>
          </p:cNvSpPr>
          <p:nvPr/>
        </p:nvSpPr>
        <p:spPr>
          <a:xfrm>
            <a:off x="42321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5" name="F2_precision_recall_distributions_5569">
            <a:extLst>
              <a:ext uri="{FF2B5EF4-FFF2-40B4-BE49-F238E27FC236}">
                <a16:creationId xmlns:a16="http://schemas.microsoft.com/office/drawing/2014/main" id="{000428CA-375E-4C7C-89F9-18D549866F35}"/>
              </a:ext>
            </a:extLst>
          </p:cNvPr>
          <p:cNvSpPr>
            <a:spLocks noGrp="1"/>
          </p:cNvSpPr>
          <p:nvPr/>
        </p:nvSpPr>
        <p:spPr>
          <a:xfrm>
            <a:off x="4223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6" name="F2_precision_recall_distributions_5570">
            <a:extLst>
              <a:ext uri="{FF2B5EF4-FFF2-40B4-BE49-F238E27FC236}">
                <a16:creationId xmlns:a16="http://schemas.microsoft.com/office/drawing/2014/main" id="{3542CC72-AC64-4EA9-9619-D03D79C0DD44}"/>
              </a:ext>
            </a:extLst>
          </p:cNvPr>
          <p:cNvSpPr>
            <a:spLocks noGrp="1"/>
          </p:cNvSpPr>
          <p:nvPr/>
        </p:nvSpPr>
        <p:spPr>
          <a:xfrm>
            <a:off x="4282636" y="5069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7" name="F2_precision_recall_distributions_5571">
            <a:extLst>
              <a:ext uri="{FF2B5EF4-FFF2-40B4-BE49-F238E27FC236}">
                <a16:creationId xmlns:a16="http://schemas.microsoft.com/office/drawing/2014/main" id="{2013AEB7-4B73-45E8-8A4E-03DE59DAE1F9}"/>
              </a:ext>
            </a:extLst>
          </p:cNvPr>
          <p:cNvSpPr>
            <a:spLocks noGrp="1"/>
          </p:cNvSpPr>
          <p:nvPr/>
        </p:nvSpPr>
        <p:spPr>
          <a:xfrm>
            <a:off x="41914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8" name="F2_precision_recall_distributions_5572">
            <a:extLst>
              <a:ext uri="{FF2B5EF4-FFF2-40B4-BE49-F238E27FC236}">
                <a16:creationId xmlns:a16="http://schemas.microsoft.com/office/drawing/2014/main" id="{F9A7AB80-5A43-440B-A082-A30C7732B04A}"/>
              </a:ext>
            </a:extLst>
          </p:cNvPr>
          <p:cNvSpPr>
            <a:spLocks noGrp="1"/>
          </p:cNvSpPr>
          <p:nvPr/>
        </p:nvSpPr>
        <p:spPr>
          <a:xfrm>
            <a:off x="40532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9" name="F2_precision_recall_distributions_5573">
            <a:extLst>
              <a:ext uri="{FF2B5EF4-FFF2-40B4-BE49-F238E27FC236}">
                <a16:creationId xmlns:a16="http://schemas.microsoft.com/office/drawing/2014/main" id="{57D4BAD0-E2AA-4074-890D-9CF28FF1B745}"/>
              </a:ext>
            </a:extLst>
          </p:cNvPr>
          <p:cNvSpPr>
            <a:spLocks noGrp="1"/>
          </p:cNvSpPr>
          <p:nvPr/>
        </p:nvSpPr>
        <p:spPr>
          <a:xfrm>
            <a:off x="4147932" y="50761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0" name="F2_precision_recall_distributions_5574">
            <a:extLst>
              <a:ext uri="{FF2B5EF4-FFF2-40B4-BE49-F238E27FC236}">
                <a16:creationId xmlns:a16="http://schemas.microsoft.com/office/drawing/2014/main" id="{BEE6A10F-518E-4FF3-9F69-98A2C19E7052}"/>
              </a:ext>
            </a:extLst>
          </p:cNvPr>
          <p:cNvSpPr>
            <a:spLocks noGrp="1"/>
          </p:cNvSpPr>
          <p:nvPr/>
        </p:nvSpPr>
        <p:spPr>
          <a:xfrm>
            <a:off x="4035214" y="5070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1" name="F2_precision_recall_distributions_5575">
            <a:extLst>
              <a:ext uri="{FF2B5EF4-FFF2-40B4-BE49-F238E27FC236}">
                <a16:creationId xmlns:a16="http://schemas.microsoft.com/office/drawing/2014/main" id="{F1E2FA35-9013-4386-8837-80ABB7F917B5}"/>
              </a:ext>
            </a:extLst>
          </p:cNvPr>
          <p:cNvSpPr>
            <a:spLocks noGrp="1"/>
          </p:cNvSpPr>
          <p:nvPr/>
        </p:nvSpPr>
        <p:spPr>
          <a:xfrm>
            <a:off x="43097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2" name="F2_precision_recall_distributions_5576">
            <a:extLst>
              <a:ext uri="{FF2B5EF4-FFF2-40B4-BE49-F238E27FC236}">
                <a16:creationId xmlns:a16="http://schemas.microsoft.com/office/drawing/2014/main" id="{93AE3E89-63B1-4F4D-A536-1408E7D47AAC}"/>
              </a:ext>
            </a:extLst>
          </p:cNvPr>
          <p:cNvSpPr>
            <a:spLocks noGrp="1"/>
          </p:cNvSpPr>
          <p:nvPr/>
        </p:nvSpPr>
        <p:spPr>
          <a:xfrm>
            <a:off x="4078078" y="50748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3" name="F2_precision_recall_distributions_5577">
            <a:extLst>
              <a:ext uri="{FF2B5EF4-FFF2-40B4-BE49-F238E27FC236}">
                <a16:creationId xmlns:a16="http://schemas.microsoft.com/office/drawing/2014/main" id="{BA3B560F-F6B3-4B6B-B17B-C7208CBCA189}"/>
              </a:ext>
            </a:extLst>
          </p:cNvPr>
          <p:cNvSpPr>
            <a:spLocks noGrp="1"/>
          </p:cNvSpPr>
          <p:nvPr/>
        </p:nvSpPr>
        <p:spPr>
          <a:xfrm>
            <a:off x="3996562" y="50621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4" name="F2_precision_recall_distributions_5578">
            <a:extLst>
              <a:ext uri="{FF2B5EF4-FFF2-40B4-BE49-F238E27FC236}">
                <a16:creationId xmlns:a16="http://schemas.microsoft.com/office/drawing/2014/main" id="{25B4ACA7-40F2-495F-8A0B-FFBD504521BA}"/>
              </a:ext>
            </a:extLst>
          </p:cNvPr>
          <p:cNvSpPr>
            <a:spLocks noGrp="1"/>
          </p:cNvSpPr>
          <p:nvPr/>
        </p:nvSpPr>
        <p:spPr>
          <a:xfrm>
            <a:off x="420242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5" name="F2_precision_recall_distributions_5579">
            <a:extLst>
              <a:ext uri="{FF2B5EF4-FFF2-40B4-BE49-F238E27FC236}">
                <a16:creationId xmlns:a16="http://schemas.microsoft.com/office/drawing/2014/main" id="{45D68FA7-D8BD-4BC5-987D-03C3BEBE20B1}"/>
              </a:ext>
            </a:extLst>
          </p:cNvPr>
          <p:cNvSpPr>
            <a:spLocks noGrp="1"/>
          </p:cNvSpPr>
          <p:nvPr/>
        </p:nvSpPr>
        <p:spPr>
          <a:xfrm>
            <a:off x="40427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6" name="F2_precision_recall_distributions_5580">
            <a:extLst>
              <a:ext uri="{FF2B5EF4-FFF2-40B4-BE49-F238E27FC236}">
                <a16:creationId xmlns:a16="http://schemas.microsoft.com/office/drawing/2014/main" id="{D6EF5AF9-E01F-413E-853A-3150ACDCD90A}"/>
              </a:ext>
            </a:extLst>
          </p:cNvPr>
          <p:cNvSpPr>
            <a:spLocks noGrp="1"/>
          </p:cNvSpPr>
          <p:nvPr/>
        </p:nvSpPr>
        <p:spPr>
          <a:xfrm>
            <a:off x="41253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7" name="F2_precision_recall_distributions_5581">
            <a:extLst>
              <a:ext uri="{FF2B5EF4-FFF2-40B4-BE49-F238E27FC236}">
                <a16:creationId xmlns:a16="http://schemas.microsoft.com/office/drawing/2014/main" id="{53088C6A-B451-4287-AD90-EBD1F7A80650}"/>
              </a:ext>
            </a:extLst>
          </p:cNvPr>
          <p:cNvSpPr>
            <a:spLocks noGrp="1"/>
          </p:cNvSpPr>
          <p:nvPr/>
        </p:nvSpPr>
        <p:spPr>
          <a:xfrm>
            <a:off x="40370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8" name="F2_precision_recall_distributions_5582">
            <a:extLst>
              <a:ext uri="{FF2B5EF4-FFF2-40B4-BE49-F238E27FC236}">
                <a16:creationId xmlns:a16="http://schemas.microsoft.com/office/drawing/2014/main" id="{DAFD5424-8D1A-49E0-9097-738C10578672}"/>
              </a:ext>
            </a:extLst>
          </p:cNvPr>
          <p:cNvSpPr>
            <a:spLocks noGrp="1"/>
          </p:cNvSpPr>
          <p:nvPr/>
        </p:nvSpPr>
        <p:spPr>
          <a:xfrm>
            <a:off x="4219863" y="5067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9" name="F2_precision_recall_distributions_5583">
            <a:extLst>
              <a:ext uri="{FF2B5EF4-FFF2-40B4-BE49-F238E27FC236}">
                <a16:creationId xmlns:a16="http://schemas.microsoft.com/office/drawing/2014/main" id="{715B65C2-DDB1-41A2-B54E-AB87EC71D542}"/>
              </a:ext>
            </a:extLst>
          </p:cNvPr>
          <p:cNvSpPr>
            <a:spLocks noGrp="1"/>
          </p:cNvSpPr>
          <p:nvPr/>
        </p:nvSpPr>
        <p:spPr>
          <a:xfrm>
            <a:off x="4015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0" name="F2_precision_recall_distributions_5584">
            <a:extLst>
              <a:ext uri="{FF2B5EF4-FFF2-40B4-BE49-F238E27FC236}">
                <a16:creationId xmlns:a16="http://schemas.microsoft.com/office/drawing/2014/main" id="{6484D066-5E9D-46F0-ADD5-CBF35E9CDDAE}"/>
              </a:ext>
            </a:extLst>
          </p:cNvPr>
          <p:cNvSpPr>
            <a:spLocks noGrp="1"/>
          </p:cNvSpPr>
          <p:nvPr/>
        </p:nvSpPr>
        <p:spPr>
          <a:xfrm>
            <a:off x="4089981" y="505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1" name="F2_precision_recall_distributions_5585">
            <a:extLst>
              <a:ext uri="{FF2B5EF4-FFF2-40B4-BE49-F238E27FC236}">
                <a16:creationId xmlns:a16="http://schemas.microsoft.com/office/drawing/2014/main" id="{46640BDE-D6C6-45B2-95D5-99AB4579AD90}"/>
              </a:ext>
            </a:extLst>
          </p:cNvPr>
          <p:cNvSpPr>
            <a:spLocks noGrp="1"/>
          </p:cNvSpPr>
          <p:nvPr/>
        </p:nvSpPr>
        <p:spPr>
          <a:xfrm>
            <a:off x="4298477" y="50762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2" name="F2_precision_recall_distributions_5586">
            <a:extLst>
              <a:ext uri="{FF2B5EF4-FFF2-40B4-BE49-F238E27FC236}">
                <a16:creationId xmlns:a16="http://schemas.microsoft.com/office/drawing/2014/main" id="{DC48E2B0-05C0-4154-A602-706C190EAC1E}"/>
              </a:ext>
            </a:extLst>
          </p:cNvPr>
          <p:cNvSpPr>
            <a:spLocks noGrp="1"/>
          </p:cNvSpPr>
          <p:nvPr/>
        </p:nvSpPr>
        <p:spPr>
          <a:xfrm>
            <a:off x="4243841" y="5063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3" name="F2_precision_recall_distributions_5587">
            <a:extLst>
              <a:ext uri="{FF2B5EF4-FFF2-40B4-BE49-F238E27FC236}">
                <a16:creationId xmlns:a16="http://schemas.microsoft.com/office/drawing/2014/main" id="{BF5BC029-6E03-41C1-A1CE-C46D85D525A8}"/>
              </a:ext>
            </a:extLst>
          </p:cNvPr>
          <p:cNvSpPr>
            <a:spLocks noGrp="1"/>
          </p:cNvSpPr>
          <p:nvPr/>
        </p:nvSpPr>
        <p:spPr>
          <a:xfrm>
            <a:off x="3998272" y="50620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4" name="F2_precision_recall_distributions_5588">
            <a:extLst>
              <a:ext uri="{FF2B5EF4-FFF2-40B4-BE49-F238E27FC236}">
                <a16:creationId xmlns:a16="http://schemas.microsoft.com/office/drawing/2014/main" id="{5EA78F00-6B09-40F0-B83E-CE505747A66F}"/>
              </a:ext>
            </a:extLst>
          </p:cNvPr>
          <p:cNvSpPr>
            <a:spLocks noGrp="1"/>
          </p:cNvSpPr>
          <p:nvPr/>
        </p:nvSpPr>
        <p:spPr>
          <a:xfrm>
            <a:off x="4243092" y="50102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5" name="F2_precision_recall_distributions_5589">
            <a:extLst>
              <a:ext uri="{FF2B5EF4-FFF2-40B4-BE49-F238E27FC236}">
                <a16:creationId xmlns:a16="http://schemas.microsoft.com/office/drawing/2014/main" id="{BA475238-0B18-42F6-BFC4-F55409EFA125}"/>
              </a:ext>
            </a:extLst>
          </p:cNvPr>
          <p:cNvSpPr>
            <a:spLocks noGrp="1"/>
          </p:cNvSpPr>
          <p:nvPr/>
        </p:nvSpPr>
        <p:spPr>
          <a:xfrm>
            <a:off x="4038173" y="5068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6" name="F2_precision_recall_distributions_5590">
            <a:extLst>
              <a:ext uri="{FF2B5EF4-FFF2-40B4-BE49-F238E27FC236}">
                <a16:creationId xmlns:a16="http://schemas.microsoft.com/office/drawing/2014/main" id="{ED489849-C939-43BA-8668-F2C25E23A17C}"/>
              </a:ext>
            </a:extLst>
          </p:cNvPr>
          <p:cNvSpPr>
            <a:spLocks noGrp="1"/>
          </p:cNvSpPr>
          <p:nvPr/>
        </p:nvSpPr>
        <p:spPr>
          <a:xfrm>
            <a:off x="41062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7" name="F2_precision_recall_distributions_5591">
            <a:extLst>
              <a:ext uri="{FF2B5EF4-FFF2-40B4-BE49-F238E27FC236}">
                <a16:creationId xmlns:a16="http://schemas.microsoft.com/office/drawing/2014/main" id="{871086E4-897D-4F03-A09B-7C453F7D8423}"/>
              </a:ext>
            </a:extLst>
          </p:cNvPr>
          <p:cNvSpPr>
            <a:spLocks noGrp="1"/>
          </p:cNvSpPr>
          <p:nvPr/>
        </p:nvSpPr>
        <p:spPr>
          <a:xfrm>
            <a:off x="4321777" y="5073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8" name="F2_precision_recall_distributions_5592">
            <a:extLst>
              <a:ext uri="{FF2B5EF4-FFF2-40B4-BE49-F238E27FC236}">
                <a16:creationId xmlns:a16="http://schemas.microsoft.com/office/drawing/2014/main" id="{4C39802D-EED8-4BF8-B1BF-8BF5DAF21B5F}"/>
              </a:ext>
            </a:extLst>
          </p:cNvPr>
          <p:cNvSpPr>
            <a:spLocks noGrp="1"/>
          </p:cNvSpPr>
          <p:nvPr/>
        </p:nvSpPr>
        <p:spPr>
          <a:xfrm>
            <a:off x="4332238" y="50781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9" name="F2_precision_recall_distributions_5593">
            <a:extLst>
              <a:ext uri="{FF2B5EF4-FFF2-40B4-BE49-F238E27FC236}">
                <a16:creationId xmlns:a16="http://schemas.microsoft.com/office/drawing/2014/main" id="{C0829381-6990-4A7A-BAC8-C794928238BD}"/>
              </a:ext>
            </a:extLst>
          </p:cNvPr>
          <p:cNvSpPr>
            <a:spLocks noGrp="1"/>
          </p:cNvSpPr>
          <p:nvPr/>
        </p:nvSpPr>
        <p:spPr>
          <a:xfrm>
            <a:off x="4028973" y="49468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0" name="F2_precision_recall_distributions_5594">
            <a:extLst>
              <a:ext uri="{FF2B5EF4-FFF2-40B4-BE49-F238E27FC236}">
                <a16:creationId xmlns:a16="http://schemas.microsoft.com/office/drawing/2014/main" id="{A9A1EA88-BF23-4F54-8F06-A3D12BFE1E0A}"/>
              </a:ext>
            </a:extLst>
          </p:cNvPr>
          <p:cNvSpPr>
            <a:spLocks noGrp="1"/>
          </p:cNvSpPr>
          <p:nvPr/>
        </p:nvSpPr>
        <p:spPr>
          <a:xfrm>
            <a:off x="418127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1" name="F2_precision_recall_distributions_5595">
            <a:extLst>
              <a:ext uri="{FF2B5EF4-FFF2-40B4-BE49-F238E27FC236}">
                <a16:creationId xmlns:a16="http://schemas.microsoft.com/office/drawing/2014/main" id="{59113399-1BBA-45B6-98F6-521E72EA0FF4}"/>
              </a:ext>
            </a:extLst>
          </p:cNvPr>
          <p:cNvSpPr>
            <a:spLocks noGrp="1"/>
          </p:cNvSpPr>
          <p:nvPr/>
        </p:nvSpPr>
        <p:spPr>
          <a:xfrm>
            <a:off x="4078437" y="5058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2" name="F2_precision_recall_distributions_5596">
            <a:extLst>
              <a:ext uri="{FF2B5EF4-FFF2-40B4-BE49-F238E27FC236}">
                <a16:creationId xmlns:a16="http://schemas.microsoft.com/office/drawing/2014/main" id="{878B2507-F490-4B6E-B712-D23D79B09CB4}"/>
              </a:ext>
            </a:extLst>
          </p:cNvPr>
          <p:cNvSpPr>
            <a:spLocks noGrp="1"/>
          </p:cNvSpPr>
          <p:nvPr/>
        </p:nvSpPr>
        <p:spPr>
          <a:xfrm>
            <a:off x="1852503" y="424353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783" name="F2_precision_recall_distributions_5597">
            <a:extLst>
              <a:ext uri="{FF2B5EF4-FFF2-40B4-BE49-F238E27FC236}">
                <a16:creationId xmlns:a16="http://schemas.microsoft.com/office/drawing/2014/main" id="{B9336CCA-B699-402E-BF11-0EEDE96AA9CF}"/>
              </a:ext>
            </a:extLst>
          </p:cNvPr>
          <p:cNvSpPr>
            <a:spLocks noGrp="1"/>
          </p:cNvSpPr>
          <p:nvPr/>
        </p:nvSpPr>
        <p:spPr>
          <a:xfrm>
            <a:off x="3016462" y="424353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784" name="F2_precision_recall_distributions_5598">
            <a:extLst>
              <a:ext uri="{FF2B5EF4-FFF2-40B4-BE49-F238E27FC236}">
                <a16:creationId xmlns:a16="http://schemas.microsoft.com/office/drawing/2014/main" id="{257213D7-100C-440D-BC53-99C314F7F3A1}"/>
              </a:ext>
            </a:extLst>
          </p:cNvPr>
          <p:cNvSpPr>
            <a:spLocks noGrp="1"/>
          </p:cNvSpPr>
          <p:nvPr/>
        </p:nvSpPr>
        <p:spPr>
          <a:xfrm>
            <a:off x="4180422" y="507900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785" name="F2_precision_recall_distributions_5599">
            <a:extLst>
              <a:ext uri="{FF2B5EF4-FFF2-40B4-BE49-F238E27FC236}">
                <a16:creationId xmlns:a16="http://schemas.microsoft.com/office/drawing/2014/main" id="{9865B3EA-3D80-4BF9-A85A-42982C249BFE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6" name="F2_precision_recall_distributions_5600">
            <a:extLst>
              <a:ext uri="{FF2B5EF4-FFF2-40B4-BE49-F238E27FC236}">
                <a16:creationId xmlns:a16="http://schemas.microsoft.com/office/drawing/2014/main" id="{62AC429C-128C-4B23-8F1C-316B1D6FE56E}"/>
              </a:ext>
            </a:extLst>
          </p:cNvPr>
          <p:cNvSpPr>
            <a:spLocks noGrp="1"/>
          </p:cNvSpPr>
          <p:nvPr/>
        </p:nvSpPr>
        <p:spPr>
          <a:xfrm>
            <a:off x="1212325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7" name="text_5601">
            <a:extLst>
              <a:ext uri="{FF2B5EF4-FFF2-40B4-BE49-F238E27FC236}">
                <a16:creationId xmlns:a16="http://schemas.microsoft.com/office/drawing/2014/main" id="{4FA0BC1C-57E2-4F20-8A34-010072A3F695}"/>
              </a:ext>
            </a:extLst>
          </p:cNvPr>
          <p:cNvSpPr>
            <a:spLocks noGrp="1"/>
          </p:cNvSpPr>
          <p:nvPr/>
        </p:nvSpPr>
        <p:spPr>
          <a:xfrm>
            <a:off x="1212325" y="404159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Precision</a:t>
            </a:r>
          </a:p>
        </p:txBody>
      </p:sp>
      <p:sp>
        <p:nvSpPr>
          <p:cNvPr id="2788" name="F2_precision_recall_distributions_5602">
            <a:extLst>
              <a:ext uri="{FF2B5EF4-FFF2-40B4-BE49-F238E27FC236}">
                <a16:creationId xmlns:a16="http://schemas.microsoft.com/office/drawing/2014/main" id="{46201457-B903-4FBE-997B-93E5A48BEE55}"/>
              </a:ext>
            </a:extLst>
          </p:cNvPr>
          <p:cNvSpPr>
            <a:spLocks noGrp="1"/>
          </p:cNvSpPr>
          <p:nvPr/>
        </p:nvSpPr>
        <p:spPr>
          <a:xfrm>
            <a:off x="1824461" y="421549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789" name="F2_precision_recall_distributions_5603">
            <a:extLst>
              <a:ext uri="{FF2B5EF4-FFF2-40B4-BE49-F238E27FC236}">
                <a16:creationId xmlns:a16="http://schemas.microsoft.com/office/drawing/2014/main" id="{ED5589FF-F8D8-47AE-A767-9ACE95FBA081}"/>
              </a:ext>
            </a:extLst>
          </p:cNvPr>
          <p:cNvSpPr>
            <a:spLocks noGrp="1"/>
          </p:cNvSpPr>
          <p:nvPr/>
        </p:nvSpPr>
        <p:spPr>
          <a:xfrm>
            <a:off x="2988421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790" name="F2_precision_recall_distributions_5604">
            <a:extLst>
              <a:ext uri="{FF2B5EF4-FFF2-40B4-BE49-F238E27FC236}">
                <a16:creationId xmlns:a16="http://schemas.microsoft.com/office/drawing/2014/main" id="{31C68FE0-7EAD-4D4B-AD88-72EF146C4927}"/>
              </a:ext>
            </a:extLst>
          </p:cNvPr>
          <p:cNvSpPr>
            <a:spLocks noGrp="1"/>
          </p:cNvSpPr>
          <p:nvPr/>
        </p:nvSpPr>
        <p:spPr>
          <a:xfrm>
            <a:off x="4152380" y="506278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791" name="F2_precision_recall_distributions_5605">
            <a:extLst>
              <a:ext uri="{FF2B5EF4-FFF2-40B4-BE49-F238E27FC236}">
                <a16:creationId xmlns:a16="http://schemas.microsoft.com/office/drawing/2014/main" id="{66A45225-FEA4-47B0-A9BA-2F080410DEB7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792" name="F2_precision_recall_distributions_5606">
            <a:extLst>
              <a:ext uri="{FF2B5EF4-FFF2-40B4-BE49-F238E27FC236}">
                <a16:creationId xmlns:a16="http://schemas.microsoft.com/office/drawing/2014/main" id="{A8FEDFB2-6330-4F85-857A-29B59455A4E6}"/>
              </a:ext>
            </a:extLst>
          </p:cNvPr>
          <p:cNvSpPr>
            <a:spLocks noGrp="1"/>
          </p:cNvSpPr>
          <p:nvPr/>
        </p:nvSpPr>
        <p:spPr>
          <a:xfrm>
            <a:off x="5361841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3" name="F2_precision_recall_distributions_5607">
            <a:extLst>
              <a:ext uri="{FF2B5EF4-FFF2-40B4-BE49-F238E27FC236}">
                <a16:creationId xmlns:a16="http://schemas.microsoft.com/office/drawing/2014/main" id="{DA52DCAA-7D64-43A7-87B6-775C73A9BACE}"/>
              </a:ext>
            </a:extLst>
          </p:cNvPr>
          <p:cNvSpPr>
            <a:spLocks noGrp="1"/>
          </p:cNvSpPr>
          <p:nvPr/>
        </p:nvSpPr>
        <p:spPr>
          <a:xfrm>
            <a:off x="5319567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4" name="F2_precision_recall_distributions_5608">
            <a:extLst>
              <a:ext uri="{FF2B5EF4-FFF2-40B4-BE49-F238E27FC236}">
                <a16:creationId xmlns:a16="http://schemas.microsoft.com/office/drawing/2014/main" id="{324CB7A2-90C4-4675-9F08-E164998CB32E}"/>
              </a:ext>
            </a:extLst>
          </p:cNvPr>
          <p:cNvSpPr>
            <a:spLocks noGrp="1"/>
          </p:cNvSpPr>
          <p:nvPr/>
        </p:nvSpPr>
        <p:spPr>
          <a:xfrm>
            <a:off x="5361841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5" name="F2_precision_recall_distributions_5609">
            <a:extLst>
              <a:ext uri="{FF2B5EF4-FFF2-40B4-BE49-F238E27FC236}">
                <a16:creationId xmlns:a16="http://schemas.microsoft.com/office/drawing/2014/main" id="{E3A24E1E-74D7-4040-A1D6-30C62B0CC3B6}"/>
              </a:ext>
            </a:extLst>
          </p:cNvPr>
          <p:cNvSpPr>
            <a:spLocks noGrp="1"/>
          </p:cNvSpPr>
          <p:nvPr/>
        </p:nvSpPr>
        <p:spPr>
          <a:xfrm>
            <a:off x="5319567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6" name="F2_precision_recall_distributions_5610">
            <a:extLst>
              <a:ext uri="{FF2B5EF4-FFF2-40B4-BE49-F238E27FC236}">
                <a16:creationId xmlns:a16="http://schemas.microsoft.com/office/drawing/2014/main" id="{82CEE1FB-CC97-4F4C-BAC8-33B1D84480A0}"/>
              </a:ext>
            </a:extLst>
          </p:cNvPr>
          <p:cNvSpPr>
            <a:spLocks noGrp="1"/>
          </p:cNvSpPr>
          <p:nvPr/>
        </p:nvSpPr>
        <p:spPr>
          <a:xfrm>
            <a:off x="5361841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7" name="F2_precision_recall_distributions_5611">
            <a:extLst>
              <a:ext uri="{FF2B5EF4-FFF2-40B4-BE49-F238E27FC236}">
                <a16:creationId xmlns:a16="http://schemas.microsoft.com/office/drawing/2014/main" id="{01410236-6D6D-49ED-B7E3-FF7EFDA68996}"/>
              </a:ext>
            </a:extLst>
          </p:cNvPr>
          <p:cNvSpPr>
            <a:spLocks noGrp="1"/>
          </p:cNvSpPr>
          <p:nvPr/>
        </p:nvSpPr>
        <p:spPr>
          <a:xfrm>
            <a:off x="5319567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8" name="F2_precision_recall_distributions_5612">
            <a:extLst>
              <a:ext uri="{FF2B5EF4-FFF2-40B4-BE49-F238E27FC236}">
                <a16:creationId xmlns:a16="http://schemas.microsoft.com/office/drawing/2014/main" id="{184A0E9B-A5F8-416D-A0A2-D466F4EB9047}"/>
              </a:ext>
            </a:extLst>
          </p:cNvPr>
          <p:cNvSpPr>
            <a:spLocks noGrp="1"/>
          </p:cNvSpPr>
          <p:nvPr/>
        </p:nvSpPr>
        <p:spPr>
          <a:xfrm>
            <a:off x="566447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14240" y="848766"/>
                </a:moveTo>
                <a:lnTo>
                  <a:pt x="260856" y="848766"/>
                </a:lnTo>
                <a:lnTo>
                  <a:pt x="262030" y="842186"/>
                </a:lnTo>
                <a:lnTo>
                  <a:pt x="265429" y="835606"/>
                </a:lnTo>
                <a:lnTo>
                  <a:pt x="270713" y="829027"/>
                </a:lnTo>
                <a:lnTo>
                  <a:pt x="277375" y="822447"/>
                </a:lnTo>
                <a:lnTo>
                  <a:pt x="284824" y="815868"/>
                </a:lnTo>
                <a:lnTo>
                  <a:pt x="292472" y="809288"/>
                </a:lnTo>
                <a:lnTo>
                  <a:pt x="299807" y="802708"/>
                </a:lnTo>
                <a:lnTo>
                  <a:pt x="306443" y="796129"/>
                </a:lnTo>
                <a:lnTo>
                  <a:pt x="312145" y="789549"/>
                </a:lnTo>
                <a:lnTo>
                  <a:pt x="316822" y="782970"/>
                </a:lnTo>
                <a:lnTo>
                  <a:pt x="320506" y="776390"/>
                </a:lnTo>
                <a:lnTo>
                  <a:pt x="323312" y="769811"/>
                </a:lnTo>
                <a:lnTo>
                  <a:pt x="325402" y="763231"/>
                </a:lnTo>
                <a:lnTo>
                  <a:pt x="326949" y="756651"/>
                </a:lnTo>
                <a:lnTo>
                  <a:pt x="328114" y="750072"/>
                </a:lnTo>
                <a:lnTo>
                  <a:pt x="329021" y="743492"/>
                </a:lnTo>
                <a:lnTo>
                  <a:pt x="329757" y="736913"/>
                </a:lnTo>
                <a:lnTo>
                  <a:pt x="330366" y="730333"/>
                </a:lnTo>
                <a:lnTo>
                  <a:pt x="330853" y="723754"/>
                </a:lnTo>
                <a:lnTo>
                  <a:pt x="331196" y="717174"/>
                </a:lnTo>
                <a:lnTo>
                  <a:pt x="331353" y="710594"/>
                </a:lnTo>
                <a:lnTo>
                  <a:pt x="331279" y="704015"/>
                </a:lnTo>
                <a:lnTo>
                  <a:pt x="330933" y="697435"/>
                </a:lnTo>
                <a:lnTo>
                  <a:pt x="330293" y="690856"/>
                </a:lnTo>
                <a:lnTo>
                  <a:pt x="329358" y="684276"/>
                </a:lnTo>
                <a:lnTo>
                  <a:pt x="328156" y="677697"/>
                </a:lnTo>
                <a:lnTo>
                  <a:pt x="326743" y="671117"/>
                </a:lnTo>
                <a:lnTo>
                  <a:pt x="325198" y="664537"/>
                </a:lnTo>
                <a:lnTo>
                  <a:pt x="323613" y="657958"/>
                </a:lnTo>
                <a:lnTo>
                  <a:pt x="322084" y="651378"/>
                </a:lnTo>
                <a:lnTo>
                  <a:pt x="320695" y="644799"/>
                </a:lnTo>
                <a:lnTo>
                  <a:pt x="319514" y="638219"/>
                </a:lnTo>
                <a:lnTo>
                  <a:pt x="318580" y="631639"/>
                </a:lnTo>
                <a:lnTo>
                  <a:pt x="317902" y="625060"/>
                </a:lnTo>
                <a:lnTo>
                  <a:pt x="317464" y="618480"/>
                </a:lnTo>
                <a:lnTo>
                  <a:pt x="317237" y="611901"/>
                </a:lnTo>
                <a:lnTo>
                  <a:pt x="317183" y="605321"/>
                </a:lnTo>
                <a:lnTo>
                  <a:pt x="317273" y="598742"/>
                </a:lnTo>
                <a:lnTo>
                  <a:pt x="317492" y="592162"/>
                </a:lnTo>
                <a:lnTo>
                  <a:pt x="317841" y="585582"/>
                </a:lnTo>
                <a:lnTo>
                  <a:pt x="318334" y="579003"/>
                </a:lnTo>
                <a:lnTo>
                  <a:pt x="318985" y="572423"/>
                </a:lnTo>
                <a:lnTo>
                  <a:pt x="319803" y="565844"/>
                </a:lnTo>
                <a:lnTo>
                  <a:pt x="320772" y="559264"/>
                </a:lnTo>
                <a:lnTo>
                  <a:pt x="321855" y="552685"/>
                </a:lnTo>
                <a:lnTo>
                  <a:pt x="322985" y="546105"/>
                </a:lnTo>
                <a:lnTo>
                  <a:pt x="324079" y="539525"/>
                </a:lnTo>
                <a:lnTo>
                  <a:pt x="325041" y="532946"/>
                </a:lnTo>
                <a:lnTo>
                  <a:pt x="325778" y="526366"/>
                </a:lnTo>
                <a:lnTo>
                  <a:pt x="326202" y="519787"/>
                </a:lnTo>
                <a:lnTo>
                  <a:pt x="326240" y="513207"/>
                </a:lnTo>
                <a:lnTo>
                  <a:pt x="325824" y="506627"/>
                </a:lnTo>
                <a:lnTo>
                  <a:pt x="324901" y="500048"/>
                </a:lnTo>
                <a:lnTo>
                  <a:pt x="323422" y="493468"/>
                </a:lnTo>
                <a:lnTo>
                  <a:pt x="321355" y="486889"/>
                </a:lnTo>
                <a:lnTo>
                  <a:pt x="318693" y="480309"/>
                </a:lnTo>
                <a:lnTo>
                  <a:pt x="315471" y="473730"/>
                </a:lnTo>
                <a:lnTo>
                  <a:pt x="311785" y="467150"/>
                </a:lnTo>
                <a:lnTo>
                  <a:pt x="307802" y="460570"/>
                </a:lnTo>
                <a:lnTo>
                  <a:pt x="303763" y="453991"/>
                </a:lnTo>
                <a:lnTo>
                  <a:pt x="299962" y="447411"/>
                </a:lnTo>
                <a:lnTo>
                  <a:pt x="296717" y="440832"/>
                </a:lnTo>
                <a:lnTo>
                  <a:pt x="294323" y="434252"/>
                </a:lnTo>
                <a:lnTo>
                  <a:pt x="293004" y="427673"/>
                </a:lnTo>
                <a:lnTo>
                  <a:pt x="292871" y="421093"/>
                </a:lnTo>
                <a:lnTo>
                  <a:pt x="293903" y="414513"/>
                </a:lnTo>
                <a:lnTo>
                  <a:pt x="295950" y="407934"/>
                </a:lnTo>
                <a:lnTo>
                  <a:pt x="298754" y="401354"/>
                </a:lnTo>
                <a:lnTo>
                  <a:pt x="301997" y="394775"/>
                </a:lnTo>
                <a:lnTo>
                  <a:pt x="305350" y="388195"/>
                </a:lnTo>
                <a:lnTo>
                  <a:pt x="308515" y="381616"/>
                </a:lnTo>
                <a:lnTo>
                  <a:pt x="311262" y="375036"/>
                </a:lnTo>
                <a:lnTo>
                  <a:pt x="313438" y="368456"/>
                </a:lnTo>
                <a:lnTo>
                  <a:pt x="314966" y="361877"/>
                </a:lnTo>
                <a:lnTo>
                  <a:pt x="315833" y="355297"/>
                </a:lnTo>
                <a:lnTo>
                  <a:pt x="316070" y="348718"/>
                </a:lnTo>
                <a:lnTo>
                  <a:pt x="315734" y="342138"/>
                </a:lnTo>
                <a:lnTo>
                  <a:pt x="314906" y="335558"/>
                </a:lnTo>
                <a:lnTo>
                  <a:pt x="313679" y="328979"/>
                </a:lnTo>
                <a:lnTo>
                  <a:pt x="312167" y="322399"/>
                </a:lnTo>
                <a:lnTo>
                  <a:pt x="310504" y="315820"/>
                </a:lnTo>
                <a:lnTo>
                  <a:pt x="308845" y="309240"/>
                </a:lnTo>
                <a:lnTo>
                  <a:pt x="307349" y="302661"/>
                </a:lnTo>
                <a:lnTo>
                  <a:pt x="306171" y="296081"/>
                </a:lnTo>
                <a:lnTo>
                  <a:pt x="305432" y="289501"/>
                </a:lnTo>
                <a:lnTo>
                  <a:pt x="305203" y="282922"/>
                </a:lnTo>
                <a:lnTo>
                  <a:pt x="305488" y="276342"/>
                </a:lnTo>
                <a:lnTo>
                  <a:pt x="306224" y="269763"/>
                </a:lnTo>
                <a:lnTo>
                  <a:pt x="307291" y="263183"/>
                </a:lnTo>
                <a:lnTo>
                  <a:pt x="308532" y="256604"/>
                </a:lnTo>
                <a:lnTo>
                  <a:pt x="309787" y="250024"/>
                </a:lnTo>
                <a:lnTo>
                  <a:pt x="310920" y="243444"/>
                </a:lnTo>
                <a:lnTo>
                  <a:pt x="311838" y="236865"/>
                </a:lnTo>
                <a:lnTo>
                  <a:pt x="312505" y="230285"/>
                </a:lnTo>
                <a:lnTo>
                  <a:pt x="312936" y="223706"/>
                </a:lnTo>
                <a:lnTo>
                  <a:pt x="313184" y="217126"/>
                </a:lnTo>
                <a:lnTo>
                  <a:pt x="313321" y="210546"/>
                </a:lnTo>
                <a:lnTo>
                  <a:pt x="313419" y="203967"/>
                </a:lnTo>
                <a:lnTo>
                  <a:pt x="313538" y="197387"/>
                </a:lnTo>
                <a:lnTo>
                  <a:pt x="313714" y="190808"/>
                </a:lnTo>
                <a:lnTo>
                  <a:pt x="313966" y="184228"/>
                </a:lnTo>
                <a:lnTo>
                  <a:pt x="314302" y="177649"/>
                </a:lnTo>
                <a:lnTo>
                  <a:pt x="314722" y="171069"/>
                </a:lnTo>
                <a:lnTo>
                  <a:pt x="315235" y="164489"/>
                </a:lnTo>
                <a:lnTo>
                  <a:pt x="315852" y="157910"/>
                </a:lnTo>
                <a:lnTo>
                  <a:pt x="316591" y="151330"/>
                </a:lnTo>
                <a:lnTo>
                  <a:pt x="317465" y="144751"/>
                </a:lnTo>
                <a:lnTo>
                  <a:pt x="318475" y="138171"/>
                </a:lnTo>
                <a:lnTo>
                  <a:pt x="319593" y="131592"/>
                </a:lnTo>
                <a:lnTo>
                  <a:pt x="320752" y="125012"/>
                </a:lnTo>
                <a:lnTo>
                  <a:pt x="321825" y="118432"/>
                </a:lnTo>
                <a:lnTo>
                  <a:pt x="322611" y="111853"/>
                </a:lnTo>
                <a:lnTo>
                  <a:pt x="322809" y="105273"/>
                </a:lnTo>
                <a:lnTo>
                  <a:pt x="321998" y="98694"/>
                </a:lnTo>
                <a:lnTo>
                  <a:pt x="319620" y="92114"/>
                </a:lnTo>
                <a:lnTo>
                  <a:pt x="314973" y="85535"/>
                </a:lnTo>
                <a:lnTo>
                  <a:pt x="307237" y="78955"/>
                </a:lnTo>
                <a:lnTo>
                  <a:pt x="295538" y="72375"/>
                </a:lnTo>
                <a:lnTo>
                  <a:pt x="279056" y="65796"/>
                </a:lnTo>
                <a:lnTo>
                  <a:pt x="257196" y="59216"/>
                </a:lnTo>
                <a:lnTo>
                  <a:pt x="229778" y="52637"/>
                </a:lnTo>
                <a:lnTo>
                  <a:pt x="197231" y="46057"/>
                </a:lnTo>
                <a:lnTo>
                  <a:pt x="160739" y="39477"/>
                </a:lnTo>
                <a:lnTo>
                  <a:pt x="122279" y="32898"/>
                </a:lnTo>
                <a:lnTo>
                  <a:pt x="84518" y="26318"/>
                </a:lnTo>
                <a:lnTo>
                  <a:pt x="50549" y="19739"/>
                </a:lnTo>
                <a:lnTo>
                  <a:pt x="23491" y="13159"/>
                </a:lnTo>
                <a:lnTo>
                  <a:pt x="603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63" y="6580"/>
                </a:lnTo>
                <a:lnTo>
                  <a:pt x="651606" y="13159"/>
                </a:lnTo>
                <a:lnTo>
                  <a:pt x="624548" y="19739"/>
                </a:lnTo>
                <a:lnTo>
                  <a:pt x="590578" y="26318"/>
                </a:lnTo>
                <a:lnTo>
                  <a:pt x="552817" y="32898"/>
                </a:lnTo>
                <a:lnTo>
                  <a:pt x="514358" y="39477"/>
                </a:lnTo>
                <a:lnTo>
                  <a:pt x="477866" y="46057"/>
                </a:lnTo>
                <a:lnTo>
                  <a:pt x="445319" y="52637"/>
                </a:lnTo>
                <a:lnTo>
                  <a:pt x="417900" y="59216"/>
                </a:lnTo>
                <a:lnTo>
                  <a:pt x="396041" y="65796"/>
                </a:lnTo>
                <a:lnTo>
                  <a:pt x="379559" y="72375"/>
                </a:lnTo>
                <a:lnTo>
                  <a:pt x="367859" y="78955"/>
                </a:lnTo>
                <a:lnTo>
                  <a:pt x="360124" y="85535"/>
                </a:lnTo>
                <a:lnTo>
                  <a:pt x="355477" y="92114"/>
                </a:lnTo>
                <a:lnTo>
                  <a:pt x="353098" y="98694"/>
                </a:lnTo>
                <a:lnTo>
                  <a:pt x="352287" y="105273"/>
                </a:lnTo>
                <a:lnTo>
                  <a:pt x="352485" y="111853"/>
                </a:lnTo>
                <a:lnTo>
                  <a:pt x="353271" y="118432"/>
                </a:lnTo>
                <a:lnTo>
                  <a:pt x="354345" y="125012"/>
                </a:lnTo>
                <a:lnTo>
                  <a:pt x="355503" y="131592"/>
                </a:lnTo>
                <a:lnTo>
                  <a:pt x="356622" y="138171"/>
                </a:lnTo>
                <a:lnTo>
                  <a:pt x="357632" y="144751"/>
                </a:lnTo>
                <a:lnTo>
                  <a:pt x="358506" y="151330"/>
                </a:lnTo>
                <a:lnTo>
                  <a:pt x="359245" y="157910"/>
                </a:lnTo>
                <a:lnTo>
                  <a:pt x="359862" y="164489"/>
                </a:lnTo>
                <a:lnTo>
                  <a:pt x="360374" y="171069"/>
                </a:lnTo>
                <a:lnTo>
                  <a:pt x="360795" y="177649"/>
                </a:lnTo>
                <a:lnTo>
                  <a:pt x="361130" y="184228"/>
                </a:lnTo>
                <a:lnTo>
                  <a:pt x="361383" y="190808"/>
                </a:lnTo>
                <a:lnTo>
                  <a:pt x="361559" y="197387"/>
                </a:lnTo>
                <a:lnTo>
                  <a:pt x="361677" y="203967"/>
                </a:lnTo>
                <a:lnTo>
                  <a:pt x="361776" y="210546"/>
                </a:lnTo>
                <a:lnTo>
                  <a:pt x="361913" y="217126"/>
                </a:lnTo>
                <a:lnTo>
                  <a:pt x="362161" y="223706"/>
                </a:lnTo>
                <a:lnTo>
                  <a:pt x="362591" y="230285"/>
                </a:lnTo>
                <a:lnTo>
                  <a:pt x="363258" y="236865"/>
                </a:lnTo>
                <a:lnTo>
                  <a:pt x="364176" y="243444"/>
                </a:lnTo>
                <a:lnTo>
                  <a:pt x="365309" y="250024"/>
                </a:lnTo>
                <a:lnTo>
                  <a:pt x="366565" y="256604"/>
                </a:lnTo>
                <a:lnTo>
                  <a:pt x="367806" y="263183"/>
                </a:lnTo>
                <a:lnTo>
                  <a:pt x="368872" y="269763"/>
                </a:lnTo>
                <a:lnTo>
                  <a:pt x="369608" y="276342"/>
                </a:lnTo>
                <a:lnTo>
                  <a:pt x="369894" y="282922"/>
                </a:lnTo>
                <a:lnTo>
                  <a:pt x="369665" y="289501"/>
                </a:lnTo>
                <a:lnTo>
                  <a:pt x="368926" y="296081"/>
                </a:lnTo>
                <a:lnTo>
                  <a:pt x="367747" y="302661"/>
                </a:lnTo>
                <a:lnTo>
                  <a:pt x="366252" y="309240"/>
                </a:lnTo>
                <a:lnTo>
                  <a:pt x="364592" y="315820"/>
                </a:lnTo>
                <a:lnTo>
                  <a:pt x="362930" y="322399"/>
                </a:lnTo>
                <a:lnTo>
                  <a:pt x="361418" y="328979"/>
                </a:lnTo>
                <a:lnTo>
                  <a:pt x="360191" y="335558"/>
                </a:lnTo>
                <a:lnTo>
                  <a:pt x="359362" y="342138"/>
                </a:lnTo>
                <a:lnTo>
                  <a:pt x="359027" y="348718"/>
                </a:lnTo>
                <a:lnTo>
                  <a:pt x="359263" y="355297"/>
                </a:lnTo>
                <a:lnTo>
                  <a:pt x="360130" y="361877"/>
                </a:lnTo>
                <a:lnTo>
                  <a:pt x="361659" y="368456"/>
                </a:lnTo>
                <a:lnTo>
                  <a:pt x="363834" y="375036"/>
                </a:lnTo>
                <a:lnTo>
                  <a:pt x="366581" y="381616"/>
                </a:lnTo>
                <a:lnTo>
                  <a:pt x="369747" y="388195"/>
                </a:lnTo>
                <a:lnTo>
                  <a:pt x="373099" y="394775"/>
                </a:lnTo>
                <a:lnTo>
                  <a:pt x="376343" y="401354"/>
                </a:lnTo>
                <a:lnTo>
                  <a:pt x="379147" y="407934"/>
                </a:lnTo>
                <a:lnTo>
                  <a:pt x="381193" y="414513"/>
                </a:lnTo>
                <a:lnTo>
                  <a:pt x="382226" y="421093"/>
                </a:lnTo>
                <a:lnTo>
                  <a:pt x="382093" y="427673"/>
                </a:lnTo>
                <a:lnTo>
                  <a:pt x="380773" y="434252"/>
                </a:lnTo>
                <a:lnTo>
                  <a:pt x="378379" y="440832"/>
                </a:lnTo>
                <a:lnTo>
                  <a:pt x="375135" y="447411"/>
                </a:lnTo>
                <a:lnTo>
                  <a:pt x="371334" y="453991"/>
                </a:lnTo>
                <a:lnTo>
                  <a:pt x="367294" y="460570"/>
                </a:lnTo>
                <a:lnTo>
                  <a:pt x="363312" y="467150"/>
                </a:lnTo>
                <a:lnTo>
                  <a:pt x="359626" y="473730"/>
                </a:lnTo>
                <a:lnTo>
                  <a:pt x="356404" y="480309"/>
                </a:lnTo>
                <a:lnTo>
                  <a:pt x="353742" y="486889"/>
                </a:lnTo>
                <a:lnTo>
                  <a:pt x="351675" y="493468"/>
                </a:lnTo>
                <a:lnTo>
                  <a:pt x="350196" y="500048"/>
                </a:lnTo>
                <a:lnTo>
                  <a:pt x="349272" y="506627"/>
                </a:lnTo>
                <a:lnTo>
                  <a:pt x="348857" y="513207"/>
                </a:lnTo>
                <a:lnTo>
                  <a:pt x="348894" y="519787"/>
                </a:lnTo>
                <a:lnTo>
                  <a:pt x="349319" y="526366"/>
                </a:lnTo>
                <a:lnTo>
                  <a:pt x="350056" y="532946"/>
                </a:lnTo>
                <a:lnTo>
                  <a:pt x="351018" y="539525"/>
                </a:lnTo>
                <a:lnTo>
                  <a:pt x="352111" y="546105"/>
                </a:lnTo>
                <a:lnTo>
                  <a:pt x="353242" y="552685"/>
                </a:lnTo>
                <a:lnTo>
                  <a:pt x="354324" y="559264"/>
                </a:lnTo>
                <a:lnTo>
                  <a:pt x="355294" y="565844"/>
                </a:lnTo>
                <a:lnTo>
                  <a:pt x="356111" y="572423"/>
                </a:lnTo>
                <a:lnTo>
                  <a:pt x="356763" y="579003"/>
                </a:lnTo>
                <a:lnTo>
                  <a:pt x="357255" y="585582"/>
                </a:lnTo>
                <a:lnTo>
                  <a:pt x="357604" y="592162"/>
                </a:lnTo>
                <a:lnTo>
                  <a:pt x="357823" y="598742"/>
                </a:lnTo>
                <a:lnTo>
                  <a:pt x="357913" y="605321"/>
                </a:lnTo>
                <a:lnTo>
                  <a:pt x="357860" y="611901"/>
                </a:lnTo>
                <a:lnTo>
                  <a:pt x="357632" y="618480"/>
                </a:lnTo>
                <a:lnTo>
                  <a:pt x="357195" y="625060"/>
                </a:lnTo>
                <a:lnTo>
                  <a:pt x="356517" y="631639"/>
                </a:lnTo>
                <a:lnTo>
                  <a:pt x="355582" y="638219"/>
                </a:lnTo>
                <a:lnTo>
                  <a:pt x="354401" y="644799"/>
                </a:lnTo>
                <a:lnTo>
                  <a:pt x="353013" y="651378"/>
                </a:lnTo>
                <a:lnTo>
                  <a:pt x="351483" y="657958"/>
                </a:lnTo>
                <a:lnTo>
                  <a:pt x="349898" y="664537"/>
                </a:lnTo>
                <a:lnTo>
                  <a:pt x="348353" y="671117"/>
                </a:lnTo>
                <a:lnTo>
                  <a:pt x="346941" y="677697"/>
                </a:lnTo>
                <a:lnTo>
                  <a:pt x="345739" y="684276"/>
                </a:lnTo>
                <a:lnTo>
                  <a:pt x="344804" y="690856"/>
                </a:lnTo>
                <a:lnTo>
                  <a:pt x="344163" y="697435"/>
                </a:lnTo>
                <a:lnTo>
                  <a:pt x="343818" y="704015"/>
                </a:lnTo>
                <a:lnTo>
                  <a:pt x="343743" y="710594"/>
                </a:lnTo>
                <a:lnTo>
                  <a:pt x="343901" y="717174"/>
                </a:lnTo>
                <a:lnTo>
                  <a:pt x="344243" y="723754"/>
                </a:lnTo>
                <a:lnTo>
                  <a:pt x="344731" y="730333"/>
                </a:lnTo>
                <a:lnTo>
                  <a:pt x="345339" y="736913"/>
                </a:lnTo>
                <a:lnTo>
                  <a:pt x="346076" y="743492"/>
                </a:lnTo>
                <a:lnTo>
                  <a:pt x="346983" y="750072"/>
                </a:lnTo>
                <a:lnTo>
                  <a:pt x="348147" y="756651"/>
                </a:lnTo>
                <a:lnTo>
                  <a:pt x="349694" y="763231"/>
                </a:lnTo>
                <a:lnTo>
                  <a:pt x="351784" y="769811"/>
                </a:lnTo>
                <a:lnTo>
                  <a:pt x="354590" y="776390"/>
                </a:lnTo>
                <a:lnTo>
                  <a:pt x="358274" y="782970"/>
                </a:lnTo>
                <a:lnTo>
                  <a:pt x="362952" y="789549"/>
                </a:lnTo>
                <a:lnTo>
                  <a:pt x="368653" y="796129"/>
                </a:lnTo>
                <a:lnTo>
                  <a:pt x="375289" y="802708"/>
                </a:lnTo>
                <a:lnTo>
                  <a:pt x="382624" y="809288"/>
                </a:lnTo>
                <a:lnTo>
                  <a:pt x="390273" y="815868"/>
                </a:lnTo>
                <a:lnTo>
                  <a:pt x="397722" y="822447"/>
                </a:lnTo>
                <a:lnTo>
                  <a:pt x="404384" y="829027"/>
                </a:lnTo>
                <a:lnTo>
                  <a:pt x="409667" y="835606"/>
                </a:lnTo>
                <a:lnTo>
                  <a:pt x="413067" y="842186"/>
                </a:lnTo>
                <a:lnTo>
                  <a:pt x="414240" y="848766"/>
                </a:lnTo>
                <a:lnTo>
                  <a:pt x="414240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799" name="F2_precision_recall_distributions_5613">
            <a:extLst>
              <a:ext uri="{FF2B5EF4-FFF2-40B4-BE49-F238E27FC236}">
                <a16:creationId xmlns:a16="http://schemas.microsoft.com/office/drawing/2014/main" id="{F48A140F-DFCC-4D70-A883-DCA5F38EAD5A}"/>
              </a:ext>
            </a:extLst>
          </p:cNvPr>
          <p:cNvSpPr>
            <a:spLocks noGrp="1"/>
          </p:cNvSpPr>
          <p:nvPr/>
        </p:nvSpPr>
        <p:spPr>
          <a:xfrm>
            <a:off x="61358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0" name="F2_precision_recall_distributions_5614">
            <a:extLst>
              <a:ext uri="{FF2B5EF4-FFF2-40B4-BE49-F238E27FC236}">
                <a16:creationId xmlns:a16="http://schemas.microsoft.com/office/drawing/2014/main" id="{2DB30566-533F-47B5-9339-80DC83F98552}"/>
              </a:ext>
            </a:extLst>
          </p:cNvPr>
          <p:cNvSpPr>
            <a:spLocks noGrp="1"/>
          </p:cNvSpPr>
          <p:nvPr/>
        </p:nvSpPr>
        <p:spPr>
          <a:xfrm>
            <a:off x="60858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1" name="F2_precision_recall_distributions_5615">
            <a:extLst>
              <a:ext uri="{FF2B5EF4-FFF2-40B4-BE49-F238E27FC236}">
                <a16:creationId xmlns:a16="http://schemas.microsoft.com/office/drawing/2014/main" id="{DB668BC0-27E6-441E-8FAA-2DB19415F209}"/>
              </a:ext>
            </a:extLst>
          </p:cNvPr>
          <p:cNvSpPr>
            <a:spLocks noGrp="1"/>
          </p:cNvSpPr>
          <p:nvPr/>
        </p:nvSpPr>
        <p:spPr>
          <a:xfrm>
            <a:off x="61313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2" name="F2_precision_recall_distributions_5616">
            <a:extLst>
              <a:ext uri="{FF2B5EF4-FFF2-40B4-BE49-F238E27FC236}">
                <a16:creationId xmlns:a16="http://schemas.microsoft.com/office/drawing/2014/main" id="{3E25A2A4-1513-45C6-98CD-19D2F0E2C836}"/>
              </a:ext>
            </a:extLst>
          </p:cNvPr>
          <p:cNvSpPr>
            <a:spLocks noGrp="1"/>
          </p:cNvSpPr>
          <p:nvPr/>
        </p:nvSpPr>
        <p:spPr>
          <a:xfrm>
            <a:off x="6017071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3" name="F2_precision_recall_distributions_5617">
            <a:extLst>
              <a:ext uri="{FF2B5EF4-FFF2-40B4-BE49-F238E27FC236}">
                <a16:creationId xmlns:a16="http://schemas.microsoft.com/office/drawing/2014/main" id="{062D50B9-4690-4167-A01C-AA4DCFFF9391}"/>
              </a:ext>
            </a:extLst>
          </p:cNvPr>
          <p:cNvSpPr>
            <a:spLocks noGrp="1"/>
          </p:cNvSpPr>
          <p:nvPr/>
        </p:nvSpPr>
        <p:spPr>
          <a:xfrm>
            <a:off x="5929186" y="4587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4" name="F2_precision_recall_distributions_5618">
            <a:extLst>
              <a:ext uri="{FF2B5EF4-FFF2-40B4-BE49-F238E27FC236}">
                <a16:creationId xmlns:a16="http://schemas.microsoft.com/office/drawing/2014/main" id="{B1CB2C2E-04C8-46A6-A12E-EC117C72E094}"/>
              </a:ext>
            </a:extLst>
          </p:cNvPr>
          <p:cNvSpPr>
            <a:spLocks noGrp="1"/>
          </p:cNvSpPr>
          <p:nvPr/>
        </p:nvSpPr>
        <p:spPr>
          <a:xfrm>
            <a:off x="5842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5" name="F2_precision_recall_distributions_5619">
            <a:extLst>
              <a:ext uri="{FF2B5EF4-FFF2-40B4-BE49-F238E27FC236}">
                <a16:creationId xmlns:a16="http://schemas.microsoft.com/office/drawing/2014/main" id="{0E4A5F0C-AE4F-4E27-8B19-C4F8932F45B2}"/>
              </a:ext>
            </a:extLst>
          </p:cNvPr>
          <p:cNvSpPr>
            <a:spLocks noGrp="1"/>
          </p:cNvSpPr>
          <p:nvPr/>
        </p:nvSpPr>
        <p:spPr>
          <a:xfrm>
            <a:off x="60040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6" name="F2_precision_recall_distributions_5620">
            <a:extLst>
              <a:ext uri="{FF2B5EF4-FFF2-40B4-BE49-F238E27FC236}">
                <a16:creationId xmlns:a16="http://schemas.microsoft.com/office/drawing/2014/main" id="{91A2500E-BD6D-4391-B0FF-54EDCD311E12}"/>
              </a:ext>
            </a:extLst>
          </p:cNvPr>
          <p:cNvSpPr>
            <a:spLocks noGrp="1"/>
          </p:cNvSpPr>
          <p:nvPr/>
        </p:nvSpPr>
        <p:spPr>
          <a:xfrm>
            <a:off x="613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7" name="F2_precision_recall_distributions_5621">
            <a:extLst>
              <a:ext uri="{FF2B5EF4-FFF2-40B4-BE49-F238E27FC236}">
                <a16:creationId xmlns:a16="http://schemas.microsoft.com/office/drawing/2014/main" id="{98C65814-CAC1-4813-AA74-3C2FA9642909}"/>
              </a:ext>
            </a:extLst>
          </p:cNvPr>
          <p:cNvSpPr>
            <a:spLocks noGrp="1"/>
          </p:cNvSpPr>
          <p:nvPr/>
        </p:nvSpPr>
        <p:spPr>
          <a:xfrm>
            <a:off x="5814197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8" name="F2_precision_recall_distributions_5622">
            <a:extLst>
              <a:ext uri="{FF2B5EF4-FFF2-40B4-BE49-F238E27FC236}">
                <a16:creationId xmlns:a16="http://schemas.microsoft.com/office/drawing/2014/main" id="{9FB5697C-0B2B-4757-90FC-12C475E1B14C}"/>
              </a:ext>
            </a:extLst>
          </p:cNvPr>
          <p:cNvSpPr>
            <a:spLocks noGrp="1"/>
          </p:cNvSpPr>
          <p:nvPr/>
        </p:nvSpPr>
        <p:spPr>
          <a:xfrm>
            <a:off x="60149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9" name="F2_precision_recall_distributions_5623">
            <a:extLst>
              <a:ext uri="{FF2B5EF4-FFF2-40B4-BE49-F238E27FC236}">
                <a16:creationId xmlns:a16="http://schemas.microsoft.com/office/drawing/2014/main" id="{9F2C94F0-DDC8-4693-8605-92BB0B8EA9EE}"/>
              </a:ext>
            </a:extLst>
          </p:cNvPr>
          <p:cNvSpPr>
            <a:spLocks noGrp="1"/>
          </p:cNvSpPr>
          <p:nvPr/>
        </p:nvSpPr>
        <p:spPr>
          <a:xfrm>
            <a:off x="5985989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0" name="F2_precision_recall_distributions_5624">
            <a:extLst>
              <a:ext uri="{FF2B5EF4-FFF2-40B4-BE49-F238E27FC236}">
                <a16:creationId xmlns:a16="http://schemas.microsoft.com/office/drawing/2014/main" id="{3E67475F-DFF1-4BC2-A32B-53ACB76EF9CE}"/>
              </a:ext>
            </a:extLst>
          </p:cNvPr>
          <p:cNvSpPr>
            <a:spLocks noGrp="1"/>
          </p:cNvSpPr>
          <p:nvPr/>
        </p:nvSpPr>
        <p:spPr>
          <a:xfrm>
            <a:off x="589706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1" name="F2_precision_recall_distributions_5625">
            <a:extLst>
              <a:ext uri="{FF2B5EF4-FFF2-40B4-BE49-F238E27FC236}">
                <a16:creationId xmlns:a16="http://schemas.microsoft.com/office/drawing/2014/main" id="{92FF63D7-B998-47CC-86E3-59D4D35ABA46}"/>
              </a:ext>
            </a:extLst>
          </p:cNvPr>
          <p:cNvSpPr>
            <a:spLocks noGrp="1"/>
          </p:cNvSpPr>
          <p:nvPr/>
        </p:nvSpPr>
        <p:spPr>
          <a:xfrm>
            <a:off x="605972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2" name="F2_precision_recall_distributions_5626">
            <a:extLst>
              <a:ext uri="{FF2B5EF4-FFF2-40B4-BE49-F238E27FC236}">
                <a16:creationId xmlns:a16="http://schemas.microsoft.com/office/drawing/2014/main" id="{5AD80EC1-C51B-4E40-B41C-0570D573D233}"/>
              </a:ext>
            </a:extLst>
          </p:cNvPr>
          <p:cNvSpPr>
            <a:spLocks noGrp="1"/>
          </p:cNvSpPr>
          <p:nvPr/>
        </p:nvSpPr>
        <p:spPr>
          <a:xfrm>
            <a:off x="6013373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3" name="F2_precision_recall_distributions_5627">
            <a:extLst>
              <a:ext uri="{FF2B5EF4-FFF2-40B4-BE49-F238E27FC236}">
                <a16:creationId xmlns:a16="http://schemas.microsoft.com/office/drawing/2014/main" id="{1B83EEE7-C415-43A8-B64F-9DD36EB1AA99}"/>
              </a:ext>
            </a:extLst>
          </p:cNvPr>
          <p:cNvSpPr>
            <a:spLocks noGrp="1"/>
          </p:cNvSpPr>
          <p:nvPr/>
        </p:nvSpPr>
        <p:spPr>
          <a:xfrm>
            <a:off x="613946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4" name="F2_precision_recall_distributions_5628">
            <a:extLst>
              <a:ext uri="{FF2B5EF4-FFF2-40B4-BE49-F238E27FC236}">
                <a16:creationId xmlns:a16="http://schemas.microsoft.com/office/drawing/2014/main" id="{F034D09E-8B0F-472F-9144-461063DF7C2A}"/>
              </a:ext>
            </a:extLst>
          </p:cNvPr>
          <p:cNvSpPr>
            <a:spLocks noGrp="1"/>
          </p:cNvSpPr>
          <p:nvPr/>
        </p:nvSpPr>
        <p:spPr>
          <a:xfrm>
            <a:off x="609156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5" name="F2_precision_recall_distributions_5629">
            <a:extLst>
              <a:ext uri="{FF2B5EF4-FFF2-40B4-BE49-F238E27FC236}">
                <a16:creationId xmlns:a16="http://schemas.microsoft.com/office/drawing/2014/main" id="{9446E422-23CF-418A-B41B-954E94FFA7C2}"/>
              </a:ext>
            </a:extLst>
          </p:cNvPr>
          <p:cNvSpPr>
            <a:spLocks noGrp="1"/>
          </p:cNvSpPr>
          <p:nvPr/>
        </p:nvSpPr>
        <p:spPr>
          <a:xfrm>
            <a:off x="594728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6" name="F2_precision_recall_distributions_5630">
            <a:extLst>
              <a:ext uri="{FF2B5EF4-FFF2-40B4-BE49-F238E27FC236}">
                <a16:creationId xmlns:a16="http://schemas.microsoft.com/office/drawing/2014/main" id="{299DA783-B8B8-4F65-843E-1DF5F51773EF}"/>
              </a:ext>
            </a:extLst>
          </p:cNvPr>
          <p:cNvSpPr>
            <a:spLocks noGrp="1"/>
          </p:cNvSpPr>
          <p:nvPr/>
        </p:nvSpPr>
        <p:spPr>
          <a:xfrm>
            <a:off x="60706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7" name="F2_precision_recall_distributions_5631">
            <a:extLst>
              <a:ext uri="{FF2B5EF4-FFF2-40B4-BE49-F238E27FC236}">
                <a16:creationId xmlns:a16="http://schemas.microsoft.com/office/drawing/2014/main" id="{F5C3AE5F-AEFE-4AF9-8FE5-2CF97081ADDE}"/>
              </a:ext>
            </a:extLst>
          </p:cNvPr>
          <p:cNvSpPr>
            <a:spLocks noGrp="1"/>
          </p:cNvSpPr>
          <p:nvPr/>
        </p:nvSpPr>
        <p:spPr>
          <a:xfrm>
            <a:off x="58433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8" name="F2_precision_recall_distributions_5632">
            <a:extLst>
              <a:ext uri="{FF2B5EF4-FFF2-40B4-BE49-F238E27FC236}">
                <a16:creationId xmlns:a16="http://schemas.microsoft.com/office/drawing/2014/main" id="{05E30E91-A9DB-4702-B4DC-650C66346AF2}"/>
              </a:ext>
            </a:extLst>
          </p:cNvPr>
          <p:cNvSpPr>
            <a:spLocks noGrp="1"/>
          </p:cNvSpPr>
          <p:nvPr/>
        </p:nvSpPr>
        <p:spPr>
          <a:xfrm>
            <a:off x="60156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9" name="F2_precision_recall_distributions_5633">
            <a:extLst>
              <a:ext uri="{FF2B5EF4-FFF2-40B4-BE49-F238E27FC236}">
                <a16:creationId xmlns:a16="http://schemas.microsoft.com/office/drawing/2014/main" id="{946EE48E-3AB5-44D3-A992-907B6D58FBF8}"/>
              </a:ext>
            </a:extLst>
          </p:cNvPr>
          <p:cNvSpPr>
            <a:spLocks noGrp="1"/>
          </p:cNvSpPr>
          <p:nvPr/>
        </p:nvSpPr>
        <p:spPr>
          <a:xfrm>
            <a:off x="5953077" y="45599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0" name="F2_precision_recall_distributions_5634">
            <a:extLst>
              <a:ext uri="{FF2B5EF4-FFF2-40B4-BE49-F238E27FC236}">
                <a16:creationId xmlns:a16="http://schemas.microsoft.com/office/drawing/2014/main" id="{7B76510E-3ACE-4493-A7F7-EA506AB4AF01}"/>
              </a:ext>
            </a:extLst>
          </p:cNvPr>
          <p:cNvSpPr>
            <a:spLocks noGrp="1"/>
          </p:cNvSpPr>
          <p:nvPr/>
        </p:nvSpPr>
        <p:spPr>
          <a:xfrm>
            <a:off x="61180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1" name="F2_precision_recall_distributions_5635">
            <a:extLst>
              <a:ext uri="{FF2B5EF4-FFF2-40B4-BE49-F238E27FC236}">
                <a16:creationId xmlns:a16="http://schemas.microsoft.com/office/drawing/2014/main" id="{C25B505D-5FF7-4610-809E-9FD4B8CE08F3}"/>
              </a:ext>
            </a:extLst>
          </p:cNvPr>
          <p:cNvSpPr>
            <a:spLocks noGrp="1"/>
          </p:cNvSpPr>
          <p:nvPr/>
        </p:nvSpPr>
        <p:spPr>
          <a:xfrm>
            <a:off x="5994027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2" name="F2_precision_recall_distributions_5636">
            <a:extLst>
              <a:ext uri="{FF2B5EF4-FFF2-40B4-BE49-F238E27FC236}">
                <a16:creationId xmlns:a16="http://schemas.microsoft.com/office/drawing/2014/main" id="{99B7BB33-7346-472D-9575-B07E412F6FAB}"/>
              </a:ext>
            </a:extLst>
          </p:cNvPr>
          <p:cNvSpPr>
            <a:spLocks noGrp="1"/>
          </p:cNvSpPr>
          <p:nvPr/>
        </p:nvSpPr>
        <p:spPr>
          <a:xfrm>
            <a:off x="5867793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3" name="F2_precision_recall_distributions_5637">
            <a:extLst>
              <a:ext uri="{FF2B5EF4-FFF2-40B4-BE49-F238E27FC236}">
                <a16:creationId xmlns:a16="http://schemas.microsoft.com/office/drawing/2014/main" id="{6908077E-A5B7-4030-A51E-EF20292B21D9}"/>
              </a:ext>
            </a:extLst>
          </p:cNvPr>
          <p:cNvSpPr>
            <a:spLocks noGrp="1"/>
          </p:cNvSpPr>
          <p:nvPr/>
        </p:nvSpPr>
        <p:spPr>
          <a:xfrm>
            <a:off x="5911140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4" name="F2_precision_recall_distributions_5638">
            <a:extLst>
              <a:ext uri="{FF2B5EF4-FFF2-40B4-BE49-F238E27FC236}">
                <a16:creationId xmlns:a16="http://schemas.microsoft.com/office/drawing/2014/main" id="{12766FD2-53E9-48CE-BE7C-B11522C6D5AE}"/>
              </a:ext>
            </a:extLst>
          </p:cNvPr>
          <p:cNvSpPr>
            <a:spLocks noGrp="1"/>
          </p:cNvSpPr>
          <p:nvPr/>
        </p:nvSpPr>
        <p:spPr>
          <a:xfrm>
            <a:off x="598209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5" name="F2_precision_recall_distributions_5639">
            <a:extLst>
              <a:ext uri="{FF2B5EF4-FFF2-40B4-BE49-F238E27FC236}">
                <a16:creationId xmlns:a16="http://schemas.microsoft.com/office/drawing/2014/main" id="{1A2E9C04-5730-4DD1-B891-AD312D590B91}"/>
              </a:ext>
            </a:extLst>
          </p:cNvPr>
          <p:cNvSpPr>
            <a:spLocks noGrp="1"/>
          </p:cNvSpPr>
          <p:nvPr/>
        </p:nvSpPr>
        <p:spPr>
          <a:xfrm>
            <a:off x="615472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6" name="F2_precision_recall_distributions_5640">
            <a:extLst>
              <a:ext uri="{FF2B5EF4-FFF2-40B4-BE49-F238E27FC236}">
                <a16:creationId xmlns:a16="http://schemas.microsoft.com/office/drawing/2014/main" id="{659E0FEA-9CAD-4478-B469-887E8AA310A7}"/>
              </a:ext>
            </a:extLst>
          </p:cNvPr>
          <p:cNvSpPr>
            <a:spLocks noGrp="1"/>
          </p:cNvSpPr>
          <p:nvPr/>
        </p:nvSpPr>
        <p:spPr>
          <a:xfrm>
            <a:off x="6060905" y="48501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7" name="F2_precision_recall_distributions_5641">
            <a:extLst>
              <a:ext uri="{FF2B5EF4-FFF2-40B4-BE49-F238E27FC236}">
                <a16:creationId xmlns:a16="http://schemas.microsoft.com/office/drawing/2014/main" id="{C4CCD7CE-5C55-494F-AEE4-6A3E37011F16}"/>
              </a:ext>
            </a:extLst>
          </p:cNvPr>
          <p:cNvSpPr>
            <a:spLocks noGrp="1"/>
          </p:cNvSpPr>
          <p:nvPr/>
        </p:nvSpPr>
        <p:spPr>
          <a:xfrm>
            <a:off x="6157315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8" name="F2_precision_recall_distributions_5642">
            <a:extLst>
              <a:ext uri="{FF2B5EF4-FFF2-40B4-BE49-F238E27FC236}">
                <a16:creationId xmlns:a16="http://schemas.microsoft.com/office/drawing/2014/main" id="{62402697-C3DE-43FF-B37E-3B3B3BA22A94}"/>
              </a:ext>
            </a:extLst>
          </p:cNvPr>
          <p:cNvSpPr>
            <a:spLocks noGrp="1"/>
          </p:cNvSpPr>
          <p:nvPr/>
        </p:nvSpPr>
        <p:spPr>
          <a:xfrm>
            <a:off x="605457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9" name="F2_precision_recall_distributions_5643">
            <a:extLst>
              <a:ext uri="{FF2B5EF4-FFF2-40B4-BE49-F238E27FC236}">
                <a16:creationId xmlns:a16="http://schemas.microsoft.com/office/drawing/2014/main" id="{B7FC2E62-17D1-4E8E-AABD-EDE330D0191B}"/>
              </a:ext>
            </a:extLst>
          </p:cNvPr>
          <p:cNvSpPr>
            <a:spLocks noGrp="1"/>
          </p:cNvSpPr>
          <p:nvPr/>
        </p:nvSpPr>
        <p:spPr>
          <a:xfrm>
            <a:off x="59240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0" name="F2_precision_recall_distributions_5644">
            <a:extLst>
              <a:ext uri="{FF2B5EF4-FFF2-40B4-BE49-F238E27FC236}">
                <a16:creationId xmlns:a16="http://schemas.microsoft.com/office/drawing/2014/main" id="{0897A25C-79AE-4074-80C9-5A53384E807C}"/>
              </a:ext>
            </a:extLst>
          </p:cNvPr>
          <p:cNvSpPr>
            <a:spLocks noGrp="1"/>
          </p:cNvSpPr>
          <p:nvPr/>
        </p:nvSpPr>
        <p:spPr>
          <a:xfrm>
            <a:off x="5880033" y="4686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1" name="F2_precision_recall_distributions_5645">
            <a:extLst>
              <a:ext uri="{FF2B5EF4-FFF2-40B4-BE49-F238E27FC236}">
                <a16:creationId xmlns:a16="http://schemas.microsoft.com/office/drawing/2014/main" id="{F3C1B15C-D195-48C0-87E1-AAEDB134DD5F}"/>
              </a:ext>
            </a:extLst>
          </p:cNvPr>
          <p:cNvSpPr>
            <a:spLocks noGrp="1"/>
          </p:cNvSpPr>
          <p:nvPr/>
        </p:nvSpPr>
        <p:spPr>
          <a:xfrm>
            <a:off x="587384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2" name="F2_precision_recall_distributions_5646">
            <a:extLst>
              <a:ext uri="{FF2B5EF4-FFF2-40B4-BE49-F238E27FC236}">
                <a16:creationId xmlns:a16="http://schemas.microsoft.com/office/drawing/2014/main" id="{D6497577-031F-4FB0-8C1C-459194043B68}"/>
              </a:ext>
            </a:extLst>
          </p:cNvPr>
          <p:cNvSpPr>
            <a:spLocks noGrp="1"/>
          </p:cNvSpPr>
          <p:nvPr/>
        </p:nvSpPr>
        <p:spPr>
          <a:xfrm>
            <a:off x="58376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3" name="F2_precision_recall_distributions_5647">
            <a:extLst>
              <a:ext uri="{FF2B5EF4-FFF2-40B4-BE49-F238E27FC236}">
                <a16:creationId xmlns:a16="http://schemas.microsoft.com/office/drawing/2014/main" id="{12BDAA62-DC7E-4B37-8D93-0CDA0A97E081}"/>
              </a:ext>
            </a:extLst>
          </p:cNvPr>
          <p:cNvSpPr>
            <a:spLocks noGrp="1"/>
          </p:cNvSpPr>
          <p:nvPr/>
        </p:nvSpPr>
        <p:spPr>
          <a:xfrm>
            <a:off x="60421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4" name="F2_precision_recall_distributions_5648">
            <a:extLst>
              <a:ext uri="{FF2B5EF4-FFF2-40B4-BE49-F238E27FC236}">
                <a16:creationId xmlns:a16="http://schemas.microsoft.com/office/drawing/2014/main" id="{BD7D20D8-E3BA-43AF-9432-E2FF8D518061}"/>
              </a:ext>
            </a:extLst>
          </p:cNvPr>
          <p:cNvSpPr>
            <a:spLocks noGrp="1"/>
          </p:cNvSpPr>
          <p:nvPr/>
        </p:nvSpPr>
        <p:spPr>
          <a:xfrm>
            <a:off x="58061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5" name="F2_precision_recall_distributions_5649">
            <a:extLst>
              <a:ext uri="{FF2B5EF4-FFF2-40B4-BE49-F238E27FC236}">
                <a16:creationId xmlns:a16="http://schemas.microsoft.com/office/drawing/2014/main" id="{3F58152B-38BF-4948-B8C0-5C38E2ED356C}"/>
              </a:ext>
            </a:extLst>
          </p:cNvPr>
          <p:cNvSpPr>
            <a:spLocks noGrp="1"/>
          </p:cNvSpPr>
          <p:nvPr/>
        </p:nvSpPr>
        <p:spPr>
          <a:xfrm>
            <a:off x="60605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6" name="F2_precision_recall_distributions_5650">
            <a:extLst>
              <a:ext uri="{FF2B5EF4-FFF2-40B4-BE49-F238E27FC236}">
                <a16:creationId xmlns:a16="http://schemas.microsoft.com/office/drawing/2014/main" id="{51DE2F56-B37F-469A-8D69-75DDD0D53E84}"/>
              </a:ext>
            </a:extLst>
          </p:cNvPr>
          <p:cNvSpPr>
            <a:spLocks noGrp="1"/>
          </p:cNvSpPr>
          <p:nvPr/>
        </p:nvSpPr>
        <p:spPr>
          <a:xfrm>
            <a:off x="59799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7" name="F2_precision_recall_distributions_5651">
            <a:extLst>
              <a:ext uri="{FF2B5EF4-FFF2-40B4-BE49-F238E27FC236}">
                <a16:creationId xmlns:a16="http://schemas.microsoft.com/office/drawing/2014/main" id="{CD6E8D73-1C3F-4C64-BE87-E8A03102CBF7}"/>
              </a:ext>
            </a:extLst>
          </p:cNvPr>
          <p:cNvSpPr>
            <a:spLocks noGrp="1"/>
          </p:cNvSpPr>
          <p:nvPr/>
        </p:nvSpPr>
        <p:spPr>
          <a:xfrm>
            <a:off x="58180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8" name="F2_precision_recall_distributions_5652">
            <a:extLst>
              <a:ext uri="{FF2B5EF4-FFF2-40B4-BE49-F238E27FC236}">
                <a16:creationId xmlns:a16="http://schemas.microsoft.com/office/drawing/2014/main" id="{75F74793-593E-4E87-B31D-27EE402E93DB}"/>
              </a:ext>
            </a:extLst>
          </p:cNvPr>
          <p:cNvSpPr>
            <a:spLocks noGrp="1"/>
          </p:cNvSpPr>
          <p:nvPr/>
        </p:nvSpPr>
        <p:spPr>
          <a:xfrm>
            <a:off x="6131506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9" name="F2_precision_recall_distributions_5653">
            <a:extLst>
              <a:ext uri="{FF2B5EF4-FFF2-40B4-BE49-F238E27FC236}">
                <a16:creationId xmlns:a16="http://schemas.microsoft.com/office/drawing/2014/main" id="{0D294DD9-B66E-4F59-93D4-30712B0D7CA2}"/>
              </a:ext>
            </a:extLst>
          </p:cNvPr>
          <p:cNvSpPr>
            <a:spLocks noGrp="1"/>
          </p:cNvSpPr>
          <p:nvPr/>
        </p:nvSpPr>
        <p:spPr>
          <a:xfrm>
            <a:off x="580833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0" name="F2_precision_recall_distributions_5654">
            <a:extLst>
              <a:ext uri="{FF2B5EF4-FFF2-40B4-BE49-F238E27FC236}">
                <a16:creationId xmlns:a16="http://schemas.microsoft.com/office/drawing/2014/main" id="{3CD1C87C-D46A-44F0-B2D4-34014B94224A}"/>
              </a:ext>
            </a:extLst>
          </p:cNvPr>
          <p:cNvSpPr>
            <a:spLocks noGrp="1"/>
          </p:cNvSpPr>
          <p:nvPr/>
        </p:nvSpPr>
        <p:spPr>
          <a:xfrm>
            <a:off x="60324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1" name="F2_precision_recall_distributions_5655">
            <a:extLst>
              <a:ext uri="{FF2B5EF4-FFF2-40B4-BE49-F238E27FC236}">
                <a16:creationId xmlns:a16="http://schemas.microsoft.com/office/drawing/2014/main" id="{5F90E739-B362-4EB8-A234-3529326E7C4E}"/>
              </a:ext>
            </a:extLst>
          </p:cNvPr>
          <p:cNvSpPr>
            <a:spLocks noGrp="1"/>
          </p:cNvSpPr>
          <p:nvPr/>
        </p:nvSpPr>
        <p:spPr>
          <a:xfrm>
            <a:off x="59171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2" name="F2_precision_recall_distributions_5656">
            <a:extLst>
              <a:ext uri="{FF2B5EF4-FFF2-40B4-BE49-F238E27FC236}">
                <a16:creationId xmlns:a16="http://schemas.microsoft.com/office/drawing/2014/main" id="{1C4457F8-26D6-4702-AA13-1AAF685C3B3E}"/>
              </a:ext>
            </a:extLst>
          </p:cNvPr>
          <p:cNvSpPr>
            <a:spLocks noGrp="1"/>
          </p:cNvSpPr>
          <p:nvPr/>
        </p:nvSpPr>
        <p:spPr>
          <a:xfrm>
            <a:off x="59256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3" name="F2_precision_recall_distributions_5657">
            <a:extLst>
              <a:ext uri="{FF2B5EF4-FFF2-40B4-BE49-F238E27FC236}">
                <a16:creationId xmlns:a16="http://schemas.microsoft.com/office/drawing/2014/main" id="{5D660756-555C-455D-A9E7-4D3285AC6C62}"/>
              </a:ext>
            </a:extLst>
          </p:cNvPr>
          <p:cNvSpPr>
            <a:spLocks noGrp="1"/>
          </p:cNvSpPr>
          <p:nvPr/>
        </p:nvSpPr>
        <p:spPr>
          <a:xfrm>
            <a:off x="604018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4" name="F2_precision_recall_distributions_5658">
            <a:extLst>
              <a:ext uri="{FF2B5EF4-FFF2-40B4-BE49-F238E27FC236}">
                <a16:creationId xmlns:a16="http://schemas.microsoft.com/office/drawing/2014/main" id="{BE88DBC7-486D-45F4-9A5F-9A3FF393C568}"/>
              </a:ext>
            </a:extLst>
          </p:cNvPr>
          <p:cNvSpPr>
            <a:spLocks noGrp="1"/>
          </p:cNvSpPr>
          <p:nvPr/>
        </p:nvSpPr>
        <p:spPr>
          <a:xfrm>
            <a:off x="58377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5" name="F2_precision_recall_distributions_5659">
            <a:extLst>
              <a:ext uri="{FF2B5EF4-FFF2-40B4-BE49-F238E27FC236}">
                <a16:creationId xmlns:a16="http://schemas.microsoft.com/office/drawing/2014/main" id="{0B6CE30A-3287-4827-A94E-09D7FE86A9A2}"/>
              </a:ext>
            </a:extLst>
          </p:cNvPr>
          <p:cNvSpPr>
            <a:spLocks noGrp="1"/>
          </p:cNvSpPr>
          <p:nvPr/>
        </p:nvSpPr>
        <p:spPr>
          <a:xfrm>
            <a:off x="60311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6" name="F2_precision_recall_distributions_5660">
            <a:extLst>
              <a:ext uri="{FF2B5EF4-FFF2-40B4-BE49-F238E27FC236}">
                <a16:creationId xmlns:a16="http://schemas.microsoft.com/office/drawing/2014/main" id="{6A5C1D87-4260-44DD-B513-7D7EFBD238E4}"/>
              </a:ext>
            </a:extLst>
          </p:cNvPr>
          <p:cNvSpPr>
            <a:spLocks noGrp="1"/>
          </p:cNvSpPr>
          <p:nvPr/>
        </p:nvSpPr>
        <p:spPr>
          <a:xfrm>
            <a:off x="5989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7" name="F2_precision_recall_distributions_5661">
            <a:extLst>
              <a:ext uri="{FF2B5EF4-FFF2-40B4-BE49-F238E27FC236}">
                <a16:creationId xmlns:a16="http://schemas.microsoft.com/office/drawing/2014/main" id="{0015AFAE-977A-40FE-9E3D-CACF88F281E0}"/>
              </a:ext>
            </a:extLst>
          </p:cNvPr>
          <p:cNvSpPr>
            <a:spLocks noGrp="1"/>
          </p:cNvSpPr>
          <p:nvPr/>
        </p:nvSpPr>
        <p:spPr>
          <a:xfrm>
            <a:off x="615013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8" name="F2_precision_recall_distributions_5662">
            <a:extLst>
              <a:ext uri="{FF2B5EF4-FFF2-40B4-BE49-F238E27FC236}">
                <a16:creationId xmlns:a16="http://schemas.microsoft.com/office/drawing/2014/main" id="{480E53EA-8BEC-459F-9D7C-EEB7FF608A55}"/>
              </a:ext>
            </a:extLst>
          </p:cNvPr>
          <p:cNvSpPr>
            <a:spLocks noGrp="1"/>
          </p:cNvSpPr>
          <p:nvPr/>
        </p:nvSpPr>
        <p:spPr>
          <a:xfrm>
            <a:off x="5870017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9" name="F2_precision_recall_distributions_5663">
            <a:extLst>
              <a:ext uri="{FF2B5EF4-FFF2-40B4-BE49-F238E27FC236}">
                <a16:creationId xmlns:a16="http://schemas.microsoft.com/office/drawing/2014/main" id="{9F75CE24-6BDD-48E9-BED5-0065902CF2F1}"/>
              </a:ext>
            </a:extLst>
          </p:cNvPr>
          <p:cNvSpPr>
            <a:spLocks noGrp="1"/>
          </p:cNvSpPr>
          <p:nvPr/>
        </p:nvSpPr>
        <p:spPr>
          <a:xfrm>
            <a:off x="604446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0" name="F2_precision_recall_distributions_5664">
            <a:extLst>
              <a:ext uri="{FF2B5EF4-FFF2-40B4-BE49-F238E27FC236}">
                <a16:creationId xmlns:a16="http://schemas.microsoft.com/office/drawing/2014/main" id="{F8A5E1DF-292F-4F9D-B87F-870983F36560}"/>
              </a:ext>
            </a:extLst>
          </p:cNvPr>
          <p:cNvSpPr>
            <a:spLocks noGrp="1"/>
          </p:cNvSpPr>
          <p:nvPr/>
        </p:nvSpPr>
        <p:spPr>
          <a:xfrm>
            <a:off x="60842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1" name="F2_precision_recall_distributions_5665">
            <a:extLst>
              <a:ext uri="{FF2B5EF4-FFF2-40B4-BE49-F238E27FC236}">
                <a16:creationId xmlns:a16="http://schemas.microsoft.com/office/drawing/2014/main" id="{351B0403-DE08-4363-9E50-6B4C4A95002C}"/>
              </a:ext>
            </a:extLst>
          </p:cNvPr>
          <p:cNvSpPr>
            <a:spLocks noGrp="1"/>
          </p:cNvSpPr>
          <p:nvPr/>
        </p:nvSpPr>
        <p:spPr>
          <a:xfrm>
            <a:off x="58956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2" name="F2_precision_recall_distributions_5666">
            <a:extLst>
              <a:ext uri="{FF2B5EF4-FFF2-40B4-BE49-F238E27FC236}">
                <a16:creationId xmlns:a16="http://schemas.microsoft.com/office/drawing/2014/main" id="{5A269FA9-1D81-4E8D-8330-A0B45E4EC7CE}"/>
              </a:ext>
            </a:extLst>
          </p:cNvPr>
          <p:cNvSpPr>
            <a:spLocks noGrp="1"/>
          </p:cNvSpPr>
          <p:nvPr/>
        </p:nvSpPr>
        <p:spPr>
          <a:xfrm>
            <a:off x="6147180" y="44398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3" name="F2_precision_recall_distributions_5667">
            <a:extLst>
              <a:ext uri="{FF2B5EF4-FFF2-40B4-BE49-F238E27FC236}">
                <a16:creationId xmlns:a16="http://schemas.microsoft.com/office/drawing/2014/main" id="{41B877C1-F0A4-4D0A-95E7-50ED0B96B624}"/>
              </a:ext>
            </a:extLst>
          </p:cNvPr>
          <p:cNvSpPr>
            <a:spLocks noGrp="1"/>
          </p:cNvSpPr>
          <p:nvPr/>
        </p:nvSpPr>
        <p:spPr>
          <a:xfrm>
            <a:off x="6025607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4" name="F2_precision_recall_distributions_5668">
            <a:extLst>
              <a:ext uri="{FF2B5EF4-FFF2-40B4-BE49-F238E27FC236}">
                <a16:creationId xmlns:a16="http://schemas.microsoft.com/office/drawing/2014/main" id="{9041A1C1-7A2E-460C-A2B5-5FA769213FC6}"/>
              </a:ext>
            </a:extLst>
          </p:cNvPr>
          <p:cNvSpPr>
            <a:spLocks noGrp="1"/>
          </p:cNvSpPr>
          <p:nvPr/>
        </p:nvSpPr>
        <p:spPr>
          <a:xfrm>
            <a:off x="59173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5" name="F2_precision_recall_distributions_5669">
            <a:extLst>
              <a:ext uri="{FF2B5EF4-FFF2-40B4-BE49-F238E27FC236}">
                <a16:creationId xmlns:a16="http://schemas.microsoft.com/office/drawing/2014/main" id="{FD371D0F-2E4D-4ECE-B0FF-B802130A049B}"/>
              </a:ext>
            </a:extLst>
          </p:cNvPr>
          <p:cNvSpPr>
            <a:spLocks noGrp="1"/>
          </p:cNvSpPr>
          <p:nvPr/>
        </p:nvSpPr>
        <p:spPr>
          <a:xfrm>
            <a:off x="6051888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6" name="F2_precision_recall_distributions_5670">
            <a:extLst>
              <a:ext uri="{FF2B5EF4-FFF2-40B4-BE49-F238E27FC236}">
                <a16:creationId xmlns:a16="http://schemas.microsoft.com/office/drawing/2014/main" id="{40A99774-3E32-485A-9854-E485EFBD4CB3}"/>
              </a:ext>
            </a:extLst>
          </p:cNvPr>
          <p:cNvSpPr>
            <a:spLocks noGrp="1"/>
          </p:cNvSpPr>
          <p:nvPr/>
        </p:nvSpPr>
        <p:spPr>
          <a:xfrm>
            <a:off x="597611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7" name="F2_precision_recall_distributions_5671">
            <a:extLst>
              <a:ext uri="{FF2B5EF4-FFF2-40B4-BE49-F238E27FC236}">
                <a16:creationId xmlns:a16="http://schemas.microsoft.com/office/drawing/2014/main" id="{736E2D33-E460-41AE-9132-88A1ADA30AFE}"/>
              </a:ext>
            </a:extLst>
          </p:cNvPr>
          <p:cNvSpPr>
            <a:spLocks noGrp="1"/>
          </p:cNvSpPr>
          <p:nvPr/>
        </p:nvSpPr>
        <p:spPr>
          <a:xfrm>
            <a:off x="5849904" y="50512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8" name="F2_precision_recall_distributions_5672">
            <a:extLst>
              <a:ext uri="{FF2B5EF4-FFF2-40B4-BE49-F238E27FC236}">
                <a16:creationId xmlns:a16="http://schemas.microsoft.com/office/drawing/2014/main" id="{A9642568-6139-4C4D-866C-E477902CB462}"/>
              </a:ext>
            </a:extLst>
          </p:cNvPr>
          <p:cNvSpPr>
            <a:spLocks noGrp="1"/>
          </p:cNvSpPr>
          <p:nvPr/>
        </p:nvSpPr>
        <p:spPr>
          <a:xfrm>
            <a:off x="588179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9" name="F2_precision_recall_distributions_5673">
            <a:extLst>
              <a:ext uri="{FF2B5EF4-FFF2-40B4-BE49-F238E27FC236}">
                <a16:creationId xmlns:a16="http://schemas.microsoft.com/office/drawing/2014/main" id="{C46304A6-B04A-40BA-BEF9-C5A6B6734AD4}"/>
              </a:ext>
            </a:extLst>
          </p:cNvPr>
          <p:cNvSpPr>
            <a:spLocks noGrp="1"/>
          </p:cNvSpPr>
          <p:nvPr/>
        </p:nvSpPr>
        <p:spPr>
          <a:xfrm>
            <a:off x="59568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0" name="F2_precision_recall_distributions_5674">
            <a:extLst>
              <a:ext uri="{FF2B5EF4-FFF2-40B4-BE49-F238E27FC236}">
                <a16:creationId xmlns:a16="http://schemas.microsoft.com/office/drawing/2014/main" id="{F14CDB49-06C7-4428-AA3E-F1871559E497}"/>
              </a:ext>
            </a:extLst>
          </p:cNvPr>
          <p:cNvSpPr>
            <a:spLocks noGrp="1"/>
          </p:cNvSpPr>
          <p:nvPr/>
        </p:nvSpPr>
        <p:spPr>
          <a:xfrm>
            <a:off x="61021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1" name="F2_precision_recall_distributions_5675">
            <a:extLst>
              <a:ext uri="{FF2B5EF4-FFF2-40B4-BE49-F238E27FC236}">
                <a16:creationId xmlns:a16="http://schemas.microsoft.com/office/drawing/2014/main" id="{251FA29E-C7D5-4CD6-83FC-EDCB9FCE9BDC}"/>
              </a:ext>
            </a:extLst>
          </p:cNvPr>
          <p:cNvSpPr>
            <a:spLocks noGrp="1"/>
          </p:cNvSpPr>
          <p:nvPr/>
        </p:nvSpPr>
        <p:spPr>
          <a:xfrm>
            <a:off x="59646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2" name="F2_precision_recall_distributions_5676">
            <a:extLst>
              <a:ext uri="{FF2B5EF4-FFF2-40B4-BE49-F238E27FC236}">
                <a16:creationId xmlns:a16="http://schemas.microsoft.com/office/drawing/2014/main" id="{AF913EBB-D84D-4A80-9E34-412347B155C2}"/>
              </a:ext>
            </a:extLst>
          </p:cNvPr>
          <p:cNvSpPr>
            <a:spLocks noGrp="1"/>
          </p:cNvSpPr>
          <p:nvPr/>
        </p:nvSpPr>
        <p:spPr>
          <a:xfrm>
            <a:off x="59082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3" name="F2_precision_recall_distributions_5677">
            <a:extLst>
              <a:ext uri="{FF2B5EF4-FFF2-40B4-BE49-F238E27FC236}">
                <a16:creationId xmlns:a16="http://schemas.microsoft.com/office/drawing/2014/main" id="{A7909FF3-F87F-498E-A7A2-CC0544E58DAD}"/>
              </a:ext>
            </a:extLst>
          </p:cNvPr>
          <p:cNvSpPr>
            <a:spLocks noGrp="1"/>
          </p:cNvSpPr>
          <p:nvPr/>
        </p:nvSpPr>
        <p:spPr>
          <a:xfrm>
            <a:off x="59833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4" name="F2_precision_recall_distributions_5678">
            <a:extLst>
              <a:ext uri="{FF2B5EF4-FFF2-40B4-BE49-F238E27FC236}">
                <a16:creationId xmlns:a16="http://schemas.microsoft.com/office/drawing/2014/main" id="{F81F55D5-6AAB-4E86-B174-E5BD0F8C36A2}"/>
              </a:ext>
            </a:extLst>
          </p:cNvPr>
          <p:cNvSpPr>
            <a:spLocks noGrp="1"/>
          </p:cNvSpPr>
          <p:nvPr/>
        </p:nvSpPr>
        <p:spPr>
          <a:xfrm>
            <a:off x="6097081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5" name="F2_precision_recall_distributions_5679">
            <a:extLst>
              <a:ext uri="{FF2B5EF4-FFF2-40B4-BE49-F238E27FC236}">
                <a16:creationId xmlns:a16="http://schemas.microsoft.com/office/drawing/2014/main" id="{C96C6968-696B-43D4-BA77-36005E67839E}"/>
              </a:ext>
            </a:extLst>
          </p:cNvPr>
          <p:cNvSpPr>
            <a:spLocks noGrp="1"/>
          </p:cNvSpPr>
          <p:nvPr/>
        </p:nvSpPr>
        <p:spPr>
          <a:xfrm>
            <a:off x="6056959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6" name="F2_precision_recall_distributions_5680">
            <a:extLst>
              <a:ext uri="{FF2B5EF4-FFF2-40B4-BE49-F238E27FC236}">
                <a16:creationId xmlns:a16="http://schemas.microsoft.com/office/drawing/2014/main" id="{43006F16-C2CE-44E1-8799-286D2F9F1CE3}"/>
              </a:ext>
            </a:extLst>
          </p:cNvPr>
          <p:cNvSpPr>
            <a:spLocks noGrp="1"/>
          </p:cNvSpPr>
          <p:nvPr/>
        </p:nvSpPr>
        <p:spPr>
          <a:xfrm>
            <a:off x="616049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7" name="F2_precision_recall_distributions_5681">
            <a:extLst>
              <a:ext uri="{FF2B5EF4-FFF2-40B4-BE49-F238E27FC236}">
                <a16:creationId xmlns:a16="http://schemas.microsoft.com/office/drawing/2014/main" id="{DEC42B41-440D-49AD-BFF2-C059DB41E46A}"/>
              </a:ext>
            </a:extLst>
          </p:cNvPr>
          <p:cNvSpPr>
            <a:spLocks noGrp="1"/>
          </p:cNvSpPr>
          <p:nvPr/>
        </p:nvSpPr>
        <p:spPr>
          <a:xfrm>
            <a:off x="6054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8" name="F2_precision_recall_distributions_5682">
            <a:extLst>
              <a:ext uri="{FF2B5EF4-FFF2-40B4-BE49-F238E27FC236}">
                <a16:creationId xmlns:a16="http://schemas.microsoft.com/office/drawing/2014/main" id="{D1BD93BF-024B-4151-9667-C46A4FCDBD6F}"/>
              </a:ext>
            </a:extLst>
          </p:cNvPr>
          <p:cNvSpPr>
            <a:spLocks noGrp="1"/>
          </p:cNvSpPr>
          <p:nvPr/>
        </p:nvSpPr>
        <p:spPr>
          <a:xfrm>
            <a:off x="5913316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9" name="F2_precision_recall_distributions_5683">
            <a:extLst>
              <a:ext uri="{FF2B5EF4-FFF2-40B4-BE49-F238E27FC236}">
                <a16:creationId xmlns:a16="http://schemas.microsoft.com/office/drawing/2014/main" id="{C2460E90-BA86-4F00-B4DB-A4BA3893A25B}"/>
              </a:ext>
            </a:extLst>
          </p:cNvPr>
          <p:cNvSpPr>
            <a:spLocks noGrp="1"/>
          </p:cNvSpPr>
          <p:nvPr/>
        </p:nvSpPr>
        <p:spPr>
          <a:xfrm>
            <a:off x="593754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0" name="F2_precision_recall_distributions_5684">
            <a:extLst>
              <a:ext uri="{FF2B5EF4-FFF2-40B4-BE49-F238E27FC236}">
                <a16:creationId xmlns:a16="http://schemas.microsoft.com/office/drawing/2014/main" id="{58D8B4AE-C305-4E18-91D3-4331738EB39D}"/>
              </a:ext>
            </a:extLst>
          </p:cNvPr>
          <p:cNvSpPr>
            <a:spLocks noGrp="1"/>
          </p:cNvSpPr>
          <p:nvPr/>
        </p:nvSpPr>
        <p:spPr>
          <a:xfrm>
            <a:off x="606585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1" name="F2_precision_recall_distributions_5685">
            <a:extLst>
              <a:ext uri="{FF2B5EF4-FFF2-40B4-BE49-F238E27FC236}">
                <a16:creationId xmlns:a16="http://schemas.microsoft.com/office/drawing/2014/main" id="{71F17CF4-F60D-4EF0-BBB0-A55BD9A12BE9}"/>
              </a:ext>
            </a:extLst>
          </p:cNvPr>
          <p:cNvSpPr>
            <a:spLocks noGrp="1"/>
          </p:cNvSpPr>
          <p:nvPr/>
        </p:nvSpPr>
        <p:spPr>
          <a:xfrm>
            <a:off x="591024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2" name="F2_precision_recall_distributions_5686">
            <a:extLst>
              <a:ext uri="{FF2B5EF4-FFF2-40B4-BE49-F238E27FC236}">
                <a16:creationId xmlns:a16="http://schemas.microsoft.com/office/drawing/2014/main" id="{61D8CD0F-15F0-4905-8C28-1ECC7D27FEAE}"/>
              </a:ext>
            </a:extLst>
          </p:cNvPr>
          <p:cNvSpPr>
            <a:spLocks noGrp="1"/>
          </p:cNvSpPr>
          <p:nvPr/>
        </p:nvSpPr>
        <p:spPr>
          <a:xfrm>
            <a:off x="612215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3" name="F2_precision_recall_distributions_5687">
            <a:extLst>
              <a:ext uri="{FF2B5EF4-FFF2-40B4-BE49-F238E27FC236}">
                <a16:creationId xmlns:a16="http://schemas.microsoft.com/office/drawing/2014/main" id="{843F5A16-1AF3-4998-AD71-4092A9FB95A4}"/>
              </a:ext>
            </a:extLst>
          </p:cNvPr>
          <p:cNvSpPr>
            <a:spLocks noGrp="1"/>
          </p:cNvSpPr>
          <p:nvPr/>
        </p:nvSpPr>
        <p:spPr>
          <a:xfrm>
            <a:off x="612608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4" name="F2_precision_recall_distributions_5688">
            <a:extLst>
              <a:ext uri="{FF2B5EF4-FFF2-40B4-BE49-F238E27FC236}">
                <a16:creationId xmlns:a16="http://schemas.microsoft.com/office/drawing/2014/main" id="{F66F246D-B77A-40F2-B61E-20565E8623BF}"/>
              </a:ext>
            </a:extLst>
          </p:cNvPr>
          <p:cNvSpPr>
            <a:spLocks noGrp="1"/>
          </p:cNvSpPr>
          <p:nvPr/>
        </p:nvSpPr>
        <p:spPr>
          <a:xfrm>
            <a:off x="59823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5" name="F2_precision_recall_distributions_5689">
            <a:extLst>
              <a:ext uri="{FF2B5EF4-FFF2-40B4-BE49-F238E27FC236}">
                <a16:creationId xmlns:a16="http://schemas.microsoft.com/office/drawing/2014/main" id="{D714C552-D34C-4321-887F-6A5512DE5565}"/>
              </a:ext>
            </a:extLst>
          </p:cNvPr>
          <p:cNvSpPr>
            <a:spLocks noGrp="1"/>
          </p:cNvSpPr>
          <p:nvPr/>
        </p:nvSpPr>
        <p:spPr>
          <a:xfrm>
            <a:off x="588253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6" name="F2_precision_recall_distributions_5690">
            <a:extLst>
              <a:ext uri="{FF2B5EF4-FFF2-40B4-BE49-F238E27FC236}">
                <a16:creationId xmlns:a16="http://schemas.microsoft.com/office/drawing/2014/main" id="{54C5B987-35A8-48C9-B634-DCE92D2ADAB4}"/>
              </a:ext>
            </a:extLst>
          </p:cNvPr>
          <p:cNvSpPr>
            <a:spLocks noGrp="1"/>
          </p:cNvSpPr>
          <p:nvPr/>
        </p:nvSpPr>
        <p:spPr>
          <a:xfrm>
            <a:off x="6076699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7" name="F2_precision_recall_distributions_5691">
            <a:extLst>
              <a:ext uri="{FF2B5EF4-FFF2-40B4-BE49-F238E27FC236}">
                <a16:creationId xmlns:a16="http://schemas.microsoft.com/office/drawing/2014/main" id="{F33ED2A9-2620-42D9-AF01-A213FE0ABDB9}"/>
              </a:ext>
            </a:extLst>
          </p:cNvPr>
          <p:cNvSpPr>
            <a:spLocks noGrp="1"/>
          </p:cNvSpPr>
          <p:nvPr/>
        </p:nvSpPr>
        <p:spPr>
          <a:xfrm>
            <a:off x="611908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8" name="F2_precision_recall_distributions_5692">
            <a:extLst>
              <a:ext uri="{FF2B5EF4-FFF2-40B4-BE49-F238E27FC236}">
                <a16:creationId xmlns:a16="http://schemas.microsoft.com/office/drawing/2014/main" id="{3A737676-F922-4FAC-A835-4C1F6BB5BE5F}"/>
              </a:ext>
            </a:extLst>
          </p:cNvPr>
          <p:cNvSpPr>
            <a:spLocks noGrp="1"/>
          </p:cNvSpPr>
          <p:nvPr/>
        </p:nvSpPr>
        <p:spPr>
          <a:xfrm>
            <a:off x="6077958" y="44185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9" name="F2_precision_recall_distributions_5693">
            <a:extLst>
              <a:ext uri="{FF2B5EF4-FFF2-40B4-BE49-F238E27FC236}">
                <a16:creationId xmlns:a16="http://schemas.microsoft.com/office/drawing/2014/main" id="{2DEC4E7D-F3F1-4E19-A924-7564F812863D}"/>
              </a:ext>
            </a:extLst>
          </p:cNvPr>
          <p:cNvSpPr>
            <a:spLocks noGrp="1"/>
          </p:cNvSpPr>
          <p:nvPr/>
        </p:nvSpPr>
        <p:spPr>
          <a:xfrm>
            <a:off x="59279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0" name="F2_precision_recall_distributions_5694">
            <a:extLst>
              <a:ext uri="{FF2B5EF4-FFF2-40B4-BE49-F238E27FC236}">
                <a16:creationId xmlns:a16="http://schemas.microsoft.com/office/drawing/2014/main" id="{721CF76A-E27F-4DB1-B02A-893095C9C91E}"/>
              </a:ext>
            </a:extLst>
          </p:cNvPr>
          <p:cNvSpPr>
            <a:spLocks noGrp="1"/>
          </p:cNvSpPr>
          <p:nvPr/>
        </p:nvSpPr>
        <p:spPr>
          <a:xfrm>
            <a:off x="584177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1" name="F2_precision_recall_distributions_5695">
            <a:extLst>
              <a:ext uri="{FF2B5EF4-FFF2-40B4-BE49-F238E27FC236}">
                <a16:creationId xmlns:a16="http://schemas.microsoft.com/office/drawing/2014/main" id="{4CB7DF4D-4636-47EA-AE14-3ABC797EADFD}"/>
              </a:ext>
            </a:extLst>
          </p:cNvPr>
          <p:cNvSpPr>
            <a:spLocks noGrp="1"/>
          </p:cNvSpPr>
          <p:nvPr/>
        </p:nvSpPr>
        <p:spPr>
          <a:xfrm>
            <a:off x="5955798" y="44724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2" name="F2_precision_recall_distributions_5696">
            <a:extLst>
              <a:ext uri="{FF2B5EF4-FFF2-40B4-BE49-F238E27FC236}">
                <a16:creationId xmlns:a16="http://schemas.microsoft.com/office/drawing/2014/main" id="{7286346A-A41C-463B-93E3-C68A702498D7}"/>
              </a:ext>
            </a:extLst>
          </p:cNvPr>
          <p:cNvSpPr>
            <a:spLocks noGrp="1"/>
          </p:cNvSpPr>
          <p:nvPr/>
        </p:nvSpPr>
        <p:spPr>
          <a:xfrm>
            <a:off x="59090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3" name="F2_precision_recall_distributions_5697">
            <a:extLst>
              <a:ext uri="{FF2B5EF4-FFF2-40B4-BE49-F238E27FC236}">
                <a16:creationId xmlns:a16="http://schemas.microsoft.com/office/drawing/2014/main" id="{8CB886BA-10B5-4EA5-9E83-5F56DB528290}"/>
              </a:ext>
            </a:extLst>
          </p:cNvPr>
          <p:cNvSpPr>
            <a:spLocks noGrp="1"/>
          </p:cNvSpPr>
          <p:nvPr/>
        </p:nvSpPr>
        <p:spPr>
          <a:xfrm>
            <a:off x="59043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4" name="F2_precision_recall_distributions_5698">
            <a:extLst>
              <a:ext uri="{FF2B5EF4-FFF2-40B4-BE49-F238E27FC236}">
                <a16:creationId xmlns:a16="http://schemas.microsoft.com/office/drawing/2014/main" id="{340DA36E-A4A0-4C55-8548-E471136DB6A0}"/>
              </a:ext>
            </a:extLst>
          </p:cNvPr>
          <p:cNvSpPr>
            <a:spLocks noGrp="1"/>
          </p:cNvSpPr>
          <p:nvPr/>
        </p:nvSpPr>
        <p:spPr>
          <a:xfrm>
            <a:off x="6046208" y="4980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5" name="F2_precision_recall_distributions_5699">
            <a:extLst>
              <a:ext uri="{FF2B5EF4-FFF2-40B4-BE49-F238E27FC236}">
                <a16:creationId xmlns:a16="http://schemas.microsoft.com/office/drawing/2014/main" id="{D26960D9-F193-4B78-AA12-80428F5AF0FC}"/>
              </a:ext>
            </a:extLst>
          </p:cNvPr>
          <p:cNvSpPr>
            <a:spLocks noGrp="1"/>
          </p:cNvSpPr>
          <p:nvPr/>
        </p:nvSpPr>
        <p:spPr>
          <a:xfrm>
            <a:off x="608623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6" name="F2_precision_recall_distributions_5700">
            <a:extLst>
              <a:ext uri="{FF2B5EF4-FFF2-40B4-BE49-F238E27FC236}">
                <a16:creationId xmlns:a16="http://schemas.microsoft.com/office/drawing/2014/main" id="{0CD2A2D8-F7AD-44F6-BD88-9D307C968427}"/>
              </a:ext>
            </a:extLst>
          </p:cNvPr>
          <p:cNvSpPr>
            <a:spLocks noGrp="1"/>
          </p:cNvSpPr>
          <p:nvPr/>
        </p:nvSpPr>
        <p:spPr>
          <a:xfrm>
            <a:off x="590920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7" name="F2_precision_recall_distributions_5701">
            <a:extLst>
              <a:ext uri="{FF2B5EF4-FFF2-40B4-BE49-F238E27FC236}">
                <a16:creationId xmlns:a16="http://schemas.microsoft.com/office/drawing/2014/main" id="{49BE895D-BE0C-40B5-B63B-A1C098AD5483}"/>
              </a:ext>
            </a:extLst>
          </p:cNvPr>
          <p:cNvSpPr>
            <a:spLocks noGrp="1"/>
          </p:cNvSpPr>
          <p:nvPr/>
        </p:nvSpPr>
        <p:spPr>
          <a:xfrm>
            <a:off x="598838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8" name="F2_precision_recall_distributions_5702">
            <a:extLst>
              <a:ext uri="{FF2B5EF4-FFF2-40B4-BE49-F238E27FC236}">
                <a16:creationId xmlns:a16="http://schemas.microsoft.com/office/drawing/2014/main" id="{7CEACC37-E13E-48B4-A123-D6D95CA0DF88}"/>
              </a:ext>
            </a:extLst>
          </p:cNvPr>
          <p:cNvSpPr>
            <a:spLocks noGrp="1"/>
          </p:cNvSpPr>
          <p:nvPr/>
        </p:nvSpPr>
        <p:spPr>
          <a:xfrm>
            <a:off x="61252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9" name="F2_precision_recall_distributions_5703">
            <a:extLst>
              <a:ext uri="{FF2B5EF4-FFF2-40B4-BE49-F238E27FC236}">
                <a16:creationId xmlns:a16="http://schemas.microsoft.com/office/drawing/2014/main" id="{4E277AA4-F1A7-45AE-AF3B-9211E4FFCA1F}"/>
              </a:ext>
            </a:extLst>
          </p:cNvPr>
          <p:cNvSpPr>
            <a:spLocks noGrp="1"/>
          </p:cNvSpPr>
          <p:nvPr/>
        </p:nvSpPr>
        <p:spPr>
          <a:xfrm>
            <a:off x="59930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0" name="F2_precision_recall_distributions_5704">
            <a:extLst>
              <a:ext uri="{FF2B5EF4-FFF2-40B4-BE49-F238E27FC236}">
                <a16:creationId xmlns:a16="http://schemas.microsoft.com/office/drawing/2014/main" id="{623C6B96-D5D2-41AA-8F79-98D966BDC03B}"/>
              </a:ext>
            </a:extLst>
          </p:cNvPr>
          <p:cNvSpPr>
            <a:spLocks noGrp="1"/>
          </p:cNvSpPr>
          <p:nvPr/>
        </p:nvSpPr>
        <p:spPr>
          <a:xfrm>
            <a:off x="5871605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1" name="F2_precision_recall_distributions_5705">
            <a:extLst>
              <a:ext uri="{FF2B5EF4-FFF2-40B4-BE49-F238E27FC236}">
                <a16:creationId xmlns:a16="http://schemas.microsoft.com/office/drawing/2014/main" id="{5C0D573C-BDC2-4168-848E-B54F47F4A26D}"/>
              </a:ext>
            </a:extLst>
          </p:cNvPr>
          <p:cNvSpPr>
            <a:spLocks noGrp="1"/>
          </p:cNvSpPr>
          <p:nvPr/>
        </p:nvSpPr>
        <p:spPr>
          <a:xfrm>
            <a:off x="59248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2" name="F2_precision_recall_distributions_5706">
            <a:extLst>
              <a:ext uri="{FF2B5EF4-FFF2-40B4-BE49-F238E27FC236}">
                <a16:creationId xmlns:a16="http://schemas.microsoft.com/office/drawing/2014/main" id="{5AFBF78C-3476-4B4E-A4DF-E978BE619488}"/>
              </a:ext>
            </a:extLst>
          </p:cNvPr>
          <p:cNvSpPr>
            <a:spLocks noGrp="1"/>
          </p:cNvSpPr>
          <p:nvPr/>
        </p:nvSpPr>
        <p:spPr>
          <a:xfrm>
            <a:off x="60955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3" name="F2_precision_recall_distributions_5707">
            <a:extLst>
              <a:ext uri="{FF2B5EF4-FFF2-40B4-BE49-F238E27FC236}">
                <a16:creationId xmlns:a16="http://schemas.microsoft.com/office/drawing/2014/main" id="{1AFDA6F4-CA70-403F-9399-5CC5AF5E30D0}"/>
              </a:ext>
            </a:extLst>
          </p:cNvPr>
          <p:cNvSpPr>
            <a:spLocks noGrp="1"/>
          </p:cNvSpPr>
          <p:nvPr/>
        </p:nvSpPr>
        <p:spPr>
          <a:xfrm>
            <a:off x="61586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4" name="F2_precision_recall_distributions_5708">
            <a:extLst>
              <a:ext uri="{FF2B5EF4-FFF2-40B4-BE49-F238E27FC236}">
                <a16:creationId xmlns:a16="http://schemas.microsoft.com/office/drawing/2014/main" id="{860574F0-7F7D-4477-B24D-FCD43FEFFDC9}"/>
              </a:ext>
            </a:extLst>
          </p:cNvPr>
          <p:cNvSpPr>
            <a:spLocks noGrp="1"/>
          </p:cNvSpPr>
          <p:nvPr/>
        </p:nvSpPr>
        <p:spPr>
          <a:xfrm>
            <a:off x="59437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5" name="F2_precision_recall_distributions_5709">
            <a:extLst>
              <a:ext uri="{FF2B5EF4-FFF2-40B4-BE49-F238E27FC236}">
                <a16:creationId xmlns:a16="http://schemas.microsoft.com/office/drawing/2014/main" id="{1979DAF1-9E9E-4693-BA48-9E0DEF58D89B}"/>
              </a:ext>
            </a:extLst>
          </p:cNvPr>
          <p:cNvSpPr>
            <a:spLocks noGrp="1"/>
          </p:cNvSpPr>
          <p:nvPr/>
        </p:nvSpPr>
        <p:spPr>
          <a:xfrm>
            <a:off x="61495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6" name="F2_precision_recall_distributions_5710">
            <a:extLst>
              <a:ext uri="{FF2B5EF4-FFF2-40B4-BE49-F238E27FC236}">
                <a16:creationId xmlns:a16="http://schemas.microsoft.com/office/drawing/2014/main" id="{57203CD3-B041-498F-8D2C-906CE8A20034}"/>
              </a:ext>
            </a:extLst>
          </p:cNvPr>
          <p:cNvSpPr>
            <a:spLocks noGrp="1"/>
          </p:cNvSpPr>
          <p:nvPr/>
        </p:nvSpPr>
        <p:spPr>
          <a:xfrm>
            <a:off x="6073127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7" name="F2_precision_recall_distributions_5711">
            <a:extLst>
              <a:ext uri="{FF2B5EF4-FFF2-40B4-BE49-F238E27FC236}">
                <a16:creationId xmlns:a16="http://schemas.microsoft.com/office/drawing/2014/main" id="{7B0259D4-5282-44F0-9D8F-CDDCD8A556B9}"/>
              </a:ext>
            </a:extLst>
          </p:cNvPr>
          <p:cNvSpPr>
            <a:spLocks noGrp="1"/>
          </p:cNvSpPr>
          <p:nvPr/>
        </p:nvSpPr>
        <p:spPr>
          <a:xfrm>
            <a:off x="5832844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8" name="F2_precision_recall_distributions_5712">
            <a:extLst>
              <a:ext uri="{FF2B5EF4-FFF2-40B4-BE49-F238E27FC236}">
                <a16:creationId xmlns:a16="http://schemas.microsoft.com/office/drawing/2014/main" id="{22EC1585-A279-42DA-9C3A-85AB417D68ED}"/>
              </a:ext>
            </a:extLst>
          </p:cNvPr>
          <p:cNvSpPr>
            <a:spLocks noGrp="1"/>
          </p:cNvSpPr>
          <p:nvPr/>
        </p:nvSpPr>
        <p:spPr>
          <a:xfrm>
            <a:off x="6070715" y="4414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9" name="F2_precision_recall_distributions_5713">
            <a:extLst>
              <a:ext uri="{FF2B5EF4-FFF2-40B4-BE49-F238E27FC236}">
                <a16:creationId xmlns:a16="http://schemas.microsoft.com/office/drawing/2014/main" id="{C597F243-04A3-4586-AAA4-2B325214D8B2}"/>
              </a:ext>
            </a:extLst>
          </p:cNvPr>
          <p:cNvSpPr>
            <a:spLocks noGrp="1"/>
          </p:cNvSpPr>
          <p:nvPr/>
        </p:nvSpPr>
        <p:spPr>
          <a:xfrm>
            <a:off x="60533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0" name="F2_precision_recall_distributions_5714">
            <a:extLst>
              <a:ext uri="{FF2B5EF4-FFF2-40B4-BE49-F238E27FC236}">
                <a16:creationId xmlns:a16="http://schemas.microsoft.com/office/drawing/2014/main" id="{9FDE698E-FAA2-4BAF-8851-37C967B96E76}"/>
              </a:ext>
            </a:extLst>
          </p:cNvPr>
          <p:cNvSpPr>
            <a:spLocks noGrp="1"/>
          </p:cNvSpPr>
          <p:nvPr/>
        </p:nvSpPr>
        <p:spPr>
          <a:xfrm>
            <a:off x="60499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1" name="F2_precision_recall_distributions_5715">
            <a:extLst>
              <a:ext uri="{FF2B5EF4-FFF2-40B4-BE49-F238E27FC236}">
                <a16:creationId xmlns:a16="http://schemas.microsoft.com/office/drawing/2014/main" id="{16600594-8EBD-47EB-ABBB-0B8F41EF4717}"/>
              </a:ext>
            </a:extLst>
          </p:cNvPr>
          <p:cNvSpPr>
            <a:spLocks noGrp="1"/>
          </p:cNvSpPr>
          <p:nvPr/>
        </p:nvSpPr>
        <p:spPr>
          <a:xfrm>
            <a:off x="59422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2" name="F2_precision_recall_distributions_5716">
            <a:extLst>
              <a:ext uri="{FF2B5EF4-FFF2-40B4-BE49-F238E27FC236}">
                <a16:creationId xmlns:a16="http://schemas.microsoft.com/office/drawing/2014/main" id="{2B8B6BA0-50AB-4FFF-8C98-E5987C87B0D7}"/>
              </a:ext>
            </a:extLst>
          </p:cNvPr>
          <p:cNvSpPr>
            <a:spLocks noGrp="1"/>
          </p:cNvSpPr>
          <p:nvPr/>
        </p:nvSpPr>
        <p:spPr>
          <a:xfrm>
            <a:off x="61260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3" name="F2_precision_recall_distributions_5717">
            <a:extLst>
              <a:ext uri="{FF2B5EF4-FFF2-40B4-BE49-F238E27FC236}">
                <a16:creationId xmlns:a16="http://schemas.microsoft.com/office/drawing/2014/main" id="{4F987A68-5097-48A5-B32F-1598B6CF1BE1}"/>
              </a:ext>
            </a:extLst>
          </p:cNvPr>
          <p:cNvSpPr>
            <a:spLocks noGrp="1"/>
          </p:cNvSpPr>
          <p:nvPr/>
        </p:nvSpPr>
        <p:spPr>
          <a:xfrm>
            <a:off x="59723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4" name="F2_precision_recall_distributions_5718">
            <a:extLst>
              <a:ext uri="{FF2B5EF4-FFF2-40B4-BE49-F238E27FC236}">
                <a16:creationId xmlns:a16="http://schemas.microsoft.com/office/drawing/2014/main" id="{8892BE40-C7E4-49CF-B396-517512E81F20}"/>
              </a:ext>
            </a:extLst>
          </p:cNvPr>
          <p:cNvSpPr>
            <a:spLocks noGrp="1"/>
          </p:cNvSpPr>
          <p:nvPr/>
        </p:nvSpPr>
        <p:spPr>
          <a:xfrm>
            <a:off x="61681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5" name="F2_precision_recall_distributions_5719">
            <a:extLst>
              <a:ext uri="{FF2B5EF4-FFF2-40B4-BE49-F238E27FC236}">
                <a16:creationId xmlns:a16="http://schemas.microsoft.com/office/drawing/2014/main" id="{EF88B9DC-7348-4079-BE60-3C4497CEA3CD}"/>
              </a:ext>
            </a:extLst>
          </p:cNvPr>
          <p:cNvSpPr>
            <a:spLocks noGrp="1"/>
          </p:cNvSpPr>
          <p:nvPr/>
        </p:nvSpPr>
        <p:spPr>
          <a:xfrm>
            <a:off x="597133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6" name="F2_precision_recall_distributions_5720">
            <a:extLst>
              <a:ext uri="{FF2B5EF4-FFF2-40B4-BE49-F238E27FC236}">
                <a16:creationId xmlns:a16="http://schemas.microsoft.com/office/drawing/2014/main" id="{BE50B61E-2EB0-49FC-B8BE-92E5EFC33385}"/>
              </a:ext>
            </a:extLst>
          </p:cNvPr>
          <p:cNvSpPr>
            <a:spLocks noGrp="1"/>
          </p:cNvSpPr>
          <p:nvPr/>
        </p:nvSpPr>
        <p:spPr>
          <a:xfrm>
            <a:off x="6071822" y="46118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7" name="F2_precision_recall_distributions_5721">
            <a:extLst>
              <a:ext uri="{FF2B5EF4-FFF2-40B4-BE49-F238E27FC236}">
                <a16:creationId xmlns:a16="http://schemas.microsoft.com/office/drawing/2014/main" id="{70AD3C2E-6E84-4CFC-8781-A6BFF694F44A}"/>
              </a:ext>
            </a:extLst>
          </p:cNvPr>
          <p:cNvSpPr>
            <a:spLocks noGrp="1"/>
          </p:cNvSpPr>
          <p:nvPr/>
        </p:nvSpPr>
        <p:spPr>
          <a:xfrm>
            <a:off x="58290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8" name="F2_precision_recall_distributions_5722">
            <a:extLst>
              <a:ext uri="{FF2B5EF4-FFF2-40B4-BE49-F238E27FC236}">
                <a16:creationId xmlns:a16="http://schemas.microsoft.com/office/drawing/2014/main" id="{E2EA3F20-1F00-4AFB-9407-716A00B69F71}"/>
              </a:ext>
            </a:extLst>
          </p:cNvPr>
          <p:cNvSpPr>
            <a:spLocks noGrp="1"/>
          </p:cNvSpPr>
          <p:nvPr/>
        </p:nvSpPr>
        <p:spPr>
          <a:xfrm>
            <a:off x="61539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9" name="F2_precision_recall_distributions_5723">
            <a:extLst>
              <a:ext uri="{FF2B5EF4-FFF2-40B4-BE49-F238E27FC236}">
                <a16:creationId xmlns:a16="http://schemas.microsoft.com/office/drawing/2014/main" id="{C65D1BC0-601D-4616-9FAF-45D155295226}"/>
              </a:ext>
            </a:extLst>
          </p:cNvPr>
          <p:cNvSpPr>
            <a:spLocks noGrp="1"/>
          </p:cNvSpPr>
          <p:nvPr/>
        </p:nvSpPr>
        <p:spPr>
          <a:xfrm>
            <a:off x="60153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0" name="F2_precision_recall_distributions_5724">
            <a:extLst>
              <a:ext uri="{FF2B5EF4-FFF2-40B4-BE49-F238E27FC236}">
                <a16:creationId xmlns:a16="http://schemas.microsoft.com/office/drawing/2014/main" id="{3BF86EE9-C300-4345-8584-1B94C6B076CE}"/>
              </a:ext>
            </a:extLst>
          </p:cNvPr>
          <p:cNvSpPr>
            <a:spLocks noGrp="1"/>
          </p:cNvSpPr>
          <p:nvPr/>
        </p:nvSpPr>
        <p:spPr>
          <a:xfrm>
            <a:off x="5867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1" name="F2_precision_recall_distributions_5725">
            <a:extLst>
              <a:ext uri="{FF2B5EF4-FFF2-40B4-BE49-F238E27FC236}">
                <a16:creationId xmlns:a16="http://schemas.microsoft.com/office/drawing/2014/main" id="{2455CFE8-E874-4F5F-829E-59B77A4F8D7A}"/>
              </a:ext>
            </a:extLst>
          </p:cNvPr>
          <p:cNvSpPr>
            <a:spLocks noGrp="1"/>
          </p:cNvSpPr>
          <p:nvPr/>
        </p:nvSpPr>
        <p:spPr>
          <a:xfrm>
            <a:off x="6129813" y="45889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2" name="F2_precision_recall_distributions_5726">
            <a:extLst>
              <a:ext uri="{FF2B5EF4-FFF2-40B4-BE49-F238E27FC236}">
                <a16:creationId xmlns:a16="http://schemas.microsoft.com/office/drawing/2014/main" id="{CF1F8E46-3E6C-4526-A5A1-86B633AE0B8C}"/>
              </a:ext>
            </a:extLst>
          </p:cNvPr>
          <p:cNvSpPr>
            <a:spLocks noGrp="1"/>
          </p:cNvSpPr>
          <p:nvPr/>
        </p:nvSpPr>
        <p:spPr>
          <a:xfrm>
            <a:off x="609475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3" name="F2_precision_recall_distributions_5727">
            <a:extLst>
              <a:ext uri="{FF2B5EF4-FFF2-40B4-BE49-F238E27FC236}">
                <a16:creationId xmlns:a16="http://schemas.microsoft.com/office/drawing/2014/main" id="{928FE4EA-C818-4FCF-AE87-91ED7B414A00}"/>
              </a:ext>
            </a:extLst>
          </p:cNvPr>
          <p:cNvSpPr>
            <a:spLocks noGrp="1"/>
          </p:cNvSpPr>
          <p:nvPr/>
        </p:nvSpPr>
        <p:spPr>
          <a:xfrm>
            <a:off x="610801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4" name="F2_precision_recall_distributions_5728">
            <a:extLst>
              <a:ext uri="{FF2B5EF4-FFF2-40B4-BE49-F238E27FC236}">
                <a16:creationId xmlns:a16="http://schemas.microsoft.com/office/drawing/2014/main" id="{26A17C8D-42FD-4D25-9D9A-BBE8A0291373}"/>
              </a:ext>
            </a:extLst>
          </p:cNvPr>
          <p:cNvSpPr>
            <a:spLocks noGrp="1"/>
          </p:cNvSpPr>
          <p:nvPr/>
        </p:nvSpPr>
        <p:spPr>
          <a:xfrm>
            <a:off x="600268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5" name="F2_precision_recall_distributions_5729">
            <a:extLst>
              <a:ext uri="{FF2B5EF4-FFF2-40B4-BE49-F238E27FC236}">
                <a16:creationId xmlns:a16="http://schemas.microsoft.com/office/drawing/2014/main" id="{239ACEA5-755C-4D53-837F-10647FC4088A}"/>
              </a:ext>
            </a:extLst>
          </p:cNvPr>
          <p:cNvSpPr>
            <a:spLocks noGrp="1"/>
          </p:cNvSpPr>
          <p:nvPr/>
        </p:nvSpPr>
        <p:spPr>
          <a:xfrm>
            <a:off x="6097525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6" name="F2_precision_recall_distributions_5730">
            <a:extLst>
              <a:ext uri="{FF2B5EF4-FFF2-40B4-BE49-F238E27FC236}">
                <a16:creationId xmlns:a16="http://schemas.microsoft.com/office/drawing/2014/main" id="{089BF288-C69C-443B-8631-1F5DCBEAFAB3}"/>
              </a:ext>
            </a:extLst>
          </p:cNvPr>
          <p:cNvSpPr>
            <a:spLocks noGrp="1"/>
          </p:cNvSpPr>
          <p:nvPr/>
        </p:nvSpPr>
        <p:spPr>
          <a:xfrm>
            <a:off x="61172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7" name="F2_precision_recall_distributions_5731">
            <a:extLst>
              <a:ext uri="{FF2B5EF4-FFF2-40B4-BE49-F238E27FC236}">
                <a16:creationId xmlns:a16="http://schemas.microsoft.com/office/drawing/2014/main" id="{D42F7875-1C78-4DCB-9344-DF2A5C10BDA5}"/>
              </a:ext>
            </a:extLst>
          </p:cNvPr>
          <p:cNvSpPr>
            <a:spLocks noGrp="1"/>
          </p:cNvSpPr>
          <p:nvPr/>
        </p:nvSpPr>
        <p:spPr>
          <a:xfrm>
            <a:off x="585207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8" name="F2_precision_recall_distributions_5732">
            <a:extLst>
              <a:ext uri="{FF2B5EF4-FFF2-40B4-BE49-F238E27FC236}">
                <a16:creationId xmlns:a16="http://schemas.microsoft.com/office/drawing/2014/main" id="{A355E859-A8F1-4839-AA52-85310ED68E14}"/>
              </a:ext>
            </a:extLst>
          </p:cNvPr>
          <p:cNvSpPr>
            <a:spLocks noGrp="1"/>
          </p:cNvSpPr>
          <p:nvPr/>
        </p:nvSpPr>
        <p:spPr>
          <a:xfrm>
            <a:off x="587832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9" name="F2_precision_recall_distributions_5733">
            <a:extLst>
              <a:ext uri="{FF2B5EF4-FFF2-40B4-BE49-F238E27FC236}">
                <a16:creationId xmlns:a16="http://schemas.microsoft.com/office/drawing/2014/main" id="{4081C8B7-0B40-4C50-9E80-FB17DB4874FF}"/>
              </a:ext>
            </a:extLst>
          </p:cNvPr>
          <p:cNvSpPr>
            <a:spLocks noGrp="1"/>
          </p:cNvSpPr>
          <p:nvPr/>
        </p:nvSpPr>
        <p:spPr>
          <a:xfrm>
            <a:off x="598126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0" name="F2_precision_recall_distributions_5734">
            <a:extLst>
              <a:ext uri="{FF2B5EF4-FFF2-40B4-BE49-F238E27FC236}">
                <a16:creationId xmlns:a16="http://schemas.microsoft.com/office/drawing/2014/main" id="{302CC327-04E3-49AC-AF5C-74FC96630F46}"/>
              </a:ext>
            </a:extLst>
          </p:cNvPr>
          <p:cNvSpPr>
            <a:spLocks noGrp="1"/>
          </p:cNvSpPr>
          <p:nvPr/>
        </p:nvSpPr>
        <p:spPr>
          <a:xfrm>
            <a:off x="6156261" y="45435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1" name="F2_precision_recall_distributions_5735">
            <a:extLst>
              <a:ext uri="{FF2B5EF4-FFF2-40B4-BE49-F238E27FC236}">
                <a16:creationId xmlns:a16="http://schemas.microsoft.com/office/drawing/2014/main" id="{5C5C115D-4580-44D7-9603-30B1E650D733}"/>
              </a:ext>
            </a:extLst>
          </p:cNvPr>
          <p:cNvSpPr>
            <a:spLocks noGrp="1"/>
          </p:cNvSpPr>
          <p:nvPr/>
        </p:nvSpPr>
        <p:spPr>
          <a:xfrm>
            <a:off x="6035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2" name="F2_precision_recall_distributions_5736">
            <a:extLst>
              <a:ext uri="{FF2B5EF4-FFF2-40B4-BE49-F238E27FC236}">
                <a16:creationId xmlns:a16="http://schemas.microsoft.com/office/drawing/2014/main" id="{64F15C3F-4A7D-4CFC-84E0-6F6047795A57}"/>
              </a:ext>
            </a:extLst>
          </p:cNvPr>
          <p:cNvSpPr>
            <a:spLocks noGrp="1"/>
          </p:cNvSpPr>
          <p:nvPr/>
        </p:nvSpPr>
        <p:spPr>
          <a:xfrm>
            <a:off x="6139481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3" name="F2_precision_recall_distributions_5737">
            <a:extLst>
              <a:ext uri="{FF2B5EF4-FFF2-40B4-BE49-F238E27FC236}">
                <a16:creationId xmlns:a16="http://schemas.microsoft.com/office/drawing/2014/main" id="{345EDE04-3574-44DC-B451-F7C29E6E6AFD}"/>
              </a:ext>
            </a:extLst>
          </p:cNvPr>
          <p:cNvSpPr>
            <a:spLocks noGrp="1"/>
          </p:cNvSpPr>
          <p:nvPr/>
        </p:nvSpPr>
        <p:spPr>
          <a:xfrm>
            <a:off x="60509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4" name="F2_precision_recall_distributions_5738">
            <a:extLst>
              <a:ext uri="{FF2B5EF4-FFF2-40B4-BE49-F238E27FC236}">
                <a16:creationId xmlns:a16="http://schemas.microsoft.com/office/drawing/2014/main" id="{3B169794-77E2-410D-9C1B-5E56DC149495}"/>
              </a:ext>
            </a:extLst>
          </p:cNvPr>
          <p:cNvSpPr>
            <a:spLocks noGrp="1"/>
          </p:cNvSpPr>
          <p:nvPr/>
        </p:nvSpPr>
        <p:spPr>
          <a:xfrm>
            <a:off x="61591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5" name="F2_precision_recall_distributions_5739">
            <a:extLst>
              <a:ext uri="{FF2B5EF4-FFF2-40B4-BE49-F238E27FC236}">
                <a16:creationId xmlns:a16="http://schemas.microsoft.com/office/drawing/2014/main" id="{516F9BE7-5573-49A8-B782-6B9E93084FEA}"/>
              </a:ext>
            </a:extLst>
          </p:cNvPr>
          <p:cNvSpPr>
            <a:spLocks noGrp="1"/>
          </p:cNvSpPr>
          <p:nvPr/>
        </p:nvSpPr>
        <p:spPr>
          <a:xfrm>
            <a:off x="60361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6" name="F2_precision_recall_distributions_5740">
            <a:extLst>
              <a:ext uri="{FF2B5EF4-FFF2-40B4-BE49-F238E27FC236}">
                <a16:creationId xmlns:a16="http://schemas.microsoft.com/office/drawing/2014/main" id="{C205989F-2820-4A34-9787-DDDF098BCF96}"/>
              </a:ext>
            </a:extLst>
          </p:cNvPr>
          <p:cNvSpPr>
            <a:spLocks noGrp="1"/>
          </p:cNvSpPr>
          <p:nvPr/>
        </p:nvSpPr>
        <p:spPr>
          <a:xfrm>
            <a:off x="586155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7" name="F2_precision_recall_distributions_5741">
            <a:extLst>
              <a:ext uri="{FF2B5EF4-FFF2-40B4-BE49-F238E27FC236}">
                <a16:creationId xmlns:a16="http://schemas.microsoft.com/office/drawing/2014/main" id="{239C8FBA-B928-4AFE-8495-9C8F8794E635}"/>
              </a:ext>
            </a:extLst>
          </p:cNvPr>
          <p:cNvSpPr>
            <a:spLocks noGrp="1"/>
          </p:cNvSpPr>
          <p:nvPr/>
        </p:nvSpPr>
        <p:spPr>
          <a:xfrm>
            <a:off x="59553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8" name="F2_precision_recall_distributions_5742">
            <a:extLst>
              <a:ext uri="{FF2B5EF4-FFF2-40B4-BE49-F238E27FC236}">
                <a16:creationId xmlns:a16="http://schemas.microsoft.com/office/drawing/2014/main" id="{FA764040-398A-4A78-8C31-7BD9B20E919A}"/>
              </a:ext>
            </a:extLst>
          </p:cNvPr>
          <p:cNvSpPr>
            <a:spLocks noGrp="1"/>
          </p:cNvSpPr>
          <p:nvPr/>
        </p:nvSpPr>
        <p:spPr>
          <a:xfrm>
            <a:off x="611290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9" name="F2_precision_recall_distributions_5743">
            <a:extLst>
              <a:ext uri="{FF2B5EF4-FFF2-40B4-BE49-F238E27FC236}">
                <a16:creationId xmlns:a16="http://schemas.microsoft.com/office/drawing/2014/main" id="{A366DFE7-C161-4C38-89A9-8131E879C878}"/>
              </a:ext>
            </a:extLst>
          </p:cNvPr>
          <p:cNvSpPr>
            <a:spLocks noGrp="1"/>
          </p:cNvSpPr>
          <p:nvPr/>
        </p:nvSpPr>
        <p:spPr>
          <a:xfrm>
            <a:off x="5932436" y="5018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0" name="F2_precision_recall_distributions_5744">
            <a:extLst>
              <a:ext uri="{FF2B5EF4-FFF2-40B4-BE49-F238E27FC236}">
                <a16:creationId xmlns:a16="http://schemas.microsoft.com/office/drawing/2014/main" id="{086B7261-B3A8-4AAD-97A2-443D70D4983A}"/>
              </a:ext>
            </a:extLst>
          </p:cNvPr>
          <p:cNvSpPr>
            <a:spLocks noGrp="1"/>
          </p:cNvSpPr>
          <p:nvPr/>
        </p:nvSpPr>
        <p:spPr>
          <a:xfrm>
            <a:off x="589757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1" name="F2_precision_recall_distributions_5745">
            <a:extLst>
              <a:ext uri="{FF2B5EF4-FFF2-40B4-BE49-F238E27FC236}">
                <a16:creationId xmlns:a16="http://schemas.microsoft.com/office/drawing/2014/main" id="{65563CAA-5783-48B0-A165-A589B845E86C}"/>
              </a:ext>
            </a:extLst>
          </p:cNvPr>
          <p:cNvSpPr>
            <a:spLocks noGrp="1"/>
          </p:cNvSpPr>
          <p:nvPr/>
        </p:nvSpPr>
        <p:spPr>
          <a:xfrm>
            <a:off x="6050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2" name="F2_precision_recall_distributions_5746">
            <a:extLst>
              <a:ext uri="{FF2B5EF4-FFF2-40B4-BE49-F238E27FC236}">
                <a16:creationId xmlns:a16="http://schemas.microsoft.com/office/drawing/2014/main" id="{39D950BF-0831-4AC4-A573-A262781AF326}"/>
              </a:ext>
            </a:extLst>
          </p:cNvPr>
          <p:cNvSpPr>
            <a:spLocks noGrp="1"/>
          </p:cNvSpPr>
          <p:nvPr/>
        </p:nvSpPr>
        <p:spPr>
          <a:xfrm>
            <a:off x="588669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3" name="F2_precision_recall_distributions_5747">
            <a:extLst>
              <a:ext uri="{FF2B5EF4-FFF2-40B4-BE49-F238E27FC236}">
                <a16:creationId xmlns:a16="http://schemas.microsoft.com/office/drawing/2014/main" id="{04736A9C-79FE-41CD-BEDF-9C0BA70C5D04}"/>
              </a:ext>
            </a:extLst>
          </p:cNvPr>
          <p:cNvSpPr>
            <a:spLocks noGrp="1"/>
          </p:cNvSpPr>
          <p:nvPr/>
        </p:nvSpPr>
        <p:spPr>
          <a:xfrm>
            <a:off x="610117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4" name="F2_precision_recall_distributions_5748">
            <a:extLst>
              <a:ext uri="{FF2B5EF4-FFF2-40B4-BE49-F238E27FC236}">
                <a16:creationId xmlns:a16="http://schemas.microsoft.com/office/drawing/2014/main" id="{BF44055A-372D-49E6-A97C-F56BACA66DEF}"/>
              </a:ext>
            </a:extLst>
          </p:cNvPr>
          <p:cNvSpPr>
            <a:spLocks noGrp="1"/>
          </p:cNvSpPr>
          <p:nvPr/>
        </p:nvSpPr>
        <p:spPr>
          <a:xfrm>
            <a:off x="603459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5" name="F2_precision_recall_distributions_5749">
            <a:extLst>
              <a:ext uri="{FF2B5EF4-FFF2-40B4-BE49-F238E27FC236}">
                <a16:creationId xmlns:a16="http://schemas.microsoft.com/office/drawing/2014/main" id="{15108A34-235D-49AD-947D-34560E6A93B1}"/>
              </a:ext>
            </a:extLst>
          </p:cNvPr>
          <p:cNvSpPr>
            <a:spLocks noGrp="1"/>
          </p:cNvSpPr>
          <p:nvPr/>
        </p:nvSpPr>
        <p:spPr>
          <a:xfrm>
            <a:off x="593211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6" name="F2_precision_recall_distributions_5750">
            <a:extLst>
              <a:ext uri="{FF2B5EF4-FFF2-40B4-BE49-F238E27FC236}">
                <a16:creationId xmlns:a16="http://schemas.microsoft.com/office/drawing/2014/main" id="{FDBB1DD0-113A-4E0F-9D15-111909B318CA}"/>
              </a:ext>
            </a:extLst>
          </p:cNvPr>
          <p:cNvSpPr>
            <a:spLocks noGrp="1"/>
          </p:cNvSpPr>
          <p:nvPr/>
        </p:nvSpPr>
        <p:spPr>
          <a:xfrm>
            <a:off x="60625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7" name="F2_precision_recall_distributions_5751">
            <a:extLst>
              <a:ext uri="{FF2B5EF4-FFF2-40B4-BE49-F238E27FC236}">
                <a16:creationId xmlns:a16="http://schemas.microsoft.com/office/drawing/2014/main" id="{374C750C-F880-4842-BF6A-C0AF4C07160E}"/>
              </a:ext>
            </a:extLst>
          </p:cNvPr>
          <p:cNvSpPr>
            <a:spLocks noGrp="1"/>
          </p:cNvSpPr>
          <p:nvPr/>
        </p:nvSpPr>
        <p:spPr>
          <a:xfrm>
            <a:off x="582331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8" name="F2_precision_recall_distributions_5752">
            <a:extLst>
              <a:ext uri="{FF2B5EF4-FFF2-40B4-BE49-F238E27FC236}">
                <a16:creationId xmlns:a16="http://schemas.microsoft.com/office/drawing/2014/main" id="{87D4B903-B8B2-4477-A089-614B8E049D0D}"/>
              </a:ext>
            </a:extLst>
          </p:cNvPr>
          <p:cNvSpPr>
            <a:spLocks noGrp="1"/>
          </p:cNvSpPr>
          <p:nvPr/>
        </p:nvSpPr>
        <p:spPr>
          <a:xfrm>
            <a:off x="60347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9" name="F2_precision_recall_distributions_5753">
            <a:extLst>
              <a:ext uri="{FF2B5EF4-FFF2-40B4-BE49-F238E27FC236}">
                <a16:creationId xmlns:a16="http://schemas.microsoft.com/office/drawing/2014/main" id="{A2EC696D-4EE2-474F-9689-76A97F706C72}"/>
              </a:ext>
            </a:extLst>
          </p:cNvPr>
          <p:cNvSpPr>
            <a:spLocks noGrp="1"/>
          </p:cNvSpPr>
          <p:nvPr/>
        </p:nvSpPr>
        <p:spPr>
          <a:xfrm>
            <a:off x="602462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0" name="F2_precision_recall_distributions_5754">
            <a:extLst>
              <a:ext uri="{FF2B5EF4-FFF2-40B4-BE49-F238E27FC236}">
                <a16:creationId xmlns:a16="http://schemas.microsoft.com/office/drawing/2014/main" id="{EB2C4146-BB58-4F89-BA5C-2F627A0DB706}"/>
              </a:ext>
            </a:extLst>
          </p:cNvPr>
          <p:cNvSpPr>
            <a:spLocks noGrp="1"/>
          </p:cNvSpPr>
          <p:nvPr/>
        </p:nvSpPr>
        <p:spPr>
          <a:xfrm>
            <a:off x="5925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1" name="F2_precision_recall_distributions_5755">
            <a:extLst>
              <a:ext uri="{FF2B5EF4-FFF2-40B4-BE49-F238E27FC236}">
                <a16:creationId xmlns:a16="http://schemas.microsoft.com/office/drawing/2014/main" id="{7B025B63-4BF3-4F08-BA22-046EA6C29B97}"/>
              </a:ext>
            </a:extLst>
          </p:cNvPr>
          <p:cNvSpPr>
            <a:spLocks noGrp="1"/>
          </p:cNvSpPr>
          <p:nvPr/>
        </p:nvSpPr>
        <p:spPr>
          <a:xfrm>
            <a:off x="5865893" y="4890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2" name="F2_precision_recall_distributions_5756">
            <a:extLst>
              <a:ext uri="{FF2B5EF4-FFF2-40B4-BE49-F238E27FC236}">
                <a16:creationId xmlns:a16="http://schemas.microsoft.com/office/drawing/2014/main" id="{5D191E82-E3C9-4352-A510-8D19F2F3D4CB}"/>
              </a:ext>
            </a:extLst>
          </p:cNvPr>
          <p:cNvSpPr>
            <a:spLocks noGrp="1"/>
          </p:cNvSpPr>
          <p:nvPr/>
        </p:nvSpPr>
        <p:spPr>
          <a:xfrm>
            <a:off x="588598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3" name="F2_precision_recall_distributions_5757">
            <a:extLst>
              <a:ext uri="{FF2B5EF4-FFF2-40B4-BE49-F238E27FC236}">
                <a16:creationId xmlns:a16="http://schemas.microsoft.com/office/drawing/2014/main" id="{B7C61ED6-28D8-42A9-B548-8D9815A5483B}"/>
              </a:ext>
            </a:extLst>
          </p:cNvPr>
          <p:cNvSpPr>
            <a:spLocks noGrp="1"/>
          </p:cNvSpPr>
          <p:nvPr/>
        </p:nvSpPr>
        <p:spPr>
          <a:xfrm>
            <a:off x="5925073" y="50362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4" name="F2_precision_recall_distributions_5758">
            <a:extLst>
              <a:ext uri="{FF2B5EF4-FFF2-40B4-BE49-F238E27FC236}">
                <a16:creationId xmlns:a16="http://schemas.microsoft.com/office/drawing/2014/main" id="{C9A9C769-BD3B-4D9D-B5DC-F1BF0DC7C3AA}"/>
              </a:ext>
            </a:extLst>
          </p:cNvPr>
          <p:cNvSpPr>
            <a:spLocks noGrp="1"/>
          </p:cNvSpPr>
          <p:nvPr/>
        </p:nvSpPr>
        <p:spPr>
          <a:xfrm>
            <a:off x="5985498" y="4880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5" name="F2_precision_recall_distributions_5759">
            <a:extLst>
              <a:ext uri="{FF2B5EF4-FFF2-40B4-BE49-F238E27FC236}">
                <a16:creationId xmlns:a16="http://schemas.microsoft.com/office/drawing/2014/main" id="{778B7133-12B0-4B20-95B9-CDDB25E6AFEC}"/>
              </a:ext>
            </a:extLst>
          </p:cNvPr>
          <p:cNvSpPr>
            <a:spLocks noGrp="1"/>
          </p:cNvSpPr>
          <p:nvPr/>
        </p:nvSpPr>
        <p:spPr>
          <a:xfrm>
            <a:off x="598744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6" name="F2_precision_recall_distributions_5760">
            <a:extLst>
              <a:ext uri="{FF2B5EF4-FFF2-40B4-BE49-F238E27FC236}">
                <a16:creationId xmlns:a16="http://schemas.microsoft.com/office/drawing/2014/main" id="{B3F81DF4-8D45-4041-A9E2-347A0D1D9435}"/>
              </a:ext>
            </a:extLst>
          </p:cNvPr>
          <p:cNvSpPr>
            <a:spLocks noGrp="1"/>
          </p:cNvSpPr>
          <p:nvPr/>
        </p:nvSpPr>
        <p:spPr>
          <a:xfrm>
            <a:off x="606350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7" name="F2_precision_recall_distributions_5761">
            <a:extLst>
              <a:ext uri="{FF2B5EF4-FFF2-40B4-BE49-F238E27FC236}">
                <a16:creationId xmlns:a16="http://schemas.microsoft.com/office/drawing/2014/main" id="{716B7296-E2E4-4D9C-B63D-06963D0909CA}"/>
              </a:ext>
            </a:extLst>
          </p:cNvPr>
          <p:cNvSpPr>
            <a:spLocks noGrp="1"/>
          </p:cNvSpPr>
          <p:nvPr/>
        </p:nvSpPr>
        <p:spPr>
          <a:xfrm>
            <a:off x="60445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8" name="F2_precision_recall_distributions_5762">
            <a:extLst>
              <a:ext uri="{FF2B5EF4-FFF2-40B4-BE49-F238E27FC236}">
                <a16:creationId xmlns:a16="http://schemas.microsoft.com/office/drawing/2014/main" id="{78C094D3-32F2-44A8-8F90-716E3152AC66}"/>
              </a:ext>
            </a:extLst>
          </p:cNvPr>
          <p:cNvSpPr>
            <a:spLocks noGrp="1"/>
          </p:cNvSpPr>
          <p:nvPr/>
        </p:nvSpPr>
        <p:spPr>
          <a:xfrm>
            <a:off x="60504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9" name="F2_precision_recall_distributions_5763">
            <a:extLst>
              <a:ext uri="{FF2B5EF4-FFF2-40B4-BE49-F238E27FC236}">
                <a16:creationId xmlns:a16="http://schemas.microsoft.com/office/drawing/2014/main" id="{63675E4C-2B49-42EE-92E4-6700C21384C3}"/>
              </a:ext>
            </a:extLst>
          </p:cNvPr>
          <p:cNvSpPr>
            <a:spLocks noGrp="1"/>
          </p:cNvSpPr>
          <p:nvPr/>
        </p:nvSpPr>
        <p:spPr>
          <a:xfrm>
            <a:off x="61061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0" name="F2_precision_recall_distributions_5764">
            <a:extLst>
              <a:ext uri="{FF2B5EF4-FFF2-40B4-BE49-F238E27FC236}">
                <a16:creationId xmlns:a16="http://schemas.microsoft.com/office/drawing/2014/main" id="{ACBBC53E-1C7F-48AB-AEEC-F9E3151700CF}"/>
              </a:ext>
            </a:extLst>
          </p:cNvPr>
          <p:cNvSpPr>
            <a:spLocks noGrp="1"/>
          </p:cNvSpPr>
          <p:nvPr/>
        </p:nvSpPr>
        <p:spPr>
          <a:xfrm>
            <a:off x="5843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1" name="F2_precision_recall_distributions_5765">
            <a:extLst>
              <a:ext uri="{FF2B5EF4-FFF2-40B4-BE49-F238E27FC236}">
                <a16:creationId xmlns:a16="http://schemas.microsoft.com/office/drawing/2014/main" id="{A1C85A92-216C-48EC-A589-49AC9951C3D1}"/>
              </a:ext>
            </a:extLst>
          </p:cNvPr>
          <p:cNvSpPr>
            <a:spLocks noGrp="1"/>
          </p:cNvSpPr>
          <p:nvPr/>
        </p:nvSpPr>
        <p:spPr>
          <a:xfrm>
            <a:off x="6136672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2" name="F2_precision_recall_distributions_5766">
            <a:extLst>
              <a:ext uri="{FF2B5EF4-FFF2-40B4-BE49-F238E27FC236}">
                <a16:creationId xmlns:a16="http://schemas.microsoft.com/office/drawing/2014/main" id="{D3051531-F88C-444D-B1E9-992D38A62C9B}"/>
              </a:ext>
            </a:extLst>
          </p:cNvPr>
          <p:cNvSpPr>
            <a:spLocks noGrp="1"/>
          </p:cNvSpPr>
          <p:nvPr/>
        </p:nvSpPr>
        <p:spPr>
          <a:xfrm>
            <a:off x="6077362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3" name="F2_precision_recall_distributions_5767">
            <a:extLst>
              <a:ext uri="{FF2B5EF4-FFF2-40B4-BE49-F238E27FC236}">
                <a16:creationId xmlns:a16="http://schemas.microsoft.com/office/drawing/2014/main" id="{9C2687BA-3044-454E-B3D9-35D0D5CD9467}"/>
              </a:ext>
            </a:extLst>
          </p:cNvPr>
          <p:cNvSpPr>
            <a:spLocks noGrp="1"/>
          </p:cNvSpPr>
          <p:nvPr/>
        </p:nvSpPr>
        <p:spPr>
          <a:xfrm>
            <a:off x="5881277" y="49843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4" name="F2_precision_recall_distributions_5768">
            <a:extLst>
              <a:ext uri="{FF2B5EF4-FFF2-40B4-BE49-F238E27FC236}">
                <a16:creationId xmlns:a16="http://schemas.microsoft.com/office/drawing/2014/main" id="{A024A97B-4C0B-4E0A-AD46-90A25E3D0961}"/>
              </a:ext>
            </a:extLst>
          </p:cNvPr>
          <p:cNvSpPr>
            <a:spLocks noGrp="1"/>
          </p:cNvSpPr>
          <p:nvPr/>
        </p:nvSpPr>
        <p:spPr>
          <a:xfrm>
            <a:off x="61731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5" name="F2_precision_recall_distributions_5769">
            <a:extLst>
              <a:ext uri="{FF2B5EF4-FFF2-40B4-BE49-F238E27FC236}">
                <a16:creationId xmlns:a16="http://schemas.microsoft.com/office/drawing/2014/main" id="{B5DF2283-0275-4F62-972F-B980E7B1A34A}"/>
              </a:ext>
            </a:extLst>
          </p:cNvPr>
          <p:cNvSpPr>
            <a:spLocks noGrp="1"/>
          </p:cNvSpPr>
          <p:nvPr/>
        </p:nvSpPr>
        <p:spPr>
          <a:xfrm>
            <a:off x="61599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6" name="F2_precision_recall_distributions_5770">
            <a:extLst>
              <a:ext uri="{FF2B5EF4-FFF2-40B4-BE49-F238E27FC236}">
                <a16:creationId xmlns:a16="http://schemas.microsoft.com/office/drawing/2014/main" id="{28E39678-536F-4BD2-823B-EAE99690189A}"/>
              </a:ext>
            </a:extLst>
          </p:cNvPr>
          <p:cNvSpPr>
            <a:spLocks noGrp="1"/>
          </p:cNvSpPr>
          <p:nvPr/>
        </p:nvSpPr>
        <p:spPr>
          <a:xfrm>
            <a:off x="605436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7" name="F2_precision_recall_distributions_5771">
            <a:extLst>
              <a:ext uri="{FF2B5EF4-FFF2-40B4-BE49-F238E27FC236}">
                <a16:creationId xmlns:a16="http://schemas.microsoft.com/office/drawing/2014/main" id="{CCDCEB3E-3E43-4E0F-908C-43A51DB811CD}"/>
              </a:ext>
            </a:extLst>
          </p:cNvPr>
          <p:cNvSpPr>
            <a:spLocks noGrp="1"/>
          </p:cNvSpPr>
          <p:nvPr/>
        </p:nvSpPr>
        <p:spPr>
          <a:xfrm>
            <a:off x="58657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8" name="F2_precision_recall_distributions_5772">
            <a:extLst>
              <a:ext uri="{FF2B5EF4-FFF2-40B4-BE49-F238E27FC236}">
                <a16:creationId xmlns:a16="http://schemas.microsoft.com/office/drawing/2014/main" id="{FC144DA0-F81B-4EF0-A2BC-BD71F9DEB3A8}"/>
              </a:ext>
            </a:extLst>
          </p:cNvPr>
          <p:cNvSpPr>
            <a:spLocks noGrp="1"/>
          </p:cNvSpPr>
          <p:nvPr/>
        </p:nvSpPr>
        <p:spPr>
          <a:xfrm>
            <a:off x="6132084" y="4739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9" name="F2_precision_recall_distributions_5773">
            <a:extLst>
              <a:ext uri="{FF2B5EF4-FFF2-40B4-BE49-F238E27FC236}">
                <a16:creationId xmlns:a16="http://schemas.microsoft.com/office/drawing/2014/main" id="{1A49DB7F-2332-4B91-9880-421FD20F7E9F}"/>
              </a:ext>
            </a:extLst>
          </p:cNvPr>
          <p:cNvSpPr>
            <a:spLocks noGrp="1"/>
          </p:cNvSpPr>
          <p:nvPr/>
        </p:nvSpPr>
        <p:spPr>
          <a:xfrm>
            <a:off x="58303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0" name="F2_precision_recall_distributions_5774">
            <a:extLst>
              <a:ext uri="{FF2B5EF4-FFF2-40B4-BE49-F238E27FC236}">
                <a16:creationId xmlns:a16="http://schemas.microsoft.com/office/drawing/2014/main" id="{31088708-7562-422F-8057-30B54090A2CF}"/>
              </a:ext>
            </a:extLst>
          </p:cNvPr>
          <p:cNvSpPr>
            <a:spLocks noGrp="1"/>
          </p:cNvSpPr>
          <p:nvPr/>
        </p:nvSpPr>
        <p:spPr>
          <a:xfrm>
            <a:off x="58430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1" name="F2_precision_recall_distributions_5775">
            <a:extLst>
              <a:ext uri="{FF2B5EF4-FFF2-40B4-BE49-F238E27FC236}">
                <a16:creationId xmlns:a16="http://schemas.microsoft.com/office/drawing/2014/main" id="{39CEC76D-6119-40A0-93E2-824DD0D231DC}"/>
              </a:ext>
            </a:extLst>
          </p:cNvPr>
          <p:cNvSpPr>
            <a:spLocks noGrp="1"/>
          </p:cNvSpPr>
          <p:nvPr/>
        </p:nvSpPr>
        <p:spPr>
          <a:xfrm>
            <a:off x="614017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2" name="F2_precision_recall_distributions_5776">
            <a:extLst>
              <a:ext uri="{FF2B5EF4-FFF2-40B4-BE49-F238E27FC236}">
                <a16:creationId xmlns:a16="http://schemas.microsoft.com/office/drawing/2014/main" id="{3D2CDCF8-D676-4D23-9880-BEDA3EC003AE}"/>
              </a:ext>
            </a:extLst>
          </p:cNvPr>
          <p:cNvSpPr>
            <a:spLocks noGrp="1"/>
          </p:cNvSpPr>
          <p:nvPr/>
        </p:nvSpPr>
        <p:spPr>
          <a:xfrm>
            <a:off x="58078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3" name="F2_precision_recall_distributions_5777">
            <a:extLst>
              <a:ext uri="{FF2B5EF4-FFF2-40B4-BE49-F238E27FC236}">
                <a16:creationId xmlns:a16="http://schemas.microsoft.com/office/drawing/2014/main" id="{66993F15-22A9-465C-AE51-37B533B469BC}"/>
              </a:ext>
            </a:extLst>
          </p:cNvPr>
          <p:cNvSpPr>
            <a:spLocks noGrp="1"/>
          </p:cNvSpPr>
          <p:nvPr/>
        </p:nvSpPr>
        <p:spPr>
          <a:xfrm>
            <a:off x="604789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4" name="F2_precision_recall_distributions_5778">
            <a:extLst>
              <a:ext uri="{FF2B5EF4-FFF2-40B4-BE49-F238E27FC236}">
                <a16:creationId xmlns:a16="http://schemas.microsoft.com/office/drawing/2014/main" id="{23968453-51F6-49E4-BB53-B691FEE7856A}"/>
              </a:ext>
            </a:extLst>
          </p:cNvPr>
          <p:cNvSpPr>
            <a:spLocks noGrp="1"/>
          </p:cNvSpPr>
          <p:nvPr/>
        </p:nvSpPr>
        <p:spPr>
          <a:xfrm>
            <a:off x="5878483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5" name="F2_precision_recall_distributions_5779">
            <a:extLst>
              <a:ext uri="{FF2B5EF4-FFF2-40B4-BE49-F238E27FC236}">
                <a16:creationId xmlns:a16="http://schemas.microsoft.com/office/drawing/2014/main" id="{E4E99D7F-BAA4-49C0-9EDF-8A82009E16F7}"/>
              </a:ext>
            </a:extLst>
          </p:cNvPr>
          <p:cNvSpPr>
            <a:spLocks noGrp="1"/>
          </p:cNvSpPr>
          <p:nvPr/>
        </p:nvSpPr>
        <p:spPr>
          <a:xfrm>
            <a:off x="58253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6" name="F2_precision_recall_distributions_5780">
            <a:extLst>
              <a:ext uri="{FF2B5EF4-FFF2-40B4-BE49-F238E27FC236}">
                <a16:creationId xmlns:a16="http://schemas.microsoft.com/office/drawing/2014/main" id="{EACA0A31-1D7C-4E1D-9BC3-3B87AA78D654}"/>
              </a:ext>
            </a:extLst>
          </p:cNvPr>
          <p:cNvSpPr>
            <a:spLocks noGrp="1"/>
          </p:cNvSpPr>
          <p:nvPr/>
        </p:nvSpPr>
        <p:spPr>
          <a:xfrm>
            <a:off x="5965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7" name="F2_precision_recall_distributions_5781">
            <a:extLst>
              <a:ext uri="{FF2B5EF4-FFF2-40B4-BE49-F238E27FC236}">
                <a16:creationId xmlns:a16="http://schemas.microsoft.com/office/drawing/2014/main" id="{8D904C85-D6E2-4B58-B9D6-B74BA41115E4}"/>
              </a:ext>
            </a:extLst>
          </p:cNvPr>
          <p:cNvSpPr>
            <a:spLocks noGrp="1"/>
          </p:cNvSpPr>
          <p:nvPr/>
        </p:nvSpPr>
        <p:spPr>
          <a:xfrm>
            <a:off x="6116877" y="44933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8" name="F2_precision_recall_distributions_5782">
            <a:extLst>
              <a:ext uri="{FF2B5EF4-FFF2-40B4-BE49-F238E27FC236}">
                <a16:creationId xmlns:a16="http://schemas.microsoft.com/office/drawing/2014/main" id="{F3FB38EA-5B1E-4C61-94F8-7DE07CE8D742}"/>
              </a:ext>
            </a:extLst>
          </p:cNvPr>
          <p:cNvSpPr>
            <a:spLocks noGrp="1"/>
          </p:cNvSpPr>
          <p:nvPr/>
        </p:nvSpPr>
        <p:spPr>
          <a:xfrm>
            <a:off x="6171220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9" name="F2_precision_recall_distributions_5783">
            <a:extLst>
              <a:ext uri="{FF2B5EF4-FFF2-40B4-BE49-F238E27FC236}">
                <a16:creationId xmlns:a16="http://schemas.microsoft.com/office/drawing/2014/main" id="{AEC96E00-4FCC-480B-BB09-40E72D03CDAF}"/>
              </a:ext>
            </a:extLst>
          </p:cNvPr>
          <p:cNvSpPr>
            <a:spLocks noGrp="1"/>
          </p:cNvSpPr>
          <p:nvPr/>
        </p:nvSpPr>
        <p:spPr>
          <a:xfrm>
            <a:off x="58898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0" name="F2_precision_recall_distributions_5784">
            <a:extLst>
              <a:ext uri="{FF2B5EF4-FFF2-40B4-BE49-F238E27FC236}">
                <a16:creationId xmlns:a16="http://schemas.microsoft.com/office/drawing/2014/main" id="{7E250D06-CC78-47F0-947D-692CCED62E53}"/>
              </a:ext>
            </a:extLst>
          </p:cNvPr>
          <p:cNvSpPr>
            <a:spLocks noGrp="1"/>
          </p:cNvSpPr>
          <p:nvPr/>
        </p:nvSpPr>
        <p:spPr>
          <a:xfrm>
            <a:off x="6061643" y="50508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1" name="F2_precision_recall_distributions_5785">
            <a:extLst>
              <a:ext uri="{FF2B5EF4-FFF2-40B4-BE49-F238E27FC236}">
                <a16:creationId xmlns:a16="http://schemas.microsoft.com/office/drawing/2014/main" id="{5490C2AC-2652-4ADE-A752-AA42799B9051}"/>
              </a:ext>
            </a:extLst>
          </p:cNvPr>
          <p:cNvSpPr>
            <a:spLocks noGrp="1"/>
          </p:cNvSpPr>
          <p:nvPr/>
        </p:nvSpPr>
        <p:spPr>
          <a:xfrm>
            <a:off x="6014980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2" name="F2_precision_recall_distributions_5786">
            <a:extLst>
              <a:ext uri="{FF2B5EF4-FFF2-40B4-BE49-F238E27FC236}">
                <a16:creationId xmlns:a16="http://schemas.microsoft.com/office/drawing/2014/main" id="{2A297B94-C7E6-4519-8EFD-E94EC78BD44A}"/>
              </a:ext>
            </a:extLst>
          </p:cNvPr>
          <p:cNvSpPr>
            <a:spLocks noGrp="1"/>
          </p:cNvSpPr>
          <p:nvPr/>
        </p:nvSpPr>
        <p:spPr>
          <a:xfrm>
            <a:off x="5949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3" name="F2_precision_recall_distributions_5787">
            <a:extLst>
              <a:ext uri="{FF2B5EF4-FFF2-40B4-BE49-F238E27FC236}">
                <a16:creationId xmlns:a16="http://schemas.microsoft.com/office/drawing/2014/main" id="{66AC8442-E69E-4033-A9E3-97A625B4A2A0}"/>
              </a:ext>
            </a:extLst>
          </p:cNvPr>
          <p:cNvSpPr>
            <a:spLocks noGrp="1"/>
          </p:cNvSpPr>
          <p:nvPr/>
        </p:nvSpPr>
        <p:spPr>
          <a:xfrm>
            <a:off x="59150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4" name="F2_precision_recall_distributions_5788">
            <a:extLst>
              <a:ext uri="{FF2B5EF4-FFF2-40B4-BE49-F238E27FC236}">
                <a16:creationId xmlns:a16="http://schemas.microsoft.com/office/drawing/2014/main" id="{0E449739-DF01-4E6E-BA1A-FD79B354B0D7}"/>
              </a:ext>
            </a:extLst>
          </p:cNvPr>
          <p:cNvSpPr>
            <a:spLocks noGrp="1"/>
          </p:cNvSpPr>
          <p:nvPr/>
        </p:nvSpPr>
        <p:spPr>
          <a:xfrm>
            <a:off x="60595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5" name="F2_precision_recall_distributions_5789">
            <a:extLst>
              <a:ext uri="{FF2B5EF4-FFF2-40B4-BE49-F238E27FC236}">
                <a16:creationId xmlns:a16="http://schemas.microsoft.com/office/drawing/2014/main" id="{17CC8E7E-69F3-4231-B27E-41FDC93DF647}"/>
              </a:ext>
            </a:extLst>
          </p:cNvPr>
          <p:cNvSpPr>
            <a:spLocks noGrp="1"/>
          </p:cNvSpPr>
          <p:nvPr/>
        </p:nvSpPr>
        <p:spPr>
          <a:xfrm>
            <a:off x="5903910" y="50749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6" name="F2_precision_recall_distributions_5790">
            <a:extLst>
              <a:ext uri="{FF2B5EF4-FFF2-40B4-BE49-F238E27FC236}">
                <a16:creationId xmlns:a16="http://schemas.microsoft.com/office/drawing/2014/main" id="{76ADF448-AE8E-4EF7-ABD5-ECE963C47D34}"/>
              </a:ext>
            </a:extLst>
          </p:cNvPr>
          <p:cNvSpPr>
            <a:spLocks noGrp="1"/>
          </p:cNvSpPr>
          <p:nvPr/>
        </p:nvSpPr>
        <p:spPr>
          <a:xfrm>
            <a:off x="590472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7" name="F2_precision_recall_distributions_5791">
            <a:extLst>
              <a:ext uri="{FF2B5EF4-FFF2-40B4-BE49-F238E27FC236}">
                <a16:creationId xmlns:a16="http://schemas.microsoft.com/office/drawing/2014/main" id="{8515086B-817F-47E4-957C-BD462787B447}"/>
              </a:ext>
            </a:extLst>
          </p:cNvPr>
          <p:cNvSpPr>
            <a:spLocks noGrp="1"/>
          </p:cNvSpPr>
          <p:nvPr/>
        </p:nvSpPr>
        <p:spPr>
          <a:xfrm>
            <a:off x="610773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8" name="F2_precision_recall_distributions_5792">
            <a:extLst>
              <a:ext uri="{FF2B5EF4-FFF2-40B4-BE49-F238E27FC236}">
                <a16:creationId xmlns:a16="http://schemas.microsoft.com/office/drawing/2014/main" id="{5E5EE7A4-21A7-44A7-A36E-A1622125C60D}"/>
              </a:ext>
            </a:extLst>
          </p:cNvPr>
          <p:cNvSpPr>
            <a:spLocks noGrp="1"/>
          </p:cNvSpPr>
          <p:nvPr/>
        </p:nvSpPr>
        <p:spPr>
          <a:xfrm>
            <a:off x="682843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0589" y="848766"/>
                </a:moveTo>
                <a:lnTo>
                  <a:pt x="164508" y="848766"/>
                </a:lnTo>
                <a:lnTo>
                  <a:pt x="167463" y="842186"/>
                </a:lnTo>
                <a:lnTo>
                  <a:pt x="176008" y="835606"/>
                </a:lnTo>
                <a:lnTo>
                  <a:pt x="189236" y="829027"/>
                </a:lnTo>
                <a:lnTo>
                  <a:pt x="205812" y="822447"/>
                </a:lnTo>
                <a:lnTo>
                  <a:pt x="224189" y="815868"/>
                </a:lnTo>
                <a:lnTo>
                  <a:pt x="242847" y="809288"/>
                </a:lnTo>
                <a:lnTo>
                  <a:pt x="260484" y="802708"/>
                </a:lnTo>
                <a:lnTo>
                  <a:pt x="276150" y="796129"/>
                </a:lnTo>
                <a:lnTo>
                  <a:pt x="289296" y="789549"/>
                </a:lnTo>
                <a:lnTo>
                  <a:pt x="299749" y="782970"/>
                </a:lnTo>
                <a:lnTo>
                  <a:pt x="307635" y="776390"/>
                </a:lnTo>
                <a:lnTo>
                  <a:pt x="313278" y="769811"/>
                </a:lnTo>
                <a:lnTo>
                  <a:pt x="317101" y="763231"/>
                </a:lnTo>
                <a:lnTo>
                  <a:pt x="319543" y="756651"/>
                </a:lnTo>
                <a:lnTo>
                  <a:pt x="321003" y="750072"/>
                </a:lnTo>
                <a:lnTo>
                  <a:pt x="321812" y="743492"/>
                </a:lnTo>
                <a:lnTo>
                  <a:pt x="322221" y="736913"/>
                </a:lnTo>
                <a:lnTo>
                  <a:pt x="322407" y="730333"/>
                </a:lnTo>
                <a:lnTo>
                  <a:pt x="322480" y="723754"/>
                </a:lnTo>
                <a:lnTo>
                  <a:pt x="322495" y="717174"/>
                </a:lnTo>
                <a:lnTo>
                  <a:pt x="322463" y="710594"/>
                </a:lnTo>
                <a:lnTo>
                  <a:pt x="322358" y="704015"/>
                </a:lnTo>
                <a:lnTo>
                  <a:pt x="322132" y="697435"/>
                </a:lnTo>
                <a:lnTo>
                  <a:pt x="321729" y="690856"/>
                </a:lnTo>
                <a:lnTo>
                  <a:pt x="321096" y="684276"/>
                </a:lnTo>
                <a:lnTo>
                  <a:pt x="320197" y="677697"/>
                </a:lnTo>
                <a:lnTo>
                  <a:pt x="319027" y="671117"/>
                </a:lnTo>
                <a:lnTo>
                  <a:pt x="317616" y="664537"/>
                </a:lnTo>
                <a:lnTo>
                  <a:pt x="316025" y="657958"/>
                </a:lnTo>
                <a:lnTo>
                  <a:pt x="314339" y="651378"/>
                </a:lnTo>
                <a:lnTo>
                  <a:pt x="312652" y="644799"/>
                </a:lnTo>
                <a:lnTo>
                  <a:pt x="311054" y="638219"/>
                </a:lnTo>
                <a:lnTo>
                  <a:pt x="309615" y="631639"/>
                </a:lnTo>
                <a:lnTo>
                  <a:pt x="308383" y="625060"/>
                </a:lnTo>
                <a:lnTo>
                  <a:pt x="307378" y="618480"/>
                </a:lnTo>
                <a:lnTo>
                  <a:pt x="306607" y="611901"/>
                </a:lnTo>
                <a:lnTo>
                  <a:pt x="306069" y="605321"/>
                </a:lnTo>
                <a:lnTo>
                  <a:pt x="305771" y="598742"/>
                </a:lnTo>
                <a:lnTo>
                  <a:pt x="305731" y="592162"/>
                </a:lnTo>
                <a:lnTo>
                  <a:pt x="305979" y="585582"/>
                </a:lnTo>
                <a:lnTo>
                  <a:pt x="306545" y="579003"/>
                </a:lnTo>
                <a:lnTo>
                  <a:pt x="307454" y="572423"/>
                </a:lnTo>
                <a:lnTo>
                  <a:pt x="308703" y="565844"/>
                </a:lnTo>
                <a:lnTo>
                  <a:pt x="310259" y="559264"/>
                </a:lnTo>
                <a:lnTo>
                  <a:pt x="312050" y="552685"/>
                </a:lnTo>
                <a:lnTo>
                  <a:pt x="313976" y="546105"/>
                </a:lnTo>
                <a:lnTo>
                  <a:pt x="315913" y="539525"/>
                </a:lnTo>
                <a:lnTo>
                  <a:pt x="317727" y="532946"/>
                </a:lnTo>
                <a:lnTo>
                  <a:pt x="319285" y="526366"/>
                </a:lnTo>
                <a:lnTo>
                  <a:pt x="320457" y="519787"/>
                </a:lnTo>
                <a:lnTo>
                  <a:pt x="321114" y="513207"/>
                </a:lnTo>
                <a:lnTo>
                  <a:pt x="321129" y="506627"/>
                </a:lnTo>
                <a:lnTo>
                  <a:pt x="320369" y="500048"/>
                </a:lnTo>
                <a:lnTo>
                  <a:pt x="318705" y="493468"/>
                </a:lnTo>
                <a:lnTo>
                  <a:pt x="316030" y="486889"/>
                </a:lnTo>
                <a:lnTo>
                  <a:pt x="312282" y="480309"/>
                </a:lnTo>
                <a:lnTo>
                  <a:pt x="307483" y="473730"/>
                </a:lnTo>
                <a:lnTo>
                  <a:pt x="301772" y="467150"/>
                </a:lnTo>
                <a:lnTo>
                  <a:pt x="295422" y="460570"/>
                </a:lnTo>
                <a:lnTo>
                  <a:pt x="288836" y="453991"/>
                </a:lnTo>
                <a:lnTo>
                  <a:pt x="282524" y="447411"/>
                </a:lnTo>
                <a:lnTo>
                  <a:pt x="277031" y="440832"/>
                </a:lnTo>
                <a:lnTo>
                  <a:pt x="272871" y="434252"/>
                </a:lnTo>
                <a:lnTo>
                  <a:pt x="270433" y="427673"/>
                </a:lnTo>
                <a:lnTo>
                  <a:pt x="269922" y="421093"/>
                </a:lnTo>
                <a:lnTo>
                  <a:pt x="271321" y="414513"/>
                </a:lnTo>
                <a:lnTo>
                  <a:pt x="274388" y="407934"/>
                </a:lnTo>
                <a:lnTo>
                  <a:pt x="278708" y="401354"/>
                </a:lnTo>
                <a:lnTo>
                  <a:pt x="283749" y="394775"/>
                </a:lnTo>
                <a:lnTo>
                  <a:pt x="288955" y="388195"/>
                </a:lnTo>
                <a:lnTo>
                  <a:pt x="293812" y="381616"/>
                </a:lnTo>
                <a:lnTo>
                  <a:pt x="297909" y="375036"/>
                </a:lnTo>
                <a:lnTo>
                  <a:pt x="300961" y="368456"/>
                </a:lnTo>
                <a:lnTo>
                  <a:pt x="302817" y="361877"/>
                </a:lnTo>
                <a:lnTo>
                  <a:pt x="303441" y="355297"/>
                </a:lnTo>
                <a:lnTo>
                  <a:pt x="302888" y="348718"/>
                </a:lnTo>
                <a:lnTo>
                  <a:pt x="301284" y="342138"/>
                </a:lnTo>
                <a:lnTo>
                  <a:pt x="298806" y="335558"/>
                </a:lnTo>
                <a:lnTo>
                  <a:pt x="295673" y="328979"/>
                </a:lnTo>
                <a:lnTo>
                  <a:pt x="292144" y="322399"/>
                </a:lnTo>
                <a:lnTo>
                  <a:pt x="288510" y="315820"/>
                </a:lnTo>
                <a:lnTo>
                  <a:pt x="285084" y="309240"/>
                </a:lnTo>
                <a:lnTo>
                  <a:pt x="282181" y="302661"/>
                </a:lnTo>
                <a:lnTo>
                  <a:pt x="280081" y="296081"/>
                </a:lnTo>
                <a:lnTo>
                  <a:pt x="278998" y="289501"/>
                </a:lnTo>
                <a:lnTo>
                  <a:pt x="279048" y="282922"/>
                </a:lnTo>
                <a:lnTo>
                  <a:pt x="280227" y="276342"/>
                </a:lnTo>
                <a:lnTo>
                  <a:pt x="282414" y="269763"/>
                </a:lnTo>
                <a:lnTo>
                  <a:pt x="285391" y="263183"/>
                </a:lnTo>
                <a:lnTo>
                  <a:pt x="288881" y="256604"/>
                </a:lnTo>
                <a:lnTo>
                  <a:pt x="292595" y="250024"/>
                </a:lnTo>
                <a:lnTo>
                  <a:pt x="296274" y="243444"/>
                </a:lnTo>
                <a:lnTo>
                  <a:pt x="299720" y="236865"/>
                </a:lnTo>
                <a:lnTo>
                  <a:pt x="302812" y="230285"/>
                </a:lnTo>
                <a:lnTo>
                  <a:pt x="305498" y="223706"/>
                </a:lnTo>
                <a:lnTo>
                  <a:pt x="307780" y="217126"/>
                </a:lnTo>
                <a:lnTo>
                  <a:pt x="309690" y="210546"/>
                </a:lnTo>
                <a:lnTo>
                  <a:pt x="311266" y="203967"/>
                </a:lnTo>
                <a:lnTo>
                  <a:pt x="312541" y="197387"/>
                </a:lnTo>
                <a:lnTo>
                  <a:pt x="313533" y="190808"/>
                </a:lnTo>
                <a:lnTo>
                  <a:pt x="314255" y="184228"/>
                </a:lnTo>
                <a:lnTo>
                  <a:pt x="314719" y="177649"/>
                </a:lnTo>
                <a:lnTo>
                  <a:pt x="314954" y="171069"/>
                </a:lnTo>
                <a:lnTo>
                  <a:pt x="315006" y="164489"/>
                </a:lnTo>
                <a:lnTo>
                  <a:pt x="314945" y="157910"/>
                </a:lnTo>
                <a:lnTo>
                  <a:pt x="314853" y="151330"/>
                </a:lnTo>
                <a:lnTo>
                  <a:pt x="314815" y="144751"/>
                </a:lnTo>
                <a:lnTo>
                  <a:pt x="314898" y="138171"/>
                </a:lnTo>
                <a:lnTo>
                  <a:pt x="315136" y="131592"/>
                </a:lnTo>
                <a:lnTo>
                  <a:pt x="315505" y="125012"/>
                </a:lnTo>
                <a:lnTo>
                  <a:pt x="315913" y="118432"/>
                </a:lnTo>
                <a:lnTo>
                  <a:pt x="316176" y="111853"/>
                </a:lnTo>
                <a:lnTo>
                  <a:pt x="316003" y="105273"/>
                </a:lnTo>
                <a:lnTo>
                  <a:pt x="314976" y="98694"/>
                </a:lnTo>
                <a:lnTo>
                  <a:pt x="312538" y="92114"/>
                </a:lnTo>
                <a:lnTo>
                  <a:pt x="307991" y="85535"/>
                </a:lnTo>
                <a:lnTo>
                  <a:pt x="300515" y="78955"/>
                </a:lnTo>
                <a:lnTo>
                  <a:pt x="289234" y="72375"/>
                </a:lnTo>
                <a:lnTo>
                  <a:pt x="273320" y="65796"/>
                </a:lnTo>
                <a:lnTo>
                  <a:pt x="252156" y="59216"/>
                </a:lnTo>
                <a:lnTo>
                  <a:pt x="225524" y="52637"/>
                </a:lnTo>
                <a:lnTo>
                  <a:pt x="193806" y="46057"/>
                </a:lnTo>
                <a:lnTo>
                  <a:pt x="158134" y="39477"/>
                </a:lnTo>
                <a:lnTo>
                  <a:pt x="120433" y="32898"/>
                </a:lnTo>
                <a:lnTo>
                  <a:pt x="83326" y="26318"/>
                </a:lnTo>
                <a:lnTo>
                  <a:pt x="49877" y="19739"/>
                </a:lnTo>
                <a:lnTo>
                  <a:pt x="23193" y="13159"/>
                </a:lnTo>
                <a:lnTo>
                  <a:pt x="596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7" y="6580"/>
                </a:lnTo>
                <a:lnTo>
                  <a:pt x="651903" y="13159"/>
                </a:lnTo>
                <a:lnTo>
                  <a:pt x="625219" y="19739"/>
                </a:lnTo>
                <a:lnTo>
                  <a:pt x="591771" y="26318"/>
                </a:lnTo>
                <a:lnTo>
                  <a:pt x="554664" y="32898"/>
                </a:lnTo>
                <a:lnTo>
                  <a:pt x="516962" y="39477"/>
                </a:lnTo>
                <a:lnTo>
                  <a:pt x="481290" y="46057"/>
                </a:lnTo>
                <a:lnTo>
                  <a:pt x="449573" y="52637"/>
                </a:lnTo>
                <a:lnTo>
                  <a:pt x="422941" y="59216"/>
                </a:lnTo>
                <a:lnTo>
                  <a:pt x="401776" y="65796"/>
                </a:lnTo>
                <a:lnTo>
                  <a:pt x="385863" y="72375"/>
                </a:lnTo>
                <a:lnTo>
                  <a:pt x="374582" y="78955"/>
                </a:lnTo>
                <a:lnTo>
                  <a:pt x="367106" y="85535"/>
                </a:lnTo>
                <a:lnTo>
                  <a:pt x="362558" y="92114"/>
                </a:lnTo>
                <a:lnTo>
                  <a:pt x="360120" y="98694"/>
                </a:lnTo>
                <a:lnTo>
                  <a:pt x="359093" y="105273"/>
                </a:lnTo>
                <a:lnTo>
                  <a:pt x="358920" y="111853"/>
                </a:lnTo>
                <a:lnTo>
                  <a:pt x="359184" y="118432"/>
                </a:lnTo>
                <a:lnTo>
                  <a:pt x="359592" y="125012"/>
                </a:lnTo>
                <a:lnTo>
                  <a:pt x="359961" y="131592"/>
                </a:lnTo>
                <a:lnTo>
                  <a:pt x="360198" y="138171"/>
                </a:lnTo>
                <a:lnTo>
                  <a:pt x="360281" y="144751"/>
                </a:lnTo>
                <a:lnTo>
                  <a:pt x="360243" y="151330"/>
                </a:lnTo>
                <a:lnTo>
                  <a:pt x="360152" y="157910"/>
                </a:lnTo>
                <a:lnTo>
                  <a:pt x="360090" y="164489"/>
                </a:lnTo>
                <a:lnTo>
                  <a:pt x="360143" y="171069"/>
                </a:lnTo>
                <a:lnTo>
                  <a:pt x="360377" y="177649"/>
                </a:lnTo>
                <a:lnTo>
                  <a:pt x="360842" y="184228"/>
                </a:lnTo>
                <a:lnTo>
                  <a:pt x="361563" y="190808"/>
                </a:lnTo>
                <a:lnTo>
                  <a:pt x="362555" y="197387"/>
                </a:lnTo>
                <a:lnTo>
                  <a:pt x="363830" y="203967"/>
                </a:lnTo>
                <a:lnTo>
                  <a:pt x="365407" y="210546"/>
                </a:lnTo>
                <a:lnTo>
                  <a:pt x="367317" y="217126"/>
                </a:lnTo>
                <a:lnTo>
                  <a:pt x="369599" y="223706"/>
                </a:lnTo>
                <a:lnTo>
                  <a:pt x="372285" y="230285"/>
                </a:lnTo>
                <a:lnTo>
                  <a:pt x="375376" y="236865"/>
                </a:lnTo>
                <a:lnTo>
                  <a:pt x="378823" y="243444"/>
                </a:lnTo>
                <a:lnTo>
                  <a:pt x="382501" y="250024"/>
                </a:lnTo>
                <a:lnTo>
                  <a:pt x="386215" y="256604"/>
                </a:lnTo>
                <a:lnTo>
                  <a:pt x="389705" y="263183"/>
                </a:lnTo>
                <a:lnTo>
                  <a:pt x="392682" y="269763"/>
                </a:lnTo>
                <a:lnTo>
                  <a:pt x="394869" y="276342"/>
                </a:lnTo>
                <a:lnTo>
                  <a:pt x="396049" y="282922"/>
                </a:lnTo>
                <a:lnTo>
                  <a:pt x="396098" y="289501"/>
                </a:lnTo>
                <a:lnTo>
                  <a:pt x="395016" y="296081"/>
                </a:lnTo>
                <a:lnTo>
                  <a:pt x="392916" y="302661"/>
                </a:lnTo>
                <a:lnTo>
                  <a:pt x="390012" y="309240"/>
                </a:lnTo>
                <a:lnTo>
                  <a:pt x="386587" y="315820"/>
                </a:lnTo>
                <a:lnTo>
                  <a:pt x="382953" y="322399"/>
                </a:lnTo>
                <a:lnTo>
                  <a:pt x="379424" y="328979"/>
                </a:lnTo>
                <a:lnTo>
                  <a:pt x="376291" y="335558"/>
                </a:lnTo>
                <a:lnTo>
                  <a:pt x="373813" y="342138"/>
                </a:lnTo>
                <a:lnTo>
                  <a:pt x="372209" y="348718"/>
                </a:lnTo>
                <a:lnTo>
                  <a:pt x="371656" y="355297"/>
                </a:lnTo>
                <a:lnTo>
                  <a:pt x="372279" y="361877"/>
                </a:lnTo>
                <a:lnTo>
                  <a:pt x="374135" y="368456"/>
                </a:lnTo>
                <a:lnTo>
                  <a:pt x="377187" y="375036"/>
                </a:lnTo>
                <a:lnTo>
                  <a:pt x="381284" y="381616"/>
                </a:lnTo>
                <a:lnTo>
                  <a:pt x="386142" y="388195"/>
                </a:lnTo>
                <a:lnTo>
                  <a:pt x="391348" y="394775"/>
                </a:lnTo>
                <a:lnTo>
                  <a:pt x="396389" y="401354"/>
                </a:lnTo>
                <a:lnTo>
                  <a:pt x="400708" y="407934"/>
                </a:lnTo>
                <a:lnTo>
                  <a:pt x="403776" y="414513"/>
                </a:lnTo>
                <a:lnTo>
                  <a:pt x="405174" y="421093"/>
                </a:lnTo>
                <a:lnTo>
                  <a:pt x="404664" y="427673"/>
                </a:lnTo>
                <a:lnTo>
                  <a:pt x="402226" y="434252"/>
                </a:lnTo>
                <a:lnTo>
                  <a:pt x="398065" y="440832"/>
                </a:lnTo>
                <a:lnTo>
                  <a:pt x="392573" y="447411"/>
                </a:lnTo>
                <a:lnTo>
                  <a:pt x="386260" y="453991"/>
                </a:lnTo>
                <a:lnTo>
                  <a:pt x="379675" y="460570"/>
                </a:lnTo>
                <a:lnTo>
                  <a:pt x="373324" y="467150"/>
                </a:lnTo>
                <a:lnTo>
                  <a:pt x="367613" y="473730"/>
                </a:lnTo>
                <a:lnTo>
                  <a:pt x="362815" y="480309"/>
                </a:lnTo>
                <a:lnTo>
                  <a:pt x="359067" y="486889"/>
                </a:lnTo>
                <a:lnTo>
                  <a:pt x="356391" y="493468"/>
                </a:lnTo>
                <a:lnTo>
                  <a:pt x="354728" y="500048"/>
                </a:lnTo>
                <a:lnTo>
                  <a:pt x="353968" y="506627"/>
                </a:lnTo>
                <a:lnTo>
                  <a:pt x="353982" y="513207"/>
                </a:lnTo>
                <a:lnTo>
                  <a:pt x="354640" y="519787"/>
                </a:lnTo>
                <a:lnTo>
                  <a:pt x="355812" y="526366"/>
                </a:lnTo>
                <a:lnTo>
                  <a:pt x="357370" y="532946"/>
                </a:lnTo>
                <a:lnTo>
                  <a:pt x="359184" y="539525"/>
                </a:lnTo>
                <a:lnTo>
                  <a:pt x="361120" y="546105"/>
                </a:lnTo>
                <a:lnTo>
                  <a:pt x="363046" y="552685"/>
                </a:lnTo>
                <a:lnTo>
                  <a:pt x="364838" y="559264"/>
                </a:lnTo>
                <a:lnTo>
                  <a:pt x="366393" y="565844"/>
                </a:lnTo>
                <a:lnTo>
                  <a:pt x="367643" y="572423"/>
                </a:lnTo>
                <a:lnTo>
                  <a:pt x="368551" y="579003"/>
                </a:lnTo>
                <a:lnTo>
                  <a:pt x="369118" y="585582"/>
                </a:lnTo>
                <a:lnTo>
                  <a:pt x="369365" y="592162"/>
                </a:lnTo>
                <a:lnTo>
                  <a:pt x="369325" y="598742"/>
                </a:lnTo>
                <a:lnTo>
                  <a:pt x="369027" y="605321"/>
                </a:lnTo>
                <a:lnTo>
                  <a:pt x="368490" y="611901"/>
                </a:lnTo>
                <a:lnTo>
                  <a:pt x="367718" y="618480"/>
                </a:lnTo>
                <a:lnTo>
                  <a:pt x="366714" y="625060"/>
                </a:lnTo>
                <a:lnTo>
                  <a:pt x="365481" y="631639"/>
                </a:lnTo>
                <a:lnTo>
                  <a:pt x="364043" y="638219"/>
                </a:lnTo>
                <a:lnTo>
                  <a:pt x="362445" y="644799"/>
                </a:lnTo>
                <a:lnTo>
                  <a:pt x="360758" y="651378"/>
                </a:lnTo>
                <a:lnTo>
                  <a:pt x="359071" y="657958"/>
                </a:lnTo>
                <a:lnTo>
                  <a:pt x="357480" y="664537"/>
                </a:lnTo>
                <a:lnTo>
                  <a:pt x="356069" y="671117"/>
                </a:lnTo>
                <a:lnTo>
                  <a:pt x="354900" y="677697"/>
                </a:lnTo>
                <a:lnTo>
                  <a:pt x="354001" y="684276"/>
                </a:lnTo>
                <a:lnTo>
                  <a:pt x="353367" y="690856"/>
                </a:lnTo>
                <a:lnTo>
                  <a:pt x="352964" y="697435"/>
                </a:lnTo>
                <a:lnTo>
                  <a:pt x="352739" y="704015"/>
                </a:lnTo>
                <a:lnTo>
                  <a:pt x="352634" y="710594"/>
                </a:lnTo>
                <a:lnTo>
                  <a:pt x="352601" y="717174"/>
                </a:lnTo>
                <a:lnTo>
                  <a:pt x="352617" y="723754"/>
                </a:lnTo>
                <a:lnTo>
                  <a:pt x="352690" y="730333"/>
                </a:lnTo>
                <a:lnTo>
                  <a:pt x="352876" y="736913"/>
                </a:lnTo>
                <a:lnTo>
                  <a:pt x="353285" y="743492"/>
                </a:lnTo>
                <a:lnTo>
                  <a:pt x="354093" y="750072"/>
                </a:lnTo>
                <a:lnTo>
                  <a:pt x="355553" y="756651"/>
                </a:lnTo>
                <a:lnTo>
                  <a:pt x="357995" y="763231"/>
                </a:lnTo>
                <a:lnTo>
                  <a:pt x="361818" y="769811"/>
                </a:lnTo>
                <a:lnTo>
                  <a:pt x="367462" y="776390"/>
                </a:lnTo>
                <a:lnTo>
                  <a:pt x="375347" y="782970"/>
                </a:lnTo>
                <a:lnTo>
                  <a:pt x="385800" y="789549"/>
                </a:lnTo>
                <a:lnTo>
                  <a:pt x="398946" y="796129"/>
                </a:lnTo>
                <a:lnTo>
                  <a:pt x="414613" y="802708"/>
                </a:lnTo>
                <a:lnTo>
                  <a:pt x="432249" y="809288"/>
                </a:lnTo>
                <a:lnTo>
                  <a:pt x="450907" y="815868"/>
                </a:lnTo>
                <a:lnTo>
                  <a:pt x="469285" y="822447"/>
                </a:lnTo>
                <a:lnTo>
                  <a:pt x="485860" y="829027"/>
                </a:lnTo>
                <a:lnTo>
                  <a:pt x="499088" y="835606"/>
                </a:lnTo>
                <a:lnTo>
                  <a:pt x="507633" y="842186"/>
                </a:lnTo>
                <a:lnTo>
                  <a:pt x="510589" y="848766"/>
                </a:lnTo>
                <a:lnTo>
                  <a:pt x="510589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979" name="F2_precision_recall_distributions_5793">
            <a:extLst>
              <a:ext uri="{FF2B5EF4-FFF2-40B4-BE49-F238E27FC236}">
                <a16:creationId xmlns:a16="http://schemas.microsoft.com/office/drawing/2014/main" id="{7CCACBFD-5AFD-424A-8877-9505CC7AD380}"/>
              </a:ext>
            </a:extLst>
          </p:cNvPr>
          <p:cNvSpPr>
            <a:spLocks noGrp="1"/>
          </p:cNvSpPr>
          <p:nvPr/>
        </p:nvSpPr>
        <p:spPr>
          <a:xfrm>
            <a:off x="723642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0" name="F2_precision_recall_distributions_5794">
            <a:extLst>
              <a:ext uri="{FF2B5EF4-FFF2-40B4-BE49-F238E27FC236}">
                <a16:creationId xmlns:a16="http://schemas.microsoft.com/office/drawing/2014/main" id="{303BFC50-983A-483E-8191-07691B18C9EB}"/>
              </a:ext>
            </a:extLst>
          </p:cNvPr>
          <p:cNvSpPr>
            <a:spLocks noGrp="1"/>
          </p:cNvSpPr>
          <p:nvPr/>
        </p:nvSpPr>
        <p:spPr>
          <a:xfrm>
            <a:off x="73385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1" name="F2_precision_recall_distributions_5795">
            <a:extLst>
              <a:ext uri="{FF2B5EF4-FFF2-40B4-BE49-F238E27FC236}">
                <a16:creationId xmlns:a16="http://schemas.microsoft.com/office/drawing/2014/main" id="{D8771FA5-C27D-4CB6-B3A0-F6452E3708A2}"/>
              </a:ext>
            </a:extLst>
          </p:cNvPr>
          <p:cNvSpPr>
            <a:spLocks noGrp="1"/>
          </p:cNvSpPr>
          <p:nvPr/>
        </p:nvSpPr>
        <p:spPr>
          <a:xfrm>
            <a:off x="69786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2" name="F2_precision_recall_distributions_5796">
            <a:extLst>
              <a:ext uri="{FF2B5EF4-FFF2-40B4-BE49-F238E27FC236}">
                <a16:creationId xmlns:a16="http://schemas.microsoft.com/office/drawing/2014/main" id="{A6F61EA1-E1EB-4882-B6D3-33E5D5F62071}"/>
              </a:ext>
            </a:extLst>
          </p:cNvPr>
          <p:cNvSpPr>
            <a:spLocks noGrp="1"/>
          </p:cNvSpPr>
          <p:nvPr/>
        </p:nvSpPr>
        <p:spPr>
          <a:xfrm>
            <a:off x="7037586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3" name="F2_precision_recall_distributions_5797">
            <a:extLst>
              <a:ext uri="{FF2B5EF4-FFF2-40B4-BE49-F238E27FC236}">
                <a16:creationId xmlns:a16="http://schemas.microsoft.com/office/drawing/2014/main" id="{A0DC3768-4C18-4BBC-8736-029EA571CC68}"/>
              </a:ext>
            </a:extLst>
          </p:cNvPr>
          <p:cNvSpPr>
            <a:spLocks noGrp="1"/>
          </p:cNvSpPr>
          <p:nvPr/>
        </p:nvSpPr>
        <p:spPr>
          <a:xfrm>
            <a:off x="7004178" y="4587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4" name="F2_precision_recall_distributions_5798">
            <a:extLst>
              <a:ext uri="{FF2B5EF4-FFF2-40B4-BE49-F238E27FC236}">
                <a16:creationId xmlns:a16="http://schemas.microsoft.com/office/drawing/2014/main" id="{CB4187BD-7F32-445F-9428-027C058CA038}"/>
              </a:ext>
            </a:extLst>
          </p:cNvPr>
          <p:cNvSpPr>
            <a:spLocks noGrp="1"/>
          </p:cNvSpPr>
          <p:nvPr/>
        </p:nvSpPr>
        <p:spPr>
          <a:xfrm>
            <a:off x="71663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5" name="F2_precision_recall_distributions_5799">
            <a:extLst>
              <a:ext uri="{FF2B5EF4-FFF2-40B4-BE49-F238E27FC236}">
                <a16:creationId xmlns:a16="http://schemas.microsoft.com/office/drawing/2014/main" id="{95413CE4-A061-4EF7-9A24-630A9A0DC2F9}"/>
              </a:ext>
            </a:extLst>
          </p:cNvPr>
          <p:cNvSpPr>
            <a:spLocks noGrp="1"/>
          </p:cNvSpPr>
          <p:nvPr/>
        </p:nvSpPr>
        <p:spPr>
          <a:xfrm>
            <a:off x="72913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6" name="F2_precision_recall_distributions_5800">
            <a:extLst>
              <a:ext uri="{FF2B5EF4-FFF2-40B4-BE49-F238E27FC236}">
                <a16:creationId xmlns:a16="http://schemas.microsoft.com/office/drawing/2014/main" id="{F2E6C215-1BCB-4AAC-B094-793767AB0AE9}"/>
              </a:ext>
            </a:extLst>
          </p:cNvPr>
          <p:cNvSpPr>
            <a:spLocks noGrp="1"/>
          </p:cNvSpPr>
          <p:nvPr/>
        </p:nvSpPr>
        <p:spPr>
          <a:xfrm>
            <a:off x="73224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7" name="F2_precision_recall_distributions_5801">
            <a:extLst>
              <a:ext uri="{FF2B5EF4-FFF2-40B4-BE49-F238E27FC236}">
                <a16:creationId xmlns:a16="http://schemas.microsoft.com/office/drawing/2014/main" id="{E45845E1-26B9-4CB3-980A-7FD551C2C520}"/>
              </a:ext>
            </a:extLst>
          </p:cNvPr>
          <p:cNvSpPr>
            <a:spLocks noGrp="1"/>
          </p:cNvSpPr>
          <p:nvPr/>
        </p:nvSpPr>
        <p:spPr>
          <a:xfrm>
            <a:off x="7259384" y="4852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8" name="F2_precision_recall_distributions_5802">
            <a:extLst>
              <a:ext uri="{FF2B5EF4-FFF2-40B4-BE49-F238E27FC236}">
                <a16:creationId xmlns:a16="http://schemas.microsoft.com/office/drawing/2014/main" id="{8682D0AE-B4F9-45AE-8505-80178F35839D}"/>
              </a:ext>
            </a:extLst>
          </p:cNvPr>
          <p:cNvSpPr>
            <a:spLocks noGrp="1"/>
          </p:cNvSpPr>
          <p:nvPr/>
        </p:nvSpPr>
        <p:spPr>
          <a:xfrm>
            <a:off x="73335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9" name="F2_precision_recall_distributions_5803">
            <a:extLst>
              <a:ext uri="{FF2B5EF4-FFF2-40B4-BE49-F238E27FC236}">
                <a16:creationId xmlns:a16="http://schemas.microsoft.com/office/drawing/2014/main" id="{923AFF5D-7943-47F8-9BC7-7523A99B9CAB}"/>
              </a:ext>
            </a:extLst>
          </p:cNvPr>
          <p:cNvSpPr>
            <a:spLocks noGrp="1"/>
          </p:cNvSpPr>
          <p:nvPr/>
        </p:nvSpPr>
        <p:spPr>
          <a:xfrm>
            <a:off x="73044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0" name="F2_precision_recall_distributions_5804">
            <a:extLst>
              <a:ext uri="{FF2B5EF4-FFF2-40B4-BE49-F238E27FC236}">
                <a16:creationId xmlns:a16="http://schemas.microsoft.com/office/drawing/2014/main" id="{A4F79E0E-2D4D-4FC8-B4C5-F063F741381C}"/>
              </a:ext>
            </a:extLst>
          </p:cNvPr>
          <p:cNvSpPr>
            <a:spLocks noGrp="1"/>
          </p:cNvSpPr>
          <p:nvPr/>
        </p:nvSpPr>
        <p:spPr>
          <a:xfrm>
            <a:off x="7269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1" name="F2_precision_recall_distributions_5805">
            <a:extLst>
              <a:ext uri="{FF2B5EF4-FFF2-40B4-BE49-F238E27FC236}">
                <a16:creationId xmlns:a16="http://schemas.microsoft.com/office/drawing/2014/main" id="{B4DC86E6-933A-4898-9C6E-587425DC6F28}"/>
              </a:ext>
            </a:extLst>
          </p:cNvPr>
          <p:cNvSpPr>
            <a:spLocks noGrp="1"/>
          </p:cNvSpPr>
          <p:nvPr/>
        </p:nvSpPr>
        <p:spPr>
          <a:xfrm>
            <a:off x="699338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2" name="F2_precision_recall_distributions_5806">
            <a:extLst>
              <a:ext uri="{FF2B5EF4-FFF2-40B4-BE49-F238E27FC236}">
                <a16:creationId xmlns:a16="http://schemas.microsoft.com/office/drawing/2014/main" id="{5857181D-937C-4EF2-9FE7-5F977C751151}"/>
              </a:ext>
            </a:extLst>
          </p:cNvPr>
          <p:cNvSpPr>
            <a:spLocks noGrp="1"/>
          </p:cNvSpPr>
          <p:nvPr/>
        </p:nvSpPr>
        <p:spPr>
          <a:xfrm>
            <a:off x="7257061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3" name="F2_precision_recall_distributions_5807">
            <a:extLst>
              <a:ext uri="{FF2B5EF4-FFF2-40B4-BE49-F238E27FC236}">
                <a16:creationId xmlns:a16="http://schemas.microsoft.com/office/drawing/2014/main" id="{82D7F0C2-DF2A-4AC0-A1B3-E8B74A6E6B5A}"/>
              </a:ext>
            </a:extLst>
          </p:cNvPr>
          <p:cNvSpPr>
            <a:spLocks noGrp="1"/>
          </p:cNvSpPr>
          <p:nvPr/>
        </p:nvSpPr>
        <p:spPr>
          <a:xfrm>
            <a:off x="7208313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4" name="F2_precision_recall_distributions_5808">
            <a:extLst>
              <a:ext uri="{FF2B5EF4-FFF2-40B4-BE49-F238E27FC236}">
                <a16:creationId xmlns:a16="http://schemas.microsoft.com/office/drawing/2014/main" id="{097830F6-FC18-4A07-A599-14AE9BC65A0E}"/>
              </a:ext>
            </a:extLst>
          </p:cNvPr>
          <p:cNvSpPr>
            <a:spLocks noGrp="1"/>
          </p:cNvSpPr>
          <p:nvPr/>
        </p:nvSpPr>
        <p:spPr>
          <a:xfrm>
            <a:off x="728020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5" name="F2_precision_recall_distributions_5809">
            <a:extLst>
              <a:ext uri="{FF2B5EF4-FFF2-40B4-BE49-F238E27FC236}">
                <a16:creationId xmlns:a16="http://schemas.microsoft.com/office/drawing/2014/main" id="{0944CB8D-F3EF-4A0A-BA4E-660008B5F7DD}"/>
              </a:ext>
            </a:extLst>
          </p:cNvPr>
          <p:cNvSpPr>
            <a:spLocks noGrp="1"/>
          </p:cNvSpPr>
          <p:nvPr/>
        </p:nvSpPr>
        <p:spPr>
          <a:xfrm>
            <a:off x="70057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6" name="F2_precision_recall_distributions_5810">
            <a:extLst>
              <a:ext uri="{FF2B5EF4-FFF2-40B4-BE49-F238E27FC236}">
                <a16:creationId xmlns:a16="http://schemas.microsoft.com/office/drawing/2014/main" id="{24A87C15-BEAE-4169-8520-73C408E7307B}"/>
              </a:ext>
            </a:extLst>
          </p:cNvPr>
          <p:cNvSpPr>
            <a:spLocks noGrp="1"/>
          </p:cNvSpPr>
          <p:nvPr/>
        </p:nvSpPr>
        <p:spPr>
          <a:xfrm>
            <a:off x="720513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7" name="F2_precision_recall_distributions_5811">
            <a:extLst>
              <a:ext uri="{FF2B5EF4-FFF2-40B4-BE49-F238E27FC236}">
                <a16:creationId xmlns:a16="http://schemas.microsoft.com/office/drawing/2014/main" id="{D4EB97BB-7862-44E6-BAC6-B486D09A2EF5}"/>
              </a:ext>
            </a:extLst>
          </p:cNvPr>
          <p:cNvSpPr>
            <a:spLocks noGrp="1"/>
          </p:cNvSpPr>
          <p:nvPr/>
        </p:nvSpPr>
        <p:spPr>
          <a:xfrm>
            <a:off x="721622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8" name="F2_precision_recall_distributions_5812">
            <a:extLst>
              <a:ext uri="{FF2B5EF4-FFF2-40B4-BE49-F238E27FC236}">
                <a16:creationId xmlns:a16="http://schemas.microsoft.com/office/drawing/2014/main" id="{1B3BDB87-FF62-44A6-BDE4-B078E2C6999C}"/>
              </a:ext>
            </a:extLst>
          </p:cNvPr>
          <p:cNvSpPr>
            <a:spLocks noGrp="1"/>
          </p:cNvSpPr>
          <p:nvPr/>
        </p:nvSpPr>
        <p:spPr>
          <a:xfrm>
            <a:off x="7128859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9" name="F2_precision_recall_distributions_5813">
            <a:extLst>
              <a:ext uri="{FF2B5EF4-FFF2-40B4-BE49-F238E27FC236}">
                <a16:creationId xmlns:a16="http://schemas.microsoft.com/office/drawing/2014/main" id="{6D33FD48-4B5B-4BE1-BA71-96885A8781C2}"/>
              </a:ext>
            </a:extLst>
          </p:cNvPr>
          <p:cNvSpPr>
            <a:spLocks noGrp="1"/>
          </p:cNvSpPr>
          <p:nvPr/>
        </p:nvSpPr>
        <p:spPr>
          <a:xfrm>
            <a:off x="7120739" y="48429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0" name="F2_precision_recall_distributions_5814">
            <a:extLst>
              <a:ext uri="{FF2B5EF4-FFF2-40B4-BE49-F238E27FC236}">
                <a16:creationId xmlns:a16="http://schemas.microsoft.com/office/drawing/2014/main" id="{2B58CACA-3390-40CE-8045-2AAC3B79D346}"/>
              </a:ext>
            </a:extLst>
          </p:cNvPr>
          <p:cNvSpPr>
            <a:spLocks noGrp="1"/>
          </p:cNvSpPr>
          <p:nvPr/>
        </p:nvSpPr>
        <p:spPr>
          <a:xfrm>
            <a:off x="728019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1" name="F2_precision_recall_distributions_5815">
            <a:extLst>
              <a:ext uri="{FF2B5EF4-FFF2-40B4-BE49-F238E27FC236}">
                <a16:creationId xmlns:a16="http://schemas.microsoft.com/office/drawing/2014/main" id="{07367ABC-A876-47A4-809C-FA8AD41A6C5C}"/>
              </a:ext>
            </a:extLst>
          </p:cNvPr>
          <p:cNvSpPr>
            <a:spLocks noGrp="1"/>
          </p:cNvSpPr>
          <p:nvPr/>
        </p:nvSpPr>
        <p:spPr>
          <a:xfrm>
            <a:off x="7030372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2" name="F2_precision_recall_distributions_5816">
            <a:extLst>
              <a:ext uri="{FF2B5EF4-FFF2-40B4-BE49-F238E27FC236}">
                <a16:creationId xmlns:a16="http://schemas.microsoft.com/office/drawing/2014/main" id="{0A83389A-16BD-4B70-AAED-603679F1AD77}"/>
              </a:ext>
            </a:extLst>
          </p:cNvPr>
          <p:cNvSpPr>
            <a:spLocks noGrp="1"/>
          </p:cNvSpPr>
          <p:nvPr/>
        </p:nvSpPr>
        <p:spPr>
          <a:xfrm>
            <a:off x="7269889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3" name="F2_precision_recall_distributions_5817">
            <a:extLst>
              <a:ext uri="{FF2B5EF4-FFF2-40B4-BE49-F238E27FC236}">
                <a16:creationId xmlns:a16="http://schemas.microsoft.com/office/drawing/2014/main" id="{E07BAB0A-7878-4D8F-9931-7057064CE0D9}"/>
              </a:ext>
            </a:extLst>
          </p:cNvPr>
          <p:cNvSpPr>
            <a:spLocks noGrp="1"/>
          </p:cNvSpPr>
          <p:nvPr/>
        </p:nvSpPr>
        <p:spPr>
          <a:xfrm>
            <a:off x="700593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4" name="F2_precision_recall_distributions_5818">
            <a:extLst>
              <a:ext uri="{FF2B5EF4-FFF2-40B4-BE49-F238E27FC236}">
                <a16:creationId xmlns:a16="http://schemas.microsoft.com/office/drawing/2014/main" id="{EA5F8F7C-29E2-41AF-AE23-37C6CC797FF0}"/>
              </a:ext>
            </a:extLst>
          </p:cNvPr>
          <p:cNvSpPr>
            <a:spLocks noGrp="1"/>
          </p:cNvSpPr>
          <p:nvPr/>
        </p:nvSpPr>
        <p:spPr>
          <a:xfrm>
            <a:off x="720457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5" name="F2_precision_recall_distributions_5819">
            <a:extLst>
              <a:ext uri="{FF2B5EF4-FFF2-40B4-BE49-F238E27FC236}">
                <a16:creationId xmlns:a16="http://schemas.microsoft.com/office/drawing/2014/main" id="{0B4DB28D-13DA-447C-847A-6D2C6BEA4EF2}"/>
              </a:ext>
            </a:extLst>
          </p:cNvPr>
          <p:cNvSpPr>
            <a:spLocks noGrp="1"/>
          </p:cNvSpPr>
          <p:nvPr/>
        </p:nvSpPr>
        <p:spPr>
          <a:xfrm>
            <a:off x="71778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6" name="F2_precision_recall_distributions_5820">
            <a:extLst>
              <a:ext uri="{FF2B5EF4-FFF2-40B4-BE49-F238E27FC236}">
                <a16:creationId xmlns:a16="http://schemas.microsoft.com/office/drawing/2014/main" id="{1FFB79B0-1687-47D8-9824-29B85D90E704}"/>
              </a:ext>
            </a:extLst>
          </p:cNvPr>
          <p:cNvSpPr>
            <a:spLocks noGrp="1"/>
          </p:cNvSpPr>
          <p:nvPr/>
        </p:nvSpPr>
        <p:spPr>
          <a:xfrm>
            <a:off x="7064125" y="48828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7" name="F2_precision_recall_distributions_5821">
            <a:extLst>
              <a:ext uri="{FF2B5EF4-FFF2-40B4-BE49-F238E27FC236}">
                <a16:creationId xmlns:a16="http://schemas.microsoft.com/office/drawing/2014/main" id="{522ECD70-62DA-4473-B638-000329A6140E}"/>
              </a:ext>
            </a:extLst>
          </p:cNvPr>
          <p:cNvSpPr>
            <a:spLocks noGrp="1"/>
          </p:cNvSpPr>
          <p:nvPr/>
        </p:nvSpPr>
        <p:spPr>
          <a:xfrm>
            <a:off x="7045443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8" name="F2_precision_recall_distributions_5822">
            <a:extLst>
              <a:ext uri="{FF2B5EF4-FFF2-40B4-BE49-F238E27FC236}">
                <a16:creationId xmlns:a16="http://schemas.microsoft.com/office/drawing/2014/main" id="{793FBC7B-A5B0-4178-9591-3EB775886C6A}"/>
              </a:ext>
            </a:extLst>
          </p:cNvPr>
          <p:cNvSpPr>
            <a:spLocks noGrp="1"/>
          </p:cNvSpPr>
          <p:nvPr/>
        </p:nvSpPr>
        <p:spPr>
          <a:xfrm>
            <a:off x="71519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9" name="F2_precision_recall_distributions_5823">
            <a:extLst>
              <a:ext uri="{FF2B5EF4-FFF2-40B4-BE49-F238E27FC236}">
                <a16:creationId xmlns:a16="http://schemas.microsoft.com/office/drawing/2014/main" id="{DEBBF049-08F6-40E0-ADCE-EF0983ADF1F1}"/>
              </a:ext>
            </a:extLst>
          </p:cNvPr>
          <p:cNvSpPr>
            <a:spLocks noGrp="1"/>
          </p:cNvSpPr>
          <p:nvPr/>
        </p:nvSpPr>
        <p:spPr>
          <a:xfrm>
            <a:off x="721361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0" name="F2_precision_recall_distributions_5824">
            <a:extLst>
              <a:ext uri="{FF2B5EF4-FFF2-40B4-BE49-F238E27FC236}">
                <a16:creationId xmlns:a16="http://schemas.microsoft.com/office/drawing/2014/main" id="{92564410-C9E1-4198-AAFB-055881B7B981}"/>
              </a:ext>
            </a:extLst>
          </p:cNvPr>
          <p:cNvSpPr>
            <a:spLocks noGrp="1"/>
          </p:cNvSpPr>
          <p:nvPr/>
        </p:nvSpPr>
        <p:spPr>
          <a:xfrm>
            <a:off x="7213443" y="49480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1" name="F2_precision_recall_distributions_5825">
            <a:extLst>
              <a:ext uri="{FF2B5EF4-FFF2-40B4-BE49-F238E27FC236}">
                <a16:creationId xmlns:a16="http://schemas.microsoft.com/office/drawing/2014/main" id="{109052FF-0131-459B-A299-09B00B5D6682}"/>
              </a:ext>
            </a:extLst>
          </p:cNvPr>
          <p:cNvSpPr>
            <a:spLocks noGrp="1"/>
          </p:cNvSpPr>
          <p:nvPr/>
        </p:nvSpPr>
        <p:spPr>
          <a:xfrm>
            <a:off x="72122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2" name="F2_precision_recall_distributions_5826">
            <a:extLst>
              <a:ext uri="{FF2B5EF4-FFF2-40B4-BE49-F238E27FC236}">
                <a16:creationId xmlns:a16="http://schemas.microsoft.com/office/drawing/2014/main" id="{C90B552C-6EE6-4AA4-AB52-4F76EDEF4FC7}"/>
              </a:ext>
            </a:extLst>
          </p:cNvPr>
          <p:cNvSpPr>
            <a:spLocks noGrp="1"/>
          </p:cNvSpPr>
          <p:nvPr/>
        </p:nvSpPr>
        <p:spPr>
          <a:xfrm>
            <a:off x="72582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3" name="F2_precision_recall_distributions_5827">
            <a:extLst>
              <a:ext uri="{FF2B5EF4-FFF2-40B4-BE49-F238E27FC236}">
                <a16:creationId xmlns:a16="http://schemas.microsoft.com/office/drawing/2014/main" id="{C934D721-E82A-46F5-AA80-94D3F6ED8EA3}"/>
              </a:ext>
            </a:extLst>
          </p:cNvPr>
          <p:cNvSpPr>
            <a:spLocks noGrp="1"/>
          </p:cNvSpPr>
          <p:nvPr/>
        </p:nvSpPr>
        <p:spPr>
          <a:xfrm>
            <a:off x="72682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4" name="F2_precision_recall_distributions_5828">
            <a:extLst>
              <a:ext uri="{FF2B5EF4-FFF2-40B4-BE49-F238E27FC236}">
                <a16:creationId xmlns:a16="http://schemas.microsoft.com/office/drawing/2014/main" id="{F4CA7473-C216-44BF-BEBD-1E09AF8E026E}"/>
              </a:ext>
            </a:extLst>
          </p:cNvPr>
          <p:cNvSpPr>
            <a:spLocks noGrp="1"/>
          </p:cNvSpPr>
          <p:nvPr/>
        </p:nvSpPr>
        <p:spPr>
          <a:xfrm>
            <a:off x="72674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5" name="F2_precision_recall_distributions_5829">
            <a:extLst>
              <a:ext uri="{FF2B5EF4-FFF2-40B4-BE49-F238E27FC236}">
                <a16:creationId xmlns:a16="http://schemas.microsoft.com/office/drawing/2014/main" id="{D2ED2ECB-5352-495A-95E4-FC45806457C4}"/>
              </a:ext>
            </a:extLst>
          </p:cNvPr>
          <p:cNvSpPr>
            <a:spLocks noGrp="1"/>
          </p:cNvSpPr>
          <p:nvPr/>
        </p:nvSpPr>
        <p:spPr>
          <a:xfrm>
            <a:off x="706711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6" name="F2_precision_recall_distributions_5830">
            <a:extLst>
              <a:ext uri="{FF2B5EF4-FFF2-40B4-BE49-F238E27FC236}">
                <a16:creationId xmlns:a16="http://schemas.microsoft.com/office/drawing/2014/main" id="{34A815A4-7E99-43E0-B900-CB1A7A2B8D89}"/>
              </a:ext>
            </a:extLst>
          </p:cNvPr>
          <p:cNvSpPr>
            <a:spLocks noGrp="1"/>
          </p:cNvSpPr>
          <p:nvPr/>
        </p:nvSpPr>
        <p:spPr>
          <a:xfrm>
            <a:off x="699361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7" name="F2_precision_recall_distributions_5831">
            <a:extLst>
              <a:ext uri="{FF2B5EF4-FFF2-40B4-BE49-F238E27FC236}">
                <a16:creationId xmlns:a16="http://schemas.microsoft.com/office/drawing/2014/main" id="{4421C299-592B-424C-B1DF-5BCCFFC6D4A5}"/>
              </a:ext>
            </a:extLst>
          </p:cNvPr>
          <p:cNvSpPr>
            <a:spLocks noGrp="1"/>
          </p:cNvSpPr>
          <p:nvPr/>
        </p:nvSpPr>
        <p:spPr>
          <a:xfrm>
            <a:off x="729281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8" name="F2_precision_recall_distributions_5832">
            <a:extLst>
              <a:ext uri="{FF2B5EF4-FFF2-40B4-BE49-F238E27FC236}">
                <a16:creationId xmlns:a16="http://schemas.microsoft.com/office/drawing/2014/main" id="{FB7C54FD-D0E1-4B80-9434-2AD741679778}"/>
              </a:ext>
            </a:extLst>
          </p:cNvPr>
          <p:cNvSpPr>
            <a:spLocks noGrp="1"/>
          </p:cNvSpPr>
          <p:nvPr/>
        </p:nvSpPr>
        <p:spPr>
          <a:xfrm>
            <a:off x="6967555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9" name="F2_precision_recall_distributions_5833">
            <a:extLst>
              <a:ext uri="{FF2B5EF4-FFF2-40B4-BE49-F238E27FC236}">
                <a16:creationId xmlns:a16="http://schemas.microsoft.com/office/drawing/2014/main" id="{AF398D9A-C5A9-4400-B594-59F644F33807}"/>
              </a:ext>
            </a:extLst>
          </p:cNvPr>
          <p:cNvSpPr>
            <a:spLocks noGrp="1"/>
          </p:cNvSpPr>
          <p:nvPr/>
        </p:nvSpPr>
        <p:spPr>
          <a:xfrm>
            <a:off x="70664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0" name="F2_precision_recall_distributions_5834">
            <a:extLst>
              <a:ext uri="{FF2B5EF4-FFF2-40B4-BE49-F238E27FC236}">
                <a16:creationId xmlns:a16="http://schemas.microsoft.com/office/drawing/2014/main" id="{8526D2DC-30F4-437C-A074-7F52D190FB6E}"/>
              </a:ext>
            </a:extLst>
          </p:cNvPr>
          <p:cNvSpPr>
            <a:spLocks noGrp="1"/>
          </p:cNvSpPr>
          <p:nvPr/>
        </p:nvSpPr>
        <p:spPr>
          <a:xfrm>
            <a:off x="701185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1" name="F2_precision_recall_distributions_5835">
            <a:extLst>
              <a:ext uri="{FF2B5EF4-FFF2-40B4-BE49-F238E27FC236}">
                <a16:creationId xmlns:a16="http://schemas.microsoft.com/office/drawing/2014/main" id="{819E7F3D-5812-40C3-83B4-ECA5282A3627}"/>
              </a:ext>
            </a:extLst>
          </p:cNvPr>
          <p:cNvSpPr>
            <a:spLocks noGrp="1"/>
          </p:cNvSpPr>
          <p:nvPr/>
        </p:nvSpPr>
        <p:spPr>
          <a:xfrm>
            <a:off x="70157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2" name="F2_precision_recall_distributions_5836">
            <a:extLst>
              <a:ext uri="{FF2B5EF4-FFF2-40B4-BE49-F238E27FC236}">
                <a16:creationId xmlns:a16="http://schemas.microsoft.com/office/drawing/2014/main" id="{36A078C4-2DDC-4041-B329-9FE7A867F007}"/>
              </a:ext>
            </a:extLst>
          </p:cNvPr>
          <p:cNvSpPr>
            <a:spLocks noGrp="1"/>
          </p:cNvSpPr>
          <p:nvPr/>
        </p:nvSpPr>
        <p:spPr>
          <a:xfrm>
            <a:off x="72237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3" name="F2_precision_recall_distributions_5837">
            <a:extLst>
              <a:ext uri="{FF2B5EF4-FFF2-40B4-BE49-F238E27FC236}">
                <a16:creationId xmlns:a16="http://schemas.microsoft.com/office/drawing/2014/main" id="{B3623AC8-C160-4022-8961-2FC1C19FD536}"/>
              </a:ext>
            </a:extLst>
          </p:cNvPr>
          <p:cNvSpPr>
            <a:spLocks noGrp="1"/>
          </p:cNvSpPr>
          <p:nvPr/>
        </p:nvSpPr>
        <p:spPr>
          <a:xfrm>
            <a:off x="702549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4" name="F2_precision_recall_distributions_5838">
            <a:extLst>
              <a:ext uri="{FF2B5EF4-FFF2-40B4-BE49-F238E27FC236}">
                <a16:creationId xmlns:a16="http://schemas.microsoft.com/office/drawing/2014/main" id="{6B550DED-9D3C-413A-9B6D-BCD00EB11BF4}"/>
              </a:ext>
            </a:extLst>
          </p:cNvPr>
          <p:cNvSpPr>
            <a:spLocks noGrp="1"/>
          </p:cNvSpPr>
          <p:nvPr/>
        </p:nvSpPr>
        <p:spPr>
          <a:xfrm>
            <a:off x="716359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5" name="F2_precision_recall_distributions_5839">
            <a:extLst>
              <a:ext uri="{FF2B5EF4-FFF2-40B4-BE49-F238E27FC236}">
                <a16:creationId xmlns:a16="http://schemas.microsoft.com/office/drawing/2014/main" id="{4EF9F6DF-709B-4392-A305-88C3515A9070}"/>
              </a:ext>
            </a:extLst>
          </p:cNvPr>
          <p:cNvSpPr>
            <a:spLocks noGrp="1"/>
          </p:cNvSpPr>
          <p:nvPr/>
        </p:nvSpPr>
        <p:spPr>
          <a:xfrm>
            <a:off x="720882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6" name="F2_precision_recall_distributions_5840">
            <a:extLst>
              <a:ext uri="{FF2B5EF4-FFF2-40B4-BE49-F238E27FC236}">
                <a16:creationId xmlns:a16="http://schemas.microsoft.com/office/drawing/2014/main" id="{3B34A5E3-17F6-463A-B507-DC6A1E999612}"/>
              </a:ext>
            </a:extLst>
          </p:cNvPr>
          <p:cNvSpPr>
            <a:spLocks noGrp="1"/>
          </p:cNvSpPr>
          <p:nvPr/>
        </p:nvSpPr>
        <p:spPr>
          <a:xfrm>
            <a:off x="724685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7" name="F2_precision_recall_distributions_5841">
            <a:extLst>
              <a:ext uri="{FF2B5EF4-FFF2-40B4-BE49-F238E27FC236}">
                <a16:creationId xmlns:a16="http://schemas.microsoft.com/office/drawing/2014/main" id="{50CAF4CD-8AB9-4ACA-ACCB-A7ED1277903A}"/>
              </a:ext>
            </a:extLst>
          </p:cNvPr>
          <p:cNvSpPr>
            <a:spLocks noGrp="1"/>
          </p:cNvSpPr>
          <p:nvPr/>
        </p:nvSpPr>
        <p:spPr>
          <a:xfrm>
            <a:off x="72476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8" name="F2_precision_recall_distributions_5842">
            <a:extLst>
              <a:ext uri="{FF2B5EF4-FFF2-40B4-BE49-F238E27FC236}">
                <a16:creationId xmlns:a16="http://schemas.microsoft.com/office/drawing/2014/main" id="{8CFD5132-08B9-47D2-A4BC-64A79202EC02}"/>
              </a:ext>
            </a:extLst>
          </p:cNvPr>
          <p:cNvSpPr>
            <a:spLocks noGrp="1"/>
          </p:cNvSpPr>
          <p:nvPr/>
        </p:nvSpPr>
        <p:spPr>
          <a:xfrm>
            <a:off x="697658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9" name="F2_precision_recall_distributions_5843">
            <a:extLst>
              <a:ext uri="{FF2B5EF4-FFF2-40B4-BE49-F238E27FC236}">
                <a16:creationId xmlns:a16="http://schemas.microsoft.com/office/drawing/2014/main" id="{18846AA1-AEC8-44E3-8183-BA9A98812218}"/>
              </a:ext>
            </a:extLst>
          </p:cNvPr>
          <p:cNvSpPr>
            <a:spLocks noGrp="1"/>
          </p:cNvSpPr>
          <p:nvPr/>
        </p:nvSpPr>
        <p:spPr>
          <a:xfrm>
            <a:off x="7023554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0" name="F2_precision_recall_distributions_5844">
            <a:extLst>
              <a:ext uri="{FF2B5EF4-FFF2-40B4-BE49-F238E27FC236}">
                <a16:creationId xmlns:a16="http://schemas.microsoft.com/office/drawing/2014/main" id="{9BCFE486-460E-45E7-9ECB-DCBEBBA72D80}"/>
              </a:ext>
            </a:extLst>
          </p:cNvPr>
          <p:cNvSpPr>
            <a:spLocks noGrp="1"/>
          </p:cNvSpPr>
          <p:nvPr/>
        </p:nvSpPr>
        <p:spPr>
          <a:xfrm>
            <a:off x="71108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1" name="F2_precision_recall_distributions_5845">
            <a:extLst>
              <a:ext uri="{FF2B5EF4-FFF2-40B4-BE49-F238E27FC236}">
                <a16:creationId xmlns:a16="http://schemas.microsoft.com/office/drawing/2014/main" id="{7107E5E3-BEA5-478D-B9E3-AF8056B7B417}"/>
              </a:ext>
            </a:extLst>
          </p:cNvPr>
          <p:cNvSpPr>
            <a:spLocks noGrp="1"/>
          </p:cNvSpPr>
          <p:nvPr/>
        </p:nvSpPr>
        <p:spPr>
          <a:xfrm>
            <a:off x="6975556" y="42829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2" name="F2_precision_recall_distributions_5846">
            <a:extLst>
              <a:ext uri="{FF2B5EF4-FFF2-40B4-BE49-F238E27FC236}">
                <a16:creationId xmlns:a16="http://schemas.microsoft.com/office/drawing/2014/main" id="{4C591479-E138-4A26-9D26-01E03F501BB1}"/>
              </a:ext>
            </a:extLst>
          </p:cNvPr>
          <p:cNvSpPr>
            <a:spLocks noGrp="1"/>
          </p:cNvSpPr>
          <p:nvPr/>
        </p:nvSpPr>
        <p:spPr>
          <a:xfrm>
            <a:off x="7128922" y="4439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3" name="F2_precision_recall_distributions_5847">
            <a:extLst>
              <a:ext uri="{FF2B5EF4-FFF2-40B4-BE49-F238E27FC236}">
                <a16:creationId xmlns:a16="http://schemas.microsoft.com/office/drawing/2014/main" id="{82215080-5F60-498C-B397-218731495146}"/>
              </a:ext>
            </a:extLst>
          </p:cNvPr>
          <p:cNvSpPr>
            <a:spLocks noGrp="1"/>
          </p:cNvSpPr>
          <p:nvPr/>
        </p:nvSpPr>
        <p:spPr>
          <a:xfrm>
            <a:off x="6989553" y="46744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4" name="F2_precision_recall_distributions_5848">
            <a:extLst>
              <a:ext uri="{FF2B5EF4-FFF2-40B4-BE49-F238E27FC236}">
                <a16:creationId xmlns:a16="http://schemas.microsoft.com/office/drawing/2014/main" id="{EC5D6945-FCC0-4649-8E61-40993C38F783}"/>
              </a:ext>
            </a:extLst>
          </p:cNvPr>
          <p:cNvSpPr>
            <a:spLocks noGrp="1"/>
          </p:cNvSpPr>
          <p:nvPr/>
        </p:nvSpPr>
        <p:spPr>
          <a:xfrm>
            <a:off x="719697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5" name="F2_precision_recall_distributions_5849">
            <a:extLst>
              <a:ext uri="{FF2B5EF4-FFF2-40B4-BE49-F238E27FC236}">
                <a16:creationId xmlns:a16="http://schemas.microsoft.com/office/drawing/2014/main" id="{12FE3C11-C779-41B2-B003-F8016FBE7E0E}"/>
              </a:ext>
            </a:extLst>
          </p:cNvPr>
          <p:cNvSpPr>
            <a:spLocks noGrp="1"/>
          </p:cNvSpPr>
          <p:nvPr/>
        </p:nvSpPr>
        <p:spPr>
          <a:xfrm>
            <a:off x="6970017" y="4957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6" name="F2_precision_recall_distributions_5850">
            <a:extLst>
              <a:ext uri="{FF2B5EF4-FFF2-40B4-BE49-F238E27FC236}">
                <a16:creationId xmlns:a16="http://schemas.microsoft.com/office/drawing/2014/main" id="{74D6744C-2E07-469C-AEA6-F625C5D07732}"/>
              </a:ext>
            </a:extLst>
          </p:cNvPr>
          <p:cNvSpPr>
            <a:spLocks noGrp="1"/>
          </p:cNvSpPr>
          <p:nvPr/>
        </p:nvSpPr>
        <p:spPr>
          <a:xfrm>
            <a:off x="72877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7" name="F2_precision_recall_distributions_5851">
            <a:extLst>
              <a:ext uri="{FF2B5EF4-FFF2-40B4-BE49-F238E27FC236}">
                <a16:creationId xmlns:a16="http://schemas.microsoft.com/office/drawing/2014/main" id="{2436904F-B023-4CBE-9A43-3A5917534FFB}"/>
              </a:ext>
            </a:extLst>
          </p:cNvPr>
          <p:cNvSpPr>
            <a:spLocks noGrp="1"/>
          </p:cNvSpPr>
          <p:nvPr/>
        </p:nvSpPr>
        <p:spPr>
          <a:xfrm>
            <a:off x="7315319" y="50547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8" name="F2_precision_recall_distributions_5852">
            <a:extLst>
              <a:ext uri="{FF2B5EF4-FFF2-40B4-BE49-F238E27FC236}">
                <a16:creationId xmlns:a16="http://schemas.microsoft.com/office/drawing/2014/main" id="{74ABC9F8-613C-487A-B679-D2CA1374437D}"/>
              </a:ext>
            </a:extLst>
          </p:cNvPr>
          <p:cNvSpPr>
            <a:spLocks noGrp="1"/>
          </p:cNvSpPr>
          <p:nvPr/>
        </p:nvSpPr>
        <p:spPr>
          <a:xfrm>
            <a:off x="72032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9" name="F2_precision_recall_distributions_5853">
            <a:extLst>
              <a:ext uri="{FF2B5EF4-FFF2-40B4-BE49-F238E27FC236}">
                <a16:creationId xmlns:a16="http://schemas.microsoft.com/office/drawing/2014/main" id="{F52A8993-A967-4844-B9E1-4B9B286875EB}"/>
              </a:ext>
            </a:extLst>
          </p:cNvPr>
          <p:cNvSpPr>
            <a:spLocks noGrp="1"/>
          </p:cNvSpPr>
          <p:nvPr/>
        </p:nvSpPr>
        <p:spPr>
          <a:xfrm>
            <a:off x="70347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0" name="F2_precision_recall_distributions_5854">
            <a:extLst>
              <a:ext uri="{FF2B5EF4-FFF2-40B4-BE49-F238E27FC236}">
                <a16:creationId xmlns:a16="http://schemas.microsoft.com/office/drawing/2014/main" id="{6FD90F3B-67D1-41B4-8A32-CF28F00353FF}"/>
              </a:ext>
            </a:extLst>
          </p:cNvPr>
          <p:cNvSpPr>
            <a:spLocks noGrp="1"/>
          </p:cNvSpPr>
          <p:nvPr/>
        </p:nvSpPr>
        <p:spPr>
          <a:xfrm>
            <a:off x="730459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1" name="F2_precision_recall_distributions_5855">
            <a:extLst>
              <a:ext uri="{FF2B5EF4-FFF2-40B4-BE49-F238E27FC236}">
                <a16:creationId xmlns:a16="http://schemas.microsoft.com/office/drawing/2014/main" id="{155D94B0-96CA-47A1-8F65-91E2200B2A4C}"/>
              </a:ext>
            </a:extLst>
          </p:cNvPr>
          <p:cNvSpPr>
            <a:spLocks noGrp="1"/>
          </p:cNvSpPr>
          <p:nvPr/>
        </p:nvSpPr>
        <p:spPr>
          <a:xfrm>
            <a:off x="698886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2" name="F2_precision_recall_distributions_5856">
            <a:extLst>
              <a:ext uri="{FF2B5EF4-FFF2-40B4-BE49-F238E27FC236}">
                <a16:creationId xmlns:a16="http://schemas.microsoft.com/office/drawing/2014/main" id="{222E3245-7301-4255-BF69-32F2D78E92D8}"/>
              </a:ext>
            </a:extLst>
          </p:cNvPr>
          <p:cNvSpPr>
            <a:spLocks noGrp="1"/>
          </p:cNvSpPr>
          <p:nvPr/>
        </p:nvSpPr>
        <p:spPr>
          <a:xfrm>
            <a:off x="721092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3" name="F2_precision_recall_distributions_5857">
            <a:extLst>
              <a:ext uri="{FF2B5EF4-FFF2-40B4-BE49-F238E27FC236}">
                <a16:creationId xmlns:a16="http://schemas.microsoft.com/office/drawing/2014/main" id="{32DF9AF9-0F69-4627-8735-28A7C5D32614}"/>
              </a:ext>
            </a:extLst>
          </p:cNvPr>
          <p:cNvSpPr>
            <a:spLocks noGrp="1"/>
          </p:cNvSpPr>
          <p:nvPr/>
        </p:nvSpPr>
        <p:spPr>
          <a:xfrm>
            <a:off x="72909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4" name="F2_precision_recall_distributions_5858">
            <a:extLst>
              <a:ext uri="{FF2B5EF4-FFF2-40B4-BE49-F238E27FC236}">
                <a16:creationId xmlns:a16="http://schemas.microsoft.com/office/drawing/2014/main" id="{C9412EF8-0302-4470-AAEE-5BBB1A8FD264}"/>
              </a:ext>
            </a:extLst>
          </p:cNvPr>
          <p:cNvSpPr>
            <a:spLocks noGrp="1"/>
          </p:cNvSpPr>
          <p:nvPr/>
        </p:nvSpPr>
        <p:spPr>
          <a:xfrm>
            <a:off x="7075541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5" name="F2_precision_recall_distributions_5859">
            <a:extLst>
              <a:ext uri="{FF2B5EF4-FFF2-40B4-BE49-F238E27FC236}">
                <a16:creationId xmlns:a16="http://schemas.microsoft.com/office/drawing/2014/main" id="{4B19802A-9A40-4468-8964-B9122221FC8E}"/>
              </a:ext>
            </a:extLst>
          </p:cNvPr>
          <p:cNvSpPr>
            <a:spLocks noGrp="1"/>
          </p:cNvSpPr>
          <p:nvPr/>
        </p:nvSpPr>
        <p:spPr>
          <a:xfrm>
            <a:off x="7108593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6" name="F2_precision_recall_distributions_5860">
            <a:extLst>
              <a:ext uri="{FF2B5EF4-FFF2-40B4-BE49-F238E27FC236}">
                <a16:creationId xmlns:a16="http://schemas.microsoft.com/office/drawing/2014/main" id="{9BE41B63-3C3A-4B57-B9F8-DED45CD421B0}"/>
              </a:ext>
            </a:extLst>
          </p:cNvPr>
          <p:cNvSpPr>
            <a:spLocks noGrp="1"/>
          </p:cNvSpPr>
          <p:nvPr/>
        </p:nvSpPr>
        <p:spPr>
          <a:xfrm>
            <a:off x="72258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7" name="F2_precision_recall_distributions_5861">
            <a:extLst>
              <a:ext uri="{FF2B5EF4-FFF2-40B4-BE49-F238E27FC236}">
                <a16:creationId xmlns:a16="http://schemas.microsoft.com/office/drawing/2014/main" id="{A048D175-7B41-400A-9918-5AFA01208334}"/>
              </a:ext>
            </a:extLst>
          </p:cNvPr>
          <p:cNvSpPr>
            <a:spLocks noGrp="1"/>
          </p:cNvSpPr>
          <p:nvPr/>
        </p:nvSpPr>
        <p:spPr>
          <a:xfrm>
            <a:off x="728507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8" name="F2_precision_recall_distributions_5862">
            <a:extLst>
              <a:ext uri="{FF2B5EF4-FFF2-40B4-BE49-F238E27FC236}">
                <a16:creationId xmlns:a16="http://schemas.microsoft.com/office/drawing/2014/main" id="{794872FE-39A1-494F-8152-647D52977494}"/>
              </a:ext>
            </a:extLst>
          </p:cNvPr>
          <p:cNvSpPr>
            <a:spLocks noGrp="1"/>
          </p:cNvSpPr>
          <p:nvPr/>
        </p:nvSpPr>
        <p:spPr>
          <a:xfrm>
            <a:off x="707696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9" name="F2_precision_recall_distributions_5863">
            <a:extLst>
              <a:ext uri="{FF2B5EF4-FFF2-40B4-BE49-F238E27FC236}">
                <a16:creationId xmlns:a16="http://schemas.microsoft.com/office/drawing/2014/main" id="{1CE135D8-5555-4FBA-8A47-28DD62B45B13}"/>
              </a:ext>
            </a:extLst>
          </p:cNvPr>
          <p:cNvSpPr>
            <a:spLocks noGrp="1"/>
          </p:cNvSpPr>
          <p:nvPr/>
        </p:nvSpPr>
        <p:spPr>
          <a:xfrm>
            <a:off x="712887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0" name="F2_precision_recall_distributions_5864">
            <a:extLst>
              <a:ext uri="{FF2B5EF4-FFF2-40B4-BE49-F238E27FC236}">
                <a16:creationId xmlns:a16="http://schemas.microsoft.com/office/drawing/2014/main" id="{014E3342-DE90-49F2-A321-72063D9ABCF8}"/>
              </a:ext>
            </a:extLst>
          </p:cNvPr>
          <p:cNvSpPr>
            <a:spLocks noGrp="1"/>
          </p:cNvSpPr>
          <p:nvPr/>
        </p:nvSpPr>
        <p:spPr>
          <a:xfrm>
            <a:off x="7193693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1" name="F2_precision_recall_distributions_5865">
            <a:extLst>
              <a:ext uri="{FF2B5EF4-FFF2-40B4-BE49-F238E27FC236}">
                <a16:creationId xmlns:a16="http://schemas.microsoft.com/office/drawing/2014/main" id="{358D3FE7-DB29-4376-A2BE-17651510B5DD}"/>
              </a:ext>
            </a:extLst>
          </p:cNvPr>
          <p:cNvSpPr>
            <a:spLocks noGrp="1"/>
          </p:cNvSpPr>
          <p:nvPr/>
        </p:nvSpPr>
        <p:spPr>
          <a:xfrm>
            <a:off x="699164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2" name="F2_precision_recall_distributions_5866">
            <a:extLst>
              <a:ext uri="{FF2B5EF4-FFF2-40B4-BE49-F238E27FC236}">
                <a16:creationId xmlns:a16="http://schemas.microsoft.com/office/drawing/2014/main" id="{674C1B48-AC7E-4CD1-B319-D31BA3EA6778}"/>
              </a:ext>
            </a:extLst>
          </p:cNvPr>
          <p:cNvSpPr>
            <a:spLocks noGrp="1"/>
          </p:cNvSpPr>
          <p:nvPr/>
        </p:nvSpPr>
        <p:spPr>
          <a:xfrm>
            <a:off x="697261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3" name="F2_precision_recall_distributions_5867">
            <a:extLst>
              <a:ext uri="{FF2B5EF4-FFF2-40B4-BE49-F238E27FC236}">
                <a16:creationId xmlns:a16="http://schemas.microsoft.com/office/drawing/2014/main" id="{153BF509-4AF0-49DF-849F-02CB4F870A5F}"/>
              </a:ext>
            </a:extLst>
          </p:cNvPr>
          <p:cNvSpPr>
            <a:spLocks noGrp="1"/>
          </p:cNvSpPr>
          <p:nvPr/>
        </p:nvSpPr>
        <p:spPr>
          <a:xfrm>
            <a:off x="7045752" y="48240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4" name="F2_precision_recall_distributions_5868">
            <a:extLst>
              <a:ext uri="{FF2B5EF4-FFF2-40B4-BE49-F238E27FC236}">
                <a16:creationId xmlns:a16="http://schemas.microsoft.com/office/drawing/2014/main" id="{A101D051-037A-4812-AC4A-A800FB677FB7}"/>
              </a:ext>
            </a:extLst>
          </p:cNvPr>
          <p:cNvSpPr>
            <a:spLocks noGrp="1"/>
          </p:cNvSpPr>
          <p:nvPr/>
        </p:nvSpPr>
        <p:spPr>
          <a:xfrm>
            <a:off x="724715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5" name="F2_precision_recall_distributions_5869">
            <a:extLst>
              <a:ext uri="{FF2B5EF4-FFF2-40B4-BE49-F238E27FC236}">
                <a16:creationId xmlns:a16="http://schemas.microsoft.com/office/drawing/2014/main" id="{EB584045-DBF6-4386-B8E0-8E209DDACBE6}"/>
              </a:ext>
            </a:extLst>
          </p:cNvPr>
          <p:cNvSpPr>
            <a:spLocks noGrp="1"/>
          </p:cNvSpPr>
          <p:nvPr/>
        </p:nvSpPr>
        <p:spPr>
          <a:xfrm>
            <a:off x="71103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6" name="F2_precision_recall_distributions_5870">
            <a:extLst>
              <a:ext uri="{FF2B5EF4-FFF2-40B4-BE49-F238E27FC236}">
                <a16:creationId xmlns:a16="http://schemas.microsoft.com/office/drawing/2014/main" id="{FB50B370-442D-42BE-B935-5F24FB25EF3B}"/>
              </a:ext>
            </a:extLst>
          </p:cNvPr>
          <p:cNvSpPr>
            <a:spLocks noGrp="1"/>
          </p:cNvSpPr>
          <p:nvPr/>
        </p:nvSpPr>
        <p:spPr>
          <a:xfrm>
            <a:off x="71106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7" name="F2_precision_recall_distributions_5871">
            <a:extLst>
              <a:ext uri="{FF2B5EF4-FFF2-40B4-BE49-F238E27FC236}">
                <a16:creationId xmlns:a16="http://schemas.microsoft.com/office/drawing/2014/main" id="{17D90B21-3052-4F94-9429-0AC5160430BA}"/>
              </a:ext>
            </a:extLst>
          </p:cNvPr>
          <p:cNvSpPr>
            <a:spLocks noGrp="1"/>
          </p:cNvSpPr>
          <p:nvPr/>
        </p:nvSpPr>
        <p:spPr>
          <a:xfrm>
            <a:off x="698631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8" name="F2_precision_recall_distributions_5872">
            <a:extLst>
              <a:ext uri="{FF2B5EF4-FFF2-40B4-BE49-F238E27FC236}">
                <a16:creationId xmlns:a16="http://schemas.microsoft.com/office/drawing/2014/main" id="{8908F0D7-2469-4498-960B-68B1ACDF9D37}"/>
              </a:ext>
            </a:extLst>
          </p:cNvPr>
          <p:cNvSpPr>
            <a:spLocks noGrp="1"/>
          </p:cNvSpPr>
          <p:nvPr/>
        </p:nvSpPr>
        <p:spPr>
          <a:xfrm>
            <a:off x="7284879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9" name="F2_precision_recall_distributions_5873">
            <a:extLst>
              <a:ext uri="{FF2B5EF4-FFF2-40B4-BE49-F238E27FC236}">
                <a16:creationId xmlns:a16="http://schemas.microsoft.com/office/drawing/2014/main" id="{CEF5FA42-D550-47CB-BF0C-F727B1ADCB1E}"/>
              </a:ext>
            </a:extLst>
          </p:cNvPr>
          <p:cNvSpPr>
            <a:spLocks noGrp="1"/>
          </p:cNvSpPr>
          <p:nvPr/>
        </p:nvSpPr>
        <p:spPr>
          <a:xfrm>
            <a:off x="72835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0" name="F2_precision_recall_distributions_5874">
            <a:extLst>
              <a:ext uri="{FF2B5EF4-FFF2-40B4-BE49-F238E27FC236}">
                <a16:creationId xmlns:a16="http://schemas.microsoft.com/office/drawing/2014/main" id="{9723E37F-DBA7-47E4-9E64-7E2A862BABBA}"/>
              </a:ext>
            </a:extLst>
          </p:cNvPr>
          <p:cNvSpPr>
            <a:spLocks noGrp="1"/>
          </p:cNvSpPr>
          <p:nvPr/>
        </p:nvSpPr>
        <p:spPr>
          <a:xfrm>
            <a:off x="705188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1" name="F2_precision_recall_distributions_5875">
            <a:extLst>
              <a:ext uri="{FF2B5EF4-FFF2-40B4-BE49-F238E27FC236}">
                <a16:creationId xmlns:a16="http://schemas.microsoft.com/office/drawing/2014/main" id="{2DFB8DAE-AB76-4717-80E3-2C3E6F2EC487}"/>
              </a:ext>
            </a:extLst>
          </p:cNvPr>
          <p:cNvSpPr>
            <a:spLocks noGrp="1"/>
          </p:cNvSpPr>
          <p:nvPr/>
        </p:nvSpPr>
        <p:spPr>
          <a:xfrm>
            <a:off x="7242541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2" name="F2_precision_recall_distributions_5876">
            <a:extLst>
              <a:ext uri="{FF2B5EF4-FFF2-40B4-BE49-F238E27FC236}">
                <a16:creationId xmlns:a16="http://schemas.microsoft.com/office/drawing/2014/main" id="{BDB49D82-0DC1-4469-86F5-3309A2FD86E4}"/>
              </a:ext>
            </a:extLst>
          </p:cNvPr>
          <p:cNvSpPr>
            <a:spLocks noGrp="1"/>
          </p:cNvSpPr>
          <p:nvPr/>
        </p:nvSpPr>
        <p:spPr>
          <a:xfrm>
            <a:off x="70496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3" name="F2_precision_recall_distributions_5877">
            <a:extLst>
              <a:ext uri="{FF2B5EF4-FFF2-40B4-BE49-F238E27FC236}">
                <a16:creationId xmlns:a16="http://schemas.microsoft.com/office/drawing/2014/main" id="{986053F2-F243-4AC7-97AD-3D811F97176A}"/>
              </a:ext>
            </a:extLst>
          </p:cNvPr>
          <p:cNvSpPr>
            <a:spLocks noGrp="1"/>
          </p:cNvSpPr>
          <p:nvPr/>
        </p:nvSpPr>
        <p:spPr>
          <a:xfrm>
            <a:off x="700490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4" name="F2_precision_recall_distributions_5878">
            <a:extLst>
              <a:ext uri="{FF2B5EF4-FFF2-40B4-BE49-F238E27FC236}">
                <a16:creationId xmlns:a16="http://schemas.microsoft.com/office/drawing/2014/main" id="{9EF2254F-1148-4F68-914C-42E44249CDA0}"/>
              </a:ext>
            </a:extLst>
          </p:cNvPr>
          <p:cNvSpPr>
            <a:spLocks noGrp="1"/>
          </p:cNvSpPr>
          <p:nvPr/>
        </p:nvSpPr>
        <p:spPr>
          <a:xfrm>
            <a:off x="7076041" y="50133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5" name="F2_precision_recall_distributions_5879">
            <a:extLst>
              <a:ext uri="{FF2B5EF4-FFF2-40B4-BE49-F238E27FC236}">
                <a16:creationId xmlns:a16="http://schemas.microsoft.com/office/drawing/2014/main" id="{1C6CC706-0BBE-4064-9DD9-E6D077FF2F43}"/>
              </a:ext>
            </a:extLst>
          </p:cNvPr>
          <p:cNvSpPr>
            <a:spLocks noGrp="1"/>
          </p:cNvSpPr>
          <p:nvPr/>
        </p:nvSpPr>
        <p:spPr>
          <a:xfrm>
            <a:off x="705107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6" name="F2_precision_recall_distributions_5880">
            <a:extLst>
              <a:ext uri="{FF2B5EF4-FFF2-40B4-BE49-F238E27FC236}">
                <a16:creationId xmlns:a16="http://schemas.microsoft.com/office/drawing/2014/main" id="{D8631627-8275-414C-A3A2-2C48C64419EA}"/>
              </a:ext>
            </a:extLst>
          </p:cNvPr>
          <p:cNvSpPr>
            <a:spLocks noGrp="1"/>
          </p:cNvSpPr>
          <p:nvPr/>
        </p:nvSpPr>
        <p:spPr>
          <a:xfrm>
            <a:off x="70313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7" name="F2_precision_recall_distributions_5881">
            <a:extLst>
              <a:ext uri="{FF2B5EF4-FFF2-40B4-BE49-F238E27FC236}">
                <a16:creationId xmlns:a16="http://schemas.microsoft.com/office/drawing/2014/main" id="{DD98E91D-6F25-41C1-9F48-BF32754F6C12}"/>
              </a:ext>
            </a:extLst>
          </p:cNvPr>
          <p:cNvSpPr>
            <a:spLocks noGrp="1"/>
          </p:cNvSpPr>
          <p:nvPr/>
        </p:nvSpPr>
        <p:spPr>
          <a:xfrm>
            <a:off x="7217348" y="45835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8" name="F2_precision_recall_distributions_5882">
            <a:extLst>
              <a:ext uri="{FF2B5EF4-FFF2-40B4-BE49-F238E27FC236}">
                <a16:creationId xmlns:a16="http://schemas.microsoft.com/office/drawing/2014/main" id="{985544BF-36E0-4AC5-AB66-B3528438039B}"/>
              </a:ext>
            </a:extLst>
          </p:cNvPr>
          <p:cNvSpPr>
            <a:spLocks noGrp="1"/>
          </p:cNvSpPr>
          <p:nvPr/>
        </p:nvSpPr>
        <p:spPr>
          <a:xfrm>
            <a:off x="70399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9" name="F2_precision_recall_distributions_5883">
            <a:extLst>
              <a:ext uri="{FF2B5EF4-FFF2-40B4-BE49-F238E27FC236}">
                <a16:creationId xmlns:a16="http://schemas.microsoft.com/office/drawing/2014/main" id="{10C8D490-60C9-4A28-95A2-60B5799CEA5E}"/>
              </a:ext>
            </a:extLst>
          </p:cNvPr>
          <p:cNvSpPr>
            <a:spLocks noGrp="1"/>
          </p:cNvSpPr>
          <p:nvPr/>
        </p:nvSpPr>
        <p:spPr>
          <a:xfrm>
            <a:off x="706458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0" name="F2_precision_recall_distributions_5884">
            <a:extLst>
              <a:ext uri="{FF2B5EF4-FFF2-40B4-BE49-F238E27FC236}">
                <a16:creationId xmlns:a16="http://schemas.microsoft.com/office/drawing/2014/main" id="{ACA8A024-6329-4125-9D9C-FAA07AB25014}"/>
              </a:ext>
            </a:extLst>
          </p:cNvPr>
          <p:cNvSpPr>
            <a:spLocks noGrp="1"/>
          </p:cNvSpPr>
          <p:nvPr/>
        </p:nvSpPr>
        <p:spPr>
          <a:xfrm>
            <a:off x="700126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1" name="F2_precision_recall_distributions_5885">
            <a:extLst>
              <a:ext uri="{FF2B5EF4-FFF2-40B4-BE49-F238E27FC236}">
                <a16:creationId xmlns:a16="http://schemas.microsoft.com/office/drawing/2014/main" id="{7D38385C-FC07-4D8A-BA3A-BAC52FFA165C}"/>
              </a:ext>
            </a:extLst>
          </p:cNvPr>
          <p:cNvSpPr>
            <a:spLocks noGrp="1"/>
          </p:cNvSpPr>
          <p:nvPr/>
        </p:nvSpPr>
        <p:spPr>
          <a:xfrm>
            <a:off x="7050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2" name="F2_precision_recall_distributions_5886">
            <a:extLst>
              <a:ext uri="{FF2B5EF4-FFF2-40B4-BE49-F238E27FC236}">
                <a16:creationId xmlns:a16="http://schemas.microsoft.com/office/drawing/2014/main" id="{C52B1B63-137F-491B-884C-EFE09AB7A020}"/>
              </a:ext>
            </a:extLst>
          </p:cNvPr>
          <p:cNvSpPr>
            <a:spLocks noGrp="1"/>
          </p:cNvSpPr>
          <p:nvPr/>
        </p:nvSpPr>
        <p:spPr>
          <a:xfrm>
            <a:off x="7318132" y="4300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3" name="F2_precision_recall_distributions_5887">
            <a:extLst>
              <a:ext uri="{FF2B5EF4-FFF2-40B4-BE49-F238E27FC236}">
                <a16:creationId xmlns:a16="http://schemas.microsoft.com/office/drawing/2014/main" id="{29D4E8B1-8659-4169-A247-DC52E5A9C088}"/>
              </a:ext>
            </a:extLst>
          </p:cNvPr>
          <p:cNvSpPr>
            <a:spLocks noGrp="1"/>
          </p:cNvSpPr>
          <p:nvPr/>
        </p:nvSpPr>
        <p:spPr>
          <a:xfrm>
            <a:off x="731206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4" name="F2_precision_recall_distributions_5888">
            <a:extLst>
              <a:ext uri="{FF2B5EF4-FFF2-40B4-BE49-F238E27FC236}">
                <a16:creationId xmlns:a16="http://schemas.microsoft.com/office/drawing/2014/main" id="{8A3A6D28-CC4B-4B8C-9685-A2BFB2F95052}"/>
              </a:ext>
            </a:extLst>
          </p:cNvPr>
          <p:cNvSpPr>
            <a:spLocks noGrp="1"/>
          </p:cNvSpPr>
          <p:nvPr/>
        </p:nvSpPr>
        <p:spPr>
          <a:xfrm>
            <a:off x="708935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5" name="F2_precision_recall_distributions_5889">
            <a:extLst>
              <a:ext uri="{FF2B5EF4-FFF2-40B4-BE49-F238E27FC236}">
                <a16:creationId xmlns:a16="http://schemas.microsoft.com/office/drawing/2014/main" id="{E3863CFC-BD0E-45BD-AF4C-3207C6E4CE5D}"/>
              </a:ext>
            </a:extLst>
          </p:cNvPr>
          <p:cNvSpPr>
            <a:spLocks noGrp="1"/>
          </p:cNvSpPr>
          <p:nvPr/>
        </p:nvSpPr>
        <p:spPr>
          <a:xfrm>
            <a:off x="73298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6" name="F2_precision_recall_distributions_5890">
            <a:extLst>
              <a:ext uri="{FF2B5EF4-FFF2-40B4-BE49-F238E27FC236}">
                <a16:creationId xmlns:a16="http://schemas.microsoft.com/office/drawing/2014/main" id="{AC253E75-3D9F-4482-A61F-841640D7E533}"/>
              </a:ext>
            </a:extLst>
          </p:cNvPr>
          <p:cNvSpPr>
            <a:spLocks noGrp="1"/>
          </p:cNvSpPr>
          <p:nvPr/>
        </p:nvSpPr>
        <p:spPr>
          <a:xfrm>
            <a:off x="7190804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7" name="F2_precision_recall_distributions_5891">
            <a:extLst>
              <a:ext uri="{FF2B5EF4-FFF2-40B4-BE49-F238E27FC236}">
                <a16:creationId xmlns:a16="http://schemas.microsoft.com/office/drawing/2014/main" id="{E96C0FA5-8F40-436A-B8B2-0D6BD728D66E}"/>
              </a:ext>
            </a:extLst>
          </p:cNvPr>
          <p:cNvSpPr>
            <a:spLocks noGrp="1"/>
          </p:cNvSpPr>
          <p:nvPr/>
        </p:nvSpPr>
        <p:spPr>
          <a:xfrm>
            <a:off x="723940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8" name="F2_precision_recall_distributions_5892">
            <a:extLst>
              <a:ext uri="{FF2B5EF4-FFF2-40B4-BE49-F238E27FC236}">
                <a16:creationId xmlns:a16="http://schemas.microsoft.com/office/drawing/2014/main" id="{021FDCF4-F944-4F95-ABB8-7923C2B090A5}"/>
              </a:ext>
            </a:extLst>
          </p:cNvPr>
          <p:cNvSpPr>
            <a:spLocks noGrp="1"/>
          </p:cNvSpPr>
          <p:nvPr/>
        </p:nvSpPr>
        <p:spPr>
          <a:xfrm>
            <a:off x="7332238" y="45374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9" name="F2_precision_recall_distributions_5893">
            <a:extLst>
              <a:ext uri="{FF2B5EF4-FFF2-40B4-BE49-F238E27FC236}">
                <a16:creationId xmlns:a16="http://schemas.microsoft.com/office/drawing/2014/main" id="{81BB9C16-A173-411B-A74A-5C66A7EA9156}"/>
              </a:ext>
            </a:extLst>
          </p:cNvPr>
          <p:cNvSpPr>
            <a:spLocks noGrp="1"/>
          </p:cNvSpPr>
          <p:nvPr/>
        </p:nvSpPr>
        <p:spPr>
          <a:xfrm>
            <a:off x="73189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0" name="F2_precision_recall_distributions_5894">
            <a:extLst>
              <a:ext uri="{FF2B5EF4-FFF2-40B4-BE49-F238E27FC236}">
                <a16:creationId xmlns:a16="http://schemas.microsoft.com/office/drawing/2014/main" id="{4E04DD3E-890E-468C-9FC4-F16B097CC752}"/>
              </a:ext>
            </a:extLst>
          </p:cNvPr>
          <p:cNvSpPr>
            <a:spLocks noGrp="1"/>
          </p:cNvSpPr>
          <p:nvPr/>
        </p:nvSpPr>
        <p:spPr>
          <a:xfrm>
            <a:off x="717391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1" name="F2_precision_recall_distributions_5895">
            <a:extLst>
              <a:ext uri="{FF2B5EF4-FFF2-40B4-BE49-F238E27FC236}">
                <a16:creationId xmlns:a16="http://schemas.microsoft.com/office/drawing/2014/main" id="{56FD1B0B-48AA-4E19-9369-9BB31D3438C3}"/>
              </a:ext>
            </a:extLst>
          </p:cNvPr>
          <p:cNvSpPr>
            <a:spLocks noGrp="1"/>
          </p:cNvSpPr>
          <p:nvPr/>
        </p:nvSpPr>
        <p:spPr>
          <a:xfrm>
            <a:off x="71590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2" name="F2_precision_recall_distributions_5896">
            <a:extLst>
              <a:ext uri="{FF2B5EF4-FFF2-40B4-BE49-F238E27FC236}">
                <a16:creationId xmlns:a16="http://schemas.microsoft.com/office/drawing/2014/main" id="{4941F3E3-7F78-4A0D-BA18-47C27BC8056F}"/>
              </a:ext>
            </a:extLst>
          </p:cNvPr>
          <p:cNvSpPr>
            <a:spLocks noGrp="1"/>
          </p:cNvSpPr>
          <p:nvPr/>
        </p:nvSpPr>
        <p:spPr>
          <a:xfrm>
            <a:off x="719008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3" name="F2_precision_recall_distributions_5897">
            <a:extLst>
              <a:ext uri="{FF2B5EF4-FFF2-40B4-BE49-F238E27FC236}">
                <a16:creationId xmlns:a16="http://schemas.microsoft.com/office/drawing/2014/main" id="{298DC29C-1177-4AD4-BFF7-BA8E90C62E6C}"/>
              </a:ext>
            </a:extLst>
          </p:cNvPr>
          <p:cNvSpPr>
            <a:spLocks noGrp="1"/>
          </p:cNvSpPr>
          <p:nvPr/>
        </p:nvSpPr>
        <p:spPr>
          <a:xfrm>
            <a:off x="703510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4" name="F2_precision_recall_distributions_5898">
            <a:extLst>
              <a:ext uri="{FF2B5EF4-FFF2-40B4-BE49-F238E27FC236}">
                <a16:creationId xmlns:a16="http://schemas.microsoft.com/office/drawing/2014/main" id="{AFB0A359-5E62-4BCF-8737-2D3C6990CEFD}"/>
              </a:ext>
            </a:extLst>
          </p:cNvPr>
          <p:cNvSpPr>
            <a:spLocks noGrp="1"/>
          </p:cNvSpPr>
          <p:nvPr/>
        </p:nvSpPr>
        <p:spPr>
          <a:xfrm>
            <a:off x="717974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5" name="F2_precision_recall_distributions_5899">
            <a:extLst>
              <a:ext uri="{FF2B5EF4-FFF2-40B4-BE49-F238E27FC236}">
                <a16:creationId xmlns:a16="http://schemas.microsoft.com/office/drawing/2014/main" id="{07CC9280-89B0-454F-9F70-C9EDD18E4173}"/>
              </a:ext>
            </a:extLst>
          </p:cNvPr>
          <p:cNvSpPr>
            <a:spLocks noGrp="1"/>
          </p:cNvSpPr>
          <p:nvPr/>
        </p:nvSpPr>
        <p:spPr>
          <a:xfrm>
            <a:off x="708039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6" name="F2_precision_recall_distributions_5900">
            <a:extLst>
              <a:ext uri="{FF2B5EF4-FFF2-40B4-BE49-F238E27FC236}">
                <a16:creationId xmlns:a16="http://schemas.microsoft.com/office/drawing/2014/main" id="{32594FBF-39A3-41F5-90BA-5FD985BA9F8F}"/>
              </a:ext>
            </a:extLst>
          </p:cNvPr>
          <p:cNvSpPr>
            <a:spLocks noGrp="1"/>
          </p:cNvSpPr>
          <p:nvPr/>
        </p:nvSpPr>
        <p:spPr>
          <a:xfrm>
            <a:off x="7286308" y="4611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7" name="F2_precision_recall_distributions_5901">
            <a:extLst>
              <a:ext uri="{FF2B5EF4-FFF2-40B4-BE49-F238E27FC236}">
                <a16:creationId xmlns:a16="http://schemas.microsoft.com/office/drawing/2014/main" id="{54024B3A-EE15-4A59-AB2D-0CA08E26D339}"/>
              </a:ext>
            </a:extLst>
          </p:cNvPr>
          <p:cNvSpPr>
            <a:spLocks noGrp="1"/>
          </p:cNvSpPr>
          <p:nvPr/>
        </p:nvSpPr>
        <p:spPr>
          <a:xfrm>
            <a:off x="70768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8" name="F2_precision_recall_distributions_5902">
            <a:extLst>
              <a:ext uri="{FF2B5EF4-FFF2-40B4-BE49-F238E27FC236}">
                <a16:creationId xmlns:a16="http://schemas.microsoft.com/office/drawing/2014/main" id="{147C7BFD-3EEA-46C5-996A-961537A5ED0F}"/>
              </a:ext>
            </a:extLst>
          </p:cNvPr>
          <p:cNvSpPr>
            <a:spLocks noGrp="1"/>
          </p:cNvSpPr>
          <p:nvPr/>
        </p:nvSpPr>
        <p:spPr>
          <a:xfrm>
            <a:off x="70382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9" name="F2_precision_recall_distributions_5903">
            <a:extLst>
              <a:ext uri="{FF2B5EF4-FFF2-40B4-BE49-F238E27FC236}">
                <a16:creationId xmlns:a16="http://schemas.microsoft.com/office/drawing/2014/main" id="{68B8FA0D-4185-40BF-A6E6-7AADE9D371D3}"/>
              </a:ext>
            </a:extLst>
          </p:cNvPr>
          <p:cNvSpPr>
            <a:spLocks noGrp="1"/>
          </p:cNvSpPr>
          <p:nvPr/>
        </p:nvSpPr>
        <p:spPr>
          <a:xfrm>
            <a:off x="70916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0" name="F2_precision_recall_distributions_5904">
            <a:extLst>
              <a:ext uri="{FF2B5EF4-FFF2-40B4-BE49-F238E27FC236}">
                <a16:creationId xmlns:a16="http://schemas.microsoft.com/office/drawing/2014/main" id="{A415AE40-D9DD-49E8-A2B1-7BA641BF999D}"/>
              </a:ext>
            </a:extLst>
          </p:cNvPr>
          <p:cNvSpPr>
            <a:spLocks noGrp="1"/>
          </p:cNvSpPr>
          <p:nvPr/>
        </p:nvSpPr>
        <p:spPr>
          <a:xfrm>
            <a:off x="70904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1" name="F2_precision_recall_distributions_5905">
            <a:extLst>
              <a:ext uri="{FF2B5EF4-FFF2-40B4-BE49-F238E27FC236}">
                <a16:creationId xmlns:a16="http://schemas.microsoft.com/office/drawing/2014/main" id="{E65DADDA-A201-4E2B-9BCE-D899EC435A40}"/>
              </a:ext>
            </a:extLst>
          </p:cNvPr>
          <p:cNvSpPr>
            <a:spLocks noGrp="1"/>
          </p:cNvSpPr>
          <p:nvPr/>
        </p:nvSpPr>
        <p:spPr>
          <a:xfrm>
            <a:off x="7149361" y="45563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2" name="F2_precision_recall_distributions_5906">
            <a:extLst>
              <a:ext uri="{FF2B5EF4-FFF2-40B4-BE49-F238E27FC236}">
                <a16:creationId xmlns:a16="http://schemas.microsoft.com/office/drawing/2014/main" id="{C41491AB-BED1-4D25-9805-D7E7ACC6946E}"/>
              </a:ext>
            </a:extLst>
          </p:cNvPr>
          <p:cNvSpPr>
            <a:spLocks noGrp="1"/>
          </p:cNvSpPr>
          <p:nvPr/>
        </p:nvSpPr>
        <p:spPr>
          <a:xfrm>
            <a:off x="701450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3" name="F2_precision_recall_distributions_5907">
            <a:extLst>
              <a:ext uri="{FF2B5EF4-FFF2-40B4-BE49-F238E27FC236}">
                <a16:creationId xmlns:a16="http://schemas.microsoft.com/office/drawing/2014/main" id="{E41BC798-53D1-4D0D-9FC3-C7435850B889}"/>
              </a:ext>
            </a:extLst>
          </p:cNvPr>
          <p:cNvSpPr>
            <a:spLocks noGrp="1"/>
          </p:cNvSpPr>
          <p:nvPr/>
        </p:nvSpPr>
        <p:spPr>
          <a:xfrm>
            <a:off x="72928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4" name="F2_precision_recall_distributions_5908">
            <a:extLst>
              <a:ext uri="{FF2B5EF4-FFF2-40B4-BE49-F238E27FC236}">
                <a16:creationId xmlns:a16="http://schemas.microsoft.com/office/drawing/2014/main" id="{D6CD4AA0-3D77-4E0B-BEB9-E380B6728C07}"/>
              </a:ext>
            </a:extLst>
          </p:cNvPr>
          <p:cNvSpPr>
            <a:spLocks noGrp="1"/>
          </p:cNvSpPr>
          <p:nvPr/>
        </p:nvSpPr>
        <p:spPr>
          <a:xfrm>
            <a:off x="698833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5" name="F2_precision_recall_distributions_5909">
            <a:extLst>
              <a:ext uri="{FF2B5EF4-FFF2-40B4-BE49-F238E27FC236}">
                <a16:creationId xmlns:a16="http://schemas.microsoft.com/office/drawing/2014/main" id="{12D50D66-55E2-497B-A927-9C4624AE5EF6}"/>
              </a:ext>
            </a:extLst>
          </p:cNvPr>
          <p:cNvSpPr>
            <a:spLocks noGrp="1"/>
          </p:cNvSpPr>
          <p:nvPr/>
        </p:nvSpPr>
        <p:spPr>
          <a:xfrm>
            <a:off x="697413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6" name="F2_precision_recall_distributions_5910">
            <a:extLst>
              <a:ext uri="{FF2B5EF4-FFF2-40B4-BE49-F238E27FC236}">
                <a16:creationId xmlns:a16="http://schemas.microsoft.com/office/drawing/2014/main" id="{391689B5-CBBF-4C64-92A8-3AFFD449027E}"/>
              </a:ext>
            </a:extLst>
          </p:cNvPr>
          <p:cNvSpPr>
            <a:spLocks noGrp="1"/>
          </p:cNvSpPr>
          <p:nvPr/>
        </p:nvSpPr>
        <p:spPr>
          <a:xfrm>
            <a:off x="715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7" name="F2_precision_recall_distributions_5911">
            <a:extLst>
              <a:ext uri="{FF2B5EF4-FFF2-40B4-BE49-F238E27FC236}">
                <a16:creationId xmlns:a16="http://schemas.microsoft.com/office/drawing/2014/main" id="{EE4F1D45-C1A4-493B-96D9-FC7F5D5637A2}"/>
              </a:ext>
            </a:extLst>
          </p:cNvPr>
          <p:cNvSpPr>
            <a:spLocks noGrp="1"/>
          </p:cNvSpPr>
          <p:nvPr/>
        </p:nvSpPr>
        <p:spPr>
          <a:xfrm>
            <a:off x="71598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8" name="F2_precision_recall_distributions_5912">
            <a:extLst>
              <a:ext uri="{FF2B5EF4-FFF2-40B4-BE49-F238E27FC236}">
                <a16:creationId xmlns:a16="http://schemas.microsoft.com/office/drawing/2014/main" id="{382EE9F2-59AC-4938-A6B4-AD5C12BF1EB9}"/>
              </a:ext>
            </a:extLst>
          </p:cNvPr>
          <p:cNvSpPr>
            <a:spLocks noGrp="1"/>
          </p:cNvSpPr>
          <p:nvPr/>
        </p:nvSpPr>
        <p:spPr>
          <a:xfrm>
            <a:off x="70251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9" name="F2_precision_recall_distributions_5913">
            <a:extLst>
              <a:ext uri="{FF2B5EF4-FFF2-40B4-BE49-F238E27FC236}">
                <a16:creationId xmlns:a16="http://schemas.microsoft.com/office/drawing/2014/main" id="{535A4186-9469-4565-B42F-75D3E12C59E8}"/>
              </a:ext>
            </a:extLst>
          </p:cNvPr>
          <p:cNvSpPr>
            <a:spLocks noGrp="1"/>
          </p:cNvSpPr>
          <p:nvPr/>
        </p:nvSpPr>
        <p:spPr>
          <a:xfrm>
            <a:off x="732388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0" name="F2_precision_recall_distributions_5914">
            <a:extLst>
              <a:ext uri="{FF2B5EF4-FFF2-40B4-BE49-F238E27FC236}">
                <a16:creationId xmlns:a16="http://schemas.microsoft.com/office/drawing/2014/main" id="{82BDD4D3-0F4D-4FF2-97BF-F40487AC9A92}"/>
              </a:ext>
            </a:extLst>
          </p:cNvPr>
          <p:cNvSpPr>
            <a:spLocks noGrp="1"/>
          </p:cNvSpPr>
          <p:nvPr/>
        </p:nvSpPr>
        <p:spPr>
          <a:xfrm>
            <a:off x="7200344" y="4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1" name="F2_precision_recall_distributions_5915">
            <a:extLst>
              <a:ext uri="{FF2B5EF4-FFF2-40B4-BE49-F238E27FC236}">
                <a16:creationId xmlns:a16="http://schemas.microsoft.com/office/drawing/2014/main" id="{65C88138-EB9F-49DC-9893-7279FA5D30F4}"/>
              </a:ext>
            </a:extLst>
          </p:cNvPr>
          <p:cNvSpPr>
            <a:spLocks noGrp="1"/>
          </p:cNvSpPr>
          <p:nvPr/>
        </p:nvSpPr>
        <p:spPr>
          <a:xfrm>
            <a:off x="72562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2" name="F2_precision_recall_distributions_5916">
            <a:extLst>
              <a:ext uri="{FF2B5EF4-FFF2-40B4-BE49-F238E27FC236}">
                <a16:creationId xmlns:a16="http://schemas.microsoft.com/office/drawing/2014/main" id="{44084F6D-6485-4559-9EDA-189F4ABCE553}"/>
              </a:ext>
            </a:extLst>
          </p:cNvPr>
          <p:cNvSpPr>
            <a:spLocks noGrp="1"/>
          </p:cNvSpPr>
          <p:nvPr/>
        </p:nvSpPr>
        <p:spPr>
          <a:xfrm>
            <a:off x="7102361" y="4919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3" name="F2_precision_recall_distributions_5917">
            <a:extLst>
              <a:ext uri="{FF2B5EF4-FFF2-40B4-BE49-F238E27FC236}">
                <a16:creationId xmlns:a16="http://schemas.microsoft.com/office/drawing/2014/main" id="{4F5EFF59-4951-4B9F-887C-06D9A5D0707B}"/>
              </a:ext>
            </a:extLst>
          </p:cNvPr>
          <p:cNvSpPr>
            <a:spLocks noGrp="1"/>
          </p:cNvSpPr>
          <p:nvPr/>
        </p:nvSpPr>
        <p:spPr>
          <a:xfrm>
            <a:off x="69728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4" name="F2_precision_recall_distributions_5918">
            <a:extLst>
              <a:ext uri="{FF2B5EF4-FFF2-40B4-BE49-F238E27FC236}">
                <a16:creationId xmlns:a16="http://schemas.microsoft.com/office/drawing/2014/main" id="{F796182E-D6FA-46C5-9801-0F5BC2B34B0C}"/>
              </a:ext>
            </a:extLst>
          </p:cNvPr>
          <p:cNvSpPr>
            <a:spLocks noGrp="1"/>
          </p:cNvSpPr>
          <p:nvPr/>
        </p:nvSpPr>
        <p:spPr>
          <a:xfrm>
            <a:off x="70330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5" name="F2_precision_recall_distributions_5919">
            <a:extLst>
              <a:ext uri="{FF2B5EF4-FFF2-40B4-BE49-F238E27FC236}">
                <a16:creationId xmlns:a16="http://schemas.microsoft.com/office/drawing/2014/main" id="{78B206BF-AF76-4C43-A44F-36A2911D64A9}"/>
              </a:ext>
            </a:extLst>
          </p:cNvPr>
          <p:cNvSpPr>
            <a:spLocks noGrp="1"/>
          </p:cNvSpPr>
          <p:nvPr/>
        </p:nvSpPr>
        <p:spPr>
          <a:xfrm>
            <a:off x="701118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6" name="F2_precision_recall_distributions_5920">
            <a:extLst>
              <a:ext uri="{FF2B5EF4-FFF2-40B4-BE49-F238E27FC236}">
                <a16:creationId xmlns:a16="http://schemas.microsoft.com/office/drawing/2014/main" id="{090DCF10-1BA0-4D07-8E80-FEB6F6526836}"/>
              </a:ext>
            </a:extLst>
          </p:cNvPr>
          <p:cNvSpPr>
            <a:spLocks noGrp="1"/>
          </p:cNvSpPr>
          <p:nvPr/>
        </p:nvSpPr>
        <p:spPr>
          <a:xfrm>
            <a:off x="706829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7" name="F2_precision_recall_distributions_5921">
            <a:extLst>
              <a:ext uri="{FF2B5EF4-FFF2-40B4-BE49-F238E27FC236}">
                <a16:creationId xmlns:a16="http://schemas.microsoft.com/office/drawing/2014/main" id="{AA45DDEA-6E4A-47ED-873F-484970C135C1}"/>
              </a:ext>
            </a:extLst>
          </p:cNvPr>
          <p:cNvSpPr>
            <a:spLocks noGrp="1"/>
          </p:cNvSpPr>
          <p:nvPr/>
        </p:nvSpPr>
        <p:spPr>
          <a:xfrm>
            <a:off x="71413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8" name="F2_precision_recall_distributions_5922">
            <a:extLst>
              <a:ext uri="{FF2B5EF4-FFF2-40B4-BE49-F238E27FC236}">
                <a16:creationId xmlns:a16="http://schemas.microsoft.com/office/drawing/2014/main" id="{AF47C774-3060-4E59-BC89-2F91B5B109C8}"/>
              </a:ext>
            </a:extLst>
          </p:cNvPr>
          <p:cNvSpPr>
            <a:spLocks noGrp="1"/>
          </p:cNvSpPr>
          <p:nvPr/>
        </p:nvSpPr>
        <p:spPr>
          <a:xfrm>
            <a:off x="729661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9" name="F2_precision_recall_distributions_5923">
            <a:extLst>
              <a:ext uri="{FF2B5EF4-FFF2-40B4-BE49-F238E27FC236}">
                <a16:creationId xmlns:a16="http://schemas.microsoft.com/office/drawing/2014/main" id="{9D7F89A7-F1DD-44CD-BAE8-B4257041C01F}"/>
              </a:ext>
            </a:extLst>
          </p:cNvPr>
          <p:cNvSpPr>
            <a:spLocks noGrp="1"/>
          </p:cNvSpPr>
          <p:nvPr/>
        </p:nvSpPr>
        <p:spPr>
          <a:xfrm>
            <a:off x="729323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0" name="F2_precision_recall_distributions_5924">
            <a:extLst>
              <a:ext uri="{FF2B5EF4-FFF2-40B4-BE49-F238E27FC236}">
                <a16:creationId xmlns:a16="http://schemas.microsoft.com/office/drawing/2014/main" id="{6530403E-EC30-4F7D-9CF8-24748C434B6C}"/>
              </a:ext>
            </a:extLst>
          </p:cNvPr>
          <p:cNvSpPr>
            <a:spLocks noGrp="1"/>
          </p:cNvSpPr>
          <p:nvPr/>
        </p:nvSpPr>
        <p:spPr>
          <a:xfrm>
            <a:off x="71807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1" name="F2_precision_recall_distributions_5925">
            <a:extLst>
              <a:ext uri="{FF2B5EF4-FFF2-40B4-BE49-F238E27FC236}">
                <a16:creationId xmlns:a16="http://schemas.microsoft.com/office/drawing/2014/main" id="{84187C18-E128-4FD3-96C1-4D48AA406BE0}"/>
              </a:ext>
            </a:extLst>
          </p:cNvPr>
          <p:cNvSpPr>
            <a:spLocks noGrp="1"/>
          </p:cNvSpPr>
          <p:nvPr/>
        </p:nvSpPr>
        <p:spPr>
          <a:xfrm>
            <a:off x="7078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2" name="F2_precision_recall_distributions_5926">
            <a:extLst>
              <a:ext uri="{FF2B5EF4-FFF2-40B4-BE49-F238E27FC236}">
                <a16:creationId xmlns:a16="http://schemas.microsoft.com/office/drawing/2014/main" id="{4C53FC05-D074-43A8-83E9-3CDFEE510E0C}"/>
              </a:ext>
            </a:extLst>
          </p:cNvPr>
          <p:cNvSpPr>
            <a:spLocks noGrp="1"/>
          </p:cNvSpPr>
          <p:nvPr/>
        </p:nvSpPr>
        <p:spPr>
          <a:xfrm>
            <a:off x="702362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3" name="F2_precision_recall_distributions_5927">
            <a:extLst>
              <a:ext uri="{FF2B5EF4-FFF2-40B4-BE49-F238E27FC236}">
                <a16:creationId xmlns:a16="http://schemas.microsoft.com/office/drawing/2014/main" id="{7EB8B8F4-8B7B-48F0-A463-EE8FB1893AD7}"/>
              </a:ext>
            </a:extLst>
          </p:cNvPr>
          <p:cNvSpPr>
            <a:spLocks noGrp="1"/>
          </p:cNvSpPr>
          <p:nvPr/>
        </p:nvSpPr>
        <p:spPr>
          <a:xfrm>
            <a:off x="733754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4" name="F2_precision_recall_distributions_5928">
            <a:extLst>
              <a:ext uri="{FF2B5EF4-FFF2-40B4-BE49-F238E27FC236}">
                <a16:creationId xmlns:a16="http://schemas.microsoft.com/office/drawing/2014/main" id="{D9D68774-BE1E-43D5-9BA6-A7F4F5816B43}"/>
              </a:ext>
            </a:extLst>
          </p:cNvPr>
          <p:cNvSpPr>
            <a:spLocks noGrp="1"/>
          </p:cNvSpPr>
          <p:nvPr/>
        </p:nvSpPr>
        <p:spPr>
          <a:xfrm>
            <a:off x="69737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5" name="F2_precision_recall_distributions_5929">
            <a:extLst>
              <a:ext uri="{FF2B5EF4-FFF2-40B4-BE49-F238E27FC236}">
                <a16:creationId xmlns:a16="http://schemas.microsoft.com/office/drawing/2014/main" id="{E99CBA48-F936-435F-B360-B7FDEED85660}"/>
              </a:ext>
            </a:extLst>
          </p:cNvPr>
          <p:cNvSpPr>
            <a:spLocks noGrp="1"/>
          </p:cNvSpPr>
          <p:nvPr/>
        </p:nvSpPr>
        <p:spPr>
          <a:xfrm>
            <a:off x="70392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6" name="F2_precision_recall_distributions_5930">
            <a:extLst>
              <a:ext uri="{FF2B5EF4-FFF2-40B4-BE49-F238E27FC236}">
                <a16:creationId xmlns:a16="http://schemas.microsoft.com/office/drawing/2014/main" id="{5947D48C-B718-4A83-A995-5C8A74D6198C}"/>
              </a:ext>
            </a:extLst>
          </p:cNvPr>
          <p:cNvSpPr>
            <a:spLocks noGrp="1"/>
          </p:cNvSpPr>
          <p:nvPr/>
        </p:nvSpPr>
        <p:spPr>
          <a:xfrm>
            <a:off x="70727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7" name="F2_precision_recall_distributions_5931">
            <a:extLst>
              <a:ext uri="{FF2B5EF4-FFF2-40B4-BE49-F238E27FC236}">
                <a16:creationId xmlns:a16="http://schemas.microsoft.com/office/drawing/2014/main" id="{7720449F-5B1E-499A-902E-955E7B2C1691}"/>
              </a:ext>
            </a:extLst>
          </p:cNvPr>
          <p:cNvSpPr>
            <a:spLocks noGrp="1"/>
          </p:cNvSpPr>
          <p:nvPr/>
        </p:nvSpPr>
        <p:spPr>
          <a:xfrm>
            <a:off x="700910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8" name="F2_precision_recall_distributions_5932">
            <a:extLst>
              <a:ext uri="{FF2B5EF4-FFF2-40B4-BE49-F238E27FC236}">
                <a16:creationId xmlns:a16="http://schemas.microsoft.com/office/drawing/2014/main" id="{C936AE87-A106-455C-9719-FD91B3C31438}"/>
              </a:ext>
            </a:extLst>
          </p:cNvPr>
          <p:cNvSpPr>
            <a:spLocks noGrp="1"/>
          </p:cNvSpPr>
          <p:nvPr/>
        </p:nvSpPr>
        <p:spPr>
          <a:xfrm>
            <a:off x="72189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9" name="F2_precision_recall_distributions_5933">
            <a:extLst>
              <a:ext uri="{FF2B5EF4-FFF2-40B4-BE49-F238E27FC236}">
                <a16:creationId xmlns:a16="http://schemas.microsoft.com/office/drawing/2014/main" id="{FD214127-A6A1-41D7-8583-1BE63ECA5E87}"/>
              </a:ext>
            </a:extLst>
          </p:cNvPr>
          <p:cNvSpPr>
            <a:spLocks noGrp="1"/>
          </p:cNvSpPr>
          <p:nvPr/>
        </p:nvSpPr>
        <p:spPr>
          <a:xfrm>
            <a:off x="716063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0" name="F2_precision_recall_distributions_5934">
            <a:extLst>
              <a:ext uri="{FF2B5EF4-FFF2-40B4-BE49-F238E27FC236}">
                <a16:creationId xmlns:a16="http://schemas.microsoft.com/office/drawing/2014/main" id="{F420B2B8-DC30-474C-B99C-FBFB16A593B5}"/>
              </a:ext>
            </a:extLst>
          </p:cNvPr>
          <p:cNvSpPr>
            <a:spLocks noGrp="1"/>
          </p:cNvSpPr>
          <p:nvPr/>
        </p:nvSpPr>
        <p:spPr>
          <a:xfrm>
            <a:off x="698169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1" name="F2_precision_recall_distributions_5935">
            <a:extLst>
              <a:ext uri="{FF2B5EF4-FFF2-40B4-BE49-F238E27FC236}">
                <a16:creationId xmlns:a16="http://schemas.microsoft.com/office/drawing/2014/main" id="{41DC594C-E631-4C2E-B1B4-1B6A1BA5F4A3}"/>
              </a:ext>
            </a:extLst>
          </p:cNvPr>
          <p:cNvSpPr>
            <a:spLocks noGrp="1"/>
          </p:cNvSpPr>
          <p:nvPr/>
        </p:nvSpPr>
        <p:spPr>
          <a:xfrm>
            <a:off x="7249075" y="47485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2" name="F2_precision_recall_distributions_5936">
            <a:extLst>
              <a:ext uri="{FF2B5EF4-FFF2-40B4-BE49-F238E27FC236}">
                <a16:creationId xmlns:a16="http://schemas.microsoft.com/office/drawing/2014/main" id="{41A08085-877A-4300-8A14-9DB3C73FAC86}"/>
              </a:ext>
            </a:extLst>
          </p:cNvPr>
          <p:cNvSpPr>
            <a:spLocks noGrp="1"/>
          </p:cNvSpPr>
          <p:nvPr/>
        </p:nvSpPr>
        <p:spPr>
          <a:xfrm>
            <a:off x="70180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3" name="F2_precision_recall_distributions_5937">
            <a:extLst>
              <a:ext uri="{FF2B5EF4-FFF2-40B4-BE49-F238E27FC236}">
                <a16:creationId xmlns:a16="http://schemas.microsoft.com/office/drawing/2014/main" id="{A2DE3599-A3B6-4D93-8E5B-5EDAE0736C46}"/>
              </a:ext>
            </a:extLst>
          </p:cNvPr>
          <p:cNvSpPr>
            <a:spLocks noGrp="1"/>
          </p:cNvSpPr>
          <p:nvPr/>
        </p:nvSpPr>
        <p:spPr>
          <a:xfrm>
            <a:off x="733236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4" name="F2_precision_recall_distributions_5938">
            <a:extLst>
              <a:ext uri="{FF2B5EF4-FFF2-40B4-BE49-F238E27FC236}">
                <a16:creationId xmlns:a16="http://schemas.microsoft.com/office/drawing/2014/main" id="{80675601-AD94-49EA-8ED3-41B095E33D33}"/>
              </a:ext>
            </a:extLst>
          </p:cNvPr>
          <p:cNvSpPr>
            <a:spLocks noGrp="1"/>
          </p:cNvSpPr>
          <p:nvPr/>
        </p:nvSpPr>
        <p:spPr>
          <a:xfrm>
            <a:off x="730132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5" name="F2_precision_recall_distributions_5939">
            <a:extLst>
              <a:ext uri="{FF2B5EF4-FFF2-40B4-BE49-F238E27FC236}">
                <a16:creationId xmlns:a16="http://schemas.microsoft.com/office/drawing/2014/main" id="{CF7B5B8C-F030-414E-BE3B-6140DEC50050}"/>
              </a:ext>
            </a:extLst>
          </p:cNvPr>
          <p:cNvSpPr>
            <a:spLocks noGrp="1"/>
          </p:cNvSpPr>
          <p:nvPr/>
        </p:nvSpPr>
        <p:spPr>
          <a:xfrm>
            <a:off x="7202788" y="4465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6" name="F2_precision_recall_distributions_5940">
            <a:extLst>
              <a:ext uri="{FF2B5EF4-FFF2-40B4-BE49-F238E27FC236}">
                <a16:creationId xmlns:a16="http://schemas.microsoft.com/office/drawing/2014/main" id="{8C6D4DBB-DEF7-46A3-9063-07BCF1B6A844}"/>
              </a:ext>
            </a:extLst>
          </p:cNvPr>
          <p:cNvSpPr>
            <a:spLocks noGrp="1"/>
          </p:cNvSpPr>
          <p:nvPr/>
        </p:nvSpPr>
        <p:spPr>
          <a:xfrm>
            <a:off x="72239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7" name="F2_precision_recall_distributions_5941">
            <a:extLst>
              <a:ext uri="{FF2B5EF4-FFF2-40B4-BE49-F238E27FC236}">
                <a16:creationId xmlns:a16="http://schemas.microsoft.com/office/drawing/2014/main" id="{CE5A22B3-3529-4E04-8581-B30184CA7E83}"/>
              </a:ext>
            </a:extLst>
          </p:cNvPr>
          <p:cNvSpPr>
            <a:spLocks noGrp="1"/>
          </p:cNvSpPr>
          <p:nvPr/>
        </p:nvSpPr>
        <p:spPr>
          <a:xfrm>
            <a:off x="72582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8" name="F2_precision_recall_distributions_5942">
            <a:extLst>
              <a:ext uri="{FF2B5EF4-FFF2-40B4-BE49-F238E27FC236}">
                <a16:creationId xmlns:a16="http://schemas.microsoft.com/office/drawing/2014/main" id="{7008897B-A00E-4B38-9244-478E829804AF}"/>
              </a:ext>
            </a:extLst>
          </p:cNvPr>
          <p:cNvSpPr>
            <a:spLocks noGrp="1"/>
          </p:cNvSpPr>
          <p:nvPr/>
        </p:nvSpPr>
        <p:spPr>
          <a:xfrm>
            <a:off x="70898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9" name="F2_precision_recall_distributions_5943">
            <a:extLst>
              <a:ext uri="{FF2B5EF4-FFF2-40B4-BE49-F238E27FC236}">
                <a16:creationId xmlns:a16="http://schemas.microsoft.com/office/drawing/2014/main" id="{1DBF88C0-1337-4A18-B4F4-93F5F29BE1E0}"/>
              </a:ext>
            </a:extLst>
          </p:cNvPr>
          <p:cNvSpPr>
            <a:spLocks noGrp="1"/>
          </p:cNvSpPr>
          <p:nvPr/>
        </p:nvSpPr>
        <p:spPr>
          <a:xfrm>
            <a:off x="699598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0" name="F2_precision_recall_distributions_5944">
            <a:extLst>
              <a:ext uri="{FF2B5EF4-FFF2-40B4-BE49-F238E27FC236}">
                <a16:creationId xmlns:a16="http://schemas.microsoft.com/office/drawing/2014/main" id="{5A19ED72-4211-40BA-9729-F2584DB505E7}"/>
              </a:ext>
            </a:extLst>
          </p:cNvPr>
          <p:cNvSpPr>
            <a:spLocks noGrp="1"/>
          </p:cNvSpPr>
          <p:nvPr/>
        </p:nvSpPr>
        <p:spPr>
          <a:xfrm>
            <a:off x="715784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1" name="F2_precision_recall_distributions_5945">
            <a:extLst>
              <a:ext uri="{FF2B5EF4-FFF2-40B4-BE49-F238E27FC236}">
                <a16:creationId xmlns:a16="http://schemas.microsoft.com/office/drawing/2014/main" id="{DBE218A7-8EAC-4546-BD37-2C3AAC31671B}"/>
              </a:ext>
            </a:extLst>
          </p:cNvPr>
          <p:cNvSpPr>
            <a:spLocks noGrp="1"/>
          </p:cNvSpPr>
          <p:nvPr/>
        </p:nvSpPr>
        <p:spPr>
          <a:xfrm>
            <a:off x="714161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2" name="F2_precision_recall_distributions_5946">
            <a:extLst>
              <a:ext uri="{FF2B5EF4-FFF2-40B4-BE49-F238E27FC236}">
                <a16:creationId xmlns:a16="http://schemas.microsoft.com/office/drawing/2014/main" id="{08C8B861-4751-40AB-9030-165951C90A3D}"/>
              </a:ext>
            </a:extLst>
          </p:cNvPr>
          <p:cNvSpPr>
            <a:spLocks noGrp="1"/>
          </p:cNvSpPr>
          <p:nvPr/>
        </p:nvSpPr>
        <p:spPr>
          <a:xfrm>
            <a:off x="7203314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3" name="F2_precision_recall_distributions_5947">
            <a:extLst>
              <a:ext uri="{FF2B5EF4-FFF2-40B4-BE49-F238E27FC236}">
                <a16:creationId xmlns:a16="http://schemas.microsoft.com/office/drawing/2014/main" id="{BD0F17CE-BBFB-41D0-B635-1039EEA89165}"/>
              </a:ext>
            </a:extLst>
          </p:cNvPr>
          <p:cNvSpPr>
            <a:spLocks noGrp="1"/>
          </p:cNvSpPr>
          <p:nvPr/>
        </p:nvSpPr>
        <p:spPr>
          <a:xfrm>
            <a:off x="7187639" y="49843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4" name="F2_precision_recall_distributions_5948">
            <a:extLst>
              <a:ext uri="{FF2B5EF4-FFF2-40B4-BE49-F238E27FC236}">
                <a16:creationId xmlns:a16="http://schemas.microsoft.com/office/drawing/2014/main" id="{61FD1A64-5EA9-4858-AAA3-93981C4859D2}"/>
              </a:ext>
            </a:extLst>
          </p:cNvPr>
          <p:cNvSpPr>
            <a:spLocks noGrp="1"/>
          </p:cNvSpPr>
          <p:nvPr/>
        </p:nvSpPr>
        <p:spPr>
          <a:xfrm>
            <a:off x="71515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5" name="F2_precision_recall_distributions_5949">
            <a:extLst>
              <a:ext uri="{FF2B5EF4-FFF2-40B4-BE49-F238E27FC236}">
                <a16:creationId xmlns:a16="http://schemas.microsoft.com/office/drawing/2014/main" id="{AC082E66-8B9B-4B01-B0D4-7A98F726AC25}"/>
              </a:ext>
            </a:extLst>
          </p:cNvPr>
          <p:cNvSpPr>
            <a:spLocks noGrp="1"/>
          </p:cNvSpPr>
          <p:nvPr/>
        </p:nvSpPr>
        <p:spPr>
          <a:xfrm>
            <a:off x="71827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6" name="F2_precision_recall_distributions_5950">
            <a:extLst>
              <a:ext uri="{FF2B5EF4-FFF2-40B4-BE49-F238E27FC236}">
                <a16:creationId xmlns:a16="http://schemas.microsoft.com/office/drawing/2014/main" id="{BB673258-9CF3-481E-B9F0-482A137F44EA}"/>
              </a:ext>
            </a:extLst>
          </p:cNvPr>
          <p:cNvSpPr>
            <a:spLocks noGrp="1"/>
          </p:cNvSpPr>
          <p:nvPr/>
        </p:nvSpPr>
        <p:spPr>
          <a:xfrm>
            <a:off x="72424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7" name="F2_precision_recall_distributions_5951">
            <a:extLst>
              <a:ext uri="{FF2B5EF4-FFF2-40B4-BE49-F238E27FC236}">
                <a16:creationId xmlns:a16="http://schemas.microsoft.com/office/drawing/2014/main" id="{65A9C608-EBD3-42C3-9E62-7974767BF297}"/>
              </a:ext>
            </a:extLst>
          </p:cNvPr>
          <p:cNvSpPr>
            <a:spLocks noGrp="1"/>
          </p:cNvSpPr>
          <p:nvPr/>
        </p:nvSpPr>
        <p:spPr>
          <a:xfrm>
            <a:off x="698159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8" name="F2_precision_recall_distributions_5952">
            <a:extLst>
              <a:ext uri="{FF2B5EF4-FFF2-40B4-BE49-F238E27FC236}">
                <a16:creationId xmlns:a16="http://schemas.microsoft.com/office/drawing/2014/main" id="{1582AABC-EAAB-47D1-9112-A7CB97229AA0}"/>
              </a:ext>
            </a:extLst>
          </p:cNvPr>
          <p:cNvSpPr>
            <a:spLocks noGrp="1"/>
          </p:cNvSpPr>
          <p:nvPr/>
        </p:nvSpPr>
        <p:spPr>
          <a:xfrm>
            <a:off x="720293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9" name="F2_precision_recall_distributions_5953">
            <a:extLst>
              <a:ext uri="{FF2B5EF4-FFF2-40B4-BE49-F238E27FC236}">
                <a16:creationId xmlns:a16="http://schemas.microsoft.com/office/drawing/2014/main" id="{3E932F6F-7673-4944-8FF9-2331D7D0F909}"/>
              </a:ext>
            </a:extLst>
          </p:cNvPr>
          <p:cNvSpPr>
            <a:spLocks noGrp="1"/>
          </p:cNvSpPr>
          <p:nvPr/>
        </p:nvSpPr>
        <p:spPr>
          <a:xfrm>
            <a:off x="72537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0" name="F2_precision_recall_distributions_5954">
            <a:extLst>
              <a:ext uri="{FF2B5EF4-FFF2-40B4-BE49-F238E27FC236}">
                <a16:creationId xmlns:a16="http://schemas.microsoft.com/office/drawing/2014/main" id="{A4B63057-BCEA-466F-8797-DB9F7EF6DF11}"/>
              </a:ext>
            </a:extLst>
          </p:cNvPr>
          <p:cNvSpPr>
            <a:spLocks noGrp="1"/>
          </p:cNvSpPr>
          <p:nvPr/>
        </p:nvSpPr>
        <p:spPr>
          <a:xfrm>
            <a:off x="711956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1" name="F2_precision_recall_distributions_5955">
            <a:extLst>
              <a:ext uri="{FF2B5EF4-FFF2-40B4-BE49-F238E27FC236}">
                <a16:creationId xmlns:a16="http://schemas.microsoft.com/office/drawing/2014/main" id="{1B63B3F6-1D0F-41C1-973C-C80260726FDF}"/>
              </a:ext>
            </a:extLst>
          </p:cNvPr>
          <p:cNvSpPr>
            <a:spLocks noGrp="1"/>
          </p:cNvSpPr>
          <p:nvPr/>
        </p:nvSpPr>
        <p:spPr>
          <a:xfrm>
            <a:off x="72921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2" name="F2_precision_recall_distributions_5956">
            <a:extLst>
              <a:ext uri="{FF2B5EF4-FFF2-40B4-BE49-F238E27FC236}">
                <a16:creationId xmlns:a16="http://schemas.microsoft.com/office/drawing/2014/main" id="{55AD3A3F-E666-4B7B-8B55-439E0B74061E}"/>
              </a:ext>
            </a:extLst>
          </p:cNvPr>
          <p:cNvSpPr>
            <a:spLocks noGrp="1"/>
          </p:cNvSpPr>
          <p:nvPr/>
        </p:nvSpPr>
        <p:spPr>
          <a:xfrm>
            <a:off x="72469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3" name="F2_precision_recall_distributions_5957">
            <a:extLst>
              <a:ext uri="{FF2B5EF4-FFF2-40B4-BE49-F238E27FC236}">
                <a16:creationId xmlns:a16="http://schemas.microsoft.com/office/drawing/2014/main" id="{A1451D58-2375-4126-B48C-8CD5003673A7}"/>
              </a:ext>
            </a:extLst>
          </p:cNvPr>
          <p:cNvSpPr>
            <a:spLocks noGrp="1"/>
          </p:cNvSpPr>
          <p:nvPr/>
        </p:nvSpPr>
        <p:spPr>
          <a:xfrm>
            <a:off x="70344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4" name="F2_precision_recall_distributions_5958">
            <a:extLst>
              <a:ext uri="{FF2B5EF4-FFF2-40B4-BE49-F238E27FC236}">
                <a16:creationId xmlns:a16="http://schemas.microsoft.com/office/drawing/2014/main" id="{82108A8D-76A3-4DA5-971C-C6A7F70FC3F0}"/>
              </a:ext>
            </a:extLst>
          </p:cNvPr>
          <p:cNvSpPr>
            <a:spLocks noGrp="1"/>
          </p:cNvSpPr>
          <p:nvPr/>
        </p:nvSpPr>
        <p:spPr>
          <a:xfrm>
            <a:off x="7104406" y="47149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5" name="F2_precision_recall_distributions_5959">
            <a:extLst>
              <a:ext uri="{FF2B5EF4-FFF2-40B4-BE49-F238E27FC236}">
                <a16:creationId xmlns:a16="http://schemas.microsoft.com/office/drawing/2014/main" id="{1A7718F7-2293-4EE6-9A0B-8F1DBE882528}"/>
              </a:ext>
            </a:extLst>
          </p:cNvPr>
          <p:cNvSpPr>
            <a:spLocks noGrp="1"/>
          </p:cNvSpPr>
          <p:nvPr/>
        </p:nvSpPr>
        <p:spPr>
          <a:xfrm>
            <a:off x="7307472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6" name="F2_precision_recall_distributions_5960">
            <a:extLst>
              <a:ext uri="{FF2B5EF4-FFF2-40B4-BE49-F238E27FC236}">
                <a16:creationId xmlns:a16="http://schemas.microsoft.com/office/drawing/2014/main" id="{B9B2338A-0B02-4315-B464-668DAD4BD5FA}"/>
              </a:ext>
            </a:extLst>
          </p:cNvPr>
          <p:cNvSpPr>
            <a:spLocks noGrp="1"/>
          </p:cNvSpPr>
          <p:nvPr/>
        </p:nvSpPr>
        <p:spPr>
          <a:xfrm>
            <a:off x="70020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7" name="F2_precision_recall_distributions_5961">
            <a:extLst>
              <a:ext uri="{FF2B5EF4-FFF2-40B4-BE49-F238E27FC236}">
                <a16:creationId xmlns:a16="http://schemas.microsoft.com/office/drawing/2014/main" id="{7711693D-CBF0-44C8-B848-F97F63E5F310}"/>
              </a:ext>
            </a:extLst>
          </p:cNvPr>
          <p:cNvSpPr>
            <a:spLocks noGrp="1"/>
          </p:cNvSpPr>
          <p:nvPr/>
        </p:nvSpPr>
        <p:spPr>
          <a:xfrm>
            <a:off x="7067139" y="46103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8" name="F2_precision_recall_distributions_5962">
            <a:extLst>
              <a:ext uri="{FF2B5EF4-FFF2-40B4-BE49-F238E27FC236}">
                <a16:creationId xmlns:a16="http://schemas.microsoft.com/office/drawing/2014/main" id="{A007F385-B687-4CD9-A9DD-9BBE88CA6DA6}"/>
              </a:ext>
            </a:extLst>
          </p:cNvPr>
          <p:cNvSpPr>
            <a:spLocks noGrp="1"/>
          </p:cNvSpPr>
          <p:nvPr/>
        </p:nvSpPr>
        <p:spPr>
          <a:xfrm>
            <a:off x="7082914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9" name="F2_precision_recall_distributions_5963">
            <a:extLst>
              <a:ext uri="{FF2B5EF4-FFF2-40B4-BE49-F238E27FC236}">
                <a16:creationId xmlns:a16="http://schemas.microsoft.com/office/drawing/2014/main" id="{1A65208B-159C-4D9A-AAB4-360B94712D1A}"/>
              </a:ext>
            </a:extLst>
          </p:cNvPr>
          <p:cNvSpPr>
            <a:spLocks noGrp="1"/>
          </p:cNvSpPr>
          <p:nvPr/>
        </p:nvSpPr>
        <p:spPr>
          <a:xfrm>
            <a:off x="72586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0" name="F2_precision_recall_distributions_5964">
            <a:extLst>
              <a:ext uri="{FF2B5EF4-FFF2-40B4-BE49-F238E27FC236}">
                <a16:creationId xmlns:a16="http://schemas.microsoft.com/office/drawing/2014/main" id="{61171B81-F21B-4862-A65B-91CEF6675FD2}"/>
              </a:ext>
            </a:extLst>
          </p:cNvPr>
          <p:cNvSpPr>
            <a:spLocks noGrp="1"/>
          </p:cNvSpPr>
          <p:nvPr/>
        </p:nvSpPr>
        <p:spPr>
          <a:xfrm>
            <a:off x="7287120" y="5064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1" name="F2_precision_recall_distributions_5965">
            <a:extLst>
              <a:ext uri="{FF2B5EF4-FFF2-40B4-BE49-F238E27FC236}">
                <a16:creationId xmlns:a16="http://schemas.microsoft.com/office/drawing/2014/main" id="{8F1789DE-B661-4CD0-922D-769023580B3D}"/>
              </a:ext>
            </a:extLst>
          </p:cNvPr>
          <p:cNvSpPr>
            <a:spLocks noGrp="1"/>
          </p:cNvSpPr>
          <p:nvPr/>
        </p:nvSpPr>
        <p:spPr>
          <a:xfrm>
            <a:off x="7336365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2" name="F2_precision_recall_distributions_5966">
            <a:extLst>
              <a:ext uri="{FF2B5EF4-FFF2-40B4-BE49-F238E27FC236}">
                <a16:creationId xmlns:a16="http://schemas.microsoft.com/office/drawing/2014/main" id="{E81975D6-78D4-4AEE-8B88-A4EA06E7EC54}"/>
              </a:ext>
            </a:extLst>
          </p:cNvPr>
          <p:cNvSpPr>
            <a:spLocks noGrp="1"/>
          </p:cNvSpPr>
          <p:nvPr/>
        </p:nvSpPr>
        <p:spPr>
          <a:xfrm>
            <a:off x="70275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3" name="F2_precision_recall_distributions_5967">
            <a:extLst>
              <a:ext uri="{FF2B5EF4-FFF2-40B4-BE49-F238E27FC236}">
                <a16:creationId xmlns:a16="http://schemas.microsoft.com/office/drawing/2014/main" id="{16C57FE2-E16C-44E4-AE01-7896FE49C25A}"/>
              </a:ext>
            </a:extLst>
          </p:cNvPr>
          <p:cNvSpPr>
            <a:spLocks noGrp="1"/>
          </p:cNvSpPr>
          <p:nvPr/>
        </p:nvSpPr>
        <p:spPr>
          <a:xfrm>
            <a:off x="70484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4" name="F2_precision_recall_distributions_5968">
            <a:extLst>
              <a:ext uri="{FF2B5EF4-FFF2-40B4-BE49-F238E27FC236}">
                <a16:creationId xmlns:a16="http://schemas.microsoft.com/office/drawing/2014/main" id="{D196A2BD-3557-4579-B9BA-D14771F78545}"/>
              </a:ext>
            </a:extLst>
          </p:cNvPr>
          <p:cNvSpPr>
            <a:spLocks noGrp="1"/>
          </p:cNvSpPr>
          <p:nvPr/>
        </p:nvSpPr>
        <p:spPr>
          <a:xfrm>
            <a:off x="704561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5" name="F2_precision_recall_distributions_5969">
            <a:extLst>
              <a:ext uri="{FF2B5EF4-FFF2-40B4-BE49-F238E27FC236}">
                <a16:creationId xmlns:a16="http://schemas.microsoft.com/office/drawing/2014/main" id="{27F4DE07-61F9-4BB6-AC24-CC83C4F7D52A}"/>
              </a:ext>
            </a:extLst>
          </p:cNvPr>
          <p:cNvSpPr>
            <a:spLocks noGrp="1"/>
          </p:cNvSpPr>
          <p:nvPr/>
        </p:nvSpPr>
        <p:spPr>
          <a:xfrm>
            <a:off x="7229101" y="49978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6" name="F2_precision_recall_distributions_5970">
            <a:extLst>
              <a:ext uri="{FF2B5EF4-FFF2-40B4-BE49-F238E27FC236}">
                <a16:creationId xmlns:a16="http://schemas.microsoft.com/office/drawing/2014/main" id="{FA3DC1CD-C88F-4881-82F7-6034DEF5F022}"/>
              </a:ext>
            </a:extLst>
          </p:cNvPr>
          <p:cNvSpPr>
            <a:spLocks noGrp="1"/>
          </p:cNvSpPr>
          <p:nvPr/>
        </p:nvSpPr>
        <p:spPr>
          <a:xfrm>
            <a:off x="72582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7" name="F2_precision_recall_distributions_5971">
            <a:extLst>
              <a:ext uri="{FF2B5EF4-FFF2-40B4-BE49-F238E27FC236}">
                <a16:creationId xmlns:a16="http://schemas.microsoft.com/office/drawing/2014/main" id="{4B1DCAE4-F231-4F76-9F2D-C632A96186B2}"/>
              </a:ext>
            </a:extLst>
          </p:cNvPr>
          <p:cNvSpPr>
            <a:spLocks noGrp="1"/>
          </p:cNvSpPr>
          <p:nvPr/>
        </p:nvSpPr>
        <p:spPr>
          <a:xfrm>
            <a:off x="70155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8" name="F2_precision_recall_distributions_5972">
            <a:extLst>
              <a:ext uri="{FF2B5EF4-FFF2-40B4-BE49-F238E27FC236}">
                <a16:creationId xmlns:a16="http://schemas.microsoft.com/office/drawing/2014/main" id="{E6DBE639-2C62-4A99-893E-982B123F6725}"/>
              </a:ext>
            </a:extLst>
          </p:cNvPr>
          <p:cNvSpPr>
            <a:spLocks noGrp="1"/>
          </p:cNvSpPr>
          <p:nvPr/>
        </p:nvSpPr>
        <p:spPr>
          <a:xfrm>
            <a:off x="7992389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73" y="842186"/>
                </a:lnTo>
                <a:lnTo>
                  <a:pt x="22877" y="835606"/>
                </a:lnTo>
                <a:lnTo>
                  <a:pt x="49267" y="829027"/>
                </a:lnTo>
                <a:lnTo>
                  <a:pt x="82465" y="822447"/>
                </a:lnTo>
                <a:lnTo>
                  <a:pt x="119468" y="815868"/>
                </a:lnTo>
                <a:lnTo>
                  <a:pt x="157287" y="809288"/>
                </a:lnTo>
                <a:lnTo>
                  <a:pt x="193329" y="802708"/>
                </a:lnTo>
                <a:lnTo>
                  <a:pt x="225648" y="796129"/>
                </a:lnTo>
                <a:lnTo>
                  <a:pt x="253056" y="789549"/>
                </a:lnTo>
                <a:lnTo>
                  <a:pt x="275092" y="782970"/>
                </a:lnTo>
                <a:lnTo>
                  <a:pt x="291895" y="776390"/>
                </a:lnTo>
                <a:lnTo>
                  <a:pt x="304019" y="769811"/>
                </a:lnTo>
                <a:lnTo>
                  <a:pt x="312251" y="763231"/>
                </a:lnTo>
                <a:lnTo>
                  <a:pt x="317452" y="756651"/>
                </a:lnTo>
                <a:lnTo>
                  <a:pt x="320446" y="750072"/>
                </a:lnTo>
                <a:lnTo>
                  <a:pt x="321949" y="743492"/>
                </a:lnTo>
                <a:lnTo>
                  <a:pt x="322543" y="736913"/>
                </a:lnTo>
                <a:lnTo>
                  <a:pt x="322668" y="730333"/>
                </a:lnTo>
                <a:lnTo>
                  <a:pt x="322634" y="723754"/>
                </a:lnTo>
                <a:lnTo>
                  <a:pt x="322640" y="717174"/>
                </a:lnTo>
                <a:lnTo>
                  <a:pt x="322791" y="710594"/>
                </a:lnTo>
                <a:lnTo>
                  <a:pt x="323118" y="704015"/>
                </a:lnTo>
                <a:lnTo>
                  <a:pt x="323598" y="697435"/>
                </a:lnTo>
                <a:lnTo>
                  <a:pt x="324174" y="690856"/>
                </a:lnTo>
                <a:lnTo>
                  <a:pt x="324772" y="684276"/>
                </a:lnTo>
                <a:lnTo>
                  <a:pt x="325316" y="677697"/>
                </a:lnTo>
                <a:lnTo>
                  <a:pt x="325739" y="671117"/>
                </a:lnTo>
                <a:lnTo>
                  <a:pt x="325991" y="664537"/>
                </a:lnTo>
                <a:lnTo>
                  <a:pt x="326037" y="657958"/>
                </a:lnTo>
                <a:lnTo>
                  <a:pt x="325855" y="651378"/>
                </a:lnTo>
                <a:lnTo>
                  <a:pt x="325428" y="644799"/>
                </a:lnTo>
                <a:lnTo>
                  <a:pt x="324743" y="638219"/>
                </a:lnTo>
                <a:lnTo>
                  <a:pt x="323786" y="631639"/>
                </a:lnTo>
                <a:lnTo>
                  <a:pt x="322547" y="625060"/>
                </a:lnTo>
                <a:lnTo>
                  <a:pt x="321026" y="618480"/>
                </a:lnTo>
                <a:lnTo>
                  <a:pt x="319249" y="611901"/>
                </a:lnTo>
                <a:lnTo>
                  <a:pt x="317275" y="605321"/>
                </a:lnTo>
                <a:lnTo>
                  <a:pt x="315204" y="598742"/>
                </a:lnTo>
                <a:lnTo>
                  <a:pt x="313176" y="592162"/>
                </a:lnTo>
                <a:lnTo>
                  <a:pt x="311355" y="585582"/>
                </a:lnTo>
                <a:lnTo>
                  <a:pt x="309914" y="579003"/>
                </a:lnTo>
                <a:lnTo>
                  <a:pt x="309003" y="572423"/>
                </a:lnTo>
                <a:lnTo>
                  <a:pt x="308727" y="565844"/>
                </a:lnTo>
                <a:lnTo>
                  <a:pt x="309125" y="559264"/>
                </a:lnTo>
                <a:lnTo>
                  <a:pt x="310160" y="552685"/>
                </a:lnTo>
                <a:lnTo>
                  <a:pt x="311728" y="546105"/>
                </a:lnTo>
                <a:lnTo>
                  <a:pt x="313669" y="539525"/>
                </a:lnTo>
                <a:lnTo>
                  <a:pt x="315790" y="532946"/>
                </a:lnTo>
                <a:lnTo>
                  <a:pt x="317893" y="526366"/>
                </a:lnTo>
                <a:lnTo>
                  <a:pt x="319788" y="519787"/>
                </a:lnTo>
                <a:lnTo>
                  <a:pt x="321315" y="513207"/>
                </a:lnTo>
                <a:lnTo>
                  <a:pt x="322339" y="506627"/>
                </a:lnTo>
                <a:lnTo>
                  <a:pt x="322757" y="500048"/>
                </a:lnTo>
                <a:lnTo>
                  <a:pt x="322494" y="493468"/>
                </a:lnTo>
                <a:lnTo>
                  <a:pt x="321503" y="486889"/>
                </a:lnTo>
                <a:lnTo>
                  <a:pt x="319775" y="480309"/>
                </a:lnTo>
                <a:lnTo>
                  <a:pt x="317349" y="473730"/>
                </a:lnTo>
                <a:lnTo>
                  <a:pt x="314325" y="467150"/>
                </a:lnTo>
                <a:lnTo>
                  <a:pt x="310879" y="460570"/>
                </a:lnTo>
                <a:lnTo>
                  <a:pt x="307258" y="453991"/>
                </a:lnTo>
                <a:lnTo>
                  <a:pt x="303769" y="447411"/>
                </a:lnTo>
                <a:lnTo>
                  <a:pt x="300746" y="440832"/>
                </a:lnTo>
                <a:lnTo>
                  <a:pt x="298504" y="434252"/>
                </a:lnTo>
                <a:lnTo>
                  <a:pt x="297297" y="427673"/>
                </a:lnTo>
                <a:lnTo>
                  <a:pt x="297271" y="421093"/>
                </a:lnTo>
                <a:lnTo>
                  <a:pt x="298439" y="414513"/>
                </a:lnTo>
                <a:lnTo>
                  <a:pt x="300680" y="407934"/>
                </a:lnTo>
                <a:lnTo>
                  <a:pt x="303758" y="401354"/>
                </a:lnTo>
                <a:lnTo>
                  <a:pt x="307361" y="394775"/>
                </a:lnTo>
                <a:lnTo>
                  <a:pt x="311151" y="388195"/>
                </a:lnTo>
                <a:lnTo>
                  <a:pt x="314811" y="381616"/>
                </a:lnTo>
                <a:lnTo>
                  <a:pt x="318088" y="375036"/>
                </a:lnTo>
                <a:lnTo>
                  <a:pt x="320810" y="368456"/>
                </a:lnTo>
                <a:lnTo>
                  <a:pt x="322896" y="361877"/>
                </a:lnTo>
                <a:lnTo>
                  <a:pt x="324345" y="355297"/>
                </a:lnTo>
                <a:lnTo>
                  <a:pt x="325219" y="348718"/>
                </a:lnTo>
                <a:lnTo>
                  <a:pt x="325621" y="342138"/>
                </a:lnTo>
                <a:lnTo>
                  <a:pt x="325671" y="335558"/>
                </a:lnTo>
                <a:lnTo>
                  <a:pt x="325493" y="328979"/>
                </a:lnTo>
                <a:lnTo>
                  <a:pt x="325199" y="322399"/>
                </a:lnTo>
                <a:lnTo>
                  <a:pt x="324885" y="315820"/>
                </a:lnTo>
                <a:lnTo>
                  <a:pt x="324621" y="309240"/>
                </a:lnTo>
                <a:lnTo>
                  <a:pt x="324456" y="302661"/>
                </a:lnTo>
                <a:lnTo>
                  <a:pt x="324410" y="296081"/>
                </a:lnTo>
                <a:lnTo>
                  <a:pt x="324480" y="289501"/>
                </a:lnTo>
                <a:lnTo>
                  <a:pt x="324640" y="282922"/>
                </a:lnTo>
                <a:lnTo>
                  <a:pt x="324844" y="276342"/>
                </a:lnTo>
                <a:lnTo>
                  <a:pt x="325038" y="269763"/>
                </a:lnTo>
                <a:lnTo>
                  <a:pt x="325163" y="263183"/>
                </a:lnTo>
                <a:lnTo>
                  <a:pt x="325170" y="256604"/>
                </a:lnTo>
                <a:lnTo>
                  <a:pt x="325026" y="250024"/>
                </a:lnTo>
                <a:lnTo>
                  <a:pt x="324721" y="243444"/>
                </a:lnTo>
                <a:lnTo>
                  <a:pt x="324272" y="236865"/>
                </a:lnTo>
                <a:lnTo>
                  <a:pt x="323719" y="230285"/>
                </a:lnTo>
                <a:lnTo>
                  <a:pt x="323117" y="223706"/>
                </a:lnTo>
                <a:lnTo>
                  <a:pt x="322531" y="217126"/>
                </a:lnTo>
                <a:lnTo>
                  <a:pt x="322022" y="210546"/>
                </a:lnTo>
                <a:lnTo>
                  <a:pt x="321643" y="203967"/>
                </a:lnTo>
                <a:lnTo>
                  <a:pt x="321425" y="197387"/>
                </a:lnTo>
                <a:lnTo>
                  <a:pt x="321383" y="190808"/>
                </a:lnTo>
                <a:lnTo>
                  <a:pt x="321513" y="184228"/>
                </a:lnTo>
                <a:lnTo>
                  <a:pt x="321798" y="177649"/>
                </a:lnTo>
                <a:lnTo>
                  <a:pt x="322211" y="171069"/>
                </a:lnTo>
                <a:lnTo>
                  <a:pt x="322726" y="164489"/>
                </a:lnTo>
                <a:lnTo>
                  <a:pt x="323321" y="157910"/>
                </a:lnTo>
                <a:lnTo>
                  <a:pt x="323979" y="151330"/>
                </a:lnTo>
                <a:lnTo>
                  <a:pt x="324692" y="144751"/>
                </a:lnTo>
                <a:lnTo>
                  <a:pt x="325454" y="138171"/>
                </a:lnTo>
                <a:lnTo>
                  <a:pt x="326260" y="131592"/>
                </a:lnTo>
                <a:lnTo>
                  <a:pt x="327094" y="125012"/>
                </a:lnTo>
                <a:lnTo>
                  <a:pt x="327927" y="118432"/>
                </a:lnTo>
                <a:lnTo>
                  <a:pt x="328703" y="111853"/>
                </a:lnTo>
                <a:lnTo>
                  <a:pt x="329336" y="105273"/>
                </a:lnTo>
                <a:lnTo>
                  <a:pt x="329704" y="98694"/>
                </a:lnTo>
                <a:lnTo>
                  <a:pt x="329646" y="92114"/>
                </a:lnTo>
                <a:lnTo>
                  <a:pt x="328962" y="85535"/>
                </a:lnTo>
                <a:lnTo>
                  <a:pt x="327430" y="78955"/>
                </a:lnTo>
                <a:lnTo>
                  <a:pt x="324817" y="72375"/>
                </a:lnTo>
                <a:lnTo>
                  <a:pt x="320915" y="65796"/>
                </a:lnTo>
                <a:lnTo>
                  <a:pt x="315580" y="59216"/>
                </a:lnTo>
                <a:lnTo>
                  <a:pt x="308781" y="52637"/>
                </a:lnTo>
                <a:lnTo>
                  <a:pt x="300644" y="46057"/>
                </a:lnTo>
                <a:lnTo>
                  <a:pt x="291488" y="39477"/>
                </a:lnTo>
                <a:lnTo>
                  <a:pt x="281825" y="32898"/>
                </a:lnTo>
                <a:lnTo>
                  <a:pt x="272338" y="26318"/>
                </a:lnTo>
                <a:lnTo>
                  <a:pt x="263807" y="19739"/>
                </a:lnTo>
                <a:lnTo>
                  <a:pt x="257017" y="13159"/>
                </a:lnTo>
                <a:lnTo>
                  <a:pt x="252638" y="6580"/>
                </a:lnTo>
                <a:lnTo>
                  <a:pt x="251125" y="0"/>
                </a:lnTo>
                <a:lnTo>
                  <a:pt x="423972" y="0"/>
                </a:lnTo>
                <a:lnTo>
                  <a:pt x="423972" y="0"/>
                </a:lnTo>
                <a:lnTo>
                  <a:pt x="422459" y="6580"/>
                </a:lnTo>
                <a:lnTo>
                  <a:pt x="418080" y="13159"/>
                </a:lnTo>
                <a:lnTo>
                  <a:pt x="411289" y="19739"/>
                </a:lnTo>
                <a:lnTo>
                  <a:pt x="402759" y="26318"/>
                </a:lnTo>
                <a:lnTo>
                  <a:pt x="393271" y="32898"/>
                </a:lnTo>
                <a:lnTo>
                  <a:pt x="383609" y="39477"/>
                </a:lnTo>
                <a:lnTo>
                  <a:pt x="374452" y="46057"/>
                </a:lnTo>
                <a:lnTo>
                  <a:pt x="366316" y="52637"/>
                </a:lnTo>
                <a:lnTo>
                  <a:pt x="359517" y="59216"/>
                </a:lnTo>
                <a:lnTo>
                  <a:pt x="354181" y="65796"/>
                </a:lnTo>
                <a:lnTo>
                  <a:pt x="350279" y="72375"/>
                </a:lnTo>
                <a:lnTo>
                  <a:pt x="347666" y="78955"/>
                </a:lnTo>
                <a:lnTo>
                  <a:pt x="346134" y="85535"/>
                </a:lnTo>
                <a:lnTo>
                  <a:pt x="345451" y="92114"/>
                </a:lnTo>
                <a:lnTo>
                  <a:pt x="345392" y="98694"/>
                </a:lnTo>
                <a:lnTo>
                  <a:pt x="345760" y="105273"/>
                </a:lnTo>
                <a:lnTo>
                  <a:pt x="346394" y="111853"/>
                </a:lnTo>
                <a:lnTo>
                  <a:pt x="347170" y="118432"/>
                </a:lnTo>
                <a:lnTo>
                  <a:pt x="348002" y="125012"/>
                </a:lnTo>
                <a:lnTo>
                  <a:pt x="348837" y="131592"/>
                </a:lnTo>
                <a:lnTo>
                  <a:pt x="349642" y="138171"/>
                </a:lnTo>
                <a:lnTo>
                  <a:pt x="350404" y="144751"/>
                </a:lnTo>
                <a:lnTo>
                  <a:pt x="351117" y="151330"/>
                </a:lnTo>
                <a:lnTo>
                  <a:pt x="351775" y="157910"/>
                </a:lnTo>
                <a:lnTo>
                  <a:pt x="352370" y="164489"/>
                </a:lnTo>
                <a:lnTo>
                  <a:pt x="352886" y="171069"/>
                </a:lnTo>
                <a:lnTo>
                  <a:pt x="353299" y="177649"/>
                </a:lnTo>
                <a:lnTo>
                  <a:pt x="353583" y="184228"/>
                </a:lnTo>
                <a:lnTo>
                  <a:pt x="353714" y="190808"/>
                </a:lnTo>
                <a:lnTo>
                  <a:pt x="353672" y="197387"/>
                </a:lnTo>
                <a:lnTo>
                  <a:pt x="353454" y="203967"/>
                </a:lnTo>
                <a:lnTo>
                  <a:pt x="353074" y="210546"/>
                </a:lnTo>
                <a:lnTo>
                  <a:pt x="352566" y="217126"/>
                </a:lnTo>
                <a:lnTo>
                  <a:pt x="351980" y="223706"/>
                </a:lnTo>
                <a:lnTo>
                  <a:pt x="351378" y="230285"/>
                </a:lnTo>
                <a:lnTo>
                  <a:pt x="350824" y="236865"/>
                </a:lnTo>
                <a:lnTo>
                  <a:pt x="350375" y="243444"/>
                </a:lnTo>
                <a:lnTo>
                  <a:pt x="350071" y="250024"/>
                </a:lnTo>
                <a:lnTo>
                  <a:pt x="349927" y="256604"/>
                </a:lnTo>
                <a:lnTo>
                  <a:pt x="349933" y="263183"/>
                </a:lnTo>
                <a:lnTo>
                  <a:pt x="350059" y="269763"/>
                </a:lnTo>
                <a:lnTo>
                  <a:pt x="350252" y="276342"/>
                </a:lnTo>
                <a:lnTo>
                  <a:pt x="350456" y="282922"/>
                </a:lnTo>
                <a:lnTo>
                  <a:pt x="350616" y="289501"/>
                </a:lnTo>
                <a:lnTo>
                  <a:pt x="350686" y="296081"/>
                </a:lnTo>
                <a:lnTo>
                  <a:pt x="350640" y="302661"/>
                </a:lnTo>
                <a:lnTo>
                  <a:pt x="350475" y="309240"/>
                </a:lnTo>
                <a:lnTo>
                  <a:pt x="350212" y="315820"/>
                </a:lnTo>
                <a:lnTo>
                  <a:pt x="349897" y="322399"/>
                </a:lnTo>
                <a:lnTo>
                  <a:pt x="349604" y="328979"/>
                </a:lnTo>
                <a:lnTo>
                  <a:pt x="349426" y="335558"/>
                </a:lnTo>
                <a:lnTo>
                  <a:pt x="349476" y="342138"/>
                </a:lnTo>
                <a:lnTo>
                  <a:pt x="349877" y="348718"/>
                </a:lnTo>
                <a:lnTo>
                  <a:pt x="350752" y="355297"/>
                </a:lnTo>
                <a:lnTo>
                  <a:pt x="352201" y="361877"/>
                </a:lnTo>
                <a:lnTo>
                  <a:pt x="354286" y="368456"/>
                </a:lnTo>
                <a:lnTo>
                  <a:pt x="357008" y="375036"/>
                </a:lnTo>
                <a:lnTo>
                  <a:pt x="360285" y="381616"/>
                </a:lnTo>
                <a:lnTo>
                  <a:pt x="363946" y="388195"/>
                </a:lnTo>
                <a:lnTo>
                  <a:pt x="367735" y="394775"/>
                </a:lnTo>
                <a:lnTo>
                  <a:pt x="371338" y="401354"/>
                </a:lnTo>
                <a:lnTo>
                  <a:pt x="374416" y="407934"/>
                </a:lnTo>
                <a:lnTo>
                  <a:pt x="376658" y="414513"/>
                </a:lnTo>
                <a:lnTo>
                  <a:pt x="377826" y="421093"/>
                </a:lnTo>
                <a:lnTo>
                  <a:pt x="377800" y="427673"/>
                </a:lnTo>
                <a:lnTo>
                  <a:pt x="376593" y="434252"/>
                </a:lnTo>
                <a:lnTo>
                  <a:pt x="374351" y="440832"/>
                </a:lnTo>
                <a:lnTo>
                  <a:pt x="371327" y="447411"/>
                </a:lnTo>
                <a:lnTo>
                  <a:pt x="367838" y="453991"/>
                </a:lnTo>
                <a:lnTo>
                  <a:pt x="364217" y="460570"/>
                </a:lnTo>
                <a:lnTo>
                  <a:pt x="360771" y="467150"/>
                </a:lnTo>
                <a:lnTo>
                  <a:pt x="357748" y="473730"/>
                </a:lnTo>
                <a:lnTo>
                  <a:pt x="355321" y="480309"/>
                </a:lnTo>
                <a:lnTo>
                  <a:pt x="353593" y="486889"/>
                </a:lnTo>
                <a:lnTo>
                  <a:pt x="352603" y="493468"/>
                </a:lnTo>
                <a:lnTo>
                  <a:pt x="352340" y="500048"/>
                </a:lnTo>
                <a:lnTo>
                  <a:pt x="352758" y="506627"/>
                </a:lnTo>
                <a:lnTo>
                  <a:pt x="353782" y="513207"/>
                </a:lnTo>
                <a:lnTo>
                  <a:pt x="355308" y="519787"/>
                </a:lnTo>
                <a:lnTo>
                  <a:pt x="357204" y="526366"/>
                </a:lnTo>
                <a:lnTo>
                  <a:pt x="359306" y="532946"/>
                </a:lnTo>
                <a:lnTo>
                  <a:pt x="361428" y="539525"/>
                </a:lnTo>
                <a:lnTo>
                  <a:pt x="363368" y="546105"/>
                </a:lnTo>
                <a:lnTo>
                  <a:pt x="364936" y="552685"/>
                </a:lnTo>
                <a:lnTo>
                  <a:pt x="365972" y="559264"/>
                </a:lnTo>
                <a:lnTo>
                  <a:pt x="366369" y="565844"/>
                </a:lnTo>
                <a:lnTo>
                  <a:pt x="366093" y="572423"/>
                </a:lnTo>
                <a:lnTo>
                  <a:pt x="365182" y="579003"/>
                </a:lnTo>
                <a:lnTo>
                  <a:pt x="363741" y="585582"/>
                </a:lnTo>
                <a:lnTo>
                  <a:pt x="361921" y="592162"/>
                </a:lnTo>
                <a:lnTo>
                  <a:pt x="359893" y="598742"/>
                </a:lnTo>
                <a:lnTo>
                  <a:pt x="357822" y="605321"/>
                </a:lnTo>
                <a:lnTo>
                  <a:pt x="355848" y="611901"/>
                </a:lnTo>
                <a:lnTo>
                  <a:pt x="354071" y="618480"/>
                </a:lnTo>
                <a:lnTo>
                  <a:pt x="352550" y="625060"/>
                </a:lnTo>
                <a:lnTo>
                  <a:pt x="351310" y="631639"/>
                </a:lnTo>
                <a:lnTo>
                  <a:pt x="350353" y="638219"/>
                </a:lnTo>
                <a:lnTo>
                  <a:pt x="349668" y="644799"/>
                </a:lnTo>
                <a:lnTo>
                  <a:pt x="349242" y="651378"/>
                </a:lnTo>
                <a:lnTo>
                  <a:pt x="349060" y="657958"/>
                </a:lnTo>
                <a:lnTo>
                  <a:pt x="349105" y="664537"/>
                </a:lnTo>
                <a:lnTo>
                  <a:pt x="349357" y="671117"/>
                </a:lnTo>
                <a:lnTo>
                  <a:pt x="349781" y="677697"/>
                </a:lnTo>
                <a:lnTo>
                  <a:pt x="350324" y="684276"/>
                </a:lnTo>
                <a:lnTo>
                  <a:pt x="350922" y="690856"/>
                </a:lnTo>
                <a:lnTo>
                  <a:pt x="351498" y="697435"/>
                </a:lnTo>
                <a:lnTo>
                  <a:pt x="351979" y="704015"/>
                </a:lnTo>
                <a:lnTo>
                  <a:pt x="352306" y="710594"/>
                </a:lnTo>
                <a:lnTo>
                  <a:pt x="352456" y="717174"/>
                </a:lnTo>
                <a:lnTo>
                  <a:pt x="352463" y="723754"/>
                </a:lnTo>
                <a:lnTo>
                  <a:pt x="352429" y="730333"/>
                </a:lnTo>
                <a:lnTo>
                  <a:pt x="352554" y="736913"/>
                </a:lnTo>
                <a:lnTo>
                  <a:pt x="353147" y="743492"/>
                </a:lnTo>
                <a:lnTo>
                  <a:pt x="354651" y="750072"/>
                </a:lnTo>
                <a:lnTo>
                  <a:pt x="357644" y="756651"/>
                </a:lnTo>
                <a:lnTo>
                  <a:pt x="362846" y="763231"/>
                </a:lnTo>
                <a:lnTo>
                  <a:pt x="371077" y="769811"/>
                </a:lnTo>
                <a:lnTo>
                  <a:pt x="383201" y="776390"/>
                </a:lnTo>
                <a:lnTo>
                  <a:pt x="400004" y="782970"/>
                </a:lnTo>
                <a:lnTo>
                  <a:pt x="422041" y="789549"/>
                </a:lnTo>
                <a:lnTo>
                  <a:pt x="449449" y="796129"/>
                </a:lnTo>
                <a:lnTo>
                  <a:pt x="481767" y="802708"/>
                </a:lnTo>
                <a:lnTo>
                  <a:pt x="517809" y="809288"/>
                </a:lnTo>
                <a:lnTo>
                  <a:pt x="555629" y="815868"/>
                </a:lnTo>
                <a:lnTo>
                  <a:pt x="592632" y="822447"/>
                </a:lnTo>
                <a:lnTo>
                  <a:pt x="625830" y="829027"/>
                </a:lnTo>
                <a:lnTo>
                  <a:pt x="652220" y="835606"/>
                </a:lnTo>
                <a:lnTo>
                  <a:pt x="6692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159" name="F2_precision_recall_distributions_5973">
            <a:extLst>
              <a:ext uri="{FF2B5EF4-FFF2-40B4-BE49-F238E27FC236}">
                <a16:creationId xmlns:a16="http://schemas.microsoft.com/office/drawing/2014/main" id="{B6F32B99-6C1A-4E0E-9F46-45065DD846E4}"/>
              </a:ext>
            </a:extLst>
          </p:cNvPr>
          <p:cNvSpPr>
            <a:spLocks noGrp="1"/>
          </p:cNvSpPr>
          <p:nvPr/>
        </p:nvSpPr>
        <p:spPr>
          <a:xfrm>
            <a:off x="81711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0" name="F2_precision_recall_distributions_5974">
            <a:extLst>
              <a:ext uri="{FF2B5EF4-FFF2-40B4-BE49-F238E27FC236}">
                <a16:creationId xmlns:a16="http://schemas.microsoft.com/office/drawing/2014/main" id="{3BC78C5A-720D-44F4-A5D4-BBE5963FBFB7}"/>
              </a:ext>
            </a:extLst>
          </p:cNvPr>
          <p:cNvSpPr>
            <a:spLocks noGrp="1"/>
          </p:cNvSpPr>
          <p:nvPr/>
        </p:nvSpPr>
        <p:spPr>
          <a:xfrm>
            <a:off x="832010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1" name="F2_precision_recall_distributions_5975">
            <a:extLst>
              <a:ext uri="{FF2B5EF4-FFF2-40B4-BE49-F238E27FC236}">
                <a16:creationId xmlns:a16="http://schemas.microsoft.com/office/drawing/2014/main" id="{CCC945EC-2E92-440C-9BA7-194EC116ABC1}"/>
              </a:ext>
            </a:extLst>
          </p:cNvPr>
          <p:cNvSpPr>
            <a:spLocks noGrp="1"/>
          </p:cNvSpPr>
          <p:nvPr/>
        </p:nvSpPr>
        <p:spPr>
          <a:xfrm>
            <a:off x="841106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2" name="F2_precision_recall_distributions_5976">
            <a:extLst>
              <a:ext uri="{FF2B5EF4-FFF2-40B4-BE49-F238E27FC236}">
                <a16:creationId xmlns:a16="http://schemas.microsoft.com/office/drawing/2014/main" id="{0B7F4C33-C38E-466A-996A-4EE9D11BE4A3}"/>
              </a:ext>
            </a:extLst>
          </p:cNvPr>
          <p:cNvSpPr>
            <a:spLocks noGrp="1"/>
          </p:cNvSpPr>
          <p:nvPr/>
        </p:nvSpPr>
        <p:spPr>
          <a:xfrm>
            <a:off x="82386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3" name="F2_precision_recall_distributions_5977">
            <a:extLst>
              <a:ext uri="{FF2B5EF4-FFF2-40B4-BE49-F238E27FC236}">
                <a16:creationId xmlns:a16="http://schemas.microsoft.com/office/drawing/2014/main" id="{3839960F-5976-478C-9354-83FC527A3F12}"/>
              </a:ext>
            </a:extLst>
          </p:cNvPr>
          <p:cNvSpPr>
            <a:spLocks noGrp="1"/>
          </p:cNvSpPr>
          <p:nvPr/>
        </p:nvSpPr>
        <p:spPr>
          <a:xfrm>
            <a:off x="8285628" y="4631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4" name="F2_precision_recall_distributions_5978">
            <a:extLst>
              <a:ext uri="{FF2B5EF4-FFF2-40B4-BE49-F238E27FC236}">
                <a16:creationId xmlns:a16="http://schemas.microsoft.com/office/drawing/2014/main" id="{6CDB6AC2-5F4F-4E4A-8187-14EED3C3FAAC}"/>
              </a:ext>
            </a:extLst>
          </p:cNvPr>
          <p:cNvSpPr>
            <a:spLocks noGrp="1"/>
          </p:cNvSpPr>
          <p:nvPr/>
        </p:nvSpPr>
        <p:spPr>
          <a:xfrm>
            <a:off x="827917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5" name="F2_precision_recall_distributions_5979">
            <a:extLst>
              <a:ext uri="{FF2B5EF4-FFF2-40B4-BE49-F238E27FC236}">
                <a16:creationId xmlns:a16="http://schemas.microsoft.com/office/drawing/2014/main" id="{799BFFE1-6AC1-4A8F-A964-4536037618F9}"/>
              </a:ext>
            </a:extLst>
          </p:cNvPr>
          <p:cNvSpPr>
            <a:spLocks noGrp="1"/>
          </p:cNvSpPr>
          <p:nvPr/>
        </p:nvSpPr>
        <p:spPr>
          <a:xfrm>
            <a:off x="83031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6" name="F2_precision_recall_distributions_5980">
            <a:extLst>
              <a:ext uri="{FF2B5EF4-FFF2-40B4-BE49-F238E27FC236}">
                <a16:creationId xmlns:a16="http://schemas.microsoft.com/office/drawing/2014/main" id="{B22706D5-60C5-46C2-97C9-A9ACA528DDAD}"/>
              </a:ext>
            </a:extLst>
          </p:cNvPr>
          <p:cNvSpPr>
            <a:spLocks noGrp="1"/>
          </p:cNvSpPr>
          <p:nvPr/>
        </p:nvSpPr>
        <p:spPr>
          <a:xfrm>
            <a:off x="82423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7" name="F2_precision_recall_distributions_5981">
            <a:extLst>
              <a:ext uri="{FF2B5EF4-FFF2-40B4-BE49-F238E27FC236}">
                <a16:creationId xmlns:a16="http://schemas.microsoft.com/office/drawing/2014/main" id="{F4080CAD-7553-43C8-87C3-6BCBDA0637B3}"/>
              </a:ext>
            </a:extLst>
          </p:cNvPr>
          <p:cNvSpPr>
            <a:spLocks noGrp="1"/>
          </p:cNvSpPr>
          <p:nvPr/>
        </p:nvSpPr>
        <p:spPr>
          <a:xfrm>
            <a:off x="82958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8" name="F2_precision_recall_distributions_5982">
            <a:extLst>
              <a:ext uri="{FF2B5EF4-FFF2-40B4-BE49-F238E27FC236}">
                <a16:creationId xmlns:a16="http://schemas.microsoft.com/office/drawing/2014/main" id="{3B3EEF9D-2C98-4843-99EF-1BA2A99A320B}"/>
              </a:ext>
            </a:extLst>
          </p:cNvPr>
          <p:cNvSpPr>
            <a:spLocks noGrp="1"/>
          </p:cNvSpPr>
          <p:nvPr/>
        </p:nvSpPr>
        <p:spPr>
          <a:xfrm>
            <a:off x="841871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9" name="F2_precision_recall_distributions_5983">
            <a:extLst>
              <a:ext uri="{FF2B5EF4-FFF2-40B4-BE49-F238E27FC236}">
                <a16:creationId xmlns:a16="http://schemas.microsoft.com/office/drawing/2014/main" id="{00B4C4D2-F1CE-4775-8E8A-BBAE129464BF}"/>
              </a:ext>
            </a:extLst>
          </p:cNvPr>
          <p:cNvSpPr>
            <a:spLocks noGrp="1"/>
          </p:cNvSpPr>
          <p:nvPr/>
        </p:nvSpPr>
        <p:spPr>
          <a:xfrm>
            <a:off x="8499777" y="43572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0" name="F2_precision_recall_distributions_5984">
            <a:extLst>
              <a:ext uri="{FF2B5EF4-FFF2-40B4-BE49-F238E27FC236}">
                <a16:creationId xmlns:a16="http://schemas.microsoft.com/office/drawing/2014/main" id="{A6464B1F-842B-42D7-9718-E846FC28F613}"/>
              </a:ext>
            </a:extLst>
          </p:cNvPr>
          <p:cNvSpPr>
            <a:spLocks noGrp="1"/>
          </p:cNvSpPr>
          <p:nvPr/>
        </p:nvSpPr>
        <p:spPr>
          <a:xfrm>
            <a:off x="8445281" y="4371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1" name="F2_precision_recall_distributions_5985">
            <a:extLst>
              <a:ext uri="{FF2B5EF4-FFF2-40B4-BE49-F238E27FC236}">
                <a16:creationId xmlns:a16="http://schemas.microsoft.com/office/drawing/2014/main" id="{B45A75E2-914E-4CE6-AB98-1E8A7497C724}"/>
              </a:ext>
            </a:extLst>
          </p:cNvPr>
          <p:cNvSpPr>
            <a:spLocks noGrp="1"/>
          </p:cNvSpPr>
          <p:nvPr/>
        </p:nvSpPr>
        <p:spPr>
          <a:xfrm>
            <a:off x="813120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2" name="F2_precision_recall_distributions_5986">
            <a:extLst>
              <a:ext uri="{FF2B5EF4-FFF2-40B4-BE49-F238E27FC236}">
                <a16:creationId xmlns:a16="http://schemas.microsoft.com/office/drawing/2014/main" id="{7069E909-D726-4A47-BAB9-B8E11D1CCFDF}"/>
              </a:ext>
            </a:extLst>
          </p:cNvPr>
          <p:cNvSpPr>
            <a:spLocks noGrp="1"/>
          </p:cNvSpPr>
          <p:nvPr/>
        </p:nvSpPr>
        <p:spPr>
          <a:xfrm>
            <a:off x="81388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3" name="F2_precision_recall_distributions_5987">
            <a:extLst>
              <a:ext uri="{FF2B5EF4-FFF2-40B4-BE49-F238E27FC236}">
                <a16:creationId xmlns:a16="http://schemas.microsoft.com/office/drawing/2014/main" id="{88FE9969-3446-4F35-A70B-B0F165B17BB5}"/>
              </a:ext>
            </a:extLst>
          </p:cNvPr>
          <p:cNvSpPr>
            <a:spLocks noGrp="1"/>
          </p:cNvSpPr>
          <p:nvPr/>
        </p:nvSpPr>
        <p:spPr>
          <a:xfrm>
            <a:off x="836847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4" name="F2_precision_recall_distributions_5988">
            <a:extLst>
              <a:ext uri="{FF2B5EF4-FFF2-40B4-BE49-F238E27FC236}">
                <a16:creationId xmlns:a16="http://schemas.microsoft.com/office/drawing/2014/main" id="{4DBAF32F-5CDC-47B9-A390-958DE45CD46A}"/>
              </a:ext>
            </a:extLst>
          </p:cNvPr>
          <p:cNvSpPr>
            <a:spLocks noGrp="1"/>
          </p:cNvSpPr>
          <p:nvPr/>
        </p:nvSpPr>
        <p:spPr>
          <a:xfrm>
            <a:off x="82696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5" name="F2_precision_recall_distributions_5989">
            <a:extLst>
              <a:ext uri="{FF2B5EF4-FFF2-40B4-BE49-F238E27FC236}">
                <a16:creationId xmlns:a16="http://schemas.microsoft.com/office/drawing/2014/main" id="{168EF396-F040-4556-AECD-CD8E0F5A87FC}"/>
              </a:ext>
            </a:extLst>
          </p:cNvPr>
          <p:cNvSpPr>
            <a:spLocks noGrp="1"/>
          </p:cNvSpPr>
          <p:nvPr/>
        </p:nvSpPr>
        <p:spPr>
          <a:xfrm>
            <a:off x="84341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6" name="F2_precision_recall_distributions_5990">
            <a:extLst>
              <a:ext uri="{FF2B5EF4-FFF2-40B4-BE49-F238E27FC236}">
                <a16:creationId xmlns:a16="http://schemas.microsoft.com/office/drawing/2014/main" id="{AE01AB2C-1F71-4859-B5C2-794FE5DF4335}"/>
              </a:ext>
            </a:extLst>
          </p:cNvPr>
          <p:cNvSpPr>
            <a:spLocks noGrp="1"/>
          </p:cNvSpPr>
          <p:nvPr/>
        </p:nvSpPr>
        <p:spPr>
          <a:xfrm>
            <a:off x="824551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7" name="F2_precision_recall_distributions_5991">
            <a:extLst>
              <a:ext uri="{FF2B5EF4-FFF2-40B4-BE49-F238E27FC236}">
                <a16:creationId xmlns:a16="http://schemas.microsoft.com/office/drawing/2014/main" id="{9D330478-1B03-4B16-BBC4-93D5965673F7}"/>
              </a:ext>
            </a:extLst>
          </p:cNvPr>
          <p:cNvSpPr>
            <a:spLocks noGrp="1"/>
          </p:cNvSpPr>
          <p:nvPr/>
        </p:nvSpPr>
        <p:spPr>
          <a:xfrm>
            <a:off x="822308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8" name="F2_precision_recall_distributions_5992">
            <a:extLst>
              <a:ext uri="{FF2B5EF4-FFF2-40B4-BE49-F238E27FC236}">
                <a16:creationId xmlns:a16="http://schemas.microsoft.com/office/drawing/2014/main" id="{FBC9FFF3-52CD-4BCC-A47F-1DC776B5910A}"/>
              </a:ext>
            </a:extLst>
          </p:cNvPr>
          <p:cNvSpPr>
            <a:spLocks noGrp="1"/>
          </p:cNvSpPr>
          <p:nvPr/>
        </p:nvSpPr>
        <p:spPr>
          <a:xfrm>
            <a:off x="8422501" y="43360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9" name="F2_precision_recall_distributions_5993">
            <a:extLst>
              <a:ext uri="{FF2B5EF4-FFF2-40B4-BE49-F238E27FC236}">
                <a16:creationId xmlns:a16="http://schemas.microsoft.com/office/drawing/2014/main" id="{28353CD4-AECE-43C0-AD58-EB56624E443A}"/>
              </a:ext>
            </a:extLst>
          </p:cNvPr>
          <p:cNvSpPr>
            <a:spLocks noGrp="1"/>
          </p:cNvSpPr>
          <p:nvPr/>
        </p:nvSpPr>
        <p:spPr>
          <a:xfrm>
            <a:off x="829179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0" name="F2_precision_recall_distributions_5994">
            <a:extLst>
              <a:ext uri="{FF2B5EF4-FFF2-40B4-BE49-F238E27FC236}">
                <a16:creationId xmlns:a16="http://schemas.microsoft.com/office/drawing/2014/main" id="{DADB6CE6-FE2F-4260-B382-BC50D817033E}"/>
              </a:ext>
            </a:extLst>
          </p:cNvPr>
          <p:cNvSpPr>
            <a:spLocks noGrp="1"/>
          </p:cNvSpPr>
          <p:nvPr/>
        </p:nvSpPr>
        <p:spPr>
          <a:xfrm>
            <a:off x="829342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1" name="F2_precision_recall_distributions_5995">
            <a:extLst>
              <a:ext uri="{FF2B5EF4-FFF2-40B4-BE49-F238E27FC236}">
                <a16:creationId xmlns:a16="http://schemas.microsoft.com/office/drawing/2014/main" id="{C70B112A-13F1-4AFD-B92E-0F83B658F2D3}"/>
              </a:ext>
            </a:extLst>
          </p:cNvPr>
          <p:cNvSpPr>
            <a:spLocks noGrp="1"/>
          </p:cNvSpPr>
          <p:nvPr/>
        </p:nvSpPr>
        <p:spPr>
          <a:xfrm>
            <a:off x="8346444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2" name="F2_precision_recall_distributions_5996">
            <a:extLst>
              <a:ext uri="{FF2B5EF4-FFF2-40B4-BE49-F238E27FC236}">
                <a16:creationId xmlns:a16="http://schemas.microsoft.com/office/drawing/2014/main" id="{71B9779E-D5B7-412D-9542-ED52B94CE37B}"/>
              </a:ext>
            </a:extLst>
          </p:cNvPr>
          <p:cNvSpPr>
            <a:spLocks noGrp="1"/>
          </p:cNvSpPr>
          <p:nvPr/>
        </p:nvSpPr>
        <p:spPr>
          <a:xfrm>
            <a:off x="834724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3" name="F2_precision_recall_distributions_5997">
            <a:extLst>
              <a:ext uri="{FF2B5EF4-FFF2-40B4-BE49-F238E27FC236}">
                <a16:creationId xmlns:a16="http://schemas.microsoft.com/office/drawing/2014/main" id="{4317E842-CEFC-4D7C-84EC-167E98F4F7E0}"/>
              </a:ext>
            </a:extLst>
          </p:cNvPr>
          <p:cNvSpPr>
            <a:spLocks noGrp="1"/>
          </p:cNvSpPr>
          <p:nvPr/>
        </p:nvSpPr>
        <p:spPr>
          <a:xfrm>
            <a:off x="8406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4" name="F2_precision_recall_distributions_5998">
            <a:extLst>
              <a:ext uri="{FF2B5EF4-FFF2-40B4-BE49-F238E27FC236}">
                <a16:creationId xmlns:a16="http://schemas.microsoft.com/office/drawing/2014/main" id="{B214BB51-EF44-4154-A9E9-27E0ED24F64B}"/>
              </a:ext>
            </a:extLst>
          </p:cNvPr>
          <p:cNvSpPr>
            <a:spLocks noGrp="1"/>
          </p:cNvSpPr>
          <p:nvPr/>
        </p:nvSpPr>
        <p:spPr>
          <a:xfrm>
            <a:off x="83790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5" name="F2_precision_recall_distributions_5999">
            <a:extLst>
              <a:ext uri="{FF2B5EF4-FFF2-40B4-BE49-F238E27FC236}">
                <a16:creationId xmlns:a16="http://schemas.microsoft.com/office/drawing/2014/main" id="{FC2C1575-B43C-4E03-AC32-03EFED7DDD1C}"/>
              </a:ext>
            </a:extLst>
          </p:cNvPr>
          <p:cNvSpPr>
            <a:spLocks noGrp="1"/>
          </p:cNvSpPr>
          <p:nvPr/>
        </p:nvSpPr>
        <p:spPr>
          <a:xfrm>
            <a:off x="8455819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6" name="F2_precision_recall_distributions_6000">
            <a:extLst>
              <a:ext uri="{FF2B5EF4-FFF2-40B4-BE49-F238E27FC236}">
                <a16:creationId xmlns:a16="http://schemas.microsoft.com/office/drawing/2014/main" id="{56C5B83B-7556-4580-9E95-09094F18C982}"/>
              </a:ext>
            </a:extLst>
          </p:cNvPr>
          <p:cNvSpPr>
            <a:spLocks noGrp="1"/>
          </p:cNvSpPr>
          <p:nvPr/>
        </p:nvSpPr>
        <p:spPr>
          <a:xfrm>
            <a:off x="83102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7" name="F2_precision_recall_distributions_6001">
            <a:extLst>
              <a:ext uri="{FF2B5EF4-FFF2-40B4-BE49-F238E27FC236}">
                <a16:creationId xmlns:a16="http://schemas.microsoft.com/office/drawing/2014/main" id="{1E2BB74F-70F5-4A88-BBDD-1E3B95631629}"/>
              </a:ext>
            </a:extLst>
          </p:cNvPr>
          <p:cNvSpPr>
            <a:spLocks noGrp="1"/>
          </p:cNvSpPr>
          <p:nvPr/>
        </p:nvSpPr>
        <p:spPr>
          <a:xfrm>
            <a:off x="8380450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8" name="F2_precision_recall_distributions_6002">
            <a:extLst>
              <a:ext uri="{FF2B5EF4-FFF2-40B4-BE49-F238E27FC236}">
                <a16:creationId xmlns:a16="http://schemas.microsoft.com/office/drawing/2014/main" id="{94E8106E-FFB6-48D6-9D14-A789AC6F6A30}"/>
              </a:ext>
            </a:extLst>
          </p:cNvPr>
          <p:cNvSpPr>
            <a:spLocks noGrp="1"/>
          </p:cNvSpPr>
          <p:nvPr/>
        </p:nvSpPr>
        <p:spPr>
          <a:xfrm>
            <a:off x="820403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9" name="F2_precision_recall_distributions_6003">
            <a:extLst>
              <a:ext uri="{FF2B5EF4-FFF2-40B4-BE49-F238E27FC236}">
                <a16:creationId xmlns:a16="http://schemas.microsoft.com/office/drawing/2014/main" id="{03DE1BE1-5309-4F4D-87C8-96552086E6CA}"/>
              </a:ext>
            </a:extLst>
          </p:cNvPr>
          <p:cNvSpPr>
            <a:spLocks noGrp="1"/>
          </p:cNvSpPr>
          <p:nvPr/>
        </p:nvSpPr>
        <p:spPr>
          <a:xfrm>
            <a:off x="82901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0" name="F2_precision_recall_distributions_6004">
            <a:extLst>
              <a:ext uri="{FF2B5EF4-FFF2-40B4-BE49-F238E27FC236}">
                <a16:creationId xmlns:a16="http://schemas.microsoft.com/office/drawing/2014/main" id="{B84D8EAE-F359-4A7C-A8AD-3BC770FC4FE6}"/>
              </a:ext>
            </a:extLst>
          </p:cNvPr>
          <p:cNvSpPr>
            <a:spLocks noGrp="1"/>
          </p:cNvSpPr>
          <p:nvPr/>
        </p:nvSpPr>
        <p:spPr>
          <a:xfrm>
            <a:off x="8222429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1" name="F2_precision_recall_distributions_6005">
            <a:extLst>
              <a:ext uri="{FF2B5EF4-FFF2-40B4-BE49-F238E27FC236}">
                <a16:creationId xmlns:a16="http://schemas.microsoft.com/office/drawing/2014/main" id="{7538B30E-5E61-47F0-AF0E-AFA141C91670}"/>
              </a:ext>
            </a:extLst>
          </p:cNvPr>
          <p:cNvSpPr>
            <a:spLocks noGrp="1"/>
          </p:cNvSpPr>
          <p:nvPr/>
        </p:nvSpPr>
        <p:spPr>
          <a:xfrm>
            <a:off x="81905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2" name="F2_precision_recall_distributions_6006">
            <a:extLst>
              <a:ext uri="{FF2B5EF4-FFF2-40B4-BE49-F238E27FC236}">
                <a16:creationId xmlns:a16="http://schemas.microsoft.com/office/drawing/2014/main" id="{D3F46BCB-E4E3-4255-9745-74F99028683A}"/>
              </a:ext>
            </a:extLst>
          </p:cNvPr>
          <p:cNvSpPr>
            <a:spLocks noGrp="1"/>
          </p:cNvSpPr>
          <p:nvPr/>
        </p:nvSpPr>
        <p:spPr>
          <a:xfrm>
            <a:off x="819519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3" name="F2_precision_recall_distributions_6007">
            <a:extLst>
              <a:ext uri="{FF2B5EF4-FFF2-40B4-BE49-F238E27FC236}">
                <a16:creationId xmlns:a16="http://schemas.microsoft.com/office/drawing/2014/main" id="{EC7DFABD-877F-46DD-9ED5-EC432E8BD57C}"/>
              </a:ext>
            </a:extLst>
          </p:cNvPr>
          <p:cNvSpPr>
            <a:spLocks noGrp="1"/>
          </p:cNvSpPr>
          <p:nvPr/>
        </p:nvSpPr>
        <p:spPr>
          <a:xfrm>
            <a:off x="83061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4" name="F2_precision_recall_distributions_6008">
            <a:extLst>
              <a:ext uri="{FF2B5EF4-FFF2-40B4-BE49-F238E27FC236}">
                <a16:creationId xmlns:a16="http://schemas.microsoft.com/office/drawing/2014/main" id="{553696B0-4E6B-41BC-8446-3DA890910E16}"/>
              </a:ext>
            </a:extLst>
          </p:cNvPr>
          <p:cNvSpPr>
            <a:spLocks noGrp="1"/>
          </p:cNvSpPr>
          <p:nvPr/>
        </p:nvSpPr>
        <p:spPr>
          <a:xfrm>
            <a:off x="843011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5" name="F2_precision_recall_distributions_6009">
            <a:extLst>
              <a:ext uri="{FF2B5EF4-FFF2-40B4-BE49-F238E27FC236}">
                <a16:creationId xmlns:a16="http://schemas.microsoft.com/office/drawing/2014/main" id="{87DEAE65-3FE6-4271-ACE8-4E5A7EC4E2D3}"/>
              </a:ext>
            </a:extLst>
          </p:cNvPr>
          <p:cNvSpPr>
            <a:spLocks noGrp="1"/>
          </p:cNvSpPr>
          <p:nvPr/>
        </p:nvSpPr>
        <p:spPr>
          <a:xfrm>
            <a:off x="82595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6" name="F2_precision_recall_distributions_6010">
            <a:extLst>
              <a:ext uri="{FF2B5EF4-FFF2-40B4-BE49-F238E27FC236}">
                <a16:creationId xmlns:a16="http://schemas.microsoft.com/office/drawing/2014/main" id="{8069820F-48B5-487B-B672-9529850C3F18}"/>
              </a:ext>
            </a:extLst>
          </p:cNvPr>
          <p:cNvSpPr>
            <a:spLocks noGrp="1"/>
          </p:cNvSpPr>
          <p:nvPr/>
        </p:nvSpPr>
        <p:spPr>
          <a:xfrm>
            <a:off x="838410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7" name="F2_precision_recall_distributions_6011">
            <a:extLst>
              <a:ext uri="{FF2B5EF4-FFF2-40B4-BE49-F238E27FC236}">
                <a16:creationId xmlns:a16="http://schemas.microsoft.com/office/drawing/2014/main" id="{CEA271B0-C6BA-41AD-8495-25BFF4D0A948}"/>
              </a:ext>
            </a:extLst>
          </p:cNvPr>
          <p:cNvSpPr>
            <a:spLocks noGrp="1"/>
          </p:cNvSpPr>
          <p:nvPr/>
        </p:nvSpPr>
        <p:spPr>
          <a:xfrm>
            <a:off x="8241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8" name="F2_precision_recall_distributions_6012">
            <a:extLst>
              <a:ext uri="{FF2B5EF4-FFF2-40B4-BE49-F238E27FC236}">
                <a16:creationId xmlns:a16="http://schemas.microsoft.com/office/drawing/2014/main" id="{7A092B7C-2B5F-4234-8894-6B191F8D7394}"/>
              </a:ext>
            </a:extLst>
          </p:cNvPr>
          <p:cNvSpPr>
            <a:spLocks noGrp="1"/>
          </p:cNvSpPr>
          <p:nvPr/>
        </p:nvSpPr>
        <p:spPr>
          <a:xfrm>
            <a:off x="8417571" y="47603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9" name="F2_precision_recall_distributions_6013">
            <a:extLst>
              <a:ext uri="{FF2B5EF4-FFF2-40B4-BE49-F238E27FC236}">
                <a16:creationId xmlns:a16="http://schemas.microsoft.com/office/drawing/2014/main" id="{658DB896-FE65-4625-BB3E-56FB8872D818}"/>
              </a:ext>
            </a:extLst>
          </p:cNvPr>
          <p:cNvSpPr>
            <a:spLocks noGrp="1"/>
          </p:cNvSpPr>
          <p:nvPr/>
        </p:nvSpPr>
        <p:spPr>
          <a:xfrm>
            <a:off x="83022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0" name="F2_precision_recall_distributions_6014">
            <a:extLst>
              <a:ext uri="{FF2B5EF4-FFF2-40B4-BE49-F238E27FC236}">
                <a16:creationId xmlns:a16="http://schemas.microsoft.com/office/drawing/2014/main" id="{39ED2DD3-3649-4381-8DE4-08A1C4C3B923}"/>
              </a:ext>
            </a:extLst>
          </p:cNvPr>
          <p:cNvSpPr>
            <a:spLocks noGrp="1"/>
          </p:cNvSpPr>
          <p:nvPr/>
        </p:nvSpPr>
        <p:spPr>
          <a:xfrm>
            <a:off x="846674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1" name="F2_precision_recall_distributions_6015">
            <a:extLst>
              <a:ext uri="{FF2B5EF4-FFF2-40B4-BE49-F238E27FC236}">
                <a16:creationId xmlns:a16="http://schemas.microsoft.com/office/drawing/2014/main" id="{99779885-C587-4B6B-8B4D-DDFA233E6097}"/>
              </a:ext>
            </a:extLst>
          </p:cNvPr>
          <p:cNvSpPr>
            <a:spLocks noGrp="1"/>
          </p:cNvSpPr>
          <p:nvPr/>
        </p:nvSpPr>
        <p:spPr>
          <a:xfrm>
            <a:off x="82775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2" name="F2_precision_recall_distributions_6016">
            <a:extLst>
              <a:ext uri="{FF2B5EF4-FFF2-40B4-BE49-F238E27FC236}">
                <a16:creationId xmlns:a16="http://schemas.microsoft.com/office/drawing/2014/main" id="{4DCE2B3A-55C6-48BB-9474-92F4C02D5EC5}"/>
              </a:ext>
            </a:extLst>
          </p:cNvPr>
          <p:cNvSpPr>
            <a:spLocks noGrp="1"/>
          </p:cNvSpPr>
          <p:nvPr/>
        </p:nvSpPr>
        <p:spPr>
          <a:xfrm>
            <a:off x="82451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3" name="F2_precision_recall_distributions_6017">
            <a:extLst>
              <a:ext uri="{FF2B5EF4-FFF2-40B4-BE49-F238E27FC236}">
                <a16:creationId xmlns:a16="http://schemas.microsoft.com/office/drawing/2014/main" id="{0ECF6E01-3FBD-409F-AE94-012DE6BFDBB1}"/>
              </a:ext>
            </a:extLst>
          </p:cNvPr>
          <p:cNvSpPr>
            <a:spLocks noGrp="1"/>
          </p:cNvSpPr>
          <p:nvPr/>
        </p:nvSpPr>
        <p:spPr>
          <a:xfrm>
            <a:off x="82199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4" name="F2_precision_recall_distributions_6018">
            <a:extLst>
              <a:ext uri="{FF2B5EF4-FFF2-40B4-BE49-F238E27FC236}">
                <a16:creationId xmlns:a16="http://schemas.microsoft.com/office/drawing/2014/main" id="{A2F40860-4F9E-40D9-9D11-E56F131B395F}"/>
              </a:ext>
            </a:extLst>
          </p:cNvPr>
          <p:cNvSpPr>
            <a:spLocks noGrp="1"/>
          </p:cNvSpPr>
          <p:nvPr/>
        </p:nvSpPr>
        <p:spPr>
          <a:xfrm>
            <a:off x="8315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5" name="F2_precision_recall_distributions_6019">
            <a:extLst>
              <a:ext uri="{FF2B5EF4-FFF2-40B4-BE49-F238E27FC236}">
                <a16:creationId xmlns:a16="http://schemas.microsoft.com/office/drawing/2014/main" id="{BFA532DB-B1B6-4DF1-8268-40567687BFF0}"/>
              </a:ext>
            </a:extLst>
          </p:cNvPr>
          <p:cNvSpPr>
            <a:spLocks noGrp="1"/>
          </p:cNvSpPr>
          <p:nvPr/>
        </p:nvSpPr>
        <p:spPr>
          <a:xfrm>
            <a:off x="818912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6" name="F2_precision_recall_distributions_6020">
            <a:extLst>
              <a:ext uri="{FF2B5EF4-FFF2-40B4-BE49-F238E27FC236}">
                <a16:creationId xmlns:a16="http://schemas.microsoft.com/office/drawing/2014/main" id="{A11FCDAC-9FD6-4E60-A626-B8D7F391477C}"/>
              </a:ext>
            </a:extLst>
          </p:cNvPr>
          <p:cNvSpPr>
            <a:spLocks noGrp="1"/>
          </p:cNvSpPr>
          <p:nvPr/>
        </p:nvSpPr>
        <p:spPr>
          <a:xfrm>
            <a:off x="82440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7" name="F2_precision_recall_distributions_6021">
            <a:extLst>
              <a:ext uri="{FF2B5EF4-FFF2-40B4-BE49-F238E27FC236}">
                <a16:creationId xmlns:a16="http://schemas.microsoft.com/office/drawing/2014/main" id="{DED4A094-5C2A-484F-85EA-91A17BF88F6F}"/>
              </a:ext>
            </a:extLst>
          </p:cNvPr>
          <p:cNvSpPr>
            <a:spLocks noGrp="1"/>
          </p:cNvSpPr>
          <p:nvPr/>
        </p:nvSpPr>
        <p:spPr>
          <a:xfrm>
            <a:off x="82072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8" name="F2_precision_recall_distributions_6022">
            <a:extLst>
              <a:ext uri="{FF2B5EF4-FFF2-40B4-BE49-F238E27FC236}">
                <a16:creationId xmlns:a16="http://schemas.microsoft.com/office/drawing/2014/main" id="{DB4A25A4-8DB4-4C36-BC1D-BBE836736A51}"/>
              </a:ext>
            </a:extLst>
          </p:cNvPr>
          <p:cNvSpPr>
            <a:spLocks noGrp="1"/>
          </p:cNvSpPr>
          <p:nvPr/>
        </p:nvSpPr>
        <p:spPr>
          <a:xfrm>
            <a:off x="8374274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9" name="F2_precision_recall_distributions_6023">
            <a:extLst>
              <a:ext uri="{FF2B5EF4-FFF2-40B4-BE49-F238E27FC236}">
                <a16:creationId xmlns:a16="http://schemas.microsoft.com/office/drawing/2014/main" id="{C936095D-C87A-496E-B08D-DE6F80F2CD3E}"/>
              </a:ext>
            </a:extLst>
          </p:cNvPr>
          <p:cNvSpPr>
            <a:spLocks noGrp="1"/>
          </p:cNvSpPr>
          <p:nvPr/>
        </p:nvSpPr>
        <p:spPr>
          <a:xfrm>
            <a:off x="83522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0" name="F2_precision_recall_distributions_6024">
            <a:extLst>
              <a:ext uri="{FF2B5EF4-FFF2-40B4-BE49-F238E27FC236}">
                <a16:creationId xmlns:a16="http://schemas.microsoft.com/office/drawing/2014/main" id="{7A728E14-6038-43BB-ACC7-C02BD93E472B}"/>
              </a:ext>
            </a:extLst>
          </p:cNvPr>
          <p:cNvSpPr>
            <a:spLocks noGrp="1"/>
          </p:cNvSpPr>
          <p:nvPr/>
        </p:nvSpPr>
        <p:spPr>
          <a:xfrm>
            <a:off x="823104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1" name="F2_precision_recall_distributions_6025">
            <a:extLst>
              <a:ext uri="{FF2B5EF4-FFF2-40B4-BE49-F238E27FC236}">
                <a16:creationId xmlns:a16="http://schemas.microsoft.com/office/drawing/2014/main" id="{62910D3A-4A40-43DD-92B3-CB0E1A52C1E1}"/>
              </a:ext>
            </a:extLst>
          </p:cNvPr>
          <p:cNvSpPr>
            <a:spLocks noGrp="1"/>
          </p:cNvSpPr>
          <p:nvPr/>
        </p:nvSpPr>
        <p:spPr>
          <a:xfrm>
            <a:off x="819450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2" name="F2_precision_recall_distributions_6026">
            <a:extLst>
              <a:ext uri="{FF2B5EF4-FFF2-40B4-BE49-F238E27FC236}">
                <a16:creationId xmlns:a16="http://schemas.microsoft.com/office/drawing/2014/main" id="{9A702D48-4E4C-4720-BD27-D4B328F68C54}"/>
              </a:ext>
            </a:extLst>
          </p:cNvPr>
          <p:cNvSpPr>
            <a:spLocks noGrp="1"/>
          </p:cNvSpPr>
          <p:nvPr/>
        </p:nvSpPr>
        <p:spPr>
          <a:xfrm>
            <a:off x="8294344" y="4412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3" name="F2_precision_recall_distributions_6027">
            <a:extLst>
              <a:ext uri="{FF2B5EF4-FFF2-40B4-BE49-F238E27FC236}">
                <a16:creationId xmlns:a16="http://schemas.microsoft.com/office/drawing/2014/main" id="{CBAC4205-AEBA-4175-A052-37744742039E}"/>
              </a:ext>
            </a:extLst>
          </p:cNvPr>
          <p:cNvSpPr>
            <a:spLocks noGrp="1"/>
          </p:cNvSpPr>
          <p:nvPr/>
        </p:nvSpPr>
        <p:spPr>
          <a:xfrm>
            <a:off x="84088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4" name="F2_precision_recall_distributions_6028">
            <a:extLst>
              <a:ext uri="{FF2B5EF4-FFF2-40B4-BE49-F238E27FC236}">
                <a16:creationId xmlns:a16="http://schemas.microsoft.com/office/drawing/2014/main" id="{7C41968A-D98C-4496-B999-94EB83D7A988}"/>
              </a:ext>
            </a:extLst>
          </p:cNvPr>
          <p:cNvSpPr>
            <a:spLocks noGrp="1"/>
          </p:cNvSpPr>
          <p:nvPr/>
        </p:nvSpPr>
        <p:spPr>
          <a:xfrm>
            <a:off x="8412853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5" name="F2_precision_recall_distributions_6029">
            <a:extLst>
              <a:ext uri="{FF2B5EF4-FFF2-40B4-BE49-F238E27FC236}">
                <a16:creationId xmlns:a16="http://schemas.microsoft.com/office/drawing/2014/main" id="{A7A5025C-FA65-4A9F-AE5D-B74E2F562306}"/>
              </a:ext>
            </a:extLst>
          </p:cNvPr>
          <p:cNvSpPr>
            <a:spLocks noGrp="1"/>
          </p:cNvSpPr>
          <p:nvPr/>
        </p:nvSpPr>
        <p:spPr>
          <a:xfrm>
            <a:off x="84424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6" name="F2_precision_recall_distributions_6030">
            <a:extLst>
              <a:ext uri="{FF2B5EF4-FFF2-40B4-BE49-F238E27FC236}">
                <a16:creationId xmlns:a16="http://schemas.microsoft.com/office/drawing/2014/main" id="{98BDE03E-1B66-46F4-BC63-C0A3118FB882}"/>
              </a:ext>
            </a:extLst>
          </p:cNvPr>
          <p:cNvSpPr>
            <a:spLocks noGrp="1"/>
          </p:cNvSpPr>
          <p:nvPr/>
        </p:nvSpPr>
        <p:spPr>
          <a:xfrm>
            <a:off x="830424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7" name="F2_precision_recall_distributions_6031">
            <a:extLst>
              <a:ext uri="{FF2B5EF4-FFF2-40B4-BE49-F238E27FC236}">
                <a16:creationId xmlns:a16="http://schemas.microsoft.com/office/drawing/2014/main" id="{BF8404A0-8D2E-4E6C-B432-320B376C01E4}"/>
              </a:ext>
            </a:extLst>
          </p:cNvPr>
          <p:cNvSpPr>
            <a:spLocks noGrp="1"/>
          </p:cNvSpPr>
          <p:nvPr/>
        </p:nvSpPr>
        <p:spPr>
          <a:xfrm>
            <a:off x="8367139" y="50581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8" name="F2_precision_recall_distributions_6032">
            <a:extLst>
              <a:ext uri="{FF2B5EF4-FFF2-40B4-BE49-F238E27FC236}">
                <a16:creationId xmlns:a16="http://schemas.microsoft.com/office/drawing/2014/main" id="{F4ACFAB4-9343-454F-AC27-04D842A77D6E}"/>
              </a:ext>
            </a:extLst>
          </p:cNvPr>
          <p:cNvSpPr>
            <a:spLocks noGrp="1"/>
          </p:cNvSpPr>
          <p:nvPr/>
        </p:nvSpPr>
        <p:spPr>
          <a:xfrm>
            <a:off x="845488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9" name="F2_precision_recall_distributions_6033">
            <a:extLst>
              <a:ext uri="{FF2B5EF4-FFF2-40B4-BE49-F238E27FC236}">
                <a16:creationId xmlns:a16="http://schemas.microsoft.com/office/drawing/2014/main" id="{46C5E826-67B4-4F13-8F83-7F7ACA6161E7}"/>
              </a:ext>
            </a:extLst>
          </p:cNvPr>
          <p:cNvSpPr>
            <a:spLocks noGrp="1"/>
          </p:cNvSpPr>
          <p:nvPr/>
        </p:nvSpPr>
        <p:spPr>
          <a:xfrm>
            <a:off x="827782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0" name="F2_precision_recall_distributions_6034">
            <a:extLst>
              <a:ext uri="{FF2B5EF4-FFF2-40B4-BE49-F238E27FC236}">
                <a16:creationId xmlns:a16="http://schemas.microsoft.com/office/drawing/2014/main" id="{1AEAE0AE-7FBE-401E-8F3D-992F6713EFAC}"/>
              </a:ext>
            </a:extLst>
          </p:cNvPr>
          <p:cNvSpPr>
            <a:spLocks noGrp="1"/>
          </p:cNvSpPr>
          <p:nvPr/>
        </p:nvSpPr>
        <p:spPr>
          <a:xfrm>
            <a:off x="81370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1" name="F2_precision_recall_distributions_6035">
            <a:extLst>
              <a:ext uri="{FF2B5EF4-FFF2-40B4-BE49-F238E27FC236}">
                <a16:creationId xmlns:a16="http://schemas.microsoft.com/office/drawing/2014/main" id="{462506D3-60F4-41FD-994D-37286D74B228}"/>
              </a:ext>
            </a:extLst>
          </p:cNvPr>
          <p:cNvSpPr>
            <a:spLocks noGrp="1"/>
          </p:cNvSpPr>
          <p:nvPr/>
        </p:nvSpPr>
        <p:spPr>
          <a:xfrm>
            <a:off x="83364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2" name="F2_precision_recall_distributions_6036">
            <a:extLst>
              <a:ext uri="{FF2B5EF4-FFF2-40B4-BE49-F238E27FC236}">
                <a16:creationId xmlns:a16="http://schemas.microsoft.com/office/drawing/2014/main" id="{3C1FCA0B-459B-4F8C-8632-5BAD97A051CD}"/>
              </a:ext>
            </a:extLst>
          </p:cNvPr>
          <p:cNvSpPr>
            <a:spLocks noGrp="1"/>
          </p:cNvSpPr>
          <p:nvPr/>
        </p:nvSpPr>
        <p:spPr>
          <a:xfrm>
            <a:off x="81721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3" name="F2_precision_recall_distributions_6037">
            <a:extLst>
              <a:ext uri="{FF2B5EF4-FFF2-40B4-BE49-F238E27FC236}">
                <a16:creationId xmlns:a16="http://schemas.microsoft.com/office/drawing/2014/main" id="{BA9D08B8-3870-48AD-9BA2-85DB100BDD8D}"/>
              </a:ext>
            </a:extLst>
          </p:cNvPr>
          <p:cNvSpPr>
            <a:spLocks noGrp="1"/>
          </p:cNvSpPr>
          <p:nvPr/>
        </p:nvSpPr>
        <p:spPr>
          <a:xfrm>
            <a:off x="848328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4" name="F2_precision_recall_distributions_6038">
            <a:extLst>
              <a:ext uri="{FF2B5EF4-FFF2-40B4-BE49-F238E27FC236}">
                <a16:creationId xmlns:a16="http://schemas.microsoft.com/office/drawing/2014/main" id="{7279676B-12A8-405D-B9C2-34D0CDAB527A}"/>
              </a:ext>
            </a:extLst>
          </p:cNvPr>
          <p:cNvSpPr>
            <a:spLocks noGrp="1"/>
          </p:cNvSpPr>
          <p:nvPr/>
        </p:nvSpPr>
        <p:spPr>
          <a:xfrm>
            <a:off x="84310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5" name="F2_precision_recall_distributions_6039">
            <a:extLst>
              <a:ext uri="{FF2B5EF4-FFF2-40B4-BE49-F238E27FC236}">
                <a16:creationId xmlns:a16="http://schemas.microsoft.com/office/drawing/2014/main" id="{FAEF286A-5C27-4A90-BE47-C66A74309F16}"/>
              </a:ext>
            </a:extLst>
          </p:cNvPr>
          <p:cNvSpPr>
            <a:spLocks noGrp="1"/>
          </p:cNvSpPr>
          <p:nvPr/>
        </p:nvSpPr>
        <p:spPr>
          <a:xfrm>
            <a:off x="82939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6" name="F2_precision_recall_distributions_6040">
            <a:extLst>
              <a:ext uri="{FF2B5EF4-FFF2-40B4-BE49-F238E27FC236}">
                <a16:creationId xmlns:a16="http://schemas.microsoft.com/office/drawing/2014/main" id="{8406ADFE-D5CD-4E4C-AB7D-2597BD481C5F}"/>
              </a:ext>
            </a:extLst>
          </p:cNvPr>
          <p:cNvSpPr>
            <a:spLocks noGrp="1"/>
          </p:cNvSpPr>
          <p:nvPr/>
        </p:nvSpPr>
        <p:spPr>
          <a:xfrm>
            <a:off x="834083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7" name="F2_precision_recall_distributions_6041">
            <a:extLst>
              <a:ext uri="{FF2B5EF4-FFF2-40B4-BE49-F238E27FC236}">
                <a16:creationId xmlns:a16="http://schemas.microsoft.com/office/drawing/2014/main" id="{91936BB2-AC3F-459F-9253-C4C0D235E239}"/>
              </a:ext>
            </a:extLst>
          </p:cNvPr>
          <p:cNvSpPr>
            <a:spLocks noGrp="1"/>
          </p:cNvSpPr>
          <p:nvPr/>
        </p:nvSpPr>
        <p:spPr>
          <a:xfrm>
            <a:off x="831526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8" name="F2_precision_recall_distributions_6042">
            <a:extLst>
              <a:ext uri="{FF2B5EF4-FFF2-40B4-BE49-F238E27FC236}">
                <a16:creationId xmlns:a16="http://schemas.microsoft.com/office/drawing/2014/main" id="{FB8B0788-7F32-49E6-BA5B-2A3AFB513185}"/>
              </a:ext>
            </a:extLst>
          </p:cNvPr>
          <p:cNvSpPr>
            <a:spLocks noGrp="1"/>
          </p:cNvSpPr>
          <p:nvPr/>
        </p:nvSpPr>
        <p:spPr>
          <a:xfrm>
            <a:off x="83689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9" name="F2_precision_recall_distributions_6043">
            <a:extLst>
              <a:ext uri="{FF2B5EF4-FFF2-40B4-BE49-F238E27FC236}">
                <a16:creationId xmlns:a16="http://schemas.microsoft.com/office/drawing/2014/main" id="{8E06F712-3290-43B6-8D53-4ACE2C5D8334}"/>
              </a:ext>
            </a:extLst>
          </p:cNvPr>
          <p:cNvSpPr>
            <a:spLocks noGrp="1"/>
          </p:cNvSpPr>
          <p:nvPr/>
        </p:nvSpPr>
        <p:spPr>
          <a:xfrm>
            <a:off x="81599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0" name="F2_precision_recall_distributions_6044">
            <a:extLst>
              <a:ext uri="{FF2B5EF4-FFF2-40B4-BE49-F238E27FC236}">
                <a16:creationId xmlns:a16="http://schemas.microsoft.com/office/drawing/2014/main" id="{7716BE70-8BDF-411C-B84A-0413A3339F28}"/>
              </a:ext>
            </a:extLst>
          </p:cNvPr>
          <p:cNvSpPr>
            <a:spLocks noGrp="1"/>
          </p:cNvSpPr>
          <p:nvPr/>
        </p:nvSpPr>
        <p:spPr>
          <a:xfrm>
            <a:off x="8276519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1" name="F2_precision_recall_distributions_6045">
            <a:extLst>
              <a:ext uri="{FF2B5EF4-FFF2-40B4-BE49-F238E27FC236}">
                <a16:creationId xmlns:a16="http://schemas.microsoft.com/office/drawing/2014/main" id="{8EB58CF9-0B50-48E2-A855-F74AFC1EECCC}"/>
              </a:ext>
            </a:extLst>
          </p:cNvPr>
          <p:cNvSpPr>
            <a:spLocks noGrp="1"/>
          </p:cNvSpPr>
          <p:nvPr/>
        </p:nvSpPr>
        <p:spPr>
          <a:xfrm>
            <a:off x="82123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2" name="F2_precision_recall_distributions_6046">
            <a:extLst>
              <a:ext uri="{FF2B5EF4-FFF2-40B4-BE49-F238E27FC236}">
                <a16:creationId xmlns:a16="http://schemas.microsoft.com/office/drawing/2014/main" id="{FF7781BB-C74B-4F61-800F-204EAE4DEF97}"/>
              </a:ext>
            </a:extLst>
          </p:cNvPr>
          <p:cNvSpPr>
            <a:spLocks noGrp="1"/>
          </p:cNvSpPr>
          <p:nvPr/>
        </p:nvSpPr>
        <p:spPr>
          <a:xfrm>
            <a:off x="842301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3" name="F2_precision_recall_distributions_6047">
            <a:extLst>
              <a:ext uri="{FF2B5EF4-FFF2-40B4-BE49-F238E27FC236}">
                <a16:creationId xmlns:a16="http://schemas.microsoft.com/office/drawing/2014/main" id="{EF51A95C-2DAA-4DD4-B84E-DD9CA1EB0B84}"/>
              </a:ext>
            </a:extLst>
          </p:cNvPr>
          <p:cNvSpPr>
            <a:spLocks noGrp="1"/>
          </p:cNvSpPr>
          <p:nvPr/>
        </p:nvSpPr>
        <p:spPr>
          <a:xfrm>
            <a:off x="8307595" y="4739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4" name="F2_precision_recall_distributions_6048">
            <a:extLst>
              <a:ext uri="{FF2B5EF4-FFF2-40B4-BE49-F238E27FC236}">
                <a16:creationId xmlns:a16="http://schemas.microsoft.com/office/drawing/2014/main" id="{1545362B-4FD4-4A4D-9909-90546F050098}"/>
              </a:ext>
            </a:extLst>
          </p:cNvPr>
          <p:cNvSpPr>
            <a:spLocks noGrp="1"/>
          </p:cNvSpPr>
          <p:nvPr/>
        </p:nvSpPr>
        <p:spPr>
          <a:xfrm>
            <a:off x="8239067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5" name="F2_precision_recall_distributions_6049">
            <a:extLst>
              <a:ext uri="{FF2B5EF4-FFF2-40B4-BE49-F238E27FC236}">
                <a16:creationId xmlns:a16="http://schemas.microsoft.com/office/drawing/2014/main" id="{BC94E066-0F70-4079-B738-5F7C59099E77}"/>
              </a:ext>
            </a:extLst>
          </p:cNvPr>
          <p:cNvSpPr>
            <a:spLocks noGrp="1"/>
          </p:cNvSpPr>
          <p:nvPr/>
        </p:nvSpPr>
        <p:spPr>
          <a:xfrm>
            <a:off x="83946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6" name="F2_precision_recall_distributions_6050">
            <a:extLst>
              <a:ext uri="{FF2B5EF4-FFF2-40B4-BE49-F238E27FC236}">
                <a16:creationId xmlns:a16="http://schemas.microsoft.com/office/drawing/2014/main" id="{716E39FE-2A88-4070-AE6A-9F2067B647AC}"/>
              </a:ext>
            </a:extLst>
          </p:cNvPr>
          <p:cNvSpPr>
            <a:spLocks noGrp="1"/>
          </p:cNvSpPr>
          <p:nvPr/>
        </p:nvSpPr>
        <p:spPr>
          <a:xfrm>
            <a:off x="831881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7" name="F2_precision_recall_distributions_6051">
            <a:extLst>
              <a:ext uri="{FF2B5EF4-FFF2-40B4-BE49-F238E27FC236}">
                <a16:creationId xmlns:a16="http://schemas.microsoft.com/office/drawing/2014/main" id="{6E9F1737-F93B-4D42-A433-E08C212A6CDA}"/>
              </a:ext>
            </a:extLst>
          </p:cNvPr>
          <p:cNvSpPr>
            <a:spLocks noGrp="1"/>
          </p:cNvSpPr>
          <p:nvPr/>
        </p:nvSpPr>
        <p:spPr>
          <a:xfrm>
            <a:off x="82497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8" name="F2_precision_recall_distributions_6052">
            <a:extLst>
              <a:ext uri="{FF2B5EF4-FFF2-40B4-BE49-F238E27FC236}">
                <a16:creationId xmlns:a16="http://schemas.microsoft.com/office/drawing/2014/main" id="{5C638612-B943-4929-BED6-7029859B958D}"/>
              </a:ext>
            </a:extLst>
          </p:cNvPr>
          <p:cNvSpPr>
            <a:spLocks noGrp="1"/>
          </p:cNvSpPr>
          <p:nvPr/>
        </p:nvSpPr>
        <p:spPr>
          <a:xfrm>
            <a:off x="84793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9" name="F2_precision_recall_distributions_6053">
            <a:extLst>
              <a:ext uri="{FF2B5EF4-FFF2-40B4-BE49-F238E27FC236}">
                <a16:creationId xmlns:a16="http://schemas.microsoft.com/office/drawing/2014/main" id="{5DB83591-E5F2-4B3B-9833-EA9A97529B47}"/>
              </a:ext>
            </a:extLst>
          </p:cNvPr>
          <p:cNvSpPr>
            <a:spLocks noGrp="1"/>
          </p:cNvSpPr>
          <p:nvPr/>
        </p:nvSpPr>
        <p:spPr>
          <a:xfrm>
            <a:off x="842942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0" name="F2_precision_recall_distributions_6054">
            <a:extLst>
              <a:ext uri="{FF2B5EF4-FFF2-40B4-BE49-F238E27FC236}">
                <a16:creationId xmlns:a16="http://schemas.microsoft.com/office/drawing/2014/main" id="{34947B00-1138-4126-880E-EE4A512D975A}"/>
              </a:ext>
            </a:extLst>
          </p:cNvPr>
          <p:cNvSpPr>
            <a:spLocks noGrp="1"/>
          </p:cNvSpPr>
          <p:nvPr/>
        </p:nvSpPr>
        <p:spPr>
          <a:xfrm>
            <a:off x="82871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1" name="F2_precision_recall_distributions_6055">
            <a:extLst>
              <a:ext uri="{FF2B5EF4-FFF2-40B4-BE49-F238E27FC236}">
                <a16:creationId xmlns:a16="http://schemas.microsoft.com/office/drawing/2014/main" id="{11FD5452-9D5E-40B4-AE0F-39E4BF10126A}"/>
              </a:ext>
            </a:extLst>
          </p:cNvPr>
          <p:cNvSpPr>
            <a:spLocks noGrp="1"/>
          </p:cNvSpPr>
          <p:nvPr/>
        </p:nvSpPr>
        <p:spPr>
          <a:xfrm>
            <a:off x="8153681" y="4472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2" name="F2_precision_recall_distributions_6056">
            <a:extLst>
              <a:ext uri="{FF2B5EF4-FFF2-40B4-BE49-F238E27FC236}">
                <a16:creationId xmlns:a16="http://schemas.microsoft.com/office/drawing/2014/main" id="{2EF277F1-1D93-43A7-9FEF-43DEA180C552}"/>
              </a:ext>
            </a:extLst>
          </p:cNvPr>
          <p:cNvSpPr>
            <a:spLocks noGrp="1"/>
          </p:cNvSpPr>
          <p:nvPr/>
        </p:nvSpPr>
        <p:spPr>
          <a:xfrm>
            <a:off x="81914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3" name="F2_precision_recall_distributions_6057">
            <a:extLst>
              <a:ext uri="{FF2B5EF4-FFF2-40B4-BE49-F238E27FC236}">
                <a16:creationId xmlns:a16="http://schemas.microsoft.com/office/drawing/2014/main" id="{D7B093F8-85E5-4567-B47E-8561B8AA6798}"/>
              </a:ext>
            </a:extLst>
          </p:cNvPr>
          <p:cNvSpPr>
            <a:spLocks noGrp="1"/>
          </p:cNvSpPr>
          <p:nvPr/>
        </p:nvSpPr>
        <p:spPr>
          <a:xfrm>
            <a:off x="81890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4" name="F2_precision_recall_distributions_6058">
            <a:extLst>
              <a:ext uri="{FF2B5EF4-FFF2-40B4-BE49-F238E27FC236}">
                <a16:creationId xmlns:a16="http://schemas.microsoft.com/office/drawing/2014/main" id="{3230FE23-429D-495E-AD96-EAF22AE3458D}"/>
              </a:ext>
            </a:extLst>
          </p:cNvPr>
          <p:cNvSpPr>
            <a:spLocks noGrp="1"/>
          </p:cNvSpPr>
          <p:nvPr/>
        </p:nvSpPr>
        <p:spPr>
          <a:xfrm>
            <a:off x="8153566" y="48175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5" name="F2_precision_recall_distributions_6059">
            <a:extLst>
              <a:ext uri="{FF2B5EF4-FFF2-40B4-BE49-F238E27FC236}">
                <a16:creationId xmlns:a16="http://schemas.microsoft.com/office/drawing/2014/main" id="{A39CD86B-08FD-41FC-8A5E-1766DCFD1944}"/>
              </a:ext>
            </a:extLst>
          </p:cNvPr>
          <p:cNvSpPr>
            <a:spLocks noGrp="1"/>
          </p:cNvSpPr>
          <p:nvPr/>
        </p:nvSpPr>
        <p:spPr>
          <a:xfrm>
            <a:off x="821895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6" name="F2_precision_recall_distributions_6060">
            <a:extLst>
              <a:ext uri="{FF2B5EF4-FFF2-40B4-BE49-F238E27FC236}">
                <a16:creationId xmlns:a16="http://schemas.microsoft.com/office/drawing/2014/main" id="{4E4F8483-4755-4093-96DD-CF669B7C8301}"/>
              </a:ext>
            </a:extLst>
          </p:cNvPr>
          <p:cNvSpPr>
            <a:spLocks noGrp="1"/>
          </p:cNvSpPr>
          <p:nvPr/>
        </p:nvSpPr>
        <p:spPr>
          <a:xfrm>
            <a:off x="840408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7" name="F2_precision_recall_distributions_6061">
            <a:extLst>
              <a:ext uri="{FF2B5EF4-FFF2-40B4-BE49-F238E27FC236}">
                <a16:creationId xmlns:a16="http://schemas.microsoft.com/office/drawing/2014/main" id="{9AA734C4-B6F6-428A-AE52-CC387C897C3A}"/>
              </a:ext>
            </a:extLst>
          </p:cNvPr>
          <p:cNvSpPr>
            <a:spLocks noGrp="1"/>
          </p:cNvSpPr>
          <p:nvPr/>
        </p:nvSpPr>
        <p:spPr>
          <a:xfrm>
            <a:off x="816555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8" name="F2_precision_recall_distributions_6062">
            <a:extLst>
              <a:ext uri="{FF2B5EF4-FFF2-40B4-BE49-F238E27FC236}">
                <a16:creationId xmlns:a16="http://schemas.microsoft.com/office/drawing/2014/main" id="{535E593E-62DA-43FC-A5E9-AF6B6D309AA4}"/>
              </a:ext>
            </a:extLst>
          </p:cNvPr>
          <p:cNvSpPr>
            <a:spLocks noGrp="1"/>
          </p:cNvSpPr>
          <p:nvPr/>
        </p:nvSpPr>
        <p:spPr>
          <a:xfrm>
            <a:off x="8190300" y="42407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9" name="F2_precision_recall_distributions_6063">
            <a:extLst>
              <a:ext uri="{FF2B5EF4-FFF2-40B4-BE49-F238E27FC236}">
                <a16:creationId xmlns:a16="http://schemas.microsoft.com/office/drawing/2014/main" id="{E562FBD2-A0BC-45F3-BF0C-E9879C9020E0}"/>
              </a:ext>
            </a:extLst>
          </p:cNvPr>
          <p:cNvSpPr>
            <a:spLocks noGrp="1"/>
          </p:cNvSpPr>
          <p:nvPr/>
        </p:nvSpPr>
        <p:spPr>
          <a:xfrm>
            <a:off x="841232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0" name="F2_precision_recall_distributions_6064">
            <a:extLst>
              <a:ext uri="{FF2B5EF4-FFF2-40B4-BE49-F238E27FC236}">
                <a16:creationId xmlns:a16="http://schemas.microsoft.com/office/drawing/2014/main" id="{07B17DE0-7083-4590-85D9-DBEE69278BFB}"/>
              </a:ext>
            </a:extLst>
          </p:cNvPr>
          <p:cNvSpPr>
            <a:spLocks noGrp="1"/>
          </p:cNvSpPr>
          <p:nvPr/>
        </p:nvSpPr>
        <p:spPr>
          <a:xfrm>
            <a:off x="8249369" y="505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1" name="F2_precision_recall_distributions_6065">
            <a:extLst>
              <a:ext uri="{FF2B5EF4-FFF2-40B4-BE49-F238E27FC236}">
                <a16:creationId xmlns:a16="http://schemas.microsoft.com/office/drawing/2014/main" id="{64DE5C98-D9BA-4E36-9E7C-E35452B3AFC5}"/>
              </a:ext>
            </a:extLst>
          </p:cNvPr>
          <p:cNvSpPr>
            <a:spLocks noGrp="1"/>
          </p:cNvSpPr>
          <p:nvPr/>
        </p:nvSpPr>
        <p:spPr>
          <a:xfrm>
            <a:off x="83494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2" name="F2_precision_recall_distributions_6066">
            <a:extLst>
              <a:ext uri="{FF2B5EF4-FFF2-40B4-BE49-F238E27FC236}">
                <a16:creationId xmlns:a16="http://schemas.microsoft.com/office/drawing/2014/main" id="{F78FE55D-20E2-48C8-8A42-16143B8DC36A}"/>
              </a:ext>
            </a:extLst>
          </p:cNvPr>
          <p:cNvSpPr>
            <a:spLocks noGrp="1"/>
          </p:cNvSpPr>
          <p:nvPr/>
        </p:nvSpPr>
        <p:spPr>
          <a:xfrm>
            <a:off x="828087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3" name="F2_precision_recall_distributions_6067">
            <a:extLst>
              <a:ext uri="{FF2B5EF4-FFF2-40B4-BE49-F238E27FC236}">
                <a16:creationId xmlns:a16="http://schemas.microsoft.com/office/drawing/2014/main" id="{5FD6DA3E-00B5-4FD2-B1E7-7AB6E519FB7C}"/>
              </a:ext>
            </a:extLst>
          </p:cNvPr>
          <p:cNvSpPr>
            <a:spLocks noGrp="1"/>
          </p:cNvSpPr>
          <p:nvPr/>
        </p:nvSpPr>
        <p:spPr>
          <a:xfrm>
            <a:off x="83079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4" name="F2_precision_recall_distributions_6068">
            <a:extLst>
              <a:ext uri="{FF2B5EF4-FFF2-40B4-BE49-F238E27FC236}">
                <a16:creationId xmlns:a16="http://schemas.microsoft.com/office/drawing/2014/main" id="{6F4B5B95-3479-41C0-A5B7-A3520523405F}"/>
              </a:ext>
            </a:extLst>
          </p:cNvPr>
          <p:cNvSpPr>
            <a:spLocks noGrp="1"/>
          </p:cNvSpPr>
          <p:nvPr/>
        </p:nvSpPr>
        <p:spPr>
          <a:xfrm>
            <a:off x="8145558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5" name="F2_precision_recall_distributions_6069">
            <a:extLst>
              <a:ext uri="{FF2B5EF4-FFF2-40B4-BE49-F238E27FC236}">
                <a16:creationId xmlns:a16="http://schemas.microsoft.com/office/drawing/2014/main" id="{89DD9DAC-EB15-4094-9B61-786CDD0EB5E5}"/>
              </a:ext>
            </a:extLst>
          </p:cNvPr>
          <p:cNvSpPr>
            <a:spLocks noGrp="1"/>
          </p:cNvSpPr>
          <p:nvPr/>
        </p:nvSpPr>
        <p:spPr>
          <a:xfrm>
            <a:off x="83690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6" name="F2_precision_recall_distributions_6070">
            <a:extLst>
              <a:ext uri="{FF2B5EF4-FFF2-40B4-BE49-F238E27FC236}">
                <a16:creationId xmlns:a16="http://schemas.microsoft.com/office/drawing/2014/main" id="{4AB4BF80-47B4-4A7E-9C79-FE67DF5278D3}"/>
              </a:ext>
            </a:extLst>
          </p:cNvPr>
          <p:cNvSpPr>
            <a:spLocks noGrp="1"/>
          </p:cNvSpPr>
          <p:nvPr/>
        </p:nvSpPr>
        <p:spPr>
          <a:xfrm>
            <a:off x="817079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7" name="F2_precision_recall_distributions_6071">
            <a:extLst>
              <a:ext uri="{FF2B5EF4-FFF2-40B4-BE49-F238E27FC236}">
                <a16:creationId xmlns:a16="http://schemas.microsoft.com/office/drawing/2014/main" id="{AC9A2F5B-0357-4221-B7C6-D1069CBE0E30}"/>
              </a:ext>
            </a:extLst>
          </p:cNvPr>
          <p:cNvSpPr>
            <a:spLocks noGrp="1"/>
          </p:cNvSpPr>
          <p:nvPr/>
        </p:nvSpPr>
        <p:spPr>
          <a:xfrm>
            <a:off x="83891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8" name="F2_precision_recall_distributions_6072">
            <a:extLst>
              <a:ext uri="{FF2B5EF4-FFF2-40B4-BE49-F238E27FC236}">
                <a16:creationId xmlns:a16="http://schemas.microsoft.com/office/drawing/2014/main" id="{2407FFA3-1521-4287-8142-5E368AA4A821}"/>
              </a:ext>
            </a:extLst>
          </p:cNvPr>
          <p:cNvSpPr>
            <a:spLocks noGrp="1"/>
          </p:cNvSpPr>
          <p:nvPr/>
        </p:nvSpPr>
        <p:spPr>
          <a:xfrm>
            <a:off x="8200329" y="45866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9" name="F2_precision_recall_distributions_6073">
            <a:extLst>
              <a:ext uri="{FF2B5EF4-FFF2-40B4-BE49-F238E27FC236}">
                <a16:creationId xmlns:a16="http://schemas.microsoft.com/office/drawing/2014/main" id="{326749AE-47CD-4DE5-8112-E0C519B07986}"/>
              </a:ext>
            </a:extLst>
          </p:cNvPr>
          <p:cNvSpPr>
            <a:spLocks noGrp="1"/>
          </p:cNvSpPr>
          <p:nvPr/>
        </p:nvSpPr>
        <p:spPr>
          <a:xfrm>
            <a:off x="819226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0" name="F2_precision_recall_distributions_6074">
            <a:extLst>
              <a:ext uri="{FF2B5EF4-FFF2-40B4-BE49-F238E27FC236}">
                <a16:creationId xmlns:a16="http://schemas.microsoft.com/office/drawing/2014/main" id="{AB1ABD7B-BC32-4D95-99E1-4059970CE13B}"/>
              </a:ext>
            </a:extLst>
          </p:cNvPr>
          <p:cNvSpPr>
            <a:spLocks noGrp="1"/>
          </p:cNvSpPr>
          <p:nvPr/>
        </p:nvSpPr>
        <p:spPr>
          <a:xfrm>
            <a:off x="82799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1" name="F2_precision_recall_distributions_6075">
            <a:extLst>
              <a:ext uri="{FF2B5EF4-FFF2-40B4-BE49-F238E27FC236}">
                <a16:creationId xmlns:a16="http://schemas.microsoft.com/office/drawing/2014/main" id="{D086F89D-3F98-4F39-813A-336583EE6F2B}"/>
              </a:ext>
            </a:extLst>
          </p:cNvPr>
          <p:cNvSpPr>
            <a:spLocks noGrp="1"/>
          </p:cNvSpPr>
          <p:nvPr/>
        </p:nvSpPr>
        <p:spPr>
          <a:xfrm>
            <a:off x="83326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2" name="F2_precision_recall_distributions_6076">
            <a:extLst>
              <a:ext uri="{FF2B5EF4-FFF2-40B4-BE49-F238E27FC236}">
                <a16:creationId xmlns:a16="http://schemas.microsoft.com/office/drawing/2014/main" id="{C951A780-56F6-4BBD-8FC3-3A9EB6220860}"/>
              </a:ext>
            </a:extLst>
          </p:cNvPr>
          <p:cNvSpPr>
            <a:spLocks noGrp="1"/>
          </p:cNvSpPr>
          <p:nvPr/>
        </p:nvSpPr>
        <p:spPr>
          <a:xfrm>
            <a:off x="845809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3" name="F2_precision_recall_distributions_6077">
            <a:extLst>
              <a:ext uri="{FF2B5EF4-FFF2-40B4-BE49-F238E27FC236}">
                <a16:creationId xmlns:a16="http://schemas.microsoft.com/office/drawing/2014/main" id="{2D44F3F6-7F3B-4E39-BDA3-97EC6DF74215}"/>
              </a:ext>
            </a:extLst>
          </p:cNvPr>
          <p:cNvSpPr>
            <a:spLocks noGrp="1"/>
          </p:cNvSpPr>
          <p:nvPr/>
        </p:nvSpPr>
        <p:spPr>
          <a:xfrm>
            <a:off x="8225921" y="43604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4" name="F2_precision_recall_distributions_6078">
            <a:extLst>
              <a:ext uri="{FF2B5EF4-FFF2-40B4-BE49-F238E27FC236}">
                <a16:creationId xmlns:a16="http://schemas.microsoft.com/office/drawing/2014/main" id="{12F73A74-1F4E-4ACE-B781-E7CDBF70E20D}"/>
              </a:ext>
            </a:extLst>
          </p:cNvPr>
          <p:cNvSpPr>
            <a:spLocks noGrp="1"/>
          </p:cNvSpPr>
          <p:nvPr/>
        </p:nvSpPr>
        <p:spPr>
          <a:xfrm>
            <a:off x="830632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5" name="F2_precision_recall_distributions_6079">
            <a:extLst>
              <a:ext uri="{FF2B5EF4-FFF2-40B4-BE49-F238E27FC236}">
                <a16:creationId xmlns:a16="http://schemas.microsoft.com/office/drawing/2014/main" id="{EB1AA409-8458-4963-B874-FA0365D5F06F}"/>
              </a:ext>
            </a:extLst>
          </p:cNvPr>
          <p:cNvSpPr>
            <a:spLocks noGrp="1"/>
          </p:cNvSpPr>
          <p:nvPr/>
        </p:nvSpPr>
        <p:spPr>
          <a:xfrm>
            <a:off x="8201860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6" name="F2_precision_recall_distributions_6080">
            <a:extLst>
              <a:ext uri="{FF2B5EF4-FFF2-40B4-BE49-F238E27FC236}">
                <a16:creationId xmlns:a16="http://schemas.microsoft.com/office/drawing/2014/main" id="{200DD04A-1309-4492-A019-F7144B0F61EF}"/>
              </a:ext>
            </a:extLst>
          </p:cNvPr>
          <p:cNvSpPr>
            <a:spLocks noGrp="1"/>
          </p:cNvSpPr>
          <p:nvPr/>
        </p:nvSpPr>
        <p:spPr>
          <a:xfrm>
            <a:off x="8300485" y="4781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7" name="F2_precision_recall_distributions_6081">
            <a:extLst>
              <a:ext uri="{FF2B5EF4-FFF2-40B4-BE49-F238E27FC236}">
                <a16:creationId xmlns:a16="http://schemas.microsoft.com/office/drawing/2014/main" id="{45823CF5-97C2-4541-9909-FA050A041B49}"/>
              </a:ext>
            </a:extLst>
          </p:cNvPr>
          <p:cNvSpPr>
            <a:spLocks noGrp="1"/>
          </p:cNvSpPr>
          <p:nvPr/>
        </p:nvSpPr>
        <p:spPr>
          <a:xfrm>
            <a:off x="82143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8" name="F2_precision_recall_distributions_6082">
            <a:extLst>
              <a:ext uri="{FF2B5EF4-FFF2-40B4-BE49-F238E27FC236}">
                <a16:creationId xmlns:a16="http://schemas.microsoft.com/office/drawing/2014/main" id="{39180743-0155-41C7-BAD0-E4819FDA08A9}"/>
              </a:ext>
            </a:extLst>
          </p:cNvPr>
          <p:cNvSpPr>
            <a:spLocks noGrp="1"/>
          </p:cNvSpPr>
          <p:nvPr/>
        </p:nvSpPr>
        <p:spPr>
          <a:xfrm>
            <a:off x="84424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9" name="F2_precision_recall_distributions_6083">
            <a:extLst>
              <a:ext uri="{FF2B5EF4-FFF2-40B4-BE49-F238E27FC236}">
                <a16:creationId xmlns:a16="http://schemas.microsoft.com/office/drawing/2014/main" id="{2253A491-DDAE-436B-96C9-609543BF96FA}"/>
              </a:ext>
            </a:extLst>
          </p:cNvPr>
          <p:cNvSpPr>
            <a:spLocks noGrp="1"/>
          </p:cNvSpPr>
          <p:nvPr/>
        </p:nvSpPr>
        <p:spPr>
          <a:xfrm>
            <a:off x="81567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0" name="F2_precision_recall_distributions_6084">
            <a:extLst>
              <a:ext uri="{FF2B5EF4-FFF2-40B4-BE49-F238E27FC236}">
                <a16:creationId xmlns:a16="http://schemas.microsoft.com/office/drawing/2014/main" id="{C81981C5-5B4C-43A2-A2D8-3ADF65696C18}"/>
              </a:ext>
            </a:extLst>
          </p:cNvPr>
          <p:cNvSpPr>
            <a:spLocks noGrp="1"/>
          </p:cNvSpPr>
          <p:nvPr/>
        </p:nvSpPr>
        <p:spPr>
          <a:xfrm>
            <a:off x="822463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1" name="F2_precision_recall_distributions_6085">
            <a:extLst>
              <a:ext uri="{FF2B5EF4-FFF2-40B4-BE49-F238E27FC236}">
                <a16:creationId xmlns:a16="http://schemas.microsoft.com/office/drawing/2014/main" id="{4290CFC5-ED04-4B97-86F8-2EEE35A587FA}"/>
              </a:ext>
            </a:extLst>
          </p:cNvPr>
          <p:cNvSpPr>
            <a:spLocks noGrp="1"/>
          </p:cNvSpPr>
          <p:nvPr/>
        </p:nvSpPr>
        <p:spPr>
          <a:xfrm>
            <a:off x="85016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2" name="F2_precision_recall_distributions_6086">
            <a:extLst>
              <a:ext uri="{FF2B5EF4-FFF2-40B4-BE49-F238E27FC236}">
                <a16:creationId xmlns:a16="http://schemas.microsoft.com/office/drawing/2014/main" id="{DA9765E4-790F-4496-ADD3-D7785D9458A8}"/>
              </a:ext>
            </a:extLst>
          </p:cNvPr>
          <p:cNvSpPr>
            <a:spLocks noGrp="1"/>
          </p:cNvSpPr>
          <p:nvPr/>
        </p:nvSpPr>
        <p:spPr>
          <a:xfrm>
            <a:off x="842716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3" name="F2_precision_recall_distributions_6087">
            <a:extLst>
              <a:ext uri="{FF2B5EF4-FFF2-40B4-BE49-F238E27FC236}">
                <a16:creationId xmlns:a16="http://schemas.microsoft.com/office/drawing/2014/main" id="{0C3723BB-99FB-4388-90C3-61DC2D50A64E}"/>
              </a:ext>
            </a:extLst>
          </p:cNvPr>
          <p:cNvSpPr>
            <a:spLocks noGrp="1"/>
          </p:cNvSpPr>
          <p:nvPr/>
        </p:nvSpPr>
        <p:spPr>
          <a:xfrm>
            <a:off x="82307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4" name="F2_precision_recall_distributions_6088">
            <a:extLst>
              <a:ext uri="{FF2B5EF4-FFF2-40B4-BE49-F238E27FC236}">
                <a16:creationId xmlns:a16="http://schemas.microsoft.com/office/drawing/2014/main" id="{0AFC3CDD-414B-4B2D-941B-B809B32604C9}"/>
              </a:ext>
            </a:extLst>
          </p:cNvPr>
          <p:cNvSpPr>
            <a:spLocks noGrp="1"/>
          </p:cNvSpPr>
          <p:nvPr/>
        </p:nvSpPr>
        <p:spPr>
          <a:xfrm>
            <a:off x="83298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5" name="F2_precision_recall_distributions_6089">
            <a:extLst>
              <a:ext uri="{FF2B5EF4-FFF2-40B4-BE49-F238E27FC236}">
                <a16:creationId xmlns:a16="http://schemas.microsoft.com/office/drawing/2014/main" id="{C1ABCF7B-83F4-4B97-9A44-6B0E787C649E}"/>
              </a:ext>
            </a:extLst>
          </p:cNvPr>
          <p:cNvSpPr>
            <a:spLocks noGrp="1"/>
          </p:cNvSpPr>
          <p:nvPr/>
        </p:nvSpPr>
        <p:spPr>
          <a:xfrm>
            <a:off x="8456418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6" name="F2_precision_recall_distributions_6090">
            <a:extLst>
              <a:ext uri="{FF2B5EF4-FFF2-40B4-BE49-F238E27FC236}">
                <a16:creationId xmlns:a16="http://schemas.microsoft.com/office/drawing/2014/main" id="{F4C215A5-63E9-452D-B6DE-6F7523E91173}"/>
              </a:ext>
            </a:extLst>
          </p:cNvPr>
          <p:cNvSpPr>
            <a:spLocks noGrp="1"/>
          </p:cNvSpPr>
          <p:nvPr/>
        </p:nvSpPr>
        <p:spPr>
          <a:xfrm>
            <a:off x="8355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7" name="F2_precision_recall_distributions_6091">
            <a:extLst>
              <a:ext uri="{FF2B5EF4-FFF2-40B4-BE49-F238E27FC236}">
                <a16:creationId xmlns:a16="http://schemas.microsoft.com/office/drawing/2014/main" id="{FA74A542-4C1B-4EA5-9760-AFDBF4176D98}"/>
              </a:ext>
            </a:extLst>
          </p:cNvPr>
          <p:cNvSpPr>
            <a:spLocks noGrp="1"/>
          </p:cNvSpPr>
          <p:nvPr/>
        </p:nvSpPr>
        <p:spPr>
          <a:xfrm>
            <a:off x="82813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8" name="F2_precision_recall_distributions_6092">
            <a:extLst>
              <a:ext uri="{FF2B5EF4-FFF2-40B4-BE49-F238E27FC236}">
                <a16:creationId xmlns:a16="http://schemas.microsoft.com/office/drawing/2014/main" id="{7F3C5AC6-E0F1-4964-9266-EE47492431D3}"/>
              </a:ext>
            </a:extLst>
          </p:cNvPr>
          <p:cNvSpPr>
            <a:spLocks noGrp="1"/>
          </p:cNvSpPr>
          <p:nvPr/>
        </p:nvSpPr>
        <p:spPr>
          <a:xfrm>
            <a:off x="835930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9" name="F2_precision_recall_distributions_6093">
            <a:extLst>
              <a:ext uri="{FF2B5EF4-FFF2-40B4-BE49-F238E27FC236}">
                <a16:creationId xmlns:a16="http://schemas.microsoft.com/office/drawing/2014/main" id="{66A73C38-E540-4C9C-8999-EE34606A7588}"/>
              </a:ext>
            </a:extLst>
          </p:cNvPr>
          <p:cNvSpPr>
            <a:spLocks noGrp="1"/>
          </p:cNvSpPr>
          <p:nvPr/>
        </p:nvSpPr>
        <p:spPr>
          <a:xfrm>
            <a:off x="81887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0" name="F2_precision_recall_distributions_6094">
            <a:extLst>
              <a:ext uri="{FF2B5EF4-FFF2-40B4-BE49-F238E27FC236}">
                <a16:creationId xmlns:a16="http://schemas.microsoft.com/office/drawing/2014/main" id="{C6AFADD2-447A-4F5B-8645-4CDA65F64BC4}"/>
              </a:ext>
            </a:extLst>
          </p:cNvPr>
          <p:cNvSpPr>
            <a:spLocks noGrp="1"/>
          </p:cNvSpPr>
          <p:nvPr/>
        </p:nvSpPr>
        <p:spPr>
          <a:xfrm>
            <a:off x="8343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1" name="F2_precision_recall_distributions_6095">
            <a:extLst>
              <a:ext uri="{FF2B5EF4-FFF2-40B4-BE49-F238E27FC236}">
                <a16:creationId xmlns:a16="http://schemas.microsoft.com/office/drawing/2014/main" id="{42EB2951-5961-4A15-B59A-A186786D2D1C}"/>
              </a:ext>
            </a:extLst>
          </p:cNvPr>
          <p:cNvSpPr>
            <a:spLocks noGrp="1"/>
          </p:cNvSpPr>
          <p:nvPr/>
        </p:nvSpPr>
        <p:spPr>
          <a:xfrm>
            <a:off x="840609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2" name="F2_precision_recall_distributions_6096">
            <a:extLst>
              <a:ext uri="{FF2B5EF4-FFF2-40B4-BE49-F238E27FC236}">
                <a16:creationId xmlns:a16="http://schemas.microsoft.com/office/drawing/2014/main" id="{F34DCB1E-FB3A-4E4A-AB5D-48F09FE7ADBC}"/>
              </a:ext>
            </a:extLst>
          </p:cNvPr>
          <p:cNvSpPr>
            <a:spLocks noGrp="1"/>
          </p:cNvSpPr>
          <p:nvPr/>
        </p:nvSpPr>
        <p:spPr>
          <a:xfrm>
            <a:off x="814848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3" name="F2_precision_recall_distributions_6097">
            <a:extLst>
              <a:ext uri="{FF2B5EF4-FFF2-40B4-BE49-F238E27FC236}">
                <a16:creationId xmlns:a16="http://schemas.microsoft.com/office/drawing/2014/main" id="{EF88A447-564B-463E-B05B-31C4B9D5138B}"/>
              </a:ext>
            </a:extLst>
          </p:cNvPr>
          <p:cNvSpPr>
            <a:spLocks noGrp="1"/>
          </p:cNvSpPr>
          <p:nvPr/>
        </p:nvSpPr>
        <p:spPr>
          <a:xfrm>
            <a:off x="8351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4" name="F2_precision_recall_distributions_6098">
            <a:extLst>
              <a:ext uri="{FF2B5EF4-FFF2-40B4-BE49-F238E27FC236}">
                <a16:creationId xmlns:a16="http://schemas.microsoft.com/office/drawing/2014/main" id="{C23CE2C4-BA3A-4303-91F7-DF7A3B8AD280}"/>
              </a:ext>
            </a:extLst>
          </p:cNvPr>
          <p:cNvSpPr>
            <a:spLocks noGrp="1"/>
          </p:cNvSpPr>
          <p:nvPr/>
        </p:nvSpPr>
        <p:spPr>
          <a:xfrm>
            <a:off x="84805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5" name="F2_precision_recall_distributions_6099">
            <a:extLst>
              <a:ext uri="{FF2B5EF4-FFF2-40B4-BE49-F238E27FC236}">
                <a16:creationId xmlns:a16="http://schemas.microsoft.com/office/drawing/2014/main" id="{4D03DBCD-2B54-4F57-A39D-D41CC76EC76F}"/>
              </a:ext>
            </a:extLst>
          </p:cNvPr>
          <p:cNvSpPr>
            <a:spLocks noGrp="1"/>
          </p:cNvSpPr>
          <p:nvPr/>
        </p:nvSpPr>
        <p:spPr>
          <a:xfrm>
            <a:off x="82561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6" name="F2_precision_recall_distributions_6100">
            <a:extLst>
              <a:ext uri="{FF2B5EF4-FFF2-40B4-BE49-F238E27FC236}">
                <a16:creationId xmlns:a16="http://schemas.microsoft.com/office/drawing/2014/main" id="{B6C5C7C3-849D-4E58-8510-266CFE0673B5}"/>
              </a:ext>
            </a:extLst>
          </p:cNvPr>
          <p:cNvSpPr>
            <a:spLocks noGrp="1"/>
          </p:cNvSpPr>
          <p:nvPr/>
        </p:nvSpPr>
        <p:spPr>
          <a:xfrm>
            <a:off x="82247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7" name="F2_precision_recall_distributions_6101">
            <a:extLst>
              <a:ext uri="{FF2B5EF4-FFF2-40B4-BE49-F238E27FC236}">
                <a16:creationId xmlns:a16="http://schemas.microsoft.com/office/drawing/2014/main" id="{CE2810F2-09F5-455B-A851-1885250224DF}"/>
              </a:ext>
            </a:extLst>
          </p:cNvPr>
          <p:cNvSpPr>
            <a:spLocks noGrp="1"/>
          </p:cNvSpPr>
          <p:nvPr/>
        </p:nvSpPr>
        <p:spPr>
          <a:xfrm>
            <a:off x="818948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8" name="F2_precision_recall_distributions_6102">
            <a:extLst>
              <a:ext uri="{FF2B5EF4-FFF2-40B4-BE49-F238E27FC236}">
                <a16:creationId xmlns:a16="http://schemas.microsoft.com/office/drawing/2014/main" id="{A159CDBA-207E-42C1-B442-DDE4E68C59D4}"/>
              </a:ext>
            </a:extLst>
          </p:cNvPr>
          <p:cNvSpPr>
            <a:spLocks noGrp="1"/>
          </p:cNvSpPr>
          <p:nvPr/>
        </p:nvSpPr>
        <p:spPr>
          <a:xfrm>
            <a:off x="833997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9" name="F2_precision_recall_distributions_6103">
            <a:extLst>
              <a:ext uri="{FF2B5EF4-FFF2-40B4-BE49-F238E27FC236}">
                <a16:creationId xmlns:a16="http://schemas.microsoft.com/office/drawing/2014/main" id="{DC191B9E-9274-4B3E-9C54-AAAF2BEAD0CE}"/>
              </a:ext>
            </a:extLst>
          </p:cNvPr>
          <p:cNvSpPr>
            <a:spLocks noGrp="1"/>
          </p:cNvSpPr>
          <p:nvPr/>
        </p:nvSpPr>
        <p:spPr>
          <a:xfrm>
            <a:off x="83228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0" name="F2_precision_recall_distributions_6104">
            <a:extLst>
              <a:ext uri="{FF2B5EF4-FFF2-40B4-BE49-F238E27FC236}">
                <a16:creationId xmlns:a16="http://schemas.microsoft.com/office/drawing/2014/main" id="{3819990A-FD05-482B-9D8B-2C87C833BF67}"/>
              </a:ext>
            </a:extLst>
          </p:cNvPr>
          <p:cNvSpPr>
            <a:spLocks noGrp="1"/>
          </p:cNvSpPr>
          <p:nvPr/>
        </p:nvSpPr>
        <p:spPr>
          <a:xfrm>
            <a:off x="8244187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1" name="F2_precision_recall_distributions_6105">
            <a:extLst>
              <a:ext uri="{FF2B5EF4-FFF2-40B4-BE49-F238E27FC236}">
                <a16:creationId xmlns:a16="http://schemas.microsoft.com/office/drawing/2014/main" id="{0548B379-9122-4704-B0B6-D0A181A8631D}"/>
              </a:ext>
            </a:extLst>
          </p:cNvPr>
          <p:cNvSpPr>
            <a:spLocks noGrp="1"/>
          </p:cNvSpPr>
          <p:nvPr/>
        </p:nvSpPr>
        <p:spPr>
          <a:xfrm>
            <a:off x="83333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2" name="F2_precision_recall_distributions_6106">
            <a:extLst>
              <a:ext uri="{FF2B5EF4-FFF2-40B4-BE49-F238E27FC236}">
                <a16:creationId xmlns:a16="http://schemas.microsoft.com/office/drawing/2014/main" id="{7C5E5DF5-A896-4EE2-AD2B-766C583DF2F4}"/>
              </a:ext>
            </a:extLst>
          </p:cNvPr>
          <p:cNvSpPr>
            <a:spLocks noGrp="1"/>
          </p:cNvSpPr>
          <p:nvPr/>
        </p:nvSpPr>
        <p:spPr>
          <a:xfrm>
            <a:off x="830363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3" name="F2_precision_recall_distributions_6107">
            <a:extLst>
              <a:ext uri="{FF2B5EF4-FFF2-40B4-BE49-F238E27FC236}">
                <a16:creationId xmlns:a16="http://schemas.microsoft.com/office/drawing/2014/main" id="{29DBCCEC-BFBF-4826-958F-C03EABA5AAC7}"/>
              </a:ext>
            </a:extLst>
          </p:cNvPr>
          <p:cNvSpPr>
            <a:spLocks noGrp="1"/>
          </p:cNvSpPr>
          <p:nvPr/>
        </p:nvSpPr>
        <p:spPr>
          <a:xfrm>
            <a:off x="8191835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4" name="F2_precision_recall_distributions_6108">
            <a:extLst>
              <a:ext uri="{FF2B5EF4-FFF2-40B4-BE49-F238E27FC236}">
                <a16:creationId xmlns:a16="http://schemas.microsoft.com/office/drawing/2014/main" id="{F5BE40BF-F6B4-4553-B00A-79F41143A41F}"/>
              </a:ext>
            </a:extLst>
          </p:cNvPr>
          <p:cNvSpPr>
            <a:spLocks noGrp="1"/>
          </p:cNvSpPr>
          <p:nvPr/>
        </p:nvSpPr>
        <p:spPr>
          <a:xfrm>
            <a:off x="84729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5" name="F2_precision_recall_distributions_6109">
            <a:extLst>
              <a:ext uri="{FF2B5EF4-FFF2-40B4-BE49-F238E27FC236}">
                <a16:creationId xmlns:a16="http://schemas.microsoft.com/office/drawing/2014/main" id="{650F9151-3150-419D-BD15-0DC9D503B59E}"/>
              </a:ext>
            </a:extLst>
          </p:cNvPr>
          <p:cNvSpPr>
            <a:spLocks noGrp="1"/>
          </p:cNvSpPr>
          <p:nvPr/>
        </p:nvSpPr>
        <p:spPr>
          <a:xfrm>
            <a:off x="829152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6" name="F2_precision_recall_distributions_6110">
            <a:extLst>
              <a:ext uri="{FF2B5EF4-FFF2-40B4-BE49-F238E27FC236}">
                <a16:creationId xmlns:a16="http://schemas.microsoft.com/office/drawing/2014/main" id="{D6ADDF7C-70B4-4D24-ABF4-E8F9B52EC8D7}"/>
              </a:ext>
            </a:extLst>
          </p:cNvPr>
          <p:cNvSpPr>
            <a:spLocks noGrp="1"/>
          </p:cNvSpPr>
          <p:nvPr/>
        </p:nvSpPr>
        <p:spPr>
          <a:xfrm>
            <a:off x="8407774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7" name="F2_precision_recall_distributions_6111">
            <a:extLst>
              <a:ext uri="{FF2B5EF4-FFF2-40B4-BE49-F238E27FC236}">
                <a16:creationId xmlns:a16="http://schemas.microsoft.com/office/drawing/2014/main" id="{7B16AA63-A732-4951-B2A3-DBB8AE954CE1}"/>
              </a:ext>
            </a:extLst>
          </p:cNvPr>
          <p:cNvSpPr>
            <a:spLocks noGrp="1"/>
          </p:cNvSpPr>
          <p:nvPr/>
        </p:nvSpPr>
        <p:spPr>
          <a:xfrm>
            <a:off x="8276725" y="497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8" name="F2_precision_recall_distributions_6112">
            <a:extLst>
              <a:ext uri="{FF2B5EF4-FFF2-40B4-BE49-F238E27FC236}">
                <a16:creationId xmlns:a16="http://schemas.microsoft.com/office/drawing/2014/main" id="{EA3F4590-A9A7-4F97-B720-3E310B0605D5}"/>
              </a:ext>
            </a:extLst>
          </p:cNvPr>
          <p:cNvSpPr>
            <a:spLocks noGrp="1"/>
          </p:cNvSpPr>
          <p:nvPr/>
        </p:nvSpPr>
        <p:spPr>
          <a:xfrm>
            <a:off x="84115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9" name="F2_precision_recall_distributions_6113">
            <a:extLst>
              <a:ext uri="{FF2B5EF4-FFF2-40B4-BE49-F238E27FC236}">
                <a16:creationId xmlns:a16="http://schemas.microsoft.com/office/drawing/2014/main" id="{D9CD20A5-9034-4E58-9EF1-769F2DC07395}"/>
              </a:ext>
            </a:extLst>
          </p:cNvPr>
          <p:cNvSpPr>
            <a:spLocks noGrp="1"/>
          </p:cNvSpPr>
          <p:nvPr/>
        </p:nvSpPr>
        <p:spPr>
          <a:xfrm>
            <a:off x="8204762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0" name="F2_precision_recall_distributions_6114">
            <a:extLst>
              <a:ext uri="{FF2B5EF4-FFF2-40B4-BE49-F238E27FC236}">
                <a16:creationId xmlns:a16="http://schemas.microsoft.com/office/drawing/2014/main" id="{D1D1C6EC-751B-49A5-B6D0-46A4169CA5A1}"/>
              </a:ext>
            </a:extLst>
          </p:cNvPr>
          <p:cNvSpPr>
            <a:spLocks noGrp="1"/>
          </p:cNvSpPr>
          <p:nvPr/>
        </p:nvSpPr>
        <p:spPr>
          <a:xfrm>
            <a:off x="8295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1" name="F2_precision_recall_distributions_6115">
            <a:extLst>
              <a:ext uri="{FF2B5EF4-FFF2-40B4-BE49-F238E27FC236}">
                <a16:creationId xmlns:a16="http://schemas.microsoft.com/office/drawing/2014/main" id="{26B478A9-A948-472D-84E2-FCA74A23A8D7}"/>
              </a:ext>
            </a:extLst>
          </p:cNvPr>
          <p:cNvSpPr>
            <a:spLocks noGrp="1"/>
          </p:cNvSpPr>
          <p:nvPr/>
        </p:nvSpPr>
        <p:spPr>
          <a:xfrm>
            <a:off x="84139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2" name="F2_precision_recall_distributions_6116">
            <a:extLst>
              <a:ext uri="{FF2B5EF4-FFF2-40B4-BE49-F238E27FC236}">
                <a16:creationId xmlns:a16="http://schemas.microsoft.com/office/drawing/2014/main" id="{8B86248C-C760-41A0-A164-16F8DF0499BD}"/>
              </a:ext>
            </a:extLst>
          </p:cNvPr>
          <p:cNvSpPr>
            <a:spLocks noGrp="1"/>
          </p:cNvSpPr>
          <p:nvPr/>
        </p:nvSpPr>
        <p:spPr>
          <a:xfrm>
            <a:off x="81462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3" name="F2_precision_recall_distributions_6117">
            <a:extLst>
              <a:ext uri="{FF2B5EF4-FFF2-40B4-BE49-F238E27FC236}">
                <a16:creationId xmlns:a16="http://schemas.microsoft.com/office/drawing/2014/main" id="{57C77FCC-909A-4811-B47F-1DF610372FF1}"/>
              </a:ext>
            </a:extLst>
          </p:cNvPr>
          <p:cNvSpPr>
            <a:spLocks noGrp="1"/>
          </p:cNvSpPr>
          <p:nvPr/>
        </p:nvSpPr>
        <p:spPr>
          <a:xfrm>
            <a:off x="8440406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4" name="F2_precision_recall_distributions_6118">
            <a:extLst>
              <a:ext uri="{FF2B5EF4-FFF2-40B4-BE49-F238E27FC236}">
                <a16:creationId xmlns:a16="http://schemas.microsoft.com/office/drawing/2014/main" id="{A37E9A7B-29CA-42AA-95FA-7CA6271BD2F5}"/>
              </a:ext>
            </a:extLst>
          </p:cNvPr>
          <p:cNvSpPr>
            <a:spLocks noGrp="1"/>
          </p:cNvSpPr>
          <p:nvPr/>
        </p:nvSpPr>
        <p:spPr>
          <a:xfrm>
            <a:off x="81945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5" name="F2_precision_recall_distributions_6119">
            <a:extLst>
              <a:ext uri="{FF2B5EF4-FFF2-40B4-BE49-F238E27FC236}">
                <a16:creationId xmlns:a16="http://schemas.microsoft.com/office/drawing/2014/main" id="{CFBB78D7-86CA-4E86-9D47-192DCF96A6E9}"/>
              </a:ext>
            </a:extLst>
          </p:cNvPr>
          <p:cNvSpPr>
            <a:spLocks noGrp="1"/>
          </p:cNvSpPr>
          <p:nvPr/>
        </p:nvSpPr>
        <p:spPr>
          <a:xfrm>
            <a:off x="8328233" y="4418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6" name="F2_precision_recall_distributions_6120">
            <a:extLst>
              <a:ext uri="{FF2B5EF4-FFF2-40B4-BE49-F238E27FC236}">
                <a16:creationId xmlns:a16="http://schemas.microsoft.com/office/drawing/2014/main" id="{EBE8BE08-CE29-4E5E-915C-215AA9C0A78F}"/>
              </a:ext>
            </a:extLst>
          </p:cNvPr>
          <p:cNvSpPr>
            <a:spLocks noGrp="1"/>
          </p:cNvSpPr>
          <p:nvPr/>
        </p:nvSpPr>
        <p:spPr>
          <a:xfrm>
            <a:off x="836423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7" name="F2_precision_recall_distributions_6121">
            <a:extLst>
              <a:ext uri="{FF2B5EF4-FFF2-40B4-BE49-F238E27FC236}">
                <a16:creationId xmlns:a16="http://schemas.microsoft.com/office/drawing/2014/main" id="{3572EA5F-D1E5-4E2B-9E5A-D16D8730C58E}"/>
              </a:ext>
            </a:extLst>
          </p:cNvPr>
          <p:cNvSpPr>
            <a:spLocks noGrp="1"/>
          </p:cNvSpPr>
          <p:nvPr/>
        </p:nvSpPr>
        <p:spPr>
          <a:xfrm>
            <a:off x="836665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8" name="F2_precision_recall_distributions_6122">
            <a:extLst>
              <a:ext uri="{FF2B5EF4-FFF2-40B4-BE49-F238E27FC236}">
                <a16:creationId xmlns:a16="http://schemas.microsoft.com/office/drawing/2014/main" id="{ABD8BB8C-1A3F-4651-9E0E-94B206DF5F69}"/>
              </a:ext>
            </a:extLst>
          </p:cNvPr>
          <p:cNvSpPr>
            <a:spLocks noGrp="1"/>
          </p:cNvSpPr>
          <p:nvPr/>
        </p:nvSpPr>
        <p:spPr>
          <a:xfrm>
            <a:off x="8216254" y="48361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9" name="F2_precision_recall_distributions_6123">
            <a:extLst>
              <a:ext uri="{FF2B5EF4-FFF2-40B4-BE49-F238E27FC236}">
                <a16:creationId xmlns:a16="http://schemas.microsoft.com/office/drawing/2014/main" id="{79FF0A87-7DDA-4C78-8203-C9716BB74D0F}"/>
              </a:ext>
            </a:extLst>
          </p:cNvPr>
          <p:cNvSpPr>
            <a:spLocks noGrp="1"/>
          </p:cNvSpPr>
          <p:nvPr/>
        </p:nvSpPr>
        <p:spPr>
          <a:xfrm>
            <a:off x="837029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0" name="F2_precision_recall_distributions_6124">
            <a:extLst>
              <a:ext uri="{FF2B5EF4-FFF2-40B4-BE49-F238E27FC236}">
                <a16:creationId xmlns:a16="http://schemas.microsoft.com/office/drawing/2014/main" id="{35CD8A0B-0939-4968-8240-DC5FBB50CE86}"/>
              </a:ext>
            </a:extLst>
          </p:cNvPr>
          <p:cNvSpPr>
            <a:spLocks noGrp="1"/>
          </p:cNvSpPr>
          <p:nvPr/>
        </p:nvSpPr>
        <p:spPr>
          <a:xfrm>
            <a:off x="81668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1" name="F2_precision_recall_distributions_6125">
            <a:extLst>
              <a:ext uri="{FF2B5EF4-FFF2-40B4-BE49-F238E27FC236}">
                <a16:creationId xmlns:a16="http://schemas.microsoft.com/office/drawing/2014/main" id="{F7E253F9-B891-4536-89EB-09C33234C344}"/>
              </a:ext>
            </a:extLst>
          </p:cNvPr>
          <p:cNvSpPr>
            <a:spLocks noGrp="1"/>
          </p:cNvSpPr>
          <p:nvPr/>
        </p:nvSpPr>
        <p:spPr>
          <a:xfrm>
            <a:off x="82607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2" name="F2_precision_recall_distributions_6126">
            <a:extLst>
              <a:ext uri="{FF2B5EF4-FFF2-40B4-BE49-F238E27FC236}">
                <a16:creationId xmlns:a16="http://schemas.microsoft.com/office/drawing/2014/main" id="{F46C4754-3583-4994-AC59-0414854910D0}"/>
              </a:ext>
            </a:extLst>
          </p:cNvPr>
          <p:cNvSpPr>
            <a:spLocks noGrp="1"/>
          </p:cNvSpPr>
          <p:nvPr/>
        </p:nvSpPr>
        <p:spPr>
          <a:xfrm>
            <a:off x="829923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3" name="F2_precision_recall_distributions_6127">
            <a:extLst>
              <a:ext uri="{FF2B5EF4-FFF2-40B4-BE49-F238E27FC236}">
                <a16:creationId xmlns:a16="http://schemas.microsoft.com/office/drawing/2014/main" id="{7C5C8C1C-5FB3-4C86-97DD-FAE4CAA96433}"/>
              </a:ext>
            </a:extLst>
          </p:cNvPr>
          <p:cNvSpPr>
            <a:spLocks noGrp="1"/>
          </p:cNvSpPr>
          <p:nvPr/>
        </p:nvSpPr>
        <p:spPr>
          <a:xfrm>
            <a:off x="84104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4" name="F2_precision_recall_distributions_6128">
            <a:extLst>
              <a:ext uri="{FF2B5EF4-FFF2-40B4-BE49-F238E27FC236}">
                <a16:creationId xmlns:a16="http://schemas.microsoft.com/office/drawing/2014/main" id="{2CAF2E4E-374D-47DB-B9BC-77534A57870A}"/>
              </a:ext>
            </a:extLst>
          </p:cNvPr>
          <p:cNvSpPr>
            <a:spLocks noGrp="1"/>
          </p:cNvSpPr>
          <p:nvPr/>
        </p:nvSpPr>
        <p:spPr>
          <a:xfrm>
            <a:off x="84136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5" name="F2_precision_recall_distributions_6129">
            <a:extLst>
              <a:ext uri="{FF2B5EF4-FFF2-40B4-BE49-F238E27FC236}">
                <a16:creationId xmlns:a16="http://schemas.microsoft.com/office/drawing/2014/main" id="{6716C95A-D680-4279-B2DA-98E0C5895748}"/>
              </a:ext>
            </a:extLst>
          </p:cNvPr>
          <p:cNvSpPr>
            <a:spLocks noGrp="1"/>
          </p:cNvSpPr>
          <p:nvPr/>
        </p:nvSpPr>
        <p:spPr>
          <a:xfrm>
            <a:off x="84926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6" name="F2_precision_recall_distributions_6130">
            <a:extLst>
              <a:ext uri="{FF2B5EF4-FFF2-40B4-BE49-F238E27FC236}">
                <a16:creationId xmlns:a16="http://schemas.microsoft.com/office/drawing/2014/main" id="{CE1FDD5F-F2D7-409F-9FAD-18BE20D16FFB}"/>
              </a:ext>
            </a:extLst>
          </p:cNvPr>
          <p:cNvSpPr>
            <a:spLocks noGrp="1"/>
          </p:cNvSpPr>
          <p:nvPr/>
        </p:nvSpPr>
        <p:spPr>
          <a:xfrm>
            <a:off x="8178489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7" name="F2_precision_recall_distributions_6131">
            <a:extLst>
              <a:ext uri="{FF2B5EF4-FFF2-40B4-BE49-F238E27FC236}">
                <a16:creationId xmlns:a16="http://schemas.microsoft.com/office/drawing/2014/main" id="{B77E48BF-D60B-4B48-A702-1BA1D8D1A97D}"/>
              </a:ext>
            </a:extLst>
          </p:cNvPr>
          <p:cNvSpPr>
            <a:spLocks noGrp="1"/>
          </p:cNvSpPr>
          <p:nvPr/>
        </p:nvSpPr>
        <p:spPr>
          <a:xfrm>
            <a:off x="84086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8" name="F2_precision_recall_distributions_6132">
            <a:extLst>
              <a:ext uri="{FF2B5EF4-FFF2-40B4-BE49-F238E27FC236}">
                <a16:creationId xmlns:a16="http://schemas.microsoft.com/office/drawing/2014/main" id="{F31C34B3-D4A3-433D-BB69-0C459B6E6FF4}"/>
              </a:ext>
            </a:extLst>
          </p:cNvPr>
          <p:cNvSpPr>
            <a:spLocks noGrp="1"/>
          </p:cNvSpPr>
          <p:nvPr/>
        </p:nvSpPr>
        <p:spPr>
          <a:xfrm>
            <a:off x="8370566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9" name="F2_precision_recall_distributions_6133">
            <a:extLst>
              <a:ext uri="{FF2B5EF4-FFF2-40B4-BE49-F238E27FC236}">
                <a16:creationId xmlns:a16="http://schemas.microsoft.com/office/drawing/2014/main" id="{F54DBE49-7C09-4F4A-BAC3-EAE533248CB4}"/>
              </a:ext>
            </a:extLst>
          </p:cNvPr>
          <p:cNvSpPr>
            <a:spLocks noGrp="1"/>
          </p:cNvSpPr>
          <p:nvPr/>
        </p:nvSpPr>
        <p:spPr>
          <a:xfrm>
            <a:off x="8172591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0" name="F2_precision_recall_distributions_6134">
            <a:extLst>
              <a:ext uri="{FF2B5EF4-FFF2-40B4-BE49-F238E27FC236}">
                <a16:creationId xmlns:a16="http://schemas.microsoft.com/office/drawing/2014/main" id="{4F499462-CAEF-4E6E-BFA9-29166080887A}"/>
              </a:ext>
            </a:extLst>
          </p:cNvPr>
          <p:cNvSpPr>
            <a:spLocks noGrp="1"/>
          </p:cNvSpPr>
          <p:nvPr/>
        </p:nvSpPr>
        <p:spPr>
          <a:xfrm>
            <a:off x="8294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1" name="F2_precision_recall_distributions_6135">
            <a:extLst>
              <a:ext uri="{FF2B5EF4-FFF2-40B4-BE49-F238E27FC236}">
                <a16:creationId xmlns:a16="http://schemas.microsoft.com/office/drawing/2014/main" id="{C0FCF4BA-C195-4E76-A092-87F867638CF8}"/>
              </a:ext>
            </a:extLst>
          </p:cNvPr>
          <p:cNvSpPr>
            <a:spLocks noGrp="1"/>
          </p:cNvSpPr>
          <p:nvPr/>
        </p:nvSpPr>
        <p:spPr>
          <a:xfrm>
            <a:off x="83980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2" name="F2_precision_recall_distributions_6136">
            <a:extLst>
              <a:ext uri="{FF2B5EF4-FFF2-40B4-BE49-F238E27FC236}">
                <a16:creationId xmlns:a16="http://schemas.microsoft.com/office/drawing/2014/main" id="{DE032785-3F66-4FE1-BA8C-29526D6B8ED0}"/>
              </a:ext>
            </a:extLst>
          </p:cNvPr>
          <p:cNvSpPr>
            <a:spLocks noGrp="1"/>
          </p:cNvSpPr>
          <p:nvPr/>
        </p:nvSpPr>
        <p:spPr>
          <a:xfrm>
            <a:off x="8290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3" name="F2_precision_recall_distributions_6137">
            <a:extLst>
              <a:ext uri="{FF2B5EF4-FFF2-40B4-BE49-F238E27FC236}">
                <a16:creationId xmlns:a16="http://schemas.microsoft.com/office/drawing/2014/main" id="{B3004ADE-9A2F-4A62-B4B6-E7C381AE2BB8}"/>
              </a:ext>
            </a:extLst>
          </p:cNvPr>
          <p:cNvSpPr>
            <a:spLocks noGrp="1"/>
          </p:cNvSpPr>
          <p:nvPr/>
        </p:nvSpPr>
        <p:spPr>
          <a:xfrm>
            <a:off x="836062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4" name="F2_precision_recall_distributions_6138">
            <a:extLst>
              <a:ext uri="{FF2B5EF4-FFF2-40B4-BE49-F238E27FC236}">
                <a16:creationId xmlns:a16="http://schemas.microsoft.com/office/drawing/2014/main" id="{13CCC137-58A0-4A42-B4C2-013C05357A44}"/>
              </a:ext>
            </a:extLst>
          </p:cNvPr>
          <p:cNvSpPr>
            <a:spLocks noGrp="1"/>
          </p:cNvSpPr>
          <p:nvPr/>
        </p:nvSpPr>
        <p:spPr>
          <a:xfrm>
            <a:off x="818450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5" name="F2_precision_recall_distributions_6139">
            <a:extLst>
              <a:ext uri="{FF2B5EF4-FFF2-40B4-BE49-F238E27FC236}">
                <a16:creationId xmlns:a16="http://schemas.microsoft.com/office/drawing/2014/main" id="{DC3C6F54-72A5-42C3-B13F-880FD34F94C8}"/>
              </a:ext>
            </a:extLst>
          </p:cNvPr>
          <p:cNvSpPr>
            <a:spLocks noGrp="1"/>
          </p:cNvSpPr>
          <p:nvPr/>
        </p:nvSpPr>
        <p:spPr>
          <a:xfrm>
            <a:off x="84055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6" name="F2_precision_recall_distributions_6140">
            <a:extLst>
              <a:ext uri="{FF2B5EF4-FFF2-40B4-BE49-F238E27FC236}">
                <a16:creationId xmlns:a16="http://schemas.microsoft.com/office/drawing/2014/main" id="{72E99544-F69E-4672-9988-980DE7E8B8E6}"/>
              </a:ext>
            </a:extLst>
          </p:cNvPr>
          <p:cNvSpPr>
            <a:spLocks noGrp="1"/>
          </p:cNvSpPr>
          <p:nvPr/>
        </p:nvSpPr>
        <p:spPr>
          <a:xfrm>
            <a:off x="8181928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7" name="F2_precision_recall_distributions_6141">
            <a:extLst>
              <a:ext uri="{FF2B5EF4-FFF2-40B4-BE49-F238E27FC236}">
                <a16:creationId xmlns:a16="http://schemas.microsoft.com/office/drawing/2014/main" id="{257751D5-A644-460C-A675-FF50A651C398}"/>
              </a:ext>
            </a:extLst>
          </p:cNvPr>
          <p:cNvSpPr>
            <a:spLocks noGrp="1"/>
          </p:cNvSpPr>
          <p:nvPr/>
        </p:nvSpPr>
        <p:spPr>
          <a:xfrm>
            <a:off x="8188944" y="49030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8" name="F2_precision_recall_distributions_6142">
            <a:extLst>
              <a:ext uri="{FF2B5EF4-FFF2-40B4-BE49-F238E27FC236}">
                <a16:creationId xmlns:a16="http://schemas.microsoft.com/office/drawing/2014/main" id="{D03E45A2-9718-4B75-8111-BCD83B3F6548}"/>
              </a:ext>
            </a:extLst>
          </p:cNvPr>
          <p:cNvSpPr>
            <a:spLocks noGrp="1"/>
          </p:cNvSpPr>
          <p:nvPr/>
        </p:nvSpPr>
        <p:spPr>
          <a:xfrm>
            <a:off x="8211931" y="45694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9" name="F2_precision_recall_distributions_6143">
            <a:extLst>
              <a:ext uri="{FF2B5EF4-FFF2-40B4-BE49-F238E27FC236}">
                <a16:creationId xmlns:a16="http://schemas.microsoft.com/office/drawing/2014/main" id="{DFFFDDC0-BB07-4AA9-96B1-98E06C6324A9}"/>
              </a:ext>
            </a:extLst>
          </p:cNvPr>
          <p:cNvSpPr>
            <a:spLocks noGrp="1"/>
          </p:cNvSpPr>
          <p:nvPr/>
        </p:nvSpPr>
        <p:spPr>
          <a:xfrm>
            <a:off x="84268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0" name="F2_precision_recall_distributions_6144">
            <a:extLst>
              <a:ext uri="{FF2B5EF4-FFF2-40B4-BE49-F238E27FC236}">
                <a16:creationId xmlns:a16="http://schemas.microsoft.com/office/drawing/2014/main" id="{FF5F26B4-A766-4178-9622-12DE1CA8CE39}"/>
              </a:ext>
            </a:extLst>
          </p:cNvPr>
          <p:cNvSpPr>
            <a:spLocks noGrp="1"/>
          </p:cNvSpPr>
          <p:nvPr/>
        </p:nvSpPr>
        <p:spPr>
          <a:xfrm>
            <a:off x="8260843" y="50091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1" name="F2_precision_recall_distributions_6145">
            <a:extLst>
              <a:ext uri="{FF2B5EF4-FFF2-40B4-BE49-F238E27FC236}">
                <a16:creationId xmlns:a16="http://schemas.microsoft.com/office/drawing/2014/main" id="{814A2EDB-0038-4E46-BAAD-2607217D1610}"/>
              </a:ext>
            </a:extLst>
          </p:cNvPr>
          <p:cNvSpPr>
            <a:spLocks noGrp="1"/>
          </p:cNvSpPr>
          <p:nvPr/>
        </p:nvSpPr>
        <p:spPr>
          <a:xfrm>
            <a:off x="8298059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2" name="F2_precision_recall_distributions_6146">
            <a:extLst>
              <a:ext uri="{FF2B5EF4-FFF2-40B4-BE49-F238E27FC236}">
                <a16:creationId xmlns:a16="http://schemas.microsoft.com/office/drawing/2014/main" id="{47861266-DE0A-4BBE-BE53-4F1D690FD2F5}"/>
              </a:ext>
            </a:extLst>
          </p:cNvPr>
          <p:cNvSpPr>
            <a:spLocks noGrp="1"/>
          </p:cNvSpPr>
          <p:nvPr/>
        </p:nvSpPr>
        <p:spPr>
          <a:xfrm>
            <a:off x="84070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3" name="F2_precision_recall_distributions_6147">
            <a:extLst>
              <a:ext uri="{FF2B5EF4-FFF2-40B4-BE49-F238E27FC236}">
                <a16:creationId xmlns:a16="http://schemas.microsoft.com/office/drawing/2014/main" id="{F917C79D-5BC9-460A-88DE-E47231EB7DAB}"/>
              </a:ext>
            </a:extLst>
          </p:cNvPr>
          <p:cNvSpPr>
            <a:spLocks noGrp="1"/>
          </p:cNvSpPr>
          <p:nvPr/>
        </p:nvSpPr>
        <p:spPr>
          <a:xfrm>
            <a:off x="825358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4" name="F2_precision_recall_distributions_6148">
            <a:extLst>
              <a:ext uri="{FF2B5EF4-FFF2-40B4-BE49-F238E27FC236}">
                <a16:creationId xmlns:a16="http://schemas.microsoft.com/office/drawing/2014/main" id="{C27051E3-F85B-461C-9527-0D22B1F98D72}"/>
              </a:ext>
            </a:extLst>
          </p:cNvPr>
          <p:cNvSpPr>
            <a:spLocks noGrp="1"/>
          </p:cNvSpPr>
          <p:nvPr/>
        </p:nvSpPr>
        <p:spPr>
          <a:xfrm>
            <a:off x="81557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5" name="F2_precision_recall_distributions_6149">
            <a:extLst>
              <a:ext uri="{FF2B5EF4-FFF2-40B4-BE49-F238E27FC236}">
                <a16:creationId xmlns:a16="http://schemas.microsoft.com/office/drawing/2014/main" id="{11245BDE-88C2-47D8-860F-C535B4F0FEE7}"/>
              </a:ext>
            </a:extLst>
          </p:cNvPr>
          <p:cNvSpPr>
            <a:spLocks noGrp="1"/>
          </p:cNvSpPr>
          <p:nvPr/>
        </p:nvSpPr>
        <p:spPr>
          <a:xfrm>
            <a:off x="8343178" y="45275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6" name="F2_precision_recall_distributions_6150">
            <a:extLst>
              <a:ext uri="{FF2B5EF4-FFF2-40B4-BE49-F238E27FC236}">
                <a16:creationId xmlns:a16="http://schemas.microsoft.com/office/drawing/2014/main" id="{799E8F4B-81DC-4EB8-BDE7-ACB70A69430D}"/>
              </a:ext>
            </a:extLst>
          </p:cNvPr>
          <p:cNvSpPr>
            <a:spLocks noGrp="1"/>
          </p:cNvSpPr>
          <p:nvPr/>
        </p:nvSpPr>
        <p:spPr>
          <a:xfrm>
            <a:off x="84490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7" name="F2_precision_recall_distributions_6151">
            <a:extLst>
              <a:ext uri="{FF2B5EF4-FFF2-40B4-BE49-F238E27FC236}">
                <a16:creationId xmlns:a16="http://schemas.microsoft.com/office/drawing/2014/main" id="{4A0192C8-8707-4E73-92D3-38967FAC77F8}"/>
              </a:ext>
            </a:extLst>
          </p:cNvPr>
          <p:cNvSpPr>
            <a:spLocks noGrp="1"/>
          </p:cNvSpPr>
          <p:nvPr/>
        </p:nvSpPr>
        <p:spPr>
          <a:xfrm>
            <a:off x="8472603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8" name="F2_precision_recall_distributions_6152">
            <a:extLst>
              <a:ext uri="{FF2B5EF4-FFF2-40B4-BE49-F238E27FC236}">
                <a16:creationId xmlns:a16="http://schemas.microsoft.com/office/drawing/2014/main" id="{45BB8CC4-E70D-4C86-8E3A-2DFD891C8538}"/>
              </a:ext>
            </a:extLst>
          </p:cNvPr>
          <p:cNvSpPr>
            <a:spLocks noGrp="1"/>
          </p:cNvSpPr>
          <p:nvPr/>
        </p:nvSpPr>
        <p:spPr>
          <a:xfrm>
            <a:off x="6002018" y="424353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339" name="F2_precision_recall_distributions_6153">
            <a:extLst>
              <a:ext uri="{FF2B5EF4-FFF2-40B4-BE49-F238E27FC236}">
                <a16:creationId xmlns:a16="http://schemas.microsoft.com/office/drawing/2014/main" id="{24A93637-EAE2-42B2-BDC8-F18F8437FA06}"/>
              </a:ext>
            </a:extLst>
          </p:cNvPr>
          <p:cNvSpPr>
            <a:spLocks noGrp="1"/>
          </p:cNvSpPr>
          <p:nvPr/>
        </p:nvSpPr>
        <p:spPr>
          <a:xfrm>
            <a:off x="7165978" y="4243539"/>
            <a:ext cx="191" cy="600198"/>
          </a:xfrm>
          <a:custGeom>
            <a:avLst/>
            <a:gdLst/>
            <a:ahLst/>
            <a:cxnLst/>
            <a:rect l="0" t="0" r="0" b="0"/>
            <a:pathLst>
              <a:path w="191" h="600198">
                <a:moveTo>
                  <a:pt x="0" y="600198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340" name="F2_precision_recall_distributions_6154">
            <a:extLst>
              <a:ext uri="{FF2B5EF4-FFF2-40B4-BE49-F238E27FC236}">
                <a16:creationId xmlns:a16="http://schemas.microsoft.com/office/drawing/2014/main" id="{16A87DAA-2777-4850-A594-FB55BD82AF43}"/>
              </a:ext>
            </a:extLst>
          </p:cNvPr>
          <p:cNvSpPr>
            <a:spLocks noGrp="1"/>
          </p:cNvSpPr>
          <p:nvPr/>
        </p:nvSpPr>
        <p:spPr>
          <a:xfrm>
            <a:off x="8329937" y="466792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341" name="F2_precision_recall_distributions_6155">
            <a:extLst>
              <a:ext uri="{FF2B5EF4-FFF2-40B4-BE49-F238E27FC236}">
                <a16:creationId xmlns:a16="http://schemas.microsoft.com/office/drawing/2014/main" id="{7C5C2379-858E-4B06-B3C4-DC110F334AA5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2" name="F2_precision_recall_distributions_6156">
            <a:extLst>
              <a:ext uri="{FF2B5EF4-FFF2-40B4-BE49-F238E27FC236}">
                <a16:creationId xmlns:a16="http://schemas.microsoft.com/office/drawing/2014/main" id="{87077FC8-41EC-47A7-8CA6-69BF1612B9B8}"/>
              </a:ext>
            </a:extLst>
          </p:cNvPr>
          <p:cNvSpPr>
            <a:spLocks noGrp="1"/>
          </p:cNvSpPr>
          <p:nvPr/>
        </p:nvSpPr>
        <p:spPr>
          <a:xfrm>
            <a:off x="5361841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3" name="text_6157">
            <a:extLst>
              <a:ext uri="{FF2B5EF4-FFF2-40B4-BE49-F238E27FC236}">
                <a16:creationId xmlns:a16="http://schemas.microsoft.com/office/drawing/2014/main" id="{1783C827-5882-4E0F-A758-3DD7B31BAE62}"/>
              </a:ext>
            </a:extLst>
          </p:cNvPr>
          <p:cNvSpPr>
            <a:spLocks noGrp="1"/>
          </p:cNvSpPr>
          <p:nvPr/>
        </p:nvSpPr>
        <p:spPr>
          <a:xfrm>
            <a:off x="5361841" y="404159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Recall</a:t>
            </a:r>
          </a:p>
        </p:txBody>
      </p:sp>
      <p:sp>
        <p:nvSpPr>
          <p:cNvPr id="3344" name="F2_precision_recall_distributions_6158">
            <a:extLst>
              <a:ext uri="{FF2B5EF4-FFF2-40B4-BE49-F238E27FC236}">
                <a16:creationId xmlns:a16="http://schemas.microsoft.com/office/drawing/2014/main" id="{F3A912C1-4811-4CAE-937D-E5E340501977}"/>
              </a:ext>
            </a:extLst>
          </p:cNvPr>
          <p:cNvSpPr>
            <a:spLocks noGrp="1"/>
          </p:cNvSpPr>
          <p:nvPr/>
        </p:nvSpPr>
        <p:spPr>
          <a:xfrm>
            <a:off x="5973977" y="4400012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345" name="F2_precision_recall_distributions_6159">
            <a:extLst>
              <a:ext uri="{FF2B5EF4-FFF2-40B4-BE49-F238E27FC236}">
                <a16:creationId xmlns:a16="http://schemas.microsoft.com/office/drawing/2014/main" id="{25C713B4-B770-4FF1-BF26-0CC7F25C9721}"/>
              </a:ext>
            </a:extLst>
          </p:cNvPr>
          <p:cNvSpPr>
            <a:spLocks noGrp="1"/>
          </p:cNvSpPr>
          <p:nvPr/>
        </p:nvSpPr>
        <p:spPr>
          <a:xfrm>
            <a:off x="7137937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346" name="F2_precision_recall_distributions_6160">
            <a:extLst>
              <a:ext uri="{FF2B5EF4-FFF2-40B4-BE49-F238E27FC236}">
                <a16:creationId xmlns:a16="http://schemas.microsoft.com/office/drawing/2014/main" id="{34CE883B-5AA1-4EC4-B368-94107550B4E6}"/>
              </a:ext>
            </a:extLst>
          </p:cNvPr>
          <p:cNvSpPr>
            <a:spLocks noGrp="1"/>
          </p:cNvSpPr>
          <p:nvPr/>
        </p:nvSpPr>
        <p:spPr>
          <a:xfrm>
            <a:off x="8301896" y="494301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347" name="F2_precision_recall_distributions_6161">
            <a:extLst>
              <a:ext uri="{FF2B5EF4-FFF2-40B4-BE49-F238E27FC236}">
                <a16:creationId xmlns:a16="http://schemas.microsoft.com/office/drawing/2014/main" id="{101FB103-6060-4439-8856-60B61A3E9E0C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348" name="F2_precision_recall_distributions_6162">
            <a:extLst>
              <a:ext uri="{FF2B5EF4-FFF2-40B4-BE49-F238E27FC236}">
                <a16:creationId xmlns:a16="http://schemas.microsoft.com/office/drawing/2014/main" id="{889D25DA-BE1A-42A1-8960-43B1BB414083}"/>
              </a:ext>
            </a:extLst>
          </p:cNvPr>
          <p:cNvSpPr>
            <a:spLocks noGrp="1"/>
          </p:cNvSpPr>
          <p:nvPr/>
        </p:nvSpPr>
        <p:spPr>
          <a:xfrm>
            <a:off x="1212325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49" name="F2_precision_recall_distributions_6163">
            <a:extLst>
              <a:ext uri="{FF2B5EF4-FFF2-40B4-BE49-F238E27FC236}">
                <a16:creationId xmlns:a16="http://schemas.microsoft.com/office/drawing/2014/main" id="{A27CF3E1-6ED6-491D-9145-35010F4118BC}"/>
              </a:ext>
            </a:extLst>
          </p:cNvPr>
          <p:cNvSpPr>
            <a:spLocks noGrp="1"/>
          </p:cNvSpPr>
          <p:nvPr/>
        </p:nvSpPr>
        <p:spPr>
          <a:xfrm>
            <a:off x="1170051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0" name="text_6164">
            <a:extLst>
              <a:ext uri="{FF2B5EF4-FFF2-40B4-BE49-F238E27FC236}">
                <a16:creationId xmlns:a16="http://schemas.microsoft.com/office/drawing/2014/main" id="{D701B6B5-30BF-44F3-A9FB-A03C3C402613}"/>
              </a:ext>
            </a:extLst>
          </p:cNvPr>
          <p:cNvSpPr>
            <a:spLocks noGrp="1"/>
          </p:cNvSpPr>
          <p:nvPr/>
        </p:nvSpPr>
        <p:spPr>
          <a:xfrm>
            <a:off x="958091" y="641302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351" name="F2_precision_recall_distributions_6165">
            <a:extLst>
              <a:ext uri="{FF2B5EF4-FFF2-40B4-BE49-F238E27FC236}">
                <a16:creationId xmlns:a16="http://schemas.microsoft.com/office/drawing/2014/main" id="{B4CE5FA9-CBF2-491A-8428-77D0E494B848}"/>
              </a:ext>
            </a:extLst>
          </p:cNvPr>
          <p:cNvSpPr>
            <a:spLocks noGrp="1"/>
          </p:cNvSpPr>
          <p:nvPr/>
        </p:nvSpPr>
        <p:spPr>
          <a:xfrm>
            <a:off x="1212325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2" name="F2_precision_recall_distributions_6166">
            <a:extLst>
              <a:ext uri="{FF2B5EF4-FFF2-40B4-BE49-F238E27FC236}">
                <a16:creationId xmlns:a16="http://schemas.microsoft.com/office/drawing/2014/main" id="{BA3D6933-179B-42B2-9848-1FEA22F1416E}"/>
              </a:ext>
            </a:extLst>
          </p:cNvPr>
          <p:cNvSpPr>
            <a:spLocks noGrp="1"/>
          </p:cNvSpPr>
          <p:nvPr/>
        </p:nvSpPr>
        <p:spPr>
          <a:xfrm>
            <a:off x="1170051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3" name="text_6167">
            <a:extLst>
              <a:ext uri="{FF2B5EF4-FFF2-40B4-BE49-F238E27FC236}">
                <a16:creationId xmlns:a16="http://schemas.microsoft.com/office/drawing/2014/main" id="{08CFE94B-DBC1-46C2-8657-2D121B44918B}"/>
              </a:ext>
            </a:extLst>
          </p:cNvPr>
          <p:cNvSpPr>
            <a:spLocks noGrp="1"/>
          </p:cNvSpPr>
          <p:nvPr/>
        </p:nvSpPr>
        <p:spPr>
          <a:xfrm>
            <a:off x="958091" y="598863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354" name="F2_precision_recall_distributions_6168">
            <a:extLst>
              <a:ext uri="{FF2B5EF4-FFF2-40B4-BE49-F238E27FC236}">
                <a16:creationId xmlns:a16="http://schemas.microsoft.com/office/drawing/2014/main" id="{E774AE4C-C4C6-4035-9F83-13061C9743B7}"/>
              </a:ext>
            </a:extLst>
          </p:cNvPr>
          <p:cNvSpPr>
            <a:spLocks noGrp="1"/>
          </p:cNvSpPr>
          <p:nvPr/>
        </p:nvSpPr>
        <p:spPr>
          <a:xfrm>
            <a:off x="1212325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5" name="F2_precision_recall_distributions_6169">
            <a:extLst>
              <a:ext uri="{FF2B5EF4-FFF2-40B4-BE49-F238E27FC236}">
                <a16:creationId xmlns:a16="http://schemas.microsoft.com/office/drawing/2014/main" id="{C026355A-070C-4E39-B587-F6FB29C94BD4}"/>
              </a:ext>
            </a:extLst>
          </p:cNvPr>
          <p:cNvSpPr>
            <a:spLocks noGrp="1"/>
          </p:cNvSpPr>
          <p:nvPr/>
        </p:nvSpPr>
        <p:spPr>
          <a:xfrm>
            <a:off x="1170051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6" name="text_6170">
            <a:extLst>
              <a:ext uri="{FF2B5EF4-FFF2-40B4-BE49-F238E27FC236}">
                <a16:creationId xmlns:a16="http://schemas.microsoft.com/office/drawing/2014/main" id="{181E9A35-7F94-4E97-B770-2AB6744CA00A}"/>
              </a:ext>
            </a:extLst>
          </p:cNvPr>
          <p:cNvSpPr>
            <a:spLocks noGrp="1"/>
          </p:cNvSpPr>
          <p:nvPr/>
        </p:nvSpPr>
        <p:spPr>
          <a:xfrm>
            <a:off x="958091" y="556425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357" name="F2_precision_recall_distributions_6171">
            <a:extLst>
              <a:ext uri="{FF2B5EF4-FFF2-40B4-BE49-F238E27FC236}">
                <a16:creationId xmlns:a16="http://schemas.microsoft.com/office/drawing/2014/main" id="{92A97C27-E448-4233-9CCA-982EE7860032}"/>
              </a:ext>
            </a:extLst>
          </p:cNvPr>
          <p:cNvSpPr>
            <a:spLocks noGrp="1"/>
          </p:cNvSpPr>
          <p:nvPr/>
        </p:nvSpPr>
        <p:spPr>
          <a:xfrm>
            <a:off x="151495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358" name="F2_precision_recall_distributions_6172">
            <a:extLst>
              <a:ext uri="{FF2B5EF4-FFF2-40B4-BE49-F238E27FC236}">
                <a16:creationId xmlns:a16="http://schemas.microsoft.com/office/drawing/2014/main" id="{FF756A98-868D-48BB-8814-BCBF8D7A4CBF}"/>
              </a:ext>
            </a:extLst>
          </p:cNvPr>
          <p:cNvSpPr>
            <a:spLocks noGrp="1"/>
          </p:cNvSpPr>
          <p:nvPr/>
        </p:nvSpPr>
        <p:spPr>
          <a:xfrm>
            <a:off x="20130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9" name="F2_precision_recall_distributions_6173">
            <a:extLst>
              <a:ext uri="{FF2B5EF4-FFF2-40B4-BE49-F238E27FC236}">
                <a16:creationId xmlns:a16="http://schemas.microsoft.com/office/drawing/2014/main" id="{88A00A57-B730-4900-9EF9-AE3C40E11382}"/>
              </a:ext>
            </a:extLst>
          </p:cNvPr>
          <p:cNvSpPr>
            <a:spLocks noGrp="1"/>
          </p:cNvSpPr>
          <p:nvPr/>
        </p:nvSpPr>
        <p:spPr>
          <a:xfrm>
            <a:off x="1828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0" name="F2_precision_recall_distributions_6174">
            <a:extLst>
              <a:ext uri="{FF2B5EF4-FFF2-40B4-BE49-F238E27FC236}">
                <a16:creationId xmlns:a16="http://schemas.microsoft.com/office/drawing/2014/main" id="{F1B93180-F530-4867-A3A0-DFFEB11C8BEE}"/>
              </a:ext>
            </a:extLst>
          </p:cNvPr>
          <p:cNvSpPr>
            <a:spLocks noGrp="1"/>
          </p:cNvSpPr>
          <p:nvPr/>
        </p:nvSpPr>
        <p:spPr>
          <a:xfrm>
            <a:off x="1956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1" name="F2_precision_recall_distributions_6175">
            <a:extLst>
              <a:ext uri="{FF2B5EF4-FFF2-40B4-BE49-F238E27FC236}">
                <a16:creationId xmlns:a16="http://schemas.microsoft.com/office/drawing/2014/main" id="{2A1B37BE-F484-4257-86E9-2B1C6DAB8B60}"/>
              </a:ext>
            </a:extLst>
          </p:cNvPr>
          <p:cNvSpPr>
            <a:spLocks noGrp="1"/>
          </p:cNvSpPr>
          <p:nvPr/>
        </p:nvSpPr>
        <p:spPr>
          <a:xfrm>
            <a:off x="1963514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2" name="F2_precision_recall_distributions_6176">
            <a:extLst>
              <a:ext uri="{FF2B5EF4-FFF2-40B4-BE49-F238E27FC236}">
                <a16:creationId xmlns:a16="http://schemas.microsoft.com/office/drawing/2014/main" id="{C278E749-98C8-4E6E-AF75-BB9685672E66}"/>
              </a:ext>
            </a:extLst>
          </p:cNvPr>
          <p:cNvSpPr>
            <a:spLocks noGrp="1"/>
          </p:cNvSpPr>
          <p:nvPr/>
        </p:nvSpPr>
        <p:spPr>
          <a:xfrm>
            <a:off x="1705253" y="5728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3" name="F2_precision_recall_distributions_6177">
            <a:extLst>
              <a:ext uri="{FF2B5EF4-FFF2-40B4-BE49-F238E27FC236}">
                <a16:creationId xmlns:a16="http://schemas.microsoft.com/office/drawing/2014/main" id="{40C8D5A9-6ACC-4D54-AE5C-860E02798C03}"/>
              </a:ext>
            </a:extLst>
          </p:cNvPr>
          <p:cNvSpPr>
            <a:spLocks noGrp="1"/>
          </p:cNvSpPr>
          <p:nvPr/>
        </p:nvSpPr>
        <p:spPr>
          <a:xfrm>
            <a:off x="16776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4" name="F2_precision_recall_distributions_6178">
            <a:extLst>
              <a:ext uri="{FF2B5EF4-FFF2-40B4-BE49-F238E27FC236}">
                <a16:creationId xmlns:a16="http://schemas.microsoft.com/office/drawing/2014/main" id="{525B6A13-3736-49C5-BC52-6A261F9A8E08}"/>
              </a:ext>
            </a:extLst>
          </p:cNvPr>
          <p:cNvSpPr>
            <a:spLocks noGrp="1"/>
          </p:cNvSpPr>
          <p:nvPr/>
        </p:nvSpPr>
        <p:spPr>
          <a:xfrm>
            <a:off x="17564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5" name="F2_precision_recall_distributions_6179">
            <a:extLst>
              <a:ext uri="{FF2B5EF4-FFF2-40B4-BE49-F238E27FC236}">
                <a16:creationId xmlns:a16="http://schemas.microsoft.com/office/drawing/2014/main" id="{462651F9-51A4-463D-82EF-0F7B50FC08CD}"/>
              </a:ext>
            </a:extLst>
          </p:cNvPr>
          <p:cNvSpPr>
            <a:spLocks noGrp="1"/>
          </p:cNvSpPr>
          <p:nvPr/>
        </p:nvSpPr>
        <p:spPr>
          <a:xfrm>
            <a:off x="18367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6" name="F2_precision_recall_distributions_6180">
            <a:extLst>
              <a:ext uri="{FF2B5EF4-FFF2-40B4-BE49-F238E27FC236}">
                <a16:creationId xmlns:a16="http://schemas.microsoft.com/office/drawing/2014/main" id="{8C1895D9-4396-4684-84A8-A3E838B2FF58}"/>
              </a:ext>
            </a:extLst>
          </p:cNvPr>
          <p:cNvSpPr>
            <a:spLocks noGrp="1"/>
          </p:cNvSpPr>
          <p:nvPr/>
        </p:nvSpPr>
        <p:spPr>
          <a:xfrm>
            <a:off x="1915086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7" name="F2_precision_recall_distributions_6181">
            <a:extLst>
              <a:ext uri="{FF2B5EF4-FFF2-40B4-BE49-F238E27FC236}">
                <a16:creationId xmlns:a16="http://schemas.microsoft.com/office/drawing/2014/main" id="{A076A7C6-B9E7-4150-A84E-BEBC36314154}"/>
              </a:ext>
            </a:extLst>
          </p:cNvPr>
          <p:cNvSpPr>
            <a:spLocks noGrp="1"/>
          </p:cNvSpPr>
          <p:nvPr/>
        </p:nvSpPr>
        <p:spPr>
          <a:xfrm>
            <a:off x="16678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8" name="F2_precision_recall_distributions_6182">
            <a:extLst>
              <a:ext uri="{FF2B5EF4-FFF2-40B4-BE49-F238E27FC236}">
                <a16:creationId xmlns:a16="http://schemas.microsoft.com/office/drawing/2014/main" id="{AE35352C-26F2-4641-A67D-916DB84D4E9E}"/>
              </a:ext>
            </a:extLst>
          </p:cNvPr>
          <p:cNvSpPr>
            <a:spLocks noGrp="1"/>
          </p:cNvSpPr>
          <p:nvPr/>
        </p:nvSpPr>
        <p:spPr>
          <a:xfrm>
            <a:off x="2021013" y="60040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9" name="F2_precision_recall_distributions_6183">
            <a:extLst>
              <a:ext uri="{FF2B5EF4-FFF2-40B4-BE49-F238E27FC236}">
                <a16:creationId xmlns:a16="http://schemas.microsoft.com/office/drawing/2014/main" id="{6601B9D9-7C42-4448-8744-53FF12D9C752}"/>
              </a:ext>
            </a:extLst>
          </p:cNvPr>
          <p:cNvSpPr>
            <a:spLocks noGrp="1"/>
          </p:cNvSpPr>
          <p:nvPr/>
        </p:nvSpPr>
        <p:spPr>
          <a:xfrm>
            <a:off x="16664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0" name="F2_precision_recall_distributions_6184">
            <a:extLst>
              <a:ext uri="{FF2B5EF4-FFF2-40B4-BE49-F238E27FC236}">
                <a16:creationId xmlns:a16="http://schemas.microsoft.com/office/drawing/2014/main" id="{AC323A1E-43F8-43D4-9B86-63F96E5B6C26}"/>
              </a:ext>
            </a:extLst>
          </p:cNvPr>
          <p:cNvSpPr>
            <a:spLocks noGrp="1"/>
          </p:cNvSpPr>
          <p:nvPr/>
        </p:nvSpPr>
        <p:spPr>
          <a:xfrm>
            <a:off x="1668924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1" name="F2_precision_recall_distributions_6185">
            <a:extLst>
              <a:ext uri="{FF2B5EF4-FFF2-40B4-BE49-F238E27FC236}">
                <a16:creationId xmlns:a16="http://schemas.microsoft.com/office/drawing/2014/main" id="{E7910C38-405D-4D7C-9C6E-A47877EEDB69}"/>
              </a:ext>
            </a:extLst>
          </p:cNvPr>
          <p:cNvSpPr>
            <a:spLocks noGrp="1"/>
          </p:cNvSpPr>
          <p:nvPr/>
        </p:nvSpPr>
        <p:spPr>
          <a:xfrm>
            <a:off x="1916297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2" name="F2_precision_recall_distributions_6186">
            <a:extLst>
              <a:ext uri="{FF2B5EF4-FFF2-40B4-BE49-F238E27FC236}">
                <a16:creationId xmlns:a16="http://schemas.microsoft.com/office/drawing/2014/main" id="{52479C30-F991-4EF4-B541-D72CDE8F4D06}"/>
              </a:ext>
            </a:extLst>
          </p:cNvPr>
          <p:cNvSpPr>
            <a:spLocks noGrp="1"/>
          </p:cNvSpPr>
          <p:nvPr/>
        </p:nvSpPr>
        <p:spPr>
          <a:xfrm>
            <a:off x="17854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3" name="F2_precision_recall_distributions_6187">
            <a:extLst>
              <a:ext uri="{FF2B5EF4-FFF2-40B4-BE49-F238E27FC236}">
                <a16:creationId xmlns:a16="http://schemas.microsoft.com/office/drawing/2014/main" id="{23E8B861-0550-4EBD-A593-496370220F7D}"/>
              </a:ext>
            </a:extLst>
          </p:cNvPr>
          <p:cNvSpPr>
            <a:spLocks noGrp="1"/>
          </p:cNvSpPr>
          <p:nvPr/>
        </p:nvSpPr>
        <p:spPr>
          <a:xfrm>
            <a:off x="17717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4" name="F2_precision_recall_distributions_6188">
            <a:extLst>
              <a:ext uri="{FF2B5EF4-FFF2-40B4-BE49-F238E27FC236}">
                <a16:creationId xmlns:a16="http://schemas.microsoft.com/office/drawing/2014/main" id="{B6FFD9A8-56EC-4F41-BCAB-854C4D959EA0}"/>
              </a:ext>
            </a:extLst>
          </p:cNvPr>
          <p:cNvSpPr>
            <a:spLocks noGrp="1"/>
          </p:cNvSpPr>
          <p:nvPr/>
        </p:nvSpPr>
        <p:spPr>
          <a:xfrm>
            <a:off x="185132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5" name="F2_precision_recall_distributions_6189">
            <a:extLst>
              <a:ext uri="{FF2B5EF4-FFF2-40B4-BE49-F238E27FC236}">
                <a16:creationId xmlns:a16="http://schemas.microsoft.com/office/drawing/2014/main" id="{A6611E45-3072-4665-B38F-618E91D32E14}"/>
              </a:ext>
            </a:extLst>
          </p:cNvPr>
          <p:cNvSpPr>
            <a:spLocks noGrp="1"/>
          </p:cNvSpPr>
          <p:nvPr/>
        </p:nvSpPr>
        <p:spPr>
          <a:xfrm>
            <a:off x="16878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6" name="F2_precision_recall_distributions_6190">
            <a:extLst>
              <a:ext uri="{FF2B5EF4-FFF2-40B4-BE49-F238E27FC236}">
                <a16:creationId xmlns:a16="http://schemas.microsoft.com/office/drawing/2014/main" id="{48CAC086-A1D6-4627-8848-813F6C58A927}"/>
              </a:ext>
            </a:extLst>
          </p:cNvPr>
          <p:cNvSpPr>
            <a:spLocks noGrp="1"/>
          </p:cNvSpPr>
          <p:nvPr/>
        </p:nvSpPr>
        <p:spPr>
          <a:xfrm>
            <a:off x="1929912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7" name="F2_precision_recall_distributions_6191">
            <a:extLst>
              <a:ext uri="{FF2B5EF4-FFF2-40B4-BE49-F238E27FC236}">
                <a16:creationId xmlns:a16="http://schemas.microsoft.com/office/drawing/2014/main" id="{02FF9E7C-C89B-47AE-8529-143BA78CD590}"/>
              </a:ext>
            </a:extLst>
          </p:cNvPr>
          <p:cNvSpPr>
            <a:spLocks noGrp="1"/>
          </p:cNvSpPr>
          <p:nvPr/>
        </p:nvSpPr>
        <p:spPr>
          <a:xfrm>
            <a:off x="1682389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8" name="F2_precision_recall_distributions_6192">
            <a:extLst>
              <a:ext uri="{FF2B5EF4-FFF2-40B4-BE49-F238E27FC236}">
                <a16:creationId xmlns:a16="http://schemas.microsoft.com/office/drawing/2014/main" id="{E1D27A35-7FB3-4DFF-8EE0-FDEE0C7F640C}"/>
              </a:ext>
            </a:extLst>
          </p:cNvPr>
          <p:cNvSpPr>
            <a:spLocks noGrp="1"/>
          </p:cNvSpPr>
          <p:nvPr/>
        </p:nvSpPr>
        <p:spPr>
          <a:xfrm>
            <a:off x="1982996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9" name="F2_precision_recall_distributions_6193">
            <a:extLst>
              <a:ext uri="{FF2B5EF4-FFF2-40B4-BE49-F238E27FC236}">
                <a16:creationId xmlns:a16="http://schemas.microsoft.com/office/drawing/2014/main" id="{D21C840E-B81D-4485-8018-14AB88CB1EE8}"/>
              </a:ext>
            </a:extLst>
          </p:cNvPr>
          <p:cNvSpPr>
            <a:spLocks noGrp="1"/>
          </p:cNvSpPr>
          <p:nvPr/>
        </p:nvSpPr>
        <p:spPr>
          <a:xfrm>
            <a:off x="1900501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0" name="F2_precision_recall_distributions_6194">
            <a:extLst>
              <a:ext uri="{FF2B5EF4-FFF2-40B4-BE49-F238E27FC236}">
                <a16:creationId xmlns:a16="http://schemas.microsoft.com/office/drawing/2014/main" id="{5ABBBD76-ACA2-43A7-B5CD-1777A0FDB8ED}"/>
              </a:ext>
            </a:extLst>
          </p:cNvPr>
          <p:cNvSpPr>
            <a:spLocks noGrp="1"/>
          </p:cNvSpPr>
          <p:nvPr/>
        </p:nvSpPr>
        <p:spPr>
          <a:xfrm>
            <a:off x="193100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1" name="F2_precision_recall_distributions_6195">
            <a:extLst>
              <a:ext uri="{FF2B5EF4-FFF2-40B4-BE49-F238E27FC236}">
                <a16:creationId xmlns:a16="http://schemas.microsoft.com/office/drawing/2014/main" id="{1D5A24B0-A076-4F06-98F3-EE921699F07D}"/>
              </a:ext>
            </a:extLst>
          </p:cNvPr>
          <p:cNvSpPr>
            <a:spLocks noGrp="1"/>
          </p:cNvSpPr>
          <p:nvPr/>
        </p:nvSpPr>
        <p:spPr>
          <a:xfrm>
            <a:off x="17316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2" name="F2_precision_recall_distributions_6196">
            <a:extLst>
              <a:ext uri="{FF2B5EF4-FFF2-40B4-BE49-F238E27FC236}">
                <a16:creationId xmlns:a16="http://schemas.microsoft.com/office/drawing/2014/main" id="{300C62AE-489F-4D80-AEA4-8237212243F5}"/>
              </a:ext>
            </a:extLst>
          </p:cNvPr>
          <p:cNvSpPr>
            <a:spLocks noGrp="1"/>
          </p:cNvSpPr>
          <p:nvPr/>
        </p:nvSpPr>
        <p:spPr>
          <a:xfrm>
            <a:off x="1819597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3" name="F2_precision_recall_distributions_6197">
            <a:extLst>
              <a:ext uri="{FF2B5EF4-FFF2-40B4-BE49-F238E27FC236}">
                <a16:creationId xmlns:a16="http://schemas.microsoft.com/office/drawing/2014/main" id="{05DC47A0-A310-42C5-9E1E-D08D79700998}"/>
              </a:ext>
            </a:extLst>
          </p:cNvPr>
          <p:cNvSpPr>
            <a:spLocks noGrp="1"/>
          </p:cNvSpPr>
          <p:nvPr/>
        </p:nvSpPr>
        <p:spPr>
          <a:xfrm>
            <a:off x="18437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4" name="F2_precision_recall_distributions_6198">
            <a:extLst>
              <a:ext uri="{FF2B5EF4-FFF2-40B4-BE49-F238E27FC236}">
                <a16:creationId xmlns:a16="http://schemas.microsoft.com/office/drawing/2014/main" id="{B9B2697F-3F49-41E2-A10A-763D44F7F102}"/>
              </a:ext>
            </a:extLst>
          </p:cNvPr>
          <p:cNvSpPr>
            <a:spLocks noGrp="1"/>
          </p:cNvSpPr>
          <p:nvPr/>
        </p:nvSpPr>
        <p:spPr>
          <a:xfrm>
            <a:off x="193189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5" name="F2_precision_recall_distributions_6199">
            <a:extLst>
              <a:ext uri="{FF2B5EF4-FFF2-40B4-BE49-F238E27FC236}">
                <a16:creationId xmlns:a16="http://schemas.microsoft.com/office/drawing/2014/main" id="{25D664D4-00B8-4FA0-95A6-5EBA29772FC2}"/>
              </a:ext>
            </a:extLst>
          </p:cNvPr>
          <p:cNvSpPr>
            <a:spLocks noGrp="1"/>
          </p:cNvSpPr>
          <p:nvPr/>
        </p:nvSpPr>
        <p:spPr>
          <a:xfrm>
            <a:off x="1664783" y="59067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6" name="F2_precision_recall_distributions_6200">
            <a:extLst>
              <a:ext uri="{FF2B5EF4-FFF2-40B4-BE49-F238E27FC236}">
                <a16:creationId xmlns:a16="http://schemas.microsoft.com/office/drawing/2014/main" id="{30C8D69C-F1A4-4FC6-BE8E-1A4F2BEC6D80}"/>
              </a:ext>
            </a:extLst>
          </p:cNvPr>
          <p:cNvSpPr>
            <a:spLocks noGrp="1"/>
          </p:cNvSpPr>
          <p:nvPr/>
        </p:nvSpPr>
        <p:spPr>
          <a:xfrm>
            <a:off x="179856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7" name="F2_precision_recall_distributions_6201">
            <a:extLst>
              <a:ext uri="{FF2B5EF4-FFF2-40B4-BE49-F238E27FC236}">
                <a16:creationId xmlns:a16="http://schemas.microsoft.com/office/drawing/2014/main" id="{BE5FC188-AC20-47C6-8118-9C66027B5F5F}"/>
              </a:ext>
            </a:extLst>
          </p:cNvPr>
          <p:cNvSpPr>
            <a:spLocks noGrp="1"/>
          </p:cNvSpPr>
          <p:nvPr/>
        </p:nvSpPr>
        <p:spPr>
          <a:xfrm>
            <a:off x="20197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8" name="F2_precision_recall_distributions_6202">
            <a:extLst>
              <a:ext uri="{FF2B5EF4-FFF2-40B4-BE49-F238E27FC236}">
                <a16:creationId xmlns:a16="http://schemas.microsoft.com/office/drawing/2014/main" id="{B9AEEB89-B91D-4C51-82C7-3847E8CD7EEE}"/>
              </a:ext>
            </a:extLst>
          </p:cNvPr>
          <p:cNvSpPr>
            <a:spLocks noGrp="1"/>
          </p:cNvSpPr>
          <p:nvPr/>
        </p:nvSpPr>
        <p:spPr>
          <a:xfrm>
            <a:off x="170762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9" name="F2_precision_recall_distributions_6203">
            <a:extLst>
              <a:ext uri="{FF2B5EF4-FFF2-40B4-BE49-F238E27FC236}">
                <a16:creationId xmlns:a16="http://schemas.microsoft.com/office/drawing/2014/main" id="{0D982A11-7F28-4FB7-9A76-61918284F864}"/>
              </a:ext>
            </a:extLst>
          </p:cNvPr>
          <p:cNvSpPr>
            <a:spLocks noGrp="1"/>
          </p:cNvSpPr>
          <p:nvPr/>
        </p:nvSpPr>
        <p:spPr>
          <a:xfrm>
            <a:off x="1733345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0" name="F2_precision_recall_distributions_6204">
            <a:extLst>
              <a:ext uri="{FF2B5EF4-FFF2-40B4-BE49-F238E27FC236}">
                <a16:creationId xmlns:a16="http://schemas.microsoft.com/office/drawing/2014/main" id="{C1656B9E-BCA9-42F4-B0CC-F03245B9E27F}"/>
              </a:ext>
            </a:extLst>
          </p:cNvPr>
          <p:cNvSpPr>
            <a:spLocks noGrp="1"/>
          </p:cNvSpPr>
          <p:nvPr/>
        </p:nvSpPr>
        <p:spPr>
          <a:xfrm>
            <a:off x="17530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1" name="F2_precision_recall_distributions_6205">
            <a:extLst>
              <a:ext uri="{FF2B5EF4-FFF2-40B4-BE49-F238E27FC236}">
                <a16:creationId xmlns:a16="http://schemas.microsoft.com/office/drawing/2014/main" id="{599EB690-A095-452D-A3DE-FBB8666697B9}"/>
              </a:ext>
            </a:extLst>
          </p:cNvPr>
          <p:cNvSpPr>
            <a:spLocks noGrp="1"/>
          </p:cNvSpPr>
          <p:nvPr/>
        </p:nvSpPr>
        <p:spPr>
          <a:xfrm>
            <a:off x="1694427" y="6340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2" name="F2_precision_recall_distributions_6206">
            <a:extLst>
              <a:ext uri="{FF2B5EF4-FFF2-40B4-BE49-F238E27FC236}">
                <a16:creationId xmlns:a16="http://schemas.microsoft.com/office/drawing/2014/main" id="{4B577C08-FD0B-41A9-A9FB-98CB31AC5AC6}"/>
              </a:ext>
            </a:extLst>
          </p:cNvPr>
          <p:cNvSpPr>
            <a:spLocks noGrp="1"/>
          </p:cNvSpPr>
          <p:nvPr/>
        </p:nvSpPr>
        <p:spPr>
          <a:xfrm>
            <a:off x="169755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3" name="F2_precision_recall_distributions_6207">
            <a:extLst>
              <a:ext uri="{FF2B5EF4-FFF2-40B4-BE49-F238E27FC236}">
                <a16:creationId xmlns:a16="http://schemas.microsoft.com/office/drawing/2014/main" id="{C37AEAE2-D353-4DC1-ACD9-72DE24131244}"/>
              </a:ext>
            </a:extLst>
          </p:cNvPr>
          <p:cNvSpPr>
            <a:spLocks noGrp="1"/>
          </p:cNvSpPr>
          <p:nvPr/>
        </p:nvSpPr>
        <p:spPr>
          <a:xfrm>
            <a:off x="17310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4" name="F2_precision_recall_distributions_6208">
            <a:extLst>
              <a:ext uri="{FF2B5EF4-FFF2-40B4-BE49-F238E27FC236}">
                <a16:creationId xmlns:a16="http://schemas.microsoft.com/office/drawing/2014/main" id="{14AE9AE1-BB52-4CDB-A132-1E9EE6A67FCD}"/>
              </a:ext>
            </a:extLst>
          </p:cNvPr>
          <p:cNvSpPr>
            <a:spLocks noGrp="1"/>
          </p:cNvSpPr>
          <p:nvPr/>
        </p:nvSpPr>
        <p:spPr>
          <a:xfrm>
            <a:off x="184129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5" name="F2_precision_recall_distributions_6209">
            <a:extLst>
              <a:ext uri="{FF2B5EF4-FFF2-40B4-BE49-F238E27FC236}">
                <a16:creationId xmlns:a16="http://schemas.microsoft.com/office/drawing/2014/main" id="{CFF8EBF2-3B24-47AD-A6F7-95EA8040F49D}"/>
              </a:ext>
            </a:extLst>
          </p:cNvPr>
          <p:cNvSpPr>
            <a:spLocks noGrp="1"/>
          </p:cNvSpPr>
          <p:nvPr/>
        </p:nvSpPr>
        <p:spPr>
          <a:xfrm>
            <a:off x="17640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6" name="F2_precision_recall_distributions_6210">
            <a:extLst>
              <a:ext uri="{FF2B5EF4-FFF2-40B4-BE49-F238E27FC236}">
                <a16:creationId xmlns:a16="http://schemas.microsoft.com/office/drawing/2014/main" id="{7A78053A-B00C-4DCF-BD35-22548CEC2776}"/>
              </a:ext>
            </a:extLst>
          </p:cNvPr>
          <p:cNvSpPr>
            <a:spLocks noGrp="1"/>
          </p:cNvSpPr>
          <p:nvPr/>
        </p:nvSpPr>
        <p:spPr>
          <a:xfrm>
            <a:off x="17395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7" name="F2_precision_recall_distributions_6211">
            <a:extLst>
              <a:ext uri="{FF2B5EF4-FFF2-40B4-BE49-F238E27FC236}">
                <a16:creationId xmlns:a16="http://schemas.microsoft.com/office/drawing/2014/main" id="{BA89A583-326D-480A-9BA2-A8987F801BC5}"/>
              </a:ext>
            </a:extLst>
          </p:cNvPr>
          <p:cNvSpPr>
            <a:spLocks noGrp="1"/>
          </p:cNvSpPr>
          <p:nvPr/>
        </p:nvSpPr>
        <p:spPr>
          <a:xfrm>
            <a:off x="1652928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8" name="F2_precision_recall_distributions_6212">
            <a:extLst>
              <a:ext uri="{FF2B5EF4-FFF2-40B4-BE49-F238E27FC236}">
                <a16:creationId xmlns:a16="http://schemas.microsoft.com/office/drawing/2014/main" id="{4312E6E8-B57A-4091-955E-23F3FD8A134D}"/>
              </a:ext>
            </a:extLst>
          </p:cNvPr>
          <p:cNvSpPr>
            <a:spLocks noGrp="1"/>
          </p:cNvSpPr>
          <p:nvPr/>
        </p:nvSpPr>
        <p:spPr>
          <a:xfrm>
            <a:off x="167668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9" name="F2_precision_recall_distributions_6213">
            <a:extLst>
              <a:ext uri="{FF2B5EF4-FFF2-40B4-BE49-F238E27FC236}">
                <a16:creationId xmlns:a16="http://schemas.microsoft.com/office/drawing/2014/main" id="{F31EAED6-2198-4706-AC58-8512E6E5C578}"/>
              </a:ext>
            </a:extLst>
          </p:cNvPr>
          <p:cNvSpPr>
            <a:spLocks noGrp="1"/>
          </p:cNvSpPr>
          <p:nvPr/>
        </p:nvSpPr>
        <p:spPr>
          <a:xfrm>
            <a:off x="1852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0" name="F2_precision_recall_distributions_6214">
            <a:extLst>
              <a:ext uri="{FF2B5EF4-FFF2-40B4-BE49-F238E27FC236}">
                <a16:creationId xmlns:a16="http://schemas.microsoft.com/office/drawing/2014/main" id="{E0923488-79C6-4540-A937-3266B1B7C193}"/>
              </a:ext>
            </a:extLst>
          </p:cNvPr>
          <p:cNvSpPr>
            <a:spLocks noGrp="1"/>
          </p:cNvSpPr>
          <p:nvPr/>
        </p:nvSpPr>
        <p:spPr>
          <a:xfrm>
            <a:off x="167990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1" name="F2_precision_recall_distributions_6215">
            <a:extLst>
              <a:ext uri="{FF2B5EF4-FFF2-40B4-BE49-F238E27FC236}">
                <a16:creationId xmlns:a16="http://schemas.microsoft.com/office/drawing/2014/main" id="{482BC403-1DC7-4097-AE3A-0D1B38561751}"/>
              </a:ext>
            </a:extLst>
          </p:cNvPr>
          <p:cNvSpPr>
            <a:spLocks noGrp="1"/>
          </p:cNvSpPr>
          <p:nvPr/>
        </p:nvSpPr>
        <p:spPr>
          <a:xfrm>
            <a:off x="19232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2" name="F2_precision_recall_distributions_6216">
            <a:extLst>
              <a:ext uri="{FF2B5EF4-FFF2-40B4-BE49-F238E27FC236}">
                <a16:creationId xmlns:a16="http://schemas.microsoft.com/office/drawing/2014/main" id="{E8542D2D-2737-4A88-B810-DD323BECEA2D}"/>
              </a:ext>
            </a:extLst>
          </p:cNvPr>
          <p:cNvSpPr>
            <a:spLocks noGrp="1"/>
          </p:cNvSpPr>
          <p:nvPr/>
        </p:nvSpPr>
        <p:spPr>
          <a:xfrm>
            <a:off x="192524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3" name="F2_precision_recall_distributions_6217">
            <a:extLst>
              <a:ext uri="{FF2B5EF4-FFF2-40B4-BE49-F238E27FC236}">
                <a16:creationId xmlns:a16="http://schemas.microsoft.com/office/drawing/2014/main" id="{525FE61D-1E32-44C3-91E2-2F8A6C41F169}"/>
              </a:ext>
            </a:extLst>
          </p:cNvPr>
          <p:cNvSpPr>
            <a:spLocks noGrp="1"/>
          </p:cNvSpPr>
          <p:nvPr/>
        </p:nvSpPr>
        <p:spPr>
          <a:xfrm>
            <a:off x="184811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4" name="F2_precision_recall_distributions_6218">
            <a:extLst>
              <a:ext uri="{FF2B5EF4-FFF2-40B4-BE49-F238E27FC236}">
                <a16:creationId xmlns:a16="http://schemas.microsoft.com/office/drawing/2014/main" id="{024EB121-4589-4A27-90CB-B18F80590C84}"/>
              </a:ext>
            </a:extLst>
          </p:cNvPr>
          <p:cNvSpPr>
            <a:spLocks noGrp="1"/>
          </p:cNvSpPr>
          <p:nvPr/>
        </p:nvSpPr>
        <p:spPr>
          <a:xfrm>
            <a:off x="166636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5" name="F2_precision_recall_distributions_6219">
            <a:extLst>
              <a:ext uri="{FF2B5EF4-FFF2-40B4-BE49-F238E27FC236}">
                <a16:creationId xmlns:a16="http://schemas.microsoft.com/office/drawing/2014/main" id="{244EFF6F-9B33-40DE-BB80-6C9DE48C1E72}"/>
              </a:ext>
            </a:extLst>
          </p:cNvPr>
          <p:cNvSpPr>
            <a:spLocks noGrp="1"/>
          </p:cNvSpPr>
          <p:nvPr/>
        </p:nvSpPr>
        <p:spPr>
          <a:xfrm>
            <a:off x="17425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6" name="F2_precision_recall_distributions_6220">
            <a:extLst>
              <a:ext uri="{FF2B5EF4-FFF2-40B4-BE49-F238E27FC236}">
                <a16:creationId xmlns:a16="http://schemas.microsoft.com/office/drawing/2014/main" id="{85D8B396-32DE-44A1-B6DD-C403BFA5FE55}"/>
              </a:ext>
            </a:extLst>
          </p:cNvPr>
          <p:cNvSpPr>
            <a:spLocks noGrp="1"/>
          </p:cNvSpPr>
          <p:nvPr/>
        </p:nvSpPr>
        <p:spPr>
          <a:xfrm>
            <a:off x="186626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7" name="F2_precision_recall_distributions_6221">
            <a:extLst>
              <a:ext uri="{FF2B5EF4-FFF2-40B4-BE49-F238E27FC236}">
                <a16:creationId xmlns:a16="http://schemas.microsoft.com/office/drawing/2014/main" id="{9EED4556-EC0F-485B-939B-B13159D4E8E2}"/>
              </a:ext>
            </a:extLst>
          </p:cNvPr>
          <p:cNvSpPr>
            <a:spLocks noGrp="1"/>
          </p:cNvSpPr>
          <p:nvPr/>
        </p:nvSpPr>
        <p:spPr>
          <a:xfrm>
            <a:off x="18654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8" name="F2_precision_recall_distributions_6222">
            <a:extLst>
              <a:ext uri="{FF2B5EF4-FFF2-40B4-BE49-F238E27FC236}">
                <a16:creationId xmlns:a16="http://schemas.microsoft.com/office/drawing/2014/main" id="{F19CB56C-EFBE-48A8-8AED-D2E3C27C0214}"/>
              </a:ext>
            </a:extLst>
          </p:cNvPr>
          <p:cNvSpPr>
            <a:spLocks noGrp="1"/>
          </p:cNvSpPr>
          <p:nvPr/>
        </p:nvSpPr>
        <p:spPr>
          <a:xfrm>
            <a:off x="18836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9" name="F2_precision_recall_distributions_6223">
            <a:extLst>
              <a:ext uri="{FF2B5EF4-FFF2-40B4-BE49-F238E27FC236}">
                <a16:creationId xmlns:a16="http://schemas.microsoft.com/office/drawing/2014/main" id="{EEA08FE7-EC40-436F-A857-942E890EF3F3}"/>
              </a:ext>
            </a:extLst>
          </p:cNvPr>
          <p:cNvSpPr>
            <a:spLocks noGrp="1"/>
          </p:cNvSpPr>
          <p:nvPr/>
        </p:nvSpPr>
        <p:spPr>
          <a:xfrm>
            <a:off x="19010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0" name="F2_precision_recall_distributions_6224">
            <a:extLst>
              <a:ext uri="{FF2B5EF4-FFF2-40B4-BE49-F238E27FC236}">
                <a16:creationId xmlns:a16="http://schemas.microsoft.com/office/drawing/2014/main" id="{3DB04A2B-C845-45AC-BAE0-4AA8B89E111D}"/>
              </a:ext>
            </a:extLst>
          </p:cNvPr>
          <p:cNvSpPr>
            <a:spLocks noGrp="1"/>
          </p:cNvSpPr>
          <p:nvPr/>
        </p:nvSpPr>
        <p:spPr>
          <a:xfrm>
            <a:off x="178563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1" name="F2_precision_recall_distributions_6225">
            <a:extLst>
              <a:ext uri="{FF2B5EF4-FFF2-40B4-BE49-F238E27FC236}">
                <a16:creationId xmlns:a16="http://schemas.microsoft.com/office/drawing/2014/main" id="{531FEC2A-5A21-4933-8718-4D8C33424FD7}"/>
              </a:ext>
            </a:extLst>
          </p:cNvPr>
          <p:cNvSpPr>
            <a:spLocks noGrp="1"/>
          </p:cNvSpPr>
          <p:nvPr/>
        </p:nvSpPr>
        <p:spPr>
          <a:xfrm>
            <a:off x="1774957" y="6156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2" name="F2_precision_recall_distributions_6226">
            <a:extLst>
              <a:ext uri="{FF2B5EF4-FFF2-40B4-BE49-F238E27FC236}">
                <a16:creationId xmlns:a16="http://schemas.microsoft.com/office/drawing/2014/main" id="{4C8A3169-D5A8-4200-9C58-9C05D075F9A7}"/>
              </a:ext>
            </a:extLst>
          </p:cNvPr>
          <p:cNvSpPr>
            <a:spLocks noGrp="1"/>
          </p:cNvSpPr>
          <p:nvPr/>
        </p:nvSpPr>
        <p:spPr>
          <a:xfrm>
            <a:off x="1857207" y="56829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3" name="F2_precision_recall_distributions_6227">
            <a:extLst>
              <a:ext uri="{FF2B5EF4-FFF2-40B4-BE49-F238E27FC236}">
                <a16:creationId xmlns:a16="http://schemas.microsoft.com/office/drawing/2014/main" id="{4306286C-7729-40C5-897D-3859DBCC6E65}"/>
              </a:ext>
            </a:extLst>
          </p:cNvPr>
          <p:cNvSpPr>
            <a:spLocks noGrp="1"/>
          </p:cNvSpPr>
          <p:nvPr/>
        </p:nvSpPr>
        <p:spPr>
          <a:xfrm>
            <a:off x="18756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4" name="F2_precision_recall_distributions_6228">
            <a:extLst>
              <a:ext uri="{FF2B5EF4-FFF2-40B4-BE49-F238E27FC236}">
                <a16:creationId xmlns:a16="http://schemas.microsoft.com/office/drawing/2014/main" id="{BA3BEB08-215B-4E75-AA85-541D897E5B44}"/>
              </a:ext>
            </a:extLst>
          </p:cNvPr>
          <p:cNvSpPr>
            <a:spLocks noGrp="1"/>
          </p:cNvSpPr>
          <p:nvPr/>
        </p:nvSpPr>
        <p:spPr>
          <a:xfrm>
            <a:off x="182054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5" name="F2_precision_recall_distributions_6229">
            <a:extLst>
              <a:ext uri="{FF2B5EF4-FFF2-40B4-BE49-F238E27FC236}">
                <a16:creationId xmlns:a16="http://schemas.microsoft.com/office/drawing/2014/main" id="{1E9DC4C5-38CA-4D62-8A14-A16CE3F5D75B}"/>
              </a:ext>
            </a:extLst>
          </p:cNvPr>
          <p:cNvSpPr>
            <a:spLocks noGrp="1"/>
          </p:cNvSpPr>
          <p:nvPr/>
        </p:nvSpPr>
        <p:spPr>
          <a:xfrm>
            <a:off x="188460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6" name="F2_precision_recall_distributions_6230">
            <a:extLst>
              <a:ext uri="{FF2B5EF4-FFF2-40B4-BE49-F238E27FC236}">
                <a16:creationId xmlns:a16="http://schemas.microsoft.com/office/drawing/2014/main" id="{55CE9104-4065-4724-B68C-8D162D777EE8}"/>
              </a:ext>
            </a:extLst>
          </p:cNvPr>
          <p:cNvSpPr>
            <a:spLocks noGrp="1"/>
          </p:cNvSpPr>
          <p:nvPr/>
        </p:nvSpPr>
        <p:spPr>
          <a:xfrm>
            <a:off x="1908009" y="5852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7" name="F2_precision_recall_distributions_6231">
            <a:extLst>
              <a:ext uri="{FF2B5EF4-FFF2-40B4-BE49-F238E27FC236}">
                <a16:creationId xmlns:a16="http://schemas.microsoft.com/office/drawing/2014/main" id="{F080E44D-6625-43D2-BFDE-B2A4257274E7}"/>
              </a:ext>
            </a:extLst>
          </p:cNvPr>
          <p:cNvSpPr>
            <a:spLocks noGrp="1"/>
          </p:cNvSpPr>
          <p:nvPr/>
        </p:nvSpPr>
        <p:spPr>
          <a:xfrm>
            <a:off x="18458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8" name="F2_precision_recall_distributions_6232">
            <a:extLst>
              <a:ext uri="{FF2B5EF4-FFF2-40B4-BE49-F238E27FC236}">
                <a16:creationId xmlns:a16="http://schemas.microsoft.com/office/drawing/2014/main" id="{025772A9-A361-4E0C-B2BA-3E589E408344}"/>
              </a:ext>
            </a:extLst>
          </p:cNvPr>
          <p:cNvSpPr>
            <a:spLocks noGrp="1"/>
          </p:cNvSpPr>
          <p:nvPr/>
        </p:nvSpPr>
        <p:spPr>
          <a:xfrm>
            <a:off x="1847167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9" name="F2_precision_recall_distributions_6233">
            <a:extLst>
              <a:ext uri="{FF2B5EF4-FFF2-40B4-BE49-F238E27FC236}">
                <a16:creationId xmlns:a16="http://schemas.microsoft.com/office/drawing/2014/main" id="{C2CCC258-D565-4BF9-A5D2-0D8905CC34DC}"/>
              </a:ext>
            </a:extLst>
          </p:cNvPr>
          <p:cNvSpPr>
            <a:spLocks noGrp="1"/>
          </p:cNvSpPr>
          <p:nvPr/>
        </p:nvSpPr>
        <p:spPr>
          <a:xfrm>
            <a:off x="169715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0" name="F2_precision_recall_distributions_6234">
            <a:extLst>
              <a:ext uri="{FF2B5EF4-FFF2-40B4-BE49-F238E27FC236}">
                <a16:creationId xmlns:a16="http://schemas.microsoft.com/office/drawing/2014/main" id="{06FE1C3A-39B3-4174-B1EC-E4D1297486DE}"/>
              </a:ext>
            </a:extLst>
          </p:cNvPr>
          <p:cNvSpPr>
            <a:spLocks noGrp="1"/>
          </p:cNvSpPr>
          <p:nvPr/>
        </p:nvSpPr>
        <p:spPr>
          <a:xfrm>
            <a:off x="170727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1" name="F2_precision_recall_distributions_6235">
            <a:extLst>
              <a:ext uri="{FF2B5EF4-FFF2-40B4-BE49-F238E27FC236}">
                <a16:creationId xmlns:a16="http://schemas.microsoft.com/office/drawing/2014/main" id="{A6177D4A-51C6-4156-8192-B7AE27B47417}"/>
              </a:ext>
            </a:extLst>
          </p:cNvPr>
          <p:cNvSpPr>
            <a:spLocks noGrp="1"/>
          </p:cNvSpPr>
          <p:nvPr/>
        </p:nvSpPr>
        <p:spPr>
          <a:xfrm>
            <a:off x="180929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2" name="F2_precision_recall_distributions_6236">
            <a:extLst>
              <a:ext uri="{FF2B5EF4-FFF2-40B4-BE49-F238E27FC236}">
                <a16:creationId xmlns:a16="http://schemas.microsoft.com/office/drawing/2014/main" id="{655C61E7-815C-49D0-A35E-2A080F101423}"/>
              </a:ext>
            </a:extLst>
          </p:cNvPr>
          <p:cNvSpPr>
            <a:spLocks noGrp="1"/>
          </p:cNvSpPr>
          <p:nvPr/>
        </p:nvSpPr>
        <p:spPr>
          <a:xfrm>
            <a:off x="179735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3" name="F2_precision_recall_distributions_6237">
            <a:extLst>
              <a:ext uri="{FF2B5EF4-FFF2-40B4-BE49-F238E27FC236}">
                <a16:creationId xmlns:a16="http://schemas.microsoft.com/office/drawing/2014/main" id="{B4588E07-8111-4448-A5B3-41DE88A0225B}"/>
              </a:ext>
            </a:extLst>
          </p:cNvPr>
          <p:cNvSpPr>
            <a:spLocks noGrp="1"/>
          </p:cNvSpPr>
          <p:nvPr/>
        </p:nvSpPr>
        <p:spPr>
          <a:xfrm>
            <a:off x="1659924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4" name="F2_precision_recall_distributions_6238">
            <a:extLst>
              <a:ext uri="{FF2B5EF4-FFF2-40B4-BE49-F238E27FC236}">
                <a16:creationId xmlns:a16="http://schemas.microsoft.com/office/drawing/2014/main" id="{135573BA-673D-4E06-A968-228930789583}"/>
              </a:ext>
            </a:extLst>
          </p:cNvPr>
          <p:cNvSpPr>
            <a:spLocks noGrp="1"/>
          </p:cNvSpPr>
          <p:nvPr/>
        </p:nvSpPr>
        <p:spPr>
          <a:xfrm>
            <a:off x="1905412" y="6333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5" name="F2_precision_recall_distributions_6239">
            <a:extLst>
              <a:ext uri="{FF2B5EF4-FFF2-40B4-BE49-F238E27FC236}">
                <a16:creationId xmlns:a16="http://schemas.microsoft.com/office/drawing/2014/main" id="{74BB194E-9417-4314-838E-DDDD2700068B}"/>
              </a:ext>
            </a:extLst>
          </p:cNvPr>
          <p:cNvSpPr>
            <a:spLocks noGrp="1"/>
          </p:cNvSpPr>
          <p:nvPr/>
        </p:nvSpPr>
        <p:spPr>
          <a:xfrm>
            <a:off x="20060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6" name="F2_precision_recall_distributions_6240">
            <a:extLst>
              <a:ext uri="{FF2B5EF4-FFF2-40B4-BE49-F238E27FC236}">
                <a16:creationId xmlns:a16="http://schemas.microsoft.com/office/drawing/2014/main" id="{FFEE8867-1BB0-4AD8-AC7A-CC8025EA25A7}"/>
              </a:ext>
            </a:extLst>
          </p:cNvPr>
          <p:cNvSpPr>
            <a:spLocks noGrp="1"/>
          </p:cNvSpPr>
          <p:nvPr/>
        </p:nvSpPr>
        <p:spPr>
          <a:xfrm>
            <a:off x="1714693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7" name="F2_precision_recall_distributions_6241">
            <a:extLst>
              <a:ext uri="{FF2B5EF4-FFF2-40B4-BE49-F238E27FC236}">
                <a16:creationId xmlns:a16="http://schemas.microsoft.com/office/drawing/2014/main" id="{86231764-6C7F-4EAC-AB51-1B2BC52BC023}"/>
              </a:ext>
            </a:extLst>
          </p:cNvPr>
          <p:cNvSpPr>
            <a:spLocks noGrp="1"/>
          </p:cNvSpPr>
          <p:nvPr/>
        </p:nvSpPr>
        <p:spPr>
          <a:xfrm>
            <a:off x="1659483" y="63128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8" name="F2_precision_recall_distributions_6242">
            <a:extLst>
              <a:ext uri="{FF2B5EF4-FFF2-40B4-BE49-F238E27FC236}">
                <a16:creationId xmlns:a16="http://schemas.microsoft.com/office/drawing/2014/main" id="{A09A2C60-7393-4BC9-B2B7-F4F84C9D6193}"/>
              </a:ext>
            </a:extLst>
          </p:cNvPr>
          <p:cNvSpPr>
            <a:spLocks noGrp="1"/>
          </p:cNvSpPr>
          <p:nvPr/>
        </p:nvSpPr>
        <p:spPr>
          <a:xfrm>
            <a:off x="176688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9" name="F2_precision_recall_distributions_6243">
            <a:extLst>
              <a:ext uri="{FF2B5EF4-FFF2-40B4-BE49-F238E27FC236}">
                <a16:creationId xmlns:a16="http://schemas.microsoft.com/office/drawing/2014/main" id="{D2383879-DFC0-43C6-A584-DD6D9FEBA02A}"/>
              </a:ext>
            </a:extLst>
          </p:cNvPr>
          <p:cNvSpPr>
            <a:spLocks noGrp="1"/>
          </p:cNvSpPr>
          <p:nvPr/>
        </p:nvSpPr>
        <p:spPr>
          <a:xfrm>
            <a:off x="1975564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0" name="F2_precision_recall_distributions_6244">
            <a:extLst>
              <a:ext uri="{FF2B5EF4-FFF2-40B4-BE49-F238E27FC236}">
                <a16:creationId xmlns:a16="http://schemas.microsoft.com/office/drawing/2014/main" id="{2A70BD50-1E42-4481-9755-8AF0E419E929}"/>
              </a:ext>
            </a:extLst>
          </p:cNvPr>
          <p:cNvSpPr>
            <a:spLocks noGrp="1"/>
          </p:cNvSpPr>
          <p:nvPr/>
        </p:nvSpPr>
        <p:spPr>
          <a:xfrm>
            <a:off x="177717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1" name="F2_precision_recall_distributions_6245">
            <a:extLst>
              <a:ext uri="{FF2B5EF4-FFF2-40B4-BE49-F238E27FC236}">
                <a16:creationId xmlns:a16="http://schemas.microsoft.com/office/drawing/2014/main" id="{40E1B80D-67D2-4FD0-A5E4-5C6FCFA06427}"/>
              </a:ext>
            </a:extLst>
          </p:cNvPr>
          <p:cNvSpPr>
            <a:spLocks noGrp="1"/>
          </p:cNvSpPr>
          <p:nvPr/>
        </p:nvSpPr>
        <p:spPr>
          <a:xfrm>
            <a:off x="178220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2" name="F2_precision_recall_distributions_6246">
            <a:extLst>
              <a:ext uri="{FF2B5EF4-FFF2-40B4-BE49-F238E27FC236}">
                <a16:creationId xmlns:a16="http://schemas.microsoft.com/office/drawing/2014/main" id="{8EABA305-1C8B-41EB-8333-EFB95ED04417}"/>
              </a:ext>
            </a:extLst>
          </p:cNvPr>
          <p:cNvSpPr>
            <a:spLocks noGrp="1"/>
          </p:cNvSpPr>
          <p:nvPr/>
        </p:nvSpPr>
        <p:spPr>
          <a:xfrm>
            <a:off x="17242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3" name="F2_precision_recall_distributions_6247">
            <a:extLst>
              <a:ext uri="{FF2B5EF4-FFF2-40B4-BE49-F238E27FC236}">
                <a16:creationId xmlns:a16="http://schemas.microsoft.com/office/drawing/2014/main" id="{84630963-48D7-4189-9059-EBB99D8B84CF}"/>
              </a:ext>
            </a:extLst>
          </p:cNvPr>
          <p:cNvSpPr>
            <a:spLocks noGrp="1"/>
          </p:cNvSpPr>
          <p:nvPr/>
        </p:nvSpPr>
        <p:spPr>
          <a:xfrm>
            <a:off x="1665352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4" name="F2_precision_recall_distributions_6248">
            <a:extLst>
              <a:ext uri="{FF2B5EF4-FFF2-40B4-BE49-F238E27FC236}">
                <a16:creationId xmlns:a16="http://schemas.microsoft.com/office/drawing/2014/main" id="{83ACFF69-E5F4-4793-9EC1-1CB8CDD8A4A8}"/>
              </a:ext>
            </a:extLst>
          </p:cNvPr>
          <p:cNvSpPr>
            <a:spLocks noGrp="1"/>
          </p:cNvSpPr>
          <p:nvPr/>
        </p:nvSpPr>
        <p:spPr>
          <a:xfrm>
            <a:off x="193140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5" name="F2_precision_recall_distributions_6249">
            <a:extLst>
              <a:ext uri="{FF2B5EF4-FFF2-40B4-BE49-F238E27FC236}">
                <a16:creationId xmlns:a16="http://schemas.microsoft.com/office/drawing/2014/main" id="{4759375B-834A-4306-B8DB-9E6DADC0A34C}"/>
              </a:ext>
            </a:extLst>
          </p:cNvPr>
          <p:cNvSpPr>
            <a:spLocks noGrp="1"/>
          </p:cNvSpPr>
          <p:nvPr/>
        </p:nvSpPr>
        <p:spPr>
          <a:xfrm>
            <a:off x="17752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6" name="F2_precision_recall_distributions_6250">
            <a:extLst>
              <a:ext uri="{FF2B5EF4-FFF2-40B4-BE49-F238E27FC236}">
                <a16:creationId xmlns:a16="http://schemas.microsoft.com/office/drawing/2014/main" id="{4D3E7E6F-593F-4A4E-BB23-1FC85F043FA2}"/>
              </a:ext>
            </a:extLst>
          </p:cNvPr>
          <p:cNvSpPr>
            <a:spLocks noGrp="1"/>
          </p:cNvSpPr>
          <p:nvPr/>
        </p:nvSpPr>
        <p:spPr>
          <a:xfrm>
            <a:off x="182544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7" name="F2_precision_recall_distributions_6251">
            <a:extLst>
              <a:ext uri="{FF2B5EF4-FFF2-40B4-BE49-F238E27FC236}">
                <a16:creationId xmlns:a16="http://schemas.microsoft.com/office/drawing/2014/main" id="{3FA58630-CBA7-482A-8C1F-61E7DBB5158F}"/>
              </a:ext>
            </a:extLst>
          </p:cNvPr>
          <p:cNvSpPr>
            <a:spLocks noGrp="1"/>
          </p:cNvSpPr>
          <p:nvPr/>
        </p:nvSpPr>
        <p:spPr>
          <a:xfrm>
            <a:off x="1746515" y="57572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8" name="F2_precision_recall_distributions_6252">
            <a:extLst>
              <a:ext uri="{FF2B5EF4-FFF2-40B4-BE49-F238E27FC236}">
                <a16:creationId xmlns:a16="http://schemas.microsoft.com/office/drawing/2014/main" id="{F89601F9-BB55-4990-AAB4-BC6BF184AB15}"/>
              </a:ext>
            </a:extLst>
          </p:cNvPr>
          <p:cNvSpPr>
            <a:spLocks noGrp="1"/>
          </p:cNvSpPr>
          <p:nvPr/>
        </p:nvSpPr>
        <p:spPr>
          <a:xfrm>
            <a:off x="179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9" name="F2_precision_recall_distributions_6253">
            <a:extLst>
              <a:ext uri="{FF2B5EF4-FFF2-40B4-BE49-F238E27FC236}">
                <a16:creationId xmlns:a16="http://schemas.microsoft.com/office/drawing/2014/main" id="{88CBCF39-8F73-4B6E-9E00-D36960116378}"/>
              </a:ext>
            </a:extLst>
          </p:cNvPr>
          <p:cNvSpPr>
            <a:spLocks noGrp="1"/>
          </p:cNvSpPr>
          <p:nvPr/>
        </p:nvSpPr>
        <p:spPr>
          <a:xfrm>
            <a:off x="193189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0" name="F2_precision_recall_distributions_6254">
            <a:extLst>
              <a:ext uri="{FF2B5EF4-FFF2-40B4-BE49-F238E27FC236}">
                <a16:creationId xmlns:a16="http://schemas.microsoft.com/office/drawing/2014/main" id="{31D9A4FB-6B31-484B-87B7-4DECA75E68D9}"/>
              </a:ext>
            </a:extLst>
          </p:cNvPr>
          <p:cNvSpPr>
            <a:spLocks noGrp="1"/>
          </p:cNvSpPr>
          <p:nvPr/>
        </p:nvSpPr>
        <p:spPr>
          <a:xfrm>
            <a:off x="188103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1" name="F2_precision_recall_distributions_6255">
            <a:extLst>
              <a:ext uri="{FF2B5EF4-FFF2-40B4-BE49-F238E27FC236}">
                <a16:creationId xmlns:a16="http://schemas.microsoft.com/office/drawing/2014/main" id="{433FAD0E-EAB7-4347-AA98-021C691DFFDA}"/>
              </a:ext>
            </a:extLst>
          </p:cNvPr>
          <p:cNvSpPr>
            <a:spLocks noGrp="1"/>
          </p:cNvSpPr>
          <p:nvPr/>
        </p:nvSpPr>
        <p:spPr>
          <a:xfrm>
            <a:off x="19457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2" name="F2_precision_recall_distributions_6256">
            <a:extLst>
              <a:ext uri="{FF2B5EF4-FFF2-40B4-BE49-F238E27FC236}">
                <a16:creationId xmlns:a16="http://schemas.microsoft.com/office/drawing/2014/main" id="{87C18B47-A519-4037-A918-71DC0256D18D}"/>
              </a:ext>
            </a:extLst>
          </p:cNvPr>
          <p:cNvSpPr>
            <a:spLocks noGrp="1"/>
          </p:cNvSpPr>
          <p:nvPr/>
        </p:nvSpPr>
        <p:spPr>
          <a:xfrm>
            <a:off x="16864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3" name="F2_precision_recall_distributions_6257">
            <a:extLst>
              <a:ext uri="{FF2B5EF4-FFF2-40B4-BE49-F238E27FC236}">
                <a16:creationId xmlns:a16="http://schemas.microsoft.com/office/drawing/2014/main" id="{F5C716B5-8812-40F9-ABCB-DCB701FCBF11}"/>
              </a:ext>
            </a:extLst>
          </p:cNvPr>
          <p:cNvSpPr>
            <a:spLocks noGrp="1"/>
          </p:cNvSpPr>
          <p:nvPr/>
        </p:nvSpPr>
        <p:spPr>
          <a:xfrm>
            <a:off x="189331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4" name="F2_precision_recall_distributions_6258">
            <a:extLst>
              <a:ext uri="{FF2B5EF4-FFF2-40B4-BE49-F238E27FC236}">
                <a16:creationId xmlns:a16="http://schemas.microsoft.com/office/drawing/2014/main" id="{E7368E4C-04D1-4FF7-9963-F739D67422D3}"/>
              </a:ext>
            </a:extLst>
          </p:cNvPr>
          <p:cNvSpPr>
            <a:spLocks noGrp="1"/>
          </p:cNvSpPr>
          <p:nvPr/>
        </p:nvSpPr>
        <p:spPr>
          <a:xfrm>
            <a:off x="198717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5" name="F2_precision_recall_distributions_6259">
            <a:extLst>
              <a:ext uri="{FF2B5EF4-FFF2-40B4-BE49-F238E27FC236}">
                <a16:creationId xmlns:a16="http://schemas.microsoft.com/office/drawing/2014/main" id="{8CA47457-D5D3-4BCC-A636-D035BE295430}"/>
              </a:ext>
            </a:extLst>
          </p:cNvPr>
          <p:cNvSpPr>
            <a:spLocks noGrp="1"/>
          </p:cNvSpPr>
          <p:nvPr/>
        </p:nvSpPr>
        <p:spPr>
          <a:xfrm>
            <a:off x="17303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6" name="F2_precision_recall_distributions_6260">
            <a:extLst>
              <a:ext uri="{FF2B5EF4-FFF2-40B4-BE49-F238E27FC236}">
                <a16:creationId xmlns:a16="http://schemas.microsoft.com/office/drawing/2014/main" id="{3D6C12B6-01F3-4FED-AEE8-1827502EAC8C}"/>
              </a:ext>
            </a:extLst>
          </p:cNvPr>
          <p:cNvSpPr>
            <a:spLocks noGrp="1"/>
          </p:cNvSpPr>
          <p:nvPr/>
        </p:nvSpPr>
        <p:spPr>
          <a:xfrm>
            <a:off x="16936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7" name="F2_precision_recall_distributions_6261">
            <a:extLst>
              <a:ext uri="{FF2B5EF4-FFF2-40B4-BE49-F238E27FC236}">
                <a16:creationId xmlns:a16="http://schemas.microsoft.com/office/drawing/2014/main" id="{32C0B511-04D2-4A3A-9D11-146F881062D2}"/>
              </a:ext>
            </a:extLst>
          </p:cNvPr>
          <p:cNvSpPr>
            <a:spLocks noGrp="1"/>
          </p:cNvSpPr>
          <p:nvPr/>
        </p:nvSpPr>
        <p:spPr>
          <a:xfrm>
            <a:off x="18193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8" name="F2_precision_recall_distributions_6262">
            <a:extLst>
              <a:ext uri="{FF2B5EF4-FFF2-40B4-BE49-F238E27FC236}">
                <a16:creationId xmlns:a16="http://schemas.microsoft.com/office/drawing/2014/main" id="{77E2F4BF-54E5-4DBA-9C35-A02015F6767A}"/>
              </a:ext>
            </a:extLst>
          </p:cNvPr>
          <p:cNvSpPr>
            <a:spLocks noGrp="1"/>
          </p:cNvSpPr>
          <p:nvPr/>
        </p:nvSpPr>
        <p:spPr>
          <a:xfrm>
            <a:off x="1918705" y="59839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9" name="F2_precision_recall_distributions_6263">
            <a:extLst>
              <a:ext uri="{FF2B5EF4-FFF2-40B4-BE49-F238E27FC236}">
                <a16:creationId xmlns:a16="http://schemas.microsoft.com/office/drawing/2014/main" id="{75F7E018-FDE9-4BE0-8AEB-D180A03CA73B}"/>
              </a:ext>
            </a:extLst>
          </p:cNvPr>
          <p:cNvSpPr>
            <a:spLocks noGrp="1"/>
          </p:cNvSpPr>
          <p:nvPr/>
        </p:nvSpPr>
        <p:spPr>
          <a:xfrm>
            <a:off x="1795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0" name="F2_precision_recall_distributions_6264">
            <a:extLst>
              <a:ext uri="{FF2B5EF4-FFF2-40B4-BE49-F238E27FC236}">
                <a16:creationId xmlns:a16="http://schemas.microsoft.com/office/drawing/2014/main" id="{46F05F70-92AB-4AE1-B3EE-E5966DE3D8D7}"/>
              </a:ext>
            </a:extLst>
          </p:cNvPr>
          <p:cNvSpPr>
            <a:spLocks noGrp="1"/>
          </p:cNvSpPr>
          <p:nvPr/>
        </p:nvSpPr>
        <p:spPr>
          <a:xfrm>
            <a:off x="1743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1" name="F2_precision_recall_distributions_6265">
            <a:extLst>
              <a:ext uri="{FF2B5EF4-FFF2-40B4-BE49-F238E27FC236}">
                <a16:creationId xmlns:a16="http://schemas.microsoft.com/office/drawing/2014/main" id="{C30586A3-5C4B-492D-A7D1-D341A46CA34F}"/>
              </a:ext>
            </a:extLst>
          </p:cNvPr>
          <p:cNvSpPr>
            <a:spLocks noGrp="1"/>
          </p:cNvSpPr>
          <p:nvPr/>
        </p:nvSpPr>
        <p:spPr>
          <a:xfrm>
            <a:off x="1862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2" name="F2_precision_recall_distributions_6266">
            <a:extLst>
              <a:ext uri="{FF2B5EF4-FFF2-40B4-BE49-F238E27FC236}">
                <a16:creationId xmlns:a16="http://schemas.microsoft.com/office/drawing/2014/main" id="{52374F34-7E9C-4055-AF15-E98C6E6D5CCC}"/>
              </a:ext>
            </a:extLst>
          </p:cNvPr>
          <p:cNvSpPr>
            <a:spLocks noGrp="1"/>
          </p:cNvSpPr>
          <p:nvPr/>
        </p:nvSpPr>
        <p:spPr>
          <a:xfrm>
            <a:off x="170517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3" name="F2_precision_recall_distributions_6267">
            <a:extLst>
              <a:ext uri="{FF2B5EF4-FFF2-40B4-BE49-F238E27FC236}">
                <a16:creationId xmlns:a16="http://schemas.microsoft.com/office/drawing/2014/main" id="{75870093-7CE7-4AF7-ACE5-ABE538A7B377}"/>
              </a:ext>
            </a:extLst>
          </p:cNvPr>
          <p:cNvSpPr>
            <a:spLocks noGrp="1"/>
          </p:cNvSpPr>
          <p:nvPr/>
        </p:nvSpPr>
        <p:spPr>
          <a:xfrm>
            <a:off x="19331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4" name="F2_precision_recall_distributions_6268">
            <a:extLst>
              <a:ext uri="{FF2B5EF4-FFF2-40B4-BE49-F238E27FC236}">
                <a16:creationId xmlns:a16="http://schemas.microsoft.com/office/drawing/2014/main" id="{B7D263C2-5B8F-406D-BA24-62E35C1A0153}"/>
              </a:ext>
            </a:extLst>
          </p:cNvPr>
          <p:cNvSpPr>
            <a:spLocks noGrp="1"/>
          </p:cNvSpPr>
          <p:nvPr/>
        </p:nvSpPr>
        <p:spPr>
          <a:xfrm>
            <a:off x="172356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5" name="F2_precision_recall_distributions_6269">
            <a:extLst>
              <a:ext uri="{FF2B5EF4-FFF2-40B4-BE49-F238E27FC236}">
                <a16:creationId xmlns:a16="http://schemas.microsoft.com/office/drawing/2014/main" id="{A9BF9C2A-50E8-4DFC-BDC0-C38F57FCFB21}"/>
              </a:ext>
            </a:extLst>
          </p:cNvPr>
          <p:cNvSpPr>
            <a:spLocks noGrp="1"/>
          </p:cNvSpPr>
          <p:nvPr/>
        </p:nvSpPr>
        <p:spPr>
          <a:xfrm>
            <a:off x="19859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6" name="F2_precision_recall_distributions_6270">
            <a:extLst>
              <a:ext uri="{FF2B5EF4-FFF2-40B4-BE49-F238E27FC236}">
                <a16:creationId xmlns:a16="http://schemas.microsoft.com/office/drawing/2014/main" id="{74383D89-153C-451A-B0F5-313680067137}"/>
              </a:ext>
            </a:extLst>
          </p:cNvPr>
          <p:cNvSpPr>
            <a:spLocks noGrp="1"/>
          </p:cNvSpPr>
          <p:nvPr/>
        </p:nvSpPr>
        <p:spPr>
          <a:xfrm>
            <a:off x="197309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7" name="F2_precision_recall_distributions_6271">
            <a:extLst>
              <a:ext uri="{FF2B5EF4-FFF2-40B4-BE49-F238E27FC236}">
                <a16:creationId xmlns:a16="http://schemas.microsoft.com/office/drawing/2014/main" id="{4BDFDABA-5DC3-4FA0-8F55-B0903ED66CF4}"/>
              </a:ext>
            </a:extLst>
          </p:cNvPr>
          <p:cNvSpPr>
            <a:spLocks noGrp="1"/>
          </p:cNvSpPr>
          <p:nvPr/>
        </p:nvSpPr>
        <p:spPr>
          <a:xfrm>
            <a:off x="1781417" y="5895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8" name="F2_precision_recall_distributions_6272">
            <a:extLst>
              <a:ext uri="{FF2B5EF4-FFF2-40B4-BE49-F238E27FC236}">
                <a16:creationId xmlns:a16="http://schemas.microsoft.com/office/drawing/2014/main" id="{2E8CCFE0-34BD-40EF-BCE0-AB96E393281F}"/>
              </a:ext>
            </a:extLst>
          </p:cNvPr>
          <p:cNvSpPr>
            <a:spLocks noGrp="1"/>
          </p:cNvSpPr>
          <p:nvPr/>
        </p:nvSpPr>
        <p:spPr>
          <a:xfrm>
            <a:off x="1857356" y="5840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9" name="F2_precision_recall_distributions_6273">
            <a:extLst>
              <a:ext uri="{FF2B5EF4-FFF2-40B4-BE49-F238E27FC236}">
                <a16:creationId xmlns:a16="http://schemas.microsoft.com/office/drawing/2014/main" id="{8AB88951-3357-49D6-8111-CDE3F2F4D78F}"/>
              </a:ext>
            </a:extLst>
          </p:cNvPr>
          <p:cNvSpPr>
            <a:spLocks noGrp="1"/>
          </p:cNvSpPr>
          <p:nvPr/>
        </p:nvSpPr>
        <p:spPr>
          <a:xfrm>
            <a:off x="17111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0" name="F2_precision_recall_distributions_6274">
            <a:extLst>
              <a:ext uri="{FF2B5EF4-FFF2-40B4-BE49-F238E27FC236}">
                <a16:creationId xmlns:a16="http://schemas.microsoft.com/office/drawing/2014/main" id="{EC430205-AEB0-4317-8759-DCA73A31FC9E}"/>
              </a:ext>
            </a:extLst>
          </p:cNvPr>
          <p:cNvSpPr>
            <a:spLocks noGrp="1"/>
          </p:cNvSpPr>
          <p:nvPr/>
        </p:nvSpPr>
        <p:spPr>
          <a:xfrm>
            <a:off x="18717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1" name="F2_precision_recall_distributions_6275">
            <a:extLst>
              <a:ext uri="{FF2B5EF4-FFF2-40B4-BE49-F238E27FC236}">
                <a16:creationId xmlns:a16="http://schemas.microsoft.com/office/drawing/2014/main" id="{D8D5C7E0-C6B1-4193-A123-986F400DB503}"/>
              </a:ext>
            </a:extLst>
          </p:cNvPr>
          <p:cNvSpPr>
            <a:spLocks noGrp="1"/>
          </p:cNvSpPr>
          <p:nvPr/>
        </p:nvSpPr>
        <p:spPr>
          <a:xfrm>
            <a:off x="175892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2" name="F2_precision_recall_distributions_6276">
            <a:extLst>
              <a:ext uri="{FF2B5EF4-FFF2-40B4-BE49-F238E27FC236}">
                <a16:creationId xmlns:a16="http://schemas.microsoft.com/office/drawing/2014/main" id="{4E607041-D036-4B4B-8CDA-BAE2731A0855}"/>
              </a:ext>
            </a:extLst>
          </p:cNvPr>
          <p:cNvSpPr>
            <a:spLocks noGrp="1"/>
          </p:cNvSpPr>
          <p:nvPr/>
        </p:nvSpPr>
        <p:spPr>
          <a:xfrm>
            <a:off x="188811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3" name="F2_precision_recall_distributions_6277">
            <a:extLst>
              <a:ext uri="{FF2B5EF4-FFF2-40B4-BE49-F238E27FC236}">
                <a16:creationId xmlns:a16="http://schemas.microsoft.com/office/drawing/2014/main" id="{69F6D592-8B51-4569-951F-180A8CA76DAC}"/>
              </a:ext>
            </a:extLst>
          </p:cNvPr>
          <p:cNvSpPr>
            <a:spLocks noGrp="1"/>
          </p:cNvSpPr>
          <p:nvPr/>
        </p:nvSpPr>
        <p:spPr>
          <a:xfrm>
            <a:off x="17103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4" name="F2_precision_recall_distributions_6278">
            <a:extLst>
              <a:ext uri="{FF2B5EF4-FFF2-40B4-BE49-F238E27FC236}">
                <a16:creationId xmlns:a16="http://schemas.microsoft.com/office/drawing/2014/main" id="{83A87EAB-8EEA-4998-8A5D-2BEF371000AB}"/>
              </a:ext>
            </a:extLst>
          </p:cNvPr>
          <p:cNvSpPr>
            <a:spLocks noGrp="1"/>
          </p:cNvSpPr>
          <p:nvPr/>
        </p:nvSpPr>
        <p:spPr>
          <a:xfrm>
            <a:off x="19760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5" name="F2_precision_recall_distributions_6279">
            <a:extLst>
              <a:ext uri="{FF2B5EF4-FFF2-40B4-BE49-F238E27FC236}">
                <a16:creationId xmlns:a16="http://schemas.microsoft.com/office/drawing/2014/main" id="{0D95FF95-F5DD-4B9C-ADAE-9CACAD54673B}"/>
              </a:ext>
            </a:extLst>
          </p:cNvPr>
          <p:cNvSpPr>
            <a:spLocks noGrp="1"/>
          </p:cNvSpPr>
          <p:nvPr/>
        </p:nvSpPr>
        <p:spPr>
          <a:xfrm>
            <a:off x="2022705" y="586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6" name="F2_precision_recall_distributions_6280">
            <a:extLst>
              <a:ext uri="{FF2B5EF4-FFF2-40B4-BE49-F238E27FC236}">
                <a16:creationId xmlns:a16="http://schemas.microsoft.com/office/drawing/2014/main" id="{8CA3D50A-5EE2-40B0-B929-0B2303196A32}"/>
              </a:ext>
            </a:extLst>
          </p:cNvPr>
          <p:cNvSpPr>
            <a:spLocks noGrp="1"/>
          </p:cNvSpPr>
          <p:nvPr/>
        </p:nvSpPr>
        <p:spPr>
          <a:xfrm>
            <a:off x="176374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7" name="F2_precision_recall_distributions_6281">
            <a:extLst>
              <a:ext uri="{FF2B5EF4-FFF2-40B4-BE49-F238E27FC236}">
                <a16:creationId xmlns:a16="http://schemas.microsoft.com/office/drawing/2014/main" id="{BEA27E65-D807-41B9-83FC-8D261C849262}"/>
              </a:ext>
            </a:extLst>
          </p:cNvPr>
          <p:cNvSpPr>
            <a:spLocks noGrp="1"/>
          </p:cNvSpPr>
          <p:nvPr/>
        </p:nvSpPr>
        <p:spPr>
          <a:xfrm>
            <a:off x="19420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8" name="F2_precision_recall_distributions_6282">
            <a:extLst>
              <a:ext uri="{FF2B5EF4-FFF2-40B4-BE49-F238E27FC236}">
                <a16:creationId xmlns:a16="http://schemas.microsoft.com/office/drawing/2014/main" id="{3C2F23C3-75AD-4F07-A5F3-A64AAE0301B7}"/>
              </a:ext>
            </a:extLst>
          </p:cNvPr>
          <p:cNvSpPr>
            <a:spLocks noGrp="1"/>
          </p:cNvSpPr>
          <p:nvPr/>
        </p:nvSpPr>
        <p:spPr>
          <a:xfrm>
            <a:off x="19435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9" name="F2_precision_recall_distributions_6283">
            <a:extLst>
              <a:ext uri="{FF2B5EF4-FFF2-40B4-BE49-F238E27FC236}">
                <a16:creationId xmlns:a16="http://schemas.microsoft.com/office/drawing/2014/main" id="{973E4C06-9E43-44F2-82D4-87FD44E4E1DD}"/>
              </a:ext>
            </a:extLst>
          </p:cNvPr>
          <p:cNvSpPr>
            <a:spLocks noGrp="1"/>
          </p:cNvSpPr>
          <p:nvPr/>
        </p:nvSpPr>
        <p:spPr>
          <a:xfrm>
            <a:off x="16647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0" name="F2_precision_recall_distributions_6284">
            <a:extLst>
              <a:ext uri="{FF2B5EF4-FFF2-40B4-BE49-F238E27FC236}">
                <a16:creationId xmlns:a16="http://schemas.microsoft.com/office/drawing/2014/main" id="{EC7C205F-773D-4402-BB77-E039EE131EE2}"/>
              </a:ext>
            </a:extLst>
          </p:cNvPr>
          <p:cNvSpPr>
            <a:spLocks noGrp="1"/>
          </p:cNvSpPr>
          <p:nvPr/>
        </p:nvSpPr>
        <p:spPr>
          <a:xfrm>
            <a:off x="197495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1" name="F2_precision_recall_distributions_6285">
            <a:extLst>
              <a:ext uri="{FF2B5EF4-FFF2-40B4-BE49-F238E27FC236}">
                <a16:creationId xmlns:a16="http://schemas.microsoft.com/office/drawing/2014/main" id="{7C232665-4759-44BF-B86E-8063070474F0}"/>
              </a:ext>
            </a:extLst>
          </p:cNvPr>
          <p:cNvSpPr>
            <a:spLocks noGrp="1"/>
          </p:cNvSpPr>
          <p:nvPr/>
        </p:nvSpPr>
        <p:spPr>
          <a:xfrm>
            <a:off x="170313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2" name="F2_precision_recall_distributions_6286">
            <a:extLst>
              <a:ext uri="{FF2B5EF4-FFF2-40B4-BE49-F238E27FC236}">
                <a16:creationId xmlns:a16="http://schemas.microsoft.com/office/drawing/2014/main" id="{4ACA535D-D6F5-458D-9F3F-A8A17A2FB620}"/>
              </a:ext>
            </a:extLst>
          </p:cNvPr>
          <p:cNvSpPr>
            <a:spLocks noGrp="1"/>
          </p:cNvSpPr>
          <p:nvPr/>
        </p:nvSpPr>
        <p:spPr>
          <a:xfrm>
            <a:off x="193915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3" name="F2_precision_recall_distributions_6287">
            <a:extLst>
              <a:ext uri="{FF2B5EF4-FFF2-40B4-BE49-F238E27FC236}">
                <a16:creationId xmlns:a16="http://schemas.microsoft.com/office/drawing/2014/main" id="{AA38DE81-3CE3-4242-B620-2007C190E1DD}"/>
              </a:ext>
            </a:extLst>
          </p:cNvPr>
          <p:cNvSpPr>
            <a:spLocks noGrp="1"/>
          </p:cNvSpPr>
          <p:nvPr/>
        </p:nvSpPr>
        <p:spPr>
          <a:xfrm>
            <a:off x="187105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4" name="F2_precision_recall_distributions_6288">
            <a:extLst>
              <a:ext uri="{FF2B5EF4-FFF2-40B4-BE49-F238E27FC236}">
                <a16:creationId xmlns:a16="http://schemas.microsoft.com/office/drawing/2014/main" id="{B1877B86-FA35-4B36-8D7A-71784BE5C13D}"/>
              </a:ext>
            </a:extLst>
          </p:cNvPr>
          <p:cNvSpPr>
            <a:spLocks noGrp="1"/>
          </p:cNvSpPr>
          <p:nvPr/>
        </p:nvSpPr>
        <p:spPr>
          <a:xfrm>
            <a:off x="181259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5" name="F2_precision_recall_distributions_6289">
            <a:extLst>
              <a:ext uri="{FF2B5EF4-FFF2-40B4-BE49-F238E27FC236}">
                <a16:creationId xmlns:a16="http://schemas.microsoft.com/office/drawing/2014/main" id="{B81B5A05-1454-4741-988D-8EE785E85988}"/>
              </a:ext>
            </a:extLst>
          </p:cNvPr>
          <p:cNvSpPr>
            <a:spLocks noGrp="1"/>
          </p:cNvSpPr>
          <p:nvPr/>
        </p:nvSpPr>
        <p:spPr>
          <a:xfrm>
            <a:off x="17685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6" name="F2_precision_recall_distributions_6290">
            <a:extLst>
              <a:ext uri="{FF2B5EF4-FFF2-40B4-BE49-F238E27FC236}">
                <a16:creationId xmlns:a16="http://schemas.microsoft.com/office/drawing/2014/main" id="{76BCECA0-A5A9-4694-84E5-813515B1ED25}"/>
              </a:ext>
            </a:extLst>
          </p:cNvPr>
          <p:cNvSpPr>
            <a:spLocks noGrp="1"/>
          </p:cNvSpPr>
          <p:nvPr/>
        </p:nvSpPr>
        <p:spPr>
          <a:xfrm>
            <a:off x="1733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7" name="F2_precision_recall_distributions_6291">
            <a:extLst>
              <a:ext uri="{FF2B5EF4-FFF2-40B4-BE49-F238E27FC236}">
                <a16:creationId xmlns:a16="http://schemas.microsoft.com/office/drawing/2014/main" id="{43E3C95D-9FD2-4EA9-A28C-D1024EB6D452}"/>
              </a:ext>
            </a:extLst>
          </p:cNvPr>
          <p:cNvSpPr>
            <a:spLocks noGrp="1"/>
          </p:cNvSpPr>
          <p:nvPr/>
        </p:nvSpPr>
        <p:spPr>
          <a:xfrm>
            <a:off x="16805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8" name="F2_precision_recall_distributions_6292">
            <a:extLst>
              <a:ext uri="{FF2B5EF4-FFF2-40B4-BE49-F238E27FC236}">
                <a16:creationId xmlns:a16="http://schemas.microsoft.com/office/drawing/2014/main" id="{84545FC8-0FB2-4E6C-905F-694C0A1B40D8}"/>
              </a:ext>
            </a:extLst>
          </p:cNvPr>
          <p:cNvSpPr>
            <a:spLocks noGrp="1"/>
          </p:cNvSpPr>
          <p:nvPr/>
        </p:nvSpPr>
        <p:spPr>
          <a:xfrm>
            <a:off x="167422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9" name="F2_precision_recall_distributions_6293">
            <a:extLst>
              <a:ext uri="{FF2B5EF4-FFF2-40B4-BE49-F238E27FC236}">
                <a16:creationId xmlns:a16="http://schemas.microsoft.com/office/drawing/2014/main" id="{ECF6663D-15A6-4773-B2B0-D56BE2EEB43E}"/>
              </a:ext>
            </a:extLst>
          </p:cNvPr>
          <p:cNvSpPr>
            <a:spLocks noGrp="1"/>
          </p:cNvSpPr>
          <p:nvPr/>
        </p:nvSpPr>
        <p:spPr>
          <a:xfrm>
            <a:off x="1812176" y="59304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0" name="F2_precision_recall_distributions_6294">
            <a:extLst>
              <a:ext uri="{FF2B5EF4-FFF2-40B4-BE49-F238E27FC236}">
                <a16:creationId xmlns:a16="http://schemas.microsoft.com/office/drawing/2014/main" id="{670531B2-4832-4488-8B52-31A124F88CE5}"/>
              </a:ext>
            </a:extLst>
          </p:cNvPr>
          <p:cNvSpPr>
            <a:spLocks noGrp="1"/>
          </p:cNvSpPr>
          <p:nvPr/>
        </p:nvSpPr>
        <p:spPr>
          <a:xfrm>
            <a:off x="170111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1" name="F2_precision_recall_distributions_6295">
            <a:extLst>
              <a:ext uri="{FF2B5EF4-FFF2-40B4-BE49-F238E27FC236}">
                <a16:creationId xmlns:a16="http://schemas.microsoft.com/office/drawing/2014/main" id="{AC1D120C-C769-4366-878B-70FCD50C5D7A}"/>
              </a:ext>
            </a:extLst>
          </p:cNvPr>
          <p:cNvSpPr>
            <a:spLocks noGrp="1"/>
          </p:cNvSpPr>
          <p:nvPr/>
        </p:nvSpPr>
        <p:spPr>
          <a:xfrm>
            <a:off x="189170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2" name="F2_precision_recall_distributions_6296">
            <a:extLst>
              <a:ext uri="{FF2B5EF4-FFF2-40B4-BE49-F238E27FC236}">
                <a16:creationId xmlns:a16="http://schemas.microsoft.com/office/drawing/2014/main" id="{7C3045CE-731D-4D3F-9BD5-9270664A39BD}"/>
              </a:ext>
            </a:extLst>
          </p:cNvPr>
          <p:cNvSpPr>
            <a:spLocks noGrp="1"/>
          </p:cNvSpPr>
          <p:nvPr/>
        </p:nvSpPr>
        <p:spPr>
          <a:xfrm>
            <a:off x="172284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3" name="F2_precision_recall_distributions_6297">
            <a:extLst>
              <a:ext uri="{FF2B5EF4-FFF2-40B4-BE49-F238E27FC236}">
                <a16:creationId xmlns:a16="http://schemas.microsoft.com/office/drawing/2014/main" id="{11156416-92C9-41E1-B771-9A6BDD91D19E}"/>
              </a:ext>
            </a:extLst>
          </p:cNvPr>
          <p:cNvSpPr>
            <a:spLocks noGrp="1"/>
          </p:cNvSpPr>
          <p:nvPr/>
        </p:nvSpPr>
        <p:spPr>
          <a:xfrm>
            <a:off x="17190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4" name="F2_precision_recall_distributions_6298">
            <a:extLst>
              <a:ext uri="{FF2B5EF4-FFF2-40B4-BE49-F238E27FC236}">
                <a16:creationId xmlns:a16="http://schemas.microsoft.com/office/drawing/2014/main" id="{FCC86738-BC44-40FF-9DC9-9B469BBDE5B3}"/>
              </a:ext>
            </a:extLst>
          </p:cNvPr>
          <p:cNvSpPr>
            <a:spLocks noGrp="1"/>
          </p:cNvSpPr>
          <p:nvPr/>
        </p:nvSpPr>
        <p:spPr>
          <a:xfrm>
            <a:off x="17290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5" name="F2_precision_recall_distributions_6299">
            <a:extLst>
              <a:ext uri="{FF2B5EF4-FFF2-40B4-BE49-F238E27FC236}">
                <a16:creationId xmlns:a16="http://schemas.microsoft.com/office/drawing/2014/main" id="{22FFDC4F-7F6E-4176-9D1B-1790201F4509}"/>
              </a:ext>
            </a:extLst>
          </p:cNvPr>
          <p:cNvSpPr>
            <a:spLocks noGrp="1"/>
          </p:cNvSpPr>
          <p:nvPr/>
        </p:nvSpPr>
        <p:spPr>
          <a:xfrm>
            <a:off x="190855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6" name="F2_precision_recall_distributions_6300">
            <a:extLst>
              <a:ext uri="{FF2B5EF4-FFF2-40B4-BE49-F238E27FC236}">
                <a16:creationId xmlns:a16="http://schemas.microsoft.com/office/drawing/2014/main" id="{3D44C58D-2B1A-4CEF-A20F-2923CF84D2D6}"/>
              </a:ext>
            </a:extLst>
          </p:cNvPr>
          <p:cNvSpPr>
            <a:spLocks noGrp="1"/>
          </p:cNvSpPr>
          <p:nvPr/>
        </p:nvSpPr>
        <p:spPr>
          <a:xfrm>
            <a:off x="177989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7" name="F2_precision_recall_distributions_6301">
            <a:extLst>
              <a:ext uri="{FF2B5EF4-FFF2-40B4-BE49-F238E27FC236}">
                <a16:creationId xmlns:a16="http://schemas.microsoft.com/office/drawing/2014/main" id="{EF28D746-11B9-410F-9C90-FF1E5DCC348F}"/>
              </a:ext>
            </a:extLst>
          </p:cNvPr>
          <p:cNvSpPr>
            <a:spLocks noGrp="1"/>
          </p:cNvSpPr>
          <p:nvPr/>
        </p:nvSpPr>
        <p:spPr>
          <a:xfrm>
            <a:off x="176100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8" name="F2_precision_recall_distributions_6302">
            <a:extLst>
              <a:ext uri="{FF2B5EF4-FFF2-40B4-BE49-F238E27FC236}">
                <a16:creationId xmlns:a16="http://schemas.microsoft.com/office/drawing/2014/main" id="{78D4AD7A-5A1F-4D98-800C-2135C989CC9D}"/>
              </a:ext>
            </a:extLst>
          </p:cNvPr>
          <p:cNvSpPr>
            <a:spLocks noGrp="1"/>
          </p:cNvSpPr>
          <p:nvPr/>
        </p:nvSpPr>
        <p:spPr>
          <a:xfrm>
            <a:off x="182314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9" name="F2_precision_recall_distributions_6303">
            <a:extLst>
              <a:ext uri="{FF2B5EF4-FFF2-40B4-BE49-F238E27FC236}">
                <a16:creationId xmlns:a16="http://schemas.microsoft.com/office/drawing/2014/main" id="{0FB00248-1F40-47D0-B666-65975C1FF7AC}"/>
              </a:ext>
            </a:extLst>
          </p:cNvPr>
          <p:cNvSpPr>
            <a:spLocks noGrp="1"/>
          </p:cNvSpPr>
          <p:nvPr/>
        </p:nvSpPr>
        <p:spPr>
          <a:xfrm>
            <a:off x="170674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0" name="F2_precision_recall_distributions_6304">
            <a:extLst>
              <a:ext uri="{FF2B5EF4-FFF2-40B4-BE49-F238E27FC236}">
                <a16:creationId xmlns:a16="http://schemas.microsoft.com/office/drawing/2014/main" id="{47AF89A5-7C58-459F-BA6A-B8C3DF45DB3C}"/>
              </a:ext>
            </a:extLst>
          </p:cNvPr>
          <p:cNvSpPr>
            <a:spLocks noGrp="1"/>
          </p:cNvSpPr>
          <p:nvPr/>
        </p:nvSpPr>
        <p:spPr>
          <a:xfrm>
            <a:off x="1773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1" name="F2_precision_recall_distributions_6305">
            <a:extLst>
              <a:ext uri="{FF2B5EF4-FFF2-40B4-BE49-F238E27FC236}">
                <a16:creationId xmlns:a16="http://schemas.microsoft.com/office/drawing/2014/main" id="{B8A38349-B322-4D5A-91EC-6A267D0092BC}"/>
              </a:ext>
            </a:extLst>
          </p:cNvPr>
          <p:cNvSpPr>
            <a:spLocks noGrp="1"/>
          </p:cNvSpPr>
          <p:nvPr/>
        </p:nvSpPr>
        <p:spPr>
          <a:xfrm>
            <a:off x="193492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2" name="F2_precision_recall_distributions_6306">
            <a:extLst>
              <a:ext uri="{FF2B5EF4-FFF2-40B4-BE49-F238E27FC236}">
                <a16:creationId xmlns:a16="http://schemas.microsoft.com/office/drawing/2014/main" id="{3ADDF060-08E6-4504-8B70-4AACC5FD0007}"/>
              </a:ext>
            </a:extLst>
          </p:cNvPr>
          <p:cNvSpPr>
            <a:spLocks noGrp="1"/>
          </p:cNvSpPr>
          <p:nvPr/>
        </p:nvSpPr>
        <p:spPr>
          <a:xfrm>
            <a:off x="1894211" y="63697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3" name="F2_precision_recall_distributions_6307">
            <a:extLst>
              <a:ext uri="{FF2B5EF4-FFF2-40B4-BE49-F238E27FC236}">
                <a16:creationId xmlns:a16="http://schemas.microsoft.com/office/drawing/2014/main" id="{A230F767-0F8F-4EB6-8311-12C9CC5948E7}"/>
              </a:ext>
            </a:extLst>
          </p:cNvPr>
          <p:cNvSpPr>
            <a:spLocks noGrp="1"/>
          </p:cNvSpPr>
          <p:nvPr/>
        </p:nvSpPr>
        <p:spPr>
          <a:xfrm>
            <a:off x="18010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4" name="F2_precision_recall_distributions_6308">
            <a:extLst>
              <a:ext uri="{FF2B5EF4-FFF2-40B4-BE49-F238E27FC236}">
                <a16:creationId xmlns:a16="http://schemas.microsoft.com/office/drawing/2014/main" id="{207369F1-94CF-40AD-A7A7-109FA9A2DF5B}"/>
              </a:ext>
            </a:extLst>
          </p:cNvPr>
          <p:cNvSpPr>
            <a:spLocks noGrp="1"/>
          </p:cNvSpPr>
          <p:nvPr/>
        </p:nvSpPr>
        <p:spPr>
          <a:xfrm>
            <a:off x="1899286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5" name="F2_precision_recall_distributions_6309">
            <a:extLst>
              <a:ext uri="{FF2B5EF4-FFF2-40B4-BE49-F238E27FC236}">
                <a16:creationId xmlns:a16="http://schemas.microsoft.com/office/drawing/2014/main" id="{8B4AA60C-9FD2-4F3D-A22E-B58B7CB3F07E}"/>
              </a:ext>
            </a:extLst>
          </p:cNvPr>
          <p:cNvSpPr>
            <a:spLocks noGrp="1"/>
          </p:cNvSpPr>
          <p:nvPr/>
        </p:nvSpPr>
        <p:spPr>
          <a:xfrm>
            <a:off x="187202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6" name="F2_precision_recall_distributions_6310">
            <a:extLst>
              <a:ext uri="{FF2B5EF4-FFF2-40B4-BE49-F238E27FC236}">
                <a16:creationId xmlns:a16="http://schemas.microsoft.com/office/drawing/2014/main" id="{79B34524-620E-48F2-84D7-535ECF2742E1}"/>
              </a:ext>
            </a:extLst>
          </p:cNvPr>
          <p:cNvSpPr>
            <a:spLocks noGrp="1"/>
          </p:cNvSpPr>
          <p:nvPr/>
        </p:nvSpPr>
        <p:spPr>
          <a:xfrm>
            <a:off x="18340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7" name="F2_precision_recall_distributions_6311">
            <a:extLst>
              <a:ext uri="{FF2B5EF4-FFF2-40B4-BE49-F238E27FC236}">
                <a16:creationId xmlns:a16="http://schemas.microsoft.com/office/drawing/2014/main" id="{B4CC50E5-0943-4A16-923B-597B4F12CC74}"/>
              </a:ext>
            </a:extLst>
          </p:cNvPr>
          <p:cNvSpPr>
            <a:spLocks noGrp="1"/>
          </p:cNvSpPr>
          <p:nvPr/>
        </p:nvSpPr>
        <p:spPr>
          <a:xfrm>
            <a:off x="17384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8" name="F2_precision_recall_distributions_6312">
            <a:extLst>
              <a:ext uri="{FF2B5EF4-FFF2-40B4-BE49-F238E27FC236}">
                <a16:creationId xmlns:a16="http://schemas.microsoft.com/office/drawing/2014/main" id="{E5E2D5AA-5BFA-40BB-AA2A-DCA5799DC12A}"/>
              </a:ext>
            </a:extLst>
          </p:cNvPr>
          <p:cNvSpPr>
            <a:spLocks noGrp="1"/>
          </p:cNvSpPr>
          <p:nvPr/>
        </p:nvSpPr>
        <p:spPr>
          <a:xfrm>
            <a:off x="185657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9" name="F2_precision_recall_distributions_6313">
            <a:extLst>
              <a:ext uri="{FF2B5EF4-FFF2-40B4-BE49-F238E27FC236}">
                <a16:creationId xmlns:a16="http://schemas.microsoft.com/office/drawing/2014/main" id="{CC0BA280-FD46-4F4F-86E3-A67B1B5AB9B7}"/>
              </a:ext>
            </a:extLst>
          </p:cNvPr>
          <p:cNvSpPr>
            <a:spLocks noGrp="1"/>
          </p:cNvSpPr>
          <p:nvPr/>
        </p:nvSpPr>
        <p:spPr>
          <a:xfrm>
            <a:off x="172553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0" name="F2_precision_recall_distributions_6314">
            <a:extLst>
              <a:ext uri="{FF2B5EF4-FFF2-40B4-BE49-F238E27FC236}">
                <a16:creationId xmlns:a16="http://schemas.microsoft.com/office/drawing/2014/main" id="{998992DF-E623-41F1-9602-9860CFDC45F2}"/>
              </a:ext>
            </a:extLst>
          </p:cNvPr>
          <p:cNvSpPr>
            <a:spLocks noGrp="1"/>
          </p:cNvSpPr>
          <p:nvPr/>
        </p:nvSpPr>
        <p:spPr>
          <a:xfrm>
            <a:off x="17497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1" name="F2_precision_recall_distributions_6315">
            <a:extLst>
              <a:ext uri="{FF2B5EF4-FFF2-40B4-BE49-F238E27FC236}">
                <a16:creationId xmlns:a16="http://schemas.microsoft.com/office/drawing/2014/main" id="{25DBEB00-E3C4-492B-90EE-E04FA23D4A58}"/>
              </a:ext>
            </a:extLst>
          </p:cNvPr>
          <p:cNvSpPr>
            <a:spLocks noGrp="1"/>
          </p:cNvSpPr>
          <p:nvPr/>
        </p:nvSpPr>
        <p:spPr>
          <a:xfrm>
            <a:off x="198063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2" name="F2_precision_recall_distributions_6316">
            <a:extLst>
              <a:ext uri="{FF2B5EF4-FFF2-40B4-BE49-F238E27FC236}">
                <a16:creationId xmlns:a16="http://schemas.microsoft.com/office/drawing/2014/main" id="{970DA88C-2D78-4A7B-8079-E90B2317E414}"/>
              </a:ext>
            </a:extLst>
          </p:cNvPr>
          <p:cNvSpPr>
            <a:spLocks noGrp="1"/>
          </p:cNvSpPr>
          <p:nvPr/>
        </p:nvSpPr>
        <p:spPr>
          <a:xfrm>
            <a:off x="17659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3" name="F2_precision_recall_distributions_6317">
            <a:extLst>
              <a:ext uri="{FF2B5EF4-FFF2-40B4-BE49-F238E27FC236}">
                <a16:creationId xmlns:a16="http://schemas.microsoft.com/office/drawing/2014/main" id="{DD746958-628D-4AB6-B31C-6C820B689AFF}"/>
              </a:ext>
            </a:extLst>
          </p:cNvPr>
          <p:cNvSpPr>
            <a:spLocks noGrp="1"/>
          </p:cNvSpPr>
          <p:nvPr/>
        </p:nvSpPr>
        <p:spPr>
          <a:xfrm>
            <a:off x="1809651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4" name="F2_precision_recall_distributions_6318">
            <a:extLst>
              <a:ext uri="{FF2B5EF4-FFF2-40B4-BE49-F238E27FC236}">
                <a16:creationId xmlns:a16="http://schemas.microsoft.com/office/drawing/2014/main" id="{C323D4D3-B12E-48B8-8784-834F398A1630}"/>
              </a:ext>
            </a:extLst>
          </p:cNvPr>
          <p:cNvSpPr>
            <a:spLocks noGrp="1"/>
          </p:cNvSpPr>
          <p:nvPr/>
        </p:nvSpPr>
        <p:spPr>
          <a:xfrm>
            <a:off x="187644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5" name="F2_precision_recall_distributions_6319">
            <a:extLst>
              <a:ext uri="{FF2B5EF4-FFF2-40B4-BE49-F238E27FC236}">
                <a16:creationId xmlns:a16="http://schemas.microsoft.com/office/drawing/2014/main" id="{43DFA22F-B4EB-4BC3-A78B-DE478DD65BA0}"/>
              </a:ext>
            </a:extLst>
          </p:cNvPr>
          <p:cNvSpPr>
            <a:spLocks noGrp="1"/>
          </p:cNvSpPr>
          <p:nvPr/>
        </p:nvSpPr>
        <p:spPr>
          <a:xfrm>
            <a:off x="20025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6" name="F2_precision_recall_distributions_6320">
            <a:extLst>
              <a:ext uri="{FF2B5EF4-FFF2-40B4-BE49-F238E27FC236}">
                <a16:creationId xmlns:a16="http://schemas.microsoft.com/office/drawing/2014/main" id="{4C7DC45B-A8BA-4E27-A27C-CD9EB348FFB1}"/>
              </a:ext>
            </a:extLst>
          </p:cNvPr>
          <p:cNvSpPr>
            <a:spLocks noGrp="1"/>
          </p:cNvSpPr>
          <p:nvPr/>
        </p:nvSpPr>
        <p:spPr>
          <a:xfrm>
            <a:off x="1729369" y="58592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7" name="F2_precision_recall_distributions_6321">
            <a:extLst>
              <a:ext uri="{FF2B5EF4-FFF2-40B4-BE49-F238E27FC236}">
                <a16:creationId xmlns:a16="http://schemas.microsoft.com/office/drawing/2014/main" id="{FBF1D30F-06CC-4C27-85DC-428E678F9ACC}"/>
              </a:ext>
            </a:extLst>
          </p:cNvPr>
          <p:cNvSpPr>
            <a:spLocks noGrp="1"/>
          </p:cNvSpPr>
          <p:nvPr/>
        </p:nvSpPr>
        <p:spPr>
          <a:xfrm>
            <a:off x="1978605" y="58214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8" name="F2_precision_recall_distributions_6322">
            <a:extLst>
              <a:ext uri="{FF2B5EF4-FFF2-40B4-BE49-F238E27FC236}">
                <a16:creationId xmlns:a16="http://schemas.microsoft.com/office/drawing/2014/main" id="{0555ECEC-1E73-4F64-A6EC-4D0BB44BB88E}"/>
              </a:ext>
            </a:extLst>
          </p:cNvPr>
          <p:cNvSpPr>
            <a:spLocks noGrp="1"/>
          </p:cNvSpPr>
          <p:nvPr/>
        </p:nvSpPr>
        <p:spPr>
          <a:xfrm>
            <a:off x="171330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9" name="F2_precision_recall_distributions_6323">
            <a:extLst>
              <a:ext uri="{FF2B5EF4-FFF2-40B4-BE49-F238E27FC236}">
                <a16:creationId xmlns:a16="http://schemas.microsoft.com/office/drawing/2014/main" id="{6152264E-7C88-45E1-8E65-EC4C693C2DE9}"/>
              </a:ext>
            </a:extLst>
          </p:cNvPr>
          <p:cNvSpPr>
            <a:spLocks noGrp="1"/>
          </p:cNvSpPr>
          <p:nvPr/>
        </p:nvSpPr>
        <p:spPr>
          <a:xfrm>
            <a:off x="19578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0" name="F2_precision_recall_distributions_6324">
            <a:extLst>
              <a:ext uri="{FF2B5EF4-FFF2-40B4-BE49-F238E27FC236}">
                <a16:creationId xmlns:a16="http://schemas.microsoft.com/office/drawing/2014/main" id="{48A4E3F3-F7B5-4627-B604-B25F0738BBCF}"/>
              </a:ext>
            </a:extLst>
          </p:cNvPr>
          <p:cNvSpPr>
            <a:spLocks noGrp="1"/>
          </p:cNvSpPr>
          <p:nvPr/>
        </p:nvSpPr>
        <p:spPr>
          <a:xfrm>
            <a:off x="172899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1" name="F2_precision_recall_distributions_6325">
            <a:extLst>
              <a:ext uri="{FF2B5EF4-FFF2-40B4-BE49-F238E27FC236}">
                <a16:creationId xmlns:a16="http://schemas.microsoft.com/office/drawing/2014/main" id="{BE9F10D2-0F35-4F82-8775-C13533B4454C}"/>
              </a:ext>
            </a:extLst>
          </p:cNvPr>
          <p:cNvSpPr>
            <a:spLocks noGrp="1"/>
          </p:cNvSpPr>
          <p:nvPr/>
        </p:nvSpPr>
        <p:spPr>
          <a:xfrm>
            <a:off x="1839875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2" name="F2_precision_recall_distributions_6326">
            <a:extLst>
              <a:ext uri="{FF2B5EF4-FFF2-40B4-BE49-F238E27FC236}">
                <a16:creationId xmlns:a16="http://schemas.microsoft.com/office/drawing/2014/main" id="{73DF39EC-2316-4352-AEBE-3365D85D0A4C}"/>
              </a:ext>
            </a:extLst>
          </p:cNvPr>
          <p:cNvSpPr>
            <a:spLocks noGrp="1"/>
          </p:cNvSpPr>
          <p:nvPr/>
        </p:nvSpPr>
        <p:spPr>
          <a:xfrm>
            <a:off x="197399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3" name="F2_precision_recall_distributions_6327">
            <a:extLst>
              <a:ext uri="{FF2B5EF4-FFF2-40B4-BE49-F238E27FC236}">
                <a16:creationId xmlns:a16="http://schemas.microsoft.com/office/drawing/2014/main" id="{40A15E47-00EF-4038-8F65-C2965A820783}"/>
              </a:ext>
            </a:extLst>
          </p:cNvPr>
          <p:cNvSpPr>
            <a:spLocks noGrp="1"/>
          </p:cNvSpPr>
          <p:nvPr/>
        </p:nvSpPr>
        <p:spPr>
          <a:xfrm>
            <a:off x="1717500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4" name="F2_precision_recall_distributions_6328">
            <a:extLst>
              <a:ext uri="{FF2B5EF4-FFF2-40B4-BE49-F238E27FC236}">
                <a16:creationId xmlns:a16="http://schemas.microsoft.com/office/drawing/2014/main" id="{A97FBD17-908F-4875-B556-E752FFEEEB17}"/>
              </a:ext>
            </a:extLst>
          </p:cNvPr>
          <p:cNvSpPr>
            <a:spLocks noGrp="1"/>
          </p:cNvSpPr>
          <p:nvPr/>
        </p:nvSpPr>
        <p:spPr>
          <a:xfrm>
            <a:off x="198218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5" name="F2_precision_recall_distributions_6329">
            <a:extLst>
              <a:ext uri="{FF2B5EF4-FFF2-40B4-BE49-F238E27FC236}">
                <a16:creationId xmlns:a16="http://schemas.microsoft.com/office/drawing/2014/main" id="{F21B41B6-B238-476B-AB15-BD539E81EC55}"/>
              </a:ext>
            </a:extLst>
          </p:cNvPr>
          <p:cNvSpPr>
            <a:spLocks noGrp="1"/>
          </p:cNvSpPr>
          <p:nvPr/>
        </p:nvSpPr>
        <p:spPr>
          <a:xfrm>
            <a:off x="166785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6" name="F2_precision_recall_distributions_6330">
            <a:extLst>
              <a:ext uri="{FF2B5EF4-FFF2-40B4-BE49-F238E27FC236}">
                <a16:creationId xmlns:a16="http://schemas.microsoft.com/office/drawing/2014/main" id="{36095FFD-9A06-4D44-9FFA-E6C3748FC86F}"/>
              </a:ext>
            </a:extLst>
          </p:cNvPr>
          <p:cNvSpPr>
            <a:spLocks noGrp="1"/>
          </p:cNvSpPr>
          <p:nvPr/>
        </p:nvSpPr>
        <p:spPr>
          <a:xfrm>
            <a:off x="1965920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7" name="F2_precision_recall_distributions_6331">
            <a:extLst>
              <a:ext uri="{FF2B5EF4-FFF2-40B4-BE49-F238E27FC236}">
                <a16:creationId xmlns:a16="http://schemas.microsoft.com/office/drawing/2014/main" id="{94736530-6EF9-4F92-80B9-5A596B0185C0}"/>
              </a:ext>
            </a:extLst>
          </p:cNvPr>
          <p:cNvSpPr>
            <a:spLocks noGrp="1"/>
          </p:cNvSpPr>
          <p:nvPr/>
        </p:nvSpPr>
        <p:spPr>
          <a:xfrm>
            <a:off x="1998890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8" name="F2_precision_recall_distributions_6332">
            <a:extLst>
              <a:ext uri="{FF2B5EF4-FFF2-40B4-BE49-F238E27FC236}">
                <a16:creationId xmlns:a16="http://schemas.microsoft.com/office/drawing/2014/main" id="{5C888E62-021C-4FEF-B985-72A1EE1CE0FF}"/>
              </a:ext>
            </a:extLst>
          </p:cNvPr>
          <p:cNvSpPr>
            <a:spLocks noGrp="1"/>
          </p:cNvSpPr>
          <p:nvPr/>
        </p:nvSpPr>
        <p:spPr>
          <a:xfrm>
            <a:off x="192994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9" name="F2_precision_recall_distributions_6333">
            <a:extLst>
              <a:ext uri="{FF2B5EF4-FFF2-40B4-BE49-F238E27FC236}">
                <a16:creationId xmlns:a16="http://schemas.microsoft.com/office/drawing/2014/main" id="{176E552B-3BCB-4D09-8109-4925AE9CDA16}"/>
              </a:ext>
            </a:extLst>
          </p:cNvPr>
          <p:cNvSpPr>
            <a:spLocks noGrp="1"/>
          </p:cNvSpPr>
          <p:nvPr/>
        </p:nvSpPr>
        <p:spPr>
          <a:xfrm>
            <a:off x="180596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0" name="F2_precision_recall_distributions_6334">
            <a:extLst>
              <a:ext uri="{FF2B5EF4-FFF2-40B4-BE49-F238E27FC236}">
                <a16:creationId xmlns:a16="http://schemas.microsoft.com/office/drawing/2014/main" id="{CC93EAC6-F1B6-4D5B-B7A4-E1DDE530306B}"/>
              </a:ext>
            </a:extLst>
          </p:cNvPr>
          <p:cNvSpPr>
            <a:spLocks noGrp="1"/>
          </p:cNvSpPr>
          <p:nvPr/>
        </p:nvSpPr>
        <p:spPr>
          <a:xfrm>
            <a:off x="1842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1" name="F2_precision_recall_distributions_6335">
            <a:extLst>
              <a:ext uri="{FF2B5EF4-FFF2-40B4-BE49-F238E27FC236}">
                <a16:creationId xmlns:a16="http://schemas.microsoft.com/office/drawing/2014/main" id="{F93E21FD-A7A0-4F96-9308-E9FCABD06415}"/>
              </a:ext>
            </a:extLst>
          </p:cNvPr>
          <p:cNvSpPr>
            <a:spLocks noGrp="1"/>
          </p:cNvSpPr>
          <p:nvPr/>
        </p:nvSpPr>
        <p:spPr>
          <a:xfrm>
            <a:off x="20055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2" name="F2_precision_recall_distributions_6336">
            <a:extLst>
              <a:ext uri="{FF2B5EF4-FFF2-40B4-BE49-F238E27FC236}">
                <a16:creationId xmlns:a16="http://schemas.microsoft.com/office/drawing/2014/main" id="{86349572-C925-45D0-A04B-4F901CF1AF48}"/>
              </a:ext>
            </a:extLst>
          </p:cNvPr>
          <p:cNvSpPr>
            <a:spLocks noGrp="1"/>
          </p:cNvSpPr>
          <p:nvPr/>
        </p:nvSpPr>
        <p:spPr>
          <a:xfrm>
            <a:off x="186830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3" name="F2_precision_recall_distributions_6337">
            <a:extLst>
              <a:ext uri="{FF2B5EF4-FFF2-40B4-BE49-F238E27FC236}">
                <a16:creationId xmlns:a16="http://schemas.microsoft.com/office/drawing/2014/main" id="{D332460E-A83C-4FF3-A508-F13987F8D045}"/>
              </a:ext>
            </a:extLst>
          </p:cNvPr>
          <p:cNvSpPr>
            <a:spLocks noGrp="1"/>
          </p:cNvSpPr>
          <p:nvPr/>
        </p:nvSpPr>
        <p:spPr>
          <a:xfrm>
            <a:off x="1839069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4" name="F2_precision_recall_distributions_6338">
            <a:extLst>
              <a:ext uri="{FF2B5EF4-FFF2-40B4-BE49-F238E27FC236}">
                <a16:creationId xmlns:a16="http://schemas.microsoft.com/office/drawing/2014/main" id="{6B5C0E9D-18DA-4266-9CFC-88C0487C8AE6}"/>
              </a:ext>
            </a:extLst>
          </p:cNvPr>
          <p:cNvSpPr>
            <a:spLocks noGrp="1"/>
          </p:cNvSpPr>
          <p:nvPr/>
        </p:nvSpPr>
        <p:spPr>
          <a:xfrm>
            <a:off x="1803620" y="6149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5" name="F2_precision_recall_distributions_6339">
            <a:extLst>
              <a:ext uri="{FF2B5EF4-FFF2-40B4-BE49-F238E27FC236}">
                <a16:creationId xmlns:a16="http://schemas.microsoft.com/office/drawing/2014/main" id="{CED575C7-7E7C-4FC4-BA4F-3EAF7AAD72F6}"/>
              </a:ext>
            </a:extLst>
          </p:cNvPr>
          <p:cNvSpPr>
            <a:spLocks noGrp="1"/>
          </p:cNvSpPr>
          <p:nvPr/>
        </p:nvSpPr>
        <p:spPr>
          <a:xfrm>
            <a:off x="1808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6" name="F2_precision_recall_distributions_6340">
            <a:extLst>
              <a:ext uri="{FF2B5EF4-FFF2-40B4-BE49-F238E27FC236}">
                <a16:creationId xmlns:a16="http://schemas.microsoft.com/office/drawing/2014/main" id="{DA6A2554-3D09-4CDB-B815-A35AF53727E9}"/>
              </a:ext>
            </a:extLst>
          </p:cNvPr>
          <p:cNvSpPr>
            <a:spLocks noGrp="1"/>
          </p:cNvSpPr>
          <p:nvPr/>
        </p:nvSpPr>
        <p:spPr>
          <a:xfrm>
            <a:off x="1801068" y="6093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7" name="F2_precision_recall_distributions_6341">
            <a:extLst>
              <a:ext uri="{FF2B5EF4-FFF2-40B4-BE49-F238E27FC236}">
                <a16:creationId xmlns:a16="http://schemas.microsoft.com/office/drawing/2014/main" id="{2731AB40-3B86-4AEC-AB21-E0D83DA1BF31}"/>
              </a:ext>
            </a:extLst>
          </p:cNvPr>
          <p:cNvSpPr>
            <a:spLocks noGrp="1"/>
          </p:cNvSpPr>
          <p:nvPr/>
        </p:nvSpPr>
        <p:spPr>
          <a:xfrm>
            <a:off x="18127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8" name="F2_precision_recall_distributions_6342">
            <a:extLst>
              <a:ext uri="{FF2B5EF4-FFF2-40B4-BE49-F238E27FC236}">
                <a16:creationId xmlns:a16="http://schemas.microsoft.com/office/drawing/2014/main" id="{100939DE-F6E9-4941-95E9-7E1F86A0E216}"/>
              </a:ext>
            </a:extLst>
          </p:cNvPr>
          <p:cNvSpPr>
            <a:spLocks noGrp="1"/>
          </p:cNvSpPr>
          <p:nvPr/>
        </p:nvSpPr>
        <p:spPr>
          <a:xfrm>
            <a:off x="19485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9" name="F2_precision_recall_distributions_6343">
            <a:extLst>
              <a:ext uri="{FF2B5EF4-FFF2-40B4-BE49-F238E27FC236}">
                <a16:creationId xmlns:a16="http://schemas.microsoft.com/office/drawing/2014/main" id="{4B197819-8958-4095-B04F-9FD8821FC06D}"/>
              </a:ext>
            </a:extLst>
          </p:cNvPr>
          <p:cNvSpPr>
            <a:spLocks noGrp="1"/>
          </p:cNvSpPr>
          <p:nvPr/>
        </p:nvSpPr>
        <p:spPr>
          <a:xfrm>
            <a:off x="18892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0" name="F2_precision_recall_distributions_6344">
            <a:extLst>
              <a:ext uri="{FF2B5EF4-FFF2-40B4-BE49-F238E27FC236}">
                <a16:creationId xmlns:a16="http://schemas.microsoft.com/office/drawing/2014/main" id="{E476C0B2-483F-4B40-A947-BCE60D7410A0}"/>
              </a:ext>
            </a:extLst>
          </p:cNvPr>
          <p:cNvSpPr>
            <a:spLocks noGrp="1"/>
          </p:cNvSpPr>
          <p:nvPr/>
        </p:nvSpPr>
        <p:spPr>
          <a:xfrm>
            <a:off x="17104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1" name="F2_precision_recall_distributions_6345">
            <a:extLst>
              <a:ext uri="{FF2B5EF4-FFF2-40B4-BE49-F238E27FC236}">
                <a16:creationId xmlns:a16="http://schemas.microsoft.com/office/drawing/2014/main" id="{1778E7ED-8D92-4863-AA3B-D9662D18856C}"/>
              </a:ext>
            </a:extLst>
          </p:cNvPr>
          <p:cNvSpPr>
            <a:spLocks noGrp="1"/>
          </p:cNvSpPr>
          <p:nvPr/>
        </p:nvSpPr>
        <p:spPr>
          <a:xfrm>
            <a:off x="1816751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2" name="F2_precision_recall_distributions_6346">
            <a:extLst>
              <a:ext uri="{FF2B5EF4-FFF2-40B4-BE49-F238E27FC236}">
                <a16:creationId xmlns:a16="http://schemas.microsoft.com/office/drawing/2014/main" id="{66922AC5-D797-4D33-A6CB-F54AAA297FFA}"/>
              </a:ext>
            </a:extLst>
          </p:cNvPr>
          <p:cNvSpPr>
            <a:spLocks noGrp="1"/>
          </p:cNvSpPr>
          <p:nvPr/>
        </p:nvSpPr>
        <p:spPr>
          <a:xfrm>
            <a:off x="2008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3" name="F2_precision_recall_distributions_6347">
            <a:extLst>
              <a:ext uri="{FF2B5EF4-FFF2-40B4-BE49-F238E27FC236}">
                <a16:creationId xmlns:a16="http://schemas.microsoft.com/office/drawing/2014/main" id="{CA97E84D-0F7F-41D2-9CD2-FF42290D9B41}"/>
              </a:ext>
            </a:extLst>
          </p:cNvPr>
          <p:cNvSpPr>
            <a:spLocks noGrp="1"/>
          </p:cNvSpPr>
          <p:nvPr/>
        </p:nvSpPr>
        <p:spPr>
          <a:xfrm>
            <a:off x="1853956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4" name="F2_precision_recall_distributions_6348">
            <a:extLst>
              <a:ext uri="{FF2B5EF4-FFF2-40B4-BE49-F238E27FC236}">
                <a16:creationId xmlns:a16="http://schemas.microsoft.com/office/drawing/2014/main" id="{C3A4D02F-809B-4C27-B000-9E228360793D}"/>
              </a:ext>
            </a:extLst>
          </p:cNvPr>
          <p:cNvSpPr>
            <a:spLocks noGrp="1"/>
          </p:cNvSpPr>
          <p:nvPr/>
        </p:nvSpPr>
        <p:spPr>
          <a:xfrm>
            <a:off x="18411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5" name="F2_precision_recall_distributions_6349">
            <a:extLst>
              <a:ext uri="{FF2B5EF4-FFF2-40B4-BE49-F238E27FC236}">
                <a16:creationId xmlns:a16="http://schemas.microsoft.com/office/drawing/2014/main" id="{2CB14256-6D92-4DFE-BBEE-E0A297158758}"/>
              </a:ext>
            </a:extLst>
          </p:cNvPr>
          <p:cNvSpPr>
            <a:spLocks noGrp="1"/>
          </p:cNvSpPr>
          <p:nvPr/>
        </p:nvSpPr>
        <p:spPr>
          <a:xfrm>
            <a:off x="16607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6" name="F2_precision_recall_distributions_6350">
            <a:extLst>
              <a:ext uri="{FF2B5EF4-FFF2-40B4-BE49-F238E27FC236}">
                <a16:creationId xmlns:a16="http://schemas.microsoft.com/office/drawing/2014/main" id="{ABD677A4-A169-473A-8EEF-BEF27F5675BE}"/>
              </a:ext>
            </a:extLst>
          </p:cNvPr>
          <p:cNvSpPr>
            <a:spLocks noGrp="1"/>
          </p:cNvSpPr>
          <p:nvPr/>
        </p:nvSpPr>
        <p:spPr>
          <a:xfrm>
            <a:off x="193199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7" name="F2_precision_recall_distributions_6351">
            <a:extLst>
              <a:ext uri="{FF2B5EF4-FFF2-40B4-BE49-F238E27FC236}">
                <a16:creationId xmlns:a16="http://schemas.microsoft.com/office/drawing/2014/main" id="{8A873C7B-8195-4025-876B-13857EA0343E}"/>
              </a:ext>
            </a:extLst>
          </p:cNvPr>
          <p:cNvSpPr>
            <a:spLocks noGrp="1"/>
          </p:cNvSpPr>
          <p:nvPr/>
        </p:nvSpPr>
        <p:spPr>
          <a:xfrm>
            <a:off x="267891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3538" name="F2_precision_recall_distributions_6352">
            <a:extLst>
              <a:ext uri="{FF2B5EF4-FFF2-40B4-BE49-F238E27FC236}">
                <a16:creationId xmlns:a16="http://schemas.microsoft.com/office/drawing/2014/main" id="{80C20801-B703-40C3-946E-4758C71962C2}"/>
              </a:ext>
            </a:extLst>
          </p:cNvPr>
          <p:cNvSpPr>
            <a:spLocks noGrp="1"/>
          </p:cNvSpPr>
          <p:nvPr/>
        </p:nvSpPr>
        <p:spPr>
          <a:xfrm>
            <a:off x="30693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9" name="F2_precision_recall_distributions_6353">
            <a:extLst>
              <a:ext uri="{FF2B5EF4-FFF2-40B4-BE49-F238E27FC236}">
                <a16:creationId xmlns:a16="http://schemas.microsoft.com/office/drawing/2014/main" id="{215A33EB-4A6A-4760-B4CE-D6E0E333E318}"/>
              </a:ext>
            </a:extLst>
          </p:cNvPr>
          <p:cNvSpPr>
            <a:spLocks noGrp="1"/>
          </p:cNvSpPr>
          <p:nvPr/>
        </p:nvSpPr>
        <p:spPr>
          <a:xfrm>
            <a:off x="3103007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0" name="F2_precision_recall_distributions_6354">
            <a:extLst>
              <a:ext uri="{FF2B5EF4-FFF2-40B4-BE49-F238E27FC236}">
                <a16:creationId xmlns:a16="http://schemas.microsoft.com/office/drawing/2014/main" id="{A60D072E-94E2-4ACE-8040-5D7E874A89C0}"/>
              </a:ext>
            </a:extLst>
          </p:cNvPr>
          <p:cNvSpPr>
            <a:spLocks noGrp="1"/>
          </p:cNvSpPr>
          <p:nvPr/>
        </p:nvSpPr>
        <p:spPr>
          <a:xfrm>
            <a:off x="309833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1" name="F2_precision_recall_distributions_6355">
            <a:extLst>
              <a:ext uri="{FF2B5EF4-FFF2-40B4-BE49-F238E27FC236}">
                <a16:creationId xmlns:a16="http://schemas.microsoft.com/office/drawing/2014/main" id="{25C98FDC-0F70-4D27-BB67-70A005F70EEF}"/>
              </a:ext>
            </a:extLst>
          </p:cNvPr>
          <p:cNvSpPr>
            <a:spLocks noGrp="1"/>
          </p:cNvSpPr>
          <p:nvPr/>
        </p:nvSpPr>
        <p:spPr>
          <a:xfrm>
            <a:off x="2857178" y="6362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2" name="F2_precision_recall_distributions_6356">
            <a:extLst>
              <a:ext uri="{FF2B5EF4-FFF2-40B4-BE49-F238E27FC236}">
                <a16:creationId xmlns:a16="http://schemas.microsoft.com/office/drawing/2014/main" id="{A0E952C0-EFF5-4D00-A940-A1B80455192A}"/>
              </a:ext>
            </a:extLst>
          </p:cNvPr>
          <p:cNvSpPr>
            <a:spLocks noGrp="1"/>
          </p:cNvSpPr>
          <p:nvPr/>
        </p:nvSpPr>
        <p:spPr>
          <a:xfrm>
            <a:off x="3038625" y="5779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3" name="F2_precision_recall_distributions_6357">
            <a:extLst>
              <a:ext uri="{FF2B5EF4-FFF2-40B4-BE49-F238E27FC236}">
                <a16:creationId xmlns:a16="http://schemas.microsoft.com/office/drawing/2014/main" id="{72608DF1-052A-48E5-B24F-5EC7D03D277F}"/>
              </a:ext>
            </a:extLst>
          </p:cNvPr>
          <p:cNvSpPr>
            <a:spLocks noGrp="1"/>
          </p:cNvSpPr>
          <p:nvPr/>
        </p:nvSpPr>
        <p:spPr>
          <a:xfrm>
            <a:off x="303271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4" name="F2_precision_recall_distributions_6358">
            <a:extLst>
              <a:ext uri="{FF2B5EF4-FFF2-40B4-BE49-F238E27FC236}">
                <a16:creationId xmlns:a16="http://schemas.microsoft.com/office/drawing/2014/main" id="{80BCC5F5-3C55-46DB-872F-C71CF0D96600}"/>
              </a:ext>
            </a:extLst>
          </p:cNvPr>
          <p:cNvSpPr>
            <a:spLocks noGrp="1"/>
          </p:cNvSpPr>
          <p:nvPr/>
        </p:nvSpPr>
        <p:spPr>
          <a:xfrm>
            <a:off x="31204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5" name="F2_precision_recall_distributions_6359">
            <a:extLst>
              <a:ext uri="{FF2B5EF4-FFF2-40B4-BE49-F238E27FC236}">
                <a16:creationId xmlns:a16="http://schemas.microsoft.com/office/drawing/2014/main" id="{FBC7A06B-73CD-41DE-8800-5A9EA63885F6}"/>
              </a:ext>
            </a:extLst>
          </p:cNvPr>
          <p:cNvSpPr>
            <a:spLocks noGrp="1"/>
          </p:cNvSpPr>
          <p:nvPr/>
        </p:nvSpPr>
        <p:spPr>
          <a:xfrm>
            <a:off x="289578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6" name="F2_precision_recall_distributions_6360">
            <a:extLst>
              <a:ext uri="{FF2B5EF4-FFF2-40B4-BE49-F238E27FC236}">
                <a16:creationId xmlns:a16="http://schemas.microsoft.com/office/drawing/2014/main" id="{8697CC4F-3F4E-4EFE-AC5A-391C79730B24}"/>
              </a:ext>
            </a:extLst>
          </p:cNvPr>
          <p:cNvSpPr>
            <a:spLocks noGrp="1"/>
          </p:cNvSpPr>
          <p:nvPr/>
        </p:nvSpPr>
        <p:spPr>
          <a:xfrm>
            <a:off x="286787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7" name="F2_precision_recall_distributions_6361">
            <a:extLst>
              <a:ext uri="{FF2B5EF4-FFF2-40B4-BE49-F238E27FC236}">
                <a16:creationId xmlns:a16="http://schemas.microsoft.com/office/drawing/2014/main" id="{EC087528-3339-4E69-96E0-E876279DC902}"/>
              </a:ext>
            </a:extLst>
          </p:cNvPr>
          <p:cNvSpPr>
            <a:spLocks noGrp="1"/>
          </p:cNvSpPr>
          <p:nvPr/>
        </p:nvSpPr>
        <p:spPr>
          <a:xfrm>
            <a:off x="29174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8" name="F2_precision_recall_distributions_6362">
            <a:extLst>
              <a:ext uri="{FF2B5EF4-FFF2-40B4-BE49-F238E27FC236}">
                <a16:creationId xmlns:a16="http://schemas.microsoft.com/office/drawing/2014/main" id="{A98E8DA4-2118-48DB-82EF-F5BFD4CCFA25}"/>
              </a:ext>
            </a:extLst>
          </p:cNvPr>
          <p:cNvSpPr>
            <a:spLocks noGrp="1"/>
          </p:cNvSpPr>
          <p:nvPr/>
        </p:nvSpPr>
        <p:spPr>
          <a:xfrm>
            <a:off x="2837051" y="5954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9" name="F2_precision_recall_distributions_6363">
            <a:extLst>
              <a:ext uri="{FF2B5EF4-FFF2-40B4-BE49-F238E27FC236}">
                <a16:creationId xmlns:a16="http://schemas.microsoft.com/office/drawing/2014/main" id="{DD8ECF1F-233C-4884-811F-590F21D5981A}"/>
              </a:ext>
            </a:extLst>
          </p:cNvPr>
          <p:cNvSpPr>
            <a:spLocks noGrp="1"/>
          </p:cNvSpPr>
          <p:nvPr/>
        </p:nvSpPr>
        <p:spPr>
          <a:xfrm>
            <a:off x="29416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0" name="F2_precision_recall_distributions_6364">
            <a:extLst>
              <a:ext uri="{FF2B5EF4-FFF2-40B4-BE49-F238E27FC236}">
                <a16:creationId xmlns:a16="http://schemas.microsoft.com/office/drawing/2014/main" id="{E99AC49A-ADA9-4982-83E7-55DB7CC98B7A}"/>
              </a:ext>
            </a:extLst>
          </p:cNvPr>
          <p:cNvSpPr>
            <a:spLocks noGrp="1"/>
          </p:cNvSpPr>
          <p:nvPr/>
        </p:nvSpPr>
        <p:spPr>
          <a:xfrm>
            <a:off x="2940792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1" name="F2_precision_recall_distributions_6365">
            <a:extLst>
              <a:ext uri="{FF2B5EF4-FFF2-40B4-BE49-F238E27FC236}">
                <a16:creationId xmlns:a16="http://schemas.microsoft.com/office/drawing/2014/main" id="{6227D26A-983C-442E-A867-5F10BDCC1CB1}"/>
              </a:ext>
            </a:extLst>
          </p:cNvPr>
          <p:cNvSpPr>
            <a:spLocks noGrp="1"/>
          </p:cNvSpPr>
          <p:nvPr/>
        </p:nvSpPr>
        <p:spPr>
          <a:xfrm>
            <a:off x="281958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2" name="F2_precision_recall_distributions_6366">
            <a:extLst>
              <a:ext uri="{FF2B5EF4-FFF2-40B4-BE49-F238E27FC236}">
                <a16:creationId xmlns:a16="http://schemas.microsoft.com/office/drawing/2014/main" id="{95C7B6AE-1EAB-457A-9FC1-423507F28C66}"/>
              </a:ext>
            </a:extLst>
          </p:cNvPr>
          <p:cNvSpPr>
            <a:spLocks noGrp="1"/>
          </p:cNvSpPr>
          <p:nvPr/>
        </p:nvSpPr>
        <p:spPr>
          <a:xfrm>
            <a:off x="29150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3" name="F2_precision_recall_distributions_6367">
            <a:extLst>
              <a:ext uri="{FF2B5EF4-FFF2-40B4-BE49-F238E27FC236}">
                <a16:creationId xmlns:a16="http://schemas.microsoft.com/office/drawing/2014/main" id="{959E489F-6312-4C13-A190-120EFFCD352D}"/>
              </a:ext>
            </a:extLst>
          </p:cNvPr>
          <p:cNvSpPr>
            <a:spLocks noGrp="1"/>
          </p:cNvSpPr>
          <p:nvPr/>
        </p:nvSpPr>
        <p:spPr>
          <a:xfrm>
            <a:off x="31582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4" name="F2_precision_recall_distributions_6368">
            <a:extLst>
              <a:ext uri="{FF2B5EF4-FFF2-40B4-BE49-F238E27FC236}">
                <a16:creationId xmlns:a16="http://schemas.microsoft.com/office/drawing/2014/main" id="{6DCAACC1-F261-4F76-81F3-A62E1B9AE184}"/>
              </a:ext>
            </a:extLst>
          </p:cNvPr>
          <p:cNvSpPr>
            <a:spLocks noGrp="1"/>
          </p:cNvSpPr>
          <p:nvPr/>
        </p:nvSpPr>
        <p:spPr>
          <a:xfrm>
            <a:off x="30958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5" name="F2_precision_recall_distributions_6369">
            <a:extLst>
              <a:ext uri="{FF2B5EF4-FFF2-40B4-BE49-F238E27FC236}">
                <a16:creationId xmlns:a16="http://schemas.microsoft.com/office/drawing/2014/main" id="{752FCE28-EF6F-40C1-AF88-9BCB1E07B1CD}"/>
              </a:ext>
            </a:extLst>
          </p:cNvPr>
          <p:cNvSpPr>
            <a:spLocks noGrp="1"/>
          </p:cNvSpPr>
          <p:nvPr/>
        </p:nvSpPr>
        <p:spPr>
          <a:xfrm>
            <a:off x="298033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6" name="F2_precision_recall_distributions_6370">
            <a:extLst>
              <a:ext uri="{FF2B5EF4-FFF2-40B4-BE49-F238E27FC236}">
                <a16:creationId xmlns:a16="http://schemas.microsoft.com/office/drawing/2014/main" id="{018F012E-293E-4547-9A03-083D02D9893F}"/>
              </a:ext>
            </a:extLst>
          </p:cNvPr>
          <p:cNvSpPr>
            <a:spLocks noGrp="1"/>
          </p:cNvSpPr>
          <p:nvPr/>
        </p:nvSpPr>
        <p:spPr>
          <a:xfrm>
            <a:off x="30315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7" name="F2_precision_recall_distributions_6371">
            <a:extLst>
              <a:ext uri="{FF2B5EF4-FFF2-40B4-BE49-F238E27FC236}">
                <a16:creationId xmlns:a16="http://schemas.microsoft.com/office/drawing/2014/main" id="{D574FA1A-0E8D-47D2-A434-AC3E5E87898F}"/>
              </a:ext>
            </a:extLst>
          </p:cNvPr>
          <p:cNvSpPr>
            <a:spLocks noGrp="1"/>
          </p:cNvSpPr>
          <p:nvPr/>
        </p:nvSpPr>
        <p:spPr>
          <a:xfrm>
            <a:off x="308549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8" name="F2_precision_recall_distributions_6372">
            <a:extLst>
              <a:ext uri="{FF2B5EF4-FFF2-40B4-BE49-F238E27FC236}">
                <a16:creationId xmlns:a16="http://schemas.microsoft.com/office/drawing/2014/main" id="{410195DE-0B14-4068-985C-706DBCB03882}"/>
              </a:ext>
            </a:extLst>
          </p:cNvPr>
          <p:cNvSpPr>
            <a:spLocks noGrp="1"/>
          </p:cNvSpPr>
          <p:nvPr/>
        </p:nvSpPr>
        <p:spPr>
          <a:xfrm>
            <a:off x="3086660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9" name="F2_precision_recall_distributions_6373">
            <a:extLst>
              <a:ext uri="{FF2B5EF4-FFF2-40B4-BE49-F238E27FC236}">
                <a16:creationId xmlns:a16="http://schemas.microsoft.com/office/drawing/2014/main" id="{2DE6B8BD-6C9B-4A58-B6B6-01B5BF25A917}"/>
              </a:ext>
            </a:extLst>
          </p:cNvPr>
          <p:cNvSpPr>
            <a:spLocks noGrp="1"/>
          </p:cNvSpPr>
          <p:nvPr/>
        </p:nvSpPr>
        <p:spPr>
          <a:xfrm>
            <a:off x="28205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0" name="F2_precision_recall_distributions_6374">
            <a:extLst>
              <a:ext uri="{FF2B5EF4-FFF2-40B4-BE49-F238E27FC236}">
                <a16:creationId xmlns:a16="http://schemas.microsoft.com/office/drawing/2014/main" id="{1D53D79E-F987-4DF3-8D5F-9DADBBAE0D06}"/>
              </a:ext>
            </a:extLst>
          </p:cNvPr>
          <p:cNvSpPr>
            <a:spLocks noGrp="1"/>
          </p:cNvSpPr>
          <p:nvPr/>
        </p:nvSpPr>
        <p:spPr>
          <a:xfrm>
            <a:off x="292912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1" name="F2_precision_recall_distributions_6375">
            <a:extLst>
              <a:ext uri="{FF2B5EF4-FFF2-40B4-BE49-F238E27FC236}">
                <a16:creationId xmlns:a16="http://schemas.microsoft.com/office/drawing/2014/main" id="{28752DAE-99E0-43FC-964B-B38955439EB7}"/>
              </a:ext>
            </a:extLst>
          </p:cNvPr>
          <p:cNvSpPr>
            <a:spLocks noGrp="1"/>
          </p:cNvSpPr>
          <p:nvPr/>
        </p:nvSpPr>
        <p:spPr>
          <a:xfrm>
            <a:off x="308807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2" name="F2_precision_recall_distributions_6376">
            <a:extLst>
              <a:ext uri="{FF2B5EF4-FFF2-40B4-BE49-F238E27FC236}">
                <a16:creationId xmlns:a16="http://schemas.microsoft.com/office/drawing/2014/main" id="{B74CB92F-37C2-4087-9DEB-D4CE837F27B6}"/>
              </a:ext>
            </a:extLst>
          </p:cNvPr>
          <p:cNvSpPr>
            <a:spLocks noGrp="1"/>
          </p:cNvSpPr>
          <p:nvPr/>
        </p:nvSpPr>
        <p:spPr>
          <a:xfrm>
            <a:off x="315250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3" name="F2_precision_recall_distributions_6377">
            <a:extLst>
              <a:ext uri="{FF2B5EF4-FFF2-40B4-BE49-F238E27FC236}">
                <a16:creationId xmlns:a16="http://schemas.microsoft.com/office/drawing/2014/main" id="{68ECEA63-2CD4-45C3-81C4-159BCCDD1F02}"/>
              </a:ext>
            </a:extLst>
          </p:cNvPr>
          <p:cNvSpPr>
            <a:spLocks noGrp="1"/>
          </p:cNvSpPr>
          <p:nvPr/>
        </p:nvSpPr>
        <p:spPr>
          <a:xfrm>
            <a:off x="29962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4" name="F2_precision_recall_distributions_6378">
            <a:extLst>
              <a:ext uri="{FF2B5EF4-FFF2-40B4-BE49-F238E27FC236}">
                <a16:creationId xmlns:a16="http://schemas.microsoft.com/office/drawing/2014/main" id="{2A112956-1B51-4BF1-BBFE-8916FBA989D8}"/>
              </a:ext>
            </a:extLst>
          </p:cNvPr>
          <p:cNvSpPr>
            <a:spLocks noGrp="1"/>
          </p:cNvSpPr>
          <p:nvPr/>
        </p:nvSpPr>
        <p:spPr>
          <a:xfrm>
            <a:off x="28709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5" name="F2_precision_recall_distributions_6379">
            <a:extLst>
              <a:ext uri="{FF2B5EF4-FFF2-40B4-BE49-F238E27FC236}">
                <a16:creationId xmlns:a16="http://schemas.microsoft.com/office/drawing/2014/main" id="{6FA2BFB6-7D1B-4B80-BC16-2CE9076D5604}"/>
              </a:ext>
            </a:extLst>
          </p:cNvPr>
          <p:cNvSpPr>
            <a:spLocks noGrp="1"/>
          </p:cNvSpPr>
          <p:nvPr/>
        </p:nvSpPr>
        <p:spPr>
          <a:xfrm>
            <a:off x="2965731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6" name="F2_precision_recall_distributions_6380">
            <a:extLst>
              <a:ext uri="{FF2B5EF4-FFF2-40B4-BE49-F238E27FC236}">
                <a16:creationId xmlns:a16="http://schemas.microsoft.com/office/drawing/2014/main" id="{A8990AF1-5B5F-45CD-8280-B861CED53B62}"/>
              </a:ext>
            </a:extLst>
          </p:cNvPr>
          <p:cNvSpPr>
            <a:spLocks noGrp="1"/>
          </p:cNvSpPr>
          <p:nvPr/>
        </p:nvSpPr>
        <p:spPr>
          <a:xfrm>
            <a:off x="287770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7" name="F2_precision_recall_distributions_6381">
            <a:extLst>
              <a:ext uri="{FF2B5EF4-FFF2-40B4-BE49-F238E27FC236}">
                <a16:creationId xmlns:a16="http://schemas.microsoft.com/office/drawing/2014/main" id="{35769C6E-E23C-4B09-ADCD-E75ABEF5F7EF}"/>
              </a:ext>
            </a:extLst>
          </p:cNvPr>
          <p:cNvSpPr>
            <a:spLocks noGrp="1"/>
          </p:cNvSpPr>
          <p:nvPr/>
        </p:nvSpPr>
        <p:spPr>
          <a:xfrm>
            <a:off x="299911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8" name="F2_precision_recall_distributions_6382">
            <a:extLst>
              <a:ext uri="{FF2B5EF4-FFF2-40B4-BE49-F238E27FC236}">
                <a16:creationId xmlns:a16="http://schemas.microsoft.com/office/drawing/2014/main" id="{FA82691E-D721-4EDB-8CBE-4D90ED6BFC8C}"/>
              </a:ext>
            </a:extLst>
          </p:cNvPr>
          <p:cNvSpPr>
            <a:spLocks noGrp="1"/>
          </p:cNvSpPr>
          <p:nvPr/>
        </p:nvSpPr>
        <p:spPr>
          <a:xfrm>
            <a:off x="308101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9" name="F2_precision_recall_distributions_6383">
            <a:extLst>
              <a:ext uri="{FF2B5EF4-FFF2-40B4-BE49-F238E27FC236}">
                <a16:creationId xmlns:a16="http://schemas.microsoft.com/office/drawing/2014/main" id="{60708E5D-1780-4413-9BCF-5E320653FFE1}"/>
              </a:ext>
            </a:extLst>
          </p:cNvPr>
          <p:cNvSpPr>
            <a:spLocks noGrp="1"/>
          </p:cNvSpPr>
          <p:nvPr/>
        </p:nvSpPr>
        <p:spPr>
          <a:xfrm>
            <a:off x="3182580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0" name="F2_precision_recall_distributions_6384">
            <a:extLst>
              <a:ext uri="{FF2B5EF4-FFF2-40B4-BE49-F238E27FC236}">
                <a16:creationId xmlns:a16="http://schemas.microsoft.com/office/drawing/2014/main" id="{B0E536BC-45D3-4E90-A6D0-7819185FFE33}"/>
              </a:ext>
            </a:extLst>
          </p:cNvPr>
          <p:cNvSpPr>
            <a:spLocks noGrp="1"/>
          </p:cNvSpPr>
          <p:nvPr/>
        </p:nvSpPr>
        <p:spPr>
          <a:xfrm>
            <a:off x="31467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1" name="F2_precision_recall_distributions_6385">
            <a:extLst>
              <a:ext uri="{FF2B5EF4-FFF2-40B4-BE49-F238E27FC236}">
                <a16:creationId xmlns:a16="http://schemas.microsoft.com/office/drawing/2014/main" id="{313700BE-FA1D-4D5D-9741-09C85BD6E8A2}"/>
              </a:ext>
            </a:extLst>
          </p:cNvPr>
          <p:cNvSpPr>
            <a:spLocks noGrp="1"/>
          </p:cNvSpPr>
          <p:nvPr/>
        </p:nvSpPr>
        <p:spPr>
          <a:xfrm>
            <a:off x="309083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2" name="F2_precision_recall_distributions_6386">
            <a:extLst>
              <a:ext uri="{FF2B5EF4-FFF2-40B4-BE49-F238E27FC236}">
                <a16:creationId xmlns:a16="http://schemas.microsoft.com/office/drawing/2014/main" id="{1BA6FCB4-9B05-4AF5-BC26-FBBFD214509E}"/>
              </a:ext>
            </a:extLst>
          </p:cNvPr>
          <p:cNvSpPr>
            <a:spLocks noGrp="1"/>
          </p:cNvSpPr>
          <p:nvPr/>
        </p:nvSpPr>
        <p:spPr>
          <a:xfrm>
            <a:off x="313917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3" name="F2_precision_recall_distributions_6387">
            <a:extLst>
              <a:ext uri="{FF2B5EF4-FFF2-40B4-BE49-F238E27FC236}">
                <a16:creationId xmlns:a16="http://schemas.microsoft.com/office/drawing/2014/main" id="{A42B1637-35E9-4F3F-950F-1ECDCDDD1DFC}"/>
              </a:ext>
            </a:extLst>
          </p:cNvPr>
          <p:cNvSpPr>
            <a:spLocks noGrp="1"/>
          </p:cNvSpPr>
          <p:nvPr/>
        </p:nvSpPr>
        <p:spPr>
          <a:xfrm>
            <a:off x="30757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4" name="F2_precision_recall_distributions_6388">
            <a:extLst>
              <a:ext uri="{FF2B5EF4-FFF2-40B4-BE49-F238E27FC236}">
                <a16:creationId xmlns:a16="http://schemas.microsoft.com/office/drawing/2014/main" id="{B5E9BEB2-CADB-41FF-B577-6372A45A5BBC}"/>
              </a:ext>
            </a:extLst>
          </p:cNvPr>
          <p:cNvSpPr>
            <a:spLocks noGrp="1"/>
          </p:cNvSpPr>
          <p:nvPr/>
        </p:nvSpPr>
        <p:spPr>
          <a:xfrm>
            <a:off x="30760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5" name="F2_precision_recall_distributions_6389">
            <a:extLst>
              <a:ext uri="{FF2B5EF4-FFF2-40B4-BE49-F238E27FC236}">
                <a16:creationId xmlns:a16="http://schemas.microsoft.com/office/drawing/2014/main" id="{99F16098-C652-4FA7-BF78-A3737DB47A62}"/>
              </a:ext>
            </a:extLst>
          </p:cNvPr>
          <p:cNvSpPr>
            <a:spLocks noGrp="1"/>
          </p:cNvSpPr>
          <p:nvPr/>
        </p:nvSpPr>
        <p:spPr>
          <a:xfrm>
            <a:off x="288324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6" name="F2_precision_recall_distributions_6390">
            <a:extLst>
              <a:ext uri="{FF2B5EF4-FFF2-40B4-BE49-F238E27FC236}">
                <a16:creationId xmlns:a16="http://schemas.microsoft.com/office/drawing/2014/main" id="{53EC2C49-4027-4439-B30D-BD3C1A0A7173}"/>
              </a:ext>
            </a:extLst>
          </p:cNvPr>
          <p:cNvSpPr>
            <a:spLocks noGrp="1"/>
          </p:cNvSpPr>
          <p:nvPr/>
        </p:nvSpPr>
        <p:spPr>
          <a:xfrm>
            <a:off x="305985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7" name="F2_precision_recall_distributions_6391">
            <a:extLst>
              <a:ext uri="{FF2B5EF4-FFF2-40B4-BE49-F238E27FC236}">
                <a16:creationId xmlns:a16="http://schemas.microsoft.com/office/drawing/2014/main" id="{66BDEAB8-A2E1-4379-AC91-94AB3E877BBD}"/>
              </a:ext>
            </a:extLst>
          </p:cNvPr>
          <p:cNvSpPr>
            <a:spLocks noGrp="1"/>
          </p:cNvSpPr>
          <p:nvPr/>
        </p:nvSpPr>
        <p:spPr>
          <a:xfrm>
            <a:off x="3169918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8" name="F2_precision_recall_distributions_6392">
            <a:extLst>
              <a:ext uri="{FF2B5EF4-FFF2-40B4-BE49-F238E27FC236}">
                <a16:creationId xmlns:a16="http://schemas.microsoft.com/office/drawing/2014/main" id="{FC404795-79A2-48C3-8689-F5BFCB1465DA}"/>
              </a:ext>
            </a:extLst>
          </p:cNvPr>
          <p:cNvSpPr>
            <a:spLocks noGrp="1"/>
          </p:cNvSpPr>
          <p:nvPr/>
        </p:nvSpPr>
        <p:spPr>
          <a:xfrm>
            <a:off x="28878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9" name="F2_precision_recall_distributions_6393">
            <a:extLst>
              <a:ext uri="{FF2B5EF4-FFF2-40B4-BE49-F238E27FC236}">
                <a16:creationId xmlns:a16="http://schemas.microsoft.com/office/drawing/2014/main" id="{E6D0B357-2C41-46BF-A69A-A5346D3B5A1F}"/>
              </a:ext>
            </a:extLst>
          </p:cNvPr>
          <p:cNvSpPr>
            <a:spLocks noGrp="1"/>
          </p:cNvSpPr>
          <p:nvPr/>
        </p:nvSpPr>
        <p:spPr>
          <a:xfrm>
            <a:off x="285017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0" name="F2_precision_recall_distributions_6394">
            <a:extLst>
              <a:ext uri="{FF2B5EF4-FFF2-40B4-BE49-F238E27FC236}">
                <a16:creationId xmlns:a16="http://schemas.microsoft.com/office/drawing/2014/main" id="{0366E00E-1FF1-4E79-B80D-6A56DC6A76BF}"/>
              </a:ext>
            </a:extLst>
          </p:cNvPr>
          <p:cNvSpPr>
            <a:spLocks noGrp="1"/>
          </p:cNvSpPr>
          <p:nvPr/>
        </p:nvSpPr>
        <p:spPr>
          <a:xfrm>
            <a:off x="297984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1" name="F2_precision_recall_distributions_6395">
            <a:extLst>
              <a:ext uri="{FF2B5EF4-FFF2-40B4-BE49-F238E27FC236}">
                <a16:creationId xmlns:a16="http://schemas.microsoft.com/office/drawing/2014/main" id="{5DC91541-6AAE-4A08-AE75-115F8169B2B2}"/>
              </a:ext>
            </a:extLst>
          </p:cNvPr>
          <p:cNvSpPr>
            <a:spLocks noGrp="1"/>
          </p:cNvSpPr>
          <p:nvPr/>
        </p:nvSpPr>
        <p:spPr>
          <a:xfrm>
            <a:off x="2990299" y="5847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2" name="F2_precision_recall_distributions_6396">
            <a:extLst>
              <a:ext uri="{FF2B5EF4-FFF2-40B4-BE49-F238E27FC236}">
                <a16:creationId xmlns:a16="http://schemas.microsoft.com/office/drawing/2014/main" id="{53D41B55-53E7-48E8-BF78-6D81139B624E}"/>
              </a:ext>
            </a:extLst>
          </p:cNvPr>
          <p:cNvSpPr>
            <a:spLocks noGrp="1"/>
          </p:cNvSpPr>
          <p:nvPr/>
        </p:nvSpPr>
        <p:spPr>
          <a:xfrm>
            <a:off x="282109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3" name="F2_precision_recall_distributions_6397">
            <a:extLst>
              <a:ext uri="{FF2B5EF4-FFF2-40B4-BE49-F238E27FC236}">
                <a16:creationId xmlns:a16="http://schemas.microsoft.com/office/drawing/2014/main" id="{F852C60A-2220-4F0E-B267-71B95747889C}"/>
              </a:ext>
            </a:extLst>
          </p:cNvPr>
          <p:cNvSpPr>
            <a:spLocks noGrp="1"/>
          </p:cNvSpPr>
          <p:nvPr/>
        </p:nvSpPr>
        <p:spPr>
          <a:xfrm>
            <a:off x="2908835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4" name="F2_precision_recall_distributions_6398">
            <a:extLst>
              <a:ext uri="{FF2B5EF4-FFF2-40B4-BE49-F238E27FC236}">
                <a16:creationId xmlns:a16="http://schemas.microsoft.com/office/drawing/2014/main" id="{1E4CB36E-AAF7-4D64-9C12-4C57BB510046}"/>
              </a:ext>
            </a:extLst>
          </p:cNvPr>
          <p:cNvSpPr>
            <a:spLocks noGrp="1"/>
          </p:cNvSpPr>
          <p:nvPr/>
        </p:nvSpPr>
        <p:spPr>
          <a:xfrm>
            <a:off x="295787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5" name="F2_precision_recall_distributions_6399">
            <a:extLst>
              <a:ext uri="{FF2B5EF4-FFF2-40B4-BE49-F238E27FC236}">
                <a16:creationId xmlns:a16="http://schemas.microsoft.com/office/drawing/2014/main" id="{16088796-A547-49A9-B645-4970389E0C3B}"/>
              </a:ext>
            </a:extLst>
          </p:cNvPr>
          <p:cNvSpPr>
            <a:spLocks noGrp="1"/>
          </p:cNvSpPr>
          <p:nvPr/>
        </p:nvSpPr>
        <p:spPr>
          <a:xfrm>
            <a:off x="31268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6" name="F2_precision_recall_distributions_6400">
            <a:extLst>
              <a:ext uri="{FF2B5EF4-FFF2-40B4-BE49-F238E27FC236}">
                <a16:creationId xmlns:a16="http://schemas.microsoft.com/office/drawing/2014/main" id="{6DDA6D4F-E9DD-49C3-ADC0-D8663417DA86}"/>
              </a:ext>
            </a:extLst>
          </p:cNvPr>
          <p:cNvSpPr>
            <a:spLocks noGrp="1"/>
          </p:cNvSpPr>
          <p:nvPr/>
        </p:nvSpPr>
        <p:spPr>
          <a:xfrm>
            <a:off x="317930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7" name="F2_precision_recall_distributions_6401">
            <a:extLst>
              <a:ext uri="{FF2B5EF4-FFF2-40B4-BE49-F238E27FC236}">
                <a16:creationId xmlns:a16="http://schemas.microsoft.com/office/drawing/2014/main" id="{470950EA-4A96-44EC-A3A1-49640BDB0CC6}"/>
              </a:ext>
            </a:extLst>
          </p:cNvPr>
          <p:cNvSpPr>
            <a:spLocks noGrp="1"/>
          </p:cNvSpPr>
          <p:nvPr/>
        </p:nvSpPr>
        <p:spPr>
          <a:xfrm>
            <a:off x="31492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8" name="F2_precision_recall_distributions_6402">
            <a:extLst>
              <a:ext uri="{FF2B5EF4-FFF2-40B4-BE49-F238E27FC236}">
                <a16:creationId xmlns:a16="http://schemas.microsoft.com/office/drawing/2014/main" id="{34BFEE36-2F79-48AB-B643-5D82CE7DAAD3}"/>
              </a:ext>
            </a:extLst>
          </p:cNvPr>
          <p:cNvSpPr>
            <a:spLocks noGrp="1"/>
          </p:cNvSpPr>
          <p:nvPr/>
        </p:nvSpPr>
        <p:spPr>
          <a:xfrm>
            <a:off x="28981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9" name="F2_precision_recall_distributions_6403">
            <a:extLst>
              <a:ext uri="{FF2B5EF4-FFF2-40B4-BE49-F238E27FC236}">
                <a16:creationId xmlns:a16="http://schemas.microsoft.com/office/drawing/2014/main" id="{B20B4992-1271-402B-B9FC-A8E741C1493A}"/>
              </a:ext>
            </a:extLst>
          </p:cNvPr>
          <p:cNvSpPr>
            <a:spLocks noGrp="1"/>
          </p:cNvSpPr>
          <p:nvPr/>
        </p:nvSpPr>
        <p:spPr>
          <a:xfrm>
            <a:off x="28778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0" name="F2_precision_recall_distributions_6404">
            <a:extLst>
              <a:ext uri="{FF2B5EF4-FFF2-40B4-BE49-F238E27FC236}">
                <a16:creationId xmlns:a16="http://schemas.microsoft.com/office/drawing/2014/main" id="{FC9AD524-6808-4E95-9D11-874757F93061}"/>
              </a:ext>
            </a:extLst>
          </p:cNvPr>
          <p:cNvSpPr>
            <a:spLocks noGrp="1"/>
          </p:cNvSpPr>
          <p:nvPr/>
        </p:nvSpPr>
        <p:spPr>
          <a:xfrm>
            <a:off x="2857356" y="60409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1" name="F2_precision_recall_distributions_6405">
            <a:extLst>
              <a:ext uri="{FF2B5EF4-FFF2-40B4-BE49-F238E27FC236}">
                <a16:creationId xmlns:a16="http://schemas.microsoft.com/office/drawing/2014/main" id="{B0D4BD96-C6DD-4FF5-AB8B-9E0F63499DDA}"/>
              </a:ext>
            </a:extLst>
          </p:cNvPr>
          <p:cNvSpPr>
            <a:spLocks noGrp="1"/>
          </p:cNvSpPr>
          <p:nvPr/>
        </p:nvSpPr>
        <p:spPr>
          <a:xfrm>
            <a:off x="2870607" y="622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2" name="F2_precision_recall_distributions_6406">
            <a:extLst>
              <a:ext uri="{FF2B5EF4-FFF2-40B4-BE49-F238E27FC236}">
                <a16:creationId xmlns:a16="http://schemas.microsoft.com/office/drawing/2014/main" id="{48FC4B78-9F41-4B4F-A794-5C3CBC1154D7}"/>
              </a:ext>
            </a:extLst>
          </p:cNvPr>
          <p:cNvSpPr>
            <a:spLocks noGrp="1"/>
          </p:cNvSpPr>
          <p:nvPr/>
        </p:nvSpPr>
        <p:spPr>
          <a:xfrm>
            <a:off x="28354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3" name="F2_precision_recall_distributions_6407">
            <a:extLst>
              <a:ext uri="{FF2B5EF4-FFF2-40B4-BE49-F238E27FC236}">
                <a16:creationId xmlns:a16="http://schemas.microsoft.com/office/drawing/2014/main" id="{85311660-8774-4307-8AD5-39CF1CBF5C06}"/>
              </a:ext>
            </a:extLst>
          </p:cNvPr>
          <p:cNvSpPr>
            <a:spLocks noGrp="1"/>
          </p:cNvSpPr>
          <p:nvPr/>
        </p:nvSpPr>
        <p:spPr>
          <a:xfrm>
            <a:off x="2951834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4" name="F2_precision_recall_distributions_6408">
            <a:extLst>
              <a:ext uri="{FF2B5EF4-FFF2-40B4-BE49-F238E27FC236}">
                <a16:creationId xmlns:a16="http://schemas.microsoft.com/office/drawing/2014/main" id="{F02DB672-5E35-41F6-803E-4B1A2F010A70}"/>
              </a:ext>
            </a:extLst>
          </p:cNvPr>
          <p:cNvSpPr>
            <a:spLocks noGrp="1"/>
          </p:cNvSpPr>
          <p:nvPr/>
        </p:nvSpPr>
        <p:spPr>
          <a:xfrm>
            <a:off x="30854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5" name="F2_precision_recall_distributions_6409">
            <a:extLst>
              <a:ext uri="{FF2B5EF4-FFF2-40B4-BE49-F238E27FC236}">
                <a16:creationId xmlns:a16="http://schemas.microsoft.com/office/drawing/2014/main" id="{433A39D9-2491-4050-94A1-84CCB82BEDEF}"/>
              </a:ext>
            </a:extLst>
          </p:cNvPr>
          <p:cNvSpPr>
            <a:spLocks noGrp="1"/>
          </p:cNvSpPr>
          <p:nvPr/>
        </p:nvSpPr>
        <p:spPr>
          <a:xfrm>
            <a:off x="318410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6" name="F2_precision_recall_distributions_6410">
            <a:extLst>
              <a:ext uri="{FF2B5EF4-FFF2-40B4-BE49-F238E27FC236}">
                <a16:creationId xmlns:a16="http://schemas.microsoft.com/office/drawing/2014/main" id="{A663FF70-F5D4-4D6D-9A19-A246C9C2F44C}"/>
              </a:ext>
            </a:extLst>
          </p:cNvPr>
          <p:cNvSpPr>
            <a:spLocks noGrp="1"/>
          </p:cNvSpPr>
          <p:nvPr/>
        </p:nvSpPr>
        <p:spPr>
          <a:xfrm>
            <a:off x="282752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7" name="F2_precision_recall_distributions_6411">
            <a:extLst>
              <a:ext uri="{FF2B5EF4-FFF2-40B4-BE49-F238E27FC236}">
                <a16:creationId xmlns:a16="http://schemas.microsoft.com/office/drawing/2014/main" id="{730D32C6-A161-4049-A04B-0D2711715E69}"/>
              </a:ext>
            </a:extLst>
          </p:cNvPr>
          <p:cNvSpPr>
            <a:spLocks noGrp="1"/>
          </p:cNvSpPr>
          <p:nvPr/>
        </p:nvSpPr>
        <p:spPr>
          <a:xfrm>
            <a:off x="302184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8" name="F2_precision_recall_distributions_6412">
            <a:extLst>
              <a:ext uri="{FF2B5EF4-FFF2-40B4-BE49-F238E27FC236}">
                <a16:creationId xmlns:a16="http://schemas.microsoft.com/office/drawing/2014/main" id="{A87F8F6D-396A-4A4D-BC6F-207AA490C391}"/>
              </a:ext>
            </a:extLst>
          </p:cNvPr>
          <p:cNvSpPr>
            <a:spLocks noGrp="1"/>
          </p:cNvSpPr>
          <p:nvPr/>
        </p:nvSpPr>
        <p:spPr>
          <a:xfrm>
            <a:off x="3094228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9" name="F2_precision_recall_distributions_6413">
            <a:extLst>
              <a:ext uri="{FF2B5EF4-FFF2-40B4-BE49-F238E27FC236}">
                <a16:creationId xmlns:a16="http://schemas.microsoft.com/office/drawing/2014/main" id="{2AFBCC41-2A7A-4FBA-B3B4-59AF465EDAE3}"/>
              </a:ext>
            </a:extLst>
          </p:cNvPr>
          <p:cNvSpPr>
            <a:spLocks noGrp="1"/>
          </p:cNvSpPr>
          <p:nvPr/>
        </p:nvSpPr>
        <p:spPr>
          <a:xfrm>
            <a:off x="28522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0" name="F2_precision_recall_distributions_6414">
            <a:extLst>
              <a:ext uri="{FF2B5EF4-FFF2-40B4-BE49-F238E27FC236}">
                <a16:creationId xmlns:a16="http://schemas.microsoft.com/office/drawing/2014/main" id="{176D6F2F-E15E-486E-B1CC-BA1EB65082F1}"/>
              </a:ext>
            </a:extLst>
          </p:cNvPr>
          <p:cNvSpPr>
            <a:spLocks noGrp="1"/>
          </p:cNvSpPr>
          <p:nvPr/>
        </p:nvSpPr>
        <p:spPr>
          <a:xfrm>
            <a:off x="31418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1" name="F2_precision_recall_distributions_6415">
            <a:extLst>
              <a:ext uri="{FF2B5EF4-FFF2-40B4-BE49-F238E27FC236}">
                <a16:creationId xmlns:a16="http://schemas.microsoft.com/office/drawing/2014/main" id="{B5106AA6-0493-4505-8255-1C661F306A8C}"/>
              </a:ext>
            </a:extLst>
          </p:cNvPr>
          <p:cNvSpPr>
            <a:spLocks noGrp="1"/>
          </p:cNvSpPr>
          <p:nvPr/>
        </p:nvSpPr>
        <p:spPr>
          <a:xfrm>
            <a:off x="29196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2" name="F2_precision_recall_distributions_6416">
            <a:extLst>
              <a:ext uri="{FF2B5EF4-FFF2-40B4-BE49-F238E27FC236}">
                <a16:creationId xmlns:a16="http://schemas.microsoft.com/office/drawing/2014/main" id="{31945251-95F6-4233-9CDC-F40C50841298}"/>
              </a:ext>
            </a:extLst>
          </p:cNvPr>
          <p:cNvSpPr>
            <a:spLocks noGrp="1"/>
          </p:cNvSpPr>
          <p:nvPr/>
        </p:nvSpPr>
        <p:spPr>
          <a:xfrm>
            <a:off x="31207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3" name="F2_precision_recall_distributions_6417">
            <a:extLst>
              <a:ext uri="{FF2B5EF4-FFF2-40B4-BE49-F238E27FC236}">
                <a16:creationId xmlns:a16="http://schemas.microsoft.com/office/drawing/2014/main" id="{00AF6D2D-8E05-4980-B513-369F154F5573}"/>
              </a:ext>
            </a:extLst>
          </p:cNvPr>
          <p:cNvSpPr>
            <a:spLocks noGrp="1"/>
          </p:cNvSpPr>
          <p:nvPr/>
        </p:nvSpPr>
        <p:spPr>
          <a:xfrm>
            <a:off x="287664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4" name="F2_precision_recall_distributions_6418">
            <a:extLst>
              <a:ext uri="{FF2B5EF4-FFF2-40B4-BE49-F238E27FC236}">
                <a16:creationId xmlns:a16="http://schemas.microsoft.com/office/drawing/2014/main" id="{465067EC-C8F1-4E4C-B99F-F888B0D1873F}"/>
              </a:ext>
            </a:extLst>
          </p:cNvPr>
          <p:cNvSpPr>
            <a:spLocks noGrp="1"/>
          </p:cNvSpPr>
          <p:nvPr/>
        </p:nvSpPr>
        <p:spPr>
          <a:xfrm>
            <a:off x="29797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5" name="F2_precision_recall_distributions_6419">
            <a:extLst>
              <a:ext uri="{FF2B5EF4-FFF2-40B4-BE49-F238E27FC236}">
                <a16:creationId xmlns:a16="http://schemas.microsoft.com/office/drawing/2014/main" id="{C557B420-4663-48E2-B603-04AF05F1ED1B}"/>
              </a:ext>
            </a:extLst>
          </p:cNvPr>
          <p:cNvSpPr>
            <a:spLocks noGrp="1"/>
          </p:cNvSpPr>
          <p:nvPr/>
        </p:nvSpPr>
        <p:spPr>
          <a:xfrm>
            <a:off x="30820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6" name="F2_precision_recall_distributions_6420">
            <a:extLst>
              <a:ext uri="{FF2B5EF4-FFF2-40B4-BE49-F238E27FC236}">
                <a16:creationId xmlns:a16="http://schemas.microsoft.com/office/drawing/2014/main" id="{A204D415-CE5B-47CB-B41C-33CDA654B800}"/>
              </a:ext>
            </a:extLst>
          </p:cNvPr>
          <p:cNvSpPr>
            <a:spLocks noGrp="1"/>
          </p:cNvSpPr>
          <p:nvPr/>
        </p:nvSpPr>
        <p:spPr>
          <a:xfrm>
            <a:off x="30292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7" name="F2_precision_recall_distributions_6421">
            <a:extLst>
              <a:ext uri="{FF2B5EF4-FFF2-40B4-BE49-F238E27FC236}">
                <a16:creationId xmlns:a16="http://schemas.microsoft.com/office/drawing/2014/main" id="{80F3E725-1468-4F97-B952-82D41A017C9D}"/>
              </a:ext>
            </a:extLst>
          </p:cNvPr>
          <p:cNvSpPr>
            <a:spLocks noGrp="1"/>
          </p:cNvSpPr>
          <p:nvPr/>
        </p:nvSpPr>
        <p:spPr>
          <a:xfrm>
            <a:off x="3138592" y="6244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8" name="F2_precision_recall_distributions_6422">
            <a:extLst>
              <a:ext uri="{FF2B5EF4-FFF2-40B4-BE49-F238E27FC236}">
                <a16:creationId xmlns:a16="http://schemas.microsoft.com/office/drawing/2014/main" id="{1A9FD4CE-4BD4-46BE-BF9F-22CE89B9B92F}"/>
              </a:ext>
            </a:extLst>
          </p:cNvPr>
          <p:cNvSpPr>
            <a:spLocks noGrp="1"/>
          </p:cNvSpPr>
          <p:nvPr/>
        </p:nvSpPr>
        <p:spPr>
          <a:xfrm>
            <a:off x="28865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9" name="F2_precision_recall_distributions_6423">
            <a:extLst>
              <a:ext uri="{FF2B5EF4-FFF2-40B4-BE49-F238E27FC236}">
                <a16:creationId xmlns:a16="http://schemas.microsoft.com/office/drawing/2014/main" id="{2CB84540-3D03-4E1E-9396-5EA504AD9DA0}"/>
              </a:ext>
            </a:extLst>
          </p:cNvPr>
          <p:cNvSpPr>
            <a:spLocks noGrp="1"/>
          </p:cNvSpPr>
          <p:nvPr/>
        </p:nvSpPr>
        <p:spPr>
          <a:xfrm>
            <a:off x="2999764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0" name="F2_precision_recall_distributions_6424">
            <a:extLst>
              <a:ext uri="{FF2B5EF4-FFF2-40B4-BE49-F238E27FC236}">
                <a16:creationId xmlns:a16="http://schemas.microsoft.com/office/drawing/2014/main" id="{F59EC648-FFF0-4DCD-89C7-1F78D20CC9E2}"/>
              </a:ext>
            </a:extLst>
          </p:cNvPr>
          <p:cNvSpPr>
            <a:spLocks noGrp="1"/>
          </p:cNvSpPr>
          <p:nvPr/>
        </p:nvSpPr>
        <p:spPr>
          <a:xfrm>
            <a:off x="31691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1" name="F2_precision_recall_distributions_6425">
            <a:extLst>
              <a:ext uri="{FF2B5EF4-FFF2-40B4-BE49-F238E27FC236}">
                <a16:creationId xmlns:a16="http://schemas.microsoft.com/office/drawing/2014/main" id="{5A1FB695-9428-498C-BF78-8BB31A13F69F}"/>
              </a:ext>
            </a:extLst>
          </p:cNvPr>
          <p:cNvSpPr>
            <a:spLocks noGrp="1"/>
          </p:cNvSpPr>
          <p:nvPr/>
        </p:nvSpPr>
        <p:spPr>
          <a:xfrm>
            <a:off x="292060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2" name="F2_precision_recall_distributions_6426">
            <a:extLst>
              <a:ext uri="{FF2B5EF4-FFF2-40B4-BE49-F238E27FC236}">
                <a16:creationId xmlns:a16="http://schemas.microsoft.com/office/drawing/2014/main" id="{106A4ACF-449E-4A51-BF70-9A044B7B7C9E}"/>
              </a:ext>
            </a:extLst>
          </p:cNvPr>
          <p:cNvSpPr>
            <a:spLocks noGrp="1"/>
          </p:cNvSpPr>
          <p:nvPr/>
        </p:nvSpPr>
        <p:spPr>
          <a:xfrm>
            <a:off x="31565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3" name="F2_precision_recall_distributions_6427">
            <a:extLst>
              <a:ext uri="{FF2B5EF4-FFF2-40B4-BE49-F238E27FC236}">
                <a16:creationId xmlns:a16="http://schemas.microsoft.com/office/drawing/2014/main" id="{A5D47B00-87C4-4259-8A7C-1780C8B197DC}"/>
              </a:ext>
            </a:extLst>
          </p:cNvPr>
          <p:cNvSpPr>
            <a:spLocks noGrp="1"/>
          </p:cNvSpPr>
          <p:nvPr/>
        </p:nvSpPr>
        <p:spPr>
          <a:xfrm>
            <a:off x="29387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4" name="F2_precision_recall_distributions_6428">
            <a:extLst>
              <a:ext uri="{FF2B5EF4-FFF2-40B4-BE49-F238E27FC236}">
                <a16:creationId xmlns:a16="http://schemas.microsoft.com/office/drawing/2014/main" id="{F2911546-EF6F-4F13-B261-3CFDCF33B757}"/>
              </a:ext>
            </a:extLst>
          </p:cNvPr>
          <p:cNvSpPr>
            <a:spLocks noGrp="1"/>
          </p:cNvSpPr>
          <p:nvPr/>
        </p:nvSpPr>
        <p:spPr>
          <a:xfrm>
            <a:off x="305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5" name="F2_precision_recall_distributions_6429">
            <a:extLst>
              <a:ext uri="{FF2B5EF4-FFF2-40B4-BE49-F238E27FC236}">
                <a16:creationId xmlns:a16="http://schemas.microsoft.com/office/drawing/2014/main" id="{B4D09CB8-F89D-45DD-8DC7-3A6CBC12B860}"/>
              </a:ext>
            </a:extLst>
          </p:cNvPr>
          <p:cNvSpPr>
            <a:spLocks noGrp="1"/>
          </p:cNvSpPr>
          <p:nvPr/>
        </p:nvSpPr>
        <p:spPr>
          <a:xfrm>
            <a:off x="312774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6" name="F2_precision_recall_distributions_6430">
            <a:extLst>
              <a:ext uri="{FF2B5EF4-FFF2-40B4-BE49-F238E27FC236}">
                <a16:creationId xmlns:a16="http://schemas.microsoft.com/office/drawing/2014/main" id="{8A523A1C-1189-4E75-8D92-3824405FE482}"/>
              </a:ext>
            </a:extLst>
          </p:cNvPr>
          <p:cNvSpPr>
            <a:spLocks noGrp="1"/>
          </p:cNvSpPr>
          <p:nvPr/>
        </p:nvSpPr>
        <p:spPr>
          <a:xfrm>
            <a:off x="29244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7" name="F2_precision_recall_distributions_6431">
            <a:extLst>
              <a:ext uri="{FF2B5EF4-FFF2-40B4-BE49-F238E27FC236}">
                <a16:creationId xmlns:a16="http://schemas.microsoft.com/office/drawing/2014/main" id="{453EBBC5-6B30-4109-A0A6-12FACF5AD330}"/>
              </a:ext>
            </a:extLst>
          </p:cNvPr>
          <p:cNvSpPr>
            <a:spLocks noGrp="1"/>
          </p:cNvSpPr>
          <p:nvPr/>
        </p:nvSpPr>
        <p:spPr>
          <a:xfrm>
            <a:off x="307671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8" name="F2_precision_recall_distributions_6432">
            <a:extLst>
              <a:ext uri="{FF2B5EF4-FFF2-40B4-BE49-F238E27FC236}">
                <a16:creationId xmlns:a16="http://schemas.microsoft.com/office/drawing/2014/main" id="{61AC9ADB-B3E1-4B76-9FC4-4610E27ED2DB}"/>
              </a:ext>
            </a:extLst>
          </p:cNvPr>
          <p:cNvSpPr>
            <a:spLocks noGrp="1"/>
          </p:cNvSpPr>
          <p:nvPr/>
        </p:nvSpPr>
        <p:spPr>
          <a:xfrm>
            <a:off x="29880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9" name="F2_precision_recall_distributions_6433">
            <a:extLst>
              <a:ext uri="{FF2B5EF4-FFF2-40B4-BE49-F238E27FC236}">
                <a16:creationId xmlns:a16="http://schemas.microsoft.com/office/drawing/2014/main" id="{0E208FEE-4E50-4464-8FEA-F63FF0E80C52}"/>
              </a:ext>
            </a:extLst>
          </p:cNvPr>
          <p:cNvSpPr>
            <a:spLocks noGrp="1"/>
          </p:cNvSpPr>
          <p:nvPr/>
        </p:nvSpPr>
        <p:spPr>
          <a:xfrm>
            <a:off x="290716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0" name="F2_precision_recall_distributions_6434">
            <a:extLst>
              <a:ext uri="{FF2B5EF4-FFF2-40B4-BE49-F238E27FC236}">
                <a16:creationId xmlns:a16="http://schemas.microsoft.com/office/drawing/2014/main" id="{659B3DC1-8863-4C99-8A3D-B0D66ABCBE7D}"/>
              </a:ext>
            </a:extLst>
          </p:cNvPr>
          <p:cNvSpPr>
            <a:spLocks noGrp="1"/>
          </p:cNvSpPr>
          <p:nvPr/>
        </p:nvSpPr>
        <p:spPr>
          <a:xfrm>
            <a:off x="283412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1" name="F2_precision_recall_distributions_6435">
            <a:extLst>
              <a:ext uri="{FF2B5EF4-FFF2-40B4-BE49-F238E27FC236}">
                <a16:creationId xmlns:a16="http://schemas.microsoft.com/office/drawing/2014/main" id="{378DA012-8A89-4402-9757-F01E6B521366}"/>
              </a:ext>
            </a:extLst>
          </p:cNvPr>
          <p:cNvSpPr>
            <a:spLocks noGrp="1"/>
          </p:cNvSpPr>
          <p:nvPr/>
        </p:nvSpPr>
        <p:spPr>
          <a:xfrm>
            <a:off x="31804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2" name="F2_precision_recall_distributions_6436">
            <a:extLst>
              <a:ext uri="{FF2B5EF4-FFF2-40B4-BE49-F238E27FC236}">
                <a16:creationId xmlns:a16="http://schemas.microsoft.com/office/drawing/2014/main" id="{A5FEB59C-5E7E-40C1-89FD-12DD37C81E27}"/>
              </a:ext>
            </a:extLst>
          </p:cNvPr>
          <p:cNvSpPr>
            <a:spLocks noGrp="1"/>
          </p:cNvSpPr>
          <p:nvPr/>
        </p:nvSpPr>
        <p:spPr>
          <a:xfrm>
            <a:off x="30312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3" name="F2_precision_recall_distributions_6437">
            <a:extLst>
              <a:ext uri="{FF2B5EF4-FFF2-40B4-BE49-F238E27FC236}">
                <a16:creationId xmlns:a16="http://schemas.microsoft.com/office/drawing/2014/main" id="{810DB7DC-A5EF-43A0-89F8-07952F078037}"/>
              </a:ext>
            </a:extLst>
          </p:cNvPr>
          <p:cNvSpPr>
            <a:spLocks noGrp="1"/>
          </p:cNvSpPr>
          <p:nvPr/>
        </p:nvSpPr>
        <p:spPr>
          <a:xfrm>
            <a:off x="31203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4" name="F2_precision_recall_distributions_6438">
            <a:extLst>
              <a:ext uri="{FF2B5EF4-FFF2-40B4-BE49-F238E27FC236}">
                <a16:creationId xmlns:a16="http://schemas.microsoft.com/office/drawing/2014/main" id="{CC4E6B26-B27F-4F4A-B015-E4F8AD0771AA}"/>
              </a:ext>
            </a:extLst>
          </p:cNvPr>
          <p:cNvSpPr>
            <a:spLocks noGrp="1"/>
          </p:cNvSpPr>
          <p:nvPr/>
        </p:nvSpPr>
        <p:spPr>
          <a:xfrm>
            <a:off x="308107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5" name="F2_precision_recall_distributions_6439">
            <a:extLst>
              <a:ext uri="{FF2B5EF4-FFF2-40B4-BE49-F238E27FC236}">
                <a16:creationId xmlns:a16="http://schemas.microsoft.com/office/drawing/2014/main" id="{02BDEC41-37E4-4504-81E0-468AD216FFC5}"/>
              </a:ext>
            </a:extLst>
          </p:cNvPr>
          <p:cNvSpPr>
            <a:spLocks noGrp="1"/>
          </p:cNvSpPr>
          <p:nvPr/>
        </p:nvSpPr>
        <p:spPr>
          <a:xfrm>
            <a:off x="31120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6" name="F2_precision_recall_distributions_6440">
            <a:extLst>
              <a:ext uri="{FF2B5EF4-FFF2-40B4-BE49-F238E27FC236}">
                <a16:creationId xmlns:a16="http://schemas.microsoft.com/office/drawing/2014/main" id="{E7783157-A773-459C-9B74-3F6613EDB405}"/>
              </a:ext>
            </a:extLst>
          </p:cNvPr>
          <p:cNvSpPr>
            <a:spLocks noGrp="1"/>
          </p:cNvSpPr>
          <p:nvPr/>
        </p:nvSpPr>
        <p:spPr>
          <a:xfrm>
            <a:off x="289321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7" name="F2_precision_recall_distributions_6441">
            <a:extLst>
              <a:ext uri="{FF2B5EF4-FFF2-40B4-BE49-F238E27FC236}">
                <a16:creationId xmlns:a16="http://schemas.microsoft.com/office/drawing/2014/main" id="{02CEC380-510C-4C66-9D98-46EE0ACD8F0D}"/>
              </a:ext>
            </a:extLst>
          </p:cNvPr>
          <p:cNvSpPr>
            <a:spLocks noGrp="1"/>
          </p:cNvSpPr>
          <p:nvPr/>
        </p:nvSpPr>
        <p:spPr>
          <a:xfrm>
            <a:off x="3011017" y="56295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8" name="F2_precision_recall_distributions_6442">
            <a:extLst>
              <a:ext uri="{FF2B5EF4-FFF2-40B4-BE49-F238E27FC236}">
                <a16:creationId xmlns:a16="http://schemas.microsoft.com/office/drawing/2014/main" id="{527FD84D-992B-48C4-9D16-260FDB5F13A7}"/>
              </a:ext>
            </a:extLst>
          </p:cNvPr>
          <p:cNvSpPr>
            <a:spLocks noGrp="1"/>
          </p:cNvSpPr>
          <p:nvPr/>
        </p:nvSpPr>
        <p:spPr>
          <a:xfrm>
            <a:off x="3131390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9" name="F2_precision_recall_distributions_6443">
            <a:extLst>
              <a:ext uri="{FF2B5EF4-FFF2-40B4-BE49-F238E27FC236}">
                <a16:creationId xmlns:a16="http://schemas.microsoft.com/office/drawing/2014/main" id="{67DE7C19-1EFF-43C2-8C76-61FDA87F5F20}"/>
              </a:ext>
            </a:extLst>
          </p:cNvPr>
          <p:cNvSpPr>
            <a:spLocks noGrp="1"/>
          </p:cNvSpPr>
          <p:nvPr/>
        </p:nvSpPr>
        <p:spPr>
          <a:xfrm>
            <a:off x="31771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0" name="F2_precision_recall_distributions_6444">
            <a:extLst>
              <a:ext uri="{FF2B5EF4-FFF2-40B4-BE49-F238E27FC236}">
                <a16:creationId xmlns:a16="http://schemas.microsoft.com/office/drawing/2014/main" id="{8E9568D9-D8EC-4BE6-8501-8CA01213990C}"/>
              </a:ext>
            </a:extLst>
          </p:cNvPr>
          <p:cNvSpPr>
            <a:spLocks noGrp="1"/>
          </p:cNvSpPr>
          <p:nvPr/>
        </p:nvSpPr>
        <p:spPr>
          <a:xfrm>
            <a:off x="300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1" name="F2_precision_recall_distributions_6445">
            <a:extLst>
              <a:ext uri="{FF2B5EF4-FFF2-40B4-BE49-F238E27FC236}">
                <a16:creationId xmlns:a16="http://schemas.microsoft.com/office/drawing/2014/main" id="{97FDA5AB-CE53-47D1-9643-4D788D87A294}"/>
              </a:ext>
            </a:extLst>
          </p:cNvPr>
          <p:cNvSpPr>
            <a:spLocks noGrp="1"/>
          </p:cNvSpPr>
          <p:nvPr/>
        </p:nvSpPr>
        <p:spPr>
          <a:xfrm>
            <a:off x="28439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2" name="F2_precision_recall_distributions_6446">
            <a:extLst>
              <a:ext uri="{FF2B5EF4-FFF2-40B4-BE49-F238E27FC236}">
                <a16:creationId xmlns:a16="http://schemas.microsoft.com/office/drawing/2014/main" id="{B4FC61E2-D6A9-4D57-960E-273622BD21E6}"/>
              </a:ext>
            </a:extLst>
          </p:cNvPr>
          <p:cNvSpPr>
            <a:spLocks noGrp="1"/>
          </p:cNvSpPr>
          <p:nvPr/>
        </p:nvSpPr>
        <p:spPr>
          <a:xfrm>
            <a:off x="3053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3" name="F2_precision_recall_distributions_6447">
            <a:extLst>
              <a:ext uri="{FF2B5EF4-FFF2-40B4-BE49-F238E27FC236}">
                <a16:creationId xmlns:a16="http://schemas.microsoft.com/office/drawing/2014/main" id="{48B4E985-4B69-46EB-8A24-EE9ECAD9219A}"/>
              </a:ext>
            </a:extLst>
          </p:cNvPr>
          <p:cNvSpPr>
            <a:spLocks noGrp="1"/>
          </p:cNvSpPr>
          <p:nvPr/>
        </p:nvSpPr>
        <p:spPr>
          <a:xfrm>
            <a:off x="2824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4" name="F2_precision_recall_distributions_6448">
            <a:extLst>
              <a:ext uri="{FF2B5EF4-FFF2-40B4-BE49-F238E27FC236}">
                <a16:creationId xmlns:a16="http://schemas.microsoft.com/office/drawing/2014/main" id="{DF9723C7-9BC2-4F2C-80FA-DF100E6A553F}"/>
              </a:ext>
            </a:extLst>
          </p:cNvPr>
          <p:cNvSpPr>
            <a:spLocks noGrp="1"/>
          </p:cNvSpPr>
          <p:nvPr/>
        </p:nvSpPr>
        <p:spPr>
          <a:xfrm>
            <a:off x="307635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5" name="F2_precision_recall_distributions_6449">
            <a:extLst>
              <a:ext uri="{FF2B5EF4-FFF2-40B4-BE49-F238E27FC236}">
                <a16:creationId xmlns:a16="http://schemas.microsoft.com/office/drawing/2014/main" id="{BA105D7A-87EC-4B05-8D91-2B9B56892D07}"/>
              </a:ext>
            </a:extLst>
          </p:cNvPr>
          <p:cNvSpPr>
            <a:spLocks noGrp="1"/>
          </p:cNvSpPr>
          <p:nvPr/>
        </p:nvSpPr>
        <p:spPr>
          <a:xfrm>
            <a:off x="30683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6" name="F2_precision_recall_distributions_6450">
            <a:extLst>
              <a:ext uri="{FF2B5EF4-FFF2-40B4-BE49-F238E27FC236}">
                <a16:creationId xmlns:a16="http://schemas.microsoft.com/office/drawing/2014/main" id="{9E0817E2-A23A-4551-91A3-6D68FEAFBB2E}"/>
              </a:ext>
            </a:extLst>
          </p:cNvPr>
          <p:cNvSpPr>
            <a:spLocks noGrp="1"/>
          </p:cNvSpPr>
          <p:nvPr/>
        </p:nvSpPr>
        <p:spPr>
          <a:xfrm>
            <a:off x="303738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7" name="F2_precision_recall_distributions_6451">
            <a:extLst>
              <a:ext uri="{FF2B5EF4-FFF2-40B4-BE49-F238E27FC236}">
                <a16:creationId xmlns:a16="http://schemas.microsoft.com/office/drawing/2014/main" id="{969F299B-6B4B-43A7-98B7-56A705D37F64}"/>
              </a:ext>
            </a:extLst>
          </p:cNvPr>
          <p:cNvSpPr>
            <a:spLocks noGrp="1"/>
          </p:cNvSpPr>
          <p:nvPr/>
        </p:nvSpPr>
        <p:spPr>
          <a:xfrm>
            <a:off x="3116201" y="6014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8" name="F2_precision_recall_distributions_6452">
            <a:extLst>
              <a:ext uri="{FF2B5EF4-FFF2-40B4-BE49-F238E27FC236}">
                <a16:creationId xmlns:a16="http://schemas.microsoft.com/office/drawing/2014/main" id="{C5EA3DF1-4A88-4B7C-BB1B-14A4C6DD83F3}"/>
              </a:ext>
            </a:extLst>
          </p:cNvPr>
          <p:cNvSpPr>
            <a:spLocks noGrp="1"/>
          </p:cNvSpPr>
          <p:nvPr/>
        </p:nvSpPr>
        <p:spPr>
          <a:xfrm>
            <a:off x="28770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9" name="F2_precision_recall_distributions_6453">
            <a:extLst>
              <a:ext uri="{FF2B5EF4-FFF2-40B4-BE49-F238E27FC236}">
                <a16:creationId xmlns:a16="http://schemas.microsoft.com/office/drawing/2014/main" id="{838AC2FE-F36C-4367-ACB8-70432D3F71E9}"/>
              </a:ext>
            </a:extLst>
          </p:cNvPr>
          <p:cNvSpPr>
            <a:spLocks noGrp="1"/>
          </p:cNvSpPr>
          <p:nvPr/>
        </p:nvSpPr>
        <p:spPr>
          <a:xfrm>
            <a:off x="296096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0" name="F2_precision_recall_distributions_6454">
            <a:extLst>
              <a:ext uri="{FF2B5EF4-FFF2-40B4-BE49-F238E27FC236}">
                <a16:creationId xmlns:a16="http://schemas.microsoft.com/office/drawing/2014/main" id="{48C9CA9B-8229-4410-A715-6CCF379B89E7}"/>
              </a:ext>
            </a:extLst>
          </p:cNvPr>
          <p:cNvSpPr>
            <a:spLocks noGrp="1"/>
          </p:cNvSpPr>
          <p:nvPr/>
        </p:nvSpPr>
        <p:spPr>
          <a:xfrm>
            <a:off x="29812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1" name="F2_precision_recall_distributions_6455">
            <a:extLst>
              <a:ext uri="{FF2B5EF4-FFF2-40B4-BE49-F238E27FC236}">
                <a16:creationId xmlns:a16="http://schemas.microsoft.com/office/drawing/2014/main" id="{B79EE4AB-84EF-45B7-980D-5C85DBDA970C}"/>
              </a:ext>
            </a:extLst>
          </p:cNvPr>
          <p:cNvSpPr>
            <a:spLocks noGrp="1"/>
          </p:cNvSpPr>
          <p:nvPr/>
        </p:nvSpPr>
        <p:spPr>
          <a:xfrm>
            <a:off x="28184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2" name="F2_precision_recall_distributions_6456">
            <a:extLst>
              <a:ext uri="{FF2B5EF4-FFF2-40B4-BE49-F238E27FC236}">
                <a16:creationId xmlns:a16="http://schemas.microsoft.com/office/drawing/2014/main" id="{C47711A2-D253-4BB6-AB95-1F5CEC56D270}"/>
              </a:ext>
            </a:extLst>
          </p:cNvPr>
          <p:cNvSpPr>
            <a:spLocks noGrp="1"/>
          </p:cNvSpPr>
          <p:nvPr/>
        </p:nvSpPr>
        <p:spPr>
          <a:xfrm>
            <a:off x="28807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3" name="F2_precision_recall_distributions_6457">
            <a:extLst>
              <a:ext uri="{FF2B5EF4-FFF2-40B4-BE49-F238E27FC236}">
                <a16:creationId xmlns:a16="http://schemas.microsoft.com/office/drawing/2014/main" id="{72986890-6FBE-46CE-B466-5E8ABF8D9766}"/>
              </a:ext>
            </a:extLst>
          </p:cNvPr>
          <p:cNvSpPr>
            <a:spLocks noGrp="1"/>
          </p:cNvSpPr>
          <p:nvPr/>
        </p:nvSpPr>
        <p:spPr>
          <a:xfrm>
            <a:off x="287882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4" name="F2_precision_recall_distributions_6458">
            <a:extLst>
              <a:ext uri="{FF2B5EF4-FFF2-40B4-BE49-F238E27FC236}">
                <a16:creationId xmlns:a16="http://schemas.microsoft.com/office/drawing/2014/main" id="{CBD2CF2C-DBDF-4121-A2F8-B913DA86DB69}"/>
              </a:ext>
            </a:extLst>
          </p:cNvPr>
          <p:cNvSpPr>
            <a:spLocks noGrp="1"/>
          </p:cNvSpPr>
          <p:nvPr/>
        </p:nvSpPr>
        <p:spPr>
          <a:xfrm>
            <a:off x="288992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5" name="F2_precision_recall_distributions_6459">
            <a:extLst>
              <a:ext uri="{FF2B5EF4-FFF2-40B4-BE49-F238E27FC236}">
                <a16:creationId xmlns:a16="http://schemas.microsoft.com/office/drawing/2014/main" id="{4FE10EAC-EC30-48CA-9849-4C553E5723C7}"/>
              </a:ext>
            </a:extLst>
          </p:cNvPr>
          <p:cNvSpPr>
            <a:spLocks noGrp="1"/>
          </p:cNvSpPr>
          <p:nvPr/>
        </p:nvSpPr>
        <p:spPr>
          <a:xfrm>
            <a:off x="3168896" y="59476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6" name="F2_precision_recall_distributions_6460">
            <a:extLst>
              <a:ext uri="{FF2B5EF4-FFF2-40B4-BE49-F238E27FC236}">
                <a16:creationId xmlns:a16="http://schemas.microsoft.com/office/drawing/2014/main" id="{31883905-55CB-4E71-BC58-39255750CF28}"/>
              </a:ext>
            </a:extLst>
          </p:cNvPr>
          <p:cNvSpPr>
            <a:spLocks noGrp="1"/>
          </p:cNvSpPr>
          <p:nvPr/>
        </p:nvSpPr>
        <p:spPr>
          <a:xfrm>
            <a:off x="296807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7" name="F2_precision_recall_distributions_6461">
            <a:extLst>
              <a:ext uri="{FF2B5EF4-FFF2-40B4-BE49-F238E27FC236}">
                <a16:creationId xmlns:a16="http://schemas.microsoft.com/office/drawing/2014/main" id="{478181A8-8D2E-4680-B130-CC1934DCDA7F}"/>
              </a:ext>
            </a:extLst>
          </p:cNvPr>
          <p:cNvSpPr>
            <a:spLocks noGrp="1"/>
          </p:cNvSpPr>
          <p:nvPr/>
        </p:nvSpPr>
        <p:spPr>
          <a:xfrm>
            <a:off x="285359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8" name="F2_precision_recall_distributions_6462">
            <a:extLst>
              <a:ext uri="{FF2B5EF4-FFF2-40B4-BE49-F238E27FC236}">
                <a16:creationId xmlns:a16="http://schemas.microsoft.com/office/drawing/2014/main" id="{6A7B6842-9CAE-4F04-9C74-E1B9B3463DCB}"/>
              </a:ext>
            </a:extLst>
          </p:cNvPr>
          <p:cNvSpPr>
            <a:spLocks noGrp="1"/>
          </p:cNvSpPr>
          <p:nvPr/>
        </p:nvSpPr>
        <p:spPr>
          <a:xfrm>
            <a:off x="287033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9" name="F2_precision_recall_distributions_6463">
            <a:extLst>
              <a:ext uri="{FF2B5EF4-FFF2-40B4-BE49-F238E27FC236}">
                <a16:creationId xmlns:a16="http://schemas.microsoft.com/office/drawing/2014/main" id="{2004622A-224B-4F87-93B4-A869ADA7F7E0}"/>
              </a:ext>
            </a:extLst>
          </p:cNvPr>
          <p:cNvSpPr>
            <a:spLocks noGrp="1"/>
          </p:cNvSpPr>
          <p:nvPr/>
        </p:nvSpPr>
        <p:spPr>
          <a:xfrm>
            <a:off x="303517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0" name="F2_precision_recall_distributions_6464">
            <a:extLst>
              <a:ext uri="{FF2B5EF4-FFF2-40B4-BE49-F238E27FC236}">
                <a16:creationId xmlns:a16="http://schemas.microsoft.com/office/drawing/2014/main" id="{CC75B615-6BE4-4942-9725-C04DC37A2738}"/>
              </a:ext>
            </a:extLst>
          </p:cNvPr>
          <p:cNvSpPr>
            <a:spLocks noGrp="1"/>
          </p:cNvSpPr>
          <p:nvPr/>
        </p:nvSpPr>
        <p:spPr>
          <a:xfrm>
            <a:off x="3165969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1" name="F2_precision_recall_distributions_6465">
            <a:extLst>
              <a:ext uri="{FF2B5EF4-FFF2-40B4-BE49-F238E27FC236}">
                <a16:creationId xmlns:a16="http://schemas.microsoft.com/office/drawing/2014/main" id="{4FD5336C-628A-4616-965F-1406BF86E2FA}"/>
              </a:ext>
            </a:extLst>
          </p:cNvPr>
          <p:cNvSpPr>
            <a:spLocks noGrp="1"/>
          </p:cNvSpPr>
          <p:nvPr/>
        </p:nvSpPr>
        <p:spPr>
          <a:xfrm>
            <a:off x="28815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2" name="F2_precision_recall_distributions_6466">
            <a:extLst>
              <a:ext uri="{FF2B5EF4-FFF2-40B4-BE49-F238E27FC236}">
                <a16:creationId xmlns:a16="http://schemas.microsoft.com/office/drawing/2014/main" id="{44BD8512-7295-4E4A-B288-65FE8C37D0B8}"/>
              </a:ext>
            </a:extLst>
          </p:cNvPr>
          <p:cNvSpPr>
            <a:spLocks noGrp="1"/>
          </p:cNvSpPr>
          <p:nvPr/>
        </p:nvSpPr>
        <p:spPr>
          <a:xfrm>
            <a:off x="283100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3" name="F2_precision_recall_distributions_6467">
            <a:extLst>
              <a:ext uri="{FF2B5EF4-FFF2-40B4-BE49-F238E27FC236}">
                <a16:creationId xmlns:a16="http://schemas.microsoft.com/office/drawing/2014/main" id="{9C217E43-F891-482A-90D9-39524C9D9674}"/>
              </a:ext>
            </a:extLst>
          </p:cNvPr>
          <p:cNvSpPr>
            <a:spLocks noGrp="1"/>
          </p:cNvSpPr>
          <p:nvPr/>
        </p:nvSpPr>
        <p:spPr>
          <a:xfrm>
            <a:off x="282262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4" name="F2_precision_recall_distributions_6468">
            <a:extLst>
              <a:ext uri="{FF2B5EF4-FFF2-40B4-BE49-F238E27FC236}">
                <a16:creationId xmlns:a16="http://schemas.microsoft.com/office/drawing/2014/main" id="{C1E2B844-4C23-44C7-AE47-3B5F18192D4E}"/>
              </a:ext>
            </a:extLst>
          </p:cNvPr>
          <p:cNvSpPr>
            <a:spLocks noGrp="1"/>
          </p:cNvSpPr>
          <p:nvPr/>
        </p:nvSpPr>
        <p:spPr>
          <a:xfrm>
            <a:off x="309143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5" name="F2_precision_recall_distributions_6469">
            <a:extLst>
              <a:ext uri="{FF2B5EF4-FFF2-40B4-BE49-F238E27FC236}">
                <a16:creationId xmlns:a16="http://schemas.microsoft.com/office/drawing/2014/main" id="{FC46EFDD-88B1-48F4-9270-1C4A986690F7}"/>
              </a:ext>
            </a:extLst>
          </p:cNvPr>
          <p:cNvSpPr>
            <a:spLocks noGrp="1"/>
          </p:cNvSpPr>
          <p:nvPr/>
        </p:nvSpPr>
        <p:spPr>
          <a:xfrm>
            <a:off x="28881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6" name="F2_precision_recall_distributions_6470">
            <a:extLst>
              <a:ext uri="{FF2B5EF4-FFF2-40B4-BE49-F238E27FC236}">
                <a16:creationId xmlns:a16="http://schemas.microsoft.com/office/drawing/2014/main" id="{EB68A327-D518-499D-97E5-B0676D0ACACB}"/>
              </a:ext>
            </a:extLst>
          </p:cNvPr>
          <p:cNvSpPr>
            <a:spLocks noGrp="1"/>
          </p:cNvSpPr>
          <p:nvPr/>
        </p:nvSpPr>
        <p:spPr>
          <a:xfrm>
            <a:off x="31680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7" name="F2_precision_recall_distributions_6471">
            <a:extLst>
              <a:ext uri="{FF2B5EF4-FFF2-40B4-BE49-F238E27FC236}">
                <a16:creationId xmlns:a16="http://schemas.microsoft.com/office/drawing/2014/main" id="{51E789A8-1255-4C45-852F-B1D09AF45BEA}"/>
              </a:ext>
            </a:extLst>
          </p:cNvPr>
          <p:cNvSpPr>
            <a:spLocks noGrp="1"/>
          </p:cNvSpPr>
          <p:nvPr/>
        </p:nvSpPr>
        <p:spPr>
          <a:xfrm>
            <a:off x="31871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8" name="F2_precision_recall_distributions_6472">
            <a:extLst>
              <a:ext uri="{FF2B5EF4-FFF2-40B4-BE49-F238E27FC236}">
                <a16:creationId xmlns:a16="http://schemas.microsoft.com/office/drawing/2014/main" id="{AD4F2B7D-4822-4EFE-8F43-A0EB3F968D9C}"/>
              </a:ext>
            </a:extLst>
          </p:cNvPr>
          <p:cNvSpPr>
            <a:spLocks noGrp="1"/>
          </p:cNvSpPr>
          <p:nvPr/>
        </p:nvSpPr>
        <p:spPr>
          <a:xfrm>
            <a:off x="289846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9" name="F2_precision_recall_distributions_6473">
            <a:extLst>
              <a:ext uri="{FF2B5EF4-FFF2-40B4-BE49-F238E27FC236}">
                <a16:creationId xmlns:a16="http://schemas.microsoft.com/office/drawing/2014/main" id="{7F5380E0-91A1-40FF-841E-5EF00FF09225}"/>
              </a:ext>
            </a:extLst>
          </p:cNvPr>
          <p:cNvSpPr>
            <a:spLocks noGrp="1"/>
          </p:cNvSpPr>
          <p:nvPr/>
        </p:nvSpPr>
        <p:spPr>
          <a:xfrm>
            <a:off x="3138308" y="59178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0" name="F2_precision_recall_distributions_6474">
            <a:extLst>
              <a:ext uri="{FF2B5EF4-FFF2-40B4-BE49-F238E27FC236}">
                <a16:creationId xmlns:a16="http://schemas.microsoft.com/office/drawing/2014/main" id="{61F85A81-FE85-40C0-8A96-F04E72FD4FA8}"/>
              </a:ext>
            </a:extLst>
          </p:cNvPr>
          <p:cNvSpPr>
            <a:spLocks noGrp="1"/>
          </p:cNvSpPr>
          <p:nvPr/>
        </p:nvSpPr>
        <p:spPr>
          <a:xfrm>
            <a:off x="313758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1" name="F2_precision_recall_distributions_6475">
            <a:extLst>
              <a:ext uri="{FF2B5EF4-FFF2-40B4-BE49-F238E27FC236}">
                <a16:creationId xmlns:a16="http://schemas.microsoft.com/office/drawing/2014/main" id="{13C23EC2-7523-4A7F-BE2E-2E368062D8C9}"/>
              </a:ext>
            </a:extLst>
          </p:cNvPr>
          <p:cNvSpPr>
            <a:spLocks noGrp="1"/>
          </p:cNvSpPr>
          <p:nvPr/>
        </p:nvSpPr>
        <p:spPr>
          <a:xfrm>
            <a:off x="310237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2" name="F2_precision_recall_distributions_6476">
            <a:extLst>
              <a:ext uri="{FF2B5EF4-FFF2-40B4-BE49-F238E27FC236}">
                <a16:creationId xmlns:a16="http://schemas.microsoft.com/office/drawing/2014/main" id="{7D8803B9-AA97-4CAA-A2E2-D04A1338DB75}"/>
              </a:ext>
            </a:extLst>
          </p:cNvPr>
          <p:cNvSpPr>
            <a:spLocks noGrp="1"/>
          </p:cNvSpPr>
          <p:nvPr/>
        </p:nvSpPr>
        <p:spPr>
          <a:xfrm>
            <a:off x="29694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3" name="F2_precision_recall_distributions_6477">
            <a:extLst>
              <a:ext uri="{FF2B5EF4-FFF2-40B4-BE49-F238E27FC236}">
                <a16:creationId xmlns:a16="http://schemas.microsoft.com/office/drawing/2014/main" id="{5C1AE179-67E2-4659-83BA-B304498DF9FD}"/>
              </a:ext>
            </a:extLst>
          </p:cNvPr>
          <p:cNvSpPr>
            <a:spLocks noGrp="1"/>
          </p:cNvSpPr>
          <p:nvPr/>
        </p:nvSpPr>
        <p:spPr>
          <a:xfrm>
            <a:off x="29765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4" name="F2_precision_recall_distributions_6478">
            <a:extLst>
              <a:ext uri="{FF2B5EF4-FFF2-40B4-BE49-F238E27FC236}">
                <a16:creationId xmlns:a16="http://schemas.microsoft.com/office/drawing/2014/main" id="{025527F4-0F2F-4058-ACA6-9A2B524079A0}"/>
              </a:ext>
            </a:extLst>
          </p:cNvPr>
          <p:cNvSpPr>
            <a:spLocks noGrp="1"/>
          </p:cNvSpPr>
          <p:nvPr/>
        </p:nvSpPr>
        <p:spPr>
          <a:xfrm>
            <a:off x="288190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5" name="F2_precision_recall_distributions_6479">
            <a:extLst>
              <a:ext uri="{FF2B5EF4-FFF2-40B4-BE49-F238E27FC236}">
                <a16:creationId xmlns:a16="http://schemas.microsoft.com/office/drawing/2014/main" id="{823A2CBB-5948-44B2-8973-0196BE5B4E72}"/>
              </a:ext>
            </a:extLst>
          </p:cNvPr>
          <p:cNvSpPr>
            <a:spLocks noGrp="1"/>
          </p:cNvSpPr>
          <p:nvPr/>
        </p:nvSpPr>
        <p:spPr>
          <a:xfrm>
            <a:off x="286833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6" name="F2_precision_recall_distributions_6480">
            <a:extLst>
              <a:ext uri="{FF2B5EF4-FFF2-40B4-BE49-F238E27FC236}">
                <a16:creationId xmlns:a16="http://schemas.microsoft.com/office/drawing/2014/main" id="{827DF17D-1566-4E08-860E-316BC728C8FB}"/>
              </a:ext>
            </a:extLst>
          </p:cNvPr>
          <p:cNvSpPr>
            <a:spLocks noGrp="1"/>
          </p:cNvSpPr>
          <p:nvPr/>
        </p:nvSpPr>
        <p:spPr>
          <a:xfrm>
            <a:off x="283525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7" name="F2_precision_recall_distributions_6481">
            <a:extLst>
              <a:ext uri="{FF2B5EF4-FFF2-40B4-BE49-F238E27FC236}">
                <a16:creationId xmlns:a16="http://schemas.microsoft.com/office/drawing/2014/main" id="{0CE5BA31-6454-4103-8412-760D232969B2}"/>
              </a:ext>
            </a:extLst>
          </p:cNvPr>
          <p:cNvSpPr>
            <a:spLocks noGrp="1"/>
          </p:cNvSpPr>
          <p:nvPr/>
        </p:nvSpPr>
        <p:spPr>
          <a:xfrm>
            <a:off x="287330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8" name="F2_precision_recall_distributions_6482">
            <a:extLst>
              <a:ext uri="{FF2B5EF4-FFF2-40B4-BE49-F238E27FC236}">
                <a16:creationId xmlns:a16="http://schemas.microsoft.com/office/drawing/2014/main" id="{2CC6451E-AC05-4F65-9E9B-C126A80BD7AD}"/>
              </a:ext>
            </a:extLst>
          </p:cNvPr>
          <p:cNvSpPr>
            <a:spLocks noGrp="1"/>
          </p:cNvSpPr>
          <p:nvPr/>
        </p:nvSpPr>
        <p:spPr>
          <a:xfrm>
            <a:off x="301282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9" name="F2_precision_recall_distributions_6483">
            <a:extLst>
              <a:ext uri="{FF2B5EF4-FFF2-40B4-BE49-F238E27FC236}">
                <a16:creationId xmlns:a16="http://schemas.microsoft.com/office/drawing/2014/main" id="{EC86F179-2E6F-4DB4-AFBF-06AA022E5090}"/>
              </a:ext>
            </a:extLst>
          </p:cNvPr>
          <p:cNvSpPr>
            <a:spLocks noGrp="1"/>
          </p:cNvSpPr>
          <p:nvPr/>
        </p:nvSpPr>
        <p:spPr>
          <a:xfrm>
            <a:off x="2828742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0" name="F2_precision_recall_distributions_6484">
            <a:extLst>
              <a:ext uri="{FF2B5EF4-FFF2-40B4-BE49-F238E27FC236}">
                <a16:creationId xmlns:a16="http://schemas.microsoft.com/office/drawing/2014/main" id="{51F16B7C-E35A-4AB6-A3B5-FA5A578E7638}"/>
              </a:ext>
            </a:extLst>
          </p:cNvPr>
          <p:cNvSpPr>
            <a:spLocks noGrp="1"/>
          </p:cNvSpPr>
          <p:nvPr/>
        </p:nvSpPr>
        <p:spPr>
          <a:xfrm>
            <a:off x="317139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1" name="F2_precision_recall_distributions_6485">
            <a:extLst>
              <a:ext uri="{FF2B5EF4-FFF2-40B4-BE49-F238E27FC236}">
                <a16:creationId xmlns:a16="http://schemas.microsoft.com/office/drawing/2014/main" id="{03E7E510-623B-4E39-9CB8-15271A9A5B76}"/>
              </a:ext>
            </a:extLst>
          </p:cNvPr>
          <p:cNvSpPr>
            <a:spLocks noGrp="1"/>
          </p:cNvSpPr>
          <p:nvPr/>
        </p:nvSpPr>
        <p:spPr>
          <a:xfrm>
            <a:off x="311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2" name="F2_precision_recall_distributions_6486">
            <a:extLst>
              <a:ext uri="{FF2B5EF4-FFF2-40B4-BE49-F238E27FC236}">
                <a16:creationId xmlns:a16="http://schemas.microsoft.com/office/drawing/2014/main" id="{98FE9F64-B45A-408A-8C3F-5E165629843E}"/>
              </a:ext>
            </a:extLst>
          </p:cNvPr>
          <p:cNvSpPr>
            <a:spLocks noGrp="1"/>
          </p:cNvSpPr>
          <p:nvPr/>
        </p:nvSpPr>
        <p:spPr>
          <a:xfrm>
            <a:off x="2826410" y="63697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3" name="F2_precision_recall_distributions_6487">
            <a:extLst>
              <a:ext uri="{FF2B5EF4-FFF2-40B4-BE49-F238E27FC236}">
                <a16:creationId xmlns:a16="http://schemas.microsoft.com/office/drawing/2014/main" id="{56896F98-069C-4895-AC37-7099089C8175}"/>
              </a:ext>
            </a:extLst>
          </p:cNvPr>
          <p:cNvSpPr>
            <a:spLocks noGrp="1"/>
          </p:cNvSpPr>
          <p:nvPr/>
        </p:nvSpPr>
        <p:spPr>
          <a:xfrm>
            <a:off x="312148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4" name="F2_precision_recall_distributions_6488">
            <a:extLst>
              <a:ext uri="{FF2B5EF4-FFF2-40B4-BE49-F238E27FC236}">
                <a16:creationId xmlns:a16="http://schemas.microsoft.com/office/drawing/2014/main" id="{13120ED8-BF07-45DD-B726-E5629D037626}"/>
              </a:ext>
            </a:extLst>
          </p:cNvPr>
          <p:cNvSpPr>
            <a:spLocks noGrp="1"/>
          </p:cNvSpPr>
          <p:nvPr/>
        </p:nvSpPr>
        <p:spPr>
          <a:xfrm>
            <a:off x="3060481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5" name="F2_precision_recall_distributions_6489">
            <a:extLst>
              <a:ext uri="{FF2B5EF4-FFF2-40B4-BE49-F238E27FC236}">
                <a16:creationId xmlns:a16="http://schemas.microsoft.com/office/drawing/2014/main" id="{102D45F5-5E7B-4225-BA96-F8651022EEFD}"/>
              </a:ext>
            </a:extLst>
          </p:cNvPr>
          <p:cNvSpPr>
            <a:spLocks noGrp="1"/>
          </p:cNvSpPr>
          <p:nvPr/>
        </p:nvSpPr>
        <p:spPr>
          <a:xfrm>
            <a:off x="300651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6" name="F2_precision_recall_distributions_6490">
            <a:extLst>
              <a:ext uri="{FF2B5EF4-FFF2-40B4-BE49-F238E27FC236}">
                <a16:creationId xmlns:a16="http://schemas.microsoft.com/office/drawing/2014/main" id="{970AEF5F-B445-4358-8911-64CAACF432AA}"/>
              </a:ext>
            </a:extLst>
          </p:cNvPr>
          <p:cNvSpPr>
            <a:spLocks noGrp="1"/>
          </p:cNvSpPr>
          <p:nvPr/>
        </p:nvSpPr>
        <p:spPr>
          <a:xfrm>
            <a:off x="316611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7" name="F2_precision_recall_distributions_6491">
            <a:extLst>
              <a:ext uri="{FF2B5EF4-FFF2-40B4-BE49-F238E27FC236}">
                <a16:creationId xmlns:a16="http://schemas.microsoft.com/office/drawing/2014/main" id="{32E01B97-E598-4EA1-8A8B-AD42523CAB63}"/>
              </a:ext>
            </a:extLst>
          </p:cNvPr>
          <p:cNvSpPr>
            <a:spLocks noGrp="1"/>
          </p:cNvSpPr>
          <p:nvPr/>
        </p:nvSpPr>
        <p:spPr>
          <a:xfrm>
            <a:off x="28560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8" name="F2_precision_recall_distributions_6492">
            <a:extLst>
              <a:ext uri="{FF2B5EF4-FFF2-40B4-BE49-F238E27FC236}">
                <a16:creationId xmlns:a16="http://schemas.microsoft.com/office/drawing/2014/main" id="{076CB557-6A33-4BBF-998C-046216B396CD}"/>
              </a:ext>
            </a:extLst>
          </p:cNvPr>
          <p:cNvSpPr>
            <a:spLocks noGrp="1"/>
          </p:cNvSpPr>
          <p:nvPr/>
        </p:nvSpPr>
        <p:spPr>
          <a:xfrm>
            <a:off x="2945487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9" name="F2_precision_recall_distributions_6493">
            <a:extLst>
              <a:ext uri="{FF2B5EF4-FFF2-40B4-BE49-F238E27FC236}">
                <a16:creationId xmlns:a16="http://schemas.microsoft.com/office/drawing/2014/main" id="{963DDD59-C6FC-4C50-A186-5988F85F4389}"/>
              </a:ext>
            </a:extLst>
          </p:cNvPr>
          <p:cNvSpPr>
            <a:spLocks noGrp="1"/>
          </p:cNvSpPr>
          <p:nvPr/>
        </p:nvSpPr>
        <p:spPr>
          <a:xfrm>
            <a:off x="28192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0" name="F2_precision_recall_distributions_6494">
            <a:extLst>
              <a:ext uri="{FF2B5EF4-FFF2-40B4-BE49-F238E27FC236}">
                <a16:creationId xmlns:a16="http://schemas.microsoft.com/office/drawing/2014/main" id="{3B2F03FB-C1B4-4569-8B14-BCB3DAB74D3B}"/>
              </a:ext>
            </a:extLst>
          </p:cNvPr>
          <p:cNvSpPr>
            <a:spLocks noGrp="1"/>
          </p:cNvSpPr>
          <p:nvPr/>
        </p:nvSpPr>
        <p:spPr>
          <a:xfrm>
            <a:off x="3138590" y="619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1" name="F2_precision_recall_distributions_6495">
            <a:extLst>
              <a:ext uri="{FF2B5EF4-FFF2-40B4-BE49-F238E27FC236}">
                <a16:creationId xmlns:a16="http://schemas.microsoft.com/office/drawing/2014/main" id="{FC2A0DED-D08F-45B6-9024-17679CF3F228}"/>
              </a:ext>
            </a:extLst>
          </p:cNvPr>
          <p:cNvSpPr>
            <a:spLocks noGrp="1"/>
          </p:cNvSpPr>
          <p:nvPr/>
        </p:nvSpPr>
        <p:spPr>
          <a:xfrm>
            <a:off x="300037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2" name="F2_precision_recall_distributions_6496">
            <a:extLst>
              <a:ext uri="{FF2B5EF4-FFF2-40B4-BE49-F238E27FC236}">
                <a16:creationId xmlns:a16="http://schemas.microsoft.com/office/drawing/2014/main" id="{FCCE451F-F978-44EF-9773-ECC2E0DF9A15}"/>
              </a:ext>
            </a:extLst>
          </p:cNvPr>
          <p:cNvSpPr>
            <a:spLocks noGrp="1"/>
          </p:cNvSpPr>
          <p:nvPr/>
        </p:nvSpPr>
        <p:spPr>
          <a:xfrm>
            <a:off x="311743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3" name="F2_precision_recall_distributions_6497">
            <a:extLst>
              <a:ext uri="{FF2B5EF4-FFF2-40B4-BE49-F238E27FC236}">
                <a16:creationId xmlns:a16="http://schemas.microsoft.com/office/drawing/2014/main" id="{7E69D305-A362-4A95-BDEC-82FACF238453}"/>
              </a:ext>
            </a:extLst>
          </p:cNvPr>
          <p:cNvSpPr>
            <a:spLocks noGrp="1"/>
          </p:cNvSpPr>
          <p:nvPr/>
        </p:nvSpPr>
        <p:spPr>
          <a:xfrm>
            <a:off x="31085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4" name="F2_precision_recall_distributions_6498">
            <a:extLst>
              <a:ext uri="{FF2B5EF4-FFF2-40B4-BE49-F238E27FC236}">
                <a16:creationId xmlns:a16="http://schemas.microsoft.com/office/drawing/2014/main" id="{141730F7-423B-420C-AA26-AE45BA60FBC3}"/>
              </a:ext>
            </a:extLst>
          </p:cNvPr>
          <p:cNvSpPr>
            <a:spLocks noGrp="1"/>
          </p:cNvSpPr>
          <p:nvPr/>
        </p:nvSpPr>
        <p:spPr>
          <a:xfrm>
            <a:off x="2843050" y="6151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5" name="F2_precision_recall_distributions_6499">
            <a:extLst>
              <a:ext uri="{FF2B5EF4-FFF2-40B4-BE49-F238E27FC236}">
                <a16:creationId xmlns:a16="http://schemas.microsoft.com/office/drawing/2014/main" id="{87E57D90-80C9-46BC-9029-B8D6CFA6E082}"/>
              </a:ext>
            </a:extLst>
          </p:cNvPr>
          <p:cNvSpPr>
            <a:spLocks noGrp="1"/>
          </p:cNvSpPr>
          <p:nvPr/>
        </p:nvSpPr>
        <p:spPr>
          <a:xfrm>
            <a:off x="317123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6" name="F2_precision_recall_distributions_6500">
            <a:extLst>
              <a:ext uri="{FF2B5EF4-FFF2-40B4-BE49-F238E27FC236}">
                <a16:creationId xmlns:a16="http://schemas.microsoft.com/office/drawing/2014/main" id="{2CE2306B-455E-499B-A6B8-D9B6215FBD82}"/>
              </a:ext>
            </a:extLst>
          </p:cNvPr>
          <p:cNvSpPr>
            <a:spLocks noGrp="1"/>
          </p:cNvSpPr>
          <p:nvPr/>
        </p:nvSpPr>
        <p:spPr>
          <a:xfrm>
            <a:off x="30674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7" name="F2_precision_recall_distributions_6501">
            <a:extLst>
              <a:ext uri="{FF2B5EF4-FFF2-40B4-BE49-F238E27FC236}">
                <a16:creationId xmlns:a16="http://schemas.microsoft.com/office/drawing/2014/main" id="{952A217C-69D4-4811-8A02-62B06A9759FA}"/>
              </a:ext>
            </a:extLst>
          </p:cNvPr>
          <p:cNvSpPr>
            <a:spLocks noGrp="1"/>
          </p:cNvSpPr>
          <p:nvPr/>
        </p:nvSpPr>
        <p:spPr>
          <a:xfrm>
            <a:off x="299483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8" name="F2_precision_recall_distributions_6502">
            <a:extLst>
              <a:ext uri="{FF2B5EF4-FFF2-40B4-BE49-F238E27FC236}">
                <a16:creationId xmlns:a16="http://schemas.microsoft.com/office/drawing/2014/main" id="{DF955136-1D54-47B5-A48F-FCAF297571CE}"/>
              </a:ext>
            </a:extLst>
          </p:cNvPr>
          <p:cNvSpPr>
            <a:spLocks noGrp="1"/>
          </p:cNvSpPr>
          <p:nvPr/>
        </p:nvSpPr>
        <p:spPr>
          <a:xfrm>
            <a:off x="301971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9" name="F2_precision_recall_distributions_6503">
            <a:extLst>
              <a:ext uri="{FF2B5EF4-FFF2-40B4-BE49-F238E27FC236}">
                <a16:creationId xmlns:a16="http://schemas.microsoft.com/office/drawing/2014/main" id="{A7FE35E6-1F20-4E29-900A-ED0E92C55974}"/>
              </a:ext>
            </a:extLst>
          </p:cNvPr>
          <p:cNvSpPr>
            <a:spLocks noGrp="1"/>
          </p:cNvSpPr>
          <p:nvPr/>
        </p:nvSpPr>
        <p:spPr>
          <a:xfrm>
            <a:off x="3124572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0" name="F2_precision_recall_distributions_6504">
            <a:extLst>
              <a:ext uri="{FF2B5EF4-FFF2-40B4-BE49-F238E27FC236}">
                <a16:creationId xmlns:a16="http://schemas.microsoft.com/office/drawing/2014/main" id="{271C3228-0F40-46FA-9A54-F0D246EDAA1C}"/>
              </a:ext>
            </a:extLst>
          </p:cNvPr>
          <p:cNvSpPr>
            <a:spLocks noGrp="1"/>
          </p:cNvSpPr>
          <p:nvPr/>
        </p:nvSpPr>
        <p:spPr>
          <a:xfrm>
            <a:off x="28889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1" name="F2_precision_recall_distributions_6505">
            <a:extLst>
              <a:ext uri="{FF2B5EF4-FFF2-40B4-BE49-F238E27FC236}">
                <a16:creationId xmlns:a16="http://schemas.microsoft.com/office/drawing/2014/main" id="{0AED919C-BDA1-4C19-9B57-C1527015C6B2}"/>
              </a:ext>
            </a:extLst>
          </p:cNvPr>
          <p:cNvSpPr>
            <a:spLocks noGrp="1"/>
          </p:cNvSpPr>
          <p:nvPr/>
        </p:nvSpPr>
        <p:spPr>
          <a:xfrm>
            <a:off x="2979210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2" name="F2_precision_recall_distributions_6506">
            <a:extLst>
              <a:ext uri="{FF2B5EF4-FFF2-40B4-BE49-F238E27FC236}">
                <a16:creationId xmlns:a16="http://schemas.microsoft.com/office/drawing/2014/main" id="{D564F952-B40C-4C4E-B9CC-223BA2137011}"/>
              </a:ext>
            </a:extLst>
          </p:cNvPr>
          <p:cNvSpPr>
            <a:spLocks noGrp="1"/>
          </p:cNvSpPr>
          <p:nvPr/>
        </p:nvSpPr>
        <p:spPr>
          <a:xfrm>
            <a:off x="31640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3" name="F2_precision_recall_distributions_6507">
            <a:extLst>
              <a:ext uri="{FF2B5EF4-FFF2-40B4-BE49-F238E27FC236}">
                <a16:creationId xmlns:a16="http://schemas.microsoft.com/office/drawing/2014/main" id="{38D7858F-18B1-4984-BA38-60FF86B3F510}"/>
              </a:ext>
            </a:extLst>
          </p:cNvPr>
          <p:cNvSpPr>
            <a:spLocks noGrp="1"/>
          </p:cNvSpPr>
          <p:nvPr/>
        </p:nvSpPr>
        <p:spPr>
          <a:xfrm>
            <a:off x="28597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4" name="F2_precision_recall_distributions_6508">
            <a:extLst>
              <a:ext uri="{FF2B5EF4-FFF2-40B4-BE49-F238E27FC236}">
                <a16:creationId xmlns:a16="http://schemas.microsoft.com/office/drawing/2014/main" id="{029ECA96-7374-43C3-A8FB-08FFC6435A36}"/>
              </a:ext>
            </a:extLst>
          </p:cNvPr>
          <p:cNvSpPr>
            <a:spLocks noGrp="1"/>
          </p:cNvSpPr>
          <p:nvPr/>
        </p:nvSpPr>
        <p:spPr>
          <a:xfrm>
            <a:off x="298297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5" name="F2_precision_recall_distributions_6509">
            <a:extLst>
              <a:ext uri="{FF2B5EF4-FFF2-40B4-BE49-F238E27FC236}">
                <a16:creationId xmlns:a16="http://schemas.microsoft.com/office/drawing/2014/main" id="{D3FBCBD9-6E1D-4402-A7BB-9E29A7DB92A3}"/>
              </a:ext>
            </a:extLst>
          </p:cNvPr>
          <p:cNvSpPr>
            <a:spLocks noGrp="1"/>
          </p:cNvSpPr>
          <p:nvPr/>
        </p:nvSpPr>
        <p:spPr>
          <a:xfrm>
            <a:off x="318572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6" name="F2_precision_recall_distributions_6510">
            <a:extLst>
              <a:ext uri="{FF2B5EF4-FFF2-40B4-BE49-F238E27FC236}">
                <a16:creationId xmlns:a16="http://schemas.microsoft.com/office/drawing/2014/main" id="{56119C74-51E6-4FA4-B65A-EE21D171956F}"/>
              </a:ext>
            </a:extLst>
          </p:cNvPr>
          <p:cNvSpPr>
            <a:spLocks noGrp="1"/>
          </p:cNvSpPr>
          <p:nvPr/>
        </p:nvSpPr>
        <p:spPr>
          <a:xfrm>
            <a:off x="3123192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7" name="F2_precision_recall_distributions_6511">
            <a:extLst>
              <a:ext uri="{FF2B5EF4-FFF2-40B4-BE49-F238E27FC236}">
                <a16:creationId xmlns:a16="http://schemas.microsoft.com/office/drawing/2014/main" id="{C2BF23A2-5DA2-4776-A8DD-61B3601E8FDD}"/>
              </a:ext>
            </a:extLst>
          </p:cNvPr>
          <p:cNvSpPr>
            <a:spLocks noGrp="1"/>
          </p:cNvSpPr>
          <p:nvPr/>
        </p:nvSpPr>
        <p:spPr>
          <a:xfrm>
            <a:off x="29536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8" name="F2_precision_recall_distributions_6512">
            <a:extLst>
              <a:ext uri="{FF2B5EF4-FFF2-40B4-BE49-F238E27FC236}">
                <a16:creationId xmlns:a16="http://schemas.microsoft.com/office/drawing/2014/main" id="{FE4C2FE2-6639-4DDD-80CD-98DCCA60A080}"/>
              </a:ext>
            </a:extLst>
          </p:cNvPr>
          <p:cNvSpPr>
            <a:spLocks noGrp="1"/>
          </p:cNvSpPr>
          <p:nvPr/>
        </p:nvSpPr>
        <p:spPr>
          <a:xfrm>
            <a:off x="3013494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9" name="F2_precision_recall_distributions_6513">
            <a:extLst>
              <a:ext uri="{FF2B5EF4-FFF2-40B4-BE49-F238E27FC236}">
                <a16:creationId xmlns:a16="http://schemas.microsoft.com/office/drawing/2014/main" id="{A1E0FA9E-C5C3-4CDB-8DFC-C977E94D6588}"/>
              </a:ext>
            </a:extLst>
          </p:cNvPr>
          <p:cNvSpPr>
            <a:spLocks noGrp="1"/>
          </p:cNvSpPr>
          <p:nvPr/>
        </p:nvSpPr>
        <p:spPr>
          <a:xfrm>
            <a:off x="284556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0" name="F2_precision_recall_distributions_6514">
            <a:extLst>
              <a:ext uri="{FF2B5EF4-FFF2-40B4-BE49-F238E27FC236}">
                <a16:creationId xmlns:a16="http://schemas.microsoft.com/office/drawing/2014/main" id="{22A5944B-52EA-4E2E-96FA-E9BE45CE03CC}"/>
              </a:ext>
            </a:extLst>
          </p:cNvPr>
          <p:cNvSpPr>
            <a:spLocks noGrp="1"/>
          </p:cNvSpPr>
          <p:nvPr/>
        </p:nvSpPr>
        <p:spPr>
          <a:xfrm>
            <a:off x="284593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1" name="F2_precision_recall_distributions_6515">
            <a:extLst>
              <a:ext uri="{FF2B5EF4-FFF2-40B4-BE49-F238E27FC236}">
                <a16:creationId xmlns:a16="http://schemas.microsoft.com/office/drawing/2014/main" id="{4696AEA3-48F6-491C-B034-8DDE9ED10B84}"/>
              </a:ext>
            </a:extLst>
          </p:cNvPr>
          <p:cNvSpPr>
            <a:spLocks noGrp="1"/>
          </p:cNvSpPr>
          <p:nvPr/>
        </p:nvSpPr>
        <p:spPr>
          <a:xfrm>
            <a:off x="292468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2" name="F2_precision_recall_distributions_6516">
            <a:extLst>
              <a:ext uri="{FF2B5EF4-FFF2-40B4-BE49-F238E27FC236}">
                <a16:creationId xmlns:a16="http://schemas.microsoft.com/office/drawing/2014/main" id="{C6FD23CB-B3AA-4304-9CC9-E614C0BA4BB0}"/>
              </a:ext>
            </a:extLst>
          </p:cNvPr>
          <p:cNvSpPr>
            <a:spLocks noGrp="1"/>
          </p:cNvSpPr>
          <p:nvPr/>
        </p:nvSpPr>
        <p:spPr>
          <a:xfrm>
            <a:off x="3049718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3" name="F2_precision_recall_distributions_6517">
            <a:extLst>
              <a:ext uri="{FF2B5EF4-FFF2-40B4-BE49-F238E27FC236}">
                <a16:creationId xmlns:a16="http://schemas.microsoft.com/office/drawing/2014/main" id="{A6114C6D-E2C8-48C7-9BC8-5667D8422E33}"/>
              </a:ext>
            </a:extLst>
          </p:cNvPr>
          <p:cNvSpPr>
            <a:spLocks noGrp="1"/>
          </p:cNvSpPr>
          <p:nvPr/>
        </p:nvSpPr>
        <p:spPr>
          <a:xfrm>
            <a:off x="297275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4" name="F2_precision_recall_distributions_6518">
            <a:extLst>
              <a:ext uri="{FF2B5EF4-FFF2-40B4-BE49-F238E27FC236}">
                <a16:creationId xmlns:a16="http://schemas.microsoft.com/office/drawing/2014/main" id="{8D608F31-FAAE-4E72-B067-A0E1402AF94F}"/>
              </a:ext>
            </a:extLst>
          </p:cNvPr>
          <p:cNvSpPr>
            <a:spLocks noGrp="1"/>
          </p:cNvSpPr>
          <p:nvPr/>
        </p:nvSpPr>
        <p:spPr>
          <a:xfrm>
            <a:off x="2857507" y="6147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5" name="F2_precision_recall_distributions_6519">
            <a:extLst>
              <a:ext uri="{FF2B5EF4-FFF2-40B4-BE49-F238E27FC236}">
                <a16:creationId xmlns:a16="http://schemas.microsoft.com/office/drawing/2014/main" id="{3AE5E545-DDDC-4600-BC68-A5FFD66214B4}"/>
              </a:ext>
            </a:extLst>
          </p:cNvPr>
          <p:cNvSpPr>
            <a:spLocks noGrp="1"/>
          </p:cNvSpPr>
          <p:nvPr/>
        </p:nvSpPr>
        <p:spPr>
          <a:xfrm>
            <a:off x="301375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6" name="F2_precision_recall_distributions_6520">
            <a:extLst>
              <a:ext uri="{FF2B5EF4-FFF2-40B4-BE49-F238E27FC236}">
                <a16:creationId xmlns:a16="http://schemas.microsoft.com/office/drawing/2014/main" id="{2842A3B4-F639-4FA5-9289-A21FAD698412}"/>
              </a:ext>
            </a:extLst>
          </p:cNvPr>
          <p:cNvSpPr>
            <a:spLocks noGrp="1"/>
          </p:cNvSpPr>
          <p:nvPr/>
        </p:nvSpPr>
        <p:spPr>
          <a:xfrm>
            <a:off x="2825008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7" name="F2_precision_recall_distributions_6521">
            <a:extLst>
              <a:ext uri="{FF2B5EF4-FFF2-40B4-BE49-F238E27FC236}">
                <a16:creationId xmlns:a16="http://schemas.microsoft.com/office/drawing/2014/main" id="{0FB287F3-D46F-4EB3-8D08-FEEA10ECEB63}"/>
              </a:ext>
            </a:extLst>
          </p:cNvPr>
          <p:cNvSpPr>
            <a:spLocks noGrp="1"/>
          </p:cNvSpPr>
          <p:nvPr/>
        </p:nvSpPr>
        <p:spPr>
          <a:xfrm>
            <a:off x="304647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8" name="F2_precision_recall_distributions_6522">
            <a:extLst>
              <a:ext uri="{FF2B5EF4-FFF2-40B4-BE49-F238E27FC236}">
                <a16:creationId xmlns:a16="http://schemas.microsoft.com/office/drawing/2014/main" id="{CA776B0A-838E-4D4D-9CFE-F7D2AFA2AA4D}"/>
              </a:ext>
            </a:extLst>
          </p:cNvPr>
          <p:cNvSpPr>
            <a:spLocks noGrp="1"/>
          </p:cNvSpPr>
          <p:nvPr/>
        </p:nvSpPr>
        <p:spPr>
          <a:xfrm>
            <a:off x="285221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9" name="F2_precision_recall_distributions_6523">
            <a:extLst>
              <a:ext uri="{FF2B5EF4-FFF2-40B4-BE49-F238E27FC236}">
                <a16:creationId xmlns:a16="http://schemas.microsoft.com/office/drawing/2014/main" id="{3A0ABED4-9FA6-46DB-8EF6-ADBAD7C58680}"/>
              </a:ext>
            </a:extLst>
          </p:cNvPr>
          <p:cNvSpPr>
            <a:spLocks noGrp="1"/>
          </p:cNvSpPr>
          <p:nvPr/>
        </p:nvSpPr>
        <p:spPr>
          <a:xfrm>
            <a:off x="29864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0" name="F2_precision_recall_distributions_6524">
            <a:extLst>
              <a:ext uri="{FF2B5EF4-FFF2-40B4-BE49-F238E27FC236}">
                <a16:creationId xmlns:a16="http://schemas.microsoft.com/office/drawing/2014/main" id="{2AE27B2A-E50E-45AF-9A52-62BBD09A6F69}"/>
              </a:ext>
            </a:extLst>
          </p:cNvPr>
          <p:cNvSpPr>
            <a:spLocks noGrp="1"/>
          </p:cNvSpPr>
          <p:nvPr/>
        </p:nvSpPr>
        <p:spPr>
          <a:xfrm>
            <a:off x="29927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1" name="F2_precision_recall_distributions_6525">
            <a:extLst>
              <a:ext uri="{FF2B5EF4-FFF2-40B4-BE49-F238E27FC236}">
                <a16:creationId xmlns:a16="http://schemas.microsoft.com/office/drawing/2014/main" id="{129D19E7-D2BC-4281-8CFE-45F4EF631649}"/>
              </a:ext>
            </a:extLst>
          </p:cNvPr>
          <p:cNvSpPr>
            <a:spLocks noGrp="1"/>
          </p:cNvSpPr>
          <p:nvPr/>
        </p:nvSpPr>
        <p:spPr>
          <a:xfrm>
            <a:off x="2961254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2" name="F2_precision_recall_distributions_6526">
            <a:extLst>
              <a:ext uri="{FF2B5EF4-FFF2-40B4-BE49-F238E27FC236}">
                <a16:creationId xmlns:a16="http://schemas.microsoft.com/office/drawing/2014/main" id="{97B591E2-43EC-4003-91D2-A2C640DB327C}"/>
              </a:ext>
            </a:extLst>
          </p:cNvPr>
          <p:cNvSpPr>
            <a:spLocks noGrp="1"/>
          </p:cNvSpPr>
          <p:nvPr/>
        </p:nvSpPr>
        <p:spPr>
          <a:xfrm>
            <a:off x="29108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3" name="F2_precision_recall_distributions_6527">
            <a:extLst>
              <a:ext uri="{FF2B5EF4-FFF2-40B4-BE49-F238E27FC236}">
                <a16:creationId xmlns:a16="http://schemas.microsoft.com/office/drawing/2014/main" id="{97EC02DE-D8DB-451E-904D-8296B4FFE3D5}"/>
              </a:ext>
            </a:extLst>
          </p:cNvPr>
          <p:cNvSpPr>
            <a:spLocks noGrp="1"/>
          </p:cNvSpPr>
          <p:nvPr/>
        </p:nvSpPr>
        <p:spPr>
          <a:xfrm>
            <a:off x="310345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4" name="F2_precision_recall_distributions_6528">
            <a:extLst>
              <a:ext uri="{FF2B5EF4-FFF2-40B4-BE49-F238E27FC236}">
                <a16:creationId xmlns:a16="http://schemas.microsoft.com/office/drawing/2014/main" id="{31260E00-2B3A-481D-AE7D-10DF0DF13896}"/>
              </a:ext>
            </a:extLst>
          </p:cNvPr>
          <p:cNvSpPr>
            <a:spLocks noGrp="1"/>
          </p:cNvSpPr>
          <p:nvPr/>
        </p:nvSpPr>
        <p:spPr>
          <a:xfrm>
            <a:off x="2959814" y="6314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5" name="F2_precision_recall_distributions_6529">
            <a:extLst>
              <a:ext uri="{FF2B5EF4-FFF2-40B4-BE49-F238E27FC236}">
                <a16:creationId xmlns:a16="http://schemas.microsoft.com/office/drawing/2014/main" id="{81C1276B-CA33-482F-870B-A45C9ADACD68}"/>
              </a:ext>
            </a:extLst>
          </p:cNvPr>
          <p:cNvSpPr>
            <a:spLocks noGrp="1"/>
          </p:cNvSpPr>
          <p:nvPr/>
        </p:nvSpPr>
        <p:spPr>
          <a:xfrm>
            <a:off x="31082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6" name="F2_precision_recall_distributions_6530">
            <a:extLst>
              <a:ext uri="{FF2B5EF4-FFF2-40B4-BE49-F238E27FC236}">
                <a16:creationId xmlns:a16="http://schemas.microsoft.com/office/drawing/2014/main" id="{E20A5299-AABF-415F-B1FD-754BEA66D11F}"/>
              </a:ext>
            </a:extLst>
          </p:cNvPr>
          <p:cNvSpPr>
            <a:spLocks noGrp="1"/>
          </p:cNvSpPr>
          <p:nvPr/>
        </p:nvSpPr>
        <p:spPr>
          <a:xfrm>
            <a:off x="302875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7" name="F2_precision_recall_distributions_6531">
            <a:extLst>
              <a:ext uri="{FF2B5EF4-FFF2-40B4-BE49-F238E27FC236}">
                <a16:creationId xmlns:a16="http://schemas.microsoft.com/office/drawing/2014/main" id="{34490871-5C7C-4778-B610-D052344713E7}"/>
              </a:ext>
            </a:extLst>
          </p:cNvPr>
          <p:cNvSpPr>
            <a:spLocks noGrp="1"/>
          </p:cNvSpPr>
          <p:nvPr/>
        </p:nvSpPr>
        <p:spPr>
          <a:xfrm>
            <a:off x="3842873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18" name="F2_precision_recall_distributions_6532">
            <a:extLst>
              <a:ext uri="{FF2B5EF4-FFF2-40B4-BE49-F238E27FC236}">
                <a16:creationId xmlns:a16="http://schemas.microsoft.com/office/drawing/2014/main" id="{906B8FCC-152D-4E35-93B3-0276CC058817}"/>
              </a:ext>
            </a:extLst>
          </p:cNvPr>
          <p:cNvSpPr>
            <a:spLocks noGrp="1"/>
          </p:cNvSpPr>
          <p:nvPr/>
        </p:nvSpPr>
        <p:spPr>
          <a:xfrm>
            <a:off x="42963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9" name="F2_precision_recall_distributions_6533">
            <a:extLst>
              <a:ext uri="{FF2B5EF4-FFF2-40B4-BE49-F238E27FC236}">
                <a16:creationId xmlns:a16="http://schemas.microsoft.com/office/drawing/2014/main" id="{96C7F49B-370C-4BB8-8BAB-EADCCE2CB571}"/>
              </a:ext>
            </a:extLst>
          </p:cNvPr>
          <p:cNvSpPr>
            <a:spLocks noGrp="1"/>
          </p:cNvSpPr>
          <p:nvPr/>
        </p:nvSpPr>
        <p:spPr>
          <a:xfrm>
            <a:off x="407499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0" name="F2_precision_recall_distributions_6534">
            <a:extLst>
              <a:ext uri="{FF2B5EF4-FFF2-40B4-BE49-F238E27FC236}">
                <a16:creationId xmlns:a16="http://schemas.microsoft.com/office/drawing/2014/main" id="{CB728766-E074-4B9A-845D-90E650DBE828}"/>
              </a:ext>
            </a:extLst>
          </p:cNvPr>
          <p:cNvSpPr>
            <a:spLocks noGrp="1"/>
          </p:cNvSpPr>
          <p:nvPr/>
        </p:nvSpPr>
        <p:spPr>
          <a:xfrm>
            <a:off x="42238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1" name="F2_precision_recall_distributions_6535">
            <a:extLst>
              <a:ext uri="{FF2B5EF4-FFF2-40B4-BE49-F238E27FC236}">
                <a16:creationId xmlns:a16="http://schemas.microsoft.com/office/drawing/2014/main" id="{EBEADB54-979D-43E7-833D-E7D65A7DAD22}"/>
              </a:ext>
            </a:extLst>
          </p:cNvPr>
          <p:cNvSpPr>
            <a:spLocks noGrp="1"/>
          </p:cNvSpPr>
          <p:nvPr/>
        </p:nvSpPr>
        <p:spPr>
          <a:xfrm>
            <a:off x="40486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2" name="F2_precision_recall_distributions_6536">
            <a:extLst>
              <a:ext uri="{FF2B5EF4-FFF2-40B4-BE49-F238E27FC236}">
                <a16:creationId xmlns:a16="http://schemas.microsoft.com/office/drawing/2014/main" id="{7004D591-21A0-41E4-9715-6B6B9056716F}"/>
              </a:ext>
            </a:extLst>
          </p:cNvPr>
          <p:cNvSpPr>
            <a:spLocks noGrp="1"/>
          </p:cNvSpPr>
          <p:nvPr/>
        </p:nvSpPr>
        <p:spPr>
          <a:xfrm>
            <a:off x="4195327" y="64329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3" name="F2_precision_recall_distributions_6537">
            <a:extLst>
              <a:ext uri="{FF2B5EF4-FFF2-40B4-BE49-F238E27FC236}">
                <a16:creationId xmlns:a16="http://schemas.microsoft.com/office/drawing/2014/main" id="{43BD2084-B2AE-4B34-8FA4-D375F2FD51A8}"/>
              </a:ext>
            </a:extLst>
          </p:cNvPr>
          <p:cNvSpPr>
            <a:spLocks noGrp="1"/>
          </p:cNvSpPr>
          <p:nvPr/>
        </p:nvSpPr>
        <p:spPr>
          <a:xfrm>
            <a:off x="4210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4" name="F2_precision_recall_distributions_6538">
            <a:extLst>
              <a:ext uri="{FF2B5EF4-FFF2-40B4-BE49-F238E27FC236}">
                <a16:creationId xmlns:a16="http://schemas.microsoft.com/office/drawing/2014/main" id="{1A0C0C36-AB78-46DA-B9A8-E54730C983EE}"/>
              </a:ext>
            </a:extLst>
          </p:cNvPr>
          <p:cNvSpPr>
            <a:spLocks noGrp="1"/>
          </p:cNvSpPr>
          <p:nvPr/>
        </p:nvSpPr>
        <p:spPr>
          <a:xfrm>
            <a:off x="40152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5" name="F2_precision_recall_distributions_6539">
            <a:extLst>
              <a:ext uri="{FF2B5EF4-FFF2-40B4-BE49-F238E27FC236}">
                <a16:creationId xmlns:a16="http://schemas.microsoft.com/office/drawing/2014/main" id="{F962A74A-94C3-46C5-8655-73ABE942FA30}"/>
              </a:ext>
            </a:extLst>
          </p:cNvPr>
          <p:cNvSpPr>
            <a:spLocks noGrp="1"/>
          </p:cNvSpPr>
          <p:nvPr/>
        </p:nvSpPr>
        <p:spPr>
          <a:xfrm>
            <a:off x="4252791" y="64389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6" name="F2_precision_recall_distributions_6540">
            <a:extLst>
              <a:ext uri="{FF2B5EF4-FFF2-40B4-BE49-F238E27FC236}">
                <a16:creationId xmlns:a16="http://schemas.microsoft.com/office/drawing/2014/main" id="{47772972-5AF5-4D6E-A310-2CB4088F5EC5}"/>
              </a:ext>
            </a:extLst>
          </p:cNvPr>
          <p:cNvSpPr>
            <a:spLocks noGrp="1"/>
          </p:cNvSpPr>
          <p:nvPr/>
        </p:nvSpPr>
        <p:spPr>
          <a:xfrm>
            <a:off x="42072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7" name="F2_precision_recall_distributions_6541">
            <a:extLst>
              <a:ext uri="{FF2B5EF4-FFF2-40B4-BE49-F238E27FC236}">
                <a16:creationId xmlns:a16="http://schemas.microsoft.com/office/drawing/2014/main" id="{F14F86C1-6658-43D7-8E47-A14C62C18AA9}"/>
              </a:ext>
            </a:extLst>
          </p:cNvPr>
          <p:cNvSpPr>
            <a:spLocks noGrp="1"/>
          </p:cNvSpPr>
          <p:nvPr/>
        </p:nvSpPr>
        <p:spPr>
          <a:xfrm>
            <a:off x="4021877" y="64421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8" name="F2_precision_recall_distributions_6542">
            <a:extLst>
              <a:ext uri="{FF2B5EF4-FFF2-40B4-BE49-F238E27FC236}">
                <a16:creationId xmlns:a16="http://schemas.microsoft.com/office/drawing/2014/main" id="{FDA8F6FE-ECD3-4622-A9A3-67D765B3E0C7}"/>
              </a:ext>
            </a:extLst>
          </p:cNvPr>
          <p:cNvSpPr>
            <a:spLocks noGrp="1"/>
          </p:cNvSpPr>
          <p:nvPr/>
        </p:nvSpPr>
        <p:spPr>
          <a:xfrm>
            <a:off x="4021095" y="6437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9" name="F2_precision_recall_distributions_6543">
            <a:extLst>
              <a:ext uri="{FF2B5EF4-FFF2-40B4-BE49-F238E27FC236}">
                <a16:creationId xmlns:a16="http://schemas.microsoft.com/office/drawing/2014/main" id="{C8353D33-8C20-40BE-830A-E6B80B613977}"/>
              </a:ext>
            </a:extLst>
          </p:cNvPr>
          <p:cNvSpPr>
            <a:spLocks noGrp="1"/>
          </p:cNvSpPr>
          <p:nvPr/>
        </p:nvSpPr>
        <p:spPr>
          <a:xfrm>
            <a:off x="4085584" y="6357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0" name="F2_precision_recall_distributions_6544">
            <a:extLst>
              <a:ext uri="{FF2B5EF4-FFF2-40B4-BE49-F238E27FC236}">
                <a16:creationId xmlns:a16="http://schemas.microsoft.com/office/drawing/2014/main" id="{BE8DBE07-AF28-48FD-909C-EB62F9DAFD29}"/>
              </a:ext>
            </a:extLst>
          </p:cNvPr>
          <p:cNvSpPr>
            <a:spLocks noGrp="1"/>
          </p:cNvSpPr>
          <p:nvPr/>
        </p:nvSpPr>
        <p:spPr>
          <a:xfrm>
            <a:off x="4328794" y="64408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1" name="F2_precision_recall_distributions_6545">
            <a:extLst>
              <a:ext uri="{FF2B5EF4-FFF2-40B4-BE49-F238E27FC236}">
                <a16:creationId xmlns:a16="http://schemas.microsoft.com/office/drawing/2014/main" id="{46D18E76-1BD1-439D-B378-DC5BDC7D3FD9}"/>
              </a:ext>
            </a:extLst>
          </p:cNvPr>
          <p:cNvSpPr>
            <a:spLocks noGrp="1"/>
          </p:cNvSpPr>
          <p:nvPr/>
        </p:nvSpPr>
        <p:spPr>
          <a:xfrm>
            <a:off x="41817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2" name="F2_precision_recall_distributions_6546">
            <a:extLst>
              <a:ext uri="{FF2B5EF4-FFF2-40B4-BE49-F238E27FC236}">
                <a16:creationId xmlns:a16="http://schemas.microsoft.com/office/drawing/2014/main" id="{12B944C7-0BFA-46AE-8479-F021EC78BD0C}"/>
              </a:ext>
            </a:extLst>
          </p:cNvPr>
          <p:cNvSpPr>
            <a:spLocks noGrp="1"/>
          </p:cNvSpPr>
          <p:nvPr/>
        </p:nvSpPr>
        <p:spPr>
          <a:xfrm>
            <a:off x="43022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3" name="F2_precision_recall_distributions_6547">
            <a:extLst>
              <a:ext uri="{FF2B5EF4-FFF2-40B4-BE49-F238E27FC236}">
                <a16:creationId xmlns:a16="http://schemas.microsoft.com/office/drawing/2014/main" id="{215A4DA9-DC34-45A3-91B6-128D2E9B201D}"/>
              </a:ext>
            </a:extLst>
          </p:cNvPr>
          <p:cNvSpPr>
            <a:spLocks noGrp="1"/>
          </p:cNvSpPr>
          <p:nvPr/>
        </p:nvSpPr>
        <p:spPr>
          <a:xfrm>
            <a:off x="4011934" y="64419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4" name="F2_precision_recall_distributions_6548">
            <a:extLst>
              <a:ext uri="{FF2B5EF4-FFF2-40B4-BE49-F238E27FC236}">
                <a16:creationId xmlns:a16="http://schemas.microsoft.com/office/drawing/2014/main" id="{1A0A9304-FE90-4E46-B357-F3E1BDD919D9}"/>
              </a:ext>
            </a:extLst>
          </p:cNvPr>
          <p:cNvSpPr>
            <a:spLocks noGrp="1"/>
          </p:cNvSpPr>
          <p:nvPr/>
        </p:nvSpPr>
        <p:spPr>
          <a:xfrm>
            <a:off x="42954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5" name="F2_precision_recall_distributions_6549">
            <a:extLst>
              <a:ext uri="{FF2B5EF4-FFF2-40B4-BE49-F238E27FC236}">
                <a16:creationId xmlns:a16="http://schemas.microsoft.com/office/drawing/2014/main" id="{61EDDDBC-EC80-42DE-B065-5F38E7825884}"/>
              </a:ext>
            </a:extLst>
          </p:cNvPr>
          <p:cNvSpPr>
            <a:spLocks noGrp="1"/>
          </p:cNvSpPr>
          <p:nvPr/>
        </p:nvSpPr>
        <p:spPr>
          <a:xfrm>
            <a:off x="4077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6" name="F2_precision_recall_distributions_6550">
            <a:extLst>
              <a:ext uri="{FF2B5EF4-FFF2-40B4-BE49-F238E27FC236}">
                <a16:creationId xmlns:a16="http://schemas.microsoft.com/office/drawing/2014/main" id="{0C693FDB-C8E0-40B0-A3B2-82A0A998672A}"/>
              </a:ext>
            </a:extLst>
          </p:cNvPr>
          <p:cNvSpPr>
            <a:spLocks noGrp="1"/>
          </p:cNvSpPr>
          <p:nvPr/>
        </p:nvSpPr>
        <p:spPr>
          <a:xfrm>
            <a:off x="43495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7" name="F2_precision_recall_distributions_6551">
            <a:extLst>
              <a:ext uri="{FF2B5EF4-FFF2-40B4-BE49-F238E27FC236}">
                <a16:creationId xmlns:a16="http://schemas.microsoft.com/office/drawing/2014/main" id="{6B520370-72F5-4A7F-A608-F865C770D44E}"/>
              </a:ext>
            </a:extLst>
          </p:cNvPr>
          <p:cNvSpPr>
            <a:spLocks noGrp="1"/>
          </p:cNvSpPr>
          <p:nvPr/>
        </p:nvSpPr>
        <p:spPr>
          <a:xfrm>
            <a:off x="4223692" y="64453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8" name="F2_precision_recall_distributions_6552">
            <a:extLst>
              <a:ext uri="{FF2B5EF4-FFF2-40B4-BE49-F238E27FC236}">
                <a16:creationId xmlns:a16="http://schemas.microsoft.com/office/drawing/2014/main" id="{84585800-D467-4C72-B47A-174D11021E68}"/>
              </a:ext>
            </a:extLst>
          </p:cNvPr>
          <p:cNvSpPr>
            <a:spLocks noGrp="1"/>
          </p:cNvSpPr>
          <p:nvPr/>
        </p:nvSpPr>
        <p:spPr>
          <a:xfrm>
            <a:off x="40314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9" name="F2_precision_recall_distributions_6553">
            <a:extLst>
              <a:ext uri="{FF2B5EF4-FFF2-40B4-BE49-F238E27FC236}">
                <a16:creationId xmlns:a16="http://schemas.microsoft.com/office/drawing/2014/main" id="{46520B75-ECA1-4D5B-853F-DA44E1162BFE}"/>
              </a:ext>
            </a:extLst>
          </p:cNvPr>
          <p:cNvSpPr>
            <a:spLocks noGrp="1"/>
          </p:cNvSpPr>
          <p:nvPr/>
        </p:nvSpPr>
        <p:spPr>
          <a:xfrm>
            <a:off x="4302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0" name="F2_precision_recall_distributions_6554">
            <a:extLst>
              <a:ext uri="{FF2B5EF4-FFF2-40B4-BE49-F238E27FC236}">
                <a16:creationId xmlns:a16="http://schemas.microsoft.com/office/drawing/2014/main" id="{101D170D-227C-4C27-9429-8FC6593060C3}"/>
              </a:ext>
            </a:extLst>
          </p:cNvPr>
          <p:cNvSpPr>
            <a:spLocks noGrp="1"/>
          </p:cNvSpPr>
          <p:nvPr/>
        </p:nvSpPr>
        <p:spPr>
          <a:xfrm>
            <a:off x="4126176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1" name="F2_precision_recall_distributions_6555">
            <a:extLst>
              <a:ext uri="{FF2B5EF4-FFF2-40B4-BE49-F238E27FC236}">
                <a16:creationId xmlns:a16="http://schemas.microsoft.com/office/drawing/2014/main" id="{D1239E50-6EB9-4772-9D82-9E2FF33618E6}"/>
              </a:ext>
            </a:extLst>
          </p:cNvPr>
          <p:cNvSpPr>
            <a:spLocks noGrp="1"/>
          </p:cNvSpPr>
          <p:nvPr/>
        </p:nvSpPr>
        <p:spPr>
          <a:xfrm>
            <a:off x="4176899" y="6409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2" name="F2_precision_recall_distributions_6556">
            <a:extLst>
              <a:ext uri="{FF2B5EF4-FFF2-40B4-BE49-F238E27FC236}">
                <a16:creationId xmlns:a16="http://schemas.microsoft.com/office/drawing/2014/main" id="{B8B7DAAC-062B-4F5B-8320-CC82CF392261}"/>
              </a:ext>
            </a:extLst>
          </p:cNvPr>
          <p:cNvSpPr>
            <a:spLocks noGrp="1"/>
          </p:cNvSpPr>
          <p:nvPr/>
        </p:nvSpPr>
        <p:spPr>
          <a:xfrm>
            <a:off x="4352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3" name="F2_precision_recall_distributions_6557">
            <a:extLst>
              <a:ext uri="{FF2B5EF4-FFF2-40B4-BE49-F238E27FC236}">
                <a16:creationId xmlns:a16="http://schemas.microsoft.com/office/drawing/2014/main" id="{6FCC5D02-6E2C-4ED2-BF47-A24449A01321}"/>
              </a:ext>
            </a:extLst>
          </p:cNvPr>
          <p:cNvSpPr>
            <a:spLocks noGrp="1"/>
          </p:cNvSpPr>
          <p:nvPr/>
        </p:nvSpPr>
        <p:spPr>
          <a:xfrm>
            <a:off x="41326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4" name="F2_precision_recall_distributions_6558">
            <a:extLst>
              <a:ext uri="{FF2B5EF4-FFF2-40B4-BE49-F238E27FC236}">
                <a16:creationId xmlns:a16="http://schemas.microsoft.com/office/drawing/2014/main" id="{D54B8AA9-F1C5-4182-9353-E1A15D9C8D19}"/>
              </a:ext>
            </a:extLst>
          </p:cNvPr>
          <p:cNvSpPr>
            <a:spLocks noGrp="1"/>
          </p:cNvSpPr>
          <p:nvPr/>
        </p:nvSpPr>
        <p:spPr>
          <a:xfrm>
            <a:off x="41696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5" name="F2_precision_recall_distributions_6559">
            <a:extLst>
              <a:ext uri="{FF2B5EF4-FFF2-40B4-BE49-F238E27FC236}">
                <a16:creationId xmlns:a16="http://schemas.microsoft.com/office/drawing/2014/main" id="{5BBEFCFB-44D8-4294-A11E-B9DF1FFB8C90}"/>
              </a:ext>
            </a:extLst>
          </p:cNvPr>
          <p:cNvSpPr>
            <a:spLocks noGrp="1"/>
          </p:cNvSpPr>
          <p:nvPr/>
        </p:nvSpPr>
        <p:spPr>
          <a:xfrm>
            <a:off x="43373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6" name="F2_precision_recall_distributions_6560">
            <a:extLst>
              <a:ext uri="{FF2B5EF4-FFF2-40B4-BE49-F238E27FC236}">
                <a16:creationId xmlns:a16="http://schemas.microsoft.com/office/drawing/2014/main" id="{6CEFDD4E-E972-43D9-965E-DB7A98EE296D}"/>
              </a:ext>
            </a:extLst>
          </p:cNvPr>
          <p:cNvSpPr>
            <a:spLocks noGrp="1"/>
          </p:cNvSpPr>
          <p:nvPr/>
        </p:nvSpPr>
        <p:spPr>
          <a:xfrm>
            <a:off x="4255354" y="64428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7" name="F2_precision_recall_distributions_6561">
            <a:extLst>
              <a:ext uri="{FF2B5EF4-FFF2-40B4-BE49-F238E27FC236}">
                <a16:creationId xmlns:a16="http://schemas.microsoft.com/office/drawing/2014/main" id="{256E0647-F9BD-4A51-A2E7-3A07E52C0445}"/>
              </a:ext>
            </a:extLst>
          </p:cNvPr>
          <p:cNvSpPr>
            <a:spLocks noGrp="1"/>
          </p:cNvSpPr>
          <p:nvPr/>
        </p:nvSpPr>
        <p:spPr>
          <a:xfrm>
            <a:off x="426447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8" name="F2_precision_recall_distributions_6562">
            <a:extLst>
              <a:ext uri="{FF2B5EF4-FFF2-40B4-BE49-F238E27FC236}">
                <a16:creationId xmlns:a16="http://schemas.microsoft.com/office/drawing/2014/main" id="{C9B1F734-4203-4E28-84A1-1AB9CB333D2D}"/>
              </a:ext>
            </a:extLst>
          </p:cNvPr>
          <p:cNvSpPr>
            <a:spLocks noGrp="1"/>
          </p:cNvSpPr>
          <p:nvPr/>
        </p:nvSpPr>
        <p:spPr>
          <a:xfrm>
            <a:off x="4284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9" name="F2_precision_recall_distributions_6563">
            <a:extLst>
              <a:ext uri="{FF2B5EF4-FFF2-40B4-BE49-F238E27FC236}">
                <a16:creationId xmlns:a16="http://schemas.microsoft.com/office/drawing/2014/main" id="{FBC40548-F84E-4696-91FE-F3268E891964}"/>
              </a:ext>
            </a:extLst>
          </p:cNvPr>
          <p:cNvSpPr>
            <a:spLocks noGrp="1"/>
          </p:cNvSpPr>
          <p:nvPr/>
        </p:nvSpPr>
        <p:spPr>
          <a:xfrm>
            <a:off x="4315035" y="64387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0" name="F2_precision_recall_distributions_6564">
            <a:extLst>
              <a:ext uri="{FF2B5EF4-FFF2-40B4-BE49-F238E27FC236}">
                <a16:creationId xmlns:a16="http://schemas.microsoft.com/office/drawing/2014/main" id="{AC259625-DE35-4C70-9A01-7E1F6530C655}"/>
              </a:ext>
            </a:extLst>
          </p:cNvPr>
          <p:cNvSpPr>
            <a:spLocks noGrp="1"/>
          </p:cNvSpPr>
          <p:nvPr/>
        </p:nvSpPr>
        <p:spPr>
          <a:xfrm>
            <a:off x="41243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1" name="F2_precision_recall_distributions_6565">
            <a:extLst>
              <a:ext uri="{FF2B5EF4-FFF2-40B4-BE49-F238E27FC236}">
                <a16:creationId xmlns:a16="http://schemas.microsoft.com/office/drawing/2014/main" id="{042E2963-5261-4E99-90FE-986710C6D1E2}"/>
              </a:ext>
            </a:extLst>
          </p:cNvPr>
          <p:cNvSpPr>
            <a:spLocks noGrp="1"/>
          </p:cNvSpPr>
          <p:nvPr/>
        </p:nvSpPr>
        <p:spPr>
          <a:xfrm>
            <a:off x="40212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2" name="F2_precision_recall_distributions_6566">
            <a:extLst>
              <a:ext uri="{FF2B5EF4-FFF2-40B4-BE49-F238E27FC236}">
                <a16:creationId xmlns:a16="http://schemas.microsoft.com/office/drawing/2014/main" id="{0BEEBE0A-1623-43B1-8541-385083253F70}"/>
              </a:ext>
            </a:extLst>
          </p:cNvPr>
          <p:cNvSpPr>
            <a:spLocks noGrp="1"/>
          </p:cNvSpPr>
          <p:nvPr/>
        </p:nvSpPr>
        <p:spPr>
          <a:xfrm>
            <a:off x="42671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3" name="F2_precision_recall_distributions_6567">
            <a:extLst>
              <a:ext uri="{FF2B5EF4-FFF2-40B4-BE49-F238E27FC236}">
                <a16:creationId xmlns:a16="http://schemas.microsoft.com/office/drawing/2014/main" id="{046F7A76-1BC7-4B1A-8E72-A7CE1CF51D99}"/>
              </a:ext>
            </a:extLst>
          </p:cNvPr>
          <p:cNvSpPr>
            <a:spLocks noGrp="1"/>
          </p:cNvSpPr>
          <p:nvPr/>
        </p:nvSpPr>
        <p:spPr>
          <a:xfrm>
            <a:off x="43347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4" name="F2_precision_recall_distributions_6568">
            <a:extLst>
              <a:ext uri="{FF2B5EF4-FFF2-40B4-BE49-F238E27FC236}">
                <a16:creationId xmlns:a16="http://schemas.microsoft.com/office/drawing/2014/main" id="{2CAD92DC-8776-4351-811B-E95C9EBBB265}"/>
              </a:ext>
            </a:extLst>
          </p:cNvPr>
          <p:cNvSpPr>
            <a:spLocks noGrp="1"/>
          </p:cNvSpPr>
          <p:nvPr/>
        </p:nvSpPr>
        <p:spPr>
          <a:xfrm>
            <a:off x="409638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5" name="F2_precision_recall_distributions_6569">
            <a:extLst>
              <a:ext uri="{FF2B5EF4-FFF2-40B4-BE49-F238E27FC236}">
                <a16:creationId xmlns:a16="http://schemas.microsoft.com/office/drawing/2014/main" id="{A413D943-1E13-453F-930F-B80F8CE7563A}"/>
              </a:ext>
            </a:extLst>
          </p:cNvPr>
          <p:cNvSpPr>
            <a:spLocks noGrp="1"/>
          </p:cNvSpPr>
          <p:nvPr/>
        </p:nvSpPr>
        <p:spPr>
          <a:xfrm>
            <a:off x="42455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6" name="F2_precision_recall_distributions_6570">
            <a:extLst>
              <a:ext uri="{FF2B5EF4-FFF2-40B4-BE49-F238E27FC236}">
                <a16:creationId xmlns:a16="http://schemas.microsoft.com/office/drawing/2014/main" id="{0CAFFB27-EEA1-448E-B663-75DBD4674159}"/>
              </a:ext>
            </a:extLst>
          </p:cNvPr>
          <p:cNvSpPr>
            <a:spLocks noGrp="1"/>
          </p:cNvSpPr>
          <p:nvPr/>
        </p:nvSpPr>
        <p:spPr>
          <a:xfrm>
            <a:off x="42897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7" name="F2_precision_recall_distributions_6571">
            <a:extLst>
              <a:ext uri="{FF2B5EF4-FFF2-40B4-BE49-F238E27FC236}">
                <a16:creationId xmlns:a16="http://schemas.microsoft.com/office/drawing/2014/main" id="{354EA27D-87ED-47F1-82C8-EA28798F4589}"/>
              </a:ext>
            </a:extLst>
          </p:cNvPr>
          <p:cNvSpPr>
            <a:spLocks noGrp="1"/>
          </p:cNvSpPr>
          <p:nvPr/>
        </p:nvSpPr>
        <p:spPr>
          <a:xfrm>
            <a:off x="4035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8" name="F2_precision_recall_distributions_6572">
            <a:extLst>
              <a:ext uri="{FF2B5EF4-FFF2-40B4-BE49-F238E27FC236}">
                <a16:creationId xmlns:a16="http://schemas.microsoft.com/office/drawing/2014/main" id="{EAF9741A-BF69-44DA-97B5-E6D5D3C954F7}"/>
              </a:ext>
            </a:extLst>
          </p:cNvPr>
          <p:cNvSpPr>
            <a:spLocks noGrp="1"/>
          </p:cNvSpPr>
          <p:nvPr/>
        </p:nvSpPr>
        <p:spPr>
          <a:xfrm>
            <a:off x="43085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9" name="F2_precision_recall_distributions_6573">
            <a:extLst>
              <a:ext uri="{FF2B5EF4-FFF2-40B4-BE49-F238E27FC236}">
                <a16:creationId xmlns:a16="http://schemas.microsoft.com/office/drawing/2014/main" id="{007F93BC-492C-4BA9-859C-88C83AAA5870}"/>
              </a:ext>
            </a:extLst>
          </p:cNvPr>
          <p:cNvSpPr>
            <a:spLocks noGrp="1"/>
          </p:cNvSpPr>
          <p:nvPr/>
        </p:nvSpPr>
        <p:spPr>
          <a:xfrm>
            <a:off x="4146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0" name="F2_precision_recall_distributions_6574">
            <a:extLst>
              <a:ext uri="{FF2B5EF4-FFF2-40B4-BE49-F238E27FC236}">
                <a16:creationId xmlns:a16="http://schemas.microsoft.com/office/drawing/2014/main" id="{01F1CE99-DF23-4451-9AE2-F7EE00943EC1}"/>
              </a:ext>
            </a:extLst>
          </p:cNvPr>
          <p:cNvSpPr>
            <a:spLocks noGrp="1"/>
          </p:cNvSpPr>
          <p:nvPr/>
        </p:nvSpPr>
        <p:spPr>
          <a:xfrm>
            <a:off x="42938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1" name="F2_precision_recall_distributions_6575">
            <a:extLst>
              <a:ext uri="{FF2B5EF4-FFF2-40B4-BE49-F238E27FC236}">
                <a16:creationId xmlns:a16="http://schemas.microsoft.com/office/drawing/2014/main" id="{298ECA6E-91C3-46AF-8EAD-EAD039240F73}"/>
              </a:ext>
            </a:extLst>
          </p:cNvPr>
          <p:cNvSpPr>
            <a:spLocks noGrp="1"/>
          </p:cNvSpPr>
          <p:nvPr/>
        </p:nvSpPr>
        <p:spPr>
          <a:xfrm>
            <a:off x="40307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2" name="F2_precision_recall_distributions_6576">
            <a:extLst>
              <a:ext uri="{FF2B5EF4-FFF2-40B4-BE49-F238E27FC236}">
                <a16:creationId xmlns:a16="http://schemas.microsoft.com/office/drawing/2014/main" id="{678D9A76-326F-4F24-8A26-5D0BD1958B1D}"/>
              </a:ext>
            </a:extLst>
          </p:cNvPr>
          <p:cNvSpPr>
            <a:spLocks noGrp="1"/>
          </p:cNvSpPr>
          <p:nvPr/>
        </p:nvSpPr>
        <p:spPr>
          <a:xfrm>
            <a:off x="41643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3" name="F2_precision_recall_distributions_6577">
            <a:extLst>
              <a:ext uri="{FF2B5EF4-FFF2-40B4-BE49-F238E27FC236}">
                <a16:creationId xmlns:a16="http://schemas.microsoft.com/office/drawing/2014/main" id="{282FEE5C-297F-45BC-9C6C-B68633113BC8}"/>
              </a:ext>
            </a:extLst>
          </p:cNvPr>
          <p:cNvSpPr>
            <a:spLocks noGrp="1"/>
          </p:cNvSpPr>
          <p:nvPr/>
        </p:nvSpPr>
        <p:spPr>
          <a:xfrm>
            <a:off x="42531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4" name="F2_precision_recall_distributions_6578">
            <a:extLst>
              <a:ext uri="{FF2B5EF4-FFF2-40B4-BE49-F238E27FC236}">
                <a16:creationId xmlns:a16="http://schemas.microsoft.com/office/drawing/2014/main" id="{61D7164B-BEE6-4A81-A46E-DD2F291222DF}"/>
              </a:ext>
            </a:extLst>
          </p:cNvPr>
          <p:cNvSpPr>
            <a:spLocks noGrp="1"/>
          </p:cNvSpPr>
          <p:nvPr/>
        </p:nvSpPr>
        <p:spPr>
          <a:xfrm>
            <a:off x="4159387" y="64400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5" name="F2_precision_recall_distributions_6579">
            <a:extLst>
              <a:ext uri="{FF2B5EF4-FFF2-40B4-BE49-F238E27FC236}">
                <a16:creationId xmlns:a16="http://schemas.microsoft.com/office/drawing/2014/main" id="{888723AC-9D2E-41BE-BE37-3D66C2DA2FBD}"/>
              </a:ext>
            </a:extLst>
          </p:cNvPr>
          <p:cNvSpPr>
            <a:spLocks noGrp="1"/>
          </p:cNvSpPr>
          <p:nvPr/>
        </p:nvSpPr>
        <p:spPr>
          <a:xfrm>
            <a:off x="415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6" name="F2_precision_recall_distributions_6580">
            <a:extLst>
              <a:ext uri="{FF2B5EF4-FFF2-40B4-BE49-F238E27FC236}">
                <a16:creationId xmlns:a16="http://schemas.microsoft.com/office/drawing/2014/main" id="{598AB2A4-7874-460A-8CA3-5F50052BF725}"/>
              </a:ext>
            </a:extLst>
          </p:cNvPr>
          <p:cNvSpPr>
            <a:spLocks noGrp="1"/>
          </p:cNvSpPr>
          <p:nvPr/>
        </p:nvSpPr>
        <p:spPr>
          <a:xfrm>
            <a:off x="4337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7" name="F2_precision_recall_distributions_6581">
            <a:extLst>
              <a:ext uri="{FF2B5EF4-FFF2-40B4-BE49-F238E27FC236}">
                <a16:creationId xmlns:a16="http://schemas.microsoft.com/office/drawing/2014/main" id="{3DF05D08-7B0E-470B-B0BE-980C39421479}"/>
              </a:ext>
            </a:extLst>
          </p:cNvPr>
          <p:cNvSpPr>
            <a:spLocks noGrp="1"/>
          </p:cNvSpPr>
          <p:nvPr/>
        </p:nvSpPr>
        <p:spPr>
          <a:xfrm>
            <a:off x="41505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8" name="F2_precision_recall_distributions_6582">
            <a:extLst>
              <a:ext uri="{FF2B5EF4-FFF2-40B4-BE49-F238E27FC236}">
                <a16:creationId xmlns:a16="http://schemas.microsoft.com/office/drawing/2014/main" id="{40F1C569-7657-4FEA-BCC7-0D2B43DB5C10}"/>
              </a:ext>
            </a:extLst>
          </p:cNvPr>
          <p:cNvSpPr>
            <a:spLocks noGrp="1"/>
          </p:cNvSpPr>
          <p:nvPr/>
        </p:nvSpPr>
        <p:spPr>
          <a:xfrm>
            <a:off x="4106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9" name="F2_precision_recall_distributions_6583">
            <a:extLst>
              <a:ext uri="{FF2B5EF4-FFF2-40B4-BE49-F238E27FC236}">
                <a16:creationId xmlns:a16="http://schemas.microsoft.com/office/drawing/2014/main" id="{F016E2DA-E450-4DD4-BC72-EFEA8A71E2A6}"/>
              </a:ext>
            </a:extLst>
          </p:cNvPr>
          <p:cNvSpPr>
            <a:spLocks noGrp="1"/>
          </p:cNvSpPr>
          <p:nvPr/>
        </p:nvSpPr>
        <p:spPr>
          <a:xfrm>
            <a:off x="40972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0" name="F2_precision_recall_distributions_6584">
            <a:extLst>
              <a:ext uri="{FF2B5EF4-FFF2-40B4-BE49-F238E27FC236}">
                <a16:creationId xmlns:a16="http://schemas.microsoft.com/office/drawing/2014/main" id="{AE58DA82-0246-4DE5-AECC-81A066A21334}"/>
              </a:ext>
            </a:extLst>
          </p:cNvPr>
          <p:cNvSpPr>
            <a:spLocks noGrp="1"/>
          </p:cNvSpPr>
          <p:nvPr/>
        </p:nvSpPr>
        <p:spPr>
          <a:xfrm>
            <a:off x="4339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1" name="F2_precision_recall_distributions_6585">
            <a:extLst>
              <a:ext uri="{FF2B5EF4-FFF2-40B4-BE49-F238E27FC236}">
                <a16:creationId xmlns:a16="http://schemas.microsoft.com/office/drawing/2014/main" id="{87191772-6114-4A34-BE8B-E9201E3B9627}"/>
              </a:ext>
            </a:extLst>
          </p:cNvPr>
          <p:cNvSpPr>
            <a:spLocks noGrp="1"/>
          </p:cNvSpPr>
          <p:nvPr/>
        </p:nvSpPr>
        <p:spPr>
          <a:xfrm>
            <a:off x="4127081" y="63315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2" name="F2_precision_recall_distributions_6586">
            <a:extLst>
              <a:ext uri="{FF2B5EF4-FFF2-40B4-BE49-F238E27FC236}">
                <a16:creationId xmlns:a16="http://schemas.microsoft.com/office/drawing/2014/main" id="{06A5D852-3014-46CA-A0A4-3A0E56F22034}"/>
              </a:ext>
            </a:extLst>
          </p:cNvPr>
          <p:cNvSpPr>
            <a:spLocks noGrp="1"/>
          </p:cNvSpPr>
          <p:nvPr/>
        </p:nvSpPr>
        <p:spPr>
          <a:xfrm>
            <a:off x="41334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3" name="F2_precision_recall_distributions_6587">
            <a:extLst>
              <a:ext uri="{FF2B5EF4-FFF2-40B4-BE49-F238E27FC236}">
                <a16:creationId xmlns:a16="http://schemas.microsoft.com/office/drawing/2014/main" id="{AC01F194-2E87-4490-B85D-CE5728F79B8D}"/>
              </a:ext>
            </a:extLst>
          </p:cNvPr>
          <p:cNvSpPr>
            <a:spLocks noGrp="1"/>
          </p:cNvSpPr>
          <p:nvPr/>
        </p:nvSpPr>
        <p:spPr>
          <a:xfrm>
            <a:off x="41019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4" name="F2_precision_recall_distributions_6588">
            <a:extLst>
              <a:ext uri="{FF2B5EF4-FFF2-40B4-BE49-F238E27FC236}">
                <a16:creationId xmlns:a16="http://schemas.microsoft.com/office/drawing/2014/main" id="{2288D245-D1AA-4F04-B2C3-F2A7C72C16F7}"/>
              </a:ext>
            </a:extLst>
          </p:cNvPr>
          <p:cNvSpPr>
            <a:spLocks noGrp="1"/>
          </p:cNvSpPr>
          <p:nvPr/>
        </p:nvSpPr>
        <p:spPr>
          <a:xfrm>
            <a:off x="41859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5" name="F2_precision_recall_distributions_6589">
            <a:extLst>
              <a:ext uri="{FF2B5EF4-FFF2-40B4-BE49-F238E27FC236}">
                <a16:creationId xmlns:a16="http://schemas.microsoft.com/office/drawing/2014/main" id="{4681233E-962D-4A0F-ABA9-0419A4E73BC4}"/>
              </a:ext>
            </a:extLst>
          </p:cNvPr>
          <p:cNvSpPr>
            <a:spLocks noGrp="1"/>
          </p:cNvSpPr>
          <p:nvPr/>
        </p:nvSpPr>
        <p:spPr>
          <a:xfrm>
            <a:off x="42129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6" name="F2_precision_recall_distributions_6590">
            <a:extLst>
              <a:ext uri="{FF2B5EF4-FFF2-40B4-BE49-F238E27FC236}">
                <a16:creationId xmlns:a16="http://schemas.microsoft.com/office/drawing/2014/main" id="{7B936496-0415-45FC-8139-B90799E16CDA}"/>
              </a:ext>
            </a:extLst>
          </p:cNvPr>
          <p:cNvSpPr>
            <a:spLocks noGrp="1"/>
          </p:cNvSpPr>
          <p:nvPr/>
        </p:nvSpPr>
        <p:spPr>
          <a:xfrm>
            <a:off x="4067915" y="64017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7" name="F2_precision_recall_distributions_6591">
            <a:extLst>
              <a:ext uri="{FF2B5EF4-FFF2-40B4-BE49-F238E27FC236}">
                <a16:creationId xmlns:a16="http://schemas.microsoft.com/office/drawing/2014/main" id="{F469341D-633E-486C-90B2-26A1CCE1A038}"/>
              </a:ext>
            </a:extLst>
          </p:cNvPr>
          <p:cNvSpPr>
            <a:spLocks noGrp="1"/>
          </p:cNvSpPr>
          <p:nvPr/>
        </p:nvSpPr>
        <p:spPr>
          <a:xfrm>
            <a:off x="42710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8" name="F2_precision_recall_distributions_6592">
            <a:extLst>
              <a:ext uri="{FF2B5EF4-FFF2-40B4-BE49-F238E27FC236}">
                <a16:creationId xmlns:a16="http://schemas.microsoft.com/office/drawing/2014/main" id="{99724439-8C1A-44B3-8D51-76BA7E78F909}"/>
              </a:ext>
            </a:extLst>
          </p:cNvPr>
          <p:cNvSpPr>
            <a:spLocks noGrp="1"/>
          </p:cNvSpPr>
          <p:nvPr/>
        </p:nvSpPr>
        <p:spPr>
          <a:xfrm>
            <a:off x="4126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9" name="F2_precision_recall_distributions_6593">
            <a:extLst>
              <a:ext uri="{FF2B5EF4-FFF2-40B4-BE49-F238E27FC236}">
                <a16:creationId xmlns:a16="http://schemas.microsoft.com/office/drawing/2014/main" id="{542D5FA3-84AC-40E6-AE18-F30F4C9765ED}"/>
              </a:ext>
            </a:extLst>
          </p:cNvPr>
          <p:cNvSpPr>
            <a:spLocks noGrp="1"/>
          </p:cNvSpPr>
          <p:nvPr/>
        </p:nvSpPr>
        <p:spPr>
          <a:xfrm>
            <a:off x="42338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0" name="F2_precision_recall_distributions_6594">
            <a:extLst>
              <a:ext uri="{FF2B5EF4-FFF2-40B4-BE49-F238E27FC236}">
                <a16:creationId xmlns:a16="http://schemas.microsoft.com/office/drawing/2014/main" id="{22F4E6F8-CAD6-401D-AA7A-B5952019D681}"/>
              </a:ext>
            </a:extLst>
          </p:cNvPr>
          <p:cNvSpPr>
            <a:spLocks noGrp="1"/>
          </p:cNvSpPr>
          <p:nvPr/>
        </p:nvSpPr>
        <p:spPr>
          <a:xfrm>
            <a:off x="41357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1" name="F2_precision_recall_distributions_6595">
            <a:extLst>
              <a:ext uri="{FF2B5EF4-FFF2-40B4-BE49-F238E27FC236}">
                <a16:creationId xmlns:a16="http://schemas.microsoft.com/office/drawing/2014/main" id="{FF282930-F000-438E-BC60-58BBA1196109}"/>
              </a:ext>
            </a:extLst>
          </p:cNvPr>
          <p:cNvSpPr>
            <a:spLocks noGrp="1"/>
          </p:cNvSpPr>
          <p:nvPr/>
        </p:nvSpPr>
        <p:spPr>
          <a:xfrm>
            <a:off x="4223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2" name="F2_precision_recall_distributions_6596">
            <a:extLst>
              <a:ext uri="{FF2B5EF4-FFF2-40B4-BE49-F238E27FC236}">
                <a16:creationId xmlns:a16="http://schemas.microsoft.com/office/drawing/2014/main" id="{7F1F7B5C-5007-446B-8851-921004D62885}"/>
              </a:ext>
            </a:extLst>
          </p:cNvPr>
          <p:cNvSpPr>
            <a:spLocks noGrp="1"/>
          </p:cNvSpPr>
          <p:nvPr/>
        </p:nvSpPr>
        <p:spPr>
          <a:xfrm>
            <a:off x="4064947" y="64457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3" name="F2_precision_recall_distributions_6597">
            <a:extLst>
              <a:ext uri="{FF2B5EF4-FFF2-40B4-BE49-F238E27FC236}">
                <a16:creationId xmlns:a16="http://schemas.microsoft.com/office/drawing/2014/main" id="{08BEDE50-A597-430A-829D-6C4981D15B9B}"/>
              </a:ext>
            </a:extLst>
          </p:cNvPr>
          <p:cNvSpPr>
            <a:spLocks noGrp="1"/>
          </p:cNvSpPr>
          <p:nvPr/>
        </p:nvSpPr>
        <p:spPr>
          <a:xfrm>
            <a:off x="40429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4" name="F2_precision_recall_distributions_6598">
            <a:extLst>
              <a:ext uri="{FF2B5EF4-FFF2-40B4-BE49-F238E27FC236}">
                <a16:creationId xmlns:a16="http://schemas.microsoft.com/office/drawing/2014/main" id="{1758B6EF-EFE9-470A-82DC-E13DC3061EC0}"/>
              </a:ext>
            </a:extLst>
          </p:cNvPr>
          <p:cNvSpPr>
            <a:spLocks noGrp="1"/>
          </p:cNvSpPr>
          <p:nvPr/>
        </p:nvSpPr>
        <p:spPr>
          <a:xfrm>
            <a:off x="40302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5" name="F2_precision_recall_distributions_6599">
            <a:extLst>
              <a:ext uri="{FF2B5EF4-FFF2-40B4-BE49-F238E27FC236}">
                <a16:creationId xmlns:a16="http://schemas.microsoft.com/office/drawing/2014/main" id="{DC92939A-4BE3-49B5-B868-BA56DC836895}"/>
              </a:ext>
            </a:extLst>
          </p:cNvPr>
          <p:cNvSpPr>
            <a:spLocks noGrp="1"/>
          </p:cNvSpPr>
          <p:nvPr/>
        </p:nvSpPr>
        <p:spPr>
          <a:xfrm>
            <a:off x="40294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6" name="F2_precision_recall_distributions_6600">
            <a:extLst>
              <a:ext uri="{FF2B5EF4-FFF2-40B4-BE49-F238E27FC236}">
                <a16:creationId xmlns:a16="http://schemas.microsoft.com/office/drawing/2014/main" id="{D5EBBF5C-0F08-4893-9EFC-C481750BC55B}"/>
              </a:ext>
            </a:extLst>
          </p:cNvPr>
          <p:cNvSpPr>
            <a:spLocks noGrp="1"/>
          </p:cNvSpPr>
          <p:nvPr/>
        </p:nvSpPr>
        <p:spPr>
          <a:xfrm>
            <a:off x="4067074" y="64415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7" name="F2_precision_recall_distributions_6601">
            <a:extLst>
              <a:ext uri="{FF2B5EF4-FFF2-40B4-BE49-F238E27FC236}">
                <a16:creationId xmlns:a16="http://schemas.microsoft.com/office/drawing/2014/main" id="{8C246BF3-63BE-4EE7-9C69-82996DB1BC84}"/>
              </a:ext>
            </a:extLst>
          </p:cNvPr>
          <p:cNvSpPr>
            <a:spLocks noGrp="1"/>
          </p:cNvSpPr>
          <p:nvPr/>
        </p:nvSpPr>
        <p:spPr>
          <a:xfrm>
            <a:off x="41669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8" name="F2_precision_recall_distributions_6602">
            <a:extLst>
              <a:ext uri="{FF2B5EF4-FFF2-40B4-BE49-F238E27FC236}">
                <a16:creationId xmlns:a16="http://schemas.microsoft.com/office/drawing/2014/main" id="{550D9772-100F-441A-823B-69D4A88D8F72}"/>
              </a:ext>
            </a:extLst>
          </p:cNvPr>
          <p:cNvSpPr>
            <a:spLocks noGrp="1"/>
          </p:cNvSpPr>
          <p:nvPr/>
        </p:nvSpPr>
        <p:spPr>
          <a:xfrm>
            <a:off x="4322435" y="6445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9" name="F2_precision_recall_distributions_6603">
            <a:extLst>
              <a:ext uri="{FF2B5EF4-FFF2-40B4-BE49-F238E27FC236}">
                <a16:creationId xmlns:a16="http://schemas.microsoft.com/office/drawing/2014/main" id="{4AF50AE1-ED99-4AF5-A054-45DAAB633EC8}"/>
              </a:ext>
            </a:extLst>
          </p:cNvPr>
          <p:cNvSpPr>
            <a:spLocks noGrp="1"/>
          </p:cNvSpPr>
          <p:nvPr/>
        </p:nvSpPr>
        <p:spPr>
          <a:xfrm>
            <a:off x="40107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0" name="F2_precision_recall_distributions_6604">
            <a:extLst>
              <a:ext uri="{FF2B5EF4-FFF2-40B4-BE49-F238E27FC236}">
                <a16:creationId xmlns:a16="http://schemas.microsoft.com/office/drawing/2014/main" id="{EFB7FC7F-C116-4D92-AA9B-E5CB89282D79}"/>
              </a:ext>
            </a:extLst>
          </p:cNvPr>
          <p:cNvSpPr>
            <a:spLocks noGrp="1"/>
          </p:cNvSpPr>
          <p:nvPr/>
        </p:nvSpPr>
        <p:spPr>
          <a:xfrm>
            <a:off x="39967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1" name="F2_precision_recall_distributions_6605">
            <a:extLst>
              <a:ext uri="{FF2B5EF4-FFF2-40B4-BE49-F238E27FC236}">
                <a16:creationId xmlns:a16="http://schemas.microsoft.com/office/drawing/2014/main" id="{C6D0A83D-3D78-4940-9770-F24B122E2347}"/>
              </a:ext>
            </a:extLst>
          </p:cNvPr>
          <p:cNvSpPr>
            <a:spLocks noGrp="1"/>
          </p:cNvSpPr>
          <p:nvPr/>
        </p:nvSpPr>
        <p:spPr>
          <a:xfrm>
            <a:off x="4083413" y="64459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2" name="F2_precision_recall_distributions_6606">
            <a:extLst>
              <a:ext uri="{FF2B5EF4-FFF2-40B4-BE49-F238E27FC236}">
                <a16:creationId xmlns:a16="http://schemas.microsoft.com/office/drawing/2014/main" id="{A22DC19B-939D-43CB-A366-2752CC7B7D00}"/>
              </a:ext>
            </a:extLst>
          </p:cNvPr>
          <p:cNvSpPr>
            <a:spLocks noGrp="1"/>
          </p:cNvSpPr>
          <p:nvPr/>
        </p:nvSpPr>
        <p:spPr>
          <a:xfrm>
            <a:off x="42161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3" name="F2_precision_recall_distributions_6607">
            <a:extLst>
              <a:ext uri="{FF2B5EF4-FFF2-40B4-BE49-F238E27FC236}">
                <a16:creationId xmlns:a16="http://schemas.microsoft.com/office/drawing/2014/main" id="{22D385F9-CC04-4292-BB8D-94C6728FBAD6}"/>
              </a:ext>
            </a:extLst>
          </p:cNvPr>
          <p:cNvSpPr>
            <a:spLocks noGrp="1"/>
          </p:cNvSpPr>
          <p:nvPr/>
        </p:nvSpPr>
        <p:spPr>
          <a:xfrm>
            <a:off x="41251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4" name="F2_precision_recall_distributions_6608">
            <a:extLst>
              <a:ext uri="{FF2B5EF4-FFF2-40B4-BE49-F238E27FC236}">
                <a16:creationId xmlns:a16="http://schemas.microsoft.com/office/drawing/2014/main" id="{B51A707A-4DCB-4D12-AA9C-C849AA0D4949}"/>
              </a:ext>
            </a:extLst>
          </p:cNvPr>
          <p:cNvSpPr>
            <a:spLocks noGrp="1"/>
          </p:cNvSpPr>
          <p:nvPr/>
        </p:nvSpPr>
        <p:spPr>
          <a:xfrm>
            <a:off x="43302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5" name="F2_precision_recall_distributions_6609">
            <a:extLst>
              <a:ext uri="{FF2B5EF4-FFF2-40B4-BE49-F238E27FC236}">
                <a16:creationId xmlns:a16="http://schemas.microsoft.com/office/drawing/2014/main" id="{F6718A07-1EE8-457A-9FFB-675702881C1A}"/>
              </a:ext>
            </a:extLst>
          </p:cNvPr>
          <p:cNvSpPr>
            <a:spLocks noGrp="1"/>
          </p:cNvSpPr>
          <p:nvPr/>
        </p:nvSpPr>
        <p:spPr>
          <a:xfrm>
            <a:off x="4147863" y="6437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6" name="F2_precision_recall_distributions_6610">
            <a:extLst>
              <a:ext uri="{FF2B5EF4-FFF2-40B4-BE49-F238E27FC236}">
                <a16:creationId xmlns:a16="http://schemas.microsoft.com/office/drawing/2014/main" id="{DE06A1AF-2875-4182-832A-8D300E15764C}"/>
              </a:ext>
            </a:extLst>
          </p:cNvPr>
          <p:cNvSpPr>
            <a:spLocks noGrp="1"/>
          </p:cNvSpPr>
          <p:nvPr/>
        </p:nvSpPr>
        <p:spPr>
          <a:xfrm>
            <a:off x="41040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7" name="F2_precision_recall_distributions_6611">
            <a:extLst>
              <a:ext uri="{FF2B5EF4-FFF2-40B4-BE49-F238E27FC236}">
                <a16:creationId xmlns:a16="http://schemas.microsoft.com/office/drawing/2014/main" id="{64CE9DB1-A0EB-4EAB-AC30-137F59A30B25}"/>
              </a:ext>
            </a:extLst>
          </p:cNvPr>
          <p:cNvSpPr>
            <a:spLocks noGrp="1"/>
          </p:cNvSpPr>
          <p:nvPr/>
        </p:nvSpPr>
        <p:spPr>
          <a:xfrm>
            <a:off x="40842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8" name="F2_precision_recall_distributions_6612">
            <a:extLst>
              <a:ext uri="{FF2B5EF4-FFF2-40B4-BE49-F238E27FC236}">
                <a16:creationId xmlns:a16="http://schemas.microsoft.com/office/drawing/2014/main" id="{31C6FB18-77FF-462E-AAE7-4E5196601CFF}"/>
              </a:ext>
            </a:extLst>
          </p:cNvPr>
          <p:cNvSpPr>
            <a:spLocks noGrp="1"/>
          </p:cNvSpPr>
          <p:nvPr/>
        </p:nvSpPr>
        <p:spPr>
          <a:xfrm>
            <a:off x="4042974" y="64269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9" name="F2_precision_recall_distributions_6613">
            <a:extLst>
              <a:ext uri="{FF2B5EF4-FFF2-40B4-BE49-F238E27FC236}">
                <a16:creationId xmlns:a16="http://schemas.microsoft.com/office/drawing/2014/main" id="{2E43A004-821E-4FC6-B432-B04C6813D568}"/>
              </a:ext>
            </a:extLst>
          </p:cNvPr>
          <p:cNvSpPr>
            <a:spLocks noGrp="1"/>
          </p:cNvSpPr>
          <p:nvPr/>
        </p:nvSpPr>
        <p:spPr>
          <a:xfrm>
            <a:off x="40534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0" name="F2_precision_recall_distributions_6614">
            <a:extLst>
              <a:ext uri="{FF2B5EF4-FFF2-40B4-BE49-F238E27FC236}">
                <a16:creationId xmlns:a16="http://schemas.microsoft.com/office/drawing/2014/main" id="{62434BE3-D4FF-4BDC-85FB-060AE557F7AD}"/>
              </a:ext>
            </a:extLst>
          </p:cNvPr>
          <p:cNvSpPr>
            <a:spLocks noGrp="1"/>
          </p:cNvSpPr>
          <p:nvPr/>
        </p:nvSpPr>
        <p:spPr>
          <a:xfrm>
            <a:off x="429961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1" name="F2_precision_recall_distributions_6615">
            <a:extLst>
              <a:ext uri="{FF2B5EF4-FFF2-40B4-BE49-F238E27FC236}">
                <a16:creationId xmlns:a16="http://schemas.microsoft.com/office/drawing/2014/main" id="{FA714CC0-21C0-4E07-AC3F-7F9996DBE09E}"/>
              </a:ext>
            </a:extLst>
          </p:cNvPr>
          <p:cNvSpPr>
            <a:spLocks noGrp="1"/>
          </p:cNvSpPr>
          <p:nvPr/>
        </p:nvSpPr>
        <p:spPr>
          <a:xfrm>
            <a:off x="39937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2" name="F2_precision_recall_distributions_6616">
            <a:extLst>
              <a:ext uri="{FF2B5EF4-FFF2-40B4-BE49-F238E27FC236}">
                <a16:creationId xmlns:a16="http://schemas.microsoft.com/office/drawing/2014/main" id="{01405387-5C7B-4FC6-9F1E-57992D9882FE}"/>
              </a:ext>
            </a:extLst>
          </p:cNvPr>
          <p:cNvSpPr>
            <a:spLocks noGrp="1"/>
          </p:cNvSpPr>
          <p:nvPr/>
        </p:nvSpPr>
        <p:spPr>
          <a:xfrm>
            <a:off x="4152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3" name="F2_precision_recall_distributions_6617">
            <a:extLst>
              <a:ext uri="{FF2B5EF4-FFF2-40B4-BE49-F238E27FC236}">
                <a16:creationId xmlns:a16="http://schemas.microsoft.com/office/drawing/2014/main" id="{5F4B97AF-337E-4F4A-929D-CABCDAB6DFDD}"/>
              </a:ext>
            </a:extLst>
          </p:cNvPr>
          <p:cNvSpPr>
            <a:spLocks noGrp="1"/>
          </p:cNvSpPr>
          <p:nvPr/>
        </p:nvSpPr>
        <p:spPr>
          <a:xfrm>
            <a:off x="4299309" y="644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4" name="F2_precision_recall_distributions_6618">
            <a:extLst>
              <a:ext uri="{FF2B5EF4-FFF2-40B4-BE49-F238E27FC236}">
                <a16:creationId xmlns:a16="http://schemas.microsoft.com/office/drawing/2014/main" id="{0A3762D6-32F9-4611-B226-AE60792D6619}"/>
              </a:ext>
            </a:extLst>
          </p:cNvPr>
          <p:cNvSpPr>
            <a:spLocks noGrp="1"/>
          </p:cNvSpPr>
          <p:nvPr/>
        </p:nvSpPr>
        <p:spPr>
          <a:xfrm>
            <a:off x="4189583" y="639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5" name="F2_precision_recall_distributions_6619">
            <a:extLst>
              <a:ext uri="{FF2B5EF4-FFF2-40B4-BE49-F238E27FC236}">
                <a16:creationId xmlns:a16="http://schemas.microsoft.com/office/drawing/2014/main" id="{B1097D15-51EC-4E05-B8A4-9793C1530DF8}"/>
              </a:ext>
            </a:extLst>
          </p:cNvPr>
          <p:cNvSpPr>
            <a:spLocks noGrp="1"/>
          </p:cNvSpPr>
          <p:nvPr/>
        </p:nvSpPr>
        <p:spPr>
          <a:xfrm>
            <a:off x="39955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6" name="F2_precision_recall_distributions_6620">
            <a:extLst>
              <a:ext uri="{FF2B5EF4-FFF2-40B4-BE49-F238E27FC236}">
                <a16:creationId xmlns:a16="http://schemas.microsoft.com/office/drawing/2014/main" id="{8368F96E-E43D-4D2A-978F-2A482671A48E}"/>
              </a:ext>
            </a:extLst>
          </p:cNvPr>
          <p:cNvSpPr>
            <a:spLocks noGrp="1"/>
          </p:cNvSpPr>
          <p:nvPr/>
        </p:nvSpPr>
        <p:spPr>
          <a:xfrm>
            <a:off x="39982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7" name="F2_precision_recall_distributions_6621">
            <a:extLst>
              <a:ext uri="{FF2B5EF4-FFF2-40B4-BE49-F238E27FC236}">
                <a16:creationId xmlns:a16="http://schemas.microsoft.com/office/drawing/2014/main" id="{2B650823-DA39-48FD-B14C-EA86820C694F}"/>
              </a:ext>
            </a:extLst>
          </p:cNvPr>
          <p:cNvSpPr>
            <a:spLocks noGrp="1"/>
          </p:cNvSpPr>
          <p:nvPr/>
        </p:nvSpPr>
        <p:spPr>
          <a:xfrm>
            <a:off x="4154371" y="64342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8" name="F2_precision_recall_distributions_6622">
            <a:extLst>
              <a:ext uri="{FF2B5EF4-FFF2-40B4-BE49-F238E27FC236}">
                <a16:creationId xmlns:a16="http://schemas.microsoft.com/office/drawing/2014/main" id="{3F74CCFB-05D5-4392-AA9D-F676A693CDDE}"/>
              </a:ext>
            </a:extLst>
          </p:cNvPr>
          <p:cNvSpPr>
            <a:spLocks noGrp="1"/>
          </p:cNvSpPr>
          <p:nvPr/>
        </p:nvSpPr>
        <p:spPr>
          <a:xfrm>
            <a:off x="43013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9" name="F2_precision_recall_distributions_6623">
            <a:extLst>
              <a:ext uri="{FF2B5EF4-FFF2-40B4-BE49-F238E27FC236}">
                <a16:creationId xmlns:a16="http://schemas.microsoft.com/office/drawing/2014/main" id="{14E12BDC-611C-4227-BA13-B5042028C4BB}"/>
              </a:ext>
            </a:extLst>
          </p:cNvPr>
          <p:cNvSpPr>
            <a:spLocks noGrp="1"/>
          </p:cNvSpPr>
          <p:nvPr/>
        </p:nvSpPr>
        <p:spPr>
          <a:xfrm>
            <a:off x="43370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0" name="F2_precision_recall_distributions_6624">
            <a:extLst>
              <a:ext uri="{FF2B5EF4-FFF2-40B4-BE49-F238E27FC236}">
                <a16:creationId xmlns:a16="http://schemas.microsoft.com/office/drawing/2014/main" id="{A341A36A-E6A1-4AE8-8FD0-79C82894D02F}"/>
              </a:ext>
            </a:extLst>
          </p:cNvPr>
          <p:cNvSpPr>
            <a:spLocks noGrp="1"/>
          </p:cNvSpPr>
          <p:nvPr/>
        </p:nvSpPr>
        <p:spPr>
          <a:xfrm>
            <a:off x="41548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1" name="F2_precision_recall_distributions_6625">
            <a:extLst>
              <a:ext uri="{FF2B5EF4-FFF2-40B4-BE49-F238E27FC236}">
                <a16:creationId xmlns:a16="http://schemas.microsoft.com/office/drawing/2014/main" id="{1074AA3F-4FD7-4D8C-91F4-9992882D7356}"/>
              </a:ext>
            </a:extLst>
          </p:cNvPr>
          <p:cNvSpPr>
            <a:spLocks noGrp="1"/>
          </p:cNvSpPr>
          <p:nvPr/>
        </p:nvSpPr>
        <p:spPr>
          <a:xfrm>
            <a:off x="4220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2" name="F2_precision_recall_distributions_6626">
            <a:extLst>
              <a:ext uri="{FF2B5EF4-FFF2-40B4-BE49-F238E27FC236}">
                <a16:creationId xmlns:a16="http://schemas.microsoft.com/office/drawing/2014/main" id="{FB1BAA11-EF69-4D1A-A343-A421A1223CEF}"/>
              </a:ext>
            </a:extLst>
          </p:cNvPr>
          <p:cNvSpPr>
            <a:spLocks noGrp="1"/>
          </p:cNvSpPr>
          <p:nvPr/>
        </p:nvSpPr>
        <p:spPr>
          <a:xfrm>
            <a:off x="41616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3" name="F2_precision_recall_distributions_6627">
            <a:extLst>
              <a:ext uri="{FF2B5EF4-FFF2-40B4-BE49-F238E27FC236}">
                <a16:creationId xmlns:a16="http://schemas.microsoft.com/office/drawing/2014/main" id="{82C113F1-15BA-4152-A44C-3199B0B211C4}"/>
              </a:ext>
            </a:extLst>
          </p:cNvPr>
          <p:cNvSpPr>
            <a:spLocks noGrp="1"/>
          </p:cNvSpPr>
          <p:nvPr/>
        </p:nvSpPr>
        <p:spPr>
          <a:xfrm>
            <a:off x="4096598" y="64291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4" name="F2_precision_recall_distributions_6628">
            <a:extLst>
              <a:ext uri="{FF2B5EF4-FFF2-40B4-BE49-F238E27FC236}">
                <a16:creationId xmlns:a16="http://schemas.microsoft.com/office/drawing/2014/main" id="{8C5ED23B-1E8D-4E1C-80D4-3556208A73D2}"/>
              </a:ext>
            </a:extLst>
          </p:cNvPr>
          <p:cNvSpPr>
            <a:spLocks noGrp="1"/>
          </p:cNvSpPr>
          <p:nvPr/>
        </p:nvSpPr>
        <p:spPr>
          <a:xfrm>
            <a:off x="4342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5" name="F2_precision_recall_distributions_6629">
            <a:extLst>
              <a:ext uri="{FF2B5EF4-FFF2-40B4-BE49-F238E27FC236}">
                <a16:creationId xmlns:a16="http://schemas.microsoft.com/office/drawing/2014/main" id="{9BCE6057-8FB9-4973-B0F2-8FB08D7483A2}"/>
              </a:ext>
            </a:extLst>
          </p:cNvPr>
          <p:cNvSpPr>
            <a:spLocks noGrp="1"/>
          </p:cNvSpPr>
          <p:nvPr/>
        </p:nvSpPr>
        <p:spPr>
          <a:xfrm>
            <a:off x="41231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6" name="F2_precision_recall_distributions_6630">
            <a:extLst>
              <a:ext uri="{FF2B5EF4-FFF2-40B4-BE49-F238E27FC236}">
                <a16:creationId xmlns:a16="http://schemas.microsoft.com/office/drawing/2014/main" id="{AE5BBB6B-3D3B-4387-A9C8-3C9815C59981}"/>
              </a:ext>
            </a:extLst>
          </p:cNvPr>
          <p:cNvSpPr>
            <a:spLocks noGrp="1"/>
          </p:cNvSpPr>
          <p:nvPr/>
        </p:nvSpPr>
        <p:spPr>
          <a:xfrm>
            <a:off x="433333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7" name="F2_precision_recall_distributions_6631">
            <a:extLst>
              <a:ext uri="{FF2B5EF4-FFF2-40B4-BE49-F238E27FC236}">
                <a16:creationId xmlns:a16="http://schemas.microsoft.com/office/drawing/2014/main" id="{E4E95A13-45A4-40CE-A03E-E684829369C5}"/>
              </a:ext>
            </a:extLst>
          </p:cNvPr>
          <p:cNvSpPr>
            <a:spLocks noGrp="1"/>
          </p:cNvSpPr>
          <p:nvPr/>
        </p:nvSpPr>
        <p:spPr>
          <a:xfrm>
            <a:off x="40178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8" name="F2_precision_recall_distributions_6632">
            <a:extLst>
              <a:ext uri="{FF2B5EF4-FFF2-40B4-BE49-F238E27FC236}">
                <a16:creationId xmlns:a16="http://schemas.microsoft.com/office/drawing/2014/main" id="{00FB5D49-1F20-434C-8CC3-7F0CE9E8B6FC}"/>
              </a:ext>
            </a:extLst>
          </p:cNvPr>
          <p:cNvSpPr>
            <a:spLocks noGrp="1"/>
          </p:cNvSpPr>
          <p:nvPr/>
        </p:nvSpPr>
        <p:spPr>
          <a:xfrm>
            <a:off x="4141587" y="63054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9" name="F2_precision_recall_distributions_6633">
            <a:extLst>
              <a:ext uri="{FF2B5EF4-FFF2-40B4-BE49-F238E27FC236}">
                <a16:creationId xmlns:a16="http://schemas.microsoft.com/office/drawing/2014/main" id="{9C82F7A6-AADC-404F-A4BF-C7F2EDA4427C}"/>
              </a:ext>
            </a:extLst>
          </p:cNvPr>
          <p:cNvSpPr>
            <a:spLocks noGrp="1"/>
          </p:cNvSpPr>
          <p:nvPr/>
        </p:nvSpPr>
        <p:spPr>
          <a:xfrm>
            <a:off x="4036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0" name="F2_precision_recall_distributions_6634">
            <a:extLst>
              <a:ext uri="{FF2B5EF4-FFF2-40B4-BE49-F238E27FC236}">
                <a16:creationId xmlns:a16="http://schemas.microsoft.com/office/drawing/2014/main" id="{D034B737-3CB8-441E-92FD-6BD5BE737827}"/>
              </a:ext>
            </a:extLst>
          </p:cNvPr>
          <p:cNvSpPr>
            <a:spLocks noGrp="1"/>
          </p:cNvSpPr>
          <p:nvPr/>
        </p:nvSpPr>
        <p:spPr>
          <a:xfrm>
            <a:off x="43130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1" name="F2_precision_recall_distributions_6635">
            <a:extLst>
              <a:ext uri="{FF2B5EF4-FFF2-40B4-BE49-F238E27FC236}">
                <a16:creationId xmlns:a16="http://schemas.microsoft.com/office/drawing/2014/main" id="{DAE22551-156E-4D2D-9411-4DBB98471302}"/>
              </a:ext>
            </a:extLst>
          </p:cNvPr>
          <p:cNvSpPr>
            <a:spLocks noGrp="1"/>
          </p:cNvSpPr>
          <p:nvPr/>
        </p:nvSpPr>
        <p:spPr>
          <a:xfrm>
            <a:off x="4135807" y="64393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2" name="F2_precision_recall_distributions_6636">
            <a:extLst>
              <a:ext uri="{FF2B5EF4-FFF2-40B4-BE49-F238E27FC236}">
                <a16:creationId xmlns:a16="http://schemas.microsoft.com/office/drawing/2014/main" id="{E57225B5-836F-453A-AF01-7F7F57261B48}"/>
              </a:ext>
            </a:extLst>
          </p:cNvPr>
          <p:cNvSpPr>
            <a:spLocks noGrp="1"/>
          </p:cNvSpPr>
          <p:nvPr/>
        </p:nvSpPr>
        <p:spPr>
          <a:xfrm>
            <a:off x="4197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3" name="F2_precision_recall_distributions_6637">
            <a:extLst>
              <a:ext uri="{FF2B5EF4-FFF2-40B4-BE49-F238E27FC236}">
                <a16:creationId xmlns:a16="http://schemas.microsoft.com/office/drawing/2014/main" id="{098C885E-5197-44F9-B174-5A4193BC293E}"/>
              </a:ext>
            </a:extLst>
          </p:cNvPr>
          <p:cNvSpPr>
            <a:spLocks noGrp="1"/>
          </p:cNvSpPr>
          <p:nvPr/>
        </p:nvSpPr>
        <p:spPr>
          <a:xfrm>
            <a:off x="4046226" y="64281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4" name="F2_precision_recall_distributions_6638">
            <a:extLst>
              <a:ext uri="{FF2B5EF4-FFF2-40B4-BE49-F238E27FC236}">
                <a16:creationId xmlns:a16="http://schemas.microsoft.com/office/drawing/2014/main" id="{0E993C31-1016-4F93-A7BB-73562B3B69D7}"/>
              </a:ext>
            </a:extLst>
          </p:cNvPr>
          <p:cNvSpPr>
            <a:spLocks noGrp="1"/>
          </p:cNvSpPr>
          <p:nvPr/>
        </p:nvSpPr>
        <p:spPr>
          <a:xfrm>
            <a:off x="4101028" y="6444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5" name="F2_precision_recall_distributions_6639">
            <a:extLst>
              <a:ext uri="{FF2B5EF4-FFF2-40B4-BE49-F238E27FC236}">
                <a16:creationId xmlns:a16="http://schemas.microsoft.com/office/drawing/2014/main" id="{BC8E562F-CCC1-4742-9799-E2CAD50F0DB5}"/>
              </a:ext>
            </a:extLst>
          </p:cNvPr>
          <p:cNvSpPr>
            <a:spLocks noGrp="1"/>
          </p:cNvSpPr>
          <p:nvPr/>
        </p:nvSpPr>
        <p:spPr>
          <a:xfrm>
            <a:off x="4088610" y="64381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6" name="F2_precision_recall_distributions_6640">
            <a:extLst>
              <a:ext uri="{FF2B5EF4-FFF2-40B4-BE49-F238E27FC236}">
                <a16:creationId xmlns:a16="http://schemas.microsoft.com/office/drawing/2014/main" id="{B4901C1E-64C8-4F3D-B4D3-44187BEF2AE3}"/>
              </a:ext>
            </a:extLst>
          </p:cNvPr>
          <p:cNvSpPr>
            <a:spLocks noGrp="1"/>
          </p:cNvSpPr>
          <p:nvPr/>
        </p:nvSpPr>
        <p:spPr>
          <a:xfrm>
            <a:off x="4209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7" name="F2_precision_recall_distributions_6641">
            <a:extLst>
              <a:ext uri="{FF2B5EF4-FFF2-40B4-BE49-F238E27FC236}">
                <a16:creationId xmlns:a16="http://schemas.microsoft.com/office/drawing/2014/main" id="{F9402A61-29B5-4522-9407-BDA4E55101ED}"/>
              </a:ext>
            </a:extLst>
          </p:cNvPr>
          <p:cNvSpPr>
            <a:spLocks noGrp="1"/>
          </p:cNvSpPr>
          <p:nvPr/>
        </p:nvSpPr>
        <p:spPr>
          <a:xfrm>
            <a:off x="41729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8" name="F2_precision_recall_distributions_6642">
            <a:extLst>
              <a:ext uri="{FF2B5EF4-FFF2-40B4-BE49-F238E27FC236}">
                <a16:creationId xmlns:a16="http://schemas.microsoft.com/office/drawing/2014/main" id="{98D3D1EC-AA99-4370-A4C0-7F0857BA223D}"/>
              </a:ext>
            </a:extLst>
          </p:cNvPr>
          <p:cNvSpPr>
            <a:spLocks noGrp="1"/>
          </p:cNvSpPr>
          <p:nvPr/>
        </p:nvSpPr>
        <p:spPr>
          <a:xfrm>
            <a:off x="434260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9" name="F2_precision_recall_distributions_6643">
            <a:extLst>
              <a:ext uri="{FF2B5EF4-FFF2-40B4-BE49-F238E27FC236}">
                <a16:creationId xmlns:a16="http://schemas.microsoft.com/office/drawing/2014/main" id="{43455F9E-59E1-44A9-9530-608287BDCEAE}"/>
              </a:ext>
            </a:extLst>
          </p:cNvPr>
          <p:cNvSpPr>
            <a:spLocks noGrp="1"/>
          </p:cNvSpPr>
          <p:nvPr/>
        </p:nvSpPr>
        <p:spPr>
          <a:xfrm>
            <a:off x="402158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0" name="F2_precision_recall_distributions_6644">
            <a:extLst>
              <a:ext uri="{FF2B5EF4-FFF2-40B4-BE49-F238E27FC236}">
                <a16:creationId xmlns:a16="http://schemas.microsoft.com/office/drawing/2014/main" id="{8CA3C388-1B49-4525-B534-C804246D1A1A}"/>
              </a:ext>
            </a:extLst>
          </p:cNvPr>
          <p:cNvSpPr>
            <a:spLocks noGrp="1"/>
          </p:cNvSpPr>
          <p:nvPr/>
        </p:nvSpPr>
        <p:spPr>
          <a:xfrm>
            <a:off x="42385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1" name="F2_precision_recall_distributions_6645">
            <a:extLst>
              <a:ext uri="{FF2B5EF4-FFF2-40B4-BE49-F238E27FC236}">
                <a16:creationId xmlns:a16="http://schemas.microsoft.com/office/drawing/2014/main" id="{4F386A6E-3B7F-4EDC-9ADD-93518C8A145E}"/>
              </a:ext>
            </a:extLst>
          </p:cNvPr>
          <p:cNvSpPr>
            <a:spLocks noGrp="1"/>
          </p:cNvSpPr>
          <p:nvPr/>
        </p:nvSpPr>
        <p:spPr>
          <a:xfrm>
            <a:off x="40012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2" name="F2_precision_recall_distributions_6646">
            <a:extLst>
              <a:ext uri="{FF2B5EF4-FFF2-40B4-BE49-F238E27FC236}">
                <a16:creationId xmlns:a16="http://schemas.microsoft.com/office/drawing/2014/main" id="{FE445EDD-CFA7-4315-81D0-93A236E2A1AF}"/>
              </a:ext>
            </a:extLst>
          </p:cNvPr>
          <p:cNvSpPr>
            <a:spLocks noGrp="1"/>
          </p:cNvSpPr>
          <p:nvPr/>
        </p:nvSpPr>
        <p:spPr>
          <a:xfrm>
            <a:off x="421837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3" name="F2_precision_recall_distributions_6647">
            <a:extLst>
              <a:ext uri="{FF2B5EF4-FFF2-40B4-BE49-F238E27FC236}">
                <a16:creationId xmlns:a16="http://schemas.microsoft.com/office/drawing/2014/main" id="{A96F4BF6-726E-4F28-A5F6-1CE6AA4E3F30}"/>
              </a:ext>
            </a:extLst>
          </p:cNvPr>
          <p:cNvSpPr>
            <a:spLocks noGrp="1"/>
          </p:cNvSpPr>
          <p:nvPr/>
        </p:nvSpPr>
        <p:spPr>
          <a:xfrm>
            <a:off x="42272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4" name="F2_precision_recall_distributions_6648">
            <a:extLst>
              <a:ext uri="{FF2B5EF4-FFF2-40B4-BE49-F238E27FC236}">
                <a16:creationId xmlns:a16="http://schemas.microsoft.com/office/drawing/2014/main" id="{A6A62773-B84B-44AD-849A-DB30A024E201}"/>
              </a:ext>
            </a:extLst>
          </p:cNvPr>
          <p:cNvSpPr>
            <a:spLocks noGrp="1"/>
          </p:cNvSpPr>
          <p:nvPr/>
        </p:nvSpPr>
        <p:spPr>
          <a:xfrm>
            <a:off x="4248846" y="64245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5" name="F2_precision_recall_distributions_6649">
            <a:extLst>
              <a:ext uri="{FF2B5EF4-FFF2-40B4-BE49-F238E27FC236}">
                <a16:creationId xmlns:a16="http://schemas.microsoft.com/office/drawing/2014/main" id="{9BBD97C4-8D3B-498B-A96E-FDBA836EA63A}"/>
              </a:ext>
            </a:extLst>
          </p:cNvPr>
          <p:cNvSpPr>
            <a:spLocks noGrp="1"/>
          </p:cNvSpPr>
          <p:nvPr/>
        </p:nvSpPr>
        <p:spPr>
          <a:xfrm>
            <a:off x="39951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6" name="F2_precision_recall_distributions_6650">
            <a:extLst>
              <a:ext uri="{FF2B5EF4-FFF2-40B4-BE49-F238E27FC236}">
                <a16:creationId xmlns:a16="http://schemas.microsoft.com/office/drawing/2014/main" id="{599FDCD6-0929-42ED-BAAB-0FE9F2CC2689}"/>
              </a:ext>
            </a:extLst>
          </p:cNvPr>
          <p:cNvSpPr>
            <a:spLocks noGrp="1"/>
          </p:cNvSpPr>
          <p:nvPr/>
        </p:nvSpPr>
        <p:spPr>
          <a:xfrm>
            <a:off x="43451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7" name="F2_precision_recall_distributions_6651">
            <a:extLst>
              <a:ext uri="{FF2B5EF4-FFF2-40B4-BE49-F238E27FC236}">
                <a16:creationId xmlns:a16="http://schemas.microsoft.com/office/drawing/2014/main" id="{F0E9A6F3-31E4-4A19-A3D7-DEC937380FCC}"/>
              </a:ext>
            </a:extLst>
          </p:cNvPr>
          <p:cNvSpPr>
            <a:spLocks noGrp="1"/>
          </p:cNvSpPr>
          <p:nvPr/>
        </p:nvSpPr>
        <p:spPr>
          <a:xfrm>
            <a:off x="4292568" y="6441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8" name="F2_precision_recall_distributions_6652">
            <a:extLst>
              <a:ext uri="{FF2B5EF4-FFF2-40B4-BE49-F238E27FC236}">
                <a16:creationId xmlns:a16="http://schemas.microsoft.com/office/drawing/2014/main" id="{2AC15EDA-E13F-4F27-A42F-57E6334F0839}"/>
              </a:ext>
            </a:extLst>
          </p:cNvPr>
          <p:cNvSpPr>
            <a:spLocks noGrp="1"/>
          </p:cNvSpPr>
          <p:nvPr/>
        </p:nvSpPr>
        <p:spPr>
          <a:xfrm>
            <a:off x="4087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9" name="F2_precision_recall_distributions_6653">
            <a:extLst>
              <a:ext uri="{FF2B5EF4-FFF2-40B4-BE49-F238E27FC236}">
                <a16:creationId xmlns:a16="http://schemas.microsoft.com/office/drawing/2014/main" id="{048B7D1E-FB43-4A46-A688-79D82E83BE86}"/>
              </a:ext>
            </a:extLst>
          </p:cNvPr>
          <p:cNvSpPr>
            <a:spLocks noGrp="1"/>
          </p:cNvSpPr>
          <p:nvPr/>
        </p:nvSpPr>
        <p:spPr>
          <a:xfrm>
            <a:off x="41654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0" name="F2_precision_recall_distributions_6654">
            <a:extLst>
              <a:ext uri="{FF2B5EF4-FFF2-40B4-BE49-F238E27FC236}">
                <a16:creationId xmlns:a16="http://schemas.microsoft.com/office/drawing/2014/main" id="{8652A534-375B-467F-835A-963CFEC153F7}"/>
              </a:ext>
            </a:extLst>
          </p:cNvPr>
          <p:cNvSpPr>
            <a:spLocks noGrp="1"/>
          </p:cNvSpPr>
          <p:nvPr/>
        </p:nvSpPr>
        <p:spPr>
          <a:xfrm>
            <a:off x="43124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1" name="F2_precision_recall_distributions_6655">
            <a:extLst>
              <a:ext uri="{FF2B5EF4-FFF2-40B4-BE49-F238E27FC236}">
                <a16:creationId xmlns:a16="http://schemas.microsoft.com/office/drawing/2014/main" id="{18AF576E-DADE-469F-A3FB-52FAC592D709}"/>
              </a:ext>
            </a:extLst>
          </p:cNvPr>
          <p:cNvSpPr>
            <a:spLocks noGrp="1"/>
          </p:cNvSpPr>
          <p:nvPr/>
        </p:nvSpPr>
        <p:spPr>
          <a:xfrm>
            <a:off x="4156421" y="64374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2" name="F2_precision_recall_distributions_6656">
            <a:extLst>
              <a:ext uri="{FF2B5EF4-FFF2-40B4-BE49-F238E27FC236}">
                <a16:creationId xmlns:a16="http://schemas.microsoft.com/office/drawing/2014/main" id="{1DC627D3-C788-4106-8475-334D943A17A9}"/>
              </a:ext>
            </a:extLst>
          </p:cNvPr>
          <p:cNvSpPr>
            <a:spLocks noGrp="1"/>
          </p:cNvSpPr>
          <p:nvPr/>
        </p:nvSpPr>
        <p:spPr>
          <a:xfrm>
            <a:off x="4144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3" name="F2_precision_recall_distributions_6657">
            <a:extLst>
              <a:ext uri="{FF2B5EF4-FFF2-40B4-BE49-F238E27FC236}">
                <a16:creationId xmlns:a16="http://schemas.microsoft.com/office/drawing/2014/main" id="{71382921-0FE0-4617-8147-C150BB42936B}"/>
              </a:ext>
            </a:extLst>
          </p:cNvPr>
          <p:cNvSpPr>
            <a:spLocks noGrp="1"/>
          </p:cNvSpPr>
          <p:nvPr/>
        </p:nvSpPr>
        <p:spPr>
          <a:xfrm>
            <a:off x="42298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4" name="F2_precision_recall_distributions_6658">
            <a:extLst>
              <a:ext uri="{FF2B5EF4-FFF2-40B4-BE49-F238E27FC236}">
                <a16:creationId xmlns:a16="http://schemas.microsoft.com/office/drawing/2014/main" id="{ED2BE7A4-3DF0-47F7-9863-15CCB066E693}"/>
              </a:ext>
            </a:extLst>
          </p:cNvPr>
          <p:cNvSpPr>
            <a:spLocks noGrp="1"/>
          </p:cNvSpPr>
          <p:nvPr/>
        </p:nvSpPr>
        <p:spPr>
          <a:xfrm>
            <a:off x="4024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5" name="F2_precision_recall_distributions_6659">
            <a:extLst>
              <a:ext uri="{FF2B5EF4-FFF2-40B4-BE49-F238E27FC236}">
                <a16:creationId xmlns:a16="http://schemas.microsoft.com/office/drawing/2014/main" id="{5FB79B78-57F0-49A4-B6EE-A6EF3784EA82}"/>
              </a:ext>
            </a:extLst>
          </p:cNvPr>
          <p:cNvSpPr>
            <a:spLocks noGrp="1"/>
          </p:cNvSpPr>
          <p:nvPr/>
        </p:nvSpPr>
        <p:spPr>
          <a:xfrm>
            <a:off x="40814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6" name="F2_precision_recall_distributions_6660">
            <a:extLst>
              <a:ext uri="{FF2B5EF4-FFF2-40B4-BE49-F238E27FC236}">
                <a16:creationId xmlns:a16="http://schemas.microsoft.com/office/drawing/2014/main" id="{0B722105-AA4C-4531-B37B-A29C7CCAD12E}"/>
              </a:ext>
            </a:extLst>
          </p:cNvPr>
          <p:cNvSpPr>
            <a:spLocks noGrp="1"/>
          </p:cNvSpPr>
          <p:nvPr/>
        </p:nvSpPr>
        <p:spPr>
          <a:xfrm>
            <a:off x="41191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7" name="F2_precision_recall_distributions_6661">
            <a:extLst>
              <a:ext uri="{FF2B5EF4-FFF2-40B4-BE49-F238E27FC236}">
                <a16:creationId xmlns:a16="http://schemas.microsoft.com/office/drawing/2014/main" id="{A0807154-DF55-4E17-AA9F-51E794176FCB}"/>
              </a:ext>
            </a:extLst>
          </p:cNvPr>
          <p:cNvSpPr>
            <a:spLocks noGrp="1"/>
          </p:cNvSpPr>
          <p:nvPr/>
        </p:nvSpPr>
        <p:spPr>
          <a:xfrm>
            <a:off x="4161694" y="6444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8" name="F2_precision_recall_distributions_6662">
            <a:extLst>
              <a:ext uri="{FF2B5EF4-FFF2-40B4-BE49-F238E27FC236}">
                <a16:creationId xmlns:a16="http://schemas.microsoft.com/office/drawing/2014/main" id="{E8D2D539-4ACF-461D-9D02-684F6244D346}"/>
              </a:ext>
            </a:extLst>
          </p:cNvPr>
          <p:cNvSpPr>
            <a:spLocks noGrp="1"/>
          </p:cNvSpPr>
          <p:nvPr/>
        </p:nvSpPr>
        <p:spPr>
          <a:xfrm>
            <a:off x="42639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9" name="F2_precision_recall_distributions_6663">
            <a:extLst>
              <a:ext uri="{FF2B5EF4-FFF2-40B4-BE49-F238E27FC236}">
                <a16:creationId xmlns:a16="http://schemas.microsoft.com/office/drawing/2014/main" id="{9AAD2A54-7785-4A94-913E-D41CA8479FBF}"/>
              </a:ext>
            </a:extLst>
          </p:cNvPr>
          <p:cNvSpPr>
            <a:spLocks noGrp="1"/>
          </p:cNvSpPr>
          <p:nvPr/>
        </p:nvSpPr>
        <p:spPr>
          <a:xfrm>
            <a:off x="4196592" y="64433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0" name="F2_precision_recall_distributions_6664">
            <a:extLst>
              <a:ext uri="{FF2B5EF4-FFF2-40B4-BE49-F238E27FC236}">
                <a16:creationId xmlns:a16="http://schemas.microsoft.com/office/drawing/2014/main" id="{33F20222-A759-48D3-8C10-F313C1283151}"/>
              </a:ext>
            </a:extLst>
          </p:cNvPr>
          <p:cNvSpPr>
            <a:spLocks noGrp="1"/>
          </p:cNvSpPr>
          <p:nvPr/>
        </p:nvSpPr>
        <p:spPr>
          <a:xfrm>
            <a:off x="40585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1" name="F2_precision_recall_distributions_6665">
            <a:extLst>
              <a:ext uri="{FF2B5EF4-FFF2-40B4-BE49-F238E27FC236}">
                <a16:creationId xmlns:a16="http://schemas.microsoft.com/office/drawing/2014/main" id="{37A6D7BF-9A4F-458E-9F73-E2878D9421FD}"/>
              </a:ext>
            </a:extLst>
          </p:cNvPr>
          <p:cNvSpPr>
            <a:spLocks noGrp="1"/>
          </p:cNvSpPr>
          <p:nvPr/>
        </p:nvSpPr>
        <p:spPr>
          <a:xfrm>
            <a:off x="4136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2" name="F2_precision_recall_distributions_6666">
            <a:extLst>
              <a:ext uri="{FF2B5EF4-FFF2-40B4-BE49-F238E27FC236}">
                <a16:creationId xmlns:a16="http://schemas.microsoft.com/office/drawing/2014/main" id="{562E4692-8FB5-4EBC-BAFE-31AC65A0A8D2}"/>
              </a:ext>
            </a:extLst>
          </p:cNvPr>
          <p:cNvSpPr>
            <a:spLocks noGrp="1"/>
          </p:cNvSpPr>
          <p:nvPr/>
        </p:nvSpPr>
        <p:spPr>
          <a:xfrm>
            <a:off x="40730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3" name="F2_precision_recall_distributions_6667">
            <a:extLst>
              <a:ext uri="{FF2B5EF4-FFF2-40B4-BE49-F238E27FC236}">
                <a16:creationId xmlns:a16="http://schemas.microsoft.com/office/drawing/2014/main" id="{80D868CA-2BE1-4064-AFE5-BC316DDC7EF0}"/>
              </a:ext>
            </a:extLst>
          </p:cNvPr>
          <p:cNvSpPr>
            <a:spLocks noGrp="1"/>
          </p:cNvSpPr>
          <p:nvPr/>
        </p:nvSpPr>
        <p:spPr>
          <a:xfrm>
            <a:off x="42283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4" name="F2_precision_recall_distributions_6668">
            <a:extLst>
              <a:ext uri="{FF2B5EF4-FFF2-40B4-BE49-F238E27FC236}">
                <a16:creationId xmlns:a16="http://schemas.microsoft.com/office/drawing/2014/main" id="{3B2FA533-06BC-47A1-98D3-5ACAD6603370}"/>
              </a:ext>
            </a:extLst>
          </p:cNvPr>
          <p:cNvSpPr>
            <a:spLocks noGrp="1"/>
          </p:cNvSpPr>
          <p:nvPr/>
        </p:nvSpPr>
        <p:spPr>
          <a:xfrm>
            <a:off x="4291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5" name="F2_precision_recall_distributions_6669">
            <a:extLst>
              <a:ext uri="{FF2B5EF4-FFF2-40B4-BE49-F238E27FC236}">
                <a16:creationId xmlns:a16="http://schemas.microsoft.com/office/drawing/2014/main" id="{32F174AC-BD8A-4C00-8494-C14685010576}"/>
              </a:ext>
            </a:extLst>
          </p:cNvPr>
          <p:cNvSpPr>
            <a:spLocks noGrp="1"/>
          </p:cNvSpPr>
          <p:nvPr/>
        </p:nvSpPr>
        <p:spPr>
          <a:xfrm>
            <a:off x="3984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6" name="F2_precision_recall_distributions_6670">
            <a:extLst>
              <a:ext uri="{FF2B5EF4-FFF2-40B4-BE49-F238E27FC236}">
                <a16:creationId xmlns:a16="http://schemas.microsoft.com/office/drawing/2014/main" id="{B119FAE8-03B0-4FD3-AFE9-168B4B871745}"/>
              </a:ext>
            </a:extLst>
          </p:cNvPr>
          <p:cNvSpPr>
            <a:spLocks noGrp="1"/>
          </p:cNvSpPr>
          <p:nvPr/>
        </p:nvSpPr>
        <p:spPr>
          <a:xfrm>
            <a:off x="40907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7" name="F2_precision_recall_distributions_6671">
            <a:extLst>
              <a:ext uri="{FF2B5EF4-FFF2-40B4-BE49-F238E27FC236}">
                <a16:creationId xmlns:a16="http://schemas.microsoft.com/office/drawing/2014/main" id="{FAC4C8C5-0E30-4014-824D-FCC5E1C5904A}"/>
              </a:ext>
            </a:extLst>
          </p:cNvPr>
          <p:cNvSpPr>
            <a:spLocks noGrp="1"/>
          </p:cNvSpPr>
          <p:nvPr/>
        </p:nvSpPr>
        <p:spPr>
          <a:xfrm>
            <a:off x="40406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8" name="F2_precision_recall_distributions_6672">
            <a:extLst>
              <a:ext uri="{FF2B5EF4-FFF2-40B4-BE49-F238E27FC236}">
                <a16:creationId xmlns:a16="http://schemas.microsoft.com/office/drawing/2014/main" id="{45D39AC8-32FA-43E2-ACC9-4E2527285018}"/>
              </a:ext>
            </a:extLst>
          </p:cNvPr>
          <p:cNvSpPr>
            <a:spLocks noGrp="1"/>
          </p:cNvSpPr>
          <p:nvPr/>
        </p:nvSpPr>
        <p:spPr>
          <a:xfrm>
            <a:off x="431794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9" name="F2_precision_recall_distributions_6673">
            <a:extLst>
              <a:ext uri="{FF2B5EF4-FFF2-40B4-BE49-F238E27FC236}">
                <a16:creationId xmlns:a16="http://schemas.microsoft.com/office/drawing/2014/main" id="{5D811EA8-B63A-4426-8C07-B255E76F8F8A}"/>
              </a:ext>
            </a:extLst>
          </p:cNvPr>
          <p:cNvSpPr>
            <a:spLocks noGrp="1"/>
          </p:cNvSpPr>
          <p:nvPr/>
        </p:nvSpPr>
        <p:spPr>
          <a:xfrm>
            <a:off x="41677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0" name="F2_precision_recall_distributions_6674">
            <a:extLst>
              <a:ext uri="{FF2B5EF4-FFF2-40B4-BE49-F238E27FC236}">
                <a16:creationId xmlns:a16="http://schemas.microsoft.com/office/drawing/2014/main" id="{3E8B05C5-C766-41C5-A862-4BD47DE586C7}"/>
              </a:ext>
            </a:extLst>
          </p:cNvPr>
          <p:cNvSpPr>
            <a:spLocks noGrp="1"/>
          </p:cNvSpPr>
          <p:nvPr/>
        </p:nvSpPr>
        <p:spPr>
          <a:xfrm>
            <a:off x="4107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1" name="F2_precision_recall_distributions_6675">
            <a:extLst>
              <a:ext uri="{FF2B5EF4-FFF2-40B4-BE49-F238E27FC236}">
                <a16:creationId xmlns:a16="http://schemas.microsoft.com/office/drawing/2014/main" id="{20F65076-E529-4D6B-9794-1F0E5CBA3FBA}"/>
              </a:ext>
            </a:extLst>
          </p:cNvPr>
          <p:cNvSpPr>
            <a:spLocks noGrp="1"/>
          </p:cNvSpPr>
          <p:nvPr/>
        </p:nvSpPr>
        <p:spPr>
          <a:xfrm>
            <a:off x="41618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2" name="F2_precision_recall_distributions_6676">
            <a:extLst>
              <a:ext uri="{FF2B5EF4-FFF2-40B4-BE49-F238E27FC236}">
                <a16:creationId xmlns:a16="http://schemas.microsoft.com/office/drawing/2014/main" id="{6E4597C9-FFF1-4ED2-9D14-B958C48CCF0C}"/>
              </a:ext>
            </a:extLst>
          </p:cNvPr>
          <p:cNvSpPr>
            <a:spLocks noGrp="1"/>
          </p:cNvSpPr>
          <p:nvPr/>
        </p:nvSpPr>
        <p:spPr>
          <a:xfrm>
            <a:off x="4123326" y="644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3" name="F2_precision_recall_distributions_6677">
            <a:extLst>
              <a:ext uri="{FF2B5EF4-FFF2-40B4-BE49-F238E27FC236}">
                <a16:creationId xmlns:a16="http://schemas.microsoft.com/office/drawing/2014/main" id="{B030CA43-DDF4-4562-880F-D32C58EC47FA}"/>
              </a:ext>
            </a:extLst>
          </p:cNvPr>
          <p:cNvSpPr>
            <a:spLocks noGrp="1"/>
          </p:cNvSpPr>
          <p:nvPr/>
        </p:nvSpPr>
        <p:spPr>
          <a:xfrm>
            <a:off x="4083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4" name="F2_precision_recall_distributions_6678">
            <a:extLst>
              <a:ext uri="{FF2B5EF4-FFF2-40B4-BE49-F238E27FC236}">
                <a16:creationId xmlns:a16="http://schemas.microsoft.com/office/drawing/2014/main" id="{CA84FCF6-98E1-4A9F-9625-9C06E4890AE1}"/>
              </a:ext>
            </a:extLst>
          </p:cNvPr>
          <p:cNvSpPr>
            <a:spLocks noGrp="1"/>
          </p:cNvSpPr>
          <p:nvPr/>
        </p:nvSpPr>
        <p:spPr>
          <a:xfrm>
            <a:off x="4108035" y="6445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5" name="F2_precision_recall_distributions_6679">
            <a:extLst>
              <a:ext uri="{FF2B5EF4-FFF2-40B4-BE49-F238E27FC236}">
                <a16:creationId xmlns:a16="http://schemas.microsoft.com/office/drawing/2014/main" id="{8A9E725D-EFD2-4183-9FF8-F048F2090BF6}"/>
              </a:ext>
            </a:extLst>
          </p:cNvPr>
          <p:cNvSpPr>
            <a:spLocks noGrp="1"/>
          </p:cNvSpPr>
          <p:nvPr/>
        </p:nvSpPr>
        <p:spPr>
          <a:xfrm>
            <a:off x="42863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6" name="F2_precision_recall_distributions_6680">
            <a:extLst>
              <a:ext uri="{FF2B5EF4-FFF2-40B4-BE49-F238E27FC236}">
                <a16:creationId xmlns:a16="http://schemas.microsoft.com/office/drawing/2014/main" id="{5D6377B5-A8D0-4202-81F5-14077E7C9712}"/>
              </a:ext>
            </a:extLst>
          </p:cNvPr>
          <p:cNvSpPr>
            <a:spLocks noGrp="1"/>
          </p:cNvSpPr>
          <p:nvPr/>
        </p:nvSpPr>
        <p:spPr>
          <a:xfrm>
            <a:off x="43339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7" name="F2_precision_recall_distributions_6681">
            <a:extLst>
              <a:ext uri="{FF2B5EF4-FFF2-40B4-BE49-F238E27FC236}">
                <a16:creationId xmlns:a16="http://schemas.microsoft.com/office/drawing/2014/main" id="{2A50C725-EDC9-481F-8A28-A13BE804FD8C}"/>
              </a:ext>
            </a:extLst>
          </p:cNvPr>
          <p:cNvSpPr>
            <a:spLocks noGrp="1"/>
          </p:cNvSpPr>
          <p:nvPr/>
        </p:nvSpPr>
        <p:spPr>
          <a:xfrm>
            <a:off x="4139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8" name="F2_precision_recall_distributions_6682">
            <a:extLst>
              <a:ext uri="{FF2B5EF4-FFF2-40B4-BE49-F238E27FC236}">
                <a16:creationId xmlns:a16="http://schemas.microsoft.com/office/drawing/2014/main" id="{300CFA23-C651-4A13-8489-21234D23E2FB}"/>
              </a:ext>
            </a:extLst>
          </p:cNvPr>
          <p:cNvSpPr>
            <a:spLocks noGrp="1"/>
          </p:cNvSpPr>
          <p:nvPr/>
        </p:nvSpPr>
        <p:spPr>
          <a:xfrm>
            <a:off x="4022985" y="6445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9" name="F2_precision_recall_distributions_6683">
            <a:extLst>
              <a:ext uri="{FF2B5EF4-FFF2-40B4-BE49-F238E27FC236}">
                <a16:creationId xmlns:a16="http://schemas.microsoft.com/office/drawing/2014/main" id="{24868DC6-89A8-4252-B973-97B10673914C}"/>
              </a:ext>
            </a:extLst>
          </p:cNvPr>
          <p:cNvSpPr>
            <a:spLocks noGrp="1"/>
          </p:cNvSpPr>
          <p:nvPr/>
        </p:nvSpPr>
        <p:spPr>
          <a:xfrm>
            <a:off x="41132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0" name="F2_precision_recall_distributions_6684">
            <a:extLst>
              <a:ext uri="{FF2B5EF4-FFF2-40B4-BE49-F238E27FC236}">
                <a16:creationId xmlns:a16="http://schemas.microsoft.com/office/drawing/2014/main" id="{E854F401-3874-4319-8424-8B16B50965AD}"/>
              </a:ext>
            </a:extLst>
          </p:cNvPr>
          <p:cNvSpPr>
            <a:spLocks noGrp="1"/>
          </p:cNvSpPr>
          <p:nvPr/>
        </p:nvSpPr>
        <p:spPr>
          <a:xfrm>
            <a:off x="39943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1" name="F2_precision_recall_distributions_6685">
            <a:extLst>
              <a:ext uri="{FF2B5EF4-FFF2-40B4-BE49-F238E27FC236}">
                <a16:creationId xmlns:a16="http://schemas.microsoft.com/office/drawing/2014/main" id="{974FCDB6-9B92-4716-B7A8-7BC8F2033454}"/>
              </a:ext>
            </a:extLst>
          </p:cNvPr>
          <p:cNvSpPr>
            <a:spLocks noGrp="1"/>
          </p:cNvSpPr>
          <p:nvPr/>
        </p:nvSpPr>
        <p:spPr>
          <a:xfrm>
            <a:off x="41639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2" name="F2_precision_recall_distributions_6686">
            <a:extLst>
              <a:ext uri="{FF2B5EF4-FFF2-40B4-BE49-F238E27FC236}">
                <a16:creationId xmlns:a16="http://schemas.microsoft.com/office/drawing/2014/main" id="{B071EDBF-B41A-4D35-AF71-3E17D19A943A}"/>
              </a:ext>
            </a:extLst>
          </p:cNvPr>
          <p:cNvSpPr>
            <a:spLocks noGrp="1"/>
          </p:cNvSpPr>
          <p:nvPr/>
        </p:nvSpPr>
        <p:spPr>
          <a:xfrm>
            <a:off x="41211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3" name="F2_precision_recall_distributions_6687">
            <a:extLst>
              <a:ext uri="{FF2B5EF4-FFF2-40B4-BE49-F238E27FC236}">
                <a16:creationId xmlns:a16="http://schemas.microsoft.com/office/drawing/2014/main" id="{71428775-5429-464D-924A-A6E81014F8D3}"/>
              </a:ext>
            </a:extLst>
          </p:cNvPr>
          <p:cNvSpPr>
            <a:spLocks noGrp="1"/>
          </p:cNvSpPr>
          <p:nvPr/>
        </p:nvSpPr>
        <p:spPr>
          <a:xfrm>
            <a:off x="41162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4" name="F2_precision_recall_distributions_6688">
            <a:extLst>
              <a:ext uri="{FF2B5EF4-FFF2-40B4-BE49-F238E27FC236}">
                <a16:creationId xmlns:a16="http://schemas.microsoft.com/office/drawing/2014/main" id="{345EB5AC-7D1D-4E85-BB7D-83FE98C3E5CB}"/>
              </a:ext>
            </a:extLst>
          </p:cNvPr>
          <p:cNvSpPr>
            <a:spLocks noGrp="1"/>
          </p:cNvSpPr>
          <p:nvPr/>
        </p:nvSpPr>
        <p:spPr>
          <a:xfrm>
            <a:off x="41939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5" name="F2_precision_recall_distributions_6689">
            <a:extLst>
              <a:ext uri="{FF2B5EF4-FFF2-40B4-BE49-F238E27FC236}">
                <a16:creationId xmlns:a16="http://schemas.microsoft.com/office/drawing/2014/main" id="{7A2C2639-65A4-4A13-9A10-F15ECD05A463}"/>
              </a:ext>
            </a:extLst>
          </p:cNvPr>
          <p:cNvSpPr>
            <a:spLocks noGrp="1"/>
          </p:cNvSpPr>
          <p:nvPr/>
        </p:nvSpPr>
        <p:spPr>
          <a:xfrm>
            <a:off x="43488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6" name="F2_precision_recall_distributions_6690">
            <a:extLst>
              <a:ext uri="{FF2B5EF4-FFF2-40B4-BE49-F238E27FC236}">
                <a16:creationId xmlns:a16="http://schemas.microsoft.com/office/drawing/2014/main" id="{529F8F4D-9352-4150-B9FD-A4B16FAA195F}"/>
              </a:ext>
            </a:extLst>
          </p:cNvPr>
          <p:cNvSpPr>
            <a:spLocks noGrp="1"/>
          </p:cNvSpPr>
          <p:nvPr/>
        </p:nvSpPr>
        <p:spPr>
          <a:xfrm>
            <a:off x="40114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7" name="F2_precision_recall_distributions_6691">
            <a:extLst>
              <a:ext uri="{FF2B5EF4-FFF2-40B4-BE49-F238E27FC236}">
                <a16:creationId xmlns:a16="http://schemas.microsoft.com/office/drawing/2014/main" id="{2378E03D-650D-421C-8572-D2469A167612}"/>
              </a:ext>
            </a:extLst>
          </p:cNvPr>
          <p:cNvSpPr>
            <a:spLocks noGrp="1"/>
          </p:cNvSpPr>
          <p:nvPr/>
        </p:nvSpPr>
        <p:spPr>
          <a:xfrm>
            <a:off x="4253654" y="6444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8" name="F2_precision_recall_distributions_6692">
            <a:extLst>
              <a:ext uri="{FF2B5EF4-FFF2-40B4-BE49-F238E27FC236}">
                <a16:creationId xmlns:a16="http://schemas.microsoft.com/office/drawing/2014/main" id="{51561E3D-7E2C-4BAF-A5D6-1B9E26FC33B7}"/>
              </a:ext>
            </a:extLst>
          </p:cNvPr>
          <p:cNvSpPr>
            <a:spLocks noGrp="1"/>
          </p:cNvSpPr>
          <p:nvPr/>
        </p:nvSpPr>
        <p:spPr>
          <a:xfrm>
            <a:off x="4131887" y="64304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9" name="F2_precision_recall_distributions_6693">
            <a:extLst>
              <a:ext uri="{FF2B5EF4-FFF2-40B4-BE49-F238E27FC236}">
                <a16:creationId xmlns:a16="http://schemas.microsoft.com/office/drawing/2014/main" id="{ED795C16-98DC-4CF8-B752-AC9B978C6CEB}"/>
              </a:ext>
            </a:extLst>
          </p:cNvPr>
          <p:cNvSpPr>
            <a:spLocks noGrp="1"/>
          </p:cNvSpPr>
          <p:nvPr/>
        </p:nvSpPr>
        <p:spPr>
          <a:xfrm>
            <a:off x="4333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0" name="F2_precision_recall_distributions_6694">
            <a:extLst>
              <a:ext uri="{FF2B5EF4-FFF2-40B4-BE49-F238E27FC236}">
                <a16:creationId xmlns:a16="http://schemas.microsoft.com/office/drawing/2014/main" id="{6F1468DB-C446-4CC3-85A3-8B8520ED0AC0}"/>
              </a:ext>
            </a:extLst>
          </p:cNvPr>
          <p:cNvSpPr>
            <a:spLocks noGrp="1"/>
          </p:cNvSpPr>
          <p:nvPr/>
        </p:nvSpPr>
        <p:spPr>
          <a:xfrm>
            <a:off x="427520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1" name="F2_precision_recall_distributions_6695">
            <a:extLst>
              <a:ext uri="{FF2B5EF4-FFF2-40B4-BE49-F238E27FC236}">
                <a16:creationId xmlns:a16="http://schemas.microsoft.com/office/drawing/2014/main" id="{0AE1CA33-75B8-4ACE-A081-33D7DCD64C58}"/>
              </a:ext>
            </a:extLst>
          </p:cNvPr>
          <p:cNvSpPr>
            <a:spLocks noGrp="1"/>
          </p:cNvSpPr>
          <p:nvPr/>
        </p:nvSpPr>
        <p:spPr>
          <a:xfrm>
            <a:off x="40075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2" name="F2_precision_recall_distributions_6696">
            <a:extLst>
              <a:ext uri="{FF2B5EF4-FFF2-40B4-BE49-F238E27FC236}">
                <a16:creationId xmlns:a16="http://schemas.microsoft.com/office/drawing/2014/main" id="{6819DFC6-4D6D-48C2-9897-707BAE90C2C3}"/>
              </a:ext>
            </a:extLst>
          </p:cNvPr>
          <p:cNvSpPr>
            <a:spLocks noGrp="1"/>
          </p:cNvSpPr>
          <p:nvPr/>
        </p:nvSpPr>
        <p:spPr>
          <a:xfrm>
            <a:off x="41584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3" name="F2_precision_recall_distributions_6697">
            <a:extLst>
              <a:ext uri="{FF2B5EF4-FFF2-40B4-BE49-F238E27FC236}">
                <a16:creationId xmlns:a16="http://schemas.microsoft.com/office/drawing/2014/main" id="{47C9F47A-422D-4CBD-BEE3-1198910AF7CB}"/>
              </a:ext>
            </a:extLst>
          </p:cNvPr>
          <p:cNvSpPr>
            <a:spLocks noGrp="1"/>
          </p:cNvSpPr>
          <p:nvPr/>
        </p:nvSpPr>
        <p:spPr>
          <a:xfrm>
            <a:off x="4030264" y="644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4" name="F2_precision_recall_distributions_6698">
            <a:extLst>
              <a:ext uri="{FF2B5EF4-FFF2-40B4-BE49-F238E27FC236}">
                <a16:creationId xmlns:a16="http://schemas.microsoft.com/office/drawing/2014/main" id="{573C6B3C-AE5C-48B2-A093-041BCDB7B38F}"/>
              </a:ext>
            </a:extLst>
          </p:cNvPr>
          <p:cNvSpPr>
            <a:spLocks noGrp="1"/>
          </p:cNvSpPr>
          <p:nvPr/>
        </p:nvSpPr>
        <p:spPr>
          <a:xfrm>
            <a:off x="4116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5" name="F2_precision_recall_distributions_6699">
            <a:extLst>
              <a:ext uri="{FF2B5EF4-FFF2-40B4-BE49-F238E27FC236}">
                <a16:creationId xmlns:a16="http://schemas.microsoft.com/office/drawing/2014/main" id="{0653375C-47D8-467F-AE04-8ABB7DCF41F0}"/>
              </a:ext>
            </a:extLst>
          </p:cNvPr>
          <p:cNvSpPr>
            <a:spLocks noGrp="1"/>
          </p:cNvSpPr>
          <p:nvPr/>
        </p:nvSpPr>
        <p:spPr>
          <a:xfrm>
            <a:off x="4293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6" name="F2_precision_recall_distributions_6700">
            <a:extLst>
              <a:ext uri="{FF2B5EF4-FFF2-40B4-BE49-F238E27FC236}">
                <a16:creationId xmlns:a16="http://schemas.microsoft.com/office/drawing/2014/main" id="{A522DC88-C5E3-4AB5-9F09-AE68FBE9DBEE}"/>
              </a:ext>
            </a:extLst>
          </p:cNvPr>
          <p:cNvSpPr>
            <a:spLocks noGrp="1"/>
          </p:cNvSpPr>
          <p:nvPr/>
        </p:nvSpPr>
        <p:spPr>
          <a:xfrm>
            <a:off x="41866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7" name="F2_precision_recall_distributions_6701">
            <a:extLst>
              <a:ext uri="{FF2B5EF4-FFF2-40B4-BE49-F238E27FC236}">
                <a16:creationId xmlns:a16="http://schemas.microsoft.com/office/drawing/2014/main" id="{B97B8809-75A6-4413-BE7F-D1C78A55003E}"/>
              </a:ext>
            </a:extLst>
          </p:cNvPr>
          <p:cNvSpPr>
            <a:spLocks noGrp="1"/>
          </p:cNvSpPr>
          <p:nvPr/>
        </p:nvSpPr>
        <p:spPr>
          <a:xfrm>
            <a:off x="40761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8" name="F2_precision_recall_distributions_6702">
            <a:extLst>
              <a:ext uri="{FF2B5EF4-FFF2-40B4-BE49-F238E27FC236}">
                <a16:creationId xmlns:a16="http://schemas.microsoft.com/office/drawing/2014/main" id="{01122D08-0A5C-4001-932D-53420914C0F2}"/>
              </a:ext>
            </a:extLst>
          </p:cNvPr>
          <p:cNvSpPr>
            <a:spLocks noGrp="1"/>
          </p:cNvSpPr>
          <p:nvPr/>
        </p:nvSpPr>
        <p:spPr>
          <a:xfrm>
            <a:off x="4337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9" name="F2_precision_recall_distributions_6703">
            <a:extLst>
              <a:ext uri="{FF2B5EF4-FFF2-40B4-BE49-F238E27FC236}">
                <a16:creationId xmlns:a16="http://schemas.microsoft.com/office/drawing/2014/main" id="{1CCF1037-51E5-4F08-A919-04A5D5C81389}"/>
              </a:ext>
            </a:extLst>
          </p:cNvPr>
          <p:cNvSpPr>
            <a:spLocks noGrp="1"/>
          </p:cNvSpPr>
          <p:nvPr/>
        </p:nvSpPr>
        <p:spPr>
          <a:xfrm>
            <a:off x="41218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0" name="F2_precision_recall_distributions_6704">
            <a:extLst>
              <a:ext uri="{FF2B5EF4-FFF2-40B4-BE49-F238E27FC236}">
                <a16:creationId xmlns:a16="http://schemas.microsoft.com/office/drawing/2014/main" id="{A7C185E3-7DFD-47A7-B7C5-C84254848424}"/>
              </a:ext>
            </a:extLst>
          </p:cNvPr>
          <p:cNvSpPr>
            <a:spLocks noGrp="1"/>
          </p:cNvSpPr>
          <p:nvPr/>
        </p:nvSpPr>
        <p:spPr>
          <a:xfrm>
            <a:off x="4290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1" name="F2_precision_recall_distributions_6705">
            <a:extLst>
              <a:ext uri="{FF2B5EF4-FFF2-40B4-BE49-F238E27FC236}">
                <a16:creationId xmlns:a16="http://schemas.microsoft.com/office/drawing/2014/main" id="{1F54B6CA-F4C5-4DA1-B56C-80166FA5207E}"/>
              </a:ext>
            </a:extLst>
          </p:cNvPr>
          <p:cNvSpPr>
            <a:spLocks noGrp="1"/>
          </p:cNvSpPr>
          <p:nvPr/>
        </p:nvSpPr>
        <p:spPr>
          <a:xfrm>
            <a:off x="42619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2" name="F2_precision_recall_distributions_6706">
            <a:extLst>
              <a:ext uri="{FF2B5EF4-FFF2-40B4-BE49-F238E27FC236}">
                <a16:creationId xmlns:a16="http://schemas.microsoft.com/office/drawing/2014/main" id="{67B3107C-8BB3-43CC-8823-09B3B6C3C1AC}"/>
              </a:ext>
            </a:extLst>
          </p:cNvPr>
          <p:cNvSpPr>
            <a:spLocks noGrp="1"/>
          </p:cNvSpPr>
          <p:nvPr/>
        </p:nvSpPr>
        <p:spPr>
          <a:xfrm>
            <a:off x="41298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3" name="F2_precision_recall_distributions_6707">
            <a:extLst>
              <a:ext uri="{FF2B5EF4-FFF2-40B4-BE49-F238E27FC236}">
                <a16:creationId xmlns:a16="http://schemas.microsoft.com/office/drawing/2014/main" id="{611B6E5C-A3BC-4687-8D4E-97745D829F72}"/>
              </a:ext>
            </a:extLst>
          </p:cNvPr>
          <p:cNvSpPr>
            <a:spLocks noGrp="1"/>
          </p:cNvSpPr>
          <p:nvPr/>
        </p:nvSpPr>
        <p:spPr>
          <a:xfrm>
            <a:off x="41313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4" name="F2_precision_recall_distributions_6708">
            <a:extLst>
              <a:ext uri="{FF2B5EF4-FFF2-40B4-BE49-F238E27FC236}">
                <a16:creationId xmlns:a16="http://schemas.microsoft.com/office/drawing/2014/main" id="{DE969AFB-3121-4460-807F-B8E1611A13D7}"/>
              </a:ext>
            </a:extLst>
          </p:cNvPr>
          <p:cNvSpPr>
            <a:spLocks noGrp="1"/>
          </p:cNvSpPr>
          <p:nvPr/>
        </p:nvSpPr>
        <p:spPr>
          <a:xfrm>
            <a:off x="4290986" y="6443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5" name="F2_precision_recall_distributions_6709">
            <a:extLst>
              <a:ext uri="{FF2B5EF4-FFF2-40B4-BE49-F238E27FC236}">
                <a16:creationId xmlns:a16="http://schemas.microsoft.com/office/drawing/2014/main" id="{A0D3FA89-FA6B-4FD0-B364-08F321315DB4}"/>
              </a:ext>
            </a:extLst>
          </p:cNvPr>
          <p:cNvSpPr>
            <a:spLocks noGrp="1"/>
          </p:cNvSpPr>
          <p:nvPr/>
        </p:nvSpPr>
        <p:spPr>
          <a:xfrm>
            <a:off x="42175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6" name="F2_precision_recall_distributions_6710">
            <a:extLst>
              <a:ext uri="{FF2B5EF4-FFF2-40B4-BE49-F238E27FC236}">
                <a16:creationId xmlns:a16="http://schemas.microsoft.com/office/drawing/2014/main" id="{96549FAE-DEF6-4021-A295-FD60922BA8F8}"/>
              </a:ext>
            </a:extLst>
          </p:cNvPr>
          <p:cNvSpPr>
            <a:spLocks noGrp="1"/>
          </p:cNvSpPr>
          <p:nvPr/>
        </p:nvSpPr>
        <p:spPr>
          <a:xfrm>
            <a:off x="4261560" y="64367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7" name="F2_precision_recall_distributions_6711">
            <a:extLst>
              <a:ext uri="{FF2B5EF4-FFF2-40B4-BE49-F238E27FC236}">
                <a16:creationId xmlns:a16="http://schemas.microsoft.com/office/drawing/2014/main" id="{EA3B1590-F2C3-4FAD-A665-21F0B32BA30F}"/>
              </a:ext>
            </a:extLst>
          </p:cNvPr>
          <p:cNvSpPr>
            <a:spLocks noGrp="1"/>
          </p:cNvSpPr>
          <p:nvPr/>
        </p:nvSpPr>
        <p:spPr>
          <a:xfrm>
            <a:off x="1852503" y="561174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898" name="F2_precision_recall_distributions_6712">
            <a:extLst>
              <a:ext uri="{FF2B5EF4-FFF2-40B4-BE49-F238E27FC236}">
                <a16:creationId xmlns:a16="http://schemas.microsoft.com/office/drawing/2014/main" id="{CC745E09-2D84-4200-A72B-2AB6CF10D20A}"/>
              </a:ext>
            </a:extLst>
          </p:cNvPr>
          <p:cNvSpPr>
            <a:spLocks noGrp="1"/>
          </p:cNvSpPr>
          <p:nvPr/>
        </p:nvSpPr>
        <p:spPr>
          <a:xfrm>
            <a:off x="3016462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899" name="F2_precision_recall_distributions_6713">
            <a:extLst>
              <a:ext uri="{FF2B5EF4-FFF2-40B4-BE49-F238E27FC236}">
                <a16:creationId xmlns:a16="http://schemas.microsoft.com/office/drawing/2014/main" id="{6C254147-063C-4903-AACB-A88D77E83128}"/>
              </a:ext>
            </a:extLst>
          </p:cNvPr>
          <p:cNvSpPr>
            <a:spLocks noGrp="1"/>
          </p:cNvSpPr>
          <p:nvPr/>
        </p:nvSpPr>
        <p:spPr>
          <a:xfrm>
            <a:off x="4180422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900" name="F2_precision_recall_distributions_6714">
            <a:extLst>
              <a:ext uri="{FF2B5EF4-FFF2-40B4-BE49-F238E27FC236}">
                <a16:creationId xmlns:a16="http://schemas.microsoft.com/office/drawing/2014/main" id="{DA0AD65B-DE81-4350-A26F-3E0902C3CAC9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1" name="F2_precision_recall_distributions_6715">
            <a:extLst>
              <a:ext uri="{FF2B5EF4-FFF2-40B4-BE49-F238E27FC236}">
                <a16:creationId xmlns:a16="http://schemas.microsoft.com/office/drawing/2014/main" id="{79337532-9CD7-4596-A047-923FB29B6064}"/>
              </a:ext>
            </a:extLst>
          </p:cNvPr>
          <p:cNvSpPr>
            <a:spLocks noGrp="1"/>
          </p:cNvSpPr>
          <p:nvPr/>
        </p:nvSpPr>
        <p:spPr>
          <a:xfrm>
            <a:off x="1212325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2" name="text_6716">
            <a:extLst>
              <a:ext uri="{FF2B5EF4-FFF2-40B4-BE49-F238E27FC236}">
                <a16:creationId xmlns:a16="http://schemas.microsoft.com/office/drawing/2014/main" id="{44BD019C-43E6-49BA-96B2-EEA06AA766DA}"/>
              </a:ext>
            </a:extLst>
          </p:cNvPr>
          <p:cNvSpPr>
            <a:spLocks noGrp="1"/>
          </p:cNvSpPr>
          <p:nvPr/>
        </p:nvSpPr>
        <p:spPr>
          <a:xfrm>
            <a:off x="1212325" y="540980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Precision</a:t>
            </a:r>
          </a:p>
        </p:txBody>
      </p:sp>
      <p:sp>
        <p:nvSpPr>
          <p:cNvPr id="3903" name="F2_precision_recall_distributions_6717">
            <a:extLst>
              <a:ext uri="{FF2B5EF4-FFF2-40B4-BE49-F238E27FC236}">
                <a16:creationId xmlns:a16="http://schemas.microsoft.com/office/drawing/2014/main" id="{CC72C3BE-54AB-4C13-A819-1FFA65295B18}"/>
              </a:ext>
            </a:extLst>
          </p:cNvPr>
          <p:cNvSpPr>
            <a:spLocks noGrp="1"/>
          </p:cNvSpPr>
          <p:nvPr/>
        </p:nvSpPr>
        <p:spPr>
          <a:xfrm>
            <a:off x="1824461" y="590199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904" name="F2_precision_recall_distributions_6718">
            <a:extLst>
              <a:ext uri="{FF2B5EF4-FFF2-40B4-BE49-F238E27FC236}">
                <a16:creationId xmlns:a16="http://schemas.microsoft.com/office/drawing/2014/main" id="{F5F023CD-EC1A-464B-9937-8B852D6302D7}"/>
              </a:ext>
            </a:extLst>
          </p:cNvPr>
          <p:cNvSpPr>
            <a:spLocks noGrp="1"/>
          </p:cNvSpPr>
          <p:nvPr/>
        </p:nvSpPr>
        <p:spPr>
          <a:xfrm>
            <a:off x="2988421" y="609296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905" name="F2_precision_recall_distributions_6719">
            <a:extLst>
              <a:ext uri="{FF2B5EF4-FFF2-40B4-BE49-F238E27FC236}">
                <a16:creationId xmlns:a16="http://schemas.microsoft.com/office/drawing/2014/main" id="{BE16E3C9-9C15-4620-BA26-9A742C7324DB}"/>
              </a:ext>
            </a:extLst>
          </p:cNvPr>
          <p:cNvSpPr>
            <a:spLocks noGrp="1"/>
          </p:cNvSpPr>
          <p:nvPr/>
        </p:nvSpPr>
        <p:spPr>
          <a:xfrm>
            <a:off x="4152380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906" name="F2_precision_recall_distributions_6720">
            <a:extLst>
              <a:ext uri="{FF2B5EF4-FFF2-40B4-BE49-F238E27FC236}">
                <a16:creationId xmlns:a16="http://schemas.microsoft.com/office/drawing/2014/main" id="{A16F3BAA-5136-4FA0-818F-EC98FF7AEB85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907" name="F2_precision_recall_distributions_6721">
            <a:extLst>
              <a:ext uri="{FF2B5EF4-FFF2-40B4-BE49-F238E27FC236}">
                <a16:creationId xmlns:a16="http://schemas.microsoft.com/office/drawing/2014/main" id="{2D873C6D-E5FB-45D9-9CD5-40D05798963F}"/>
              </a:ext>
            </a:extLst>
          </p:cNvPr>
          <p:cNvSpPr>
            <a:spLocks noGrp="1"/>
          </p:cNvSpPr>
          <p:nvPr/>
        </p:nvSpPr>
        <p:spPr>
          <a:xfrm>
            <a:off x="5361841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08" name="F2_precision_recall_distributions_6722">
            <a:extLst>
              <a:ext uri="{FF2B5EF4-FFF2-40B4-BE49-F238E27FC236}">
                <a16:creationId xmlns:a16="http://schemas.microsoft.com/office/drawing/2014/main" id="{9026D22A-55C4-4DA6-97A0-ABAAE06D607C}"/>
              </a:ext>
            </a:extLst>
          </p:cNvPr>
          <p:cNvSpPr>
            <a:spLocks noGrp="1"/>
          </p:cNvSpPr>
          <p:nvPr/>
        </p:nvSpPr>
        <p:spPr>
          <a:xfrm>
            <a:off x="5319567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09" name="F2_precision_recall_distributions_6723">
            <a:extLst>
              <a:ext uri="{FF2B5EF4-FFF2-40B4-BE49-F238E27FC236}">
                <a16:creationId xmlns:a16="http://schemas.microsoft.com/office/drawing/2014/main" id="{971C17F4-7C65-4354-AF49-50373E987C52}"/>
              </a:ext>
            </a:extLst>
          </p:cNvPr>
          <p:cNvSpPr>
            <a:spLocks noGrp="1"/>
          </p:cNvSpPr>
          <p:nvPr/>
        </p:nvSpPr>
        <p:spPr>
          <a:xfrm>
            <a:off x="5361841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0" name="F2_precision_recall_distributions_6724">
            <a:extLst>
              <a:ext uri="{FF2B5EF4-FFF2-40B4-BE49-F238E27FC236}">
                <a16:creationId xmlns:a16="http://schemas.microsoft.com/office/drawing/2014/main" id="{A6464718-0FDB-45B0-A071-53526B661488}"/>
              </a:ext>
            </a:extLst>
          </p:cNvPr>
          <p:cNvSpPr>
            <a:spLocks noGrp="1"/>
          </p:cNvSpPr>
          <p:nvPr/>
        </p:nvSpPr>
        <p:spPr>
          <a:xfrm>
            <a:off x="5319567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1" name="F2_precision_recall_distributions_6725">
            <a:extLst>
              <a:ext uri="{FF2B5EF4-FFF2-40B4-BE49-F238E27FC236}">
                <a16:creationId xmlns:a16="http://schemas.microsoft.com/office/drawing/2014/main" id="{E58D314C-E71B-4FCF-A397-289ABC0F23D5}"/>
              </a:ext>
            </a:extLst>
          </p:cNvPr>
          <p:cNvSpPr>
            <a:spLocks noGrp="1"/>
          </p:cNvSpPr>
          <p:nvPr/>
        </p:nvSpPr>
        <p:spPr>
          <a:xfrm>
            <a:off x="5361841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2" name="F2_precision_recall_distributions_6726">
            <a:extLst>
              <a:ext uri="{FF2B5EF4-FFF2-40B4-BE49-F238E27FC236}">
                <a16:creationId xmlns:a16="http://schemas.microsoft.com/office/drawing/2014/main" id="{F8A73796-6239-4290-8E9F-72EB3E89872C}"/>
              </a:ext>
            </a:extLst>
          </p:cNvPr>
          <p:cNvSpPr>
            <a:spLocks noGrp="1"/>
          </p:cNvSpPr>
          <p:nvPr/>
        </p:nvSpPr>
        <p:spPr>
          <a:xfrm>
            <a:off x="5319567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3" name="F2_precision_recall_distributions_6727">
            <a:extLst>
              <a:ext uri="{FF2B5EF4-FFF2-40B4-BE49-F238E27FC236}">
                <a16:creationId xmlns:a16="http://schemas.microsoft.com/office/drawing/2014/main" id="{79E5EA8E-4985-47C2-A4AF-DC4B2FDA61DE}"/>
              </a:ext>
            </a:extLst>
          </p:cNvPr>
          <p:cNvSpPr>
            <a:spLocks noGrp="1"/>
          </p:cNvSpPr>
          <p:nvPr/>
        </p:nvSpPr>
        <p:spPr>
          <a:xfrm>
            <a:off x="566447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914" name="F2_precision_recall_distributions_6728">
            <a:extLst>
              <a:ext uri="{FF2B5EF4-FFF2-40B4-BE49-F238E27FC236}">
                <a16:creationId xmlns:a16="http://schemas.microsoft.com/office/drawing/2014/main" id="{0B21EFE1-ACD6-4124-9D56-5E9EB89BB9F3}"/>
              </a:ext>
            </a:extLst>
          </p:cNvPr>
          <p:cNvSpPr>
            <a:spLocks noGrp="1"/>
          </p:cNvSpPr>
          <p:nvPr/>
        </p:nvSpPr>
        <p:spPr>
          <a:xfrm>
            <a:off x="607202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5" name="F2_precision_recall_distributions_6729">
            <a:extLst>
              <a:ext uri="{FF2B5EF4-FFF2-40B4-BE49-F238E27FC236}">
                <a16:creationId xmlns:a16="http://schemas.microsoft.com/office/drawing/2014/main" id="{96A2387F-3267-4CF4-ACB3-0E3744ECCB91}"/>
              </a:ext>
            </a:extLst>
          </p:cNvPr>
          <p:cNvSpPr>
            <a:spLocks noGrp="1"/>
          </p:cNvSpPr>
          <p:nvPr/>
        </p:nvSpPr>
        <p:spPr>
          <a:xfrm>
            <a:off x="58999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6" name="F2_precision_recall_distributions_6730">
            <a:extLst>
              <a:ext uri="{FF2B5EF4-FFF2-40B4-BE49-F238E27FC236}">
                <a16:creationId xmlns:a16="http://schemas.microsoft.com/office/drawing/2014/main" id="{7286C4AC-F83C-49C4-8EE1-4EAC70001E70}"/>
              </a:ext>
            </a:extLst>
          </p:cNvPr>
          <p:cNvSpPr>
            <a:spLocks noGrp="1"/>
          </p:cNvSpPr>
          <p:nvPr/>
        </p:nvSpPr>
        <p:spPr>
          <a:xfrm>
            <a:off x="61517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7" name="F2_precision_recall_distributions_6731">
            <a:extLst>
              <a:ext uri="{FF2B5EF4-FFF2-40B4-BE49-F238E27FC236}">
                <a16:creationId xmlns:a16="http://schemas.microsoft.com/office/drawing/2014/main" id="{FEE5BCA0-E8AD-4EE1-9C55-1EEAA86C15AF}"/>
              </a:ext>
            </a:extLst>
          </p:cNvPr>
          <p:cNvSpPr>
            <a:spLocks noGrp="1"/>
          </p:cNvSpPr>
          <p:nvPr/>
        </p:nvSpPr>
        <p:spPr>
          <a:xfrm>
            <a:off x="585142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8" name="F2_precision_recall_distributions_6732">
            <a:extLst>
              <a:ext uri="{FF2B5EF4-FFF2-40B4-BE49-F238E27FC236}">
                <a16:creationId xmlns:a16="http://schemas.microsoft.com/office/drawing/2014/main" id="{259B5641-990F-4265-983B-20E4398BE3F7}"/>
              </a:ext>
            </a:extLst>
          </p:cNvPr>
          <p:cNvSpPr>
            <a:spLocks noGrp="1"/>
          </p:cNvSpPr>
          <p:nvPr/>
        </p:nvSpPr>
        <p:spPr>
          <a:xfrm>
            <a:off x="6115218" y="59554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9" name="F2_precision_recall_distributions_6733">
            <a:extLst>
              <a:ext uri="{FF2B5EF4-FFF2-40B4-BE49-F238E27FC236}">
                <a16:creationId xmlns:a16="http://schemas.microsoft.com/office/drawing/2014/main" id="{75CC7146-1A41-4E02-900E-7AD835B8E1A8}"/>
              </a:ext>
            </a:extLst>
          </p:cNvPr>
          <p:cNvSpPr>
            <a:spLocks noGrp="1"/>
          </p:cNvSpPr>
          <p:nvPr/>
        </p:nvSpPr>
        <p:spPr>
          <a:xfrm>
            <a:off x="59044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0" name="F2_precision_recall_distributions_6734">
            <a:extLst>
              <a:ext uri="{FF2B5EF4-FFF2-40B4-BE49-F238E27FC236}">
                <a16:creationId xmlns:a16="http://schemas.microsoft.com/office/drawing/2014/main" id="{49B4ED79-1305-40EA-A21E-41173941B5F7}"/>
              </a:ext>
            </a:extLst>
          </p:cNvPr>
          <p:cNvSpPr>
            <a:spLocks noGrp="1"/>
          </p:cNvSpPr>
          <p:nvPr/>
        </p:nvSpPr>
        <p:spPr>
          <a:xfrm>
            <a:off x="60405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1" name="F2_precision_recall_distributions_6735">
            <a:extLst>
              <a:ext uri="{FF2B5EF4-FFF2-40B4-BE49-F238E27FC236}">
                <a16:creationId xmlns:a16="http://schemas.microsoft.com/office/drawing/2014/main" id="{AE7F08C3-4165-46E3-85A8-FBFDC0F82B79}"/>
              </a:ext>
            </a:extLst>
          </p:cNvPr>
          <p:cNvSpPr>
            <a:spLocks noGrp="1"/>
          </p:cNvSpPr>
          <p:nvPr/>
        </p:nvSpPr>
        <p:spPr>
          <a:xfrm>
            <a:off x="605051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2" name="F2_precision_recall_distributions_6736">
            <a:extLst>
              <a:ext uri="{FF2B5EF4-FFF2-40B4-BE49-F238E27FC236}">
                <a16:creationId xmlns:a16="http://schemas.microsoft.com/office/drawing/2014/main" id="{0D9F1D6E-99B7-4CFF-9B8C-8709E00A8DCD}"/>
              </a:ext>
            </a:extLst>
          </p:cNvPr>
          <p:cNvSpPr>
            <a:spLocks noGrp="1"/>
          </p:cNvSpPr>
          <p:nvPr/>
        </p:nvSpPr>
        <p:spPr>
          <a:xfrm>
            <a:off x="5964018" y="63902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3" name="F2_precision_recall_distributions_6737">
            <a:extLst>
              <a:ext uri="{FF2B5EF4-FFF2-40B4-BE49-F238E27FC236}">
                <a16:creationId xmlns:a16="http://schemas.microsoft.com/office/drawing/2014/main" id="{C3E429D2-7EC1-4B58-9B58-1199F0B74D93}"/>
              </a:ext>
            </a:extLst>
          </p:cNvPr>
          <p:cNvSpPr>
            <a:spLocks noGrp="1"/>
          </p:cNvSpPr>
          <p:nvPr/>
        </p:nvSpPr>
        <p:spPr>
          <a:xfrm>
            <a:off x="61603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4" name="F2_precision_recall_distributions_6738">
            <a:extLst>
              <a:ext uri="{FF2B5EF4-FFF2-40B4-BE49-F238E27FC236}">
                <a16:creationId xmlns:a16="http://schemas.microsoft.com/office/drawing/2014/main" id="{DE6A6BEF-F7AB-465F-8BD1-431702E55A23}"/>
              </a:ext>
            </a:extLst>
          </p:cNvPr>
          <p:cNvSpPr>
            <a:spLocks noGrp="1"/>
          </p:cNvSpPr>
          <p:nvPr/>
        </p:nvSpPr>
        <p:spPr>
          <a:xfrm>
            <a:off x="5861841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5" name="F2_precision_recall_distributions_6739">
            <a:extLst>
              <a:ext uri="{FF2B5EF4-FFF2-40B4-BE49-F238E27FC236}">
                <a16:creationId xmlns:a16="http://schemas.microsoft.com/office/drawing/2014/main" id="{1D4D1F01-FF0F-4E2C-B7F4-6E6321B42639}"/>
              </a:ext>
            </a:extLst>
          </p:cNvPr>
          <p:cNvSpPr>
            <a:spLocks noGrp="1"/>
          </p:cNvSpPr>
          <p:nvPr/>
        </p:nvSpPr>
        <p:spPr>
          <a:xfrm>
            <a:off x="599306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6" name="F2_precision_recall_distributions_6740">
            <a:extLst>
              <a:ext uri="{FF2B5EF4-FFF2-40B4-BE49-F238E27FC236}">
                <a16:creationId xmlns:a16="http://schemas.microsoft.com/office/drawing/2014/main" id="{06B5D263-4D46-4CBB-8A97-17B1EE43CA9D}"/>
              </a:ext>
            </a:extLst>
          </p:cNvPr>
          <p:cNvSpPr>
            <a:spLocks noGrp="1"/>
          </p:cNvSpPr>
          <p:nvPr/>
        </p:nvSpPr>
        <p:spPr>
          <a:xfrm>
            <a:off x="5966756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7" name="F2_precision_recall_distributions_6741">
            <a:extLst>
              <a:ext uri="{FF2B5EF4-FFF2-40B4-BE49-F238E27FC236}">
                <a16:creationId xmlns:a16="http://schemas.microsoft.com/office/drawing/2014/main" id="{55227131-CB6B-45C9-BEE5-755477E06307}"/>
              </a:ext>
            </a:extLst>
          </p:cNvPr>
          <p:cNvSpPr>
            <a:spLocks noGrp="1"/>
          </p:cNvSpPr>
          <p:nvPr/>
        </p:nvSpPr>
        <p:spPr>
          <a:xfrm>
            <a:off x="5939433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8" name="F2_precision_recall_distributions_6742">
            <a:extLst>
              <a:ext uri="{FF2B5EF4-FFF2-40B4-BE49-F238E27FC236}">
                <a16:creationId xmlns:a16="http://schemas.microsoft.com/office/drawing/2014/main" id="{4B5C25DE-6346-4C8D-8574-D496202BB33A}"/>
              </a:ext>
            </a:extLst>
          </p:cNvPr>
          <p:cNvSpPr>
            <a:spLocks noGrp="1"/>
          </p:cNvSpPr>
          <p:nvPr/>
        </p:nvSpPr>
        <p:spPr>
          <a:xfrm>
            <a:off x="591406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9" name="F2_precision_recall_distributions_6743">
            <a:extLst>
              <a:ext uri="{FF2B5EF4-FFF2-40B4-BE49-F238E27FC236}">
                <a16:creationId xmlns:a16="http://schemas.microsoft.com/office/drawing/2014/main" id="{21C371C6-7695-4BAB-BFD0-5F203AF15147}"/>
              </a:ext>
            </a:extLst>
          </p:cNvPr>
          <p:cNvSpPr>
            <a:spLocks noGrp="1"/>
          </p:cNvSpPr>
          <p:nvPr/>
        </p:nvSpPr>
        <p:spPr>
          <a:xfrm>
            <a:off x="594758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0" name="F2_precision_recall_distributions_6744">
            <a:extLst>
              <a:ext uri="{FF2B5EF4-FFF2-40B4-BE49-F238E27FC236}">
                <a16:creationId xmlns:a16="http://schemas.microsoft.com/office/drawing/2014/main" id="{E10940E0-2EEA-4B02-A827-0D55B9F619A0}"/>
              </a:ext>
            </a:extLst>
          </p:cNvPr>
          <p:cNvSpPr>
            <a:spLocks noGrp="1"/>
          </p:cNvSpPr>
          <p:nvPr/>
        </p:nvSpPr>
        <p:spPr>
          <a:xfrm>
            <a:off x="586980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1" name="F2_precision_recall_distributions_6745">
            <a:extLst>
              <a:ext uri="{FF2B5EF4-FFF2-40B4-BE49-F238E27FC236}">
                <a16:creationId xmlns:a16="http://schemas.microsoft.com/office/drawing/2014/main" id="{1F5A34D1-02EE-43ED-9167-9631FE85BEF1}"/>
              </a:ext>
            </a:extLst>
          </p:cNvPr>
          <p:cNvSpPr>
            <a:spLocks noGrp="1"/>
          </p:cNvSpPr>
          <p:nvPr/>
        </p:nvSpPr>
        <p:spPr>
          <a:xfrm>
            <a:off x="593519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2" name="F2_precision_recall_distributions_6746">
            <a:extLst>
              <a:ext uri="{FF2B5EF4-FFF2-40B4-BE49-F238E27FC236}">
                <a16:creationId xmlns:a16="http://schemas.microsoft.com/office/drawing/2014/main" id="{181A7FA8-18A8-4876-B94F-4191C42BDED9}"/>
              </a:ext>
            </a:extLst>
          </p:cNvPr>
          <p:cNvSpPr>
            <a:spLocks noGrp="1"/>
          </p:cNvSpPr>
          <p:nvPr/>
        </p:nvSpPr>
        <p:spPr>
          <a:xfrm>
            <a:off x="6067534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3" name="F2_precision_recall_distributions_6747">
            <a:extLst>
              <a:ext uri="{FF2B5EF4-FFF2-40B4-BE49-F238E27FC236}">
                <a16:creationId xmlns:a16="http://schemas.microsoft.com/office/drawing/2014/main" id="{224703F4-C21C-4DE9-A3D9-B2EAF6E857C8}"/>
              </a:ext>
            </a:extLst>
          </p:cNvPr>
          <p:cNvSpPr>
            <a:spLocks noGrp="1"/>
          </p:cNvSpPr>
          <p:nvPr/>
        </p:nvSpPr>
        <p:spPr>
          <a:xfrm>
            <a:off x="5990168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4" name="F2_precision_recall_distributions_6748">
            <a:extLst>
              <a:ext uri="{FF2B5EF4-FFF2-40B4-BE49-F238E27FC236}">
                <a16:creationId xmlns:a16="http://schemas.microsoft.com/office/drawing/2014/main" id="{5781F0EB-3B27-46A8-B539-4DD1C0985963}"/>
              </a:ext>
            </a:extLst>
          </p:cNvPr>
          <p:cNvSpPr>
            <a:spLocks noGrp="1"/>
          </p:cNvSpPr>
          <p:nvPr/>
        </p:nvSpPr>
        <p:spPr>
          <a:xfrm>
            <a:off x="5829565" y="6305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5" name="F2_precision_recall_distributions_6749">
            <a:extLst>
              <a:ext uri="{FF2B5EF4-FFF2-40B4-BE49-F238E27FC236}">
                <a16:creationId xmlns:a16="http://schemas.microsoft.com/office/drawing/2014/main" id="{3E981FDC-E587-48D2-9DA3-EABA9D779D57}"/>
              </a:ext>
            </a:extLst>
          </p:cNvPr>
          <p:cNvSpPr>
            <a:spLocks noGrp="1"/>
          </p:cNvSpPr>
          <p:nvPr/>
        </p:nvSpPr>
        <p:spPr>
          <a:xfrm>
            <a:off x="58030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6" name="F2_precision_recall_distributions_6750">
            <a:extLst>
              <a:ext uri="{FF2B5EF4-FFF2-40B4-BE49-F238E27FC236}">
                <a16:creationId xmlns:a16="http://schemas.microsoft.com/office/drawing/2014/main" id="{C013DF24-D8D7-4E0F-912D-DCB2AFBC99A4}"/>
              </a:ext>
            </a:extLst>
          </p:cNvPr>
          <p:cNvSpPr>
            <a:spLocks noGrp="1"/>
          </p:cNvSpPr>
          <p:nvPr/>
        </p:nvSpPr>
        <p:spPr>
          <a:xfrm>
            <a:off x="611595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7" name="F2_precision_recall_distributions_6751">
            <a:extLst>
              <a:ext uri="{FF2B5EF4-FFF2-40B4-BE49-F238E27FC236}">
                <a16:creationId xmlns:a16="http://schemas.microsoft.com/office/drawing/2014/main" id="{B624ED59-22B5-4093-9257-8D14A514E9EE}"/>
              </a:ext>
            </a:extLst>
          </p:cNvPr>
          <p:cNvSpPr>
            <a:spLocks noGrp="1"/>
          </p:cNvSpPr>
          <p:nvPr/>
        </p:nvSpPr>
        <p:spPr>
          <a:xfrm>
            <a:off x="5872923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8" name="F2_precision_recall_distributions_6752">
            <a:extLst>
              <a:ext uri="{FF2B5EF4-FFF2-40B4-BE49-F238E27FC236}">
                <a16:creationId xmlns:a16="http://schemas.microsoft.com/office/drawing/2014/main" id="{5B8CDA8C-1C32-4ABE-9DC2-E16E363806C7}"/>
              </a:ext>
            </a:extLst>
          </p:cNvPr>
          <p:cNvSpPr>
            <a:spLocks noGrp="1"/>
          </p:cNvSpPr>
          <p:nvPr/>
        </p:nvSpPr>
        <p:spPr>
          <a:xfrm>
            <a:off x="6050106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9" name="F2_precision_recall_distributions_6753">
            <a:extLst>
              <a:ext uri="{FF2B5EF4-FFF2-40B4-BE49-F238E27FC236}">
                <a16:creationId xmlns:a16="http://schemas.microsoft.com/office/drawing/2014/main" id="{C2C736B3-150E-4AFA-B9C0-95A69B145A3E}"/>
              </a:ext>
            </a:extLst>
          </p:cNvPr>
          <p:cNvSpPr>
            <a:spLocks noGrp="1"/>
          </p:cNvSpPr>
          <p:nvPr/>
        </p:nvSpPr>
        <p:spPr>
          <a:xfrm>
            <a:off x="590414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0" name="F2_precision_recall_distributions_6754">
            <a:extLst>
              <a:ext uri="{FF2B5EF4-FFF2-40B4-BE49-F238E27FC236}">
                <a16:creationId xmlns:a16="http://schemas.microsoft.com/office/drawing/2014/main" id="{395858C6-5531-4943-841C-18DC9D2E1DAC}"/>
              </a:ext>
            </a:extLst>
          </p:cNvPr>
          <p:cNvSpPr>
            <a:spLocks noGrp="1"/>
          </p:cNvSpPr>
          <p:nvPr/>
        </p:nvSpPr>
        <p:spPr>
          <a:xfrm>
            <a:off x="582528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1" name="F2_precision_recall_distributions_6755">
            <a:extLst>
              <a:ext uri="{FF2B5EF4-FFF2-40B4-BE49-F238E27FC236}">
                <a16:creationId xmlns:a16="http://schemas.microsoft.com/office/drawing/2014/main" id="{3BABFF11-A20E-4FC6-A9FA-43BA445BB1E9}"/>
              </a:ext>
            </a:extLst>
          </p:cNvPr>
          <p:cNvSpPr>
            <a:spLocks noGrp="1"/>
          </p:cNvSpPr>
          <p:nvPr/>
        </p:nvSpPr>
        <p:spPr>
          <a:xfrm>
            <a:off x="58246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2" name="F2_precision_recall_distributions_6756">
            <a:extLst>
              <a:ext uri="{FF2B5EF4-FFF2-40B4-BE49-F238E27FC236}">
                <a16:creationId xmlns:a16="http://schemas.microsoft.com/office/drawing/2014/main" id="{CB4AFB09-2123-4E37-BE52-403F204FF271}"/>
              </a:ext>
            </a:extLst>
          </p:cNvPr>
          <p:cNvSpPr>
            <a:spLocks noGrp="1"/>
          </p:cNvSpPr>
          <p:nvPr/>
        </p:nvSpPr>
        <p:spPr>
          <a:xfrm>
            <a:off x="6126272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3" name="F2_precision_recall_distributions_6757">
            <a:extLst>
              <a:ext uri="{FF2B5EF4-FFF2-40B4-BE49-F238E27FC236}">
                <a16:creationId xmlns:a16="http://schemas.microsoft.com/office/drawing/2014/main" id="{C1C01B6A-E247-4369-A0E5-0288BC4CFF3C}"/>
              </a:ext>
            </a:extLst>
          </p:cNvPr>
          <p:cNvSpPr>
            <a:spLocks noGrp="1"/>
          </p:cNvSpPr>
          <p:nvPr/>
        </p:nvSpPr>
        <p:spPr>
          <a:xfrm>
            <a:off x="580491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4" name="F2_precision_recall_distributions_6758">
            <a:extLst>
              <a:ext uri="{FF2B5EF4-FFF2-40B4-BE49-F238E27FC236}">
                <a16:creationId xmlns:a16="http://schemas.microsoft.com/office/drawing/2014/main" id="{E87ADEFA-C5F2-421D-B8AA-6513427254D8}"/>
              </a:ext>
            </a:extLst>
          </p:cNvPr>
          <p:cNvSpPr>
            <a:spLocks noGrp="1"/>
          </p:cNvSpPr>
          <p:nvPr/>
        </p:nvSpPr>
        <p:spPr>
          <a:xfrm>
            <a:off x="58374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5" name="F2_precision_recall_distributions_6759">
            <a:extLst>
              <a:ext uri="{FF2B5EF4-FFF2-40B4-BE49-F238E27FC236}">
                <a16:creationId xmlns:a16="http://schemas.microsoft.com/office/drawing/2014/main" id="{68C68D61-A191-4798-8872-54D9FE3125D9}"/>
              </a:ext>
            </a:extLst>
          </p:cNvPr>
          <p:cNvSpPr>
            <a:spLocks noGrp="1"/>
          </p:cNvSpPr>
          <p:nvPr/>
        </p:nvSpPr>
        <p:spPr>
          <a:xfrm>
            <a:off x="60459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6" name="F2_precision_recall_distributions_6760">
            <a:extLst>
              <a:ext uri="{FF2B5EF4-FFF2-40B4-BE49-F238E27FC236}">
                <a16:creationId xmlns:a16="http://schemas.microsoft.com/office/drawing/2014/main" id="{EF3E347D-BCBA-4535-9666-1CA94E4FA0C3}"/>
              </a:ext>
            </a:extLst>
          </p:cNvPr>
          <p:cNvSpPr>
            <a:spLocks noGrp="1"/>
          </p:cNvSpPr>
          <p:nvPr/>
        </p:nvSpPr>
        <p:spPr>
          <a:xfrm>
            <a:off x="581435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7" name="F2_precision_recall_distributions_6761">
            <a:extLst>
              <a:ext uri="{FF2B5EF4-FFF2-40B4-BE49-F238E27FC236}">
                <a16:creationId xmlns:a16="http://schemas.microsoft.com/office/drawing/2014/main" id="{C607DB0B-BA1D-4921-B5A8-A13579EA52F4}"/>
              </a:ext>
            </a:extLst>
          </p:cNvPr>
          <p:cNvSpPr>
            <a:spLocks noGrp="1"/>
          </p:cNvSpPr>
          <p:nvPr/>
        </p:nvSpPr>
        <p:spPr>
          <a:xfrm>
            <a:off x="60507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8" name="F2_precision_recall_distributions_6762">
            <a:extLst>
              <a:ext uri="{FF2B5EF4-FFF2-40B4-BE49-F238E27FC236}">
                <a16:creationId xmlns:a16="http://schemas.microsoft.com/office/drawing/2014/main" id="{75B820C7-7887-4619-A922-338633A2AA20}"/>
              </a:ext>
            </a:extLst>
          </p:cNvPr>
          <p:cNvSpPr>
            <a:spLocks noGrp="1"/>
          </p:cNvSpPr>
          <p:nvPr/>
        </p:nvSpPr>
        <p:spPr>
          <a:xfrm>
            <a:off x="61448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9" name="F2_precision_recall_distributions_6763">
            <a:extLst>
              <a:ext uri="{FF2B5EF4-FFF2-40B4-BE49-F238E27FC236}">
                <a16:creationId xmlns:a16="http://schemas.microsoft.com/office/drawing/2014/main" id="{6EB3712C-CD07-4B76-847E-DAE5EFF1F3A7}"/>
              </a:ext>
            </a:extLst>
          </p:cNvPr>
          <p:cNvSpPr>
            <a:spLocks noGrp="1"/>
          </p:cNvSpPr>
          <p:nvPr/>
        </p:nvSpPr>
        <p:spPr>
          <a:xfrm>
            <a:off x="606540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0" name="F2_precision_recall_distributions_6764">
            <a:extLst>
              <a:ext uri="{FF2B5EF4-FFF2-40B4-BE49-F238E27FC236}">
                <a16:creationId xmlns:a16="http://schemas.microsoft.com/office/drawing/2014/main" id="{6CA64894-8A20-4E65-8296-F1751E9DF256}"/>
              </a:ext>
            </a:extLst>
          </p:cNvPr>
          <p:cNvSpPr>
            <a:spLocks noGrp="1"/>
          </p:cNvSpPr>
          <p:nvPr/>
        </p:nvSpPr>
        <p:spPr>
          <a:xfrm>
            <a:off x="60267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1" name="F2_precision_recall_distributions_6765">
            <a:extLst>
              <a:ext uri="{FF2B5EF4-FFF2-40B4-BE49-F238E27FC236}">
                <a16:creationId xmlns:a16="http://schemas.microsoft.com/office/drawing/2014/main" id="{C9AB00BA-53F5-411D-8DBE-BAEA310D7961}"/>
              </a:ext>
            </a:extLst>
          </p:cNvPr>
          <p:cNvSpPr>
            <a:spLocks noGrp="1"/>
          </p:cNvSpPr>
          <p:nvPr/>
        </p:nvSpPr>
        <p:spPr>
          <a:xfrm>
            <a:off x="59256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2" name="F2_precision_recall_distributions_6766">
            <a:extLst>
              <a:ext uri="{FF2B5EF4-FFF2-40B4-BE49-F238E27FC236}">
                <a16:creationId xmlns:a16="http://schemas.microsoft.com/office/drawing/2014/main" id="{F8A28018-229D-4A89-80F0-0DBCD7BCA4DC}"/>
              </a:ext>
            </a:extLst>
          </p:cNvPr>
          <p:cNvSpPr>
            <a:spLocks noGrp="1"/>
          </p:cNvSpPr>
          <p:nvPr/>
        </p:nvSpPr>
        <p:spPr>
          <a:xfrm>
            <a:off x="5886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3" name="F2_precision_recall_distributions_6767">
            <a:extLst>
              <a:ext uri="{FF2B5EF4-FFF2-40B4-BE49-F238E27FC236}">
                <a16:creationId xmlns:a16="http://schemas.microsoft.com/office/drawing/2014/main" id="{12BC9213-63A6-4D55-A12A-9E0C4AE528AE}"/>
              </a:ext>
            </a:extLst>
          </p:cNvPr>
          <p:cNvSpPr>
            <a:spLocks noGrp="1"/>
          </p:cNvSpPr>
          <p:nvPr/>
        </p:nvSpPr>
        <p:spPr>
          <a:xfrm>
            <a:off x="595822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4" name="F2_precision_recall_distributions_6768">
            <a:extLst>
              <a:ext uri="{FF2B5EF4-FFF2-40B4-BE49-F238E27FC236}">
                <a16:creationId xmlns:a16="http://schemas.microsoft.com/office/drawing/2014/main" id="{BC22F3C1-5877-440C-9683-60F4889F2831}"/>
              </a:ext>
            </a:extLst>
          </p:cNvPr>
          <p:cNvSpPr>
            <a:spLocks noGrp="1"/>
          </p:cNvSpPr>
          <p:nvPr/>
        </p:nvSpPr>
        <p:spPr>
          <a:xfrm>
            <a:off x="611189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5" name="F2_precision_recall_distributions_6769">
            <a:extLst>
              <a:ext uri="{FF2B5EF4-FFF2-40B4-BE49-F238E27FC236}">
                <a16:creationId xmlns:a16="http://schemas.microsoft.com/office/drawing/2014/main" id="{B397DDAC-9CC1-436A-A3C9-3717D04756C1}"/>
              </a:ext>
            </a:extLst>
          </p:cNvPr>
          <p:cNvSpPr>
            <a:spLocks noGrp="1"/>
          </p:cNvSpPr>
          <p:nvPr/>
        </p:nvSpPr>
        <p:spPr>
          <a:xfrm>
            <a:off x="602658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6" name="F2_precision_recall_distributions_6770">
            <a:extLst>
              <a:ext uri="{FF2B5EF4-FFF2-40B4-BE49-F238E27FC236}">
                <a16:creationId xmlns:a16="http://schemas.microsoft.com/office/drawing/2014/main" id="{20E7218E-780C-4917-A3BD-94CE3D18C748}"/>
              </a:ext>
            </a:extLst>
          </p:cNvPr>
          <p:cNvSpPr>
            <a:spLocks noGrp="1"/>
          </p:cNvSpPr>
          <p:nvPr/>
        </p:nvSpPr>
        <p:spPr>
          <a:xfrm>
            <a:off x="61674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7" name="F2_precision_recall_distributions_6771">
            <a:extLst>
              <a:ext uri="{FF2B5EF4-FFF2-40B4-BE49-F238E27FC236}">
                <a16:creationId xmlns:a16="http://schemas.microsoft.com/office/drawing/2014/main" id="{D37AFE55-8AD7-41C1-94AB-422B3639075E}"/>
              </a:ext>
            </a:extLst>
          </p:cNvPr>
          <p:cNvSpPr>
            <a:spLocks noGrp="1"/>
          </p:cNvSpPr>
          <p:nvPr/>
        </p:nvSpPr>
        <p:spPr>
          <a:xfrm>
            <a:off x="60842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8" name="F2_precision_recall_distributions_6772">
            <a:extLst>
              <a:ext uri="{FF2B5EF4-FFF2-40B4-BE49-F238E27FC236}">
                <a16:creationId xmlns:a16="http://schemas.microsoft.com/office/drawing/2014/main" id="{20B7271E-948D-4B3B-A1CA-D7FDBA4A3432}"/>
              </a:ext>
            </a:extLst>
          </p:cNvPr>
          <p:cNvSpPr>
            <a:spLocks noGrp="1"/>
          </p:cNvSpPr>
          <p:nvPr/>
        </p:nvSpPr>
        <p:spPr>
          <a:xfrm>
            <a:off x="60397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9" name="F2_precision_recall_distributions_6773">
            <a:extLst>
              <a:ext uri="{FF2B5EF4-FFF2-40B4-BE49-F238E27FC236}">
                <a16:creationId xmlns:a16="http://schemas.microsoft.com/office/drawing/2014/main" id="{82BAD335-5784-4D30-BCC3-A162457E0669}"/>
              </a:ext>
            </a:extLst>
          </p:cNvPr>
          <p:cNvSpPr>
            <a:spLocks noGrp="1"/>
          </p:cNvSpPr>
          <p:nvPr/>
        </p:nvSpPr>
        <p:spPr>
          <a:xfrm>
            <a:off x="58859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0" name="F2_precision_recall_distributions_6774">
            <a:extLst>
              <a:ext uri="{FF2B5EF4-FFF2-40B4-BE49-F238E27FC236}">
                <a16:creationId xmlns:a16="http://schemas.microsoft.com/office/drawing/2014/main" id="{4643D5FE-F2D9-482F-82AD-37D8C9CB13CA}"/>
              </a:ext>
            </a:extLst>
          </p:cNvPr>
          <p:cNvSpPr>
            <a:spLocks noGrp="1"/>
          </p:cNvSpPr>
          <p:nvPr/>
        </p:nvSpPr>
        <p:spPr>
          <a:xfrm>
            <a:off x="596828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1" name="F2_precision_recall_distributions_6775">
            <a:extLst>
              <a:ext uri="{FF2B5EF4-FFF2-40B4-BE49-F238E27FC236}">
                <a16:creationId xmlns:a16="http://schemas.microsoft.com/office/drawing/2014/main" id="{2DAB09D3-55FC-4D4C-9B82-007F02F3D04E}"/>
              </a:ext>
            </a:extLst>
          </p:cNvPr>
          <p:cNvSpPr>
            <a:spLocks noGrp="1"/>
          </p:cNvSpPr>
          <p:nvPr/>
        </p:nvSpPr>
        <p:spPr>
          <a:xfrm>
            <a:off x="60713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2" name="F2_precision_recall_distributions_6776">
            <a:extLst>
              <a:ext uri="{FF2B5EF4-FFF2-40B4-BE49-F238E27FC236}">
                <a16:creationId xmlns:a16="http://schemas.microsoft.com/office/drawing/2014/main" id="{79820AFE-2680-46DA-8B17-07C6C6089ABE}"/>
              </a:ext>
            </a:extLst>
          </p:cNvPr>
          <p:cNvSpPr>
            <a:spLocks noGrp="1"/>
          </p:cNvSpPr>
          <p:nvPr/>
        </p:nvSpPr>
        <p:spPr>
          <a:xfrm>
            <a:off x="591242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3" name="F2_precision_recall_distributions_6777">
            <a:extLst>
              <a:ext uri="{FF2B5EF4-FFF2-40B4-BE49-F238E27FC236}">
                <a16:creationId xmlns:a16="http://schemas.microsoft.com/office/drawing/2014/main" id="{6AAB84E6-D5F0-4711-BDA9-DD838AA36061}"/>
              </a:ext>
            </a:extLst>
          </p:cNvPr>
          <p:cNvSpPr>
            <a:spLocks noGrp="1"/>
          </p:cNvSpPr>
          <p:nvPr/>
        </p:nvSpPr>
        <p:spPr>
          <a:xfrm>
            <a:off x="6050764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4" name="F2_precision_recall_distributions_6778">
            <a:extLst>
              <a:ext uri="{FF2B5EF4-FFF2-40B4-BE49-F238E27FC236}">
                <a16:creationId xmlns:a16="http://schemas.microsoft.com/office/drawing/2014/main" id="{7B79C558-DB35-472D-A534-CA96DC29178B}"/>
              </a:ext>
            </a:extLst>
          </p:cNvPr>
          <p:cNvSpPr>
            <a:spLocks noGrp="1"/>
          </p:cNvSpPr>
          <p:nvPr/>
        </p:nvSpPr>
        <p:spPr>
          <a:xfrm>
            <a:off x="60181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5" name="F2_precision_recall_distributions_6779">
            <a:extLst>
              <a:ext uri="{FF2B5EF4-FFF2-40B4-BE49-F238E27FC236}">
                <a16:creationId xmlns:a16="http://schemas.microsoft.com/office/drawing/2014/main" id="{E6ED97C6-CF1B-4781-AB64-6A82F5BB1C29}"/>
              </a:ext>
            </a:extLst>
          </p:cNvPr>
          <p:cNvSpPr>
            <a:spLocks noGrp="1"/>
          </p:cNvSpPr>
          <p:nvPr/>
        </p:nvSpPr>
        <p:spPr>
          <a:xfrm>
            <a:off x="60709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6" name="F2_precision_recall_distributions_6780">
            <a:extLst>
              <a:ext uri="{FF2B5EF4-FFF2-40B4-BE49-F238E27FC236}">
                <a16:creationId xmlns:a16="http://schemas.microsoft.com/office/drawing/2014/main" id="{3DC24DA9-73B4-4CE8-BF63-9621FF46D7F6}"/>
              </a:ext>
            </a:extLst>
          </p:cNvPr>
          <p:cNvSpPr>
            <a:spLocks noGrp="1"/>
          </p:cNvSpPr>
          <p:nvPr/>
        </p:nvSpPr>
        <p:spPr>
          <a:xfrm>
            <a:off x="5988942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7" name="F2_precision_recall_distributions_6781">
            <a:extLst>
              <a:ext uri="{FF2B5EF4-FFF2-40B4-BE49-F238E27FC236}">
                <a16:creationId xmlns:a16="http://schemas.microsoft.com/office/drawing/2014/main" id="{1D37AE98-13E6-4F5B-87FB-91ADC520A8BA}"/>
              </a:ext>
            </a:extLst>
          </p:cNvPr>
          <p:cNvSpPr>
            <a:spLocks noGrp="1"/>
          </p:cNvSpPr>
          <p:nvPr/>
        </p:nvSpPr>
        <p:spPr>
          <a:xfrm>
            <a:off x="5942390" y="62187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8" name="F2_precision_recall_distributions_6782">
            <a:extLst>
              <a:ext uri="{FF2B5EF4-FFF2-40B4-BE49-F238E27FC236}">
                <a16:creationId xmlns:a16="http://schemas.microsoft.com/office/drawing/2014/main" id="{79D3B7CD-BA87-420E-9A6F-960C6A4F4B4A}"/>
              </a:ext>
            </a:extLst>
          </p:cNvPr>
          <p:cNvSpPr>
            <a:spLocks noGrp="1"/>
          </p:cNvSpPr>
          <p:nvPr/>
        </p:nvSpPr>
        <p:spPr>
          <a:xfrm>
            <a:off x="6042859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9" name="F2_precision_recall_distributions_6783">
            <a:extLst>
              <a:ext uri="{FF2B5EF4-FFF2-40B4-BE49-F238E27FC236}">
                <a16:creationId xmlns:a16="http://schemas.microsoft.com/office/drawing/2014/main" id="{834943DC-A256-425F-8B54-DDF5B64CA2EB}"/>
              </a:ext>
            </a:extLst>
          </p:cNvPr>
          <p:cNvSpPr>
            <a:spLocks noGrp="1"/>
          </p:cNvSpPr>
          <p:nvPr/>
        </p:nvSpPr>
        <p:spPr>
          <a:xfrm>
            <a:off x="61627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0" name="F2_precision_recall_distributions_6784">
            <a:extLst>
              <a:ext uri="{FF2B5EF4-FFF2-40B4-BE49-F238E27FC236}">
                <a16:creationId xmlns:a16="http://schemas.microsoft.com/office/drawing/2014/main" id="{62F64479-90B4-44C0-833B-170F61536844}"/>
              </a:ext>
            </a:extLst>
          </p:cNvPr>
          <p:cNvSpPr>
            <a:spLocks noGrp="1"/>
          </p:cNvSpPr>
          <p:nvPr/>
        </p:nvSpPr>
        <p:spPr>
          <a:xfrm>
            <a:off x="5983693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1" name="F2_precision_recall_distributions_6785">
            <a:extLst>
              <a:ext uri="{FF2B5EF4-FFF2-40B4-BE49-F238E27FC236}">
                <a16:creationId xmlns:a16="http://schemas.microsoft.com/office/drawing/2014/main" id="{2E7F8EBE-79C3-4B3E-875A-4005AAED716F}"/>
              </a:ext>
            </a:extLst>
          </p:cNvPr>
          <p:cNvSpPr>
            <a:spLocks noGrp="1"/>
          </p:cNvSpPr>
          <p:nvPr/>
        </p:nvSpPr>
        <p:spPr>
          <a:xfrm>
            <a:off x="601734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2" name="F2_precision_recall_distributions_6786">
            <a:extLst>
              <a:ext uri="{FF2B5EF4-FFF2-40B4-BE49-F238E27FC236}">
                <a16:creationId xmlns:a16="http://schemas.microsoft.com/office/drawing/2014/main" id="{688D65C3-AB14-4F43-A3B3-04E3E0B8A1C2}"/>
              </a:ext>
            </a:extLst>
          </p:cNvPr>
          <p:cNvSpPr>
            <a:spLocks noGrp="1"/>
          </p:cNvSpPr>
          <p:nvPr/>
        </p:nvSpPr>
        <p:spPr>
          <a:xfrm>
            <a:off x="6090968" y="6422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3" name="F2_precision_recall_distributions_6787">
            <a:extLst>
              <a:ext uri="{FF2B5EF4-FFF2-40B4-BE49-F238E27FC236}">
                <a16:creationId xmlns:a16="http://schemas.microsoft.com/office/drawing/2014/main" id="{F841BB90-CD7B-46FA-AAAA-F5C7EEE2A870}"/>
              </a:ext>
            </a:extLst>
          </p:cNvPr>
          <p:cNvSpPr>
            <a:spLocks noGrp="1"/>
          </p:cNvSpPr>
          <p:nvPr/>
        </p:nvSpPr>
        <p:spPr>
          <a:xfrm>
            <a:off x="601270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4" name="F2_precision_recall_distributions_6788">
            <a:extLst>
              <a:ext uri="{FF2B5EF4-FFF2-40B4-BE49-F238E27FC236}">
                <a16:creationId xmlns:a16="http://schemas.microsoft.com/office/drawing/2014/main" id="{83846B03-DEF2-40D5-8B22-FACBEB6E5BDE}"/>
              </a:ext>
            </a:extLst>
          </p:cNvPr>
          <p:cNvSpPr>
            <a:spLocks noGrp="1"/>
          </p:cNvSpPr>
          <p:nvPr/>
        </p:nvSpPr>
        <p:spPr>
          <a:xfrm>
            <a:off x="607519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5" name="F2_precision_recall_distributions_6789">
            <a:extLst>
              <a:ext uri="{FF2B5EF4-FFF2-40B4-BE49-F238E27FC236}">
                <a16:creationId xmlns:a16="http://schemas.microsoft.com/office/drawing/2014/main" id="{C17CFA4F-E17E-4AD6-AB45-E8F3DAB0A712}"/>
              </a:ext>
            </a:extLst>
          </p:cNvPr>
          <p:cNvSpPr>
            <a:spLocks noGrp="1"/>
          </p:cNvSpPr>
          <p:nvPr/>
        </p:nvSpPr>
        <p:spPr>
          <a:xfrm>
            <a:off x="59661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6" name="F2_precision_recall_distributions_6790">
            <a:extLst>
              <a:ext uri="{FF2B5EF4-FFF2-40B4-BE49-F238E27FC236}">
                <a16:creationId xmlns:a16="http://schemas.microsoft.com/office/drawing/2014/main" id="{80BC3041-6A47-43D1-B004-F624F836B008}"/>
              </a:ext>
            </a:extLst>
          </p:cNvPr>
          <p:cNvSpPr>
            <a:spLocks noGrp="1"/>
          </p:cNvSpPr>
          <p:nvPr/>
        </p:nvSpPr>
        <p:spPr>
          <a:xfrm>
            <a:off x="59891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7" name="F2_precision_recall_distributions_6791">
            <a:extLst>
              <a:ext uri="{FF2B5EF4-FFF2-40B4-BE49-F238E27FC236}">
                <a16:creationId xmlns:a16="http://schemas.microsoft.com/office/drawing/2014/main" id="{FDE4536F-AE93-4EF4-9D6B-1FA6B85084E8}"/>
              </a:ext>
            </a:extLst>
          </p:cNvPr>
          <p:cNvSpPr>
            <a:spLocks noGrp="1"/>
          </p:cNvSpPr>
          <p:nvPr/>
        </p:nvSpPr>
        <p:spPr>
          <a:xfrm>
            <a:off x="61210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8" name="F2_precision_recall_distributions_6792">
            <a:extLst>
              <a:ext uri="{FF2B5EF4-FFF2-40B4-BE49-F238E27FC236}">
                <a16:creationId xmlns:a16="http://schemas.microsoft.com/office/drawing/2014/main" id="{49C061AA-66DE-442D-8AA6-6EBEA73CA3E7}"/>
              </a:ext>
            </a:extLst>
          </p:cNvPr>
          <p:cNvSpPr>
            <a:spLocks noGrp="1"/>
          </p:cNvSpPr>
          <p:nvPr/>
        </p:nvSpPr>
        <p:spPr>
          <a:xfrm>
            <a:off x="61499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9" name="F2_precision_recall_distributions_6793">
            <a:extLst>
              <a:ext uri="{FF2B5EF4-FFF2-40B4-BE49-F238E27FC236}">
                <a16:creationId xmlns:a16="http://schemas.microsoft.com/office/drawing/2014/main" id="{77327B3F-7E0A-46D1-8B4F-268673A0D8E2}"/>
              </a:ext>
            </a:extLst>
          </p:cNvPr>
          <p:cNvSpPr>
            <a:spLocks noGrp="1"/>
          </p:cNvSpPr>
          <p:nvPr/>
        </p:nvSpPr>
        <p:spPr>
          <a:xfrm>
            <a:off x="611862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0" name="F2_precision_recall_distributions_6794">
            <a:extLst>
              <a:ext uri="{FF2B5EF4-FFF2-40B4-BE49-F238E27FC236}">
                <a16:creationId xmlns:a16="http://schemas.microsoft.com/office/drawing/2014/main" id="{402C1051-80EA-4522-B653-542B1C113089}"/>
              </a:ext>
            </a:extLst>
          </p:cNvPr>
          <p:cNvSpPr>
            <a:spLocks noGrp="1"/>
          </p:cNvSpPr>
          <p:nvPr/>
        </p:nvSpPr>
        <p:spPr>
          <a:xfrm>
            <a:off x="604697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1" name="F2_precision_recall_distributions_6795">
            <a:extLst>
              <a:ext uri="{FF2B5EF4-FFF2-40B4-BE49-F238E27FC236}">
                <a16:creationId xmlns:a16="http://schemas.microsoft.com/office/drawing/2014/main" id="{9F566519-A11C-4EBF-99D0-B05C08BC3507}"/>
              </a:ext>
            </a:extLst>
          </p:cNvPr>
          <p:cNvSpPr>
            <a:spLocks noGrp="1"/>
          </p:cNvSpPr>
          <p:nvPr/>
        </p:nvSpPr>
        <p:spPr>
          <a:xfrm>
            <a:off x="599113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2" name="F2_precision_recall_distributions_6796">
            <a:extLst>
              <a:ext uri="{FF2B5EF4-FFF2-40B4-BE49-F238E27FC236}">
                <a16:creationId xmlns:a16="http://schemas.microsoft.com/office/drawing/2014/main" id="{15528698-4CAB-434C-A76B-AC9490101C23}"/>
              </a:ext>
            </a:extLst>
          </p:cNvPr>
          <p:cNvSpPr>
            <a:spLocks noGrp="1"/>
          </p:cNvSpPr>
          <p:nvPr/>
        </p:nvSpPr>
        <p:spPr>
          <a:xfrm>
            <a:off x="6011632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3" name="F2_precision_recall_distributions_6797">
            <a:extLst>
              <a:ext uri="{FF2B5EF4-FFF2-40B4-BE49-F238E27FC236}">
                <a16:creationId xmlns:a16="http://schemas.microsoft.com/office/drawing/2014/main" id="{65C8777A-6FE4-4FC0-BD63-6D48FEDA62D1}"/>
              </a:ext>
            </a:extLst>
          </p:cNvPr>
          <p:cNvSpPr>
            <a:spLocks noGrp="1"/>
          </p:cNvSpPr>
          <p:nvPr/>
        </p:nvSpPr>
        <p:spPr>
          <a:xfrm>
            <a:off x="610636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4" name="F2_precision_recall_distributions_6798">
            <a:extLst>
              <a:ext uri="{FF2B5EF4-FFF2-40B4-BE49-F238E27FC236}">
                <a16:creationId xmlns:a16="http://schemas.microsoft.com/office/drawing/2014/main" id="{80476654-E30B-450F-801E-29C7C7E3285B}"/>
              </a:ext>
            </a:extLst>
          </p:cNvPr>
          <p:cNvSpPr>
            <a:spLocks noGrp="1"/>
          </p:cNvSpPr>
          <p:nvPr/>
        </p:nvSpPr>
        <p:spPr>
          <a:xfrm>
            <a:off x="6024179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5" name="F2_precision_recall_distributions_6799">
            <a:extLst>
              <a:ext uri="{FF2B5EF4-FFF2-40B4-BE49-F238E27FC236}">
                <a16:creationId xmlns:a16="http://schemas.microsoft.com/office/drawing/2014/main" id="{787419F6-EAD8-4A2B-AB2B-9A2F58E16AB2}"/>
              </a:ext>
            </a:extLst>
          </p:cNvPr>
          <p:cNvSpPr>
            <a:spLocks noGrp="1"/>
          </p:cNvSpPr>
          <p:nvPr/>
        </p:nvSpPr>
        <p:spPr>
          <a:xfrm>
            <a:off x="580256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6" name="F2_precision_recall_distributions_6800">
            <a:extLst>
              <a:ext uri="{FF2B5EF4-FFF2-40B4-BE49-F238E27FC236}">
                <a16:creationId xmlns:a16="http://schemas.microsoft.com/office/drawing/2014/main" id="{47EB9881-74A5-4662-9603-02967B8DCEF3}"/>
              </a:ext>
            </a:extLst>
          </p:cNvPr>
          <p:cNvSpPr>
            <a:spLocks noGrp="1"/>
          </p:cNvSpPr>
          <p:nvPr/>
        </p:nvSpPr>
        <p:spPr>
          <a:xfrm>
            <a:off x="61356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7" name="F2_precision_recall_distributions_6801">
            <a:extLst>
              <a:ext uri="{FF2B5EF4-FFF2-40B4-BE49-F238E27FC236}">
                <a16:creationId xmlns:a16="http://schemas.microsoft.com/office/drawing/2014/main" id="{D25CA696-6092-42C2-88E6-4B7D3A77FEBA}"/>
              </a:ext>
            </a:extLst>
          </p:cNvPr>
          <p:cNvSpPr>
            <a:spLocks noGrp="1"/>
          </p:cNvSpPr>
          <p:nvPr/>
        </p:nvSpPr>
        <p:spPr>
          <a:xfrm>
            <a:off x="60340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8" name="F2_precision_recall_distributions_6802">
            <a:extLst>
              <a:ext uri="{FF2B5EF4-FFF2-40B4-BE49-F238E27FC236}">
                <a16:creationId xmlns:a16="http://schemas.microsoft.com/office/drawing/2014/main" id="{6D0F9A1B-83BC-4AF8-977F-AF2FC19AEB10}"/>
              </a:ext>
            </a:extLst>
          </p:cNvPr>
          <p:cNvSpPr>
            <a:spLocks noGrp="1"/>
          </p:cNvSpPr>
          <p:nvPr/>
        </p:nvSpPr>
        <p:spPr>
          <a:xfrm>
            <a:off x="61535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9" name="F2_precision_recall_distributions_6803">
            <a:extLst>
              <a:ext uri="{FF2B5EF4-FFF2-40B4-BE49-F238E27FC236}">
                <a16:creationId xmlns:a16="http://schemas.microsoft.com/office/drawing/2014/main" id="{20BB8A59-58FE-459F-88B1-5AF587970380}"/>
              </a:ext>
            </a:extLst>
          </p:cNvPr>
          <p:cNvSpPr>
            <a:spLocks noGrp="1"/>
          </p:cNvSpPr>
          <p:nvPr/>
        </p:nvSpPr>
        <p:spPr>
          <a:xfrm>
            <a:off x="581007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0" name="F2_precision_recall_distributions_6804">
            <a:extLst>
              <a:ext uri="{FF2B5EF4-FFF2-40B4-BE49-F238E27FC236}">
                <a16:creationId xmlns:a16="http://schemas.microsoft.com/office/drawing/2014/main" id="{1B590C14-4F70-4552-9BDB-6A5D94EB290E}"/>
              </a:ext>
            </a:extLst>
          </p:cNvPr>
          <p:cNvSpPr>
            <a:spLocks noGrp="1"/>
          </p:cNvSpPr>
          <p:nvPr/>
        </p:nvSpPr>
        <p:spPr>
          <a:xfrm>
            <a:off x="612951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1" name="F2_precision_recall_distributions_6805">
            <a:extLst>
              <a:ext uri="{FF2B5EF4-FFF2-40B4-BE49-F238E27FC236}">
                <a16:creationId xmlns:a16="http://schemas.microsoft.com/office/drawing/2014/main" id="{083A6339-D97F-48A5-862B-737AF52694E6}"/>
              </a:ext>
            </a:extLst>
          </p:cNvPr>
          <p:cNvSpPr>
            <a:spLocks noGrp="1"/>
          </p:cNvSpPr>
          <p:nvPr/>
        </p:nvSpPr>
        <p:spPr>
          <a:xfrm>
            <a:off x="58299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2" name="F2_precision_recall_distributions_6806">
            <a:extLst>
              <a:ext uri="{FF2B5EF4-FFF2-40B4-BE49-F238E27FC236}">
                <a16:creationId xmlns:a16="http://schemas.microsoft.com/office/drawing/2014/main" id="{DDE23BFA-5F6F-45BA-B18F-E3B8563B7A7D}"/>
              </a:ext>
            </a:extLst>
          </p:cNvPr>
          <p:cNvSpPr>
            <a:spLocks noGrp="1"/>
          </p:cNvSpPr>
          <p:nvPr/>
        </p:nvSpPr>
        <p:spPr>
          <a:xfrm>
            <a:off x="587642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3" name="F2_precision_recall_distributions_6807">
            <a:extLst>
              <a:ext uri="{FF2B5EF4-FFF2-40B4-BE49-F238E27FC236}">
                <a16:creationId xmlns:a16="http://schemas.microsoft.com/office/drawing/2014/main" id="{2FC1BFCD-D388-4304-8E3E-CD5C108BF18C}"/>
              </a:ext>
            </a:extLst>
          </p:cNvPr>
          <p:cNvSpPr>
            <a:spLocks noGrp="1"/>
          </p:cNvSpPr>
          <p:nvPr/>
        </p:nvSpPr>
        <p:spPr>
          <a:xfrm>
            <a:off x="6046564" y="58338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4" name="F2_precision_recall_distributions_6808">
            <a:extLst>
              <a:ext uri="{FF2B5EF4-FFF2-40B4-BE49-F238E27FC236}">
                <a16:creationId xmlns:a16="http://schemas.microsoft.com/office/drawing/2014/main" id="{850037F6-B18F-4962-BBD9-29437EC7DA3E}"/>
              </a:ext>
            </a:extLst>
          </p:cNvPr>
          <p:cNvSpPr>
            <a:spLocks noGrp="1"/>
          </p:cNvSpPr>
          <p:nvPr/>
        </p:nvSpPr>
        <p:spPr>
          <a:xfrm>
            <a:off x="604039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5" name="F2_precision_recall_distributions_6809">
            <a:extLst>
              <a:ext uri="{FF2B5EF4-FFF2-40B4-BE49-F238E27FC236}">
                <a16:creationId xmlns:a16="http://schemas.microsoft.com/office/drawing/2014/main" id="{1E9895E4-0250-4224-997B-FB40193D64E5}"/>
              </a:ext>
            </a:extLst>
          </p:cNvPr>
          <p:cNvSpPr>
            <a:spLocks noGrp="1"/>
          </p:cNvSpPr>
          <p:nvPr/>
        </p:nvSpPr>
        <p:spPr>
          <a:xfrm>
            <a:off x="59168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6" name="F2_precision_recall_distributions_6810">
            <a:extLst>
              <a:ext uri="{FF2B5EF4-FFF2-40B4-BE49-F238E27FC236}">
                <a16:creationId xmlns:a16="http://schemas.microsoft.com/office/drawing/2014/main" id="{5BE182E1-A700-4DAA-89B8-F0E379D5A847}"/>
              </a:ext>
            </a:extLst>
          </p:cNvPr>
          <p:cNvSpPr>
            <a:spLocks noGrp="1"/>
          </p:cNvSpPr>
          <p:nvPr/>
        </p:nvSpPr>
        <p:spPr>
          <a:xfrm>
            <a:off x="5831327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7" name="F2_precision_recall_distributions_6811">
            <a:extLst>
              <a:ext uri="{FF2B5EF4-FFF2-40B4-BE49-F238E27FC236}">
                <a16:creationId xmlns:a16="http://schemas.microsoft.com/office/drawing/2014/main" id="{E3BAB045-24B8-4743-BE9B-176F10E65166}"/>
              </a:ext>
            </a:extLst>
          </p:cNvPr>
          <p:cNvSpPr>
            <a:spLocks noGrp="1"/>
          </p:cNvSpPr>
          <p:nvPr/>
        </p:nvSpPr>
        <p:spPr>
          <a:xfrm>
            <a:off x="61003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8" name="F2_precision_recall_distributions_6812">
            <a:extLst>
              <a:ext uri="{FF2B5EF4-FFF2-40B4-BE49-F238E27FC236}">
                <a16:creationId xmlns:a16="http://schemas.microsoft.com/office/drawing/2014/main" id="{EAAB1BB4-7125-45A5-AEDE-6FA41EBB9F04}"/>
              </a:ext>
            </a:extLst>
          </p:cNvPr>
          <p:cNvSpPr>
            <a:spLocks noGrp="1"/>
          </p:cNvSpPr>
          <p:nvPr/>
        </p:nvSpPr>
        <p:spPr>
          <a:xfrm>
            <a:off x="58732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9" name="F2_precision_recall_distributions_6813">
            <a:extLst>
              <a:ext uri="{FF2B5EF4-FFF2-40B4-BE49-F238E27FC236}">
                <a16:creationId xmlns:a16="http://schemas.microsoft.com/office/drawing/2014/main" id="{4B5A895B-E36E-437A-BE14-421186F42BE9}"/>
              </a:ext>
            </a:extLst>
          </p:cNvPr>
          <p:cNvSpPr>
            <a:spLocks noGrp="1"/>
          </p:cNvSpPr>
          <p:nvPr/>
        </p:nvSpPr>
        <p:spPr>
          <a:xfrm>
            <a:off x="590226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0" name="F2_precision_recall_distributions_6814">
            <a:extLst>
              <a:ext uri="{FF2B5EF4-FFF2-40B4-BE49-F238E27FC236}">
                <a16:creationId xmlns:a16="http://schemas.microsoft.com/office/drawing/2014/main" id="{B916F6C2-99A9-4B1A-9360-2F6E72D05956}"/>
              </a:ext>
            </a:extLst>
          </p:cNvPr>
          <p:cNvSpPr>
            <a:spLocks noGrp="1"/>
          </p:cNvSpPr>
          <p:nvPr/>
        </p:nvSpPr>
        <p:spPr>
          <a:xfrm>
            <a:off x="6095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1" name="F2_precision_recall_distributions_6815">
            <a:extLst>
              <a:ext uri="{FF2B5EF4-FFF2-40B4-BE49-F238E27FC236}">
                <a16:creationId xmlns:a16="http://schemas.microsoft.com/office/drawing/2014/main" id="{B8565DFF-5A14-49E6-977D-74B6DCD4E59D}"/>
              </a:ext>
            </a:extLst>
          </p:cNvPr>
          <p:cNvSpPr>
            <a:spLocks noGrp="1"/>
          </p:cNvSpPr>
          <p:nvPr/>
        </p:nvSpPr>
        <p:spPr>
          <a:xfrm>
            <a:off x="589023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2" name="F2_precision_recall_distributions_6816">
            <a:extLst>
              <a:ext uri="{FF2B5EF4-FFF2-40B4-BE49-F238E27FC236}">
                <a16:creationId xmlns:a16="http://schemas.microsoft.com/office/drawing/2014/main" id="{806B7177-378F-4F90-B700-BC37BD2FE25D}"/>
              </a:ext>
            </a:extLst>
          </p:cNvPr>
          <p:cNvSpPr>
            <a:spLocks noGrp="1"/>
          </p:cNvSpPr>
          <p:nvPr/>
        </p:nvSpPr>
        <p:spPr>
          <a:xfrm>
            <a:off x="602775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3" name="F2_precision_recall_distributions_6817">
            <a:extLst>
              <a:ext uri="{FF2B5EF4-FFF2-40B4-BE49-F238E27FC236}">
                <a16:creationId xmlns:a16="http://schemas.microsoft.com/office/drawing/2014/main" id="{ED54C932-1F11-4B45-A6D1-36D748653492}"/>
              </a:ext>
            </a:extLst>
          </p:cNvPr>
          <p:cNvSpPr>
            <a:spLocks noGrp="1"/>
          </p:cNvSpPr>
          <p:nvPr/>
        </p:nvSpPr>
        <p:spPr>
          <a:xfrm>
            <a:off x="59589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4" name="F2_precision_recall_distributions_6818">
            <a:extLst>
              <a:ext uri="{FF2B5EF4-FFF2-40B4-BE49-F238E27FC236}">
                <a16:creationId xmlns:a16="http://schemas.microsoft.com/office/drawing/2014/main" id="{24E1683E-D0DF-4053-8A1D-6FE1E537E6E1}"/>
              </a:ext>
            </a:extLst>
          </p:cNvPr>
          <p:cNvSpPr>
            <a:spLocks noGrp="1"/>
          </p:cNvSpPr>
          <p:nvPr/>
        </p:nvSpPr>
        <p:spPr>
          <a:xfrm>
            <a:off x="59859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5" name="F2_precision_recall_distributions_6819">
            <a:extLst>
              <a:ext uri="{FF2B5EF4-FFF2-40B4-BE49-F238E27FC236}">
                <a16:creationId xmlns:a16="http://schemas.microsoft.com/office/drawing/2014/main" id="{045C7080-8C90-499D-8F1B-4FF53D4CE35D}"/>
              </a:ext>
            </a:extLst>
          </p:cNvPr>
          <p:cNvSpPr>
            <a:spLocks noGrp="1"/>
          </p:cNvSpPr>
          <p:nvPr/>
        </p:nvSpPr>
        <p:spPr>
          <a:xfrm>
            <a:off x="5830599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6" name="F2_precision_recall_distributions_6820">
            <a:extLst>
              <a:ext uri="{FF2B5EF4-FFF2-40B4-BE49-F238E27FC236}">
                <a16:creationId xmlns:a16="http://schemas.microsoft.com/office/drawing/2014/main" id="{0967B325-32C7-492C-B3DA-CDF129639B24}"/>
              </a:ext>
            </a:extLst>
          </p:cNvPr>
          <p:cNvSpPr>
            <a:spLocks noGrp="1"/>
          </p:cNvSpPr>
          <p:nvPr/>
        </p:nvSpPr>
        <p:spPr>
          <a:xfrm>
            <a:off x="5884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7" name="F2_precision_recall_distributions_6821">
            <a:extLst>
              <a:ext uri="{FF2B5EF4-FFF2-40B4-BE49-F238E27FC236}">
                <a16:creationId xmlns:a16="http://schemas.microsoft.com/office/drawing/2014/main" id="{DC8108D3-C926-4D8C-96C1-279DB178D701}"/>
              </a:ext>
            </a:extLst>
          </p:cNvPr>
          <p:cNvSpPr>
            <a:spLocks noGrp="1"/>
          </p:cNvSpPr>
          <p:nvPr/>
        </p:nvSpPr>
        <p:spPr>
          <a:xfrm>
            <a:off x="58136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8" name="F2_precision_recall_distributions_6822">
            <a:extLst>
              <a:ext uri="{FF2B5EF4-FFF2-40B4-BE49-F238E27FC236}">
                <a16:creationId xmlns:a16="http://schemas.microsoft.com/office/drawing/2014/main" id="{27610343-13A9-4E49-980A-CE01720215B0}"/>
              </a:ext>
            </a:extLst>
          </p:cNvPr>
          <p:cNvSpPr>
            <a:spLocks noGrp="1"/>
          </p:cNvSpPr>
          <p:nvPr/>
        </p:nvSpPr>
        <p:spPr>
          <a:xfrm>
            <a:off x="58291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9" name="F2_precision_recall_distributions_6823">
            <a:extLst>
              <a:ext uri="{FF2B5EF4-FFF2-40B4-BE49-F238E27FC236}">
                <a16:creationId xmlns:a16="http://schemas.microsoft.com/office/drawing/2014/main" id="{55BFAB98-4351-4101-8887-C050C0FCBDC7}"/>
              </a:ext>
            </a:extLst>
          </p:cNvPr>
          <p:cNvSpPr>
            <a:spLocks noGrp="1"/>
          </p:cNvSpPr>
          <p:nvPr/>
        </p:nvSpPr>
        <p:spPr>
          <a:xfrm>
            <a:off x="58531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0" name="F2_precision_recall_distributions_6824">
            <a:extLst>
              <a:ext uri="{FF2B5EF4-FFF2-40B4-BE49-F238E27FC236}">
                <a16:creationId xmlns:a16="http://schemas.microsoft.com/office/drawing/2014/main" id="{FF50811E-4E78-47F7-AD4C-9710697DE798}"/>
              </a:ext>
            </a:extLst>
          </p:cNvPr>
          <p:cNvSpPr>
            <a:spLocks noGrp="1"/>
          </p:cNvSpPr>
          <p:nvPr/>
        </p:nvSpPr>
        <p:spPr>
          <a:xfrm>
            <a:off x="60417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1" name="F2_precision_recall_distributions_6825">
            <a:extLst>
              <a:ext uri="{FF2B5EF4-FFF2-40B4-BE49-F238E27FC236}">
                <a16:creationId xmlns:a16="http://schemas.microsoft.com/office/drawing/2014/main" id="{C45CDF87-DC87-4195-84ED-9C74A0B9F31C}"/>
              </a:ext>
            </a:extLst>
          </p:cNvPr>
          <p:cNvSpPr>
            <a:spLocks noGrp="1"/>
          </p:cNvSpPr>
          <p:nvPr/>
        </p:nvSpPr>
        <p:spPr>
          <a:xfrm>
            <a:off x="612424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2" name="F2_precision_recall_distributions_6826">
            <a:extLst>
              <a:ext uri="{FF2B5EF4-FFF2-40B4-BE49-F238E27FC236}">
                <a16:creationId xmlns:a16="http://schemas.microsoft.com/office/drawing/2014/main" id="{F5E48B85-5BF9-4987-90DE-ED9F6C0CC66C}"/>
              </a:ext>
            </a:extLst>
          </p:cNvPr>
          <p:cNvSpPr>
            <a:spLocks noGrp="1"/>
          </p:cNvSpPr>
          <p:nvPr/>
        </p:nvSpPr>
        <p:spPr>
          <a:xfrm>
            <a:off x="616633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3" name="F2_precision_recall_distributions_6827">
            <a:extLst>
              <a:ext uri="{FF2B5EF4-FFF2-40B4-BE49-F238E27FC236}">
                <a16:creationId xmlns:a16="http://schemas.microsoft.com/office/drawing/2014/main" id="{6C04376F-4885-4AD5-8642-7C849EA3D607}"/>
              </a:ext>
            </a:extLst>
          </p:cNvPr>
          <p:cNvSpPr>
            <a:spLocks noGrp="1"/>
          </p:cNvSpPr>
          <p:nvPr/>
        </p:nvSpPr>
        <p:spPr>
          <a:xfrm>
            <a:off x="6098895" y="59917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4" name="F2_precision_recall_distributions_6828">
            <a:extLst>
              <a:ext uri="{FF2B5EF4-FFF2-40B4-BE49-F238E27FC236}">
                <a16:creationId xmlns:a16="http://schemas.microsoft.com/office/drawing/2014/main" id="{A28325F7-C53B-4F8D-AA76-945FEA1EF8E6}"/>
              </a:ext>
            </a:extLst>
          </p:cNvPr>
          <p:cNvSpPr>
            <a:spLocks noGrp="1"/>
          </p:cNvSpPr>
          <p:nvPr/>
        </p:nvSpPr>
        <p:spPr>
          <a:xfrm>
            <a:off x="594024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5" name="F2_precision_recall_distributions_6829">
            <a:extLst>
              <a:ext uri="{FF2B5EF4-FFF2-40B4-BE49-F238E27FC236}">
                <a16:creationId xmlns:a16="http://schemas.microsoft.com/office/drawing/2014/main" id="{68750391-573A-47FD-82FF-66F865CD47F2}"/>
              </a:ext>
            </a:extLst>
          </p:cNvPr>
          <p:cNvSpPr>
            <a:spLocks noGrp="1"/>
          </p:cNvSpPr>
          <p:nvPr/>
        </p:nvSpPr>
        <p:spPr>
          <a:xfrm>
            <a:off x="58499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6" name="F2_precision_recall_distributions_6830">
            <a:extLst>
              <a:ext uri="{FF2B5EF4-FFF2-40B4-BE49-F238E27FC236}">
                <a16:creationId xmlns:a16="http://schemas.microsoft.com/office/drawing/2014/main" id="{A194DA07-D52E-4353-B773-636AAB0AAA0D}"/>
              </a:ext>
            </a:extLst>
          </p:cNvPr>
          <p:cNvSpPr>
            <a:spLocks noGrp="1"/>
          </p:cNvSpPr>
          <p:nvPr/>
        </p:nvSpPr>
        <p:spPr>
          <a:xfrm>
            <a:off x="591063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7" name="F2_precision_recall_distributions_6831">
            <a:extLst>
              <a:ext uri="{FF2B5EF4-FFF2-40B4-BE49-F238E27FC236}">
                <a16:creationId xmlns:a16="http://schemas.microsoft.com/office/drawing/2014/main" id="{B66AC6A3-4DC7-44BA-A0C9-4CDBCDA8B04C}"/>
              </a:ext>
            </a:extLst>
          </p:cNvPr>
          <p:cNvSpPr>
            <a:spLocks noGrp="1"/>
          </p:cNvSpPr>
          <p:nvPr/>
        </p:nvSpPr>
        <p:spPr>
          <a:xfrm>
            <a:off x="601434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8" name="F2_precision_recall_distributions_6832">
            <a:extLst>
              <a:ext uri="{FF2B5EF4-FFF2-40B4-BE49-F238E27FC236}">
                <a16:creationId xmlns:a16="http://schemas.microsoft.com/office/drawing/2014/main" id="{D6FC4487-FE39-44C1-BC9A-D8869BA7E494}"/>
              </a:ext>
            </a:extLst>
          </p:cNvPr>
          <p:cNvSpPr>
            <a:spLocks noGrp="1"/>
          </p:cNvSpPr>
          <p:nvPr/>
        </p:nvSpPr>
        <p:spPr>
          <a:xfrm>
            <a:off x="600575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9" name="F2_precision_recall_distributions_6833">
            <a:extLst>
              <a:ext uri="{FF2B5EF4-FFF2-40B4-BE49-F238E27FC236}">
                <a16:creationId xmlns:a16="http://schemas.microsoft.com/office/drawing/2014/main" id="{BEE06DAE-4957-4733-B249-E0F3AB67C1C9}"/>
              </a:ext>
            </a:extLst>
          </p:cNvPr>
          <p:cNvSpPr>
            <a:spLocks noGrp="1"/>
          </p:cNvSpPr>
          <p:nvPr/>
        </p:nvSpPr>
        <p:spPr>
          <a:xfrm>
            <a:off x="59532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0" name="F2_precision_recall_distributions_6834">
            <a:extLst>
              <a:ext uri="{FF2B5EF4-FFF2-40B4-BE49-F238E27FC236}">
                <a16:creationId xmlns:a16="http://schemas.microsoft.com/office/drawing/2014/main" id="{562990B3-639F-4739-B275-279B83E0711D}"/>
              </a:ext>
            </a:extLst>
          </p:cNvPr>
          <p:cNvSpPr>
            <a:spLocks noGrp="1"/>
          </p:cNvSpPr>
          <p:nvPr/>
        </p:nvSpPr>
        <p:spPr>
          <a:xfrm>
            <a:off x="603361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1" name="F2_precision_recall_distributions_6835">
            <a:extLst>
              <a:ext uri="{FF2B5EF4-FFF2-40B4-BE49-F238E27FC236}">
                <a16:creationId xmlns:a16="http://schemas.microsoft.com/office/drawing/2014/main" id="{60ED44C8-64E2-42FC-AEBF-B34D2A26BE9A}"/>
              </a:ext>
            </a:extLst>
          </p:cNvPr>
          <p:cNvSpPr>
            <a:spLocks noGrp="1"/>
          </p:cNvSpPr>
          <p:nvPr/>
        </p:nvSpPr>
        <p:spPr>
          <a:xfrm>
            <a:off x="5834217" y="59800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2" name="F2_precision_recall_distributions_6836">
            <a:extLst>
              <a:ext uri="{FF2B5EF4-FFF2-40B4-BE49-F238E27FC236}">
                <a16:creationId xmlns:a16="http://schemas.microsoft.com/office/drawing/2014/main" id="{4F5EFE70-316F-4CB7-B781-5BAE6C94FFA9}"/>
              </a:ext>
            </a:extLst>
          </p:cNvPr>
          <p:cNvSpPr>
            <a:spLocks noGrp="1"/>
          </p:cNvSpPr>
          <p:nvPr/>
        </p:nvSpPr>
        <p:spPr>
          <a:xfrm>
            <a:off x="59181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3" name="F2_precision_recall_distributions_6837">
            <a:extLst>
              <a:ext uri="{FF2B5EF4-FFF2-40B4-BE49-F238E27FC236}">
                <a16:creationId xmlns:a16="http://schemas.microsoft.com/office/drawing/2014/main" id="{9ECB1727-8993-4EE3-914F-77A20704D12D}"/>
              </a:ext>
            </a:extLst>
          </p:cNvPr>
          <p:cNvSpPr>
            <a:spLocks noGrp="1"/>
          </p:cNvSpPr>
          <p:nvPr/>
        </p:nvSpPr>
        <p:spPr>
          <a:xfrm>
            <a:off x="58131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4" name="F2_precision_recall_distributions_6838">
            <a:extLst>
              <a:ext uri="{FF2B5EF4-FFF2-40B4-BE49-F238E27FC236}">
                <a16:creationId xmlns:a16="http://schemas.microsoft.com/office/drawing/2014/main" id="{6641E38D-A54F-427C-B1F0-0DF0C0D61764}"/>
              </a:ext>
            </a:extLst>
          </p:cNvPr>
          <p:cNvSpPr>
            <a:spLocks noGrp="1"/>
          </p:cNvSpPr>
          <p:nvPr/>
        </p:nvSpPr>
        <p:spPr>
          <a:xfrm>
            <a:off x="59265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5" name="F2_precision_recall_distributions_6839">
            <a:extLst>
              <a:ext uri="{FF2B5EF4-FFF2-40B4-BE49-F238E27FC236}">
                <a16:creationId xmlns:a16="http://schemas.microsoft.com/office/drawing/2014/main" id="{8AAA3D39-F92A-4809-A571-5D22F0323B87}"/>
              </a:ext>
            </a:extLst>
          </p:cNvPr>
          <p:cNvSpPr>
            <a:spLocks noGrp="1"/>
          </p:cNvSpPr>
          <p:nvPr/>
        </p:nvSpPr>
        <p:spPr>
          <a:xfrm>
            <a:off x="596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6" name="F2_precision_recall_distributions_6840">
            <a:extLst>
              <a:ext uri="{FF2B5EF4-FFF2-40B4-BE49-F238E27FC236}">
                <a16:creationId xmlns:a16="http://schemas.microsoft.com/office/drawing/2014/main" id="{161EEF29-E6E8-4FED-8A2A-BF95461751D7}"/>
              </a:ext>
            </a:extLst>
          </p:cNvPr>
          <p:cNvSpPr>
            <a:spLocks noGrp="1"/>
          </p:cNvSpPr>
          <p:nvPr/>
        </p:nvSpPr>
        <p:spPr>
          <a:xfrm>
            <a:off x="5908491" y="5957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7" name="F2_precision_recall_distributions_6841">
            <a:extLst>
              <a:ext uri="{FF2B5EF4-FFF2-40B4-BE49-F238E27FC236}">
                <a16:creationId xmlns:a16="http://schemas.microsoft.com/office/drawing/2014/main" id="{D7C23758-472B-419A-A076-A2D026AB5F20}"/>
              </a:ext>
            </a:extLst>
          </p:cNvPr>
          <p:cNvSpPr>
            <a:spLocks noGrp="1"/>
          </p:cNvSpPr>
          <p:nvPr/>
        </p:nvSpPr>
        <p:spPr>
          <a:xfrm>
            <a:off x="589129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8" name="F2_precision_recall_distributions_6842">
            <a:extLst>
              <a:ext uri="{FF2B5EF4-FFF2-40B4-BE49-F238E27FC236}">
                <a16:creationId xmlns:a16="http://schemas.microsoft.com/office/drawing/2014/main" id="{5A29D60C-5119-4265-8EFE-BF3702B6282A}"/>
              </a:ext>
            </a:extLst>
          </p:cNvPr>
          <p:cNvSpPr>
            <a:spLocks noGrp="1"/>
          </p:cNvSpPr>
          <p:nvPr/>
        </p:nvSpPr>
        <p:spPr>
          <a:xfrm>
            <a:off x="594642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9" name="F2_precision_recall_distributions_6843">
            <a:extLst>
              <a:ext uri="{FF2B5EF4-FFF2-40B4-BE49-F238E27FC236}">
                <a16:creationId xmlns:a16="http://schemas.microsoft.com/office/drawing/2014/main" id="{1DCB78C6-398C-44A0-B98E-618C2C9C6E61}"/>
              </a:ext>
            </a:extLst>
          </p:cNvPr>
          <p:cNvSpPr>
            <a:spLocks noGrp="1"/>
          </p:cNvSpPr>
          <p:nvPr/>
        </p:nvSpPr>
        <p:spPr>
          <a:xfrm>
            <a:off x="612141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0" name="F2_precision_recall_distributions_6844">
            <a:extLst>
              <a:ext uri="{FF2B5EF4-FFF2-40B4-BE49-F238E27FC236}">
                <a16:creationId xmlns:a16="http://schemas.microsoft.com/office/drawing/2014/main" id="{779247BD-3A39-4A4F-B583-DB686EC325C1}"/>
              </a:ext>
            </a:extLst>
          </p:cNvPr>
          <p:cNvSpPr>
            <a:spLocks noGrp="1"/>
          </p:cNvSpPr>
          <p:nvPr/>
        </p:nvSpPr>
        <p:spPr>
          <a:xfrm>
            <a:off x="6096743" y="5951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1" name="F2_precision_recall_distributions_6845">
            <a:extLst>
              <a:ext uri="{FF2B5EF4-FFF2-40B4-BE49-F238E27FC236}">
                <a16:creationId xmlns:a16="http://schemas.microsoft.com/office/drawing/2014/main" id="{231D1F16-0DC7-43A8-9628-B15B24ACF901}"/>
              </a:ext>
            </a:extLst>
          </p:cNvPr>
          <p:cNvSpPr>
            <a:spLocks noGrp="1"/>
          </p:cNvSpPr>
          <p:nvPr/>
        </p:nvSpPr>
        <p:spPr>
          <a:xfrm>
            <a:off x="60067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2" name="F2_precision_recall_distributions_6846">
            <a:extLst>
              <a:ext uri="{FF2B5EF4-FFF2-40B4-BE49-F238E27FC236}">
                <a16:creationId xmlns:a16="http://schemas.microsoft.com/office/drawing/2014/main" id="{086A834C-40E3-43AF-9C72-2CE33E111512}"/>
              </a:ext>
            </a:extLst>
          </p:cNvPr>
          <p:cNvSpPr>
            <a:spLocks noGrp="1"/>
          </p:cNvSpPr>
          <p:nvPr/>
        </p:nvSpPr>
        <p:spPr>
          <a:xfrm>
            <a:off x="60691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3" name="F2_precision_recall_distributions_6847">
            <a:extLst>
              <a:ext uri="{FF2B5EF4-FFF2-40B4-BE49-F238E27FC236}">
                <a16:creationId xmlns:a16="http://schemas.microsoft.com/office/drawing/2014/main" id="{DD90F2CD-4AC3-462F-B09C-1B3B97738E08}"/>
              </a:ext>
            </a:extLst>
          </p:cNvPr>
          <p:cNvSpPr>
            <a:spLocks noGrp="1"/>
          </p:cNvSpPr>
          <p:nvPr/>
        </p:nvSpPr>
        <p:spPr>
          <a:xfrm>
            <a:off x="589592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4" name="F2_precision_recall_distributions_6848">
            <a:extLst>
              <a:ext uri="{FF2B5EF4-FFF2-40B4-BE49-F238E27FC236}">
                <a16:creationId xmlns:a16="http://schemas.microsoft.com/office/drawing/2014/main" id="{10CB7277-3926-417A-9902-B028F216EF9F}"/>
              </a:ext>
            </a:extLst>
          </p:cNvPr>
          <p:cNvSpPr>
            <a:spLocks noGrp="1"/>
          </p:cNvSpPr>
          <p:nvPr/>
        </p:nvSpPr>
        <p:spPr>
          <a:xfrm>
            <a:off x="60364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5" name="F2_precision_recall_distributions_6849">
            <a:extLst>
              <a:ext uri="{FF2B5EF4-FFF2-40B4-BE49-F238E27FC236}">
                <a16:creationId xmlns:a16="http://schemas.microsoft.com/office/drawing/2014/main" id="{E1059F54-EDEF-49C8-97B1-42424C9C3A44}"/>
              </a:ext>
            </a:extLst>
          </p:cNvPr>
          <p:cNvSpPr>
            <a:spLocks noGrp="1"/>
          </p:cNvSpPr>
          <p:nvPr/>
        </p:nvSpPr>
        <p:spPr>
          <a:xfrm>
            <a:off x="598903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6" name="F2_precision_recall_distributions_6850">
            <a:extLst>
              <a:ext uri="{FF2B5EF4-FFF2-40B4-BE49-F238E27FC236}">
                <a16:creationId xmlns:a16="http://schemas.microsoft.com/office/drawing/2014/main" id="{8EFBA340-DE6C-4AF4-9E31-EC6F0020684A}"/>
              </a:ext>
            </a:extLst>
          </p:cNvPr>
          <p:cNvSpPr>
            <a:spLocks noGrp="1"/>
          </p:cNvSpPr>
          <p:nvPr/>
        </p:nvSpPr>
        <p:spPr>
          <a:xfrm>
            <a:off x="58699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7" name="F2_precision_recall_distributions_6851">
            <a:extLst>
              <a:ext uri="{FF2B5EF4-FFF2-40B4-BE49-F238E27FC236}">
                <a16:creationId xmlns:a16="http://schemas.microsoft.com/office/drawing/2014/main" id="{5F98D25B-88B5-4100-8CE5-5EF03AEF1D3B}"/>
              </a:ext>
            </a:extLst>
          </p:cNvPr>
          <p:cNvSpPr>
            <a:spLocks noGrp="1"/>
          </p:cNvSpPr>
          <p:nvPr/>
        </p:nvSpPr>
        <p:spPr>
          <a:xfrm>
            <a:off x="5998921" y="62877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8" name="F2_precision_recall_distributions_6852">
            <a:extLst>
              <a:ext uri="{FF2B5EF4-FFF2-40B4-BE49-F238E27FC236}">
                <a16:creationId xmlns:a16="http://schemas.microsoft.com/office/drawing/2014/main" id="{D56612FE-C9B1-43D6-A98B-2B338A77C7C1}"/>
              </a:ext>
            </a:extLst>
          </p:cNvPr>
          <p:cNvSpPr>
            <a:spLocks noGrp="1"/>
          </p:cNvSpPr>
          <p:nvPr/>
        </p:nvSpPr>
        <p:spPr>
          <a:xfrm>
            <a:off x="606778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9" name="F2_precision_recall_distributions_6853">
            <a:extLst>
              <a:ext uri="{FF2B5EF4-FFF2-40B4-BE49-F238E27FC236}">
                <a16:creationId xmlns:a16="http://schemas.microsoft.com/office/drawing/2014/main" id="{8186991C-7A58-447E-B643-8BBF4F62D244}"/>
              </a:ext>
            </a:extLst>
          </p:cNvPr>
          <p:cNvSpPr>
            <a:spLocks noGrp="1"/>
          </p:cNvSpPr>
          <p:nvPr/>
        </p:nvSpPr>
        <p:spPr>
          <a:xfrm>
            <a:off x="60126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0" name="F2_precision_recall_distributions_6854">
            <a:extLst>
              <a:ext uri="{FF2B5EF4-FFF2-40B4-BE49-F238E27FC236}">
                <a16:creationId xmlns:a16="http://schemas.microsoft.com/office/drawing/2014/main" id="{78FC187F-8E01-4649-8F21-F9EDFE525215}"/>
              </a:ext>
            </a:extLst>
          </p:cNvPr>
          <p:cNvSpPr>
            <a:spLocks noGrp="1"/>
          </p:cNvSpPr>
          <p:nvPr/>
        </p:nvSpPr>
        <p:spPr>
          <a:xfrm>
            <a:off x="59788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1" name="F2_precision_recall_distributions_6855">
            <a:extLst>
              <a:ext uri="{FF2B5EF4-FFF2-40B4-BE49-F238E27FC236}">
                <a16:creationId xmlns:a16="http://schemas.microsoft.com/office/drawing/2014/main" id="{747FE2B9-4E6F-4305-8D5C-C16FB4D2577C}"/>
              </a:ext>
            </a:extLst>
          </p:cNvPr>
          <p:cNvSpPr>
            <a:spLocks noGrp="1"/>
          </p:cNvSpPr>
          <p:nvPr/>
        </p:nvSpPr>
        <p:spPr>
          <a:xfrm>
            <a:off x="593847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2" name="F2_precision_recall_distributions_6856">
            <a:extLst>
              <a:ext uri="{FF2B5EF4-FFF2-40B4-BE49-F238E27FC236}">
                <a16:creationId xmlns:a16="http://schemas.microsoft.com/office/drawing/2014/main" id="{315C836C-2000-48A5-8ECB-415A6AB50968}"/>
              </a:ext>
            </a:extLst>
          </p:cNvPr>
          <p:cNvSpPr>
            <a:spLocks noGrp="1"/>
          </p:cNvSpPr>
          <p:nvPr/>
        </p:nvSpPr>
        <p:spPr>
          <a:xfrm>
            <a:off x="59627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3" name="F2_precision_recall_distributions_6857">
            <a:extLst>
              <a:ext uri="{FF2B5EF4-FFF2-40B4-BE49-F238E27FC236}">
                <a16:creationId xmlns:a16="http://schemas.microsoft.com/office/drawing/2014/main" id="{9339F7E6-E1C7-42CD-BD6F-674D393B81D2}"/>
              </a:ext>
            </a:extLst>
          </p:cNvPr>
          <p:cNvSpPr>
            <a:spLocks noGrp="1"/>
          </p:cNvSpPr>
          <p:nvPr/>
        </p:nvSpPr>
        <p:spPr>
          <a:xfrm>
            <a:off x="606377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4" name="F2_precision_recall_distributions_6858">
            <a:extLst>
              <a:ext uri="{FF2B5EF4-FFF2-40B4-BE49-F238E27FC236}">
                <a16:creationId xmlns:a16="http://schemas.microsoft.com/office/drawing/2014/main" id="{705EB026-8D0F-44AB-903E-4ACC75BC8FFD}"/>
              </a:ext>
            </a:extLst>
          </p:cNvPr>
          <p:cNvSpPr>
            <a:spLocks noGrp="1"/>
          </p:cNvSpPr>
          <p:nvPr/>
        </p:nvSpPr>
        <p:spPr>
          <a:xfrm>
            <a:off x="60038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5" name="F2_precision_recall_distributions_6859">
            <a:extLst>
              <a:ext uri="{FF2B5EF4-FFF2-40B4-BE49-F238E27FC236}">
                <a16:creationId xmlns:a16="http://schemas.microsoft.com/office/drawing/2014/main" id="{35597512-AD03-483E-A955-516640598808}"/>
              </a:ext>
            </a:extLst>
          </p:cNvPr>
          <p:cNvSpPr>
            <a:spLocks noGrp="1"/>
          </p:cNvSpPr>
          <p:nvPr/>
        </p:nvSpPr>
        <p:spPr>
          <a:xfrm>
            <a:off x="593424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6" name="F2_precision_recall_distributions_6860">
            <a:extLst>
              <a:ext uri="{FF2B5EF4-FFF2-40B4-BE49-F238E27FC236}">
                <a16:creationId xmlns:a16="http://schemas.microsoft.com/office/drawing/2014/main" id="{AF7C2561-96C9-461F-8D3D-4D621F3ADF01}"/>
              </a:ext>
            </a:extLst>
          </p:cNvPr>
          <p:cNvSpPr>
            <a:spLocks noGrp="1"/>
          </p:cNvSpPr>
          <p:nvPr/>
        </p:nvSpPr>
        <p:spPr>
          <a:xfrm>
            <a:off x="59817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7" name="F2_precision_recall_distributions_6861">
            <a:extLst>
              <a:ext uri="{FF2B5EF4-FFF2-40B4-BE49-F238E27FC236}">
                <a16:creationId xmlns:a16="http://schemas.microsoft.com/office/drawing/2014/main" id="{2D087672-88A8-467B-803E-E90E31B6DADC}"/>
              </a:ext>
            </a:extLst>
          </p:cNvPr>
          <p:cNvSpPr>
            <a:spLocks noGrp="1"/>
          </p:cNvSpPr>
          <p:nvPr/>
        </p:nvSpPr>
        <p:spPr>
          <a:xfrm>
            <a:off x="581166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8" name="F2_precision_recall_distributions_6862">
            <a:extLst>
              <a:ext uri="{FF2B5EF4-FFF2-40B4-BE49-F238E27FC236}">
                <a16:creationId xmlns:a16="http://schemas.microsoft.com/office/drawing/2014/main" id="{4E7797C6-242B-46F4-A339-574D78BA3C0A}"/>
              </a:ext>
            </a:extLst>
          </p:cNvPr>
          <p:cNvSpPr>
            <a:spLocks noGrp="1"/>
          </p:cNvSpPr>
          <p:nvPr/>
        </p:nvSpPr>
        <p:spPr>
          <a:xfrm>
            <a:off x="6086614" y="63761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9" name="F2_precision_recall_distributions_6863">
            <a:extLst>
              <a:ext uri="{FF2B5EF4-FFF2-40B4-BE49-F238E27FC236}">
                <a16:creationId xmlns:a16="http://schemas.microsoft.com/office/drawing/2014/main" id="{5258F5E5-1C14-4F8E-A534-56417ED330B7}"/>
              </a:ext>
            </a:extLst>
          </p:cNvPr>
          <p:cNvSpPr>
            <a:spLocks noGrp="1"/>
          </p:cNvSpPr>
          <p:nvPr/>
        </p:nvSpPr>
        <p:spPr>
          <a:xfrm>
            <a:off x="58350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0" name="F2_precision_recall_distributions_6864">
            <a:extLst>
              <a:ext uri="{FF2B5EF4-FFF2-40B4-BE49-F238E27FC236}">
                <a16:creationId xmlns:a16="http://schemas.microsoft.com/office/drawing/2014/main" id="{BE3A2083-D8CF-4FB5-A207-64CA876360F4}"/>
              </a:ext>
            </a:extLst>
          </p:cNvPr>
          <p:cNvSpPr>
            <a:spLocks noGrp="1"/>
          </p:cNvSpPr>
          <p:nvPr/>
        </p:nvSpPr>
        <p:spPr>
          <a:xfrm>
            <a:off x="616634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1" name="F2_precision_recall_distributions_6865">
            <a:extLst>
              <a:ext uri="{FF2B5EF4-FFF2-40B4-BE49-F238E27FC236}">
                <a16:creationId xmlns:a16="http://schemas.microsoft.com/office/drawing/2014/main" id="{5E920589-1543-48B0-AB55-7F90A3A4BA34}"/>
              </a:ext>
            </a:extLst>
          </p:cNvPr>
          <p:cNvSpPr>
            <a:spLocks noGrp="1"/>
          </p:cNvSpPr>
          <p:nvPr/>
        </p:nvSpPr>
        <p:spPr>
          <a:xfrm>
            <a:off x="59872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2" name="F2_precision_recall_distributions_6866">
            <a:extLst>
              <a:ext uri="{FF2B5EF4-FFF2-40B4-BE49-F238E27FC236}">
                <a16:creationId xmlns:a16="http://schemas.microsoft.com/office/drawing/2014/main" id="{02E8A792-D045-4ADA-8181-332C92495F89}"/>
              </a:ext>
            </a:extLst>
          </p:cNvPr>
          <p:cNvSpPr>
            <a:spLocks noGrp="1"/>
          </p:cNvSpPr>
          <p:nvPr/>
        </p:nvSpPr>
        <p:spPr>
          <a:xfrm>
            <a:off x="59214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3" name="F2_precision_recall_distributions_6867">
            <a:extLst>
              <a:ext uri="{FF2B5EF4-FFF2-40B4-BE49-F238E27FC236}">
                <a16:creationId xmlns:a16="http://schemas.microsoft.com/office/drawing/2014/main" id="{7867416A-AD1F-4DCC-BBE7-DD86666834DC}"/>
              </a:ext>
            </a:extLst>
          </p:cNvPr>
          <p:cNvSpPr>
            <a:spLocks noGrp="1"/>
          </p:cNvSpPr>
          <p:nvPr/>
        </p:nvSpPr>
        <p:spPr>
          <a:xfrm>
            <a:off x="594123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4" name="F2_precision_recall_distributions_6868">
            <a:extLst>
              <a:ext uri="{FF2B5EF4-FFF2-40B4-BE49-F238E27FC236}">
                <a16:creationId xmlns:a16="http://schemas.microsoft.com/office/drawing/2014/main" id="{B24F0360-D73B-40ED-AA36-89CCB052E05B}"/>
              </a:ext>
            </a:extLst>
          </p:cNvPr>
          <p:cNvSpPr>
            <a:spLocks noGrp="1"/>
          </p:cNvSpPr>
          <p:nvPr/>
        </p:nvSpPr>
        <p:spPr>
          <a:xfrm>
            <a:off x="592163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5" name="F2_precision_recall_distributions_6869">
            <a:extLst>
              <a:ext uri="{FF2B5EF4-FFF2-40B4-BE49-F238E27FC236}">
                <a16:creationId xmlns:a16="http://schemas.microsoft.com/office/drawing/2014/main" id="{8625EC0A-CD36-4279-84D5-13253798627D}"/>
              </a:ext>
            </a:extLst>
          </p:cNvPr>
          <p:cNvSpPr>
            <a:spLocks noGrp="1"/>
          </p:cNvSpPr>
          <p:nvPr/>
        </p:nvSpPr>
        <p:spPr>
          <a:xfrm>
            <a:off x="59132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6" name="F2_precision_recall_distributions_6870">
            <a:extLst>
              <a:ext uri="{FF2B5EF4-FFF2-40B4-BE49-F238E27FC236}">
                <a16:creationId xmlns:a16="http://schemas.microsoft.com/office/drawing/2014/main" id="{F289EFD2-E3AC-4EA2-9AC2-3D6DD0462370}"/>
              </a:ext>
            </a:extLst>
          </p:cNvPr>
          <p:cNvSpPr>
            <a:spLocks noGrp="1"/>
          </p:cNvSpPr>
          <p:nvPr/>
        </p:nvSpPr>
        <p:spPr>
          <a:xfrm>
            <a:off x="60630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7" name="F2_precision_recall_distributions_6871">
            <a:extLst>
              <a:ext uri="{FF2B5EF4-FFF2-40B4-BE49-F238E27FC236}">
                <a16:creationId xmlns:a16="http://schemas.microsoft.com/office/drawing/2014/main" id="{340F34B5-AB67-4455-B3B6-BFB640AFB6E3}"/>
              </a:ext>
            </a:extLst>
          </p:cNvPr>
          <p:cNvSpPr>
            <a:spLocks noGrp="1"/>
          </p:cNvSpPr>
          <p:nvPr/>
        </p:nvSpPr>
        <p:spPr>
          <a:xfrm>
            <a:off x="600934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8" name="F2_precision_recall_distributions_6872">
            <a:extLst>
              <a:ext uri="{FF2B5EF4-FFF2-40B4-BE49-F238E27FC236}">
                <a16:creationId xmlns:a16="http://schemas.microsoft.com/office/drawing/2014/main" id="{27DFF3C5-17B4-461D-A017-AF8647E4008D}"/>
              </a:ext>
            </a:extLst>
          </p:cNvPr>
          <p:cNvSpPr>
            <a:spLocks noGrp="1"/>
          </p:cNvSpPr>
          <p:nvPr/>
        </p:nvSpPr>
        <p:spPr>
          <a:xfrm>
            <a:off x="6038338" y="64044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9" name="F2_precision_recall_distributions_6873">
            <a:extLst>
              <a:ext uri="{FF2B5EF4-FFF2-40B4-BE49-F238E27FC236}">
                <a16:creationId xmlns:a16="http://schemas.microsoft.com/office/drawing/2014/main" id="{219F79BF-7FF9-4BFC-8136-3FBAD6A85337}"/>
              </a:ext>
            </a:extLst>
          </p:cNvPr>
          <p:cNvSpPr>
            <a:spLocks noGrp="1"/>
          </p:cNvSpPr>
          <p:nvPr/>
        </p:nvSpPr>
        <p:spPr>
          <a:xfrm>
            <a:off x="5845207" y="6418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0" name="F2_precision_recall_distributions_6874">
            <a:extLst>
              <a:ext uri="{FF2B5EF4-FFF2-40B4-BE49-F238E27FC236}">
                <a16:creationId xmlns:a16="http://schemas.microsoft.com/office/drawing/2014/main" id="{DD7B2F19-96ED-4D3F-949E-D16047E65DDC}"/>
              </a:ext>
            </a:extLst>
          </p:cNvPr>
          <p:cNvSpPr>
            <a:spLocks noGrp="1"/>
          </p:cNvSpPr>
          <p:nvPr/>
        </p:nvSpPr>
        <p:spPr>
          <a:xfrm>
            <a:off x="580325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1" name="F2_precision_recall_distributions_6875">
            <a:extLst>
              <a:ext uri="{FF2B5EF4-FFF2-40B4-BE49-F238E27FC236}">
                <a16:creationId xmlns:a16="http://schemas.microsoft.com/office/drawing/2014/main" id="{F7C98C32-FE5A-405C-A117-B59D73B35C58}"/>
              </a:ext>
            </a:extLst>
          </p:cNvPr>
          <p:cNvSpPr>
            <a:spLocks noGrp="1"/>
          </p:cNvSpPr>
          <p:nvPr/>
        </p:nvSpPr>
        <p:spPr>
          <a:xfrm>
            <a:off x="605971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2" name="F2_precision_recall_distributions_6876">
            <a:extLst>
              <a:ext uri="{FF2B5EF4-FFF2-40B4-BE49-F238E27FC236}">
                <a16:creationId xmlns:a16="http://schemas.microsoft.com/office/drawing/2014/main" id="{F34A2F7B-F38D-4EE3-91A8-8744A7875A11}"/>
              </a:ext>
            </a:extLst>
          </p:cNvPr>
          <p:cNvSpPr>
            <a:spLocks noGrp="1"/>
          </p:cNvSpPr>
          <p:nvPr/>
        </p:nvSpPr>
        <p:spPr>
          <a:xfrm>
            <a:off x="6056945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3" name="F2_precision_recall_distributions_6877">
            <a:extLst>
              <a:ext uri="{FF2B5EF4-FFF2-40B4-BE49-F238E27FC236}">
                <a16:creationId xmlns:a16="http://schemas.microsoft.com/office/drawing/2014/main" id="{7B6F894E-BEF8-4E64-BB21-C3E738023ECC}"/>
              </a:ext>
            </a:extLst>
          </p:cNvPr>
          <p:cNvSpPr>
            <a:spLocks noGrp="1"/>
          </p:cNvSpPr>
          <p:nvPr/>
        </p:nvSpPr>
        <p:spPr>
          <a:xfrm>
            <a:off x="60724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4" name="F2_precision_recall_distributions_6878">
            <a:extLst>
              <a:ext uri="{FF2B5EF4-FFF2-40B4-BE49-F238E27FC236}">
                <a16:creationId xmlns:a16="http://schemas.microsoft.com/office/drawing/2014/main" id="{8D1CB984-4056-497A-9B8B-35A4DD200F30}"/>
              </a:ext>
            </a:extLst>
          </p:cNvPr>
          <p:cNvSpPr>
            <a:spLocks noGrp="1"/>
          </p:cNvSpPr>
          <p:nvPr/>
        </p:nvSpPr>
        <p:spPr>
          <a:xfrm>
            <a:off x="60816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5" name="F2_precision_recall_distributions_6879">
            <a:extLst>
              <a:ext uri="{FF2B5EF4-FFF2-40B4-BE49-F238E27FC236}">
                <a16:creationId xmlns:a16="http://schemas.microsoft.com/office/drawing/2014/main" id="{2A0502A9-338C-4B6B-9697-20764BED6B2D}"/>
              </a:ext>
            </a:extLst>
          </p:cNvPr>
          <p:cNvSpPr>
            <a:spLocks noGrp="1"/>
          </p:cNvSpPr>
          <p:nvPr/>
        </p:nvSpPr>
        <p:spPr>
          <a:xfrm>
            <a:off x="59968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6" name="F2_precision_recall_distributions_6880">
            <a:extLst>
              <a:ext uri="{FF2B5EF4-FFF2-40B4-BE49-F238E27FC236}">
                <a16:creationId xmlns:a16="http://schemas.microsoft.com/office/drawing/2014/main" id="{01900829-F419-4C97-906E-5671233D95B2}"/>
              </a:ext>
            </a:extLst>
          </p:cNvPr>
          <p:cNvSpPr>
            <a:spLocks noGrp="1"/>
          </p:cNvSpPr>
          <p:nvPr/>
        </p:nvSpPr>
        <p:spPr>
          <a:xfrm>
            <a:off x="591132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7" name="F2_precision_recall_distributions_6881">
            <a:extLst>
              <a:ext uri="{FF2B5EF4-FFF2-40B4-BE49-F238E27FC236}">
                <a16:creationId xmlns:a16="http://schemas.microsoft.com/office/drawing/2014/main" id="{A229D422-20DF-49AB-8B1A-86CBAF6D79D9}"/>
              </a:ext>
            </a:extLst>
          </p:cNvPr>
          <p:cNvSpPr>
            <a:spLocks noGrp="1"/>
          </p:cNvSpPr>
          <p:nvPr/>
        </p:nvSpPr>
        <p:spPr>
          <a:xfrm>
            <a:off x="5916545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8" name="F2_precision_recall_distributions_6882">
            <a:extLst>
              <a:ext uri="{FF2B5EF4-FFF2-40B4-BE49-F238E27FC236}">
                <a16:creationId xmlns:a16="http://schemas.microsoft.com/office/drawing/2014/main" id="{97A219F4-B0CC-44E9-8992-CE75A5EF6562}"/>
              </a:ext>
            </a:extLst>
          </p:cNvPr>
          <p:cNvSpPr>
            <a:spLocks noGrp="1"/>
          </p:cNvSpPr>
          <p:nvPr/>
        </p:nvSpPr>
        <p:spPr>
          <a:xfrm>
            <a:off x="613521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9" name="F2_precision_recall_distributions_6883">
            <a:extLst>
              <a:ext uri="{FF2B5EF4-FFF2-40B4-BE49-F238E27FC236}">
                <a16:creationId xmlns:a16="http://schemas.microsoft.com/office/drawing/2014/main" id="{5266A00B-1BE9-419A-80A6-65586AFD7859}"/>
              </a:ext>
            </a:extLst>
          </p:cNvPr>
          <p:cNvSpPr>
            <a:spLocks noGrp="1"/>
          </p:cNvSpPr>
          <p:nvPr/>
        </p:nvSpPr>
        <p:spPr>
          <a:xfrm>
            <a:off x="6149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0" name="F2_precision_recall_distributions_6884">
            <a:extLst>
              <a:ext uri="{FF2B5EF4-FFF2-40B4-BE49-F238E27FC236}">
                <a16:creationId xmlns:a16="http://schemas.microsoft.com/office/drawing/2014/main" id="{EE948D7E-6FA3-4E51-A50C-4785BBB0C1B4}"/>
              </a:ext>
            </a:extLst>
          </p:cNvPr>
          <p:cNvSpPr>
            <a:spLocks noGrp="1"/>
          </p:cNvSpPr>
          <p:nvPr/>
        </p:nvSpPr>
        <p:spPr>
          <a:xfrm>
            <a:off x="596163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1" name="F2_precision_recall_distributions_6885">
            <a:extLst>
              <a:ext uri="{FF2B5EF4-FFF2-40B4-BE49-F238E27FC236}">
                <a16:creationId xmlns:a16="http://schemas.microsoft.com/office/drawing/2014/main" id="{9882B55D-B7E8-4E8F-A205-279545B92120}"/>
              </a:ext>
            </a:extLst>
          </p:cNvPr>
          <p:cNvSpPr>
            <a:spLocks noGrp="1"/>
          </p:cNvSpPr>
          <p:nvPr/>
        </p:nvSpPr>
        <p:spPr>
          <a:xfrm>
            <a:off x="6065329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2" name="F2_precision_recall_distributions_6886">
            <a:extLst>
              <a:ext uri="{FF2B5EF4-FFF2-40B4-BE49-F238E27FC236}">
                <a16:creationId xmlns:a16="http://schemas.microsoft.com/office/drawing/2014/main" id="{427C58F0-57C3-4D86-9865-71CB1B417317}"/>
              </a:ext>
            </a:extLst>
          </p:cNvPr>
          <p:cNvSpPr>
            <a:spLocks noGrp="1"/>
          </p:cNvSpPr>
          <p:nvPr/>
        </p:nvSpPr>
        <p:spPr>
          <a:xfrm>
            <a:off x="60487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3" name="F2_precision_recall_distributions_6887">
            <a:extLst>
              <a:ext uri="{FF2B5EF4-FFF2-40B4-BE49-F238E27FC236}">
                <a16:creationId xmlns:a16="http://schemas.microsoft.com/office/drawing/2014/main" id="{1F6A1A6B-4DBC-48D1-BB18-A579444E0DDD}"/>
              </a:ext>
            </a:extLst>
          </p:cNvPr>
          <p:cNvSpPr>
            <a:spLocks noGrp="1"/>
          </p:cNvSpPr>
          <p:nvPr/>
        </p:nvSpPr>
        <p:spPr>
          <a:xfrm>
            <a:off x="591769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4" name="F2_precision_recall_distributions_6888">
            <a:extLst>
              <a:ext uri="{FF2B5EF4-FFF2-40B4-BE49-F238E27FC236}">
                <a16:creationId xmlns:a16="http://schemas.microsoft.com/office/drawing/2014/main" id="{62037AFE-B7A4-4190-A024-B93F455F80AD}"/>
              </a:ext>
            </a:extLst>
          </p:cNvPr>
          <p:cNvSpPr>
            <a:spLocks noGrp="1"/>
          </p:cNvSpPr>
          <p:nvPr/>
        </p:nvSpPr>
        <p:spPr>
          <a:xfrm>
            <a:off x="60399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5" name="F2_precision_recall_distributions_6889">
            <a:extLst>
              <a:ext uri="{FF2B5EF4-FFF2-40B4-BE49-F238E27FC236}">
                <a16:creationId xmlns:a16="http://schemas.microsoft.com/office/drawing/2014/main" id="{174BAA20-BD62-44C3-8405-812B3AD9550E}"/>
              </a:ext>
            </a:extLst>
          </p:cNvPr>
          <p:cNvSpPr>
            <a:spLocks noGrp="1"/>
          </p:cNvSpPr>
          <p:nvPr/>
        </p:nvSpPr>
        <p:spPr>
          <a:xfrm>
            <a:off x="5934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6" name="F2_precision_recall_distributions_6890">
            <a:extLst>
              <a:ext uri="{FF2B5EF4-FFF2-40B4-BE49-F238E27FC236}">
                <a16:creationId xmlns:a16="http://schemas.microsoft.com/office/drawing/2014/main" id="{3CFAB3C1-E8B7-4FC1-851D-599A4F2B3EB8}"/>
              </a:ext>
            </a:extLst>
          </p:cNvPr>
          <p:cNvSpPr>
            <a:spLocks noGrp="1"/>
          </p:cNvSpPr>
          <p:nvPr/>
        </p:nvSpPr>
        <p:spPr>
          <a:xfrm>
            <a:off x="595748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7" name="F2_precision_recall_distributions_6891">
            <a:extLst>
              <a:ext uri="{FF2B5EF4-FFF2-40B4-BE49-F238E27FC236}">
                <a16:creationId xmlns:a16="http://schemas.microsoft.com/office/drawing/2014/main" id="{688EBC26-5714-4A40-81EA-AB9997B0DE49}"/>
              </a:ext>
            </a:extLst>
          </p:cNvPr>
          <p:cNvSpPr>
            <a:spLocks noGrp="1"/>
          </p:cNvSpPr>
          <p:nvPr/>
        </p:nvSpPr>
        <p:spPr>
          <a:xfrm>
            <a:off x="60764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8" name="F2_precision_recall_distributions_6892">
            <a:extLst>
              <a:ext uri="{FF2B5EF4-FFF2-40B4-BE49-F238E27FC236}">
                <a16:creationId xmlns:a16="http://schemas.microsoft.com/office/drawing/2014/main" id="{398F4A29-C7B5-4B7D-A967-EB2D0A0A701C}"/>
              </a:ext>
            </a:extLst>
          </p:cNvPr>
          <p:cNvSpPr>
            <a:spLocks noGrp="1"/>
          </p:cNvSpPr>
          <p:nvPr/>
        </p:nvSpPr>
        <p:spPr>
          <a:xfrm>
            <a:off x="61704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9" name="F2_precision_recall_distributions_6893">
            <a:extLst>
              <a:ext uri="{FF2B5EF4-FFF2-40B4-BE49-F238E27FC236}">
                <a16:creationId xmlns:a16="http://schemas.microsoft.com/office/drawing/2014/main" id="{E0448E65-6604-40CA-A47A-24F179EC1501}"/>
              </a:ext>
            </a:extLst>
          </p:cNvPr>
          <p:cNvSpPr>
            <a:spLocks noGrp="1"/>
          </p:cNvSpPr>
          <p:nvPr/>
        </p:nvSpPr>
        <p:spPr>
          <a:xfrm>
            <a:off x="582373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0" name="F2_precision_recall_distributions_6894">
            <a:extLst>
              <a:ext uri="{FF2B5EF4-FFF2-40B4-BE49-F238E27FC236}">
                <a16:creationId xmlns:a16="http://schemas.microsoft.com/office/drawing/2014/main" id="{AD0076BC-C2B4-435C-B55E-46A0D3EB27B1}"/>
              </a:ext>
            </a:extLst>
          </p:cNvPr>
          <p:cNvSpPr>
            <a:spLocks noGrp="1"/>
          </p:cNvSpPr>
          <p:nvPr/>
        </p:nvSpPr>
        <p:spPr>
          <a:xfrm>
            <a:off x="58487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1" name="F2_precision_recall_distributions_6895">
            <a:extLst>
              <a:ext uri="{FF2B5EF4-FFF2-40B4-BE49-F238E27FC236}">
                <a16:creationId xmlns:a16="http://schemas.microsoft.com/office/drawing/2014/main" id="{4B170D8E-9B58-480B-91F2-A54C16A23645}"/>
              </a:ext>
            </a:extLst>
          </p:cNvPr>
          <p:cNvSpPr>
            <a:spLocks noGrp="1"/>
          </p:cNvSpPr>
          <p:nvPr/>
        </p:nvSpPr>
        <p:spPr>
          <a:xfrm>
            <a:off x="592326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2" name="F2_precision_recall_distributions_6896">
            <a:extLst>
              <a:ext uri="{FF2B5EF4-FFF2-40B4-BE49-F238E27FC236}">
                <a16:creationId xmlns:a16="http://schemas.microsoft.com/office/drawing/2014/main" id="{81F37CD3-AE40-4691-BBD2-D53D8117B37F}"/>
              </a:ext>
            </a:extLst>
          </p:cNvPr>
          <p:cNvSpPr>
            <a:spLocks noGrp="1"/>
          </p:cNvSpPr>
          <p:nvPr/>
        </p:nvSpPr>
        <p:spPr>
          <a:xfrm>
            <a:off x="6143837" y="61542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3" name="F2_precision_recall_distributions_6897">
            <a:extLst>
              <a:ext uri="{FF2B5EF4-FFF2-40B4-BE49-F238E27FC236}">
                <a16:creationId xmlns:a16="http://schemas.microsoft.com/office/drawing/2014/main" id="{58A1AAF6-0497-4E0C-822C-8CF0DE8C7339}"/>
              </a:ext>
            </a:extLst>
          </p:cNvPr>
          <p:cNvSpPr>
            <a:spLocks noGrp="1"/>
          </p:cNvSpPr>
          <p:nvPr/>
        </p:nvSpPr>
        <p:spPr>
          <a:xfrm>
            <a:off x="59025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4" name="F2_precision_recall_distributions_6898">
            <a:extLst>
              <a:ext uri="{FF2B5EF4-FFF2-40B4-BE49-F238E27FC236}">
                <a16:creationId xmlns:a16="http://schemas.microsoft.com/office/drawing/2014/main" id="{C5712329-14D4-4466-B0FB-9697A9142076}"/>
              </a:ext>
            </a:extLst>
          </p:cNvPr>
          <p:cNvSpPr>
            <a:spLocks noGrp="1"/>
          </p:cNvSpPr>
          <p:nvPr/>
        </p:nvSpPr>
        <p:spPr>
          <a:xfrm>
            <a:off x="614612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5" name="F2_precision_recall_distributions_6899">
            <a:extLst>
              <a:ext uri="{FF2B5EF4-FFF2-40B4-BE49-F238E27FC236}">
                <a16:creationId xmlns:a16="http://schemas.microsoft.com/office/drawing/2014/main" id="{3E7CB606-C9AE-4AEE-A52F-F0798F7A7E6D}"/>
              </a:ext>
            </a:extLst>
          </p:cNvPr>
          <p:cNvSpPr>
            <a:spLocks noGrp="1"/>
          </p:cNvSpPr>
          <p:nvPr/>
        </p:nvSpPr>
        <p:spPr>
          <a:xfrm>
            <a:off x="612118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6" name="F2_precision_recall_distributions_6900">
            <a:extLst>
              <a:ext uri="{FF2B5EF4-FFF2-40B4-BE49-F238E27FC236}">
                <a16:creationId xmlns:a16="http://schemas.microsoft.com/office/drawing/2014/main" id="{A5E42C4F-56C6-46EF-866C-1507F37EF806}"/>
              </a:ext>
            </a:extLst>
          </p:cNvPr>
          <p:cNvSpPr>
            <a:spLocks noGrp="1"/>
          </p:cNvSpPr>
          <p:nvPr/>
        </p:nvSpPr>
        <p:spPr>
          <a:xfrm>
            <a:off x="604063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7" name="F2_precision_recall_distributions_6901">
            <a:extLst>
              <a:ext uri="{FF2B5EF4-FFF2-40B4-BE49-F238E27FC236}">
                <a16:creationId xmlns:a16="http://schemas.microsoft.com/office/drawing/2014/main" id="{77EA2A9A-288A-48B6-9F8D-B95B558E8B7A}"/>
              </a:ext>
            </a:extLst>
          </p:cNvPr>
          <p:cNvSpPr>
            <a:spLocks noGrp="1"/>
          </p:cNvSpPr>
          <p:nvPr/>
        </p:nvSpPr>
        <p:spPr>
          <a:xfrm>
            <a:off x="603897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8" name="F2_precision_recall_distributions_6902">
            <a:extLst>
              <a:ext uri="{FF2B5EF4-FFF2-40B4-BE49-F238E27FC236}">
                <a16:creationId xmlns:a16="http://schemas.microsoft.com/office/drawing/2014/main" id="{06CD8C00-CBF4-4966-BFD8-D6B7D1A492D9}"/>
              </a:ext>
            </a:extLst>
          </p:cNvPr>
          <p:cNvSpPr>
            <a:spLocks noGrp="1"/>
          </p:cNvSpPr>
          <p:nvPr/>
        </p:nvSpPr>
        <p:spPr>
          <a:xfrm>
            <a:off x="593764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9" name="F2_precision_recall_distributions_6903">
            <a:extLst>
              <a:ext uri="{FF2B5EF4-FFF2-40B4-BE49-F238E27FC236}">
                <a16:creationId xmlns:a16="http://schemas.microsoft.com/office/drawing/2014/main" id="{603D9D21-A17C-4237-B7B1-3C7B959AC7C0}"/>
              </a:ext>
            </a:extLst>
          </p:cNvPr>
          <p:cNvSpPr>
            <a:spLocks noGrp="1"/>
          </p:cNvSpPr>
          <p:nvPr/>
        </p:nvSpPr>
        <p:spPr>
          <a:xfrm>
            <a:off x="604378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0" name="F2_precision_recall_distributions_6904">
            <a:extLst>
              <a:ext uri="{FF2B5EF4-FFF2-40B4-BE49-F238E27FC236}">
                <a16:creationId xmlns:a16="http://schemas.microsoft.com/office/drawing/2014/main" id="{F62070F5-4201-46CD-A29D-FBF9B1A909F2}"/>
              </a:ext>
            </a:extLst>
          </p:cNvPr>
          <p:cNvSpPr>
            <a:spLocks noGrp="1"/>
          </p:cNvSpPr>
          <p:nvPr/>
        </p:nvSpPr>
        <p:spPr>
          <a:xfrm>
            <a:off x="5897452" y="64432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1" name="F2_precision_recall_distributions_6905">
            <a:extLst>
              <a:ext uri="{FF2B5EF4-FFF2-40B4-BE49-F238E27FC236}">
                <a16:creationId xmlns:a16="http://schemas.microsoft.com/office/drawing/2014/main" id="{35B9BD1E-1BCD-48C8-B72F-DBCC1B0B36BB}"/>
              </a:ext>
            </a:extLst>
          </p:cNvPr>
          <p:cNvSpPr>
            <a:spLocks noGrp="1"/>
          </p:cNvSpPr>
          <p:nvPr/>
        </p:nvSpPr>
        <p:spPr>
          <a:xfrm>
            <a:off x="598250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2" name="F2_precision_recall_distributions_6906">
            <a:extLst>
              <a:ext uri="{FF2B5EF4-FFF2-40B4-BE49-F238E27FC236}">
                <a16:creationId xmlns:a16="http://schemas.microsoft.com/office/drawing/2014/main" id="{A0FE7EB6-69F3-44D8-89A1-71C9F695FCB2}"/>
              </a:ext>
            </a:extLst>
          </p:cNvPr>
          <p:cNvSpPr>
            <a:spLocks noGrp="1"/>
          </p:cNvSpPr>
          <p:nvPr/>
        </p:nvSpPr>
        <p:spPr>
          <a:xfrm>
            <a:off x="592233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3" name="F2_precision_recall_distributions_6907">
            <a:extLst>
              <a:ext uri="{FF2B5EF4-FFF2-40B4-BE49-F238E27FC236}">
                <a16:creationId xmlns:a16="http://schemas.microsoft.com/office/drawing/2014/main" id="{B9BB4A2E-F2DC-4896-A209-8AD096E06014}"/>
              </a:ext>
            </a:extLst>
          </p:cNvPr>
          <p:cNvSpPr>
            <a:spLocks noGrp="1"/>
          </p:cNvSpPr>
          <p:nvPr/>
        </p:nvSpPr>
        <p:spPr>
          <a:xfrm>
            <a:off x="682843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094" name="F2_precision_recall_distributions_6908">
            <a:extLst>
              <a:ext uri="{FF2B5EF4-FFF2-40B4-BE49-F238E27FC236}">
                <a16:creationId xmlns:a16="http://schemas.microsoft.com/office/drawing/2014/main" id="{D94DB3FD-F041-400E-B64A-FF47E3203E77}"/>
              </a:ext>
            </a:extLst>
          </p:cNvPr>
          <p:cNvSpPr>
            <a:spLocks noGrp="1"/>
          </p:cNvSpPr>
          <p:nvPr/>
        </p:nvSpPr>
        <p:spPr>
          <a:xfrm>
            <a:off x="726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5" name="F2_precision_recall_distributions_6909">
            <a:extLst>
              <a:ext uri="{FF2B5EF4-FFF2-40B4-BE49-F238E27FC236}">
                <a16:creationId xmlns:a16="http://schemas.microsoft.com/office/drawing/2014/main" id="{FE886DD4-B0A9-4859-A22C-30AFF3F96A4E}"/>
              </a:ext>
            </a:extLst>
          </p:cNvPr>
          <p:cNvSpPr>
            <a:spLocks noGrp="1"/>
          </p:cNvSpPr>
          <p:nvPr/>
        </p:nvSpPr>
        <p:spPr>
          <a:xfrm>
            <a:off x="725218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6" name="F2_precision_recall_distributions_6910">
            <a:extLst>
              <a:ext uri="{FF2B5EF4-FFF2-40B4-BE49-F238E27FC236}">
                <a16:creationId xmlns:a16="http://schemas.microsoft.com/office/drawing/2014/main" id="{F9EDEDF7-BFA8-47EE-84F5-F89D57A8E935}"/>
              </a:ext>
            </a:extLst>
          </p:cNvPr>
          <p:cNvSpPr>
            <a:spLocks noGrp="1"/>
          </p:cNvSpPr>
          <p:nvPr/>
        </p:nvSpPr>
        <p:spPr>
          <a:xfrm>
            <a:off x="71857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7" name="F2_precision_recall_distributions_6911">
            <a:extLst>
              <a:ext uri="{FF2B5EF4-FFF2-40B4-BE49-F238E27FC236}">
                <a16:creationId xmlns:a16="http://schemas.microsoft.com/office/drawing/2014/main" id="{431261FA-909B-41EF-AF64-B2C2313845F1}"/>
              </a:ext>
            </a:extLst>
          </p:cNvPr>
          <p:cNvSpPr>
            <a:spLocks noGrp="1"/>
          </p:cNvSpPr>
          <p:nvPr/>
        </p:nvSpPr>
        <p:spPr>
          <a:xfrm>
            <a:off x="72143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8" name="F2_precision_recall_distributions_6912">
            <a:extLst>
              <a:ext uri="{FF2B5EF4-FFF2-40B4-BE49-F238E27FC236}">
                <a16:creationId xmlns:a16="http://schemas.microsoft.com/office/drawing/2014/main" id="{F68909C0-CF93-4E61-8276-06CF653904A7}"/>
              </a:ext>
            </a:extLst>
          </p:cNvPr>
          <p:cNvSpPr>
            <a:spLocks noGrp="1"/>
          </p:cNvSpPr>
          <p:nvPr/>
        </p:nvSpPr>
        <p:spPr>
          <a:xfrm>
            <a:off x="7143058" y="5955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9" name="F2_precision_recall_distributions_6913">
            <a:extLst>
              <a:ext uri="{FF2B5EF4-FFF2-40B4-BE49-F238E27FC236}">
                <a16:creationId xmlns:a16="http://schemas.microsoft.com/office/drawing/2014/main" id="{9A086BA2-6CD3-48E3-A1C2-6015A30BF70D}"/>
              </a:ext>
            </a:extLst>
          </p:cNvPr>
          <p:cNvSpPr>
            <a:spLocks noGrp="1"/>
          </p:cNvSpPr>
          <p:nvPr/>
        </p:nvSpPr>
        <p:spPr>
          <a:xfrm>
            <a:off x="731526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0" name="F2_precision_recall_distributions_6914">
            <a:extLst>
              <a:ext uri="{FF2B5EF4-FFF2-40B4-BE49-F238E27FC236}">
                <a16:creationId xmlns:a16="http://schemas.microsoft.com/office/drawing/2014/main" id="{64D80048-FBBC-4569-A141-D42955D65EF6}"/>
              </a:ext>
            </a:extLst>
          </p:cNvPr>
          <p:cNvSpPr>
            <a:spLocks noGrp="1"/>
          </p:cNvSpPr>
          <p:nvPr/>
        </p:nvSpPr>
        <p:spPr>
          <a:xfrm>
            <a:off x="704270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1" name="F2_precision_recall_distributions_6915">
            <a:extLst>
              <a:ext uri="{FF2B5EF4-FFF2-40B4-BE49-F238E27FC236}">
                <a16:creationId xmlns:a16="http://schemas.microsoft.com/office/drawing/2014/main" id="{58CFD5B6-1E55-420F-9ECC-E2876A0D95B2}"/>
              </a:ext>
            </a:extLst>
          </p:cNvPr>
          <p:cNvSpPr>
            <a:spLocks noGrp="1"/>
          </p:cNvSpPr>
          <p:nvPr/>
        </p:nvSpPr>
        <p:spPr>
          <a:xfrm>
            <a:off x="70014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2" name="F2_precision_recall_distributions_6916">
            <a:extLst>
              <a:ext uri="{FF2B5EF4-FFF2-40B4-BE49-F238E27FC236}">
                <a16:creationId xmlns:a16="http://schemas.microsoft.com/office/drawing/2014/main" id="{79B65E3B-F0B9-4FD1-BCB3-87959DB5366B}"/>
              </a:ext>
            </a:extLst>
          </p:cNvPr>
          <p:cNvSpPr>
            <a:spLocks noGrp="1"/>
          </p:cNvSpPr>
          <p:nvPr/>
        </p:nvSpPr>
        <p:spPr>
          <a:xfrm>
            <a:off x="7166025" y="639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3" name="F2_precision_recall_distributions_6917">
            <a:extLst>
              <a:ext uri="{FF2B5EF4-FFF2-40B4-BE49-F238E27FC236}">
                <a16:creationId xmlns:a16="http://schemas.microsoft.com/office/drawing/2014/main" id="{BE3FF6C4-2807-43B7-8CC4-DC6A607463D7}"/>
              </a:ext>
            </a:extLst>
          </p:cNvPr>
          <p:cNvSpPr>
            <a:spLocks noGrp="1"/>
          </p:cNvSpPr>
          <p:nvPr/>
        </p:nvSpPr>
        <p:spPr>
          <a:xfrm>
            <a:off x="722180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4" name="F2_precision_recall_distributions_6918">
            <a:extLst>
              <a:ext uri="{FF2B5EF4-FFF2-40B4-BE49-F238E27FC236}">
                <a16:creationId xmlns:a16="http://schemas.microsoft.com/office/drawing/2014/main" id="{651DC46D-FB6B-41C9-AA03-4318AF5804DB}"/>
              </a:ext>
            </a:extLst>
          </p:cNvPr>
          <p:cNvSpPr>
            <a:spLocks noGrp="1"/>
          </p:cNvSpPr>
          <p:nvPr/>
        </p:nvSpPr>
        <p:spPr>
          <a:xfrm>
            <a:off x="699063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5" name="F2_precision_recall_distributions_6919">
            <a:extLst>
              <a:ext uri="{FF2B5EF4-FFF2-40B4-BE49-F238E27FC236}">
                <a16:creationId xmlns:a16="http://schemas.microsoft.com/office/drawing/2014/main" id="{7C53560E-9E29-455E-B170-6B6A3E692C4D}"/>
              </a:ext>
            </a:extLst>
          </p:cNvPr>
          <p:cNvSpPr>
            <a:spLocks noGrp="1"/>
          </p:cNvSpPr>
          <p:nvPr/>
        </p:nvSpPr>
        <p:spPr>
          <a:xfrm>
            <a:off x="70896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6" name="F2_precision_recall_distributions_6920">
            <a:extLst>
              <a:ext uri="{FF2B5EF4-FFF2-40B4-BE49-F238E27FC236}">
                <a16:creationId xmlns:a16="http://schemas.microsoft.com/office/drawing/2014/main" id="{3302161F-D492-4DC0-8E83-757EA8EE4D79}"/>
              </a:ext>
            </a:extLst>
          </p:cNvPr>
          <p:cNvSpPr>
            <a:spLocks noGrp="1"/>
          </p:cNvSpPr>
          <p:nvPr/>
        </p:nvSpPr>
        <p:spPr>
          <a:xfrm>
            <a:off x="72572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7" name="F2_precision_recall_distributions_6921">
            <a:extLst>
              <a:ext uri="{FF2B5EF4-FFF2-40B4-BE49-F238E27FC236}">
                <a16:creationId xmlns:a16="http://schemas.microsoft.com/office/drawing/2014/main" id="{1BD75DAE-D44D-45EB-B8CB-EFFBEBA5960F}"/>
              </a:ext>
            </a:extLst>
          </p:cNvPr>
          <p:cNvSpPr>
            <a:spLocks noGrp="1"/>
          </p:cNvSpPr>
          <p:nvPr/>
        </p:nvSpPr>
        <p:spPr>
          <a:xfrm>
            <a:off x="7327509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8" name="F2_precision_recall_distributions_6922">
            <a:extLst>
              <a:ext uri="{FF2B5EF4-FFF2-40B4-BE49-F238E27FC236}">
                <a16:creationId xmlns:a16="http://schemas.microsoft.com/office/drawing/2014/main" id="{CE862E54-ECB8-4D69-BFEF-8DAF5D510B3B}"/>
              </a:ext>
            </a:extLst>
          </p:cNvPr>
          <p:cNvSpPr>
            <a:spLocks noGrp="1"/>
          </p:cNvSpPr>
          <p:nvPr/>
        </p:nvSpPr>
        <p:spPr>
          <a:xfrm>
            <a:off x="71512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9" name="F2_precision_recall_distributions_6923">
            <a:extLst>
              <a:ext uri="{FF2B5EF4-FFF2-40B4-BE49-F238E27FC236}">
                <a16:creationId xmlns:a16="http://schemas.microsoft.com/office/drawing/2014/main" id="{509BC6F8-D9B9-468A-82F1-3D88462FDBCF}"/>
              </a:ext>
            </a:extLst>
          </p:cNvPr>
          <p:cNvSpPr>
            <a:spLocks noGrp="1"/>
          </p:cNvSpPr>
          <p:nvPr/>
        </p:nvSpPr>
        <p:spPr>
          <a:xfrm>
            <a:off x="701905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0" name="F2_precision_recall_distributions_6924">
            <a:extLst>
              <a:ext uri="{FF2B5EF4-FFF2-40B4-BE49-F238E27FC236}">
                <a16:creationId xmlns:a16="http://schemas.microsoft.com/office/drawing/2014/main" id="{8F654D45-4A79-4910-8B7A-B0238EAF0940}"/>
              </a:ext>
            </a:extLst>
          </p:cNvPr>
          <p:cNvSpPr>
            <a:spLocks noGrp="1"/>
          </p:cNvSpPr>
          <p:nvPr/>
        </p:nvSpPr>
        <p:spPr>
          <a:xfrm>
            <a:off x="701208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1" name="F2_precision_recall_distributions_6925">
            <a:extLst>
              <a:ext uri="{FF2B5EF4-FFF2-40B4-BE49-F238E27FC236}">
                <a16:creationId xmlns:a16="http://schemas.microsoft.com/office/drawing/2014/main" id="{84981B37-D5B5-4F54-BD7A-B50D32D95F4B}"/>
              </a:ext>
            </a:extLst>
          </p:cNvPr>
          <p:cNvSpPr>
            <a:spLocks noGrp="1"/>
          </p:cNvSpPr>
          <p:nvPr/>
        </p:nvSpPr>
        <p:spPr>
          <a:xfrm>
            <a:off x="713025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2" name="F2_precision_recall_distributions_6926">
            <a:extLst>
              <a:ext uri="{FF2B5EF4-FFF2-40B4-BE49-F238E27FC236}">
                <a16:creationId xmlns:a16="http://schemas.microsoft.com/office/drawing/2014/main" id="{545579EC-4BA2-41B4-8CCE-8E6231245FC1}"/>
              </a:ext>
            </a:extLst>
          </p:cNvPr>
          <p:cNvSpPr>
            <a:spLocks noGrp="1"/>
          </p:cNvSpPr>
          <p:nvPr/>
        </p:nvSpPr>
        <p:spPr>
          <a:xfrm>
            <a:off x="70489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3" name="F2_precision_recall_distributions_6927">
            <a:extLst>
              <a:ext uri="{FF2B5EF4-FFF2-40B4-BE49-F238E27FC236}">
                <a16:creationId xmlns:a16="http://schemas.microsoft.com/office/drawing/2014/main" id="{86584F00-0B91-4B9F-90CE-A12C3A805BEE}"/>
              </a:ext>
            </a:extLst>
          </p:cNvPr>
          <p:cNvSpPr>
            <a:spLocks noGrp="1"/>
          </p:cNvSpPr>
          <p:nvPr/>
        </p:nvSpPr>
        <p:spPr>
          <a:xfrm>
            <a:off x="7318980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4" name="F2_precision_recall_distributions_6928">
            <a:extLst>
              <a:ext uri="{FF2B5EF4-FFF2-40B4-BE49-F238E27FC236}">
                <a16:creationId xmlns:a16="http://schemas.microsoft.com/office/drawing/2014/main" id="{2FF59096-227E-43CE-A6B9-DD055B21260F}"/>
              </a:ext>
            </a:extLst>
          </p:cNvPr>
          <p:cNvSpPr>
            <a:spLocks noGrp="1"/>
          </p:cNvSpPr>
          <p:nvPr/>
        </p:nvSpPr>
        <p:spPr>
          <a:xfrm>
            <a:off x="7297236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5" name="F2_precision_recall_distributions_6929">
            <a:extLst>
              <a:ext uri="{FF2B5EF4-FFF2-40B4-BE49-F238E27FC236}">
                <a16:creationId xmlns:a16="http://schemas.microsoft.com/office/drawing/2014/main" id="{429481D0-23E3-4EDE-8CF1-9EF81FB97078}"/>
              </a:ext>
            </a:extLst>
          </p:cNvPr>
          <p:cNvSpPr>
            <a:spLocks noGrp="1"/>
          </p:cNvSpPr>
          <p:nvPr/>
        </p:nvSpPr>
        <p:spPr>
          <a:xfrm>
            <a:off x="718351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6" name="F2_precision_recall_distributions_6930">
            <a:extLst>
              <a:ext uri="{FF2B5EF4-FFF2-40B4-BE49-F238E27FC236}">
                <a16:creationId xmlns:a16="http://schemas.microsoft.com/office/drawing/2014/main" id="{D33D5EF5-D372-468F-8BD6-CF8ED2395870}"/>
              </a:ext>
            </a:extLst>
          </p:cNvPr>
          <p:cNvSpPr>
            <a:spLocks noGrp="1"/>
          </p:cNvSpPr>
          <p:nvPr/>
        </p:nvSpPr>
        <p:spPr>
          <a:xfrm>
            <a:off x="7098809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7" name="F2_precision_recall_distributions_6931">
            <a:extLst>
              <a:ext uri="{FF2B5EF4-FFF2-40B4-BE49-F238E27FC236}">
                <a16:creationId xmlns:a16="http://schemas.microsoft.com/office/drawing/2014/main" id="{66E5458F-62C2-4890-A54A-93E0DA4B0B2A}"/>
              </a:ext>
            </a:extLst>
          </p:cNvPr>
          <p:cNvSpPr>
            <a:spLocks noGrp="1"/>
          </p:cNvSpPr>
          <p:nvPr/>
        </p:nvSpPr>
        <p:spPr>
          <a:xfrm>
            <a:off x="7270761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8" name="F2_precision_recall_distributions_6932">
            <a:extLst>
              <a:ext uri="{FF2B5EF4-FFF2-40B4-BE49-F238E27FC236}">
                <a16:creationId xmlns:a16="http://schemas.microsoft.com/office/drawing/2014/main" id="{E7EFC606-6251-4321-8CFF-19FD5AC56D90}"/>
              </a:ext>
            </a:extLst>
          </p:cNvPr>
          <p:cNvSpPr>
            <a:spLocks noGrp="1"/>
          </p:cNvSpPr>
          <p:nvPr/>
        </p:nvSpPr>
        <p:spPr>
          <a:xfrm>
            <a:off x="7077111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9" name="F2_precision_recall_distributions_6933">
            <a:extLst>
              <a:ext uri="{FF2B5EF4-FFF2-40B4-BE49-F238E27FC236}">
                <a16:creationId xmlns:a16="http://schemas.microsoft.com/office/drawing/2014/main" id="{14AE8A09-D714-491B-9075-46AE770485D8}"/>
              </a:ext>
            </a:extLst>
          </p:cNvPr>
          <p:cNvSpPr>
            <a:spLocks noGrp="1"/>
          </p:cNvSpPr>
          <p:nvPr/>
        </p:nvSpPr>
        <p:spPr>
          <a:xfrm>
            <a:off x="70830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0" name="F2_precision_recall_distributions_6934">
            <a:extLst>
              <a:ext uri="{FF2B5EF4-FFF2-40B4-BE49-F238E27FC236}">
                <a16:creationId xmlns:a16="http://schemas.microsoft.com/office/drawing/2014/main" id="{747C1472-1ECD-4C7D-BD27-A63447DBF78D}"/>
              </a:ext>
            </a:extLst>
          </p:cNvPr>
          <p:cNvSpPr>
            <a:spLocks noGrp="1"/>
          </p:cNvSpPr>
          <p:nvPr/>
        </p:nvSpPr>
        <p:spPr>
          <a:xfrm>
            <a:off x="72133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1" name="F2_precision_recall_distributions_6935">
            <a:extLst>
              <a:ext uri="{FF2B5EF4-FFF2-40B4-BE49-F238E27FC236}">
                <a16:creationId xmlns:a16="http://schemas.microsoft.com/office/drawing/2014/main" id="{944E80E9-04C3-469A-A4E7-268384B37F98}"/>
              </a:ext>
            </a:extLst>
          </p:cNvPr>
          <p:cNvSpPr>
            <a:spLocks noGrp="1"/>
          </p:cNvSpPr>
          <p:nvPr/>
        </p:nvSpPr>
        <p:spPr>
          <a:xfrm>
            <a:off x="7158060" y="62510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2" name="F2_precision_recall_distributions_6936">
            <a:extLst>
              <a:ext uri="{FF2B5EF4-FFF2-40B4-BE49-F238E27FC236}">
                <a16:creationId xmlns:a16="http://schemas.microsoft.com/office/drawing/2014/main" id="{E3261191-8A70-45E0-AF53-D32E589D1BBE}"/>
              </a:ext>
            </a:extLst>
          </p:cNvPr>
          <p:cNvSpPr>
            <a:spLocks noGrp="1"/>
          </p:cNvSpPr>
          <p:nvPr/>
        </p:nvSpPr>
        <p:spPr>
          <a:xfrm>
            <a:off x="7308355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3" name="F2_precision_recall_distributions_6937">
            <a:extLst>
              <a:ext uri="{FF2B5EF4-FFF2-40B4-BE49-F238E27FC236}">
                <a16:creationId xmlns:a16="http://schemas.microsoft.com/office/drawing/2014/main" id="{B5F02F1C-E33A-493F-A04B-2755A8F17A35}"/>
              </a:ext>
            </a:extLst>
          </p:cNvPr>
          <p:cNvSpPr>
            <a:spLocks noGrp="1"/>
          </p:cNvSpPr>
          <p:nvPr/>
        </p:nvSpPr>
        <p:spPr>
          <a:xfrm>
            <a:off x="72568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4" name="F2_precision_recall_distributions_6938">
            <a:extLst>
              <a:ext uri="{FF2B5EF4-FFF2-40B4-BE49-F238E27FC236}">
                <a16:creationId xmlns:a16="http://schemas.microsoft.com/office/drawing/2014/main" id="{E7D23261-76A3-4DC4-8EB6-411C576E44BB}"/>
              </a:ext>
            </a:extLst>
          </p:cNvPr>
          <p:cNvSpPr>
            <a:spLocks noGrp="1"/>
          </p:cNvSpPr>
          <p:nvPr/>
        </p:nvSpPr>
        <p:spPr>
          <a:xfrm>
            <a:off x="711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5" name="F2_precision_recall_distributions_6939">
            <a:extLst>
              <a:ext uri="{FF2B5EF4-FFF2-40B4-BE49-F238E27FC236}">
                <a16:creationId xmlns:a16="http://schemas.microsoft.com/office/drawing/2014/main" id="{F888719A-66F8-4C43-AC64-32710D591916}"/>
              </a:ext>
            </a:extLst>
          </p:cNvPr>
          <p:cNvSpPr>
            <a:spLocks noGrp="1"/>
          </p:cNvSpPr>
          <p:nvPr/>
        </p:nvSpPr>
        <p:spPr>
          <a:xfrm>
            <a:off x="7223291" y="64142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6" name="F2_precision_recall_distributions_6940">
            <a:extLst>
              <a:ext uri="{FF2B5EF4-FFF2-40B4-BE49-F238E27FC236}">
                <a16:creationId xmlns:a16="http://schemas.microsoft.com/office/drawing/2014/main" id="{11C9FA08-6554-4E39-88B0-542BAF7E1643}"/>
              </a:ext>
            </a:extLst>
          </p:cNvPr>
          <p:cNvSpPr>
            <a:spLocks noGrp="1"/>
          </p:cNvSpPr>
          <p:nvPr/>
        </p:nvSpPr>
        <p:spPr>
          <a:xfrm>
            <a:off x="733595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7" name="F2_precision_recall_distributions_6941">
            <a:extLst>
              <a:ext uri="{FF2B5EF4-FFF2-40B4-BE49-F238E27FC236}">
                <a16:creationId xmlns:a16="http://schemas.microsoft.com/office/drawing/2014/main" id="{1483928D-8EF8-4526-BBE7-F2DFE78AEAE8}"/>
              </a:ext>
            </a:extLst>
          </p:cNvPr>
          <p:cNvSpPr>
            <a:spLocks noGrp="1"/>
          </p:cNvSpPr>
          <p:nvPr/>
        </p:nvSpPr>
        <p:spPr>
          <a:xfrm>
            <a:off x="707564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8" name="F2_precision_recall_distributions_6942">
            <a:extLst>
              <a:ext uri="{FF2B5EF4-FFF2-40B4-BE49-F238E27FC236}">
                <a16:creationId xmlns:a16="http://schemas.microsoft.com/office/drawing/2014/main" id="{2E1F4BE3-00D9-4036-8ECA-439478CC52FE}"/>
              </a:ext>
            </a:extLst>
          </p:cNvPr>
          <p:cNvSpPr>
            <a:spLocks noGrp="1"/>
          </p:cNvSpPr>
          <p:nvPr/>
        </p:nvSpPr>
        <p:spPr>
          <a:xfrm>
            <a:off x="70826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9" name="F2_precision_recall_distributions_6943">
            <a:extLst>
              <a:ext uri="{FF2B5EF4-FFF2-40B4-BE49-F238E27FC236}">
                <a16:creationId xmlns:a16="http://schemas.microsoft.com/office/drawing/2014/main" id="{4DDE4DE1-8636-4D27-894F-E9B210305298}"/>
              </a:ext>
            </a:extLst>
          </p:cNvPr>
          <p:cNvSpPr>
            <a:spLocks noGrp="1"/>
          </p:cNvSpPr>
          <p:nvPr/>
        </p:nvSpPr>
        <p:spPr>
          <a:xfrm>
            <a:off x="725357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0" name="F2_precision_recall_distributions_6944">
            <a:extLst>
              <a:ext uri="{FF2B5EF4-FFF2-40B4-BE49-F238E27FC236}">
                <a16:creationId xmlns:a16="http://schemas.microsoft.com/office/drawing/2014/main" id="{6208896E-2834-498C-AA7D-03155FE839D8}"/>
              </a:ext>
            </a:extLst>
          </p:cNvPr>
          <p:cNvSpPr>
            <a:spLocks noGrp="1"/>
          </p:cNvSpPr>
          <p:nvPr/>
        </p:nvSpPr>
        <p:spPr>
          <a:xfrm>
            <a:off x="70323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1" name="F2_precision_recall_distributions_6945">
            <a:extLst>
              <a:ext uri="{FF2B5EF4-FFF2-40B4-BE49-F238E27FC236}">
                <a16:creationId xmlns:a16="http://schemas.microsoft.com/office/drawing/2014/main" id="{8EB5551A-BAF0-4F4E-AC0C-78A5ABE86E23}"/>
              </a:ext>
            </a:extLst>
          </p:cNvPr>
          <p:cNvSpPr>
            <a:spLocks noGrp="1"/>
          </p:cNvSpPr>
          <p:nvPr/>
        </p:nvSpPr>
        <p:spPr>
          <a:xfrm>
            <a:off x="72119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2" name="F2_precision_recall_distributions_6946">
            <a:extLst>
              <a:ext uri="{FF2B5EF4-FFF2-40B4-BE49-F238E27FC236}">
                <a16:creationId xmlns:a16="http://schemas.microsoft.com/office/drawing/2014/main" id="{5CC64A91-7DC2-4BB8-8D09-00D86F6F7716}"/>
              </a:ext>
            </a:extLst>
          </p:cNvPr>
          <p:cNvSpPr>
            <a:spLocks noGrp="1"/>
          </p:cNvSpPr>
          <p:nvPr/>
        </p:nvSpPr>
        <p:spPr>
          <a:xfrm>
            <a:off x="704503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3" name="F2_precision_recall_distributions_6947">
            <a:extLst>
              <a:ext uri="{FF2B5EF4-FFF2-40B4-BE49-F238E27FC236}">
                <a16:creationId xmlns:a16="http://schemas.microsoft.com/office/drawing/2014/main" id="{7D22F8F3-258B-4159-90A3-0FB508F7FB24}"/>
              </a:ext>
            </a:extLst>
          </p:cNvPr>
          <p:cNvSpPr>
            <a:spLocks noGrp="1"/>
          </p:cNvSpPr>
          <p:nvPr/>
        </p:nvSpPr>
        <p:spPr>
          <a:xfrm>
            <a:off x="729994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4" name="F2_precision_recall_distributions_6948">
            <a:extLst>
              <a:ext uri="{FF2B5EF4-FFF2-40B4-BE49-F238E27FC236}">
                <a16:creationId xmlns:a16="http://schemas.microsoft.com/office/drawing/2014/main" id="{A6C5D1D9-3553-48E2-8674-1D17ABFA4233}"/>
              </a:ext>
            </a:extLst>
          </p:cNvPr>
          <p:cNvSpPr>
            <a:spLocks noGrp="1"/>
          </p:cNvSpPr>
          <p:nvPr/>
        </p:nvSpPr>
        <p:spPr>
          <a:xfrm>
            <a:off x="72666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5" name="F2_precision_recall_distributions_6949">
            <a:extLst>
              <a:ext uri="{FF2B5EF4-FFF2-40B4-BE49-F238E27FC236}">
                <a16:creationId xmlns:a16="http://schemas.microsoft.com/office/drawing/2014/main" id="{4338F6D8-22C7-42EF-9EDF-5BC27DF15ECA}"/>
              </a:ext>
            </a:extLst>
          </p:cNvPr>
          <p:cNvSpPr>
            <a:spLocks noGrp="1"/>
          </p:cNvSpPr>
          <p:nvPr/>
        </p:nvSpPr>
        <p:spPr>
          <a:xfrm>
            <a:off x="705269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6" name="F2_precision_recall_distributions_6950">
            <a:extLst>
              <a:ext uri="{FF2B5EF4-FFF2-40B4-BE49-F238E27FC236}">
                <a16:creationId xmlns:a16="http://schemas.microsoft.com/office/drawing/2014/main" id="{6E0168DD-C4F1-41B2-A20D-17F26893A3F6}"/>
              </a:ext>
            </a:extLst>
          </p:cNvPr>
          <p:cNvSpPr>
            <a:spLocks noGrp="1"/>
          </p:cNvSpPr>
          <p:nvPr/>
        </p:nvSpPr>
        <p:spPr>
          <a:xfrm>
            <a:off x="72634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7" name="F2_precision_recall_distributions_6951">
            <a:extLst>
              <a:ext uri="{FF2B5EF4-FFF2-40B4-BE49-F238E27FC236}">
                <a16:creationId xmlns:a16="http://schemas.microsoft.com/office/drawing/2014/main" id="{9FE77ED1-DE2A-4284-8ECD-9DA1C659DE95}"/>
              </a:ext>
            </a:extLst>
          </p:cNvPr>
          <p:cNvSpPr>
            <a:spLocks noGrp="1"/>
          </p:cNvSpPr>
          <p:nvPr/>
        </p:nvSpPr>
        <p:spPr>
          <a:xfrm>
            <a:off x="706756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8" name="F2_precision_recall_distributions_6952">
            <a:extLst>
              <a:ext uri="{FF2B5EF4-FFF2-40B4-BE49-F238E27FC236}">
                <a16:creationId xmlns:a16="http://schemas.microsoft.com/office/drawing/2014/main" id="{1A02D4E9-2CC7-4D97-8EC8-F090AE2815E1}"/>
              </a:ext>
            </a:extLst>
          </p:cNvPr>
          <p:cNvSpPr>
            <a:spLocks noGrp="1"/>
          </p:cNvSpPr>
          <p:nvPr/>
        </p:nvSpPr>
        <p:spPr>
          <a:xfrm>
            <a:off x="7120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9" name="F2_precision_recall_distributions_6953">
            <a:extLst>
              <a:ext uri="{FF2B5EF4-FFF2-40B4-BE49-F238E27FC236}">
                <a16:creationId xmlns:a16="http://schemas.microsoft.com/office/drawing/2014/main" id="{40587991-EA61-4930-82D7-C24ACDE784EA}"/>
              </a:ext>
            </a:extLst>
          </p:cNvPr>
          <p:cNvSpPr>
            <a:spLocks noGrp="1"/>
          </p:cNvSpPr>
          <p:nvPr/>
        </p:nvSpPr>
        <p:spPr>
          <a:xfrm>
            <a:off x="700937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0" name="F2_precision_recall_distributions_6954">
            <a:extLst>
              <a:ext uri="{FF2B5EF4-FFF2-40B4-BE49-F238E27FC236}">
                <a16:creationId xmlns:a16="http://schemas.microsoft.com/office/drawing/2014/main" id="{CEAB2506-79D1-4A88-B91D-FFF4EA76944F}"/>
              </a:ext>
            </a:extLst>
          </p:cNvPr>
          <p:cNvSpPr>
            <a:spLocks noGrp="1"/>
          </p:cNvSpPr>
          <p:nvPr/>
        </p:nvSpPr>
        <p:spPr>
          <a:xfrm>
            <a:off x="70031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1" name="F2_precision_recall_distributions_6955">
            <a:extLst>
              <a:ext uri="{FF2B5EF4-FFF2-40B4-BE49-F238E27FC236}">
                <a16:creationId xmlns:a16="http://schemas.microsoft.com/office/drawing/2014/main" id="{739CF0A4-1264-4F7B-B7AF-47CC06C58A5B}"/>
              </a:ext>
            </a:extLst>
          </p:cNvPr>
          <p:cNvSpPr>
            <a:spLocks noGrp="1"/>
          </p:cNvSpPr>
          <p:nvPr/>
        </p:nvSpPr>
        <p:spPr>
          <a:xfrm>
            <a:off x="733022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2" name="F2_precision_recall_distributions_6956">
            <a:extLst>
              <a:ext uri="{FF2B5EF4-FFF2-40B4-BE49-F238E27FC236}">
                <a16:creationId xmlns:a16="http://schemas.microsoft.com/office/drawing/2014/main" id="{B5E59673-518F-4EB6-83F0-927A89614D68}"/>
              </a:ext>
            </a:extLst>
          </p:cNvPr>
          <p:cNvSpPr>
            <a:spLocks noGrp="1"/>
          </p:cNvSpPr>
          <p:nvPr/>
        </p:nvSpPr>
        <p:spPr>
          <a:xfrm>
            <a:off x="727303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3" name="F2_precision_recall_distributions_6957">
            <a:extLst>
              <a:ext uri="{FF2B5EF4-FFF2-40B4-BE49-F238E27FC236}">
                <a16:creationId xmlns:a16="http://schemas.microsoft.com/office/drawing/2014/main" id="{2082B6F5-732A-4339-B709-06919C880BCC}"/>
              </a:ext>
            </a:extLst>
          </p:cNvPr>
          <p:cNvSpPr>
            <a:spLocks noGrp="1"/>
          </p:cNvSpPr>
          <p:nvPr/>
        </p:nvSpPr>
        <p:spPr>
          <a:xfrm>
            <a:off x="712539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4" name="F2_precision_recall_distributions_6958">
            <a:extLst>
              <a:ext uri="{FF2B5EF4-FFF2-40B4-BE49-F238E27FC236}">
                <a16:creationId xmlns:a16="http://schemas.microsoft.com/office/drawing/2014/main" id="{99A01092-3F48-464F-9A33-21DECA95E2EA}"/>
              </a:ext>
            </a:extLst>
          </p:cNvPr>
          <p:cNvSpPr>
            <a:spLocks noGrp="1"/>
          </p:cNvSpPr>
          <p:nvPr/>
        </p:nvSpPr>
        <p:spPr>
          <a:xfrm>
            <a:off x="72259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5" name="F2_precision_recall_distributions_6959">
            <a:extLst>
              <a:ext uri="{FF2B5EF4-FFF2-40B4-BE49-F238E27FC236}">
                <a16:creationId xmlns:a16="http://schemas.microsoft.com/office/drawing/2014/main" id="{E054973A-FAE5-4C1A-A097-37367B8B05A7}"/>
              </a:ext>
            </a:extLst>
          </p:cNvPr>
          <p:cNvSpPr>
            <a:spLocks noGrp="1"/>
          </p:cNvSpPr>
          <p:nvPr/>
        </p:nvSpPr>
        <p:spPr>
          <a:xfrm>
            <a:off x="70384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6" name="F2_precision_recall_distributions_6960">
            <a:extLst>
              <a:ext uri="{FF2B5EF4-FFF2-40B4-BE49-F238E27FC236}">
                <a16:creationId xmlns:a16="http://schemas.microsoft.com/office/drawing/2014/main" id="{F39F3F46-5FAD-4EF2-82C2-10B208BD4A6E}"/>
              </a:ext>
            </a:extLst>
          </p:cNvPr>
          <p:cNvSpPr>
            <a:spLocks noGrp="1"/>
          </p:cNvSpPr>
          <p:nvPr/>
        </p:nvSpPr>
        <p:spPr>
          <a:xfrm>
            <a:off x="7121010" y="5863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7" name="F2_precision_recall_distributions_6961">
            <a:extLst>
              <a:ext uri="{FF2B5EF4-FFF2-40B4-BE49-F238E27FC236}">
                <a16:creationId xmlns:a16="http://schemas.microsoft.com/office/drawing/2014/main" id="{EF382BC1-7E6F-453E-94E1-26776ECBCAC7}"/>
              </a:ext>
            </a:extLst>
          </p:cNvPr>
          <p:cNvSpPr>
            <a:spLocks noGrp="1"/>
          </p:cNvSpPr>
          <p:nvPr/>
        </p:nvSpPr>
        <p:spPr>
          <a:xfrm>
            <a:off x="7074176" y="62552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8" name="F2_precision_recall_distributions_6962">
            <a:extLst>
              <a:ext uri="{FF2B5EF4-FFF2-40B4-BE49-F238E27FC236}">
                <a16:creationId xmlns:a16="http://schemas.microsoft.com/office/drawing/2014/main" id="{7B1EAA59-43FC-4C9F-9394-1B5856A7A75E}"/>
              </a:ext>
            </a:extLst>
          </p:cNvPr>
          <p:cNvSpPr>
            <a:spLocks noGrp="1"/>
          </p:cNvSpPr>
          <p:nvPr/>
        </p:nvSpPr>
        <p:spPr>
          <a:xfrm>
            <a:off x="7155889" y="60427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9" name="F2_precision_recall_distributions_6963">
            <a:extLst>
              <a:ext uri="{FF2B5EF4-FFF2-40B4-BE49-F238E27FC236}">
                <a16:creationId xmlns:a16="http://schemas.microsoft.com/office/drawing/2014/main" id="{E0E6140B-0367-4E67-B393-3BB9DA5AD70D}"/>
              </a:ext>
            </a:extLst>
          </p:cNvPr>
          <p:cNvSpPr>
            <a:spLocks noGrp="1"/>
          </p:cNvSpPr>
          <p:nvPr/>
        </p:nvSpPr>
        <p:spPr>
          <a:xfrm>
            <a:off x="696960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0" name="F2_precision_recall_distributions_6964">
            <a:extLst>
              <a:ext uri="{FF2B5EF4-FFF2-40B4-BE49-F238E27FC236}">
                <a16:creationId xmlns:a16="http://schemas.microsoft.com/office/drawing/2014/main" id="{6851D00B-9773-4B6A-9906-1B80B67E211C}"/>
              </a:ext>
            </a:extLst>
          </p:cNvPr>
          <p:cNvSpPr>
            <a:spLocks noGrp="1"/>
          </p:cNvSpPr>
          <p:nvPr/>
        </p:nvSpPr>
        <p:spPr>
          <a:xfrm>
            <a:off x="70816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1" name="F2_precision_recall_distributions_6965">
            <a:extLst>
              <a:ext uri="{FF2B5EF4-FFF2-40B4-BE49-F238E27FC236}">
                <a16:creationId xmlns:a16="http://schemas.microsoft.com/office/drawing/2014/main" id="{441957EE-1069-4BFA-B9A7-34FF760BE2F2}"/>
              </a:ext>
            </a:extLst>
          </p:cNvPr>
          <p:cNvSpPr>
            <a:spLocks noGrp="1"/>
          </p:cNvSpPr>
          <p:nvPr/>
        </p:nvSpPr>
        <p:spPr>
          <a:xfrm>
            <a:off x="720693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2" name="F2_precision_recall_distributions_6966">
            <a:extLst>
              <a:ext uri="{FF2B5EF4-FFF2-40B4-BE49-F238E27FC236}">
                <a16:creationId xmlns:a16="http://schemas.microsoft.com/office/drawing/2014/main" id="{5BD8168F-C3AE-42B2-8AFF-3D5F955D3CFA}"/>
              </a:ext>
            </a:extLst>
          </p:cNvPr>
          <p:cNvSpPr>
            <a:spLocks noGrp="1"/>
          </p:cNvSpPr>
          <p:nvPr/>
        </p:nvSpPr>
        <p:spPr>
          <a:xfrm>
            <a:off x="6976587" y="64263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3" name="F2_precision_recall_distributions_6967">
            <a:extLst>
              <a:ext uri="{FF2B5EF4-FFF2-40B4-BE49-F238E27FC236}">
                <a16:creationId xmlns:a16="http://schemas.microsoft.com/office/drawing/2014/main" id="{EE1E6CA6-13C4-4555-90ED-45C62F4E19AE}"/>
              </a:ext>
            </a:extLst>
          </p:cNvPr>
          <p:cNvSpPr>
            <a:spLocks noGrp="1"/>
          </p:cNvSpPr>
          <p:nvPr/>
        </p:nvSpPr>
        <p:spPr>
          <a:xfrm>
            <a:off x="731450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4" name="F2_precision_recall_distributions_6968">
            <a:extLst>
              <a:ext uri="{FF2B5EF4-FFF2-40B4-BE49-F238E27FC236}">
                <a16:creationId xmlns:a16="http://schemas.microsoft.com/office/drawing/2014/main" id="{E8D7C88D-6823-4018-8453-375C1AC82D87}"/>
              </a:ext>
            </a:extLst>
          </p:cNvPr>
          <p:cNvSpPr>
            <a:spLocks noGrp="1"/>
          </p:cNvSpPr>
          <p:nvPr/>
        </p:nvSpPr>
        <p:spPr>
          <a:xfrm>
            <a:off x="733069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5" name="F2_precision_recall_distributions_6969">
            <a:extLst>
              <a:ext uri="{FF2B5EF4-FFF2-40B4-BE49-F238E27FC236}">
                <a16:creationId xmlns:a16="http://schemas.microsoft.com/office/drawing/2014/main" id="{76F008BF-F9BA-489F-9F44-E3B9F1FA9467}"/>
              </a:ext>
            </a:extLst>
          </p:cNvPr>
          <p:cNvSpPr>
            <a:spLocks noGrp="1"/>
          </p:cNvSpPr>
          <p:nvPr/>
        </p:nvSpPr>
        <p:spPr>
          <a:xfrm>
            <a:off x="71967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6" name="F2_precision_recall_distributions_6970">
            <a:extLst>
              <a:ext uri="{FF2B5EF4-FFF2-40B4-BE49-F238E27FC236}">
                <a16:creationId xmlns:a16="http://schemas.microsoft.com/office/drawing/2014/main" id="{824BD3E8-3892-4338-B7E8-7645A8620E79}"/>
              </a:ext>
            </a:extLst>
          </p:cNvPr>
          <p:cNvSpPr>
            <a:spLocks noGrp="1"/>
          </p:cNvSpPr>
          <p:nvPr/>
        </p:nvSpPr>
        <p:spPr>
          <a:xfrm>
            <a:off x="729249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7" name="F2_precision_recall_distributions_6971">
            <a:extLst>
              <a:ext uri="{FF2B5EF4-FFF2-40B4-BE49-F238E27FC236}">
                <a16:creationId xmlns:a16="http://schemas.microsoft.com/office/drawing/2014/main" id="{5A5B33DD-B7D4-4C3B-AA24-76DD7CD9DD08}"/>
              </a:ext>
            </a:extLst>
          </p:cNvPr>
          <p:cNvSpPr>
            <a:spLocks noGrp="1"/>
          </p:cNvSpPr>
          <p:nvPr/>
        </p:nvSpPr>
        <p:spPr>
          <a:xfrm>
            <a:off x="706493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8" name="F2_precision_recall_distributions_6972">
            <a:extLst>
              <a:ext uri="{FF2B5EF4-FFF2-40B4-BE49-F238E27FC236}">
                <a16:creationId xmlns:a16="http://schemas.microsoft.com/office/drawing/2014/main" id="{8D595DD4-4427-40AF-9DE1-0F016F79718E}"/>
              </a:ext>
            </a:extLst>
          </p:cNvPr>
          <p:cNvSpPr>
            <a:spLocks noGrp="1"/>
          </p:cNvSpPr>
          <p:nvPr/>
        </p:nvSpPr>
        <p:spPr>
          <a:xfrm>
            <a:off x="72851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9" name="F2_precision_recall_distributions_6973">
            <a:extLst>
              <a:ext uri="{FF2B5EF4-FFF2-40B4-BE49-F238E27FC236}">
                <a16:creationId xmlns:a16="http://schemas.microsoft.com/office/drawing/2014/main" id="{92B67658-11EA-414E-A3B0-CC400EE0DE4A}"/>
              </a:ext>
            </a:extLst>
          </p:cNvPr>
          <p:cNvSpPr>
            <a:spLocks noGrp="1"/>
          </p:cNvSpPr>
          <p:nvPr/>
        </p:nvSpPr>
        <p:spPr>
          <a:xfrm>
            <a:off x="7000716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0" name="F2_precision_recall_distributions_6974">
            <a:extLst>
              <a:ext uri="{FF2B5EF4-FFF2-40B4-BE49-F238E27FC236}">
                <a16:creationId xmlns:a16="http://schemas.microsoft.com/office/drawing/2014/main" id="{F22C5D98-7FA7-477D-8225-1AD2FBFA4841}"/>
              </a:ext>
            </a:extLst>
          </p:cNvPr>
          <p:cNvSpPr>
            <a:spLocks noGrp="1"/>
          </p:cNvSpPr>
          <p:nvPr/>
        </p:nvSpPr>
        <p:spPr>
          <a:xfrm>
            <a:off x="70676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1" name="F2_precision_recall_distributions_6975">
            <a:extLst>
              <a:ext uri="{FF2B5EF4-FFF2-40B4-BE49-F238E27FC236}">
                <a16:creationId xmlns:a16="http://schemas.microsoft.com/office/drawing/2014/main" id="{A745FA0D-62E1-4EBE-B9D8-52CC33887C8F}"/>
              </a:ext>
            </a:extLst>
          </p:cNvPr>
          <p:cNvSpPr>
            <a:spLocks noGrp="1"/>
          </p:cNvSpPr>
          <p:nvPr/>
        </p:nvSpPr>
        <p:spPr>
          <a:xfrm>
            <a:off x="711768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2" name="F2_precision_recall_distributions_6976">
            <a:extLst>
              <a:ext uri="{FF2B5EF4-FFF2-40B4-BE49-F238E27FC236}">
                <a16:creationId xmlns:a16="http://schemas.microsoft.com/office/drawing/2014/main" id="{C1F81DCB-CA59-40A4-BC75-0FC326D38143}"/>
              </a:ext>
            </a:extLst>
          </p:cNvPr>
          <p:cNvSpPr>
            <a:spLocks noGrp="1"/>
          </p:cNvSpPr>
          <p:nvPr/>
        </p:nvSpPr>
        <p:spPr>
          <a:xfrm>
            <a:off x="7103896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3" name="F2_precision_recall_distributions_6977">
            <a:extLst>
              <a:ext uri="{FF2B5EF4-FFF2-40B4-BE49-F238E27FC236}">
                <a16:creationId xmlns:a16="http://schemas.microsoft.com/office/drawing/2014/main" id="{35B2D43D-9E7F-49BC-840B-6A2227E9DE25}"/>
              </a:ext>
            </a:extLst>
          </p:cNvPr>
          <p:cNvSpPr>
            <a:spLocks noGrp="1"/>
          </p:cNvSpPr>
          <p:nvPr/>
        </p:nvSpPr>
        <p:spPr>
          <a:xfrm>
            <a:off x="700525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4" name="F2_precision_recall_distributions_6978">
            <a:extLst>
              <a:ext uri="{FF2B5EF4-FFF2-40B4-BE49-F238E27FC236}">
                <a16:creationId xmlns:a16="http://schemas.microsoft.com/office/drawing/2014/main" id="{D982232E-4D47-4E71-80EC-A5EBD27E3979}"/>
              </a:ext>
            </a:extLst>
          </p:cNvPr>
          <p:cNvSpPr>
            <a:spLocks noGrp="1"/>
          </p:cNvSpPr>
          <p:nvPr/>
        </p:nvSpPr>
        <p:spPr>
          <a:xfrm>
            <a:off x="716273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5" name="F2_precision_recall_distributions_6979">
            <a:extLst>
              <a:ext uri="{FF2B5EF4-FFF2-40B4-BE49-F238E27FC236}">
                <a16:creationId xmlns:a16="http://schemas.microsoft.com/office/drawing/2014/main" id="{BBF8D2BB-A20E-407B-B57B-6AD264108999}"/>
              </a:ext>
            </a:extLst>
          </p:cNvPr>
          <p:cNvSpPr>
            <a:spLocks noGrp="1"/>
          </p:cNvSpPr>
          <p:nvPr/>
        </p:nvSpPr>
        <p:spPr>
          <a:xfrm>
            <a:off x="7289258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6" name="F2_precision_recall_distributions_6980">
            <a:extLst>
              <a:ext uri="{FF2B5EF4-FFF2-40B4-BE49-F238E27FC236}">
                <a16:creationId xmlns:a16="http://schemas.microsoft.com/office/drawing/2014/main" id="{DE397516-FC35-45A1-A132-9429FE51FBB0}"/>
              </a:ext>
            </a:extLst>
          </p:cNvPr>
          <p:cNvSpPr>
            <a:spLocks noGrp="1"/>
          </p:cNvSpPr>
          <p:nvPr/>
        </p:nvSpPr>
        <p:spPr>
          <a:xfrm>
            <a:off x="72994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7" name="F2_precision_recall_distributions_6981">
            <a:extLst>
              <a:ext uri="{FF2B5EF4-FFF2-40B4-BE49-F238E27FC236}">
                <a16:creationId xmlns:a16="http://schemas.microsoft.com/office/drawing/2014/main" id="{9FFAF2F5-65A3-4898-A2C8-33F9EECA6208}"/>
              </a:ext>
            </a:extLst>
          </p:cNvPr>
          <p:cNvSpPr>
            <a:spLocks noGrp="1"/>
          </p:cNvSpPr>
          <p:nvPr/>
        </p:nvSpPr>
        <p:spPr>
          <a:xfrm>
            <a:off x="7238285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8" name="F2_precision_recall_distributions_6982">
            <a:extLst>
              <a:ext uri="{FF2B5EF4-FFF2-40B4-BE49-F238E27FC236}">
                <a16:creationId xmlns:a16="http://schemas.microsoft.com/office/drawing/2014/main" id="{D38BA8D2-D107-424C-B481-5DEE4DB5139A}"/>
              </a:ext>
            </a:extLst>
          </p:cNvPr>
          <p:cNvSpPr>
            <a:spLocks noGrp="1"/>
          </p:cNvSpPr>
          <p:nvPr/>
        </p:nvSpPr>
        <p:spPr>
          <a:xfrm>
            <a:off x="70966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9" name="F2_precision_recall_distributions_6983">
            <a:extLst>
              <a:ext uri="{FF2B5EF4-FFF2-40B4-BE49-F238E27FC236}">
                <a16:creationId xmlns:a16="http://schemas.microsoft.com/office/drawing/2014/main" id="{565DB85D-4905-4506-A554-A7EEEBDE2BEA}"/>
              </a:ext>
            </a:extLst>
          </p:cNvPr>
          <p:cNvSpPr>
            <a:spLocks noGrp="1"/>
          </p:cNvSpPr>
          <p:nvPr/>
        </p:nvSpPr>
        <p:spPr>
          <a:xfrm>
            <a:off x="7036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0" name="F2_precision_recall_distributions_6984">
            <a:extLst>
              <a:ext uri="{FF2B5EF4-FFF2-40B4-BE49-F238E27FC236}">
                <a16:creationId xmlns:a16="http://schemas.microsoft.com/office/drawing/2014/main" id="{BC2D2813-B1DD-42A1-97A9-2C10F27F0EC5}"/>
              </a:ext>
            </a:extLst>
          </p:cNvPr>
          <p:cNvSpPr>
            <a:spLocks noGrp="1"/>
          </p:cNvSpPr>
          <p:nvPr/>
        </p:nvSpPr>
        <p:spPr>
          <a:xfrm>
            <a:off x="710602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1" name="F2_precision_recall_distributions_6985">
            <a:extLst>
              <a:ext uri="{FF2B5EF4-FFF2-40B4-BE49-F238E27FC236}">
                <a16:creationId xmlns:a16="http://schemas.microsoft.com/office/drawing/2014/main" id="{DC1968FA-FAF1-4CDF-AEBC-69DF0E94056E}"/>
              </a:ext>
            </a:extLst>
          </p:cNvPr>
          <p:cNvSpPr>
            <a:spLocks noGrp="1"/>
          </p:cNvSpPr>
          <p:nvPr/>
        </p:nvSpPr>
        <p:spPr>
          <a:xfrm>
            <a:off x="723966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2" name="F2_precision_recall_distributions_6986">
            <a:extLst>
              <a:ext uri="{FF2B5EF4-FFF2-40B4-BE49-F238E27FC236}">
                <a16:creationId xmlns:a16="http://schemas.microsoft.com/office/drawing/2014/main" id="{EF8A1305-3F7B-4FD2-BA17-759EE998A393}"/>
              </a:ext>
            </a:extLst>
          </p:cNvPr>
          <p:cNvSpPr>
            <a:spLocks noGrp="1"/>
          </p:cNvSpPr>
          <p:nvPr/>
        </p:nvSpPr>
        <p:spPr>
          <a:xfrm>
            <a:off x="718008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3" name="F2_precision_recall_distributions_6987">
            <a:extLst>
              <a:ext uri="{FF2B5EF4-FFF2-40B4-BE49-F238E27FC236}">
                <a16:creationId xmlns:a16="http://schemas.microsoft.com/office/drawing/2014/main" id="{91A7EBA4-4258-40FD-945F-E4233D3746F9}"/>
              </a:ext>
            </a:extLst>
          </p:cNvPr>
          <p:cNvSpPr>
            <a:spLocks noGrp="1"/>
          </p:cNvSpPr>
          <p:nvPr/>
        </p:nvSpPr>
        <p:spPr>
          <a:xfrm>
            <a:off x="7028822" y="57867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4" name="F2_precision_recall_distributions_6988">
            <a:extLst>
              <a:ext uri="{FF2B5EF4-FFF2-40B4-BE49-F238E27FC236}">
                <a16:creationId xmlns:a16="http://schemas.microsoft.com/office/drawing/2014/main" id="{E7B19032-32EB-4DC5-A2FD-07B3771882E0}"/>
              </a:ext>
            </a:extLst>
          </p:cNvPr>
          <p:cNvSpPr>
            <a:spLocks noGrp="1"/>
          </p:cNvSpPr>
          <p:nvPr/>
        </p:nvSpPr>
        <p:spPr>
          <a:xfrm>
            <a:off x="730223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5" name="F2_precision_recall_distributions_6989">
            <a:extLst>
              <a:ext uri="{FF2B5EF4-FFF2-40B4-BE49-F238E27FC236}">
                <a16:creationId xmlns:a16="http://schemas.microsoft.com/office/drawing/2014/main" id="{6AD796AC-1BEB-4405-A133-52A1EDEFFA31}"/>
              </a:ext>
            </a:extLst>
          </p:cNvPr>
          <p:cNvSpPr>
            <a:spLocks noGrp="1"/>
          </p:cNvSpPr>
          <p:nvPr/>
        </p:nvSpPr>
        <p:spPr>
          <a:xfrm>
            <a:off x="72857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6" name="F2_precision_recall_distributions_6990">
            <a:extLst>
              <a:ext uri="{FF2B5EF4-FFF2-40B4-BE49-F238E27FC236}">
                <a16:creationId xmlns:a16="http://schemas.microsoft.com/office/drawing/2014/main" id="{906BC8F7-EA32-4602-A617-45FA6D1D6247}"/>
              </a:ext>
            </a:extLst>
          </p:cNvPr>
          <p:cNvSpPr>
            <a:spLocks noGrp="1"/>
          </p:cNvSpPr>
          <p:nvPr/>
        </p:nvSpPr>
        <p:spPr>
          <a:xfrm>
            <a:off x="7337133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7" name="F2_precision_recall_distributions_6991">
            <a:extLst>
              <a:ext uri="{FF2B5EF4-FFF2-40B4-BE49-F238E27FC236}">
                <a16:creationId xmlns:a16="http://schemas.microsoft.com/office/drawing/2014/main" id="{F851BBE6-4B03-4C7C-9BFF-F1284CCE2EE3}"/>
              </a:ext>
            </a:extLst>
          </p:cNvPr>
          <p:cNvSpPr>
            <a:spLocks noGrp="1"/>
          </p:cNvSpPr>
          <p:nvPr/>
        </p:nvSpPr>
        <p:spPr>
          <a:xfrm>
            <a:off x="72373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8" name="F2_precision_recall_distributions_6992">
            <a:extLst>
              <a:ext uri="{FF2B5EF4-FFF2-40B4-BE49-F238E27FC236}">
                <a16:creationId xmlns:a16="http://schemas.microsoft.com/office/drawing/2014/main" id="{0965B275-771B-4D13-8B4E-D9706E51810D}"/>
              </a:ext>
            </a:extLst>
          </p:cNvPr>
          <p:cNvSpPr>
            <a:spLocks noGrp="1"/>
          </p:cNvSpPr>
          <p:nvPr/>
        </p:nvSpPr>
        <p:spPr>
          <a:xfrm>
            <a:off x="714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9" name="F2_precision_recall_distributions_6993">
            <a:extLst>
              <a:ext uri="{FF2B5EF4-FFF2-40B4-BE49-F238E27FC236}">
                <a16:creationId xmlns:a16="http://schemas.microsoft.com/office/drawing/2014/main" id="{6B00EBB5-9A16-40E4-ABF2-3076D349324C}"/>
              </a:ext>
            </a:extLst>
          </p:cNvPr>
          <p:cNvSpPr>
            <a:spLocks noGrp="1"/>
          </p:cNvSpPr>
          <p:nvPr/>
        </p:nvSpPr>
        <p:spPr>
          <a:xfrm>
            <a:off x="709274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0" name="F2_precision_recall_distributions_6994">
            <a:extLst>
              <a:ext uri="{FF2B5EF4-FFF2-40B4-BE49-F238E27FC236}">
                <a16:creationId xmlns:a16="http://schemas.microsoft.com/office/drawing/2014/main" id="{F444DA78-C7DE-4F23-83DC-1424E17A0CC5}"/>
              </a:ext>
            </a:extLst>
          </p:cNvPr>
          <p:cNvSpPr>
            <a:spLocks noGrp="1"/>
          </p:cNvSpPr>
          <p:nvPr/>
        </p:nvSpPr>
        <p:spPr>
          <a:xfrm>
            <a:off x="7257775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1" name="F2_precision_recall_distributions_6995">
            <a:extLst>
              <a:ext uri="{FF2B5EF4-FFF2-40B4-BE49-F238E27FC236}">
                <a16:creationId xmlns:a16="http://schemas.microsoft.com/office/drawing/2014/main" id="{22F801FF-FAA9-48C1-AB96-01AC6314E33C}"/>
              </a:ext>
            </a:extLst>
          </p:cNvPr>
          <p:cNvSpPr>
            <a:spLocks noGrp="1"/>
          </p:cNvSpPr>
          <p:nvPr/>
        </p:nvSpPr>
        <p:spPr>
          <a:xfrm>
            <a:off x="71956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2" name="F2_precision_recall_distributions_6996">
            <a:extLst>
              <a:ext uri="{FF2B5EF4-FFF2-40B4-BE49-F238E27FC236}">
                <a16:creationId xmlns:a16="http://schemas.microsoft.com/office/drawing/2014/main" id="{DD918402-E8D4-4963-B4F8-3B3A92AB7BA7}"/>
              </a:ext>
            </a:extLst>
          </p:cNvPr>
          <p:cNvSpPr>
            <a:spLocks noGrp="1"/>
          </p:cNvSpPr>
          <p:nvPr/>
        </p:nvSpPr>
        <p:spPr>
          <a:xfrm>
            <a:off x="73214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3" name="F2_precision_recall_distributions_6997">
            <a:extLst>
              <a:ext uri="{FF2B5EF4-FFF2-40B4-BE49-F238E27FC236}">
                <a16:creationId xmlns:a16="http://schemas.microsoft.com/office/drawing/2014/main" id="{5F1939CD-9B3A-4622-B7F3-3AD8B0D9F43B}"/>
              </a:ext>
            </a:extLst>
          </p:cNvPr>
          <p:cNvSpPr>
            <a:spLocks noGrp="1"/>
          </p:cNvSpPr>
          <p:nvPr/>
        </p:nvSpPr>
        <p:spPr>
          <a:xfrm>
            <a:off x="698788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4" name="F2_precision_recall_distributions_6998">
            <a:extLst>
              <a:ext uri="{FF2B5EF4-FFF2-40B4-BE49-F238E27FC236}">
                <a16:creationId xmlns:a16="http://schemas.microsoft.com/office/drawing/2014/main" id="{D102CA2D-AE9E-4EE6-BE14-B533E3FF878A}"/>
              </a:ext>
            </a:extLst>
          </p:cNvPr>
          <p:cNvSpPr>
            <a:spLocks noGrp="1"/>
          </p:cNvSpPr>
          <p:nvPr/>
        </p:nvSpPr>
        <p:spPr>
          <a:xfrm>
            <a:off x="720676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5" name="F2_precision_recall_distributions_6999">
            <a:extLst>
              <a:ext uri="{FF2B5EF4-FFF2-40B4-BE49-F238E27FC236}">
                <a16:creationId xmlns:a16="http://schemas.microsoft.com/office/drawing/2014/main" id="{7A75A3B7-1071-42B0-BA7F-3292BF011D86}"/>
              </a:ext>
            </a:extLst>
          </p:cNvPr>
          <p:cNvSpPr>
            <a:spLocks noGrp="1"/>
          </p:cNvSpPr>
          <p:nvPr/>
        </p:nvSpPr>
        <p:spPr>
          <a:xfrm>
            <a:off x="722353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6" name="F2_precision_recall_distributions_7000">
            <a:extLst>
              <a:ext uri="{FF2B5EF4-FFF2-40B4-BE49-F238E27FC236}">
                <a16:creationId xmlns:a16="http://schemas.microsoft.com/office/drawing/2014/main" id="{F9A547E9-A4B8-4EDB-9EE6-5967460D58E5}"/>
              </a:ext>
            </a:extLst>
          </p:cNvPr>
          <p:cNvSpPr>
            <a:spLocks noGrp="1"/>
          </p:cNvSpPr>
          <p:nvPr/>
        </p:nvSpPr>
        <p:spPr>
          <a:xfrm>
            <a:off x="720457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7" name="F2_precision_recall_distributions_7001">
            <a:extLst>
              <a:ext uri="{FF2B5EF4-FFF2-40B4-BE49-F238E27FC236}">
                <a16:creationId xmlns:a16="http://schemas.microsoft.com/office/drawing/2014/main" id="{C8CCEC12-BD7F-43EC-9084-EF7808B32B17}"/>
              </a:ext>
            </a:extLst>
          </p:cNvPr>
          <p:cNvSpPr>
            <a:spLocks noGrp="1"/>
          </p:cNvSpPr>
          <p:nvPr/>
        </p:nvSpPr>
        <p:spPr>
          <a:xfrm>
            <a:off x="7295469" y="56688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8" name="F2_precision_recall_distributions_7002">
            <a:extLst>
              <a:ext uri="{FF2B5EF4-FFF2-40B4-BE49-F238E27FC236}">
                <a16:creationId xmlns:a16="http://schemas.microsoft.com/office/drawing/2014/main" id="{9B7F2101-DB0C-4E01-9E04-E94D5272D248}"/>
              </a:ext>
            </a:extLst>
          </p:cNvPr>
          <p:cNvSpPr>
            <a:spLocks noGrp="1"/>
          </p:cNvSpPr>
          <p:nvPr/>
        </p:nvSpPr>
        <p:spPr>
          <a:xfrm>
            <a:off x="71012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9" name="F2_precision_recall_distributions_7003">
            <a:extLst>
              <a:ext uri="{FF2B5EF4-FFF2-40B4-BE49-F238E27FC236}">
                <a16:creationId xmlns:a16="http://schemas.microsoft.com/office/drawing/2014/main" id="{27F29550-1FFD-4C59-9312-305751B4603D}"/>
              </a:ext>
            </a:extLst>
          </p:cNvPr>
          <p:cNvSpPr>
            <a:spLocks noGrp="1"/>
          </p:cNvSpPr>
          <p:nvPr/>
        </p:nvSpPr>
        <p:spPr>
          <a:xfrm>
            <a:off x="73165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0" name="F2_precision_recall_distributions_7004">
            <a:extLst>
              <a:ext uri="{FF2B5EF4-FFF2-40B4-BE49-F238E27FC236}">
                <a16:creationId xmlns:a16="http://schemas.microsoft.com/office/drawing/2014/main" id="{AC33A410-FFBA-4BD6-AD35-E518668D3766}"/>
              </a:ext>
            </a:extLst>
          </p:cNvPr>
          <p:cNvSpPr>
            <a:spLocks noGrp="1"/>
          </p:cNvSpPr>
          <p:nvPr/>
        </p:nvSpPr>
        <p:spPr>
          <a:xfrm>
            <a:off x="703193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1" name="F2_precision_recall_distributions_7005">
            <a:extLst>
              <a:ext uri="{FF2B5EF4-FFF2-40B4-BE49-F238E27FC236}">
                <a16:creationId xmlns:a16="http://schemas.microsoft.com/office/drawing/2014/main" id="{94128319-AC6D-442A-B4EC-D47438386054}"/>
              </a:ext>
            </a:extLst>
          </p:cNvPr>
          <p:cNvSpPr>
            <a:spLocks noGrp="1"/>
          </p:cNvSpPr>
          <p:nvPr/>
        </p:nvSpPr>
        <p:spPr>
          <a:xfrm>
            <a:off x="698394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2" name="F2_precision_recall_distributions_7006">
            <a:extLst>
              <a:ext uri="{FF2B5EF4-FFF2-40B4-BE49-F238E27FC236}">
                <a16:creationId xmlns:a16="http://schemas.microsoft.com/office/drawing/2014/main" id="{F6D4079B-D3A4-48B0-93E4-B2585DD07D09}"/>
              </a:ext>
            </a:extLst>
          </p:cNvPr>
          <p:cNvSpPr>
            <a:spLocks noGrp="1"/>
          </p:cNvSpPr>
          <p:nvPr/>
        </p:nvSpPr>
        <p:spPr>
          <a:xfrm>
            <a:off x="719621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3" name="F2_precision_recall_distributions_7007">
            <a:extLst>
              <a:ext uri="{FF2B5EF4-FFF2-40B4-BE49-F238E27FC236}">
                <a16:creationId xmlns:a16="http://schemas.microsoft.com/office/drawing/2014/main" id="{6BD461FF-8265-4642-B7FE-90464DA7258C}"/>
              </a:ext>
            </a:extLst>
          </p:cNvPr>
          <p:cNvSpPr>
            <a:spLocks noGrp="1"/>
          </p:cNvSpPr>
          <p:nvPr/>
        </p:nvSpPr>
        <p:spPr>
          <a:xfrm>
            <a:off x="7097847" y="612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4" name="F2_precision_recall_distributions_7008">
            <a:extLst>
              <a:ext uri="{FF2B5EF4-FFF2-40B4-BE49-F238E27FC236}">
                <a16:creationId xmlns:a16="http://schemas.microsoft.com/office/drawing/2014/main" id="{FE63E2D7-8B61-418D-AA9C-83175F4D3C36}"/>
              </a:ext>
            </a:extLst>
          </p:cNvPr>
          <p:cNvSpPr>
            <a:spLocks noGrp="1"/>
          </p:cNvSpPr>
          <p:nvPr/>
        </p:nvSpPr>
        <p:spPr>
          <a:xfrm>
            <a:off x="733145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5" name="F2_precision_recall_distributions_7009">
            <a:extLst>
              <a:ext uri="{FF2B5EF4-FFF2-40B4-BE49-F238E27FC236}">
                <a16:creationId xmlns:a16="http://schemas.microsoft.com/office/drawing/2014/main" id="{0E241000-B139-4C0E-BF0E-8BD0020006CF}"/>
              </a:ext>
            </a:extLst>
          </p:cNvPr>
          <p:cNvSpPr>
            <a:spLocks noGrp="1"/>
          </p:cNvSpPr>
          <p:nvPr/>
        </p:nvSpPr>
        <p:spPr>
          <a:xfrm>
            <a:off x="700491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6" name="F2_precision_recall_distributions_7010">
            <a:extLst>
              <a:ext uri="{FF2B5EF4-FFF2-40B4-BE49-F238E27FC236}">
                <a16:creationId xmlns:a16="http://schemas.microsoft.com/office/drawing/2014/main" id="{19E5476C-88E5-43C9-A120-3452C09AAB62}"/>
              </a:ext>
            </a:extLst>
          </p:cNvPr>
          <p:cNvSpPr>
            <a:spLocks noGrp="1"/>
          </p:cNvSpPr>
          <p:nvPr/>
        </p:nvSpPr>
        <p:spPr>
          <a:xfrm>
            <a:off x="71952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7" name="F2_precision_recall_distributions_7011">
            <a:extLst>
              <a:ext uri="{FF2B5EF4-FFF2-40B4-BE49-F238E27FC236}">
                <a16:creationId xmlns:a16="http://schemas.microsoft.com/office/drawing/2014/main" id="{50C0CC10-5306-4E74-8F07-50BE08D06035}"/>
              </a:ext>
            </a:extLst>
          </p:cNvPr>
          <p:cNvSpPr>
            <a:spLocks noGrp="1"/>
          </p:cNvSpPr>
          <p:nvPr/>
        </p:nvSpPr>
        <p:spPr>
          <a:xfrm>
            <a:off x="70624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8" name="F2_precision_recall_distributions_7012">
            <a:extLst>
              <a:ext uri="{FF2B5EF4-FFF2-40B4-BE49-F238E27FC236}">
                <a16:creationId xmlns:a16="http://schemas.microsoft.com/office/drawing/2014/main" id="{FF48B63B-54E1-465B-9C50-B64B95CCA49D}"/>
              </a:ext>
            </a:extLst>
          </p:cNvPr>
          <p:cNvSpPr>
            <a:spLocks noGrp="1"/>
          </p:cNvSpPr>
          <p:nvPr/>
        </p:nvSpPr>
        <p:spPr>
          <a:xfrm>
            <a:off x="72259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9" name="F2_precision_recall_distributions_7013">
            <a:extLst>
              <a:ext uri="{FF2B5EF4-FFF2-40B4-BE49-F238E27FC236}">
                <a16:creationId xmlns:a16="http://schemas.microsoft.com/office/drawing/2014/main" id="{0C682551-B26B-49ED-80FE-7D261FCD7C4A}"/>
              </a:ext>
            </a:extLst>
          </p:cNvPr>
          <p:cNvSpPr>
            <a:spLocks noGrp="1"/>
          </p:cNvSpPr>
          <p:nvPr/>
        </p:nvSpPr>
        <p:spPr>
          <a:xfrm>
            <a:off x="73241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0" name="F2_precision_recall_distributions_7014">
            <a:extLst>
              <a:ext uri="{FF2B5EF4-FFF2-40B4-BE49-F238E27FC236}">
                <a16:creationId xmlns:a16="http://schemas.microsoft.com/office/drawing/2014/main" id="{93693EC9-D0EC-4984-A4B4-0AEA0DCC48F9}"/>
              </a:ext>
            </a:extLst>
          </p:cNvPr>
          <p:cNvSpPr>
            <a:spLocks noGrp="1"/>
          </p:cNvSpPr>
          <p:nvPr/>
        </p:nvSpPr>
        <p:spPr>
          <a:xfrm>
            <a:off x="727088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1" name="F2_precision_recall_distributions_7015">
            <a:extLst>
              <a:ext uri="{FF2B5EF4-FFF2-40B4-BE49-F238E27FC236}">
                <a16:creationId xmlns:a16="http://schemas.microsoft.com/office/drawing/2014/main" id="{3DA6EA28-5940-4162-B252-7DD0051CC693}"/>
              </a:ext>
            </a:extLst>
          </p:cNvPr>
          <p:cNvSpPr>
            <a:spLocks noGrp="1"/>
          </p:cNvSpPr>
          <p:nvPr/>
        </p:nvSpPr>
        <p:spPr>
          <a:xfrm>
            <a:off x="704347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2" name="F2_precision_recall_distributions_7016">
            <a:extLst>
              <a:ext uri="{FF2B5EF4-FFF2-40B4-BE49-F238E27FC236}">
                <a16:creationId xmlns:a16="http://schemas.microsoft.com/office/drawing/2014/main" id="{1225C90B-8AA4-4EB2-AAB4-F19FBCCFA5AF}"/>
              </a:ext>
            </a:extLst>
          </p:cNvPr>
          <p:cNvSpPr>
            <a:spLocks noGrp="1"/>
          </p:cNvSpPr>
          <p:nvPr/>
        </p:nvSpPr>
        <p:spPr>
          <a:xfrm>
            <a:off x="717066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3" name="F2_precision_recall_distributions_7017">
            <a:extLst>
              <a:ext uri="{FF2B5EF4-FFF2-40B4-BE49-F238E27FC236}">
                <a16:creationId xmlns:a16="http://schemas.microsoft.com/office/drawing/2014/main" id="{A8B7A418-321B-46BB-AA09-548BFA1C7E4E}"/>
              </a:ext>
            </a:extLst>
          </p:cNvPr>
          <p:cNvSpPr>
            <a:spLocks noGrp="1"/>
          </p:cNvSpPr>
          <p:nvPr/>
        </p:nvSpPr>
        <p:spPr>
          <a:xfrm>
            <a:off x="7039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4" name="F2_precision_recall_distributions_7018">
            <a:extLst>
              <a:ext uri="{FF2B5EF4-FFF2-40B4-BE49-F238E27FC236}">
                <a16:creationId xmlns:a16="http://schemas.microsoft.com/office/drawing/2014/main" id="{01AEB66D-FD31-463F-A505-9723D900796B}"/>
              </a:ext>
            </a:extLst>
          </p:cNvPr>
          <p:cNvSpPr>
            <a:spLocks noGrp="1"/>
          </p:cNvSpPr>
          <p:nvPr/>
        </p:nvSpPr>
        <p:spPr>
          <a:xfrm>
            <a:off x="7183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5" name="F2_precision_recall_distributions_7019">
            <a:extLst>
              <a:ext uri="{FF2B5EF4-FFF2-40B4-BE49-F238E27FC236}">
                <a16:creationId xmlns:a16="http://schemas.microsoft.com/office/drawing/2014/main" id="{8B25D868-495D-4EA2-AB51-4A4A29B5392C}"/>
              </a:ext>
            </a:extLst>
          </p:cNvPr>
          <p:cNvSpPr>
            <a:spLocks noGrp="1"/>
          </p:cNvSpPr>
          <p:nvPr/>
        </p:nvSpPr>
        <p:spPr>
          <a:xfrm>
            <a:off x="722154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6" name="F2_precision_recall_distributions_7020">
            <a:extLst>
              <a:ext uri="{FF2B5EF4-FFF2-40B4-BE49-F238E27FC236}">
                <a16:creationId xmlns:a16="http://schemas.microsoft.com/office/drawing/2014/main" id="{0E0FC160-C2AB-429F-91DF-9CC5D7A82175}"/>
              </a:ext>
            </a:extLst>
          </p:cNvPr>
          <p:cNvSpPr>
            <a:spLocks noGrp="1"/>
          </p:cNvSpPr>
          <p:nvPr/>
        </p:nvSpPr>
        <p:spPr>
          <a:xfrm>
            <a:off x="7026339" y="59572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7" name="F2_precision_recall_distributions_7021">
            <a:extLst>
              <a:ext uri="{FF2B5EF4-FFF2-40B4-BE49-F238E27FC236}">
                <a16:creationId xmlns:a16="http://schemas.microsoft.com/office/drawing/2014/main" id="{7D729ABB-F826-4453-9B84-0ECE263635F8}"/>
              </a:ext>
            </a:extLst>
          </p:cNvPr>
          <p:cNvSpPr>
            <a:spLocks noGrp="1"/>
          </p:cNvSpPr>
          <p:nvPr/>
        </p:nvSpPr>
        <p:spPr>
          <a:xfrm>
            <a:off x="70283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8" name="F2_precision_recall_distributions_7022">
            <a:extLst>
              <a:ext uri="{FF2B5EF4-FFF2-40B4-BE49-F238E27FC236}">
                <a16:creationId xmlns:a16="http://schemas.microsoft.com/office/drawing/2014/main" id="{626EC708-4610-41F3-B74A-5304626D4A78}"/>
              </a:ext>
            </a:extLst>
          </p:cNvPr>
          <p:cNvSpPr>
            <a:spLocks noGrp="1"/>
          </p:cNvSpPr>
          <p:nvPr/>
        </p:nvSpPr>
        <p:spPr>
          <a:xfrm>
            <a:off x="7286903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9" name="F2_precision_recall_distributions_7023">
            <a:extLst>
              <a:ext uri="{FF2B5EF4-FFF2-40B4-BE49-F238E27FC236}">
                <a16:creationId xmlns:a16="http://schemas.microsoft.com/office/drawing/2014/main" id="{8BCD65B1-1F5B-4F6A-9E75-3C91368818AF}"/>
              </a:ext>
            </a:extLst>
          </p:cNvPr>
          <p:cNvSpPr>
            <a:spLocks noGrp="1"/>
          </p:cNvSpPr>
          <p:nvPr/>
        </p:nvSpPr>
        <p:spPr>
          <a:xfrm>
            <a:off x="713658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0" name="F2_precision_recall_distributions_7024">
            <a:extLst>
              <a:ext uri="{FF2B5EF4-FFF2-40B4-BE49-F238E27FC236}">
                <a16:creationId xmlns:a16="http://schemas.microsoft.com/office/drawing/2014/main" id="{E565BBA9-D653-4818-9334-670DE971D89F}"/>
              </a:ext>
            </a:extLst>
          </p:cNvPr>
          <p:cNvSpPr>
            <a:spLocks noGrp="1"/>
          </p:cNvSpPr>
          <p:nvPr/>
        </p:nvSpPr>
        <p:spPr>
          <a:xfrm>
            <a:off x="7065323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1" name="F2_precision_recall_distributions_7025">
            <a:extLst>
              <a:ext uri="{FF2B5EF4-FFF2-40B4-BE49-F238E27FC236}">
                <a16:creationId xmlns:a16="http://schemas.microsoft.com/office/drawing/2014/main" id="{B7E901A2-179E-4AB1-B625-8951E6F91935}"/>
              </a:ext>
            </a:extLst>
          </p:cNvPr>
          <p:cNvSpPr>
            <a:spLocks noGrp="1"/>
          </p:cNvSpPr>
          <p:nvPr/>
        </p:nvSpPr>
        <p:spPr>
          <a:xfrm>
            <a:off x="70673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2" name="F2_precision_recall_distributions_7026">
            <a:extLst>
              <a:ext uri="{FF2B5EF4-FFF2-40B4-BE49-F238E27FC236}">
                <a16:creationId xmlns:a16="http://schemas.microsoft.com/office/drawing/2014/main" id="{37F3E888-8F8B-4802-AE08-F74AEB7E105E}"/>
              </a:ext>
            </a:extLst>
          </p:cNvPr>
          <p:cNvSpPr>
            <a:spLocks noGrp="1"/>
          </p:cNvSpPr>
          <p:nvPr/>
        </p:nvSpPr>
        <p:spPr>
          <a:xfrm>
            <a:off x="70727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3" name="F2_precision_recall_distributions_7027">
            <a:extLst>
              <a:ext uri="{FF2B5EF4-FFF2-40B4-BE49-F238E27FC236}">
                <a16:creationId xmlns:a16="http://schemas.microsoft.com/office/drawing/2014/main" id="{BCDFBCEF-3B1F-4B9F-9017-1061C6855E55}"/>
              </a:ext>
            </a:extLst>
          </p:cNvPr>
          <p:cNvSpPr>
            <a:spLocks noGrp="1"/>
          </p:cNvSpPr>
          <p:nvPr/>
        </p:nvSpPr>
        <p:spPr>
          <a:xfrm>
            <a:off x="72627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4" name="F2_precision_recall_distributions_7028">
            <a:extLst>
              <a:ext uri="{FF2B5EF4-FFF2-40B4-BE49-F238E27FC236}">
                <a16:creationId xmlns:a16="http://schemas.microsoft.com/office/drawing/2014/main" id="{74BB3FF2-4185-4118-9E29-00BACE756682}"/>
              </a:ext>
            </a:extLst>
          </p:cNvPr>
          <p:cNvSpPr>
            <a:spLocks noGrp="1"/>
          </p:cNvSpPr>
          <p:nvPr/>
        </p:nvSpPr>
        <p:spPr>
          <a:xfrm>
            <a:off x="72272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5" name="F2_precision_recall_distributions_7029">
            <a:extLst>
              <a:ext uri="{FF2B5EF4-FFF2-40B4-BE49-F238E27FC236}">
                <a16:creationId xmlns:a16="http://schemas.microsoft.com/office/drawing/2014/main" id="{4537621D-F883-4AD7-8C15-1867BF326133}"/>
              </a:ext>
            </a:extLst>
          </p:cNvPr>
          <p:cNvSpPr>
            <a:spLocks noGrp="1"/>
          </p:cNvSpPr>
          <p:nvPr/>
        </p:nvSpPr>
        <p:spPr>
          <a:xfrm>
            <a:off x="720369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6" name="F2_precision_recall_distributions_7030">
            <a:extLst>
              <a:ext uri="{FF2B5EF4-FFF2-40B4-BE49-F238E27FC236}">
                <a16:creationId xmlns:a16="http://schemas.microsoft.com/office/drawing/2014/main" id="{D3172560-272B-4485-90BC-D8767A778E17}"/>
              </a:ext>
            </a:extLst>
          </p:cNvPr>
          <p:cNvSpPr>
            <a:spLocks noGrp="1"/>
          </p:cNvSpPr>
          <p:nvPr/>
        </p:nvSpPr>
        <p:spPr>
          <a:xfrm>
            <a:off x="698713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7" name="F2_precision_recall_distributions_7031">
            <a:extLst>
              <a:ext uri="{FF2B5EF4-FFF2-40B4-BE49-F238E27FC236}">
                <a16:creationId xmlns:a16="http://schemas.microsoft.com/office/drawing/2014/main" id="{DC4228D9-5A4E-4FCC-B6A7-F88E0E600E5C}"/>
              </a:ext>
            </a:extLst>
          </p:cNvPr>
          <p:cNvSpPr>
            <a:spLocks noGrp="1"/>
          </p:cNvSpPr>
          <p:nvPr/>
        </p:nvSpPr>
        <p:spPr>
          <a:xfrm>
            <a:off x="7019791" y="639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8" name="F2_precision_recall_distributions_7032">
            <a:extLst>
              <a:ext uri="{FF2B5EF4-FFF2-40B4-BE49-F238E27FC236}">
                <a16:creationId xmlns:a16="http://schemas.microsoft.com/office/drawing/2014/main" id="{BDD2ECCD-5484-4855-86C0-BA2655F364A6}"/>
              </a:ext>
            </a:extLst>
          </p:cNvPr>
          <p:cNvSpPr>
            <a:spLocks noGrp="1"/>
          </p:cNvSpPr>
          <p:nvPr/>
        </p:nvSpPr>
        <p:spPr>
          <a:xfrm>
            <a:off x="719254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9" name="F2_precision_recall_distributions_7033">
            <a:extLst>
              <a:ext uri="{FF2B5EF4-FFF2-40B4-BE49-F238E27FC236}">
                <a16:creationId xmlns:a16="http://schemas.microsoft.com/office/drawing/2014/main" id="{D1102A62-A341-4F0F-81DB-8C6CA7D77734}"/>
              </a:ext>
            </a:extLst>
          </p:cNvPr>
          <p:cNvSpPr>
            <a:spLocks noGrp="1"/>
          </p:cNvSpPr>
          <p:nvPr/>
        </p:nvSpPr>
        <p:spPr>
          <a:xfrm>
            <a:off x="706153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0" name="F2_precision_recall_distributions_7034">
            <a:extLst>
              <a:ext uri="{FF2B5EF4-FFF2-40B4-BE49-F238E27FC236}">
                <a16:creationId xmlns:a16="http://schemas.microsoft.com/office/drawing/2014/main" id="{E070A010-75F7-449A-817D-8D41943310A4}"/>
              </a:ext>
            </a:extLst>
          </p:cNvPr>
          <p:cNvSpPr>
            <a:spLocks noGrp="1"/>
          </p:cNvSpPr>
          <p:nvPr/>
        </p:nvSpPr>
        <p:spPr>
          <a:xfrm>
            <a:off x="711261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1" name="F2_precision_recall_distributions_7035">
            <a:extLst>
              <a:ext uri="{FF2B5EF4-FFF2-40B4-BE49-F238E27FC236}">
                <a16:creationId xmlns:a16="http://schemas.microsoft.com/office/drawing/2014/main" id="{26597557-0248-4D98-A289-13E501CD1ABD}"/>
              </a:ext>
            </a:extLst>
          </p:cNvPr>
          <p:cNvSpPr>
            <a:spLocks noGrp="1"/>
          </p:cNvSpPr>
          <p:nvPr/>
        </p:nvSpPr>
        <p:spPr>
          <a:xfrm>
            <a:off x="73227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2" name="F2_precision_recall_distributions_7036">
            <a:extLst>
              <a:ext uri="{FF2B5EF4-FFF2-40B4-BE49-F238E27FC236}">
                <a16:creationId xmlns:a16="http://schemas.microsoft.com/office/drawing/2014/main" id="{4435C579-EB8F-4E2B-A1E8-E5F69A2B28C2}"/>
              </a:ext>
            </a:extLst>
          </p:cNvPr>
          <p:cNvSpPr>
            <a:spLocks noGrp="1"/>
          </p:cNvSpPr>
          <p:nvPr/>
        </p:nvSpPr>
        <p:spPr>
          <a:xfrm>
            <a:off x="69777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3" name="F2_precision_recall_distributions_7037">
            <a:extLst>
              <a:ext uri="{FF2B5EF4-FFF2-40B4-BE49-F238E27FC236}">
                <a16:creationId xmlns:a16="http://schemas.microsoft.com/office/drawing/2014/main" id="{3AA55735-DEB3-44BE-8347-E10307E8FBED}"/>
              </a:ext>
            </a:extLst>
          </p:cNvPr>
          <p:cNvSpPr>
            <a:spLocks noGrp="1"/>
          </p:cNvSpPr>
          <p:nvPr/>
        </p:nvSpPr>
        <p:spPr>
          <a:xfrm>
            <a:off x="729721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4" name="F2_precision_recall_distributions_7038">
            <a:extLst>
              <a:ext uri="{FF2B5EF4-FFF2-40B4-BE49-F238E27FC236}">
                <a16:creationId xmlns:a16="http://schemas.microsoft.com/office/drawing/2014/main" id="{1D8848FE-AEBE-49F0-ABC0-43F6D1CEFE19}"/>
              </a:ext>
            </a:extLst>
          </p:cNvPr>
          <p:cNvSpPr>
            <a:spLocks noGrp="1"/>
          </p:cNvSpPr>
          <p:nvPr/>
        </p:nvSpPr>
        <p:spPr>
          <a:xfrm>
            <a:off x="71525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5" name="F2_precision_recall_distributions_7039">
            <a:extLst>
              <a:ext uri="{FF2B5EF4-FFF2-40B4-BE49-F238E27FC236}">
                <a16:creationId xmlns:a16="http://schemas.microsoft.com/office/drawing/2014/main" id="{3DFBB9C9-86FA-4308-BAFC-18AB292BA060}"/>
              </a:ext>
            </a:extLst>
          </p:cNvPr>
          <p:cNvSpPr>
            <a:spLocks noGrp="1"/>
          </p:cNvSpPr>
          <p:nvPr/>
        </p:nvSpPr>
        <p:spPr>
          <a:xfrm>
            <a:off x="713767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6" name="F2_precision_recall_distributions_7040">
            <a:extLst>
              <a:ext uri="{FF2B5EF4-FFF2-40B4-BE49-F238E27FC236}">
                <a16:creationId xmlns:a16="http://schemas.microsoft.com/office/drawing/2014/main" id="{C22EADDB-0C89-45C3-98B7-9AA01F39BB7E}"/>
              </a:ext>
            </a:extLst>
          </p:cNvPr>
          <p:cNvSpPr>
            <a:spLocks noGrp="1"/>
          </p:cNvSpPr>
          <p:nvPr/>
        </p:nvSpPr>
        <p:spPr>
          <a:xfrm>
            <a:off x="722279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7" name="F2_precision_recall_distributions_7041">
            <a:extLst>
              <a:ext uri="{FF2B5EF4-FFF2-40B4-BE49-F238E27FC236}">
                <a16:creationId xmlns:a16="http://schemas.microsoft.com/office/drawing/2014/main" id="{6CEF6553-9E86-4BE8-B7AB-EBAE291B7C94}"/>
              </a:ext>
            </a:extLst>
          </p:cNvPr>
          <p:cNvSpPr>
            <a:spLocks noGrp="1"/>
          </p:cNvSpPr>
          <p:nvPr/>
        </p:nvSpPr>
        <p:spPr>
          <a:xfrm>
            <a:off x="717011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8" name="F2_precision_recall_distributions_7042">
            <a:extLst>
              <a:ext uri="{FF2B5EF4-FFF2-40B4-BE49-F238E27FC236}">
                <a16:creationId xmlns:a16="http://schemas.microsoft.com/office/drawing/2014/main" id="{00DF9904-6501-4927-951F-68B18326092C}"/>
              </a:ext>
            </a:extLst>
          </p:cNvPr>
          <p:cNvSpPr>
            <a:spLocks noGrp="1"/>
          </p:cNvSpPr>
          <p:nvPr/>
        </p:nvSpPr>
        <p:spPr>
          <a:xfrm>
            <a:off x="7248276" y="63761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9" name="F2_precision_recall_distributions_7043">
            <a:extLst>
              <a:ext uri="{FF2B5EF4-FFF2-40B4-BE49-F238E27FC236}">
                <a16:creationId xmlns:a16="http://schemas.microsoft.com/office/drawing/2014/main" id="{FDBE0F2A-EB27-4D8A-BA76-706A22203DE4}"/>
              </a:ext>
            </a:extLst>
          </p:cNvPr>
          <p:cNvSpPr>
            <a:spLocks noGrp="1"/>
          </p:cNvSpPr>
          <p:nvPr/>
        </p:nvSpPr>
        <p:spPr>
          <a:xfrm>
            <a:off x="717891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0" name="F2_precision_recall_distributions_7044">
            <a:extLst>
              <a:ext uri="{FF2B5EF4-FFF2-40B4-BE49-F238E27FC236}">
                <a16:creationId xmlns:a16="http://schemas.microsoft.com/office/drawing/2014/main" id="{D2391672-D174-43F8-9FFB-5BD92A407BD2}"/>
              </a:ext>
            </a:extLst>
          </p:cNvPr>
          <p:cNvSpPr>
            <a:spLocks noGrp="1"/>
          </p:cNvSpPr>
          <p:nvPr/>
        </p:nvSpPr>
        <p:spPr>
          <a:xfrm>
            <a:off x="700088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1" name="F2_precision_recall_distributions_7045">
            <a:extLst>
              <a:ext uri="{FF2B5EF4-FFF2-40B4-BE49-F238E27FC236}">
                <a16:creationId xmlns:a16="http://schemas.microsoft.com/office/drawing/2014/main" id="{715C8C18-79E0-4A46-945A-2B935A72EE43}"/>
              </a:ext>
            </a:extLst>
          </p:cNvPr>
          <p:cNvSpPr>
            <a:spLocks noGrp="1"/>
          </p:cNvSpPr>
          <p:nvPr/>
        </p:nvSpPr>
        <p:spPr>
          <a:xfrm>
            <a:off x="727048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2" name="F2_precision_recall_distributions_7046">
            <a:extLst>
              <a:ext uri="{FF2B5EF4-FFF2-40B4-BE49-F238E27FC236}">
                <a16:creationId xmlns:a16="http://schemas.microsoft.com/office/drawing/2014/main" id="{566A4E7B-1C79-4EE9-B097-9C415BFAF5C5}"/>
              </a:ext>
            </a:extLst>
          </p:cNvPr>
          <p:cNvSpPr>
            <a:spLocks noGrp="1"/>
          </p:cNvSpPr>
          <p:nvPr/>
        </p:nvSpPr>
        <p:spPr>
          <a:xfrm>
            <a:off x="71707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3" name="F2_precision_recall_distributions_7047">
            <a:extLst>
              <a:ext uri="{FF2B5EF4-FFF2-40B4-BE49-F238E27FC236}">
                <a16:creationId xmlns:a16="http://schemas.microsoft.com/office/drawing/2014/main" id="{91FA0DA3-EFB5-4110-8045-66874F680050}"/>
              </a:ext>
            </a:extLst>
          </p:cNvPr>
          <p:cNvSpPr>
            <a:spLocks noGrp="1"/>
          </p:cNvSpPr>
          <p:nvPr/>
        </p:nvSpPr>
        <p:spPr>
          <a:xfrm>
            <a:off x="710841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4" name="F2_precision_recall_distributions_7048">
            <a:extLst>
              <a:ext uri="{FF2B5EF4-FFF2-40B4-BE49-F238E27FC236}">
                <a16:creationId xmlns:a16="http://schemas.microsoft.com/office/drawing/2014/main" id="{DF3FAADC-8AA9-40C4-BA3F-C757029574C0}"/>
              </a:ext>
            </a:extLst>
          </p:cNvPr>
          <p:cNvSpPr>
            <a:spLocks noGrp="1"/>
          </p:cNvSpPr>
          <p:nvPr/>
        </p:nvSpPr>
        <p:spPr>
          <a:xfrm>
            <a:off x="7048971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5" name="F2_precision_recall_distributions_7049">
            <a:extLst>
              <a:ext uri="{FF2B5EF4-FFF2-40B4-BE49-F238E27FC236}">
                <a16:creationId xmlns:a16="http://schemas.microsoft.com/office/drawing/2014/main" id="{74BD11D8-4AFF-49C0-B3CE-1B272846C0ED}"/>
              </a:ext>
            </a:extLst>
          </p:cNvPr>
          <p:cNvSpPr>
            <a:spLocks noGrp="1"/>
          </p:cNvSpPr>
          <p:nvPr/>
        </p:nvSpPr>
        <p:spPr>
          <a:xfrm>
            <a:off x="71179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6" name="F2_precision_recall_distributions_7050">
            <a:extLst>
              <a:ext uri="{FF2B5EF4-FFF2-40B4-BE49-F238E27FC236}">
                <a16:creationId xmlns:a16="http://schemas.microsoft.com/office/drawing/2014/main" id="{4E4717A0-C80D-465C-95F2-AC3FC82F8D95}"/>
              </a:ext>
            </a:extLst>
          </p:cNvPr>
          <p:cNvSpPr>
            <a:spLocks noGrp="1"/>
          </p:cNvSpPr>
          <p:nvPr/>
        </p:nvSpPr>
        <p:spPr>
          <a:xfrm>
            <a:off x="7193953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7" name="F2_precision_recall_distributions_7051">
            <a:extLst>
              <a:ext uri="{FF2B5EF4-FFF2-40B4-BE49-F238E27FC236}">
                <a16:creationId xmlns:a16="http://schemas.microsoft.com/office/drawing/2014/main" id="{B2B4D927-3F45-4731-BD42-3C25DBE9B280}"/>
              </a:ext>
            </a:extLst>
          </p:cNvPr>
          <p:cNvSpPr>
            <a:spLocks noGrp="1"/>
          </p:cNvSpPr>
          <p:nvPr/>
        </p:nvSpPr>
        <p:spPr>
          <a:xfrm>
            <a:off x="728447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8" name="F2_precision_recall_distributions_7052">
            <a:extLst>
              <a:ext uri="{FF2B5EF4-FFF2-40B4-BE49-F238E27FC236}">
                <a16:creationId xmlns:a16="http://schemas.microsoft.com/office/drawing/2014/main" id="{C1637DBE-E6F2-4959-A7BB-967D309BE827}"/>
              </a:ext>
            </a:extLst>
          </p:cNvPr>
          <p:cNvSpPr>
            <a:spLocks noGrp="1"/>
          </p:cNvSpPr>
          <p:nvPr/>
        </p:nvSpPr>
        <p:spPr>
          <a:xfrm>
            <a:off x="7068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9" name="F2_precision_recall_distributions_7053">
            <a:extLst>
              <a:ext uri="{FF2B5EF4-FFF2-40B4-BE49-F238E27FC236}">
                <a16:creationId xmlns:a16="http://schemas.microsoft.com/office/drawing/2014/main" id="{8183E1EC-469F-4561-8AED-E5C033B2B137}"/>
              </a:ext>
            </a:extLst>
          </p:cNvPr>
          <p:cNvSpPr>
            <a:spLocks noGrp="1"/>
          </p:cNvSpPr>
          <p:nvPr/>
        </p:nvSpPr>
        <p:spPr>
          <a:xfrm>
            <a:off x="70978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0" name="F2_precision_recall_distributions_7054">
            <a:extLst>
              <a:ext uri="{FF2B5EF4-FFF2-40B4-BE49-F238E27FC236}">
                <a16:creationId xmlns:a16="http://schemas.microsoft.com/office/drawing/2014/main" id="{8E57A889-6F02-47EC-A765-8D8EA1DABEC7}"/>
              </a:ext>
            </a:extLst>
          </p:cNvPr>
          <p:cNvSpPr>
            <a:spLocks noGrp="1"/>
          </p:cNvSpPr>
          <p:nvPr/>
        </p:nvSpPr>
        <p:spPr>
          <a:xfrm>
            <a:off x="7197870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1" name="F2_precision_recall_distributions_7055">
            <a:extLst>
              <a:ext uri="{FF2B5EF4-FFF2-40B4-BE49-F238E27FC236}">
                <a16:creationId xmlns:a16="http://schemas.microsoft.com/office/drawing/2014/main" id="{34076FD7-60CA-48F0-913D-D02902DBA721}"/>
              </a:ext>
            </a:extLst>
          </p:cNvPr>
          <p:cNvSpPr>
            <a:spLocks noGrp="1"/>
          </p:cNvSpPr>
          <p:nvPr/>
        </p:nvSpPr>
        <p:spPr>
          <a:xfrm>
            <a:off x="71505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2" name="F2_precision_recall_distributions_7056">
            <a:extLst>
              <a:ext uri="{FF2B5EF4-FFF2-40B4-BE49-F238E27FC236}">
                <a16:creationId xmlns:a16="http://schemas.microsoft.com/office/drawing/2014/main" id="{2D7C1FED-DD50-40C9-B015-822E16542434}"/>
              </a:ext>
            </a:extLst>
          </p:cNvPr>
          <p:cNvSpPr>
            <a:spLocks noGrp="1"/>
          </p:cNvSpPr>
          <p:nvPr/>
        </p:nvSpPr>
        <p:spPr>
          <a:xfrm>
            <a:off x="7121626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3" name="F2_precision_recall_distributions_7057">
            <a:extLst>
              <a:ext uri="{FF2B5EF4-FFF2-40B4-BE49-F238E27FC236}">
                <a16:creationId xmlns:a16="http://schemas.microsoft.com/office/drawing/2014/main" id="{05F59C0C-2676-4B8C-873A-F5ABA22969BC}"/>
              </a:ext>
            </a:extLst>
          </p:cNvPr>
          <p:cNvSpPr>
            <a:spLocks noGrp="1"/>
          </p:cNvSpPr>
          <p:nvPr/>
        </p:nvSpPr>
        <p:spPr>
          <a:xfrm>
            <a:off x="727484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4" name="F2_precision_recall_distributions_7058">
            <a:extLst>
              <a:ext uri="{FF2B5EF4-FFF2-40B4-BE49-F238E27FC236}">
                <a16:creationId xmlns:a16="http://schemas.microsoft.com/office/drawing/2014/main" id="{9F851C00-F8D4-462A-B3AA-1ABD2D725689}"/>
              </a:ext>
            </a:extLst>
          </p:cNvPr>
          <p:cNvSpPr>
            <a:spLocks noGrp="1"/>
          </p:cNvSpPr>
          <p:nvPr/>
        </p:nvSpPr>
        <p:spPr>
          <a:xfrm>
            <a:off x="698281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5" name="F2_precision_recall_distributions_7059">
            <a:extLst>
              <a:ext uri="{FF2B5EF4-FFF2-40B4-BE49-F238E27FC236}">
                <a16:creationId xmlns:a16="http://schemas.microsoft.com/office/drawing/2014/main" id="{F85EC5EA-78FE-4E37-A48A-762DA938C897}"/>
              </a:ext>
            </a:extLst>
          </p:cNvPr>
          <p:cNvSpPr>
            <a:spLocks noGrp="1"/>
          </p:cNvSpPr>
          <p:nvPr/>
        </p:nvSpPr>
        <p:spPr>
          <a:xfrm>
            <a:off x="6991621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6" name="F2_precision_recall_distributions_7060">
            <a:extLst>
              <a:ext uri="{FF2B5EF4-FFF2-40B4-BE49-F238E27FC236}">
                <a16:creationId xmlns:a16="http://schemas.microsoft.com/office/drawing/2014/main" id="{CB2536FF-E53B-491E-8E34-E76A4607293A}"/>
              </a:ext>
            </a:extLst>
          </p:cNvPr>
          <p:cNvSpPr>
            <a:spLocks noGrp="1"/>
          </p:cNvSpPr>
          <p:nvPr/>
        </p:nvSpPr>
        <p:spPr>
          <a:xfrm>
            <a:off x="70755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7" name="F2_precision_recall_distributions_7061">
            <a:extLst>
              <a:ext uri="{FF2B5EF4-FFF2-40B4-BE49-F238E27FC236}">
                <a16:creationId xmlns:a16="http://schemas.microsoft.com/office/drawing/2014/main" id="{4FE26E58-5D19-412C-A31E-BEADD0C72A92}"/>
              </a:ext>
            </a:extLst>
          </p:cNvPr>
          <p:cNvSpPr>
            <a:spLocks noGrp="1"/>
          </p:cNvSpPr>
          <p:nvPr/>
        </p:nvSpPr>
        <p:spPr>
          <a:xfrm>
            <a:off x="7202383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8" name="F2_precision_recall_distributions_7062">
            <a:extLst>
              <a:ext uri="{FF2B5EF4-FFF2-40B4-BE49-F238E27FC236}">
                <a16:creationId xmlns:a16="http://schemas.microsoft.com/office/drawing/2014/main" id="{E307EEDB-D6D0-49BF-9E43-2DDD01A08B94}"/>
              </a:ext>
            </a:extLst>
          </p:cNvPr>
          <p:cNvSpPr>
            <a:spLocks noGrp="1"/>
          </p:cNvSpPr>
          <p:nvPr/>
        </p:nvSpPr>
        <p:spPr>
          <a:xfrm>
            <a:off x="73060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9" name="F2_precision_recall_distributions_7063">
            <a:extLst>
              <a:ext uri="{FF2B5EF4-FFF2-40B4-BE49-F238E27FC236}">
                <a16:creationId xmlns:a16="http://schemas.microsoft.com/office/drawing/2014/main" id="{0DD2D01E-04BE-4D30-84E9-201100F1AF1F}"/>
              </a:ext>
            </a:extLst>
          </p:cNvPr>
          <p:cNvSpPr>
            <a:spLocks noGrp="1"/>
          </p:cNvSpPr>
          <p:nvPr/>
        </p:nvSpPr>
        <p:spPr>
          <a:xfrm>
            <a:off x="72897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0" name="F2_precision_recall_distributions_7064">
            <a:extLst>
              <a:ext uri="{FF2B5EF4-FFF2-40B4-BE49-F238E27FC236}">
                <a16:creationId xmlns:a16="http://schemas.microsoft.com/office/drawing/2014/main" id="{01CE19D5-3890-465E-BA95-ECA91E70946D}"/>
              </a:ext>
            </a:extLst>
          </p:cNvPr>
          <p:cNvSpPr>
            <a:spLocks noGrp="1"/>
          </p:cNvSpPr>
          <p:nvPr/>
        </p:nvSpPr>
        <p:spPr>
          <a:xfrm>
            <a:off x="696957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1" name="F2_precision_recall_distributions_7065">
            <a:extLst>
              <a:ext uri="{FF2B5EF4-FFF2-40B4-BE49-F238E27FC236}">
                <a16:creationId xmlns:a16="http://schemas.microsoft.com/office/drawing/2014/main" id="{EAA50F78-ADD5-4657-BF93-3E50DB0635A8}"/>
              </a:ext>
            </a:extLst>
          </p:cNvPr>
          <p:cNvSpPr>
            <a:spLocks noGrp="1"/>
          </p:cNvSpPr>
          <p:nvPr/>
        </p:nvSpPr>
        <p:spPr>
          <a:xfrm>
            <a:off x="73188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2" name="F2_precision_recall_distributions_7066">
            <a:extLst>
              <a:ext uri="{FF2B5EF4-FFF2-40B4-BE49-F238E27FC236}">
                <a16:creationId xmlns:a16="http://schemas.microsoft.com/office/drawing/2014/main" id="{52A43014-C5A1-4DD2-AD6F-F9BFD51E429A}"/>
              </a:ext>
            </a:extLst>
          </p:cNvPr>
          <p:cNvSpPr>
            <a:spLocks noGrp="1"/>
          </p:cNvSpPr>
          <p:nvPr/>
        </p:nvSpPr>
        <p:spPr>
          <a:xfrm>
            <a:off x="725474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3" name="F2_precision_recall_distributions_7067">
            <a:extLst>
              <a:ext uri="{FF2B5EF4-FFF2-40B4-BE49-F238E27FC236}">
                <a16:creationId xmlns:a16="http://schemas.microsoft.com/office/drawing/2014/main" id="{74868DE8-76DB-4B34-BDDD-3D25F3771F6C}"/>
              </a:ext>
            </a:extLst>
          </p:cNvPr>
          <p:cNvSpPr>
            <a:spLocks noGrp="1"/>
          </p:cNvSpPr>
          <p:nvPr/>
        </p:nvSpPr>
        <p:spPr>
          <a:xfrm>
            <a:off x="7119988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4" name="F2_precision_recall_distributions_7068">
            <a:extLst>
              <a:ext uri="{FF2B5EF4-FFF2-40B4-BE49-F238E27FC236}">
                <a16:creationId xmlns:a16="http://schemas.microsoft.com/office/drawing/2014/main" id="{FC3439D7-BFAC-471D-A4D6-D0DAFBAE92EF}"/>
              </a:ext>
            </a:extLst>
          </p:cNvPr>
          <p:cNvSpPr>
            <a:spLocks noGrp="1"/>
          </p:cNvSpPr>
          <p:nvPr/>
        </p:nvSpPr>
        <p:spPr>
          <a:xfrm>
            <a:off x="732362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5" name="F2_precision_recall_distributions_7069">
            <a:extLst>
              <a:ext uri="{FF2B5EF4-FFF2-40B4-BE49-F238E27FC236}">
                <a16:creationId xmlns:a16="http://schemas.microsoft.com/office/drawing/2014/main" id="{639662C6-7BF2-44F0-9BEB-CC1AF6C4339D}"/>
              </a:ext>
            </a:extLst>
          </p:cNvPr>
          <p:cNvSpPr>
            <a:spLocks noGrp="1"/>
          </p:cNvSpPr>
          <p:nvPr/>
        </p:nvSpPr>
        <p:spPr>
          <a:xfrm>
            <a:off x="7269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6" name="F2_precision_recall_distributions_7070">
            <a:extLst>
              <a:ext uri="{FF2B5EF4-FFF2-40B4-BE49-F238E27FC236}">
                <a16:creationId xmlns:a16="http://schemas.microsoft.com/office/drawing/2014/main" id="{6C9AB884-9EAA-4FAE-82E3-0E92243355C3}"/>
              </a:ext>
            </a:extLst>
          </p:cNvPr>
          <p:cNvSpPr>
            <a:spLocks noGrp="1"/>
          </p:cNvSpPr>
          <p:nvPr/>
        </p:nvSpPr>
        <p:spPr>
          <a:xfrm>
            <a:off x="72578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7" name="F2_precision_recall_distributions_7071">
            <a:extLst>
              <a:ext uri="{FF2B5EF4-FFF2-40B4-BE49-F238E27FC236}">
                <a16:creationId xmlns:a16="http://schemas.microsoft.com/office/drawing/2014/main" id="{22A3F533-80C6-403E-A17C-A1BDD8CDC8DB}"/>
              </a:ext>
            </a:extLst>
          </p:cNvPr>
          <p:cNvSpPr>
            <a:spLocks noGrp="1"/>
          </p:cNvSpPr>
          <p:nvPr/>
        </p:nvSpPr>
        <p:spPr>
          <a:xfrm>
            <a:off x="73193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8" name="F2_precision_recall_distributions_7072">
            <a:extLst>
              <a:ext uri="{FF2B5EF4-FFF2-40B4-BE49-F238E27FC236}">
                <a16:creationId xmlns:a16="http://schemas.microsoft.com/office/drawing/2014/main" id="{6A73E706-B065-412D-A71E-ECDF952FF239}"/>
              </a:ext>
            </a:extLst>
          </p:cNvPr>
          <p:cNvSpPr>
            <a:spLocks noGrp="1"/>
          </p:cNvSpPr>
          <p:nvPr/>
        </p:nvSpPr>
        <p:spPr>
          <a:xfrm>
            <a:off x="71542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9" name="F2_precision_recall_distributions_7073">
            <a:extLst>
              <a:ext uri="{FF2B5EF4-FFF2-40B4-BE49-F238E27FC236}">
                <a16:creationId xmlns:a16="http://schemas.microsoft.com/office/drawing/2014/main" id="{54B5116C-16E2-4A70-867F-50FD203D10A9}"/>
              </a:ext>
            </a:extLst>
          </p:cNvPr>
          <p:cNvSpPr>
            <a:spLocks noGrp="1"/>
          </p:cNvSpPr>
          <p:nvPr/>
        </p:nvSpPr>
        <p:spPr>
          <a:xfrm>
            <a:off x="7136684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0" name="F2_precision_recall_distributions_7074">
            <a:extLst>
              <a:ext uri="{FF2B5EF4-FFF2-40B4-BE49-F238E27FC236}">
                <a16:creationId xmlns:a16="http://schemas.microsoft.com/office/drawing/2014/main" id="{D9E4D569-6020-486B-98E9-EACF80F52F91}"/>
              </a:ext>
            </a:extLst>
          </p:cNvPr>
          <p:cNvSpPr>
            <a:spLocks noGrp="1"/>
          </p:cNvSpPr>
          <p:nvPr/>
        </p:nvSpPr>
        <p:spPr>
          <a:xfrm>
            <a:off x="7099768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1" name="F2_precision_recall_distributions_7075">
            <a:extLst>
              <a:ext uri="{FF2B5EF4-FFF2-40B4-BE49-F238E27FC236}">
                <a16:creationId xmlns:a16="http://schemas.microsoft.com/office/drawing/2014/main" id="{DA67FF75-017F-4334-A645-421C4132A6C5}"/>
              </a:ext>
            </a:extLst>
          </p:cNvPr>
          <p:cNvSpPr>
            <a:spLocks noGrp="1"/>
          </p:cNvSpPr>
          <p:nvPr/>
        </p:nvSpPr>
        <p:spPr>
          <a:xfrm>
            <a:off x="72198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2" name="F2_precision_recall_distributions_7076">
            <a:extLst>
              <a:ext uri="{FF2B5EF4-FFF2-40B4-BE49-F238E27FC236}">
                <a16:creationId xmlns:a16="http://schemas.microsoft.com/office/drawing/2014/main" id="{80A4FDAC-63E6-473A-A1DE-FBBB1C21C4EC}"/>
              </a:ext>
            </a:extLst>
          </p:cNvPr>
          <p:cNvSpPr>
            <a:spLocks noGrp="1"/>
          </p:cNvSpPr>
          <p:nvPr/>
        </p:nvSpPr>
        <p:spPr>
          <a:xfrm>
            <a:off x="7183380" y="6183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3" name="F2_precision_recall_distributions_7077">
            <a:extLst>
              <a:ext uri="{FF2B5EF4-FFF2-40B4-BE49-F238E27FC236}">
                <a16:creationId xmlns:a16="http://schemas.microsoft.com/office/drawing/2014/main" id="{2C89E99A-2D38-4451-B57A-9A5E08D44482}"/>
              </a:ext>
            </a:extLst>
          </p:cNvPr>
          <p:cNvSpPr>
            <a:spLocks noGrp="1"/>
          </p:cNvSpPr>
          <p:nvPr/>
        </p:nvSpPr>
        <p:spPr>
          <a:xfrm>
            <a:off x="698938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4" name="F2_precision_recall_distributions_7078">
            <a:extLst>
              <a:ext uri="{FF2B5EF4-FFF2-40B4-BE49-F238E27FC236}">
                <a16:creationId xmlns:a16="http://schemas.microsoft.com/office/drawing/2014/main" id="{78F9781C-4449-4307-BC96-8F58CC70FC78}"/>
              </a:ext>
            </a:extLst>
          </p:cNvPr>
          <p:cNvSpPr>
            <a:spLocks noGrp="1"/>
          </p:cNvSpPr>
          <p:nvPr/>
        </p:nvSpPr>
        <p:spPr>
          <a:xfrm>
            <a:off x="716561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5" name="F2_precision_recall_distributions_7079">
            <a:extLst>
              <a:ext uri="{FF2B5EF4-FFF2-40B4-BE49-F238E27FC236}">
                <a16:creationId xmlns:a16="http://schemas.microsoft.com/office/drawing/2014/main" id="{7CB6706D-7CAB-48A8-8B67-887B258FDADA}"/>
              </a:ext>
            </a:extLst>
          </p:cNvPr>
          <p:cNvSpPr>
            <a:spLocks noGrp="1"/>
          </p:cNvSpPr>
          <p:nvPr/>
        </p:nvSpPr>
        <p:spPr>
          <a:xfrm>
            <a:off x="71971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6" name="F2_precision_recall_distributions_7080">
            <a:extLst>
              <a:ext uri="{FF2B5EF4-FFF2-40B4-BE49-F238E27FC236}">
                <a16:creationId xmlns:a16="http://schemas.microsoft.com/office/drawing/2014/main" id="{F41DAFEA-8EA1-42F5-8223-C806AC6AD5A7}"/>
              </a:ext>
            </a:extLst>
          </p:cNvPr>
          <p:cNvSpPr>
            <a:spLocks noGrp="1"/>
          </p:cNvSpPr>
          <p:nvPr/>
        </p:nvSpPr>
        <p:spPr>
          <a:xfrm>
            <a:off x="71466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7" name="F2_precision_recall_distributions_7081">
            <a:extLst>
              <a:ext uri="{FF2B5EF4-FFF2-40B4-BE49-F238E27FC236}">
                <a16:creationId xmlns:a16="http://schemas.microsoft.com/office/drawing/2014/main" id="{6C57124C-3F59-4DC2-85DC-8245197C406E}"/>
              </a:ext>
            </a:extLst>
          </p:cNvPr>
          <p:cNvSpPr>
            <a:spLocks noGrp="1"/>
          </p:cNvSpPr>
          <p:nvPr/>
        </p:nvSpPr>
        <p:spPr>
          <a:xfrm>
            <a:off x="733744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8" name="F2_precision_recall_distributions_7082">
            <a:extLst>
              <a:ext uri="{FF2B5EF4-FFF2-40B4-BE49-F238E27FC236}">
                <a16:creationId xmlns:a16="http://schemas.microsoft.com/office/drawing/2014/main" id="{BEEB0802-5F9B-4B62-B146-8683A98DF839}"/>
              </a:ext>
            </a:extLst>
          </p:cNvPr>
          <p:cNvSpPr>
            <a:spLocks noGrp="1"/>
          </p:cNvSpPr>
          <p:nvPr/>
        </p:nvSpPr>
        <p:spPr>
          <a:xfrm>
            <a:off x="70746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9" name="F2_precision_recall_distributions_7083">
            <a:extLst>
              <a:ext uri="{FF2B5EF4-FFF2-40B4-BE49-F238E27FC236}">
                <a16:creationId xmlns:a16="http://schemas.microsoft.com/office/drawing/2014/main" id="{6E3DF168-C24F-4046-A168-C89359EC1D48}"/>
              </a:ext>
            </a:extLst>
          </p:cNvPr>
          <p:cNvSpPr>
            <a:spLocks noGrp="1"/>
          </p:cNvSpPr>
          <p:nvPr/>
        </p:nvSpPr>
        <p:spPr>
          <a:xfrm>
            <a:off x="733230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0" name="F2_precision_recall_distributions_7084">
            <a:extLst>
              <a:ext uri="{FF2B5EF4-FFF2-40B4-BE49-F238E27FC236}">
                <a16:creationId xmlns:a16="http://schemas.microsoft.com/office/drawing/2014/main" id="{B59CDB44-EEC9-4D14-B2EB-2E4C4092D110}"/>
              </a:ext>
            </a:extLst>
          </p:cNvPr>
          <p:cNvSpPr>
            <a:spLocks noGrp="1"/>
          </p:cNvSpPr>
          <p:nvPr/>
        </p:nvSpPr>
        <p:spPr>
          <a:xfrm>
            <a:off x="6984860" y="64285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1" name="F2_precision_recall_distributions_7085">
            <a:extLst>
              <a:ext uri="{FF2B5EF4-FFF2-40B4-BE49-F238E27FC236}">
                <a16:creationId xmlns:a16="http://schemas.microsoft.com/office/drawing/2014/main" id="{F4CBECA4-1E87-4ED9-8788-A1508D6AEDB0}"/>
              </a:ext>
            </a:extLst>
          </p:cNvPr>
          <p:cNvSpPr>
            <a:spLocks noGrp="1"/>
          </p:cNvSpPr>
          <p:nvPr/>
        </p:nvSpPr>
        <p:spPr>
          <a:xfrm>
            <a:off x="729426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2" name="F2_precision_recall_distributions_7086">
            <a:extLst>
              <a:ext uri="{FF2B5EF4-FFF2-40B4-BE49-F238E27FC236}">
                <a16:creationId xmlns:a16="http://schemas.microsoft.com/office/drawing/2014/main" id="{9A053E88-440C-4789-9914-2842A28E6955}"/>
              </a:ext>
            </a:extLst>
          </p:cNvPr>
          <p:cNvSpPr>
            <a:spLocks noGrp="1"/>
          </p:cNvSpPr>
          <p:nvPr/>
        </p:nvSpPr>
        <p:spPr>
          <a:xfrm>
            <a:off x="70692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3" name="F2_precision_recall_distributions_7087">
            <a:extLst>
              <a:ext uri="{FF2B5EF4-FFF2-40B4-BE49-F238E27FC236}">
                <a16:creationId xmlns:a16="http://schemas.microsoft.com/office/drawing/2014/main" id="{C525FBA9-5C11-4870-97F0-C9184C46DE88}"/>
              </a:ext>
            </a:extLst>
          </p:cNvPr>
          <p:cNvSpPr>
            <a:spLocks noGrp="1"/>
          </p:cNvSpPr>
          <p:nvPr/>
        </p:nvSpPr>
        <p:spPr>
          <a:xfrm>
            <a:off x="7992389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274" name="F2_precision_recall_distributions_7088">
            <a:extLst>
              <a:ext uri="{FF2B5EF4-FFF2-40B4-BE49-F238E27FC236}">
                <a16:creationId xmlns:a16="http://schemas.microsoft.com/office/drawing/2014/main" id="{2A473083-1A3B-49DA-A371-460D4EF0D028}"/>
              </a:ext>
            </a:extLst>
          </p:cNvPr>
          <p:cNvSpPr>
            <a:spLocks noGrp="1"/>
          </p:cNvSpPr>
          <p:nvPr/>
        </p:nvSpPr>
        <p:spPr>
          <a:xfrm>
            <a:off x="82125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5" name="F2_precision_recall_distributions_7089">
            <a:extLst>
              <a:ext uri="{FF2B5EF4-FFF2-40B4-BE49-F238E27FC236}">
                <a16:creationId xmlns:a16="http://schemas.microsoft.com/office/drawing/2014/main" id="{4FF18409-A6C2-4939-A124-492CB73E7251}"/>
              </a:ext>
            </a:extLst>
          </p:cNvPr>
          <p:cNvSpPr>
            <a:spLocks noGrp="1"/>
          </p:cNvSpPr>
          <p:nvPr/>
        </p:nvSpPr>
        <p:spPr>
          <a:xfrm>
            <a:off x="81949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6" name="F2_precision_recall_distributions_7090">
            <a:extLst>
              <a:ext uri="{FF2B5EF4-FFF2-40B4-BE49-F238E27FC236}">
                <a16:creationId xmlns:a16="http://schemas.microsoft.com/office/drawing/2014/main" id="{9BDB44E5-B8AA-4646-8CEB-6B77C7A9103E}"/>
              </a:ext>
            </a:extLst>
          </p:cNvPr>
          <p:cNvSpPr>
            <a:spLocks noGrp="1"/>
          </p:cNvSpPr>
          <p:nvPr/>
        </p:nvSpPr>
        <p:spPr>
          <a:xfrm>
            <a:off x="81478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7" name="F2_precision_recall_distributions_7091">
            <a:extLst>
              <a:ext uri="{FF2B5EF4-FFF2-40B4-BE49-F238E27FC236}">
                <a16:creationId xmlns:a16="http://schemas.microsoft.com/office/drawing/2014/main" id="{0C4EE823-86F4-4138-8BEA-7ECD0576383C}"/>
              </a:ext>
            </a:extLst>
          </p:cNvPr>
          <p:cNvSpPr>
            <a:spLocks noGrp="1"/>
          </p:cNvSpPr>
          <p:nvPr/>
        </p:nvSpPr>
        <p:spPr>
          <a:xfrm>
            <a:off x="84311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8" name="F2_precision_recall_distributions_7092">
            <a:extLst>
              <a:ext uri="{FF2B5EF4-FFF2-40B4-BE49-F238E27FC236}">
                <a16:creationId xmlns:a16="http://schemas.microsoft.com/office/drawing/2014/main" id="{FEFC771E-CD86-445B-AA7B-2D78AF03CBE2}"/>
              </a:ext>
            </a:extLst>
          </p:cNvPr>
          <p:cNvSpPr>
            <a:spLocks noGrp="1"/>
          </p:cNvSpPr>
          <p:nvPr/>
        </p:nvSpPr>
        <p:spPr>
          <a:xfrm>
            <a:off x="8210142" y="62235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9" name="F2_precision_recall_distributions_7093">
            <a:extLst>
              <a:ext uri="{FF2B5EF4-FFF2-40B4-BE49-F238E27FC236}">
                <a16:creationId xmlns:a16="http://schemas.microsoft.com/office/drawing/2014/main" id="{7CCF46BC-B85D-45A9-9627-1F6DD73FE85E}"/>
              </a:ext>
            </a:extLst>
          </p:cNvPr>
          <p:cNvSpPr>
            <a:spLocks noGrp="1"/>
          </p:cNvSpPr>
          <p:nvPr/>
        </p:nvSpPr>
        <p:spPr>
          <a:xfrm>
            <a:off x="8261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0" name="F2_precision_recall_distributions_7094">
            <a:extLst>
              <a:ext uri="{FF2B5EF4-FFF2-40B4-BE49-F238E27FC236}">
                <a16:creationId xmlns:a16="http://schemas.microsoft.com/office/drawing/2014/main" id="{4AE1A0D3-3108-4846-8C77-A9ADDB2DD6B7}"/>
              </a:ext>
            </a:extLst>
          </p:cNvPr>
          <p:cNvSpPr>
            <a:spLocks noGrp="1"/>
          </p:cNvSpPr>
          <p:nvPr/>
        </p:nvSpPr>
        <p:spPr>
          <a:xfrm>
            <a:off x="84890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1" name="F2_precision_recall_distributions_7095">
            <a:extLst>
              <a:ext uri="{FF2B5EF4-FFF2-40B4-BE49-F238E27FC236}">
                <a16:creationId xmlns:a16="http://schemas.microsoft.com/office/drawing/2014/main" id="{2D2F74A6-5579-4FC7-A94E-9726F1DC1A68}"/>
              </a:ext>
            </a:extLst>
          </p:cNvPr>
          <p:cNvSpPr>
            <a:spLocks noGrp="1"/>
          </p:cNvSpPr>
          <p:nvPr/>
        </p:nvSpPr>
        <p:spPr>
          <a:xfrm>
            <a:off x="8394478" y="581030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2" name="F2_precision_recall_distributions_7096">
            <a:extLst>
              <a:ext uri="{FF2B5EF4-FFF2-40B4-BE49-F238E27FC236}">
                <a16:creationId xmlns:a16="http://schemas.microsoft.com/office/drawing/2014/main" id="{FD04AA0F-A517-4D82-9B1D-C02D91C6A81D}"/>
              </a:ext>
            </a:extLst>
          </p:cNvPr>
          <p:cNvSpPr>
            <a:spLocks noGrp="1"/>
          </p:cNvSpPr>
          <p:nvPr/>
        </p:nvSpPr>
        <p:spPr>
          <a:xfrm>
            <a:off x="82120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3" name="F2_precision_recall_distributions_7097">
            <a:extLst>
              <a:ext uri="{FF2B5EF4-FFF2-40B4-BE49-F238E27FC236}">
                <a16:creationId xmlns:a16="http://schemas.microsoft.com/office/drawing/2014/main" id="{C6E97096-8A93-4C97-A718-A3A551B3957C}"/>
              </a:ext>
            </a:extLst>
          </p:cNvPr>
          <p:cNvSpPr>
            <a:spLocks noGrp="1"/>
          </p:cNvSpPr>
          <p:nvPr/>
        </p:nvSpPr>
        <p:spPr>
          <a:xfrm>
            <a:off x="813710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4" name="F2_precision_recall_distributions_7098">
            <a:extLst>
              <a:ext uri="{FF2B5EF4-FFF2-40B4-BE49-F238E27FC236}">
                <a16:creationId xmlns:a16="http://schemas.microsoft.com/office/drawing/2014/main" id="{D3BB2947-5AE4-42B2-B79A-B57988D4B6EA}"/>
              </a:ext>
            </a:extLst>
          </p:cNvPr>
          <p:cNvSpPr>
            <a:spLocks noGrp="1"/>
          </p:cNvSpPr>
          <p:nvPr/>
        </p:nvSpPr>
        <p:spPr>
          <a:xfrm>
            <a:off x="8203586" y="64327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5" name="F2_precision_recall_distributions_7099">
            <a:extLst>
              <a:ext uri="{FF2B5EF4-FFF2-40B4-BE49-F238E27FC236}">
                <a16:creationId xmlns:a16="http://schemas.microsoft.com/office/drawing/2014/main" id="{3323BAC4-DE34-4EFB-A125-4BC10B8AF85A}"/>
              </a:ext>
            </a:extLst>
          </p:cNvPr>
          <p:cNvSpPr>
            <a:spLocks noGrp="1"/>
          </p:cNvSpPr>
          <p:nvPr/>
        </p:nvSpPr>
        <p:spPr>
          <a:xfrm>
            <a:off x="8434170" y="5881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6" name="F2_precision_recall_distributions_7100">
            <a:extLst>
              <a:ext uri="{FF2B5EF4-FFF2-40B4-BE49-F238E27FC236}">
                <a16:creationId xmlns:a16="http://schemas.microsoft.com/office/drawing/2014/main" id="{1B5C6A60-259B-48D1-9E67-7BFDBA92BA84}"/>
              </a:ext>
            </a:extLst>
          </p:cNvPr>
          <p:cNvSpPr>
            <a:spLocks noGrp="1"/>
          </p:cNvSpPr>
          <p:nvPr/>
        </p:nvSpPr>
        <p:spPr>
          <a:xfrm>
            <a:off x="8448935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7" name="F2_precision_recall_distributions_7101">
            <a:extLst>
              <a:ext uri="{FF2B5EF4-FFF2-40B4-BE49-F238E27FC236}">
                <a16:creationId xmlns:a16="http://schemas.microsoft.com/office/drawing/2014/main" id="{48D7E6B1-A569-4C3A-B173-635DDCA49045}"/>
              </a:ext>
            </a:extLst>
          </p:cNvPr>
          <p:cNvSpPr>
            <a:spLocks noGrp="1"/>
          </p:cNvSpPr>
          <p:nvPr/>
        </p:nvSpPr>
        <p:spPr>
          <a:xfrm>
            <a:off x="82324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8" name="F2_precision_recall_distributions_7102">
            <a:extLst>
              <a:ext uri="{FF2B5EF4-FFF2-40B4-BE49-F238E27FC236}">
                <a16:creationId xmlns:a16="http://schemas.microsoft.com/office/drawing/2014/main" id="{1D81AECF-689F-4021-B75E-64A092021AB8}"/>
              </a:ext>
            </a:extLst>
          </p:cNvPr>
          <p:cNvSpPr>
            <a:spLocks noGrp="1"/>
          </p:cNvSpPr>
          <p:nvPr/>
        </p:nvSpPr>
        <p:spPr>
          <a:xfrm>
            <a:off x="8445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9" name="F2_precision_recall_distributions_7103">
            <a:extLst>
              <a:ext uri="{FF2B5EF4-FFF2-40B4-BE49-F238E27FC236}">
                <a16:creationId xmlns:a16="http://schemas.microsoft.com/office/drawing/2014/main" id="{BAE2CDF1-B9D5-4DA7-93F9-857C246C76B5}"/>
              </a:ext>
            </a:extLst>
          </p:cNvPr>
          <p:cNvSpPr>
            <a:spLocks noGrp="1"/>
          </p:cNvSpPr>
          <p:nvPr/>
        </p:nvSpPr>
        <p:spPr>
          <a:xfrm>
            <a:off x="8271309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0" name="F2_precision_recall_distributions_7104">
            <a:extLst>
              <a:ext uri="{FF2B5EF4-FFF2-40B4-BE49-F238E27FC236}">
                <a16:creationId xmlns:a16="http://schemas.microsoft.com/office/drawing/2014/main" id="{A0831AB1-76D5-433F-AB2E-E718B8131EE3}"/>
              </a:ext>
            </a:extLst>
          </p:cNvPr>
          <p:cNvSpPr>
            <a:spLocks noGrp="1"/>
          </p:cNvSpPr>
          <p:nvPr/>
        </p:nvSpPr>
        <p:spPr>
          <a:xfrm>
            <a:off x="8258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1" name="F2_precision_recall_distributions_7105">
            <a:extLst>
              <a:ext uri="{FF2B5EF4-FFF2-40B4-BE49-F238E27FC236}">
                <a16:creationId xmlns:a16="http://schemas.microsoft.com/office/drawing/2014/main" id="{27C02169-063F-498A-914F-1604139FDE4C}"/>
              </a:ext>
            </a:extLst>
          </p:cNvPr>
          <p:cNvSpPr>
            <a:spLocks noGrp="1"/>
          </p:cNvSpPr>
          <p:nvPr/>
        </p:nvSpPr>
        <p:spPr>
          <a:xfrm>
            <a:off x="83504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2" name="F2_precision_recall_distributions_7106">
            <a:extLst>
              <a:ext uri="{FF2B5EF4-FFF2-40B4-BE49-F238E27FC236}">
                <a16:creationId xmlns:a16="http://schemas.microsoft.com/office/drawing/2014/main" id="{F21D3068-5F75-42C8-97F0-27177BBA7CE4}"/>
              </a:ext>
            </a:extLst>
          </p:cNvPr>
          <p:cNvSpPr>
            <a:spLocks noGrp="1"/>
          </p:cNvSpPr>
          <p:nvPr/>
        </p:nvSpPr>
        <p:spPr>
          <a:xfrm>
            <a:off x="82387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3" name="F2_precision_recall_distributions_7107">
            <a:extLst>
              <a:ext uri="{FF2B5EF4-FFF2-40B4-BE49-F238E27FC236}">
                <a16:creationId xmlns:a16="http://schemas.microsoft.com/office/drawing/2014/main" id="{14C2EC23-A7B8-4ED8-BE90-F0772F076250}"/>
              </a:ext>
            </a:extLst>
          </p:cNvPr>
          <p:cNvSpPr>
            <a:spLocks noGrp="1"/>
          </p:cNvSpPr>
          <p:nvPr/>
        </p:nvSpPr>
        <p:spPr>
          <a:xfrm>
            <a:off x="8204871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4" name="F2_precision_recall_distributions_7108">
            <a:extLst>
              <a:ext uri="{FF2B5EF4-FFF2-40B4-BE49-F238E27FC236}">
                <a16:creationId xmlns:a16="http://schemas.microsoft.com/office/drawing/2014/main" id="{A0721698-7449-4529-B065-99284F01527D}"/>
              </a:ext>
            </a:extLst>
          </p:cNvPr>
          <p:cNvSpPr>
            <a:spLocks noGrp="1"/>
          </p:cNvSpPr>
          <p:nvPr/>
        </p:nvSpPr>
        <p:spPr>
          <a:xfrm>
            <a:off x="83423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5" name="F2_precision_recall_distributions_7109">
            <a:extLst>
              <a:ext uri="{FF2B5EF4-FFF2-40B4-BE49-F238E27FC236}">
                <a16:creationId xmlns:a16="http://schemas.microsoft.com/office/drawing/2014/main" id="{69C36AA2-64A3-457D-8762-E19C4309AEB8}"/>
              </a:ext>
            </a:extLst>
          </p:cNvPr>
          <p:cNvSpPr>
            <a:spLocks noGrp="1"/>
          </p:cNvSpPr>
          <p:nvPr/>
        </p:nvSpPr>
        <p:spPr>
          <a:xfrm>
            <a:off x="82224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6" name="F2_precision_recall_distributions_7110">
            <a:extLst>
              <a:ext uri="{FF2B5EF4-FFF2-40B4-BE49-F238E27FC236}">
                <a16:creationId xmlns:a16="http://schemas.microsoft.com/office/drawing/2014/main" id="{00B9527D-1C44-4C09-A280-B814F810D0B4}"/>
              </a:ext>
            </a:extLst>
          </p:cNvPr>
          <p:cNvSpPr>
            <a:spLocks noGrp="1"/>
          </p:cNvSpPr>
          <p:nvPr/>
        </p:nvSpPr>
        <p:spPr>
          <a:xfrm>
            <a:off x="8322074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7" name="F2_precision_recall_distributions_7111">
            <a:extLst>
              <a:ext uri="{FF2B5EF4-FFF2-40B4-BE49-F238E27FC236}">
                <a16:creationId xmlns:a16="http://schemas.microsoft.com/office/drawing/2014/main" id="{4D753936-5A65-49E4-AF49-8FE1012C9814}"/>
              </a:ext>
            </a:extLst>
          </p:cNvPr>
          <p:cNvSpPr>
            <a:spLocks noGrp="1"/>
          </p:cNvSpPr>
          <p:nvPr/>
        </p:nvSpPr>
        <p:spPr>
          <a:xfrm>
            <a:off x="8369765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8" name="F2_precision_recall_distributions_7112">
            <a:extLst>
              <a:ext uri="{FF2B5EF4-FFF2-40B4-BE49-F238E27FC236}">
                <a16:creationId xmlns:a16="http://schemas.microsoft.com/office/drawing/2014/main" id="{DC663ACD-F74F-4B2E-856D-E4CD5E4A0FA8}"/>
              </a:ext>
            </a:extLst>
          </p:cNvPr>
          <p:cNvSpPr>
            <a:spLocks noGrp="1"/>
          </p:cNvSpPr>
          <p:nvPr/>
        </p:nvSpPr>
        <p:spPr>
          <a:xfrm>
            <a:off x="8303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9" name="F2_precision_recall_distributions_7113">
            <a:extLst>
              <a:ext uri="{FF2B5EF4-FFF2-40B4-BE49-F238E27FC236}">
                <a16:creationId xmlns:a16="http://schemas.microsoft.com/office/drawing/2014/main" id="{45B499AA-D4B4-4284-80A6-21F58F41A90B}"/>
              </a:ext>
            </a:extLst>
          </p:cNvPr>
          <p:cNvSpPr>
            <a:spLocks noGrp="1"/>
          </p:cNvSpPr>
          <p:nvPr/>
        </p:nvSpPr>
        <p:spPr>
          <a:xfrm>
            <a:off x="84853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0" name="F2_precision_recall_distributions_7114">
            <a:extLst>
              <a:ext uri="{FF2B5EF4-FFF2-40B4-BE49-F238E27FC236}">
                <a16:creationId xmlns:a16="http://schemas.microsoft.com/office/drawing/2014/main" id="{430EA3F6-D890-420D-BDC0-A4DC5AFCA0D9}"/>
              </a:ext>
            </a:extLst>
          </p:cNvPr>
          <p:cNvSpPr>
            <a:spLocks noGrp="1"/>
          </p:cNvSpPr>
          <p:nvPr/>
        </p:nvSpPr>
        <p:spPr>
          <a:xfrm>
            <a:off x="8355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1" name="F2_precision_recall_distributions_7115">
            <a:extLst>
              <a:ext uri="{FF2B5EF4-FFF2-40B4-BE49-F238E27FC236}">
                <a16:creationId xmlns:a16="http://schemas.microsoft.com/office/drawing/2014/main" id="{E7E66D4D-FB98-4D63-B3A7-6B9B7E8F3DDE}"/>
              </a:ext>
            </a:extLst>
          </p:cNvPr>
          <p:cNvSpPr>
            <a:spLocks noGrp="1"/>
          </p:cNvSpPr>
          <p:nvPr/>
        </p:nvSpPr>
        <p:spPr>
          <a:xfrm>
            <a:off x="8249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2" name="F2_precision_recall_distributions_7116">
            <a:extLst>
              <a:ext uri="{FF2B5EF4-FFF2-40B4-BE49-F238E27FC236}">
                <a16:creationId xmlns:a16="http://schemas.microsoft.com/office/drawing/2014/main" id="{8895E7F3-9980-4A71-BFA0-3C0E69CD7758}"/>
              </a:ext>
            </a:extLst>
          </p:cNvPr>
          <p:cNvSpPr>
            <a:spLocks noGrp="1"/>
          </p:cNvSpPr>
          <p:nvPr/>
        </p:nvSpPr>
        <p:spPr>
          <a:xfrm>
            <a:off x="8134544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3" name="F2_precision_recall_distributions_7117">
            <a:extLst>
              <a:ext uri="{FF2B5EF4-FFF2-40B4-BE49-F238E27FC236}">
                <a16:creationId xmlns:a16="http://schemas.microsoft.com/office/drawing/2014/main" id="{C43D451D-B029-415C-9215-4C01D65E1094}"/>
              </a:ext>
            </a:extLst>
          </p:cNvPr>
          <p:cNvSpPr>
            <a:spLocks noGrp="1"/>
          </p:cNvSpPr>
          <p:nvPr/>
        </p:nvSpPr>
        <p:spPr>
          <a:xfrm>
            <a:off x="818190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4" name="F2_precision_recall_distributions_7118">
            <a:extLst>
              <a:ext uri="{FF2B5EF4-FFF2-40B4-BE49-F238E27FC236}">
                <a16:creationId xmlns:a16="http://schemas.microsoft.com/office/drawing/2014/main" id="{53D4F106-2999-46A2-8824-B48101D09014}"/>
              </a:ext>
            </a:extLst>
          </p:cNvPr>
          <p:cNvSpPr>
            <a:spLocks noGrp="1"/>
          </p:cNvSpPr>
          <p:nvPr/>
        </p:nvSpPr>
        <p:spPr>
          <a:xfrm>
            <a:off x="82933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5" name="F2_precision_recall_distributions_7119">
            <a:extLst>
              <a:ext uri="{FF2B5EF4-FFF2-40B4-BE49-F238E27FC236}">
                <a16:creationId xmlns:a16="http://schemas.microsoft.com/office/drawing/2014/main" id="{9F39BBB0-1253-4386-86C6-3F73A7554C59}"/>
              </a:ext>
            </a:extLst>
          </p:cNvPr>
          <p:cNvSpPr>
            <a:spLocks noGrp="1"/>
          </p:cNvSpPr>
          <p:nvPr/>
        </p:nvSpPr>
        <p:spPr>
          <a:xfrm>
            <a:off x="8477943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6" name="F2_precision_recall_distributions_7120">
            <a:extLst>
              <a:ext uri="{FF2B5EF4-FFF2-40B4-BE49-F238E27FC236}">
                <a16:creationId xmlns:a16="http://schemas.microsoft.com/office/drawing/2014/main" id="{E2971A2D-042B-4B5E-8EFD-C5B5AAF1A941}"/>
              </a:ext>
            </a:extLst>
          </p:cNvPr>
          <p:cNvSpPr>
            <a:spLocks noGrp="1"/>
          </p:cNvSpPr>
          <p:nvPr/>
        </p:nvSpPr>
        <p:spPr>
          <a:xfrm>
            <a:off x="83621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7" name="F2_precision_recall_distributions_7121">
            <a:extLst>
              <a:ext uri="{FF2B5EF4-FFF2-40B4-BE49-F238E27FC236}">
                <a16:creationId xmlns:a16="http://schemas.microsoft.com/office/drawing/2014/main" id="{ADBCFADD-E7CE-49F9-B4A7-6B17E75F8862}"/>
              </a:ext>
            </a:extLst>
          </p:cNvPr>
          <p:cNvSpPr>
            <a:spLocks noGrp="1"/>
          </p:cNvSpPr>
          <p:nvPr/>
        </p:nvSpPr>
        <p:spPr>
          <a:xfrm>
            <a:off x="81763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8" name="F2_precision_recall_distributions_7122">
            <a:extLst>
              <a:ext uri="{FF2B5EF4-FFF2-40B4-BE49-F238E27FC236}">
                <a16:creationId xmlns:a16="http://schemas.microsoft.com/office/drawing/2014/main" id="{3D58A37B-294B-4BC4-89BA-8F16C8B9C5A8}"/>
              </a:ext>
            </a:extLst>
          </p:cNvPr>
          <p:cNvSpPr>
            <a:spLocks noGrp="1"/>
          </p:cNvSpPr>
          <p:nvPr/>
        </p:nvSpPr>
        <p:spPr>
          <a:xfrm>
            <a:off x="82843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9" name="F2_precision_recall_distributions_7123">
            <a:extLst>
              <a:ext uri="{FF2B5EF4-FFF2-40B4-BE49-F238E27FC236}">
                <a16:creationId xmlns:a16="http://schemas.microsoft.com/office/drawing/2014/main" id="{1990E590-7347-4CB5-A32F-12CF0C5BE8E3}"/>
              </a:ext>
            </a:extLst>
          </p:cNvPr>
          <p:cNvSpPr>
            <a:spLocks noGrp="1"/>
          </p:cNvSpPr>
          <p:nvPr/>
        </p:nvSpPr>
        <p:spPr>
          <a:xfrm>
            <a:off x="82694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0" name="F2_precision_recall_distributions_7124">
            <a:extLst>
              <a:ext uri="{FF2B5EF4-FFF2-40B4-BE49-F238E27FC236}">
                <a16:creationId xmlns:a16="http://schemas.microsoft.com/office/drawing/2014/main" id="{C10B06FD-C267-49E0-989A-DBD88A6673B2}"/>
              </a:ext>
            </a:extLst>
          </p:cNvPr>
          <p:cNvSpPr>
            <a:spLocks noGrp="1"/>
          </p:cNvSpPr>
          <p:nvPr/>
        </p:nvSpPr>
        <p:spPr>
          <a:xfrm>
            <a:off x="8215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1" name="F2_precision_recall_distributions_7125">
            <a:extLst>
              <a:ext uri="{FF2B5EF4-FFF2-40B4-BE49-F238E27FC236}">
                <a16:creationId xmlns:a16="http://schemas.microsoft.com/office/drawing/2014/main" id="{E6D3A2DC-DBCA-451F-8549-7AAD63F598ED}"/>
              </a:ext>
            </a:extLst>
          </p:cNvPr>
          <p:cNvSpPr>
            <a:spLocks noGrp="1"/>
          </p:cNvSpPr>
          <p:nvPr/>
        </p:nvSpPr>
        <p:spPr>
          <a:xfrm>
            <a:off x="83982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2" name="F2_precision_recall_distributions_7126">
            <a:extLst>
              <a:ext uri="{FF2B5EF4-FFF2-40B4-BE49-F238E27FC236}">
                <a16:creationId xmlns:a16="http://schemas.microsoft.com/office/drawing/2014/main" id="{6F29AA93-1F92-4B09-BBB8-2AE1A101C777}"/>
              </a:ext>
            </a:extLst>
          </p:cNvPr>
          <p:cNvSpPr>
            <a:spLocks noGrp="1"/>
          </p:cNvSpPr>
          <p:nvPr/>
        </p:nvSpPr>
        <p:spPr>
          <a:xfrm>
            <a:off x="84791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3" name="F2_precision_recall_distributions_7127">
            <a:extLst>
              <a:ext uri="{FF2B5EF4-FFF2-40B4-BE49-F238E27FC236}">
                <a16:creationId xmlns:a16="http://schemas.microsoft.com/office/drawing/2014/main" id="{8BBB5DD9-ADE9-457E-9D2B-7DB7DE8DF898}"/>
              </a:ext>
            </a:extLst>
          </p:cNvPr>
          <p:cNvSpPr>
            <a:spLocks noGrp="1"/>
          </p:cNvSpPr>
          <p:nvPr/>
        </p:nvSpPr>
        <p:spPr>
          <a:xfrm>
            <a:off x="84026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4" name="F2_precision_recall_distributions_7128">
            <a:extLst>
              <a:ext uri="{FF2B5EF4-FFF2-40B4-BE49-F238E27FC236}">
                <a16:creationId xmlns:a16="http://schemas.microsoft.com/office/drawing/2014/main" id="{9248FEEA-454B-44E6-ACCD-C3409C40A0DA}"/>
              </a:ext>
            </a:extLst>
          </p:cNvPr>
          <p:cNvSpPr>
            <a:spLocks noGrp="1"/>
          </p:cNvSpPr>
          <p:nvPr/>
        </p:nvSpPr>
        <p:spPr>
          <a:xfrm>
            <a:off x="82272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5" name="F2_precision_recall_distributions_7129">
            <a:extLst>
              <a:ext uri="{FF2B5EF4-FFF2-40B4-BE49-F238E27FC236}">
                <a16:creationId xmlns:a16="http://schemas.microsoft.com/office/drawing/2014/main" id="{FE01F765-201F-498D-AA31-3CEFC1A4638F}"/>
              </a:ext>
            </a:extLst>
          </p:cNvPr>
          <p:cNvSpPr>
            <a:spLocks noGrp="1"/>
          </p:cNvSpPr>
          <p:nvPr/>
        </p:nvSpPr>
        <p:spPr>
          <a:xfrm>
            <a:off x="81740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6" name="F2_precision_recall_distributions_7130">
            <a:extLst>
              <a:ext uri="{FF2B5EF4-FFF2-40B4-BE49-F238E27FC236}">
                <a16:creationId xmlns:a16="http://schemas.microsoft.com/office/drawing/2014/main" id="{482068E8-2154-4F4D-B960-02780CB93280}"/>
              </a:ext>
            </a:extLst>
          </p:cNvPr>
          <p:cNvSpPr>
            <a:spLocks noGrp="1"/>
          </p:cNvSpPr>
          <p:nvPr/>
        </p:nvSpPr>
        <p:spPr>
          <a:xfrm>
            <a:off x="8363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7" name="F2_precision_recall_distributions_7131">
            <a:extLst>
              <a:ext uri="{FF2B5EF4-FFF2-40B4-BE49-F238E27FC236}">
                <a16:creationId xmlns:a16="http://schemas.microsoft.com/office/drawing/2014/main" id="{A5796F8F-D1A0-459C-9885-269D93195D82}"/>
              </a:ext>
            </a:extLst>
          </p:cNvPr>
          <p:cNvSpPr>
            <a:spLocks noGrp="1"/>
          </p:cNvSpPr>
          <p:nvPr/>
        </p:nvSpPr>
        <p:spPr>
          <a:xfrm>
            <a:off x="83854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8" name="F2_precision_recall_distributions_7132">
            <a:extLst>
              <a:ext uri="{FF2B5EF4-FFF2-40B4-BE49-F238E27FC236}">
                <a16:creationId xmlns:a16="http://schemas.microsoft.com/office/drawing/2014/main" id="{98AF7CE0-74E6-40D5-9EC1-DBAA5F9035E2}"/>
              </a:ext>
            </a:extLst>
          </p:cNvPr>
          <p:cNvSpPr>
            <a:spLocks noGrp="1"/>
          </p:cNvSpPr>
          <p:nvPr/>
        </p:nvSpPr>
        <p:spPr>
          <a:xfrm>
            <a:off x="83690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9" name="F2_precision_recall_distributions_7133">
            <a:extLst>
              <a:ext uri="{FF2B5EF4-FFF2-40B4-BE49-F238E27FC236}">
                <a16:creationId xmlns:a16="http://schemas.microsoft.com/office/drawing/2014/main" id="{02AFA088-77CC-4E2C-BF20-CCFF06D79F60}"/>
              </a:ext>
            </a:extLst>
          </p:cNvPr>
          <p:cNvSpPr>
            <a:spLocks noGrp="1"/>
          </p:cNvSpPr>
          <p:nvPr/>
        </p:nvSpPr>
        <p:spPr>
          <a:xfrm>
            <a:off x="81948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0" name="F2_precision_recall_distributions_7134">
            <a:extLst>
              <a:ext uri="{FF2B5EF4-FFF2-40B4-BE49-F238E27FC236}">
                <a16:creationId xmlns:a16="http://schemas.microsoft.com/office/drawing/2014/main" id="{19D60B38-029D-4565-8733-B2C45AAFEB74}"/>
              </a:ext>
            </a:extLst>
          </p:cNvPr>
          <p:cNvSpPr>
            <a:spLocks noGrp="1"/>
          </p:cNvSpPr>
          <p:nvPr/>
        </p:nvSpPr>
        <p:spPr>
          <a:xfrm>
            <a:off x="8405347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1" name="F2_precision_recall_distributions_7135">
            <a:extLst>
              <a:ext uri="{FF2B5EF4-FFF2-40B4-BE49-F238E27FC236}">
                <a16:creationId xmlns:a16="http://schemas.microsoft.com/office/drawing/2014/main" id="{5B468146-3D45-43FB-AF5C-8BDB849C47D7}"/>
              </a:ext>
            </a:extLst>
          </p:cNvPr>
          <p:cNvSpPr>
            <a:spLocks noGrp="1"/>
          </p:cNvSpPr>
          <p:nvPr/>
        </p:nvSpPr>
        <p:spPr>
          <a:xfrm>
            <a:off x="82474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2" name="F2_precision_recall_distributions_7136">
            <a:extLst>
              <a:ext uri="{FF2B5EF4-FFF2-40B4-BE49-F238E27FC236}">
                <a16:creationId xmlns:a16="http://schemas.microsoft.com/office/drawing/2014/main" id="{5E63A7A9-93BD-4F09-A69F-B7D938020B0F}"/>
              </a:ext>
            </a:extLst>
          </p:cNvPr>
          <p:cNvSpPr>
            <a:spLocks noGrp="1"/>
          </p:cNvSpPr>
          <p:nvPr/>
        </p:nvSpPr>
        <p:spPr>
          <a:xfrm>
            <a:off x="83916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3" name="F2_precision_recall_distributions_7137">
            <a:extLst>
              <a:ext uri="{FF2B5EF4-FFF2-40B4-BE49-F238E27FC236}">
                <a16:creationId xmlns:a16="http://schemas.microsoft.com/office/drawing/2014/main" id="{46453BC9-3519-4B69-89FD-1951BAB1E612}"/>
              </a:ext>
            </a:extLst>
          </p:cNvPr>
          <p:cNvSpPr>
            <a:spLocks noGrp="1"/>
          </p:cNvSpPr>
          <p:nvPr/>
        </p:nvSpPr>
        <p:spPr>
          <a:xfrm>
            <a:off x="84933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4" name="F2_precision_recall_distributions_7138">
            <a:extLst>
              <a:ext uri="{FF2B5EF4-FFF2-40B4-BE49-F238E27FC236}">
                <a16:creationId xmlns:a16="http://schemas.microsoft.com/office/drawing/2014/main" id="{323E2F11-BD54-46FE-9E71-CDA3A3A0E0ED}"/>
              </a:ext>
            </a:extLst>
          </p:cNvPr>
          <p:cNvSpPr>
            <a:spLocks noGrp="1"/>
          </p:cNvSpPr>
          <p:nvPr/>
        </p:nvSpPr>
        <p:spPr>
          <a:xfrm>
            <a:off x="82336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5" name="F2_precision_recall_distributions_7139">
            <a:extLst>
              <a:ext uri="{FF2B5EF4-FFF2-40B4-BE49-F238E27FC236}">
                <a16:creationId xmlns:a16="http://schemas.microsoft.com/office/drawing/2014/main" id="{B877A09D-25AB-43A1-B1F1-E733F820D302}"/>
              </a:ext>
            </a:extLst>
          </p:cNvPr>
          <p:cNvSpPr>
            <a:spLocks noGrp="1"/>
          </p:cNvSpPr>
          <p:nvPr/>
        </p:nvSpPr>
        <p:spPr>
          <a:xfrm>
            <a:off x="827399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6" name="F2_precision_recall_distributions_7140">
            <a:extLst>
              <a:ext uri="{FF2B5EF4-FFF2-40B4-BE49-F238E27FC236}">
                <a16:creationId xmlns:a16="http://schemas.microsoft.com/office/drawing/2014/main" id="{39229E3C-8F40-4AA7-B745-3504DEFE9CFD}"/>
              </a:ext>
            </a:extLst>
          </p:cNvPr>
          <p:cNvSpPr>
            <a:spLocks noGrp="1"/>
          </p:cNvSpPr>
          <p:nvPr/>
        </p:nvSpPr>
        <p:spPr>
          <a:xfrm>
            <a:off x="82662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7" name="F2_precision_recall_distributions_7141">
            <a:extLst>
              <a:ext uri="{FF2B5EF4-FFF2-40B4-BE49-F238E27FC236}">
                <a16:creationId xmlns:a16="http://schemas.microsoft.com/office/drawing/2014/main" id="{54739A6D-D32D-4D9F-8858-BCB9E88B7E80}"/>
              </a:ext>
            </a:extLst>
          </p:cNvPr>
          <p:cNvSpPr>
            <a:spLocks noGrp="1"/>
          </p:cNvSpPr>
          <p:nvPr/>
        </p:nvSpPr>
        <p:spPr>
          <a:xfrm>
            <a:off x="8197528" y="63191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8" name="F2_precision_recall_distributions_7142">
            <a:extLst>
              <a:ext uri="{FF2B5EF4-FFF2-40B4-BE49-F238E27FC236}">
                <a16:creationId xmlns:a16="http://schemas.microsoft.com/office/drawing/2014/main" id="{D4E1DAA0-37CE-4C34-A412-1DC09E498D62}"/>
              </a:ext>
            </a:extLst>
          </p:cNvPr>
          <p:cNvSpPr>
            <a:spLocks noGrp="1"/>
          </p:cNvSpPr>
          <p:nvPr/>
        </p:nvSpPr>
        <p:spPr>
          <a:xfrm>
            <a:off x="81485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9" name="F2_precision_recall_distributions_7143">
            <a:extLst>
              <a:ext uri="{FF2B5EF4-FFF2-40B4-BE49-F238E27FC236}">
                <a16:creationId xmlns:a16="http://schemas.microsoft.com/office/drawing/2014/main" id="{D0C5CAB8-0F75-4694-AF4D-F46E9B759BB3}"/>
              </a:ext>
            </a:extLst>
          </p:cNvPr>
          <p:cNvSpPr>
            <a:spLocks noGrp="1"/>
          </p:cNvSpPr>
          <p:nvPr/>
        </p:nvSpPr>
        <p:spPr>
          <a:xfrm>
            <a:off x="8236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0" name="F2_precision_recall_distributions_7144">
            <a:extLst>
              <a:ext uri="{FF2B5EF4-FFF2-40B4-BE49-F238E27FC236}">
                <a16:creationId xmlns:a16="http://schemas.microsoft.com/office/drawing/2014/main" id="{4F58902B-218D-4D7C-A595-622C711DB874}"/>
              </a:ext>
            </a:extLst>
          </p:cNvPr>
          <p:cNvSpPr>
            <a:spLocks noGrp="1"/>
          </p:cNvSpPr>
          <p:nvPr/>
        </p:nvSpPr>
        <p:spPr>
          <a:xfrm>
            <a:off x="82000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1" name="F2_precision_recall_distributions_7145">
            <a:extLst>
              <a:ext uri="{FF2B5EF4-FFF2-40B4-BE49-F238E27FC236}">
                <a16:creationId xmlns:a16="http://schemas.microsoft.com/office/drawing/2014/main" id="{5C808110-8029-43F5-900C-521EEABC1520}"/>
              </a:ext>
            </a:extLst>
          </p:cNvPr>
          <p:cNvSpPr>
            <a:spLocks noGrp="1"/>
          </p:cNvSpPr>
          <p:nvPr/>
        </p:nvSpPr>
        <p:spPr>
          <a:xfrm>
            <a:off x="82494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2" name="F2_precision_recall_distributions_7146">
            <a:extLst>
              <a:ext uri="{FF2B5EF4-FFF2-40B4-BE49-F238E27FC236}">
                <a16:creationId xmlns:a16="http://schemas.microsoft.com/office/drawing/2014/main" id="{8B6A9705-05CB-4A4A-A9C2-69B91B618A2A}"/>
              </a:ext>
            </a:extLst>
          </p:cNvPr>
          <p:cNvSpPr>
            <a:spLocks noGrp="1"/>
          </p:cNvSpPr>
          <p:nvPr/>
        </p:nvSpPr>
        <p:spPr>
          <a:xfrm>
            <a:off x="8151709" y="6429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3" name="F2_precision_recall_distributions_7147">
            <a:extLst>
              <a:ext uri="{FF2B5EF4-FFF2-40B4-BE49-F238E27FC236}">
                <a16:creationId xmlns:a16="http://schemas.microsoft.com/office/drawing/2014/main" id="{03005AFB-46D6-4ADB-9EC1-EAEA2218958B}"/>
              </a:ext>
            </a:extLst>
          </p:cNvPr>
          <p:cNvSpPr>
            <a:spLocks noGrp="1"/>
          </p:cNvSpPr>
          <p:nvPr/>
        </p:nvSpPr>
        <p:spPr>
          <a:xfrm>
            <a:off x="8200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4" name="F2_precision_recall_distributions_7148">
            <a:extLst>
              <a:ext uri="{FF2B5EF4-FFF2-40B4-BE49-F238E27FC236}">
                <a16:creationId xmlns:a16="http://schemas.microsoft.com/office/drawing/2014/main" id="{55F41E1F-0498-41A7-A78A-4D34BC54C653}"/>
              </a:ext>
            </a:extLst>
          </p:cNvPr>
          <p:cNvSpPr>
            <a:spLocks noGrp="1"/>
          </p:cNvSpPr>
          <p:nvPr/>
        </p:nvSpPr>
        <p:spPr>
          <a:xfrm>
            <a:off x="813852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5" name="F2_precision_recall_distributions_7149">
            <a:extLst>
              <a:ext uri="{FF2B5EF4-FFF2-40B4-BE49-F238E27FC236}">
                <a16:creationId xmlns:a16="http://schemas.microsoft.com/office/drawing/2014/main" id="{532D469F-7A6C-41A0-9101-D9F83F67DF6E}"/>
              </a:ext>
            </a:extLst>
          </p:cNvPr>
          <p:cNvSpPr>
            <a:spLocks noGrp="1"/>
          </p:cNvSpPr>
          <p:nvPr/>
        </p:nvSpPr>
        <p:spPr>
          <a:xfrm>
            <a:off x="8276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6" name="F2_precision_recall_distributions_7150">
            <a:extLst>
              <a:ext uri="{FF2B5EF4-FFF2-40B4-BE49-F238E27FC236}">
                <a16:creationId xmlns:a16="http://schemas.microsoft.com/office/drawing/2014/main" id="{1E05BC8B-43EF-48A3-BB6D-9712FCECF9D9}"/>
              </a:ext>
            </a:extLst>
          </p:cNvPr>
          <p:cNvSpPr>
            <a:spLocks noGrp="1"/>
          </p:cNvSpPr>
          <p:nvPr/>
        </p:nvSpPr>
        <p:spPr>
          <a:xfrm>
            <a:off x="8289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7" name="F2_precision_recall_distributions_7151">
            <a:extLst>
              <a:ext uri="{FF2B5EF4-FFF2-40B4-BE49-F238E27FC236}">
                <a16:creationId xmlns:a16="http://schemas.microsoft.com/office/drawing/2014/main" id="{B9BFE408-98F7-4851-866C-802A0888FB78}"/>
              </a:ext>
            </a:extLst>
          </p:cNvPr>
          <p:cNvSpPr>
            <a:spLocks noGrp="1"/>
          </p:cNvSpPr>
          <p:nvPr/>
        </p:nvSpPr>
        <p:spPr>
          <a:xfrm>
            <a:off x="81350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8" name="F2_precision_recall_distributions_7152">
            <a:extLst>
              <a:ext uri="{FF2B5EF4-FFF2-40B4-BE49-F238E27FC236}">
                <a16:creationId xmlns:a16="http://schemas.microsoft.com/office/drawing/2014/main" id="{DEAC13CA-1ACB-421B-B740-5D889EB965E5}"/>
              </a:ext>
            </a:extLst>
          </p:cNvPr>
          <p:cNvSpPr>
            <a:spLocks noGrp="1"/>
          </p:cNvSpPr>
          <p:nvPr/>
        </p:nvSpPr>
        <p:spPr>
          <a:xfrm>
            <a:off x="836268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9" name="F2_precision_recall_distributions_7153">
            <a:extLst>
              <a:ext uri="{FF2B5EF4-FFF2-40B4-BE49-F238E27FC236}">
                <a16:creationId xmlns:a16="http://schemas.microsoft.com/office/drawing/2014/main" id="{523606DC-9649-4004-B057-DA037C40AA13}"/>
              </a:ext>
            </a:extLst>
          </p:cNvPr>
          <p:cNvSpPr>
            <a:spLocks noGrp="1"/>
          </p:cNvSpPr>
          <p:nvPr/>
        </p:nvSpPr>
        <p:spPr>
          <a:xfrm>
            <a:off x="82471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0" name="F2_precision_recall_distributions_7154">
            <a:extLst>
              <a:ext uri="{FF2B5EF4-FFF2-40B4-BE49-F238E27FC236}">
                <a16:creationId xmlns:a16="http://schemas.microsoft.com/office/drawing/2014/main" id="{84119635-C520-4B4F-A2B5-29317C9A8C4A}"/>
              </a:ext>
            </a:extLst>
          </p:cNvPr>
          <p:cNvSpPr>
            <a:spLocks noGrp="1"/>
          </p:cNvSpPr>
          <p:nvPr/>
        </p:nvSpPr>
        <p:spPr>
          <a:xfrm>
            <a:off x="84513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1" name="F2_precision_recall_distributions_7155">
            <a:extLst>
              <a:ext uri="{FF2B5EF4-FFF2-40B4-BE49-F238E27FC236}">
                <a16:creationId xmlns:a16="http://schemas.microsoft.com/office/drawing/2014/main" id="{BC27BC84-2CEF-46C4-BD66-4FB6572DE3ED}"/>
              </a:ext>
            </a:extLst>
          </p:cNvPr>
          <p:cNvSpPr>
            <a:spLocks noGrp="1"/>
          </p:cNvSpPr>
          <p:nvPr/>
        </p:nvSpPr>
        <p:spPr>
          <a:xfrm>
            <a:off x="84780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2" name="F2_precision_recall_distributions_7156">
            <a:extLst>
              <a:ext uri="{FF2B5EF4-FFF2-40B4-BE49-F238E27FC236}">
                <a16:creationId xmlns:a16="http://schemas.microsoft.com/office/drawing/2014/main" id="{4A0B88C8-7FF2-4162-AB05-0F4959CA89F8}"/>
              </a:ext>
            </a:extLst>
          </p:cNvPr>
          <p:cNvSpPr>
            <a:spLocks noGrp="1"/>
          </p:cNvSpPr>
          <p:nvPr/>
        </p:nvSpPr>
        <p:spPr>
          <a:xfrm>
            <a:off x="8272140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3" name="F2_precision_recall_distributions_7157">
            <a:extLst>
              <a:ext uri="{FF2B5EF4-FFF2-40B4-BE49-F238E27FC236}">
                <a16:creationId xmlns:a16="http://schemas.microsoft.com/office/drawing/2014/main" id="{CE51B600-8BB1-4589-B6AF-CC8D93E1546E}"/>
              </a:ext>
            </a:extLst>
          </p:cNvPr>
          <p:cNvSpPr>
            <a:spLocks noGrp="1"/>
          </p:cNvSpPr>
          <p:nvPr/>
        </p:nvSpPr>
        <p:spPr>
          <a:xfrm>
            <a:off x="81457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4" name="F2_precision_recall_distributions_7158">
            <a:extLst>
              <a:ext uri="{FF2B5EF4-FFF2-40B4-BE49-F238E27FC236}">
                <a16:creationId xmlns:a16="http://schemas.microsoft.com/office/drawing/2014/main" id="{911F3490-430C-4867-AD7E-8CFA73C6C15C}"/>
              </a:ext>
            </a:extLst>
          </p:cNvPr>
          <p:cNvSpPr>
            <a:spLocks noGrp="1"/>
          </p:cNvSpPr>
          <p:nvPr/>
        </p:nvSpPr>
        <p:spPr>
          <a:xfrm>
            <a:off x="8288638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5" name="F2_precision_recall_distributions_7159">
            <a:extLst>
              <a:ext uri="{FF2B5EF4-FFF2-40B4-BE49-F238E27FC236}">
                <a16:creationId xmlns:a16="http://schemas.microsoft.com/office/drawing/2014/main" id="{28677243-BC65-49B3-BC35-D8C8EB9E302F}"/>
              </a:ext>
            </a:extLst>
          </p:cNvPr>
          <p:cNvSpPr>
            <a:spLocks noGrp="1"/>
          </p:cNvSpPr>
          <p:nvPr/>
        </p:nvSpPr>
        <p:spPr>
          <a:xfrm>
            <a:off x="83480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6" name="F2_precision_recall_distributions_7160">
            <a:extLst>
              <a:ext uri="{FF2B5EF4-FFF2-40B4-BE49-F238E27FC236}">
                <a16:creationId xmlns:a16="http://schemas.microsoft.com/office/drawing/2014/main" id="{176E8BF3-1223-4F11-A030-6D3C20D49127}"/>
              </a:ext>
            </a:extLst>
          </p:cNvPr>
          <p:cNvSpPr>
            <a:spLocks noGrp="1"/>
          </p:cNvSpPr>
          <p:nvPr/>
        </p:nvSpPr>
        <p:spPr>
          <a:xfrm>
            <a:off x="8466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7" name="F2_precision_recall_distributions_7161">
            <a:extLst>
              <a:ext uri="{FF2B5EF4-FFF2-40B4-BE49-F238E27FC236}">
                <a16:creationId xmlns:a16="http://schemas.microsoft.com/office/drawing/2014/main" id="{95A54956-0DD5-4EBD-8BFA-9E6B0E85A9D0}"/>
              </a:ext>
            </a:extLst>
          </p:cNvPr>
          <p:cNvSpPr>
            <a:spLocks noGrp="1"/>
          </p:cNvSpPr>
          <p:nvPr/>
        </p:nvSpPr>
        <p:spPr>
          <a:xfrm>
            <a:off x="8171578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8" name="F2_precision_recall_distributions_7162">
            <a:extLst>
              <a:ext uri="{FF2B5EF4-FFF2-40B4-BE49-F238E27FC236}">
                <a16:creationId xmlns:a16="http://schemas.microsoft.com/office/drawing/2014/main" id="{1FC5DBBB-A4FD-4E66-A138-30988FAD9923}"/>
              </a:ext>
            </a:extLst>
          </p:cNvPr>
          <p:cNvSpPr>
            <a:spLocks noGrp="1"/>
          </p:cNvSpPr>
          <p:nvPr/>
        </p:nvSpPr>
        <p:spPr>
          <a:xfrm>
            <a:off x="8471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9" name="F2_precision_recall_distributions_7163">
            <a:extLst>
              <a:ext uri="{FF2B5EF4-FFF2-40B4-BE49-F238E27FC236}">
                <a16:creationId xmlns:a16="http://schemas.microsoft.com/office/drawing/2014/main" id="{5A52CDC1-9801-46AB-ADE0-A6F2C7EA8694}"/>
              </a:ext>
            </a:extLst>
          </p:cNvPr>
          <p:cNvSpPr>
            <a:spLocks noGrp="1"/>
          </p:cNvSpPr>
          <p:nvPr/>
        </p:nvSpPr>
        <p:spPr>
          <a:xfrm>
            <a:off x="82817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0" name="F2_precision_recall_distributions_7164">
            <a:extLst>
              <a:ext uri="{FF2B5EF4-FFF2-40B4-BE49-F238E27FC236}">
                <a16:creationId xmlns:a16="http://schemas.microsoft.com/office/drawing/2014/main" id="{DAC8E522-88A4-4EB8-830F-1309A75F461E}"/>
              </a:ext>
            </a:extLst>
          </p:cNvPr>
          <p:cNvSpPr>
            <a:spLocks noGrp="1"/>
          </p:cNvSpPr>
          <p:nvPr/>
        </p:nvSpPr>
        <p:spPr>
          <a:xfrm>
            <a:off x="82411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1" name="F2_precision_recall_distributions_7165">
            <a:extLst>
              <a:ext uri="{FF2B5EF4-FFF2-40B4-BE49-F238E27FC236}">
                <a16:creationId xmlns:a16="http://schemas.microsoft.com/office/drawing/2014/main" id="{BD16718E-9DA1-4ACC-982B-8FDA9E79545D}"/>
              </a:ext>
            </a:extLst>
          </p:cNvPr>
          <p:cNvSpPr>
            <a:spLocks noGrp="1"/>
          </p:cNvSpPr>
          <p:nvPr/>
        </p:nvSpPr>
        <p:spPr>
          <a:xfrm>
            <a:off x="815940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2" name="F2_precision_recall_distributions_7166">
            <a:extLst>
              <a:ext uri="{FF2B5EF4-FFF2-40B4-BE49-F238E27FC236}">
                <a16:creationId xmlns:a16="http://schemas.microsoft.com/office/drawing/2014/main" id="{7383E41A-732F-45FD-BBD7-7B14B7078CBD}"/>
              </a:ext>
            </a:extLst>
          </p:cNvPr>
          <p:cNvSpPr>
            <a:spLocks noGrp="1"/>
          </p:cNvSpPr>
          <p:nvPr/>
        </p:nvSpPr>
        <p:spPr>
          <a:xfrm>
            <a:off x="81907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3" name="F2_precision_recall_distributions_7167">
            <a:extLst>
              <a:ext uri="{FF2B5EF4-FFF2-40B4-BE49-F238E27FC236}">
                <a16:creationId xmlns:a16="http://schemas.microsoft.com/office/drawing/2014/main" id="{E07B4FC8-16D1-4A7C-9D40-8CC4FBE6AD0E}"/>
              </a:ext>
            </a:extLst>
          </p:cNvPr>
          <p:cNvSpPr>
            <a:spLocks noGrp="1"/>
          </p:cNvSpPr>
          <p:nvPr/>
        </p:nvSpPr>
        <p:spPr>
          <a:xfrm>
            <a:off x="81756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4" name="F2_precision_recall_distributions_7168">
            <a:extLst>
              <a:ext uri="{FF2B5EF4-FFF2-40B4-BE49-F238E27FC236}">
                <a16:creationId xmlns:a16="http://schemas.microsoft.com/office/drawing/2014/main" id="{F44078B3-99DD-4444-8CA8-4334298CC03E}"/>
              </a:ext>
            </a:extLst>
          </p:cNvPr>
          <p:cNvSpPr>
            <a:spLocks noGrp="1"/>
          </p:cNvSpPr>
          <p:nvPr/>
        </p:nvSpPr>
        <p:spPr>
          <a:xfrm>
            <a:off x="815079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5" name="F2_precision_recall_distributions_7169">
            <a:extLst>
              <a:ext uri="{FF2B5EF4-FFF2-40B4-BE49-F238E27FC236}">
                <a16:creationId xmlns:a16="http://schemas.microsoft.com/office/drawing/2014/main" id="{C070D655-A4B2-4C50-AD59-8FC61C236096}"/>
              </a:ext>
            </a:extLst>
          </p:cNvPr>
          <p:cNvSpPr>
            <a:spLocks noGrp="1"/>
          </p:cNvSpPr>
          <p:nvPr/>
        </p:nvSpPr>
        <p:spPr>
          <a:xfrm>
            <a:off x="84746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6" name="F2_precision_recall_distributions_7170">
            <a:extLst>
              <a:ext uri="{FF2B5EF4-FFF2-40B4-BE49-F238E27FC236}">
                <a16:creationId xmlns:a16="http://schemas.microsoft.com/office/drawing/2014/main" id="{4CC54949-2E5B-4BF6-A06B-E9A9EAFA40FB}"/>
              </a:ext>
            </a:extLst>
          </p:cNvPr>
          <p:cNvSpPr>
            <a:spLocks noGrp="1"/>
          </p:cNvSpPr>
          <p:nvPr/>
        </p:nvSpPr>
        <p:spPr>
          <a:xfrm>
            <a:off x="84355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7" name="F2_precision_recall_distributions_7171">
            <a:extLst>
              <a:ext uri="{FF2B5EF4-FFF2-40B4-BE49-F238E27FC236}">
                <a16:creationId xmlns:a16="http://schemas.microsoft.com/office/drawing/2014/main" id="{377B0DAB-BB82-4837-89AE-6CC607E1AF87}"/>
              </a:ext>
            </a:extLst>
          </p:cNvPr>
          <p:cNvSpPr>
            <a:spLocks noGrp="1"/>
          </p:cNvSpPr>
          <p:nvPr/>
        </p:nvSpPr>
        <p:spPr>
          <a:xfrm>
            <a:off x="82589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8" name="F2_precision_recall_distributions_7172">
            <a:extLst>
              <a:ext uri="{FF2B5EF4-FFF2-40B4-BE49-F238E27FC236}">
                <a16:creationId xmlns:a16="http://schemas.microsoft.com/office/drawing/2014/main" id="{5BB0EFBA-77E3-4352-8434-BFA52267CD77}"/>
              </a:ext>
            </a:extLst>
          </p:cNvPr>
          <p:cNvSpPr>
            <a:spLocks noGrp="1"/>
          </p:cNvSpPr>
          <p:nvPr/>
        </p:nvSpPr>
        <p:spPr>
          <a:xfrm>
            <a:off x="82627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9" name="F2_precision_recall_distributions_7173">
            <a:extLst>
              <a:ext uri="{FF2B5EF4-FFF2-40B4-BE49-F238E27FC236}">
                <a16:creationId xmlns:a16="http://schemas.microsoft.com/office/drawing/2014/main" id="{170E6F45-A947-4DDA-ABD5-01D36A83DDEC}"/>
              </a:ext>
            </a:extLst>
          </p:cNvPr>
          <p:cNvSpPr>
            <a:spLocks noGrp="1"/>
          </p:cNvSpPr>
          <p:nvPr/>
        </p:nvSpPr>
        <p:spPr>
          <a:xfrm>
            <a:off x="8453060" y="6348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0" name="F2_precision_recall_distributions_7174">
            <a:extLst>
              <a:ext uri="{FF2B5EF4-FFF2-40B4-BE49-F238E27FC236}">
                <a16:creationId xmlns:a16="http://schemas.microsoft.com/office/drawing/2014/main" id="{E29E6BD8-E1BD-472B-B95A-B9A0723056C5}"/>
              </a:ext>
            </a:extLst>
          </p:cNvPr>
          <p:cNvSpPr>
            <a:spLocks noGrp="1"/>
          </p:cNvSpPr>
          <p:nvPr/>
        </p:nvSpPr>
        <p:spPr>
          <a:xfrm>
            <a:off x="8177482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1" name="F2_precision_recall_distributions_7175">
            <a:extLst>
              <a:ext uri="{FF2B5EF4-FFF2-40B4-BE49-F238E27FC236}">
                <a16:creationId xmlns:a16="http://schemas.microsoft.com/office/drawing/2014/main" id="{A3F84251-31FA-4F74-8B5C-1DCD2384315D}"/>
              </a:ext>
            </a:extLst>
          </p:cNvPr>
          <p:cNvSpPr>
            <a:spLocks noGrp="1"/>
          </p:cNvSpPr>
          <p:nvPr/>
        </p:nvSpPr>
        <p:spPr>
          <a:xfrm>
            <a:off x="8242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2" name="F2_precision_recall_distributions_7176">
            <a:extLst>
              <a:ext uri="{FF2B5EF4-FFF2-40B4-BE49-F238E27FC236}">
                <a16:creationId xmlns:a16="http://schemas.microsoft.com/office/drawing/2014/main" id="{3072190D-6B6B-425A-BE0E-94F6BD36C28E}"/>
              </a:ext>
            </a:extLst>
          </p:cNvPr>
          <p:cNvSpPr>
            <a:spLocks noGrp="1"/>
          </p:cNvSpPr>
          <p:nvPr/>
        </p:nvSpPr>
        <p:spPr>
          <a:xfrm>
            <a:off x="83136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3" name="F2_precision_recall_distributions_7177">
            <a:extLst>
              <a:ext uri="{FF2B5EF4-FFF2-40B4-BE49-F238E27FC236}">
                <a16:creationId xmlns:a16="http://schemas.microsoft.com/office/drawing/2014/main" id="{4560C54B-0172-4B63-AC66-6B7DFB83F717}"/>
              </a:ext>
            </a:extLst>
          </p:cNvPr>
          <p:cNvSpPr>
            <a:spLocks noGrp="1"/>
          </p:cNvSpPr>
          <p:nvPr/>
        </p:nvSpPr>
        <p:spPr>
          <a:xfrm>
            <a:off x="8146198" y="56198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4" name="F2_precision_recall_distributions_7178">
            <a:extLst>
              <a:ext uri="{FF2B5EF4-FFF2-40B4-BE49-F238E27FC236}">
                <a16:creationId xmlns:a16="http://schemas.microsoft.com/office/drawing/2014/main" id="{16EDF5A4-284B-46C7-B064-18C1C3EE7066}"/>
              </a:ext>
            </a:extLst>
          </p:cNvPr>
          <p:cNvSpPr>
            <a:spLocks noGrp="1"/>
          </p:cNvSpPr>
          <p:nvPr/>
        </p:nvSpPr>
        <p:spPr>
          <a:xfrm>
            <a:off x="82297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5" name="F2_precision_recall_distributions_7179">
            <a:extLst>
              <a:ext uri="{FF2B5EF4-FFF2-40B4-BE49-F238E27FC236}">
                <a16:creationId xmlns:a16="http://schemas.microsoft.com/office/drawing/2014/main" id="{2F14CED3-647E-429C-9EEE-2F9268E79326}"/>
              </a:ext>
            </a:extLst>
          </p:cNvPr>
          <p:cNvSpPr>
            <a:spLocks noGrp="1"/>
          </p:cNvSpPr>
          <p:nvPr/>
        </p:nvSpPr>
        <p:spPr>
          <a:xfrm>
            <a:off x="81703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6" name="F2_precision_recall_distributions_7180">
            <a:extLst>
              <a:ext uri="{FF2B5EF4-FFF2-40B4-BE49-F238E27FC236}">
                <a16:creationId xmlns:a16="http://schemas.microsoft.com/office/drawing/2014/main" id="{8E8FC1A6-E83A-48F1-8479-6351CFF2F758}"/>
              </a:ext>
            </a:extLst>
          </p:cNvPr>
          <p:cNvSpPr>
            <a:spLocks noGrp="1"/>
          </p:cNvSpPr>
          <p:nvPr/>
        </p:nvSpPr>
        <p:spPr>
          <a:xfrm>
            <a:off x="83389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7" name="F2_precision_recall_distributions_7181">
            <a:extLst>
              <a:ext uri="{FF2B5EF4-FFF2-40B4-BE49-F238E27FC236}">
                <a16:creationId xmlns:a16="http://schemas.microsoft.com/office/drawing/2014/main" id="{7C70EB7A-7469-4263-B35D-766B811E64E0}"/>
              </a:ext>
            </a:extLst>
          </p:cNvPr>
          <p:cNvSpPr>
            <a:spLocks noGrp="1"/>
          </p:cNvSpPr>
          <p:nvPr/>
        </p:nvSpPr>
        <p:spPr>
          <a:xfrm>
            <a:off x="82866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8" name="F2_precision_recall_distributions_7182">
            <a:extLst>
              <a:ext uri="{FF2B5EF4-FFF2-40B4-BE49-F238E27FC236}">
                <a16:creationId xmlns:a16="http://schemas.microsoft.com/office/drawing/2014/main" id="{9DD8B00D-8229-435C-B894-D9B73C9A2A63}"/>
              </a:ext>
            </a:extLst>
          </p:cNvPr>
          <p:cNvSpPr>
            <a:spLocks noGrp="1"/>
          </p:cNvSpPr>
          <p:nvPr/>
        </p:nvSpPr>
        <p:spPr>
          <a:xfrm>
            <a:off x="825028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9" name="F2_precision_recall_distributions_7183">
            <a:extLst>
              <a:ext uri="{FF2B5EF4-FFF2-40B4-BE49-F238E27FC236}">
                <a16:creationId xmlns:a16="http://schemas.microsoft.com/office/drawing/2014/main" id="{426EA6CB-00EB-471B-89DF-5E6F080BD7F2}"/>
              </a:ext>
            </a:extLst>
          </p:cNvPr>
          <p:cNvSpPr>
            <a:spLocks noGrp="1"/>
          </p:cNvSpPr>
          <p:nvPr/>
        </p:nvSpPr>
        <p:spPr>
          <a:xfrm>
            <a:off x="815295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0" name="F2_precision_recall_distributions_7184">
            <a:extLst>
              <a:ext uri="{FF2B5EF4-FFF2-40B4-BE49-F238E27FC236}">
                <a16:creationId xmlns:a16="http://schemas.microsoft.com/office/drawing/2014/main" id="{0533AF77-01AD-4EE0-A550-45BBAF9C4B75}"/>
              </a:ext>
            </a:extLst>
          </p:cNvPr>
          <p:cNvSpPr>
            <a:spLocks noGrp="1"/>
          </p:cNvSpPr>
          <p:nvPr/>
        </p:nvSpPr>
        <p:spPr>
          <a:xfrm>
            <a:off x="82006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1" name="F2_precision_recall_distributions_7185">
            <a:extLst>
              <a:ext uri="{FF2B5EF4-FFF2-40B4-BE49-F238E27FC236}">
                <a16:creationId xmlns:a16="http://schemas.microsoft.com/office/drawing/2014/main" id="{D61B0FA6-DA92-4759-894A-D52B38BE1889}"/>
              </a:ext>
            </a:extLst>
          </p:cNvPr>
          <p:cNvSpPr>
            <a:spLocks noGrp="1"/>
          </p:cNvSpPr>
          <p:nvPr/>
        </p:nvSpPr>
        <p:spPr>
          <a:xfrm>
            <a:off x="83548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2" name="F2_precision_recall_distributions_7186">
            <a:extLst>
              <a:ext uri="{FF2B5EF4-FFF2-40B4-BE49-F238E27FC236}">
                <a16:creationId xmlns:a16="http://schemas.microsoft.com/office/drawing/2014/main" id="{434005D5-6967-4E0A-84B0-37DF2D936297}"/>
              </a:ext>
            </a:extLst>
          </p:cNvPr>
          <p:cNvSpPr>
            <a:spLocks noGrp="1"/>
          </p:cNvSpPr>
          <p:nvPr/>
        </p:nvSpPr>
        <p:spPr>
          <a:xfrm>
            <a:off x="8437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3" name="F2_precision_recall_distributions_7187">
            <a:extLst>
              <a:ext uri="{FF2B5EF4-FFF2-40B4-BE49-F238E27FC236}">
                <a16:creationId xmlns:a16="http://schemas.microsoft.com/office/drawing/2014/main" id="{2ED37BDC-4776-452A-B61A-F91B2973221D}"/>
              </a:ext>
            </a:extLst>
          </p:cNvPr>
          <p:cNvSpPr>
            <a:spLocks noGrp="1"/>
          </p:cNvSpPr>
          <p:nvPr/>
        </p:nvSpPr>
        <p:spPr>
          <a:xfrm>
            <a:off x="84467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4" name="F2_precision_recall_distributions_7188">
            <a:extLst>
              <a:ext uri="{FF2B5EF4-FFF2-40B4-BE49-F238E27FC236}">
                <a16:creationId xmlns:a16="http://schemas.microsoft.com/office/drawing/2014/main" id="{1B0555AC-9236-456A-9BBC-2189EEABC0BA}"/>
              </a:ext>
            </a:extLst>
          </p:cNvPr>
          <p:cNvSpPr>
            <a:spLocks noGrp="1"/>
          </p:cNvSpPr>
          <p:nvPr/>
        </p:nvSpPr>
        <p:spPr>
          <a:xfrm>
            <a:off x="8490661" y="59753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5" name="F2_precision_recall_distributions_7189">
            <a:extLst>
              <a:ext uri="{FF2B5EF4-FFF2-40B4-BE49-F238E27FC236}">
                <a16:creationId xmlns:a16="http://schemas.microsoft.com/office/drawing/2014/main" id="{FA272C76-D08D-43BE-976E-F63B900BC8E7}"/>
              </a:ext>
            </a:extLst>
          </p:cNvPr>
          <p:cNvSpPr>
            <a:spLocks noGrp="1"/>
          </p:cNvSpPr>
          <p:nvPr/>
        </p:nvSpPr>
        <p:spPr>
          <a:xfrm>
            <a:off x="84975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6" name="F2_precision_recall_distributions_7190">
            <a:extLst>
              <a:ext uri="{FF2B5EF4-FFF2-40B4-BE49-F238E27FC236}">
                <a16:creationId xmlns:a16="http://schemas.microsoft.com/office/drawing/2014/main" id="{4BABEF95-1459-4507-A3E4-A10F7491D15B}"/>
              </a:ext>
            </a:extLst>
          </p:cNvPr>
          <p:cNvSpPr>
            <a:spLocks noGrp="1"/>
          </p:cNvSpPr>
          <p:nvPr/>
        </p:nvSpPr>
        <p:spPr>
          <a:xfrm>
            <a:off x="8309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7" name="F2_precision_recall_distributions_7191">
            <a:extLst>
              <a:ext uri="{FF2B5EF4-FFF2-40B4-BE49-F238E27FC236}">
                <a16:creationId xmlns:a16="http://schemas.microsoft.com/office/drawing/2014/main" id="{78C72522-DA58-4C3B-B6F6-18EDC528CC9F}"/>
              </a:ext>
            </a:extLst>
          </p:cNvPr>
          <p:cNvSpPr>
            <a:spLocks noGrp="1"/>
          </p:cNvSpPr>
          <p:nvPr/>
        </p:nvSpPr>
        <p:spPr>
          <a:xfrm>
            <a:off x="840763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8" name="F2_precision_recall_distributions_7192">
            <a:extLst>
              <a:ext uri="{FF2B5EF4-FFF2-40B4-BE49-F238E27FC236}">
                <a16:creationId xmlns:a16="http://schemas.microsoft.com/office/drawing/2014/main" id="{E7038352-9E69-4F7B-8217-CB10D30CC8E4}"/>
              </a:ext>
            </a:extLst>
          </p:cNvPr>
          <p:cNvSpPr>
            <a:spLocks noGrp="1"/>
          </p:cNvSpPr>
          <p:nvPr/>
        </p:nvSpPr>
        <p:spPr>
          <a:xfrm>
            <a:off x="84894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9" name="F2_precision_recall_distributions_7193">
            <a:extLst>
              <a:ext uri="{FF2B5EF4-FFF2-40B4-BE49-F238E27FC236}">
                <a16:creationId xmlns:a16="http://schemas.microsoft.com/office/drawing/2014/main" id="{2AF0A571-FD47-40AF-8BBA-0495F019BD18}"/>
              </a:ext>
            </a:extLst>
          </p:cNvPr>
          <p:cNvSpPr>
            <a:spLocks noGrp="1"/>
          </p:cNvSpPr>
          <p:nvPr/>
        </p:nvSpPr>
        <p:spPr>
          <a:xfrm>
            <a:off x="8489613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0" name="F2_precision_recall_distributions_7194">
            <a:extLst>
              <a:ext uri="{FF2B5EF4-FFF2-40B4-BE49-F238E27FC236}">
                <a16:creationId xmlns:a16="http://schemas.microsoft.com/office/drawing/2014/main" id="{1A319506-4D79-4771-8B33-2366BAB4C5A9}"/>
              </a:ext>
            </a:extLst>
          </p:cNvPr>
          <p:cNvSpPr>
            <a:spLocks noGrp="1"/>
          </p:cNvSpPr>
          <p:nvPr/>
        </p:nvSpPr>
        <p:spPr>
          <a:xfrm>
            <a:off x="8328721" y="6404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1" name="F2_precision_recall_distributions_7195">
            <a:extLst>
              <a:ext uri="{FF2B5EF4-FFF2-40B4-BE49-F238E27FC236}">
                <a16:creationId xmlns:a16="http://schemas.microsoft.com/office/drawing/2014/main" id="{0AE62F90-2F8E-4266-8BE2-800F8125F942}"/>
              </a:ext>
            </a:extLst>
          </p:cNvPr>
          <p:cNvSpPr>
            <a:spLocks noGrp="1"/>
          </p:cNvSpPr>
          <p:nvPr/>
        </p:nvSpPr>
        <p:spPr>
          <a:xfrm>
            <a:off x="8249420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2" name="F2_precision_recall_distributions_7196">
            <a:extLst>
              <a:ext uri="{FF2B5EF4-FFF2-40B4-BE49-F238E27FC236}">
                <a16:creationId xmlns:a16="http://schemas.microsoft.com/office/drawing/2014/main" id="{2E91F0DE-79A0-460B-B4F0-C0F55039DB26}"/>
              </a:ext>
            </a:extLst>
          </p:cNvPr>
          <p:cNvSpPr>
            <a:spLocks noGrp="1"/>
          </p:cNvSpPr>
          <p:nvPr/>
        </p:nvSpPr>
        <p:spPr>
          <a:xfrm>
            <a:off x="83294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3" name="F2_precision_recall_distributions_7197">
            <a:extLst>
              <a:ext uri="{FF2B5EF4-FFF2-40B4-BE49-F238E27FC236}">
                <a16:creationId xmlns:a16="http://schemas.microsoft.com/office/drawing/2014/main" id="{3F2D2736-7E15-4602-AC10-FFCFA75CCAE8}"/>
              </a:ext>
            </a:extLst>
          </p:cNvPr>
          <p:cNvSpPr>
            <a:spLocks noGrp="1"/>
          </p:cNvSpPr>
          <p:nvPr/>
        </p:nvSpPr>
        <p:spPr>
          <a:xfrm>
            <a:off x="83933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4" name="F2_precision_recall_distributions_7198">
            <a:extLst>
              <a:ext uri="{FF2B5EF4-FFF2-40B4-BE49-F238E27FC236}">
                <a16:creationId xmlns:a16="http://schemas.microsoft.com/office/drawing/2014/main" id="{05958EC2-8836-46AE-88D4-59FFBAE9389A}"/>
              </a:ext>
            </a:extLst>
          </p:cNvPr>
          <p:cNvSpPr>
            <a:spLocks noGrp="1"/>
          </p:cNvSpPr>
          <p:nvPr/>
        </p:nvSpPr>
        <p:spPr>
          <a:xfrm>
            <a:off x="8361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5" name="F2_precision_recall_distributions_7199">
            <a:extLst>
              <a:ext uri="{FF2B5EF4-FFF2-40B4-BE49-F238E27FC236}">
                <a16:creationId xmlns:a16="http://schemas.microsoft.com/office/drawing/2014/main" id="{1D482DA1-82AD-4ED2-BDC8-CAAB05223167}"/>
              </a:ext>
            </a:extLst>
          </p:cNvPr>
          <p:cNvSpPr>
            <a:spLocks noGrp="1"/>
          </p:cNvSpPr>
          <p:nvPr/>
        </p:nvSpPr>
        <p:spPr>
          <a:xfrm>
            <a:off x="81369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6" name="F2_precision_recall_distributions_7200">
            <a:extLst>
              <a:ext uri="{FF2B5EF4-FFF2-40B4-BE49-F238E27FC236}">
                <a16:creationId xmlns:a16="http://schemas.microsoft.com/office/drawing/2014/main" id="{45C6F8FB-D3A6-4B66-BED9-794825227F48}"/>
              </a:ext>
            </a:extLst>
          </p:cNvPr>
          <p:cNvSpPr>
            <a:spLocks noGrp="1"/>
          </p:cNvSpPr>
          <p:nvPr/>
        </p:nvSpPr>
        <p:spPr>
          <a:xfrm>
            <a:off x="82154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7" name="F2_precision_recall_distributions_7201">
            <a:extLst>
              <a:ext uri="{FF2B5EF4-FFF2-40B4-BE49-F238E27FC236}">
                <a16:creationId xmlns:a16="http://schemas.microsoft.com/office/drawing/2014/main" id="{5148918D-EB12-4BE5-B609-967578E36598}"/>
              </a:ext>
            </a:extLst>
          </p:cNvPr>
          <p:cNvSpPr>
            <a:spLocks noGrp="1"/>
          </p:cNvSpPr>
          <p:nvPr/>
        </p:nvSpPr>
        <p:spPr>
          <a:xfrm>
            <a:off x="84187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8" name="F2_precision_recall_distributions_7202">
            <a:extLst>
              <a:ext uri="{FF2B5EF4-FFF2-40B4-BE49-F238E27FC236}">
                <a16:creationId xmlns:a16="http://schemas.microsoft.com/office/drawing/2014/main" id="{14A29371-5D2D-4D24-A4F4-D369AEDC563C}"/>
              </a:ext>
            </a:extLst>
          </p:cNvPr>
          <p:cNvSpPr>
            <a:spLocks noGrp="1"/>
          </p:cNvSpPr>
          <p:nvPr/>
        </p:nvSpPr>
        <p:spPr>
          <a:xfrm>
            <a:off x="8455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9" name="F2_precision_recall_distributions_7203">
            <a:extLst>
              <a:ext uri="{FF2B5EF4-FFF2-40B4-BE49-F238E27FC236}">
                <a16:creationId xmlns:a16="http://schemas.microsoft.com/office/drawing/2014/main" id="{A3A43B41-914C-4A19-B82C-8EA188455832}"/>
              </a:ext>
            </a:extLst>
          </p:cNvPr>
          <p:cNvSpPr>
            <a:spLocks noGrp="1"/>
          </p:cNvSpPr>
          <p:nvPr/>
        </p:nvSpPr>
        <p:spPr>
          <a:xfrm>
            <a:off x="83226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0" name="F2_precision_recall_distributions_7204">
            <a:extLst>
              <a:ext uri="{FF2B5EF4-FFF2-40B4-BE49-F238E27FC236}">
                <a16:creationId xmlns:a16="http://schemas.microsoft.com/office/drawing/2014/main" id="{0F3623AF-5CDC-4ECE-A5C0-8FA6649945B7}"/>
              </a:ext>
            </a:extLst>
          </p:cNvPr>
          <p:cNvSpPr>
            <a:spLocks noGrp="1"/>
          </p:cNvSpPr>
          <p:nvPr/>
        </p:nvSpPr>
        <p:spPr>
          <a:xfrm>
            <a:off x="8356860" y="64115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1" name="F2_precision_recall_distributions_7205">
            <a:extLst>
              <a:ext uri="{FF2B5EF4-FFF2-40B4-BE49-F238E27FC236}">
                <a16:creationId xmlns:a16="http://schemas.microsoft.com/office/drawing/2014/main" id="{24CE6AE2-9B1F-4217-AEB9-C90261E4ED94}"/>
              </a:ext>
            </a:extLst>
          </p:cNvPr>
          <p:cNvSpPr>
            <a:spLocks noGrp="1"/>
          </p:cNvSpPr>
          <p:nvPr/>
        </p:nvSpPr>
        <p:spPr>
          <a:xfrm>
            <a:off x="8185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2" name="F2_precision_recall_distributions_7206">
            <a:extLst>
              <a:ext uri="{FF2B5EF4-FFF2-40B4-BE49-F238E27FC236}">
                <a16:creationId xmlns:a16="http://schemas.microsoft.com/office/drawing/2014/main" id="{C10F9B0E-B9E4-4D3B-BE14-86D6F47F8E2D}"/>
              </a:ext>
            </a:extLst>
          </p:cNvPr>
          <p:cNvSpPr>
            <a:spLocks noGrp="1"/>
          </p:cNvSpPr>
          <p:nvPr/>
        </p:nvSpPr>
        <p:spPr>
          <a:xfrm>
            <a:off x="8186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3" name="F2_precision_recall_distributions_7207">
            <a:extLst>
              <a:ext uri="{FF2B5EF4-FFF2-40B4-BE49-F238E27FC236}">
                <a16:creationId xmlns:a16="http://schemas.microsoft.com/office/drawing/2014/main" id="{78EFDB51-1F7A-435C-9CED-4BFF7833834F}"/>
              </a:ext>
            </a:extLst>
          </p:cNvPr>
          <p:cNvSpPr>
            <a:spLocks noGrp="1"/>
          </p:cNvSpPr>
          <p:nvPr/>
        </p:nvSpPr>
        <p:spPr>
          <a:xfrm>
            <a:off x="8308722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4" name="F2_precision_recall_distributions_7208">
            <a:extLst>
              <a:ext uri="{FF2B5EF4-FFF2-40B4-BE49-F238E27FC236}">
                <a16:creationId xmlns:a16="http://schemas.microsoft.com/office/drawing/2014/main" id="{B0EE8EDB-5CEB-4A20-B142-6B679AAC6FC3}"/>
              </a:ext>
            </a:extLst>
          </p:cNvPr>
          <p:cNvSpPr>
            <a:spLocks noGrp="1"/>
          </p:cNvSpPr>
          <p:nvPr/>
        </p:nvSpPr>
        <p:spPr>
          <a:xfrm>
            <a:off x="825650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5" name="F2_precision_recall_distributions_7209">
            <a:extLst>
              <a:ext uri="{FF2B5EF4-FFF2-40B4-BE49-F238E27FC236}">
                <a16:creationId xmlns:a16="http://schemas.microsoft.com/office/drawing/2014/main" id="{0AE739B0-A8E8-420B-8640-887DBBAB1595}"/>
              </a:ext>
            </a:extLst>
          </p:cNvPr>
          <p:cNvSpPr>
            <a:spLocks noGrp="1"/>
          </p:cNvSpPr>
          <p:nvPr/>
        </p:nvSpPr>
        <p:spPr>
          <a:xfrm>
            <a:off x="816833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6" name="F2_precision_recall_distributions_7210">
            <a:extLst>
              <a:ext uri="{FF2B5EF4-FFF2-40B4-BE49-F238E27FC236}">
                <a16:creationId xmlns:a16="http://schemas.microsoft.com/office/drawing/2014/main" id="{A4C9A275-EF31-448C-8F57-8B12F75682D8}"/>
              </a:ext>
            </a:extLst>
          </p:cNvPr>
          <p:cNvSpPr>
            <a:spLocks noGrp="1"/>
          </p:cNvSpPr>
          <p:nvPr/>
        </p:nvSpPr>
        <p:spPr>
          <a:xfrm>
            <a:off x="83708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7" name="F2_precision_recall_distributions_7211">
            <a:extLst>
              <a:ext uri="{FF2B5EF4-FFF2-40B4-BE49-F238E27FC236}">
                <a16:creationId xmlns:a16="http://schemas.microsoft.com/office/drawing/2014/main" id="{E54FE8DA-A5D9-4F6A-90DA-001BF40C8BCD}"/>
              </a:ext>
            </a:extLst>
          </p:cNvPr>
          <p:cNvSpPr>
            <a:spLocks noGrp="1"/>
          </p:cNvSpPr>
          <p:nvPr/>
        </p:nvSpPr>
        <p:spPr>
          <a:xfrm>
            <a:off x="8440613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8" name="F2_precision_recall_distributions_7212">
            <a:extLst>
              <a:ext uri="{FF2B5EF4-FFF2-40B4-BE49-F238E27FC236}">
                <a16:creationId xmlns:a16="http://schemas.microsoft.com/office/drawing/2014/main" id="{BD38EAF1-E049-4E54-A7CA-47FA778E24EA}"/>
              </a:ext>
            </a:extLst>
          </p:cNvPr>
          <p:cNvSpPr>
            <a:spLocks noGrp="1"/>
          </p:cNvSpPr>
          <p:nvPr/>
        </p:nvSpPr>
        <p:spPr>
          <a:xfrm>
            <a:off x="84039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9" name="F2_precision_recall_distributions_7213">
            <a:extLst>
              <a:ext uri="{FF2B5EF4-FFF2-40B4-BE49-F238E27FC236}">
                <a16:creationId xmlns:a16="http://schemas.microsoft.com/office/drawing/2014/main" id="{32D4D132-5159-47D1-AB18-C17C7EB9CD4A}"/>
              </a:ext>
            </a:extLst>
          </p:cNvPr>
          <p:cNvSpPr>
            <a:spLocks noGrp="1"/>
          </p:cNvSpPr>
          <p:nvPr/>
        </p:nvSpPr>
        <p:spPr>
          <a:xfrm>
            <a:off x="83165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0" name="F2_precision_recall_distributions_7214">
            <a:extLst>
              <a:ext uri="{FF2B5EF4-FFF2-40B4-BE49-F238E27FC236}">
                <a16:creationId xmlns:a16="http://schemas.microsoft.com/office/drawing/2014/main" id="{3A6B5B1B-C2EA-43C1-8308-BE0EE7F82CCB}"/>
              </a:ext>
            </a:extLst>
          </p:cNvPr>
          <p:cNvSpPr>
            <a:spLocks noGrp="1"/>
          </p:cNvSpPr>
          <p:nvPr/>
        </p:nvSpPr>
        <p:spPr>
          <a:xfrm>
            <a:off x="8177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1" name="F2_precision_recall_distributions_7215">
            <a:extLst>
              <a:ext uri="{FF2B5EF4-FFF2-40B4-BE49-F238E27FC236}">
                <a16:creationId xmlns:a16="http://schemas.microsoft.com/office/drawing/2014/main" id="{D58C4A7D-45F7-40C4-A931-8E03ADDA4FDB}"/>
              </a:ext>
            </a:extLst>
          </p:cNvPr>
          <p:cNvSpPr>
            <a:spLocks noGrp="1"/>
          </p:cNvSpPr>
          <p:nvPr/>
        </p:nvSpPr>
        <p:spPr>
          <a:xfrm>
            <a:off x="8434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2" name="F2_precision_recall_distributions_7216">
            <a:extLst>
              <a:ext uri="{FF2B5EF4-FFF2-40B4-BE49-F238E27FC236}">
                <a16:creationId xmlns:a16="http://schemas.microsoft.com/office/drawing/2014/main" id="{4D9771F0-7EEB-4414-BE4D-AEFA914CC3EA}"/>
              </a:ext>
            </a:extLst>
          </p:cNvPr>
          <p:cNvSpPr>
            <a:spLocks noGrp="1"/>
          </p:cNvSpPr>
          <p:nvPr/>
        </p:nvSpPr>
        <p:spPr>
          <a:xfrm>
            <a:off x="84300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3" name="F2_precision_recall_distributions_7217">
            <a:extLst>
              <a:ext uri="{FF2B5EF4-FFF2-40B4-BE49-F238E27FC236}">
                <a16:creationId xmlns:a16="http://schemas.microsoft.com/office/drawing/2014/main" id="{43E6AE9C-80C9-4A59-93E0-E9E2AC913A5F}"/>
              </a:ext>
            </a:extLst>
          </p:cNvPr>
          <p:cNvSpPr>
            <a:spLocks noGrp="1"/>
          </p:cNvSpPr>
          <p:nvPr/>
        </p:nvSpPr>
        <p:spPr>
          <a:xfrm>
            <a:off x="8163036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4" name="F2_precision_recall_distributions_7218">
            <a:extLst>
              <a:ext uri="{FF2B5EF4-FFF2-40B4-BE49-F238E27FC236}">
                <a16:creationId xmlns:a16="http://schemas.microsoft.com/office/drawing/2014/main" id="{1F591CC1-F008-4ABE-91A8-F2823A7CE09C}"/>
              </a:ext>
            </a:extLst>
          </p:cNvPr>
          <p:cNvSpPr>
            <a:spLocks noGrp="1"/>
          </p:cNvSpPr>
          <p:nvPr/>
        </p:nvSpPr>
        <p:spPr>
          <a:xfrm>
            <a:off x="8393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5" name="F2_precision_recall_distributions_7219">
            <a:extLst>
              <a:ext uri="{FF2B5EF4-FFF2-40B4-BE49-F238E27FC236}">
                <a16:creationId xmlns:a16="http://schemas.microsoft.com/office/drawing/2014/main" id="{CB3D8EEC-1839-4ED4-B3CF-3CEA01CEA05D}"/>
              </a:ext>
            </a:extLst>
          </p:cNvPr>
          <p:cNvSpPr>
            <a:spLocks noGrp="1"/>
          </p:cNvSpPr>
          <p:nvPr/>
        </p:nvSpPr>
        <p:spPr>
          <a:xfrm>
            <a:off x="8274535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6" name="F2_precision_recall_distributions_7220">
            <a:extLst>
              <a:ext uri="{FF2B5EF4-FFF2-40B4-BE49-F238E27FC236}">
                <a16:creationId xmlns:a16="http://schemas.microsoft.com/office/drawing/2014/main" id="{F6901482-2491-467D-9766-82ECDA3A8B2C}"/>
              </a:ext>
            </a:extLst>
          </p:cNvPr>
          <p:cNvSpPr>
            <a:spLocks noGrp="1"/>
          </p:cNvSpPr>
          <p:nvPr/>
        </p:nvSpPr>
        <p:spPr>
          <a:xfrm>
            <a:off x="81629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7" name="F2_precision_recall_distributions_7221">
            <a:extLst>
              <a:ext uri="{FF2B5EF4-FFF2-40B4-BE49-F238E27FC236}">
                <a16:creationId xmlns:a16="http://schemas.microsoft.com/office/drawing/2014/main" id="{C8C464BB-C4BE-44AD-B643-485E8E99D20E}"/>
              </a:ext>
            </a:extLst>
          </p:cNvPr>
          <p:cNvSpPr>
            <a:spLocks noGrp="1"/>
          </p:cNvSpPr>
          <p:nvPr/>
        </p:nvSpPr>
        <p:spPr>
          <a:xfrm>
            <a:off x="8215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8" name="F2_precision_recall_distributions_7222">
            <a:extLst>
              <a:ext uri="{FF2B5EF4-FFF2-40B4-BE49-F238E27FC236}">
                <a16:creationId xmlns:a16="http://schemas.microsoft.com/office/drawing/2014/main" id="{104B0AA7-9EA9-443E-9F32-E62542C21D06}"/>
              </a:ext>
            </a:extLst>
          </p:cNvPr>
          <p:cNvSpPr>
            <a:spLocks noGrp="1"/>
          </p:cNvSpPr>
          <p:nvPr/>
        </p:nvSpPr>
        <p:spPr>
          <a:xfrm>
            <a:off x="84122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9" name="F2_precision_recall_distributions_7223">
            <a:extLst>
              <a:ext uri="{FF2B5EF4-FFF2-40B4-BE49-F238E27FC236}">
                <a16:creationId xmlns:a16="http://schemas.microsoft.com/office/drawing/2014/main" id="{60AA7D66-4205-4946-BDA5-68A148295D19}"/>
              </a:ext>
            </a:extLst>
          </p:cNvPr>
          <p:cNvSpPr>
            <a:spLocks noGrp="1"/>
          </p:cNvSpPr>
          <p:nvPr/>
        </p:nvSpPr>
        <p:spPr>
          <a:xfrm>
            <a:off x="84156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0" name="F2_precision_recall_distributions_7224">
            <a:extLst>
              <a:ext uri="{FF2B5EF4-FFF2-40B4-BE49-F238E27FC236}">
                <a16:creationId xmlns:a16="http://schemas.microsoft.com/office/drawing/2014/main" id="{93C5AD54-897B-4215-909F-AC13F745D004}"/>
              </a:ext>
            </a:extLst>
          </p:cNvPr>
          <p:cNvSpPr>
            <a:spLocks noGrp="1"/>
          </p:cNvSpPr>
          <p:nvPr/>
        </p:nvSpPr>
        <p:spPr>
          <a:xfrm>
            <a:off x="81386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1" name="F2_precision_recall_distributions_7225">
            <a:extLst>
              <a:ext uri="{FF2B5EF4-FFF2-40B4-BE49-F238E27FC236}">
                <a16:creationId xmlns:a16="http://schemas.microsoft.com/office/drawing/2014/main" id="{73FCAED0-78E7-4183-A56E-1F327F3FE964}"/>
              </a:ext>
            </a:extLst>
          </p:cNvPr>
          <p:cNvSpPr>
            <a:spLocks noGrp="1"/>
          </p:cNvSpPr>
          <p:nvPr/>
        </p:nvSpPr>
        <p:spPr>
          <a:xfrm>
            <a:off x="8245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2" name="F2_precision_recall_distributions_7226">
            <a:extLst>
              <a:ext uri="{FF2B5EF4-FFF2-40B4-BE49-F238E27FC236}">
                <a16:creationId xmlns:a16="http://schemas.microsoft.com/office/drawing/2014/main" id="{2B583472-CA04-4DD4-9183-9B5E82F616CA}"/>
              </a:ext>
            </a:extLst>
          </p:cNvPr>
          <p:cNvSpPr>
            <a:spLocks noGrp="1"/>
          </p:cNvSpPr>
          <p:nvPr/>
        </p:nvSpPr>
        <p:spPr>
          <a:xfrm>
            <a:off x="81818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3" name="F2_precision_recall_distributions_7227">
            <a:extLst>
              <a:ext uri="{FF2B5EF4-FFF2-40B4-BE49-F238E27FC236}">
                <a16:creationId xmlns:a16="http://schemas.microsoft.com/office/drawing/2014/main" id="{9C52B348-0F1D-45BC-AF9C-358BEA5B3201}"/>
              </a:ext>
            </a:extLst>
          </p:cNvPr>
          <p:cNvSpPr>
            <a:spLocks noGrp="1"/>
          </p:cNvSpPr>
          <p:nvPr/>
        </p:nvSpPr>
        <p:spPr>
          <a:xfrm>
            <a:off x="83112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4" name="F2_precision_recall_distributions_7228">
            <a:extLst>
              <a:ext uri="{FF2B5EF4-FFF2-40B4-BE49-F238E27FC236}">
                <a16:creationId xmlns:a16="http://schemas.microsoft.com/office/drawing/2014/main" id="{605FB35D-4EBF-474F-BE99-D31D05449BD5}"/>
              </a:ext>
            </a:extLst>
          </p:cNvPr>
          <p:cNvSpPr>
            <a:spLocks noGrp="1"/>
          </p:cNvSpPr>
          <p:nvPr/>
        </p:nvSpPr>
        <p:spPr>
          <a:xfrm>
            <a:off x="81331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5" name="F2_precision_recall_distributions_7229">
            <a:extLst>
              <a:ext uri="{FF2B5EF4-FFF2-40B4-BE49-F238E27FC236}">
                <a16:creationId xmlns:a16="http://schemas.microsoft.com/office/drawing/2014/main" id="{FC22AC3B-DFCD-4A56-91D5-88A91A90192A}"/>
              </a:ext>
            </a:extLst>
          </p:cNvPr>
          <p:cNvSpPr>
            <a:spLocks noGrp="1"/>
          </p:cNvSpPr>
          <p:nvPr/>
        </p:nvSpPr>
        <p:spPr>
          <a:xfrm>
            <a:off x="8200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6" name="F2_precision_recall_distributions_7230">
            <a:extLst>
              <a:ext uri="{FF2B5EF4-FFF2-40B4-BE49-F238E27FC236}">
                <a16:creationId xmlns:a16="http://schemas.microsoft.com/office/drawing/2014/main" id="{3D80E2DD-CC49-49BB-AC21-82CF4707C7B5}"/>
              </a:ext>
            </a:extLst>
          </p:cNvPr>
          <p:cNvSpPr>
            <a:spLocks noGrp="1"/>
          </p:cNvSpPr>
          <p:nvPr/>
        </p:nvSpPr>
        <p:spPr>
          <a:xfrm>
            <a:off x="8186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7" name="F2_precision_recall_distributions_7231">
            <a:extLst>
              <a:ext uri="{FF2B5EF4-FFF2-40B4-BE49-F238E27FC236}">
                <a16:creationId xmlns:a16="http://schemas.microsoft.com/office/drawing/2014/main" id="{590F1016-C387-42DF-B077-6C8131D860F9}"/>
              </a:ext>
            </a:extLst>
          </p:cNvPr>
          <p:cNvSpPr>
            <a:spLocks noGrp="1"/>
          </p:cNvSpPr>
          <p:nvPr/>
        </p:nvSpPr>
        <p:spPr>
          <a:xfrm>
            <a:off x="814887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8" name="F2_precision_recall_distributions_7232">
            <a:extLst>
              <a:ext uri="{FF2B5EF4-FFF2-40B4-BE49-F238E27FC236}">
                <a16:creationId xmlns:a16="http://schemas.microsoft.com/office/drawing/2014/main" id="{481E30F9-8D3C-466C-9C08-1A25B929F346}"/>
              </a:ext>
            </a:extLst>
          </p:cNvPr>
          <p:cNvSpPr>
            <a:spLocks noGrp="1"/>
          </p:cNvSpPr>
          <p:nvPr/>
        </p:nvSpPr>
        <p:spPr>
          <a:xfrm>
            <a:off x="8393139" y="63620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9" name="F2_precision_recall_distributions_7233">
            <a:extLst>
              <a:ext uri="{FF2B5EF4-FFF2-40B4-BE49-F238E27FC236}">
                <a16:creationId xmlns:a16="http://schemas.microsoft.com/office/drawing/2014/main" id="{9F9A83E8-4B8E-4E41-96F1-615AFC509ECF}"/>
              </a:ext>
            </a:extLst>
          </p:cNvPr>
          <p:cNvSpPr>
            <a:spLocks noGrp="1"/>
          </p:cNvSpPr>
          <p:nvPr/>
        </p:nvSpPr>
        <p:spPr>
          <a:xfrm>
            <a:off x="82273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0" name="F2_precision_recall_distributions_7234">
            <a:extLst>
              <a:ext uri="{FF2B5EF4-FFF2-40B4-BE49-F238E27FC236}">
                <a16:creationId xmlns:a16="http://schemas.microsoft.com/office/drawing/2014/main" id="{0D3D4E28-78DD-47A4-8D8E-8945E24D028A}"/>
              </a:ext>
            </a:extLst>
          </p:cNvPr>
          <p:cNvSpPr>
            <a:spLocks noGrp="1"/>
          </p:cNvSpPr>
          <p:nvPr/>
        </p:nvSpPr>
        <p:spPr>
          <a:xfrm>
            <a:off x="8470065" y="63997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1" name="F2_precision_recall_distributions_7235">
            <a:extLst>
              <a:ext uri="{FF2B5EF4-FFF2-40B4-BE49-F238E27FC236}">
                <a16:creationId xmlns:a16="http://schemas.microsoft.com/office/drawing/2014/main" id="{6AF5D7C0-3E86-4FF3-AA32-994F224161DA}"/>
              </a:ext>
            </a:extLst>
          </p:cNvPr>
          <p:cNvSpPr>
            <a:spLocks noGrp="1"/>
          </p:cNvSpPr>
          <p:nvPr/>
        </p:nvSpPr>
        <p:spPr>
          <a:xfrm>
            <a:off x="841033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2" name="F2_precision_recall_distributions_7236">
            <a:extLst>
              <a:ext uri="{FF2B5EF4-FFF2-40B4-BE49-F238E27FC236}">
                <a16:creationId xmlns:a16="http://schemas.microsoft.com/office/drawing/2014/main" id="{D12E7F75-0A60-4B90-84CF-D4E1CEB0220E}"/>
              </a:ext>
            </a:extLst>
          </p:cNvPr>
          <p:cNvSpPr>
            <a:spLocks noGrp="1"/>
          </p:cNvSpPr>
          <p:nvPr/>
        </p:nvSpPr>
        <p:spPr>
          <a:xfrm>
            <a:off x="84037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3" name="F2_precision_recall_distributions_7237">
            <a:extLst>
              <a:ext uri="{FF2B5EF4-FFF2-40B4-BE49-F238E27FC236}">
                <a16:creationId xmlns:a16="http://schemas.microsoft.com/office/drawing/2014/main" id="{1CD02B68-CA78-4CBC-A086-A89BA88A8C8A}"/>
              </a:ext>
            </a:extLst>
          </p:cNvPr>
          <p:cNvSpPr>
            <a:spLocks noGrp="1"/>
          </p:cNvSpPr>
          <p:nvPr/>
        </p:nvSpPr>
        <p:spPr>
          <a:xfrm>
            <a:off x="82571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4" name="F2_precision_recall_distributions_7238">
            <a:extLst>
              <a:ext uri="{FF2B5EF4-FFF2-40B4-BE49-F238E27FC236}">
                <a16:creationId xmlns:a16="http://schemas.microsoft.com/office/drawing/2014/main" id="{F3715E1E-A55B-47BF-A244-6F760BAD436C}"/>
              </a:ext>
            </a:extLst>
          </p:cNvPr>
          <p:cNvSpPr>
            <a:spLocks noGrp="1"/>
          </p:cNvSpPr>
          <p:nvPr/>
        </p:nvSpPr>
        <p:spPr>
          <a:xfrm>
            <a:off x="845889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5" name="F2_precision_recall_distributions_7239">
            <a:extLst>
              <a:ext uri="{FF2B5EF4-FFF2-40B4-BE49-F238E27FC236}">
                <a16:creationId xmlns:a16="http://schemas.microsoft.com/office/drawing/2014/main" id="{46AC4BB3-ED55-40B9-A296-9AE4EC4ACA17}"/>
              </a:ext>
            </a:extLst>
          </p:cNvPr>
          <p:cNvSpPr>
            <a:spLocks noGrp="1"/>
          </p:cNvSpPr>
          <p:nvPr/>
        </p:nvSpPr>
        <p:spPr>
          <a:xfrm>
            <a:off x="82417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6" name="F2_precision_recall_distributions_7240">
            <a:extLst>
              <a:ext uri="{FF2B5EF4-FFF2-40B4-BE49-F238E27FC236}">
                <a16:creationId xmlns:a16="http://schemas.microsoft.com/office/drawing/2014/main" id="{6D063E12-F5FC-459E-8137-7B5CF33CF9D6}"/>
              </a:ext>
            </a:extLst>
          </p:cNvPr>
          <p:cNvSpPr>
            <a:spLocks noGrp="1"/>
          </p:cNvSpPr>
          <p:nvPr/>
        </p:nvSpPr>
        <p:spPr>
          <a:xfrm>
            <a:off x="83605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7" name="F2_precision_recall_distributions_7241">
            <a:extLst>
              <a:ext uri="{FF2B5EF4-FFF2-40B4-BE49-F238E27FC236}">
                <a16:creationId xmlns:a16="http://schemas.microsoft.com/office/drawing/2014/main" id="{2B5079CF-2305-40EC-B43D-FBAED7CBE4C5}"/>
              </a:ext>
            </a:extLst>
          </p:cNvPr>
          <p:cNvSpPr>
            <a:spLocks noGrp="1"/>
          </p:cNvSpPr>
          <p:nvPr/>
        </p:nvSpPr>
        <p:spPr>
          <a:xfrm>
            <a:off x="8340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8" name="F2_precision_recall_distributions_7242">
            <a:extLst>
              <a:ext uri="{FF2B5EF4-FFF2-40B4-BE49-F238E27FC236}">
                <a16:creationId xmlns:a16="http://schemas.microsoft.com/office/drawing/2014/main" id="{846E33BB-3571-4058-9570-00B03C1A31AE}"/>
              </a:ext>
            </a:extLst>
          </p:cNvPr>
          <p:cNvSpPr>
            <a:spLocks noGrp="1"/>
          </p:cNvSpPr>
          <p:nvPr/>
        </p:nvSpPr>
        <p:spPr>
          <a:xfrm>
            <a:off x="8383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9" name="F2_precision_recall_distributions_7243">
            <a:extLst>
              <a:ext uri="{FF2B5EF4-FFF2-40B4-BE49-F238E27FC236}">
                <a16:creationId xmlns:a16="http://schemas.microsoft.com/office/drawing/2014/main" id="{AB707CD1-4BED-47B2-B32A-0BB4284031E8}"/>
              </a:ext>
            </a:extLst>
          </p:cNvPr>
          <p:cNvSpPr>
            <a:spLocks noGrp="1"/>
          </p:cNvSpPr>
          <p:nvPr/>
        </p:nvSpPr>
        <p:spPr>
          <a:xfrm>
            <a:off x="817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0" name="F2_precision_recall_distributions_7244">
            <a:extLst>
              <a:ext uri="{FF2B5EF4-FFF2-40B4-BE49-F238E27FC236}">
                <a16:creationId xmlns:a16="http://schemas.microsoft.com/office/drawing/2014/main" id="{982B29A6-34B9-41B5-9BD5-0F23D02D3D6F}"/>
              </a:ext>
            </a:extLst>
          </p:cNvPr>
          <p:cNvSpPr>
            <a:spLocks noGrp="1"/>
          </p:cNvSpPr>
          <p:nvPr/>
        </p:nvSpPr>
        <p:spPr>
          <a:xfrm>
            <a:off x="8252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1" name="F2_precision_recall_distributions_7245">
            <a:extLst>
              <a:ext uri="{FF2B5EF4-FFF2-40B4-BE49-F238E27FC236}">
                <a16:creationId xmlns:a16="http://schemas.microsoft.com/office/drawing/2014/main" id="{FEFE8530-92E5-4F03-B9D6-0B62805BD553}"/>
              </a:ext>
            </a:extLst>
          </p:cNvPr>
          <p:cNvSpPr>
            <a:spLocks noGrp="1"/>
          </p:cNvSpPr>
          <p:nvPr/>
        </p:nvSpPr>
        <p:spPr>
          <a:xfrm>
            <a:off x="849606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2" name="F2_precision_recall_distributions_7246">
            <a:extLst>
              <a:ext uri="{FF2B5EF4-FFF2-40B4-BE49-F238E27FC236}">
                <a16:creationId xmlns:a16="http://schemas.microsoft.com/office/drawing/2014/main" id="{A63C8D04-10F2-4233-94D3-A605D0EA02CE}"/>
              </a:ext>
            </a:extLst>
          </p:cNvPr>
          <p:cNvSpPr>
            <a:spLocks noGrp="1"/>
          </p:cNvSpPr>
          <p:nvPr/>
        </p:nvSpPr>
        <p:spPr>
          <a:xfrm>
            <a:off x="841919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3" name="F2_precision_recall_distributions_7247">
            <a:extLst>
              <a:ext uri="{FF2B5EF4-FFF2-40B4-BE49-F238E27FC236}">
                <a16:creationId xmlns:a16="http://schemas.microsoft.com/office/drawing/2014/main" id="{04568042-2A43-48D5-85A2-4722292A65B1}"/>
              </a:ext>
            </a:extLst>
          </p:cNvPr>
          <p:cNvSpPr>
            <a:spLocks noGrp="1"/>
          </p:cNvSpPr>
          <p:nvPr/>
        </p:nvSpPr>
        <p:spPr>
          <a:xfrm>
            <a:off x="8415746" y="61073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4" name="F2_precision_recall_distributions_7248">
            <a:extLst>
              <a:ext uri="{FF2B5EF4-FFF2-40B4-BE49-F238E27FC236}">
                <a16:creationId xmlns:a16="http://schemas.microsoft.com/office/drawing/2014/main" id="{43FB755A-23D6-451F-9869-8B415422FE91}"/>
              </a:ext>
            </a:extLst>
          </p:cNvPr>
          <p:cNvSpPr>
            <a:spLocks noGrp="1"/>
          </p:cNvSpPr>
          <p:nvPr/>
        </p:nvSpPr>
        <p:spPr>
          <a:xfrm>
            <a:off x="8151750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5" name="F2_precision_recall_distributions_7249">
            <a:extLst>
              <a:ext uri="{FF2B5EF4-FFF2-40B4-BE49-F238E27FC236}">
                <a16:creationId xmlns:a16="http://schemas.microsoft.com/office/drawing/2014/main" id="{7B8BAEB9-F0FF-4DFC-9365-5B6F47DFAC57}"/>
              </a:ext>
            </a:extLst>
          </p:cNvPr>
          <p:cNvSpPr>
            <a:spLocks noGrp="1"/>
          </p:cNvSpPr>
          <p:nvPr/>
        </p:nvSpPr>
        <p:spPr>
          <a:xfrm>
            <a:off x="81664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6" name="F2_precision_recall_distributions_7250">
            <a:extLst>
              <a:ext uri="{FF2B5EF4-FFF2-40B4-BE49-F238E27FC236}">
                <a16:creationId xmlns:a16="http://schemas.microsoft.com/office/drawing/2014/main" id="{9BB38D01-97DF-464D-9060-9C80BCD3175D}"/>
              </a:ext>
            </a:extLst>
          </p:cNvPr>
          <p:cNvSpPr>
            <a:spLocks noGrp="1"/>
          </p:cNvSpPr>
          <p:nvPr/>
        </p:nvSpPr>
        <p:spPr>
          <a:xfrm>
            <a:off x="84807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7" name="F2_precision_recall_distributions_7251">
            <a:extLst>
              <a:ext uri="{FF2B5EF4-FFF2-40B4-BE49-F238E27FC236}">
                <a16:creationId xmlns:a16="http://schemas.microsoft.com/office/drawing/2014/main" id="{9903DB35-DC15-494C-B744-03665B0715B8}"/>
              </a:ext>
            </a:extLst>
          </p:cNvPr>
          <p:cNvSpPr>
            <a:spLocks noGrp="1"/>
          </p:cNvSpPr>
          <p:nvPr/>
        </p:nvSpPr>
        <p:spPr>
          <a:xfrm>
            <a:off x="84191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8" name="F2_precision_recall_distributions_7252">
            <a:extLst>
              <a:ext uri="{FF2B5EF4-FFF2-40B4-BE49-F238E27FC236}">
                <a16:creationId xmlns:a16="http://schemas.microsoft.com/office/drawing/2014/main" id="{9B4E10D2-9BE4-4C8B-A5CB-821EE6DDCF6B}"/>
              </a:ext>
            </a:extLst>
          </p:cNvPr>
          <p:cNvSpPr>
            <a:spLocks noGrp="1"/>
          </p:cNvSpPr>
          <p:nvPr/>
        </p:nvSpPr>
        <p:spPr>
          <a:xfrm>
            <a:off x="84575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9" name="F2_precision_recall_distributions_7253">
            <a:extLst>
              <a:ext uri="{FF2B5EF4-FFF2-40B4-BE49-F238E27FC236}">
                <a16:creationId xmlns:a16="http://schemas.microsoft.com/office/drawing/2014/main" id="{9BBAF306-72C6-4984-B96D-180838D8B5CE}"/>
              </a:ext>
            </a:extLst>
          </p:cNvPr>
          <p:cNvSpPr>
            <a:spLocks noGrp="1"/>
          </p:cNvSpPr>
          <p:nvPr/>
        </p:nvSpPr>
        <p:spPr>
          <a:xfrm>
            <a:off x="8399499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0" name="F2_precision_recall_distributions_7254">
            <a:extLst>
              <a:ext uri="{FF2B5EF4-FFF2-40B4-BE49-F238E27FC236}">
                <a16:creationId xmlns:a16="http://schemas.microsoft.com/office/drawing/2014/main" id="{8A9D4568-ED95-45AB-96D1-836A8064B203}"/>
              </a:ext>
            </a:extLst>
          </p:cNvPr>
          <p:cNvSpPr>
            <a:spLocks noGrp="1"/>
          </p:cNvSpPr>
          <p:nvPr/>
        </p:nvSpPr>
        <p:spPr>
          <a:xfrm>
            <a:off x="81537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1" name="F2_precision_recall_distributions_7255">
            <a:extLst>
              <a:ext uri="{FF2B5EF4-FFF2-40B4-BE49-F238E27FC236}">
                <a16:creationId xmlns:a16="http://schemas.microsoft.com/office/drawing/2014/main" id="{39D52E93-E894-4FEB-851C-24C1FD59F814}"/>
              </a:ext>
            </a:extLst>
          </p:cNvPr>
          <p:cNvSpPr>
            <a:spLocks noGrp="1"/>
          </p:cNvSpPr>
          <p:nvPr/>
        </p:nvSpPr>
        <p:spPr>
          <a:xfrm>
            <a:off x="84301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2" name="F2_precision_recall_distributions_7256">
            <a:extLst>
              <a:ext uri="{FF2B5EF4-FFF2-40B4-BE49-F238E27FC236}">
                <a16:creationId xmlns:a16="http://schemas.microsoft.com/office/drawing/2014/main" id="{2F2AC15C-FA01-4380-AE3D-1531BC3E7B6D}"/>
              </a:ext>
            </a:extLst>
          </p:cNvPr>
          <p:cNvSpPr>
            <a:spLocks noGrp="1"/>
          </p:cNvSpPr>
          <p:nvPr/>
        </p:nvSpPr>
        <p:spPr>
          <a:xfrm>
            <a:off x="843650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3" name="F2_precision_recall_distributions_7257">
            <a:extLst>
              <a:ext uri="{FF2B5EF4-FFF2-40B4-BE49-F238E27FC236}">
                <a16:creationId xmlns:a16="http://schemas.microsoft.com/office/drawing/2014/main" id="{F66DD895-1556-4509-9564-B30F13FF740B}"/>
              </a:ext>
            </a:extLst>
          </p:cNvPr>
          <p:cNvSpPr>
            <a:spLocks noGrp="1"/>
          </p:cNvSpPr>
          <p:nvPr/>
        </p:nvSpPr>
        <p:spPr>
          <a:xfrm>
            <a:off x="8360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4" name="F2_precision_recall_distributions_7258">
            <a:extLst>
              <a:ext uri="{FF2B5EF4-FFF2-40B4-BE49-F238E27FC236}">
                <a16:creationId xmlns:a16="http://schemas.microsoft.com/office/drawing/2014/main" id="{B2EBB983-05D6-4BF8-83DA-923E590A014E}"/>
              </a:ext>
            </a:extLst>
          </p:cNvPr>
          <p:cNvSpPr>
            <a:spLocks noGrp="1"/>
          </p:cNvSpPr>
          <p:nvPr/>
        </p:nvSpPr>
        <p:spPr>
          <a:xfrm>
            <a:off x="8472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5" name="F2_precision_recall_distributions_7259">
            <a:extLst>
              <a:ext uri="{FF2B5EF4-FFF2-40B4-BE49-F238E27FC236}">
                <a16:creationId xmlns:a16="http://schemas.microsoft.com/office/drawing/2014/main" id="{808A8CD0-0C7D-4D7A-AFE9-1D53A2F77736}"/>
              </a:ext>
            </a:extLst>
          </p:cNvPr>
          <p:cNvSpPr>
            <a:spLocks noGrp="1"/>
          </p:cNvSpPr>
          <p:nvPr/>
        </p:nvSpPr>
        <p:spPr>
          <a:xfrm>
            <a:off x="84100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6" name="F2_precision_recall_distributions_7260">
            <a:extLst>
              <a:ext uri="{FF2B5EF4-FFF2-40B4-BE49-F238E27FC236}">
                <a16:creationId xmlns:a16="http://schemas.microsoft.com/office/drawing/2014/main" id="{0FAAE145-01D7-483A-90E3-48AE2909D5DB}"/>
              </a:ext>
            </a:extLst>
          </p:cNvPr>
          <p:cNvSpPr>
            <a:spLocks noGrp="1"/>
          </p:cNvSpPr>
          <p:nvPr/>
        </p:nvSpPr>
        <p:spPr>
          <a:xfrm>
            <a:off x="84101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7" name="F2_precision_recall_distributions_7261">
            <a:extLst>
              <a:ext uri="{FF2B5EF4-FFF2-40B4-BE49-F238E27FC236}">
                <a16:creationId xmlns:a16="http://schemas.microsoft.com/office/drawing/2014/main" id="{6497B4D9-0FAD-4233-890D-331B8E0E5B2C}"/>
              </a:ext>
            </a:extLst>
          </p:cNvPr>
          <p:cNvSpPr>
            <a:spLocks noGrp="1"/>
          </p:cNvSpPr>
          <p:nvPr/>
        </p:nvSpPr>
        <p:spPr>
          <a:xfrm>
            <a:off x="83084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8" name="F2_precision_recall_distributions_7262">
            <a:extLst>
              <a:ext uri="{FF2B5EF4-FFF2-40B4-BE49-F238E27FC236}">
                <a16:creationId xmlns:a16="http://schemas.microsoft.com/office/drawing/2014/main" id="{B5081A11-B51B-4863-841E-5CD014D67F93}"/>
              </a:ext>
            </a:extLst>
          </p:cNvPr>
          <p:cNvSpPr>
            <a:spLocks noGrp="1"/>
          </p:cNvSpPr>
          <p:nvPr/>
        </p:nvSpPr>
        <p:spPr>
          <a:xfrm>
            <a:off x="82922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9" name="F2_precision_recall_distributions_7263">
            <a:extLst>
              <a:ext uri="{FF2B5EF4-FFF2-40B4-BE49-F238E27FC236}">
                <a16:creationId xmlns:a16="http://schemas.microsoft.com/office/drawing/2014/main" id="{C0413592-7576-4607-BD87-8EF45B99B42D}"/>
              </a:ext>
            </a:extLst>
          </p:cNvPr>
          <p:cNvSpPr>
            <a:spLocks noGrp="1"/>
          </p:cNvSpPr>
          <p:nvPr/>
        </p:nvSpPr>
        <p:spPr>
          <a:xfrm>
            <a:off x="84475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0" name="F2_precision_recall_distributions_7264">
            <a:extLst>
              <a:ext uri="{FF2B5EF4-FFF2-40B4-BE49-F238E27FC236}">
                <a16:creationId xmlns:a16="http://schemas.microsoft.com/office/drawing/2014/main" id="{6AA58A50-2A1B-4192-9287-A85590D66DC0}"/>
              </a:ext>
            </a:extLst>
          </p:cNvPr>
          <p:cNvSpPr>
            <a:spLocks noGrp="1"/>
          </p:cNvSpPr>
          <p:nvPr/>
        </p:nvSpPr>
        <p:spPr>
          <a:xfrm>
            <a:off x="8237090" y="6432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1" name="F2_precision_recall_distributions_7265">
            <a:extLst>
              <a:ext uri="{FF2B5EF4-FFF2-40B4-BE49-F238E27FC236}">
                <a16:creationId xmlns:a16="http://schemas.microsoft.com/office/drawing/2014/main" id="{7232A10B-1A07-4B80-A63F-9DE775960445}"/>
              </a:ext>
            </a:extLst>
          </p:cNvPr>
          <p:cNvSpPr>
            <a:spLocks noGrp="1"/>
          </p:cNvSpPr>
          <p:nvPr/>
        </p:nvSpPr>
        <p:spPr>
          <a:xfrm>
            <a:off x="83416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2" name="F2_precision_recall_distributions_7266">
            <a:extLst>
              <a:ext uri="{FF2B5EF4-FFF2-40B4-BE49-F238E27FC236}">
                <a16:creationId xmlns:a16="http://schemas.microsoft.com/office/drawing/2014/main" id="{07DB17BB-EDBF-4B84-9600-E8954568C17D}"/>
              </a:ext>
            </a:extLst>
          </p:cNvPr>
          <p:cNvSpPr>
            <a:spLocks noGrp="1"/>
          </p:cNvSpPr>
          <p:nvPr/>
        </p:nvSpPr>
        <p:spPr>
          <a:xfrm>
            <a:off x="8172242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3" name="F2_precision_recall_distributions_7267">
            <a:extLst>
              <a:ext uri="{FF2B5EF4-FFF2-40B4-BE49-F238E27FC236}">
                <a16:creationId xmlns:a16="http://schemas.microsoft.com/office/drawing/2014/main" id="{65962A2D-1E5E-49B2-A295-7FA64ED7133F}"/>
              </a:ext>
            </a:extLst>
          </p:cNvPr>
          <p:cNvSpPr>
            <a:spLocks noGrp="1"/>
          </p:cNvSpPr>
          <p:nvPr/>
        </p:nvSpPr>
        <p:spPr>
          <a:xfrm>
            <a:off x="6002018" y="561174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4454" name="F2_precision_recall_distributions_7268">
            <a:extLst>
              <a:ext uri="{FF2B5EF4-FFF2-40B4-BE49-F238E27FC236}">
                <a16:creationId xmlns:a16="http://schemas.microsoft.com/office/drawing/2014/main" id="{5687B7B4-C3D7-4EEF-ACC5-9C93C4A3E6C6}"/>
              </a:ext>
            </a:extLst>
          </p:cNvPr>
          <p:cNvSpPr>
            <a:spLocks noGrp="1"/>
          </p:cNvSpPr>
          <p:nvPr/>
        </p:nvSpPr>
        <p:spPr>
          <a:xfrm>
            <a:off x="7165978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4455" name="F2_precision_recall_distributions_7269">
            <a:extLst>
              <a:ext uri="{FF2B5EF4-FFF2-40B4-BE49-F238E27FC236}">
                <a16:creationId xmlns:a16="http://schemas.microsoft.com/office/drawing/2014/main" id="{B20ABA5F-F0BD-4BDD-9231-92A2D15A9BA2}"/>
              </a:ext>
            </a:extLst>
          </p:cNvPr>
          <p:cNvSpPr>
            <a:spLocks noGrp="1"/>
          </p:cNvSpPr>
          <p:nvPr/>
        </p:nvSpPr>
        <p:spPr>
          <a:xfrm>
            <a:off x="8329937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4456" name="F2_precision_recall_distributions_7270">
            <a:extLst>
              <a:ext uri="{FF2B5EF4-FFF2-40B4-BE49-F238E27FC236}">
                <a16:creationId xmlns:a16="http://schemas.microsoft.com/office/drawing/2014/main" id="{781693FB-6EDD-4378-AD14-4221A43FA21D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7" name="F2_precision_recall_distributions_7271">
            <a:extLst>
              <a:ext uri="{FF2B5EF4-FFF2-40B4-BE49-F238E27FC236}">
                <a16:creationId xmlns:a16="http://schemas.microsoft.com/office/drawing/2014/main" id="{F74066CA-96F6-4E65-BBB7-494B4697AA2F}"/>
              </a:ext>
            </a:extLst>
          </p:cNvPr>
          <p:cNvSpPr>
            <a:spLocks noGrp="1"/>
          </p:cNvSpPr>
          <p:nvPr/>
        </p:nvSpPr>
        <p:spPr>
          <a:xfrm>
            <a:off x="5361841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8" name="text_7272">
            <a:extLst>
              <a:ext uri="{FF2B5EF4-FFF2-40B4-BE49-F238E27FC236}">
                <a16:creationId xmlns:a16="http://schemas.microsoft.com/office/drawing/2014/main" id="{66E3DA05-A901-4D9D-A850-CB1D217AB307}"/>
              </a:ext>
            </a:extLst>
          </p:cNvPr>
          <p:cNvSpPr>
            <a:spLocks noGrp="1"/>
          </p:cNvSpPr>
          <p:nvPr/>
        </p:nvSpPr>
        <p:spPr>
          <a:xfrm>
            <a:off x="5361841" y="540980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Recall</a:t>
            </a:r>
          </a:p>
        </p:txBody>
      </p:sp>
      <p:sp>
        <p:nvSpPr>
          <p:cNvPr id="4459" name="F2_precision_recall_distributions_7273">
            <a:extLst>
              <a:ext uri="{FF2B5EF4-FFF2-40B4-BE49-F238E27FC236}">
                <a16:creationId xmlns:a16="http://schemas.microsoft.com/office/drawing/2014/main" id="{29F35079-601C-4395-9D27-4DB320A25284}"/>
              </a:ext>
            </a:extLst>
          </p:cNvPr>
          <p:cNvSpPr>
            <a:spLocks noGrp="1"/>
          </p:cNvSpPr>
          <p:nvPr/>
        </p:nvSpPr>
        <p:spPr>
          <a:xfrm>
            <a:off x="5973977" y="600809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4460" name="F2_precision_recall_distributions_7274">
            <a:extLst>
              <a:ext uri="{FF2B5EF4-FFF2-40B4-BE49-F238E27FC236}">
                <a16:creationId xmlns:a16="http://schemas.microsoft.com/office/drawing/2014/main" id="{B790A816-3CC6-4C04-BC7D-E60490372584}"/>
              </a:ext>
            </a:extLst>
          </p:cNvPr>
          <p:cNvSpPr>
            <a:spLocks noGrp="1"/>
          </p:cNvSpPr>
          <p:nvPr/>
        </p:nvSpPr>
        <p:spPr>
          <a:xfrm>
            <a:off x="7137937" y="607882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4461" name="F2_precision_recall_distributions_7275">
            <a:extLst>
              <a:ext uri="{FF2B5EF4-FFF2-40B4-BE49-F238E27FC236}">
                <a16:creationId xmlns:a16="http://schemas.microsoft.com/office/drawing/2014/main" id="{D5149C9D-1463-4454-82B7-271009DBBCEF}"/>
              </a:ext>
            </a:extLst>
          </p:cNvPr>
          <p:cNvSpPr>
            <a:spLocks noGrp="1"/>
          </p:cNvSpPr>
          <p:nvPr/>
        </p:nvSpPr>
        <p:spPr>
          <a:xfrm>
            <a:off x="8301896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4462" name="F2_precision_recall_distributions_7276">
            <a:extLst>
              <a:ext uri="{FF2B5EF4-FFF2-40B4-BE49-F238E27FC236}">
                <a16:creationId xmlns:a16="http://schemas.microsoft.com/office/drawing/2014/main" id="{0A89FA76-CFD4-48CF-9E4C-128FF255FBDA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463" name="F2_precision_recall_distributions_7277">
            <a:extLst>
              <a:ext uri="{FF2B5EF4-FFF2-40B4-BE49-F238E27FC236}">
                <a16:creationId xmlns:a16="http://schemas.microsoft.com/office/drawing/2014/main" id="{2F0A7D9E-E5ED-4E68-BCCB-75AAC05843A8}"/>
              </a:ext>
            </a:extLst>
          </p:cNvPr>
          <p:cNvSpPr>
            <a:spLocks noGrp="1"/>
          </p:cNvSpPr>
          <p:nvPr/>
        </p:nvSpPr>
        <p:spPr>
          <a:xfrm>
            <a:off x="1212325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4" name="F2_precision_recall_distributions_7278">
            <a:extLst>
              <a:ext uri="{FF2B5EF4-FFF2-40B4-BE49-F238E27FC236}">
                <a16:creationId xmlns:a16="http://schemas.microsoft.com/office/drawing/2014/main" id="{568FD3E5-B44A-4338-9EBA-D3A1641B161D}"/>
              </a:ext>
            </a:extLst>
          </p:cNvPr>
          <p:cNvSpPr>
            <a:spLocks noGrp="1"/>
          </p:cNvSpPr>
          <p:nvPr/>
        </p:nvSpPr>
        <p:spPr>
          <a:xfrm>
            <a:off x="1170051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5" name="text_7279">
            <a:extLst>
              <a:ext uri="{FF2B5EF4-FFF2-40B4-BE49-F238E27FC236}">
                <a16:creationId xmlns:a16="http://schemas.microsoft.com/office/drawing/2014/main" id="{FE3AF130-8D34-42A6-AAE5-D9367391B393}"/>
              </a:ext>
            </a:extLst>
          </p:cNvPr>
          <p:cNvSpPr>
            <a:spLocks noGrp="1"/>
          </p:cNvSpPr>
          <p:nvPr/>
        </p:nvSpPr>
        <p:spPr>
          <a:xfrm>
            <a:off x="958091" y="778123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466" name="F2_precision_recall_distributions_7280">
            <a:extLst>
              <a:ext uri="{FF2B5EF4-FFF2-40B4-BE49-F238E27FC236}">
                <a16:creationId xmlns:a16="http://schemas.microsoft.com/office/drawing/2014/main" id="{BE438B7B-1900-42D8-892B-DA2BD2857B37}"/>
              </a:ext>
            </a:extLst>
          </p:cNvPr>
          <p:cNvSpPr>
            <a:spLocks noGrp="1"/>
          </p:cNvSpPr>
          <p:nvPr/>
        </p:nvSpPr>
        <p:spPr>
          <a:xfrm>
            <a:off x="1212325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7" name="F2_precision_recall_distributions_7281">
            <a:extLst>
              <a:ext uri="{FF2B5EF4-FFF2-40B4-BE49-F238E27FC236}">
                <a16:creationId xmlns:a16="http://schemas.microsoft.com/office/drawing/2014/main" id="{DFBA6CFF-010C-471F-BB11-08F24519BBA2}"/>
              </a:ext>
            </a:extLst>
          </p:cNvPr>
          <p:cNvSpPr>
            <a:spLocks noGrp="1"/>
          </p:cNvSpPr>
          <p:nvPr/>
        </p:nvSpPr>
        <p:spPr>
          <a:xfrm>
            <a:off x="1170051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8" name="text_7282">
            <a:extLst>
              <a:ext uri="{FF2B5EF4-FFF2-40B4-BE49-F238E27FC236}">
                <a16:creationId xmlns:a16="http://schemas.microsoft.com/office/drawing/2014/main" id="{52AE944C-631F-4540-9E20-FCD87112C172}"/>
              </a:ext>
            </a:extLst>
          </p:cNvPr>
          <p:cNvSpPr>
            <a:spLocks noGrp="1"/>
          </p:cNvSpPr>
          <p:nvPr/>
        </p:nvSpPr>
        <p:spPr>
          <a:xfrm>
            <a:off x="958091" y="735684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469" name="F2_precision_recall_distributions_7283">
            <a:extLst>
              <a:ext uri="{FF2B5EF4-FFF2-40B4-BE49-F238E27FC236}">
                <a16:creationId xmlns:a16="http://schemas.microsoft.com/office/drawing/2014/main" id="{0BFB372A-EADA-4445-9D40-49F0A9D42BF2}"/>
              </a:ext>
            </a:extLst>
          </p:cNvPr>
          <p:cNvSpPr>
            <a:spLocks noGrp="1"/>
          </p:cNvSpPr>
          <p:nvPr/>
        </p:nvSpPr>
        <p:spPr>
          <a:xfrm>
            <a:off x="1212325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70" name="F2_precision_recall_distributions_7284">
            <a:extLst>
              <a:ext uri="{FF2B5EF4-FFF2-40B4-BE49-F238E27FC236}">
                <a16:creationId xmlns:a16="http://schemas.microsoft.com/office/drawing/2014/main" id="{FE0A15FD-FD2E-43EB-9FDF-6B6F6263857A}"/>
              </a:ext>
            </a:extLst>
          </p:cNvPr>
          <p:cNvSpPr>
            <a:spLocks noGrp="1"/>
          </p:cNvSpPr>
          <p:nvPr/>
        </p:nvSpPr>
        <p:spPr>
          <a:xfrm>
            <a:off x="1170051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71" name="text_7285">
            <a:extLst>
              <a:ext uri="{FF2B5EF4-FFF2-40B4-BE49-F238E27FC236}">
                <a16:creationId xmlns:a16="http://schemas.microsoft.com/office/drawing/2014/main" id="{003F586D-0079-4F44-B779-02B1752C7EB4}"/>
              </a:ext>
            </a:extLst>
          </p:cNvPr>
          <p:cNvSpPr>
            <a:spLocks noGrp="1"/>
          </p:cNvSpPr>
          <p:nvPr/>
        </p:nvSpPr>
        <p:spPr>
          <a:xfrm>
            <a:off x="958091" y="693246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472" name="F2_precision_recall_distributions_7286">
            <a:extLst>
              <a:ext uri="{FF2B5EF4-FFF2-40B4-BE49-F238E27FC236}">
                <a16:creationId xmlns:a16="http://schemas.microsoft.com/office/drawing/2014/main" id="{AA891450-055C-4A52-9B78-BD2504DA1CE2}"/>
              </a:ext>
            </a:extLst>
          </p:cNvPr>
          <p:cNvSpPr>
            <a:spLocks noGrp="1"/>
          </p:cNvSpPr>
          <p:nvPr/>
        </p:nvSpPr>
        <p:spPr>
          <a:xfrm>
            <a:off x="151495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4473" name="F2_precision_recall_distributions_7287">
            <a:extLst>
              <a:ext uri="{FF2B5EF4-FFF2-40B4-BE49-F238E27FC236}">
                <a16:creationId xmlns:a16="http://schemas.microsoft.com/office/drawing/2014/main" id="{DBFD7E84-6DFE-4543-8A8C-EC99D0914C0E}"/>
              </a:ext>
            </a:extLst>
          </p:cNvPr>
          <p:cNvSpPr>
            <a:spLocks noGrp="1"/>
          </p:cNvSpPr>
          <p:nvPr/>
        </p:nvSpPr>
        <p:spPr>
          <a:xfrm>
            <a:off x="17716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4" name="F2_precision_recall_distributions_7288">
            <a:extLst>
              <a:ext uri="{FF2B5EF4-FFF2-40B4-BE49-F238E27FC236}">
                <a16:creationId xmlns:a16="http://schemas.microsoft.com/office/drawing/2014/main" id="{829C73B9-5C6F-4D06-900F-3DE85EB702CA}"/>
              </a:ext>
            </a:extLst>
          </p:cNvPr>
          <p:cNvSpPr>
            <a:spLocks noGrp="1"/>
          </p:cNvSpPr>
          <p:nvPr/>
        </p:nvSpPr>
        <p:spPr>
          <a:xfrm>
            <a:off x="17554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5" name="F2_precision_recall_distributions_7289">
            <a:extLst>
              <a:ext uri="{FF2B5EF4-FFF2-40B4-BE49-F238E27FC236}">
                <a16:creationId xmlns:a16="http://schemas.microsoft.com/office/drawing/2014/main" id="{84F2717A-1133-45F5-AAD2-1622C8A40ACF}"/>
              </a:ext>
            </a:extLst>
          </p:cNvPr>
          <p:cNvSpPr>
            <a:spLocks noGrp="1"/>
          </p:cNvSpPr>
          <p:nvPr/>
        </p:nvSpPr>
        <p:spPr>
          <a:xfrm>
            <a:off x="1789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6" name="F2_precision_recall_distributions_7290">
            <a:extLst>
              <a:ext uri="{FF2B5EF4-FFF2-40B4-BE49-F238E27FC236}">
                <a16:creationId xmlns:a16="http://schemas.microsoft.com/office/drawing/2014/main" id="{C405CC0D-138E-456A-BC96-96CD2A642CFE}"/>
              </a:ext>
            </a:extLst>
          </p:cNvPr>
          <p:cNvSpPr>
            <a:spLocks noGrp="1"/>
          </p:cNvSpPr>
          <p:nvPr/>
        </p:nvSpPr>
        <p:spPr>
          <a:xfrm>
            <a:off x="1967890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7" name="F2_precision_recall_distributions_7291">
            <a:extLst>
              <a:ext uri="{FF2B5EF4-FFF2-40B4-BE49-F238E27FC236}">
                <a16:creationId xmlns:a16="http://schemas.microsoft.com/office/drawing/2014/main" id="{B7A10F2C-BEC8-4583-AAE1-0FB7F4A9EC12}"/>
              </a:ext>
            </a:extLst>
          </p:cNvPr>
          <p:cNvSpPr>
            <a:spLocks noGrp="1"/>
          </p:cNvSpPr>
          <p:nvPr/>
        </p:nvSpPr>
        <p:spPr>
          <a:xfrm>
            <a:off x="1947074" y="7096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8" name="F2_precision_recall_distributions_7292">
            <a:extLst>
              <a:ext uri="{FF2B5EF4-FFF2-40B4-BE49-F238E27FC236}">
                <a16:creationId xmlns:a16="http://schemas.microsoft.com/office/drawing/2014/main" id="{7E84E2BD-18CC-47E2-BFB6-336ABC707B84}"/>
              </a:ext>
            </a:extLst>
          </p:cNvPr>
          <p:cNvSpPr>
            <a:spLocks noGrp="1"/>
          </p:cNvSpPr>
          <p:nvPr/>
        </p:nvSpPr>
        <p:spPr>
          <a:xfrm>
            <a:off x="16612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9" name="F2_precision_recall_distributions_7293">
            <a:extLst>
              <a:ext uri="{FF2B5EF4-FFF2-40B4-BE49-F238E27FC236}">
                <a16:creationId xmlns:a16="http://schemas.microsoft.com/office/drawing/2014/main" id="{12C5E3CD-37E3-4C1C-B17A-21B323C965A9}"/>
              </a:ext>
            </a:extLst>
          </p:cNvPr>
          <p:cNvSpPr>
            <a:spLocks noGrp="1"/>
          </p:cNvSpPr>
          <p:nvPr/>
        </p:nvSpPr>
        <p:spPr>
          <a:xfrm>
            <a:off x="19392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0" name="F2_precision_recall_distributions_7294">
            <a:extLst>
              <a:ext uri="{FF2B5EF4-FFF2-40B4-BE49-F238E27FC236}">
                <a16:creationId xmlns:a16="http://schemas.microsoft.com/office/drawing/2014/main" id="{970F9E37-DA65-41BD-9515-7171CDA16F3A}"/>
              </a:ext>
            </a:extLst>
          </p:cNvPr>
          <p:cNvSpPr>
            <a:spLocks noGrp="1"/>
          </p:cNvSpPr>
          <p:nvPr/>
        </p:nvSpPr>
        <p:spPr>
          <a:xfrm>
            <a:off x="19137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1" name="F2_precision_recall_distributions_7295">
            <a:extLst>
              <a:ext uri="{FF2B5EF4-FFF2-40B4-BE49-F238E27FC236}">
                <a16:creationId xmlns:a16="http://schemas.microsoft.com/office/drawing/2014/main" id="{55DCC1AB-9E36-40C8-BD91-42419963C63E}"/>
              </a:ext>
            </a:extLst>
          </p:cNvPr>
          <p:cNvSpPr>
            <a:spLocks noGrp="1"/>
          </p:cNvSpPr>
          <p:nvPr/>
        </p:nvSpPr>
        <p:spPr>
          <a:xfrm>
            <a:off x="1937386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2" name="F2_precision_recall_distributions_7296">
            <a:extLst>
              <a:ext uri="{FF2B5EF4-FFF2-40B4-BE49-F238E27FC236}">
                <a16:creationId xmlns:a16="http://schemas.microsoft.com/office/drawing/2014/main" id="{693890C3-2B44-4F61-A291-ECDEA0E91412}"/>
              </a:ext>
            </a:extLst>
          </p:cNvPr>
          <p:cNvSpPr>
            <a:spLocks noGrp="1"/>
          </p:cNvSpPr>
          <p:nvPr/>
        </p:nvSpPr>
        <p:spPr>
          <a:xfrm>
            <a:off x="188496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3" name="F2_precision_recall_distributions_7297">
            <a:extLst>
              <a:ext uri="{FF2B5EF4-FFF2-40B4-BE49-F238E27FC236}">
                <a16:creationId xmlns:a16="http://schemas.microsoft.com/office/drawing/2014/main" id="{F1693905-753F-4E0F-9FE6-27B7F7604134}"/>
              </a:ext>
            </a:extLst>
          </p:cNvPr>
          <p:cNvSpPr>
            <a:spLocks noGrp="1"/>
          </p:cNvSpPr>
          <p:nvPr/>
        </p:nvSpPr>
        <p:spPr>
          <a:xfrm>
            <a:off x="1771188" y="737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4" name="F2_precision_recall_distributions_7298">
            <a:extLst>
              <a:ext uri="{FF2B5EF4-FFF2-40B4-BE49-F238E27FC236}">
                <a16:creationId xmlns:a16="http://schemas.microsoft.com/office/drawing/2014/main" id="{81693050-02A3-4774-904A-439BAE333196}"/>
              </a:ext>
            </a:extLst>
          </p:cNvPr>
          <p:cNvSpPr>
            <a:spLocks noGrp="1"/>
          </p:cNvSpPr>
          <p:nvPr/>
        </p:nvSpPr>
        <p:spPr>
          <a:xfrm>
            <a:off x="18315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5" name="F2_precision_recall_distributions_7299">
            <a:extLst>
              <a:ext uri="{FF2B5EF4-FFF2-40B4-BE49-F238E27FC236}">
                <a16:creationId xmlns:a16="http://schemas.microsoft.com/office/drawing/2014/main" id="{8FF00344-9176-4810-A16D-E64767D2EE5A}"/>
              </a:ext>
            </a:extLst>
          </p:cNvPr>
          <p:cNvSpPr>
            <a:spLocks noGrp="1"/>
          </p:cNvSpPr>
          <p:nvPr/>
        </p:nvSpPr>
        <p:spPr>
          <a:xfrm>
            <a:off x="196972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6" name="F2_precision_recall_distributions_7300">
            <a:extLst>
              <a:ext uri="{FF2B5EF4-FFF2-40B4-BE49-F238E27FC236}">
                <a16:creationId xmlns:a16="http://schemas.microsoft.com/office/drawing/2014/main" id="{3643AE5F-CC22-45BE-B8F4-173688C094F4}"/>
              </a:ext>
            </a:extLst>
          </p:cNvPr>
          <p:cNvSpPr>
            <a:spLocks noGrp="1"/>
          </p:cNvSpPr>
          <p:nvPr/>
        </p:nvSpPr>
        <p:spPr>
          <a:xfrm>
            <a:off x="176560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7" name="F2_precision_recall_distributions_7301">
            <a:extLst>
              <a:ext uri="{FF2B5EF4-FFF2-40B4-BE49-F238E27FC236}">
                <a16:creationId xmlns:a16="http://schemas.microsoft.com/office/drawing/2014/main" id="{A96AA77C-8895-41A9-A685-9F9372CABA03}"/>
              </a:ext>
            </a:extLst>
          </p:cNvPr>
          <p:cNvSpPr>
            <a:spLocks noGrp="1"/>
          </p:cNvSpPr>
          <p:nvPr/>
        </p:nvSpPr>
        <p:spPr>
          <a:xfrm>
            <a:off x="190828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8" name="F2_precision_recall_distributions_7302">
            <a:extLst>
              <a:ext uri="{FF2B5EF4-FFF2-40B4-BE49-F238E27FC236}">
                <a16:creationId xmlns:a16="http://schemas.microsoft.com/office/drawing/2014/main" id="{9EFA34FA-FB28-4C4D-AA02-BF699536E7E5}"/>
              </a:ext>
            </a:extLst>
          </p:cNvPr>
          <p:cNvSpPr>
            <a:spLocks noGrp="1"/>
          </p:cNvSpPr>
          <p:nvPr/>
        </p:nvSpPr>
        <p:spPr>
          <a:xfrm>
            <a:off x="18651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9" name="F2_precision_recall_distributions_7303">
            <a:extLst>
              <a:ext uri="{FF2B5EF4-FFF2-40B4-BE49-F238E27FC236}">
                <a16:creationId xmlns:a16="http://schemas.microsoft.com/office/drawing/2014/main" id="{98F9A67A-33FC-4913-9FCD-91E9E1CAF107}"/>
              </a:ext>
            </a:extLst>
          </p:cNvPr>
          <p:cNvSpPr>
            <a:spLocks noGrp="1"/>
          </p:cNvSpPr>
          <p:nvPr/>
        </p:nvSpPr>
        <p:spPr>
          <a:xfrm>
            <a:off x="183769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0" name="F2_precision_recall_distributions_7304">
            <a:extLst>
              <a:ext uri="{FF2B5EF4-FFF2-40B4-BE49-F238E27FC236}">
                <a16:creationId xmlns:a16="http://schemas.microsoft.com/office/drawing/2014/main" id="{0EE09487-986D-4909-8E0D-0240FDB4E27E}"/>
              </a:ext>
            </a:extLst>
          </p:cNvPr>
          <p:cNvSpPr>
            <a:spLocks noGrp="1"/>
          </p:cNvSpPr>
          <p:nvPr/>
        </p:nvSpPr>
        <p:spPr>
          <a:xfrm>
            <a:off x="16979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1" name="F2_precision_recall_distributions_7305">
            <a:extLst>
              <a:ext uri="{FF2B5EF4-FFF2-40B4-BE49-F238E27FC236}">
                <a16:creationId xmlns:a16="http://schemas.microsoft.com/office/drawing/2014/main" id="{A4DB7B35-E857-474A-84C9-CD08B61455E1}"/>
              </a:ext>
            </a:extLst>
          </p:cNvPr>
          <p:cNvSpPr>
            <a:spLocks noGrp="1"/>
          </p:cNvSpPr>
          <p:nvPr/>
        </p:nvSpPr>
        <p:spPr>
          <a:xfrm>
            <a:off x="1896557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2" name="F2_precision_recall_distributions_7306">
            <a:extLst>
              <a:ext uri="{FF2B5EF4-FFF2-40B4-BE49-F238E27FC236}">
                <a16:creationId xmlns:a16="http://schemas.microsoft.com/office/drawing/2014/main" id="{5C0E86F3-B771-4DD7-B5AE-D8A347536BF1}"/>
              </a:ext>
            </a:extLst>
          </p:cNvPr>
          <p:cNvSpPr>
            <a:spLocks noGrp="1"/>
          </p:cNvSpPr>
          <p:nvPr/>
        </p:nvSpPr>
        <p:spPr>
          <a:xfrm>
            <a:off x="1746075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3" name="F2_precision_recall_distributions_7307">
            <a:extLst>
              <a:ext uri="{FF2B5EF4-FFF2-40B4-BE49-F238E27FC236}">
                <a16:creationId xmlns:a16="http://schemas.microsoft.com/office/drawing/2014/main" id="{16AE6C97-574C-433F-95AD-7DEE6AF96164}"/>
              </a:ext>
            </a:extLst>
          </p:cNvPr>
          <p:cNvSpPr>
            <a:spLocks noGrp="1"/>
          </p:cNvSpPr>
          <p:nvPr/>
        </p:nvSpPr>
        <p:spPr>
          <a:xfrm>
            <a:off x="1902542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4" name="F2_precision_recall_distributions_7308">
            <a:extLst>
              <a:ext uri="{FF2B5EF4-FFF2-40B4-BE49-F238E27FC236}">
                <a16:creationId xmlns:a16="http://schemas.microsoft.com/office/drawing/2014/main" id="{1B5712F4-2A7C-442E-A21C-26F03649A8DA}"/>
              </a:ext>
            </a:extLst>
          </p:cNvPr>
          <p:cNvSpPr>
            <a:spLocks noGrp="1"/>
          </p:cNvSpPr>
          <p:nvPr/>
        </p:nvSpPr>
        <p:spPr>
          <a:xfrm>
            <a:off x="181039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5" name="F2_precision_recall_distributions_7309">
            <a:extLst>
              <a:ext uri="{FF2B5EF4-FFF2-40B4-BE49-F238E27FC236}">
                <a16:creationId xmlns:a16="http://schemas.microsoft.com/office/drawing/2014/main" id="{AED0712B-974E-40A8-8E34-C74AD6E8A4F0}"/>
              </a:ext>
            </a:extLst>
          </p:cNvPr>
          <p:cNvSpPr>
            <a:spLocks noGrp="1"/>
          </p:cNvSpPr>
          <p:nvPr/>
        </p:nvSpPr>
        <p:spPr>
          <a:xfrm>
            <a:off x="165293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6" name="F2_precision_recall_distributions_7310">
            <a:extLst>
              <a:ext uri="{FF2B5EF4-FFF2-40B4-BE49-F238E27FC236}">
                <a16:creationId xmlns:a16="http://schemas.microsoft.com/office/drawing/2014/main" id="{26BF27DD-E810-435D-9D26-0EAFE8D6BB26}"/>
              </a:ext>
            </a:extLst>
          </p:cNvPr>
          <p:cNvSpPr>
            <a:spLocks noGrp="1"/>
          </p:cNvSpPr>
          <p:nvPr/>
        </p:nvSpPr>
        <p:spPr>
          <a:xfrm>
            <a:off x="170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7" name="F2_precision_recall_distributions_7311">
            <a:extLst>
              <a:ext uri="{FF2B5EF4-FFF2-40B4-BE49-F238E27FC236}">
                <a16:creationId xmlns:a16="http://schemas.microsoft.com/office/drawing/2014/main" id="{97FBB13A-3B5C-4154-A046-67BEB60D3AE0}"/>
              </a:ext>
            </a:extLst>
          </p:cNvPr>
          <p:cNvSpPr>
            <a:spLocks noGrp="1"/>
          </p:cNvSpPr>
          <p:nvPr/>
        </p:nvSpPr>
        <p:spPr>
          <a:xfrm>
            <a:off x="1944414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8" name="F2_precision_recall_distributions_7312">
            <a:extLst>
              <a:ext uri="{FF2B5EF4-FFF2-40B4-BE49-F238E27FC236}">
                <a16:creationId xmlns:a16="http://schemas.microsoft.com/office/drawing/2014/main" id="{B091E02A-6BA7-4E2D-9768-83CA87987D73}"/>
              </a:ext>
            </a:extLst>
          </p:cNvPr>
          <p:cNvSpPr>
            <a:spLocks noGrp="1"/>
          </p:cNvSpPr>
          <p:nvPr/>
        </p:nvSpPr>
        <p:spPr>
          <a:xfrm>
            <a:off x="182664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9" name="F2_precision_recall_distributions_7313">
            <a:extLst>
              <a:ext uri="{FF2B5EF4-FFF2-40B4-BE49-F238E27FC236}">
                <a16:creationId xmlns:a16="http://schemas.microsoft.com/office/drawing/2014/main" id="{0281F33B-643B-41F1-BDE0-FE45BAC56FB6}"/>
              </a:ext>
            </a:extLst>
          </p:cNvPr>
          <p:cNvSpPr>
            <a:spLocks noGrp="1"/>
          </p:cNvSpPr>
          <p:nvPr/>
        </p:nvSpPr>
        <p:spPr>
          <a:xfrm>
            <a:off x="187894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0" name="F2_precision_recall_distributions_7314">
            <a:extLst>
              <a:ext uri="{FF2B5EF4-FFF2-40B4-BE49-F238E27FC236}">
                <a16:creationId xmlns:a16="http://schemas.microsoft.com/office/drawing/2014/main" id="{C355A389-70F6-47C5-A43E-948E7227E5AA}"/>
              </a:ext>
            </a:extLst>
          </p:cNvPr>
          <p:cNvSpPr>
            <a:spLocks noGrp="1"/>
          </p:cNvSpPr>
          <p:nvPr/>
        </p:nvSpPr>
        <p:spPr>
          <a:xfrm>
            <a:off x="1655024" y="727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1" name="F2_precision_recall_distributions_7315">
            <a:extLst>
              <a:ext uri="{FF2B5EF4-FFF2-40B4-BE49-F238E27FC236}">
                <a16:creationId xmlns:a16="http://schemas.microsoft.com/office/drawing/2014/main" id="{FB1231AD-2C10-40D9-A6AB-67E67268130A}"/>
              </a:ext>
            </a:extLst>
          </p:cNvPr>
          <p:cNvSpPr>
            <a:spLocks noGrp="1"/>
          </p:cNvSpPr>
          <p:nvPr/>
        </p:nvSpPr>
        <p:spPr>
          <a:xfrm>
            <a:off x="175550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2" name="F2_precision_recall_distributions_7316">
            <a:extLst>
              <a:ext uri="{FF2B5EF4-FFF2-40B4-BE49-F238E27FC236}">
                <a16:creationId xmlns:a16="http://schemas.microsoft.com/office/drawing/2014/main" id="{A9013DCD-99E3-46EE-A228-6B7C8755D966}"/>
              </a:ext>
            </a:extLst>
          </p:cNvPr>
          <p:cNvSpPr>
            <a:spLocks noGrp="1"/>
          </p:cNvSpPr>
          <p:nvPr/>
        </p:nvSpPr>
        <p:spPr>
          <a:xfrm>
            <a:off x="16658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3" name="F2_precision_recall_distributions_7317">
            <a:extLst>
              <a:ext uri="{FF2B5EF4-FFF2-40B4-BE49-F238E27FC236}">
                <a16:creationId xmlns:a16="http://schemas.microsoft.com/office/drawing/2014/main" id="{A92438EE-7A12-47CD-BB67-14A7D210276F}"/>
              </a:ext>
            </a:extLst>
          </p:cNvPr>
          <p:cNvSpPr>
            <a:spLocks noGrp="1"/>
          </p:cNvSpPr>
          <p:nvPr/>
        </p:nvSpPr>
        <p:spPr>
          <a:xfrm>
            <a:off x="187673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4" name="F2_precision_recall_distributions_7318">
            <a:extLst>
              <a:ext uri="{FF2B5EF4-FFF2-40B4-BE49-F238E27FC236}">
                <a16:creationId xmlns:a16="http://schemas.microsoft.com/office/drawing/2014/main" id="{0E9DE567-F9FE-4414-8B09-DBB745346845}"/>
              </a:ext>
            </a:extLst>
          </p:cNvPr>
          <p:cNvSpPr>
            <a:spLocks noGrp="1"/>
          </p:cNvSpPr>
          <p:nvPr/>
        </p:nvSpPr>
        <p:spPr>
          <a:xfrm>
            <a:off x="196383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5" name="F2_precision_recall_distributions_7319">
            <a:extLst>
              <a:ext uri="{FF2B5EF4-FFF2-40B4-BE49-F238E27FC236}">
                <a16:creationId xmlns:a16="http://schemas.microsoft.com/office/drawing/2014/main" id="{E337636B-0107-4B1E-ABEA-0A7C4BB18046}"/>
              </a:ext>
            </a:extLst>
          </p:cNvPr>
          <p:cNvSpPr>
            <a:spLocks noGrp="1"/>
          </p:cNvSpPr>
          <p:nvPr/>
        </p:nvSpPr>
        <p:spPr>
          <a:xfrm>
            <a:off x="19175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6" name="F2_precision_recall_distributions_7320">
            <a:extLst>
              <a:ext uri="{FF2B5EF4-FFF2-40B4-BE49-F238E27FC236}">
                <a16:creationId xmlns:a16="http://schemas.microsoft.com/office/drawing/2014/main" id="{BF7C2BB8-B29D-4B10-99A7-6746AD3EEE76}"/>
              </a:ext>
            </a:extLst>
          </p:cNvPr>
          <p:cNvSpPr>
            <a:spLocks noGrp="1"/>
          </p:cNvSpPr>
          <p:nvPr/>
        </p:nvSpPr>
        <p:spPr>
          <a:xfrm>
            <a:off x="1853156" y="77089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7" name="F2_precision_recall_distributions_7321">
            <a:extLst>
              <a:ext uri="{FF2B5EF4-FFF2-40B4-BE49-F238E27FC236}">
                <a16:creationId xmlns:a16="http://schemas.microsoft.com/office/drawing/2014/main" id="{173C55C2-B567-4B8A-A461-0CCAC96F4D17}"/>
              </a:ext>
            </a:extLst>
          </p:cNvPr>
          <p:cNvSpPr>
            <a:spLocks noGrp="1"/>
          </p:cNvSpPr>
          <p:nvPr/>
        </p:nvSpPr>
        <p:spPr>
          <a:xfrm>
            <a:off x="191694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8" name="F2_precision_recall_distributions_7322">
            <a:extLst>
              <a:ext uri="{FF2B5EF4-FFF2-40B4-BE49-F238E27FC236}">
                <a16:creationId xmlns:a16="http://schemas.microsoft.com/office/drawing/2014/main" id="{42AEE407-A6F0-4B91-8D7C-068B6545F05C}"/>
              </a:ext>
            </a:extLst>
          </p:cNvPr>
          <p:cNvSpPr>
            <a:spLocks noGrp="1"/>
          </p:cNvSpPr>
          <p:nvPr/>
        </p:nvSpPr>
        <p:spPr>
          <a:xfrm>
            <a:off x="196571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9" name="F2_precision_recall_distributions_7323">
            <a:extLst>
              <a:ext uri="{FF2B5EF4-FFF2-40B4-BE49-F238E27FC236}">
                <a16:creationId xmlns:a16="http://schemas.microsoft.com/office/drawing/2014/main" id="{55882644-1948-438F-853B-4AB2FFD4F259}"/>
              </a:ext>
            </a:extLst>
          </p:cNvPr>
          <p:cNvSpPr>
            <a:spLocks noGrp="1"/>
          </p:cNvSpPr>
          <p:nvPr/>
        </p:nvSpPr>
        <p:spPr>
          <a:xfrm>
            <a:off x="195479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0" name="F2_precision_recall_distributions_7324">
            <a:extLst>
              <a:ext uri="{FF2B5EF4-FFF2-40B4-BE49-F238E27FC236}">
                <a16:creationId xmlns:a16="http://schemas.microsoft.com/office/drawing/2014/main" id="{3679A24F-BD74-427B-A4EF-152AEFF2E325}"/>
              </a:ext>
            </a:extLst>
          </p:cNvPr>
          <p:cNvSpPr>
            <a:spLocks noGrp="1"/>
          </p:cNvSpPr>
          <p:nvPr/>
        </p:nvSpPr>
        <p:spPr>
          <a:xfrm>
            <a:off x="181756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1" name="F2_precision_recall_distributions_7325">
            <a:extLst>
              <a:ext uri="{FF2B5EF4-FFF2-40B4-BE49-F238E27FC236}">
                <a16:creationId xmlns:a16="http://schemas.microsoft.com/office/drawing/2014/main" id="{76C5741F-E881-4E49-B996-AB46E59A8E37}"/>
              </a:ext>
            </a:extLst>
          </p:cNvPr>
          <p:cNvSpPr>
            <a:spLocks noGrp="1"/>
          </p:cNvSpPr>
          <p:nvPr/>
        </p:nvSpPr>
        <p:spPr>
          <a:xfrm>
            <a:off x="170517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2" name="F2_precision_recall_distributions_7326">
            <a:extLst>
              <a:ext uri="{FF2B5EF4-FFF2-40B4-BE49-F238E27FC236}">
                <a16:creationId xmlns:a16="http://schemas.microsoft.com/office/drawing/2014/main" id="{E0249C76-EFBA-4F9D-AD8B-D96104FCB5BC}"/>
              </a:ext>
            </a:extLst>
          </p:cNvPr>
          <p:cNvSpPr>
            <a:spLocks noGrp="1"/>
          </p:cNvSpPr>
          <p:nvPr/>
        </p:nvSpPr>
        <p:spPr>
          <a:xfrm>
            <a:off x="1824344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3" name="F2_precision_recall_distributions_7327">
            <a:extLst>
              <a:ext uri="{FF2B5EF4-FFF2-40B4-BE49-F238E27FC236}">
                <a16:creationId xmlns:a16="http://schemas.microsoft.com/office/drawing/2014/main" id="{D4AB0860-83CC-4DD2-B145-3E3EB3666952}"/>
              </a:ext>
            </a:extLst>
          </p:cNvPr>
          <p:cNvSpPr>
            <a:spLocks noGrp="1"/>
          </p:cNvSpPr>
          <p:nvPr/>
        </p:nvSpPr>
        <p:spPr>
          <a:xfrm>
            <a:off x="17805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4" name="F2_precision_recall_distributions_7328">
            <a:extLst>
              <a:ext uri="{FF2B5EF4-FFF2-40B4-BE49-F238E27FC236}">
                <a16:creationId xmlns:a16="http://schemas.microsoft.com/office/drawing/2014/main" id="{46196467-8D97-4FD2-A125-CDB71E4B50F8}"/>
              </a:ext>
            </a:extLst>
          </p:cNvPr>
          <p:cNvSpPr>
            <a:spLocks noGrp="1"/>
          </p:cNvSpPr>
          <p:nvPr/>
        </p:nvSpPr>
        <p:spPr>
          <a:xfrm>
            <a:off x="185558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5" name="F2_precision_recall_distributions_7329">
            <a:extLst>
              <a:ext uri="{FF2B5EF4-FFF2-40B4-BE49-F238E27FC236}">
                <a16:creationId xmlns:a16="http://schemas.microsoft.com/office/drawing/2014/main" id="{BC04C549-9551-4570-9BB1-8AB8DD55842B}"/>
              </a:ext>
            </a:extLst>
          </p:cNvPr>
          <p:cNvSpPr>
            <a:spLocks noGrp="1"/>
          </p:cNvSpPr>
          <p:nvPr/>
        </p:nvSpPr>
        <p:spPr>
          <a:xfrm>
            <a:off x="170358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6" name="F2_precision_recall_distributions_7330">
            <a:extLst>
              <a:ext uri="{FF2B5EF4-FFF2-40B4-BE49-F238E27FC236}">
                <a16:creationId xmlns:a16="http://schemas.microsoft.com/office/drawing/2014/main" id="{009A8438-6EBF-4392-AE07-8C96017F374D}"/>
              </a:ext>
            </a:extLst>
          </p:cNvPr>
          <p:cNvSpPr>
            <a:spLocks noGrp="1"/>
          </p:cNvSpPr>
          <p:nvPr/>
        </p:nvSpPr>
        <p:spPr>
          <a:xfrm>
            <a:off x="17541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7" name="F2_precision_recall_distributions_7331">
            <a:extLst>
              <a:ext uri="{FF2B5EF4-FFF2-40B4-BE49-F238E27FC236}">
                <a16:creationId xmlns:a16="http://schemas.microsoft.com/office/drawing/2014/main" id="{AFF1858C-17FA-4B2D-8A1A-2B806DC32F7B}"/>
              </a:ext>
            </a:extLst>
          </p:cNvPr>
          <p:cNvSpPr>
            <a:spLocks noGrp="1"/>
          </p:cNvSpPr>
          <p:nvPr/>
        </p:nvSpPr>
        <p:spPr>
          <a:xfrm>
            <a:off x="19244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8" name="F2_precision_recall_distributions_7332">
            <a:extLst>
              <a:ext uri="{FF2B5EF4-FFF2-40B4-BE49-F238E27FC236}">
                <a16:creationId xmlns:a16="http://schemas.microsoft.com/office/drawing/2014/main" id="{5D794520-BB02-4496-ABDE-F8500C613295}"/>
              </a:ext>
            </a:extLst>
          </p:cNvPr>
          <p:cNvSpPr>
            <a:spLocks noGrp="1"/>
          </p:cNvSpPr>
          <p:nvPr/>
        </p:nvSpPr>
        <p:spPr>
          <a:xfrm>
            <a:off x="18811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9" name="F2_precision_recall_distributions_7333">
            <a:extLst>
              <a:ext uri="{FF2B5EF4-FFF2-40B4-BE49-F238E27FC236}">
                <a16:creationId xmlns:a16="http://schemas.microsoft.com/office/drawing/2014/main" id="{630A0E86-6CDA-4679-AD09-DD582221C7DA}"/>
              </a:ext>
            </a:extLst>
          </p:cNvPr>
          <p:cNvSpPr>
            <a:spLocks noGrp="1"/>
          </p:cNvSpPr>
          <p:nvPr/>
        </p:nvSpPr>
        <p:spPr>
          <a:xfrm>
            <a:off x="19954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0" name="F2_precision_recall_distributions_7334">
            <a:extLst>
              <a:ext uri="{FF2B5EF4-FFF2-40B4-BE49-F238E27FC236}">
                <a16:creationId xmlns:a16="http://schemas.microsoft.com/office/drawing/2014/main" id="{D67CDF0A-C82B-4308-B948-4148A69731E3}"/>
              </a:ext>
            </a:extLst>
          </p:cNvPr>
          <p:cNvSpPr>
            <a:spLocks noGrp="1"/>
          </p:cNvSpPr>
          <p:nvPr/>
        </p:nvSpPr>
        <p:spPr>
          <a:xfrm>
            <a:off x="19600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1" name="F2_precision_recall_distributions_7335">
            <a:extLst>
              <a:ext uri="{FF2B5EF4-FFF2-40B4-BE49-F238E27FC236}">
                <a16:creationId xmlns:a16="http://schemas.microsoft.com/office/drawing/2014/main" id="{CFE3339B-AA85-4A20-85AF-37415F1CB075}"/>
              </a:ext>
            </a:extLst>
          </p:cNvPr>
          <p:cNvSpPr>
            <a:spLocks noGrp="1"/>
          </p:cNvSpPr>
          <p:nvPr/>
        </p:nvSpPr>
        <p:spPr>
          <a:xfrm>
            <a:off x="1739312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2" name="F2_precision_recall_distributions_7336">
            <a:extLst>
              <a:ext uri="{FF2B5EF4-FFF2-40B4-BE49-F238E27FC236}">
                <a16:creationId xmlns:a16="http://schemas.microsoft.com/office/drawing/2014/main" id="{6DE8A90A-5AFC-4C80-8881-03B04512D5E9}"/>
              </a:ext>
            </a:extLst>
          </p:cNvPr>
          <p:cNvSpPr>
            <a:spLocks noGrp="1"/>
          </p:cNvSpPr>
          <p:nvPr/>
        </p:nvSpPr>
        <p:spPr>
          <a:xfrm>
            <a:off x="19133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3" name="F2_precision_recall_distributions_7337">
            <a:extLst>
              <a:ext uri="{FF2B5EF4-FFF2-40B4-BE49-F238E27FC236}">
                <a16:creationId xmlns:a16="http://schemas.microsoft.com/office/drawing/2014/main" id="{13422473-7001-4E1F-A6AD-DB755EA762F8}"/>
              </a:ext>
            </a:extLst>
          </p:cNvPr>
          <p:cNvSpPr>
            <a:spLocks noGrp="1"/>
          </p:cNvSpPr>
          <p:nvPr/>
        </p:nvSpPr>
        <p:spPr>
          <a:xfrm>
            <a:off x="169369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4" name="F2_precision_recall_distributions_7338">
            <a:extLst>
              <a:ext uri="{FF2B5EF4-FFF2-40B4-BE49-F238E27FC236}">
                <a16:creationId xmlns:a16="http://schemas.microsoft.com/office/drawing/2014/main" id="{8EC22A55-E042-4DAD-9320-7CDD9A9AAEB4}"/>
              </a:ext>
            </a:extLst>
          </p:cNvPr>
          <p:cNvSpPr>
            <a:spLocks noGrp="1"/>
          </p:cNvSpPr>
          <p:nvPr/>
        </p:nvSpPr>
        <p:spPr>
          <a:xfrm>
            <a:off x="185225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5" name="F2_precision_recall_distributions_7339">
            <a:extLst>
              <a:ext uri="{FF2B5EF4-FFF2-40B4-BE49-F238E27FC236}">
                <a16:creationId xmlns:a16="http://schemas.microsoft.com/office/drawing/2014/main" id="{60AE2059-C1F3-4084-A155-C39F4A653368}"/>
              </a:ext>
            </a:extLst>
          </p:cNvPr>
          <p:cNvSpPr>
            <a:spLocks noGrp="1"/>
          </p:cNvSpPr>
          <p:nvPr/>
        </p:nvSpPr>
        <p:spPr>
          <a:xfrm>
            <a:off x="201920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6" name="F2_precision_recall_distributions_7340">
            <a:extLst>
              <a:ext uri="{FF2B5EF4-FFF2-40B4-BE49-F238E27FC236}">
                <a16:creationId xmlns:a16="http://schemas.microsoft.com/office/drawing/2014/main" id="{806C0A49-F358-474B-8CB3-69F8BBD278FE}"/>
              </a:ext>
            </a:extLst>
          </p:cNvPr>
          <p:cNvSpPr>
            <a:spLocks noGrp="1"/>
          </p:cNvSpPr>
          <p:nvPr/>
        </p:nvSpPr>
        <p:spPr>
          <a:xfrm>
            <a:off x="1907242" y="752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7" name="F2_precision_recall_distributions_7341">
            <a:extLst>
              <a:ext uri="{FF2B5EF4-FFF2-40B4-BE49-F238E27FC236}">
                <a16:creationId xmlns:a16="http://schemas.microsoft.com/office/drawing/2014/main" id="{D4CDFF96-7F5C-42FB-BC98-2EC5294FA344}"/>
              </a:ext>
            </a:extLst>
          </p:cNvPr>
          <p:cNvSpPr>
            <a:spLocks noGrp="1"/>
          </p:cNvSpPr>
          <p:nvPr/>
        </p:nvSpPr>
        <p:spPr>
          <a:xfrm>
            <a:off x="1778912" y="705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8" name="F2_precision_recall_distributions_7342">
            <a:extLst>
              <a:ext uri="{FF2B5EF4-FFF2-40B4-BE49-F238E27FC236}">
                <a16:creationId xmlns:a16="http://schemas.microsoft.com/office/drawing/2014/main" id="{9A41AB80-5F99-4908-8E3B-BBAC3AF95EC2}"/>
              </a:ext>
            </a:extLst>
          </p:cNvPr>
          <p:cNvSpPr>
            <a:spLocks noGrp="1"/>
          </p:cNvSpPr>
          <p:nvPr/>
        </p:nvSpPr>
        <p:spPr>
          <a:xfrm>
            <a:off x="175818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9" name="F2_precision_recall_distributions_7343">
            <a:extLst>
              <a:ext uri="{FF2B5EF4-FFF2-40B4-BE49-F238E27FC236}">
                <a16:creationId xmlns:a16="http://schemas.microsoft.com/office/drawing/2014/main" id="{AA3ED70E-22DD-4485-8AB5-FD35DEEBAA92}"/>
              </a:ext>
            </a:extLst>
          </p:cNvPr>
          <p:cNvSpPr>
            <a:spLocks noGrp="1"/>
          </p:cNvSpPr>
          <p:nvPr/>
        </p:nvSpPr>
        <p:spPr>
          <a:xfrm>
            <a:off x="16584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0" name="F2_precision_recall_distributions_7344">
            <a:extLst>
              <a:ext uri="{FF2B5EF4-FFF2-40B4-BE49-F238E27FC236}">
                <a16:creationId xmlns:a16="http://schemas.microsoft.com/office/drawing/2014/main" id="{5F93B97F-2C3A-4CA1-B897-E370F68D829E}"/>
              </a:ext>
            </a:extLst>
          </p:cNvPr>
          <p:cNvSpPr>
            <a:spLocks noGrp="1"/>
          </p:cNvSpPr>
          <p:nvPr/>
        </p:nvSpPr>
        <p:spPr>
          <a:xfrm>
            <a:off x="194242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1" name="F2_precision_recall_distributions_7345">
            <a:extLst>
              <a:ext uri="{FF2B5EF4-FFF2-40B4-BE49-F238E27FC236}">
                <a16:creationId xmlns:a16="http://schemas.microsoft.com/office/drawing/2014/main" id="{6F9ED80A-6D5C-4BE0-A97E-09970E0C1DF2}"/>
              </a:ext>
            </a:extLst>
          </p:cNvPr>
          <p:cNvSpPr>
            <a:spLocks noGrp="1"/>
          </p:cNvSpPr>
          <p:nvPr/>
        </p:nvSpPr>
        <p:spPr>
          <a:xfrm>
            <a:off x="1986523" y="722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2" name="F2_precision_recall_distributions_7346">
            <a:extLst>
              <a:ext uri="{FF2B5EF4-FFF2-40B4-BE49-F238E27FC236}">
                <a16:creationId xmlns:a16="http://schemas.microsoft.com/office/drawing/2014/main" id="{E43D45C2-3EFF-4878-8FC6-B10C2CD05059}"/>
              </a:ext>
            </a:extLst>
          </p:cNvPr>
          <p:cNvSpPr>
            <a:spLocks noGrp="1"/>
          </p:cNvSpPr>
          <p:nvPr/>
        </p:nvSpPr>
        <p:spPr>
          <a:xfrm>
            <a:off x="166816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3" name="F2_precision_recall_distributions_7347">
            <a:extLst>
              <a:ext uri="{FF2B5EF4-FFF2-40B4-BE49-F238E27FC236}">
                <a16:creationId xmlns:a16="http://schemas.microsoft.com/office/drawing/2014/main" id="{CD78B553-0474-4064-BC61-3676784A494B}"/>
              </a:ext>
            </a:extLst>
          </p:cNvPr>
          <p:cNvSpPr>
            <a:spLocks noGrp="1"/>
          </p:cNvSpPr>
          <p:nvPr/>
        </p:nvSpPr>
        <p:spPr>
          <a:xfrm>
            <a:off x="1757872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4" name="F2_precision_recall_distributions_7348">
            <a:extLst>
              <a:ext uri="{FF2B5EF4-FFF2-40B4-BE49-F238E27FC236}">
                <a16:creationId xmlns:a16="http://schemas.microsoft.com/office/drawing/2014/main" id="{4C03C093-0C72-458B-882C-569135339F6F}"/>
              </a:ext>
            </a:extLst>
          </p:cNvPr>
          <p:cNvSpPr>
            <a:spLocks noGrp="1"/>
          </p:cNvSpPr>
          <p:nvPr/>
        </p:nvSpPr>
        <p:spPr>
          <a:xfrm>
            <a:off x="17452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5" name="F2_precision_recall_distributions_7349">
            <a:extLst>
              <a:ext uri="{FF2B5EF4-FFF2-40B4-BE49-F238E27FC236}">
                <a16:creationId xmlns:a16="http://schemas.microsoft.com/office/drawing/2014/main" id="{E6292E7A-AC1F-4623-8FFE-1E2F18D0CF02}"/>
              </a:ext>
            </a:extLst>
          </p:cNvPr>
          <p:cNvSpPr>
            <a:spLocks noGrp="1"/>
          </p:cNvSpPr>
          <p:nvPr/>
        </p:nvSpPr>
        <p:spPr>
          <a:xfrm>
            <a:off x="1916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6" name="F2_precision_recall_distributions_7350">
            <a:extLst>
              <a:ext uri="{FF2B5EF4-FFF2-40B4-BE49-F238E27FC236}">
                <a16:creationId xmlns:a16="http://schemas.microsoft.com/office/drawing/2014/main" id="{32697E85-CDD1-4D89-BBAF-6F5C128805CF}"/>
              </a:ext>
            </a:extLst>
          </p:cNvPr>
          <p:cNvSpPr>
            <a:spLocks noGrp="1"/>
          </p:cNvSpPr>
          <p:nvPr/>
        </p:nvSpPr>
        <p:spPr>
          <a:xfrm>
            <a:off x="188700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7" name="F2_precision_recall_distributions_7351">
            <a:extLst>
              <a:ext uri="{FF2B5EF4-FFF2-40B4-BE49-F238E27FC236}">
                <a16:creationId xmlns:a16="http://schemas.microsoft.com/office/drawing/2014/main" id="{476FA2D9-44CF-405A-88EA-19C3E2AA4439}"/>
              </a:ext>
            </a:extLst>
          </p:cNvPr>
          <p:cNvSpPr>
            <a:spLocks noGrp="1"/>
          </p:cNvSpPr>
          <p:nvPr/>
        </p:nvSpPr>
        <p:spPr>
          <a:xfrm>
            <a:off x="197043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8" name="F2_precision_recall_distributions_7352">
            <a:extLst>
              <a:ext uri="{FF2B5EF4-FFF2-40B4-BE49-F238E27FC236}">
                <a16:creationId xmlns:a16="http://schemas.microsoft.com/office/drawing/2014/main" id="{F0C730FE-C751-4A6C-BCFF-53447AD6E825}"/>
              </a:ext>
            </a:extLst>
          </p:cNvPr>
          <p:cNvSpPr>
            <a:spLocks noGrp="1"/>
          </p:cNvSpPr>
          <p:nvPr/>
        </p:nvSpPr>
        <p:spPr>
          <a:xfrm>
            <a:off x="1679738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9" name="F2_precision_recall_distributions_7353">
            <a:extLst>
              <a:ext uri="{FF2B5EF4-FFF2-40B4-BE49-F238E27FC236}">
                <a16:creationId xmlns:a16="http://schemas.microsoft.com/office/drawing/2014/main" id="{AEDA3577-2EB8-4697-8113-6910A4888805}"/>
              </a:ext>
            </a:extLst>
          </p:cNvPr>
          <p:cNvSpPr>
            <a:spLocks noGrp="1"/>
          </p:cNvSpPr>
          <p:nvPr/>
        </p:nvSpPr>
        <p:spPr>
          <a:xfrm>
            <a:off x="1992716" y="77019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0" name="F2_precision_recall_distributions_7354">
            <a:extLst>
              <a:ext uri="{FF2B5EF4-FFF2-40B4-BE49-F238E27FC236}">
                <a16:creationId xmlns:a16="http://schemas.microsoft.com/office/drawing/2014/main" id="{A797458B-F827-49BE-A331-BE14BFDC01F8}"/>
              </a:ext>
            </a:extLst>
          </p:cNvPr>
          <p:cNvSpPr>
            <a:spLocks noGrp="1"/>
          </p:cNvSpPr>
          <p:nvPr/>
        </p:nvSpPr>
        <p:spPr>
          <a:xfrm>
            <a:off x="17874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1" name="F2_precision_recall_distributions_7355">
            <a:extLst>
              <a:ext uri="{FF2B5EF4-FFF2-40B4-BE49-F238E27FC236}">
                <a16:creationId xmlns:a16="http://schemas.microsoft.com/office/drawing/2014/main" id="{E6964FA4-9AC9-4F1B-9C30-F1A78AA0516F}"/>
              </a:ext>
            </a:extLst>
          </p:cNvPr>
          <p:cNvSpPr>
            <a:spLocks noGrp="1"/>
          </p:cNvSpPr>
          <p:nvPr/>
        </p:nvSpPr>
        <p:spPr>
          <a:xfrm>
            <a:off x="1969349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2" name="F2_precision_recall_distributions_7356">
            <a:extLst>
              <a:ext uri="{FF2B5EF4-FFF2-40B4-BE49-F238E27FC236}">
                <a16:creationId xmlns:a16="http://schemas.microsoft.com/office/drawing/2014/main" id="{97DA5CA8-0956-40C2-993F-E340DBF394E3}"/>
              </a:ext>
            </a:extLst>
          </p:cNvPr>
          <p:cNvSpPr>
            <a:spLocks noGrp="1"/>
          </p:cNvSpPr>
          <p:nvPr/>
        </p:nvSpPr>
        <p:spPr>
          <a:xfrm>
            <a:off x="1794650" y="76810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3" name="F2_precision_recall_distributions_7357">
            <a:extLst>
              <a:ext uri="{FF2B5EF4-FFF2-40B4-BE49-F238E27FC236}">
                <a16:creationId xmlns:a16="http://schemas.microsoft.com/office/drawing/2014/main" id="{EDCA8165-C305-42D7-B5A7-BEDC7913415B}"/>
              </a:ext>
            </a:extLst>
          </p:cNvPr>
          <p:cNvSpPr>
            <a:spLocks noGrp="1"/>
          </p:cNvSpPr>
          <p:nvPr/>
        </p:nvSpPr>
        <p:spPr>
          <a:xfrm>
            <a:off x="16772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4" name="F2_precision_recall_distributions_7358">
            <a:extLst>
              <a:ext uri="{FF2B5EF4-FFF2-40B4-BE49-F238E27FC236}">
                <a16:creationId xmlns:a16="http://schemas.microsoft.com/office/drawing/2014/main" id="{1DFEC898-95C5-45C0-8E21-0EEDFA4BFFBF}"/>
              </a:ext>
            </a:extLst>
          </p:cNvPr>
          <p:cNvSpPr>
            <a:spLocks noGrp="1"/>
          </p:cNvSpPr>
          <p:nvPr/>
        </p:nvSpPr>
        <p:spPr>
          <a:xfrm>
            <a:off x="1712056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5" name="F2_precision_recall_distributions_7359">
            <a:extLst>
              <a:ext uri="{FF2B5EF4-FFF2-40B4-BE49-F238E27FC236}">
                <a16:creationId xmlns:a16="http://schemas.microsoft.com/office/drawing/2014/main" id="{55146ADB-6E64-433F-A298-FBE2A1C0E8CF}"/>
              </a:ext>
            </a:extLst>
          </p:cNvPr>
          <p:cNvSpPr>
            <a:spLocks noGrp="1"/>
          </p:cNvSpPr>
          <p:nvPr/>
        </p:nvSpPr>
        <p:spPr>
          <a:xfrm>
            <a:off x="201168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6" name="F2_precision_recall_distributions_7360">
            <a:extLst>
              <a:ext uri="{FF2B5EF4-FFF2-40B4-BE49-F238E27FC236}">
                <a16:creationId xmlns:a16="http://schemas.microsoft.com/office/drawing/2014/main" id="{591092B1-B116-4016-A2E7-5DF7A428B9D3}"/>
              </a:ext>
            </a:extLst>
          </p:cNvPr>
          <p:cNvSpPr>
            <a:spLocks noGrp="1"/>
          </p:cNvSpPr>
          <p:nvPr/>
        </p:nvSpPr>
        <p:spPr>
          <a:xfrm>
            <a:off x="180430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7" name="F2_precision_recall_distributions_7361">
            <a:extLst>
              <a:ext uri="{FF2B5EF4-FFF2-40B4-BE49-F238E27FC236}">
                <a16:creationId xmlns:a16="http://schemas.microsoft.com/office/drawing/2014/main" id="{E6C2F71C-7DC2-4A3E-AE5A-1F93C8847057}"/>
              </a:ext>
            </a:extLst>
          </p:cNvPr>
          <p:cNvSpPr>
            <a:spLocks noGrp="1"/>
          </p:cNvSpPr>
          <p:nvPr/>
        </p:nvSpPr>
        <p:spPr>
          <a:xfrm>
            <a:off x="178301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8" name="F2_precision_recall_distributions_7362">
            <a:extLst>
              <a:ext uri="{FF2B5EF4-FFF2-40B4-BE49-F238E27FC236}">
                <a16:creationId xmlns:a16="http://schemas.microsoft.com/office/drawing/2014/main" id="{A644DBFB-9FF6-4B3C-864D-52B9E09CECA7}"/>
              </a:ext>
            </a:extLst>
          </p:cNvPr>
          <p:cNvSpPr>
            <a:spLocks noGrp="1"/>
          </p:cNvSpPr>
          <p:nvPr/>
        </p:nvSpPr>
        <p:spPr>
          <a:xfrm>
            <a:off x="2018375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9" name="F2_precision_recall_distributions_7363">
            <a:extLst>
              <a:ext uri="{FF2B5EF4-FFF2-40B4-BE49-F238E27FC236}">
                <a16:creationId xmlns:a16="http://schemas.microsoft.com/office/drawing/2014/main" id="{5F5A7CDE-659A-4DC4-94DB-D2FFB96586BD}"/>
              </a:ext>
            </a:extLst>
          </p:cNvPr>
          <p:cNvSpPr>
            <a:spLocks noGrp="1"/>
          </p:cNvSpPr>
          <p:nvPr/>
        </p:nvSpPr>
        <p:spPr>
          <a:xfrm>
            <a:off x="196366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0" name="F2_precision_recall_distributions_7364">
            <a:extLst>
              <a:ext uri="{FF2B5EF4-FFF2-40B4-BE49-F238E27FC236}">
                <a16:creationId xmlns:a16="http://schemas.microsoft.com/office/drawing/2014/main" id="{9EA46B1D-C176-46F9-903A-497778265B72}"/>
              </a:ext>
            </a:extLst>
          </p:cNvPr>
          <p:cNvSpPr>
            <a:spLocks noGrp="1"/>
          </p:cNvSpPr>
          <p:nvPr/>
        </p:nvSpPr>
        <p:spPr>
          <a:xfrm>
            <a:off x="20073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1" name="F2_precision_recall_distributions_7365">
            <a:extLst>
              <a:ext uri="{FF2B5EF4-FFF2-40B4-BE49-F238E27FC236}">
                <a16:creationId xmlns:a16="http://schemas.microsoft.com/office/drawing/2014/main" id="{C2AC92AA-46F6-418D-82EB-C66B467CA2E9}"/>
              </a:ext>
            </a:extLst>
          </p:cNvPr>
          <p:cNvSpPr>
            <a:spLocks noGrp="1"/>
          </p:cNvSpPr>
          <p:nvPr/>
        </p:nvSpPr>
        <p:spPr>
          <a:xfrm>
            <a:off x="19679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2" name="F2_precision_recall_distributions_7366">
            <a:extLst>
              <a:ext uri="{FF2B5EF4-FFF2-40B4-BE49-F238E27FC236}">
                <a16:creationId xmlns:a16="http://schemas.microsoft.com/office/drawing/2014/main" id="{FCBEA0B7-50C5-4C3D-A53F-5C97D80B3DA3}"/>
              </a:ext>
            </a:extLst>
          </p:cNvPr>
          <p:cNvSpPr>
            <a:spLocks noGrp="1"/>
          </p:cNvSpPr>
          <p:nvPr/>
        </p:nvSpPr>
        <p:spPr>
          <a:xfrm>
            <a:off x="1782023" y="71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3" name="F2_precision_recall_distributions_7367">
            <a:extLst>
              <a:ext uri="{FF2B5EF4-FFF2-40B4-BE49-F238E27FC236}">
                <a16:creationId xmlns:a16="http://schemas.microsoft.com/office/drawing/2014/main" id="{70AA4F02-C503-4EA9-99E2-6BA1B4FCA4B1}"/>
              </a:ext>
            </a:extLst>
          </p:cNvPr>
          <p:cNvSpPr>
            <a:spLocks noGrp="1"/>
          </p:cNvSpPr>
          <p:nvPr/>
        </p:nvSpPr>
        <p:spPr>
          <a:xfrm>
            <a:off x="18460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4" name="F2_precision_recall_distributions_7368">
            <a:extLst>
              <a:ext uri="{FF2B5EF4-FFF2-40B4-BE49-F238E27FC236}">
                <a16:creationId xmlns:a16="http://schemas.microsoft.com/office/drawing/2014/main" id="{D843520F-82FD-42A5-92B9-117812E5D344}"/>
              </a:ext>
            </a:extLst>
          </p:cNvPr>
          <p:cNvSpPr>
            <a:spLocks noGrp="1"/>
          </p:cNvSpPr>
          <p:nvPr/>
        </p:nvSpPr>
        <p:spPr>
          <a:xfrm>
            <a:off x="173520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5" name="F2_precision_recall_distributions_7369">
            <a:extLst>
              <a:ext uri="{FF2B5EF4-FFF2-40B4-BE49-F238E27FC236}">
                <a16:creationId xmlns:a16="http://schemas.microsoft.com/office/drawing/2014/main" id="{EE787BA4-C5E0-413A-802B-517B8479DC05}"/>
              </a:ext>
            </a:extLst>
          </p:cNvPr>
          <p:cNvSpPr>
            <a:spLocks noGrp="1"/>
          </p:cNvSpPr>
          <p:nvPr/>
        </p:nvSpPr>
        <p:spPr>
          <a:xfrm>
            <a:off x="1884282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6" name="F2_precision_recall_distributions_7370">
            <a:extLst>
              <a:ext uri="{FF2B5EF4-FFF2-40B4-BE49-F238E27FC236}">
                <a16:creationId xmlns:a16="http://schemas.microsoft.com/office/drawing/2014/main" id="{74CBD1CA-9846-4209-A419-CBF93F5625D5}"/>
              </a:ext>
            </a:extLst>
          </p:cNvPr>
          <p:cNvSpPr>
            <a:spLocks noGrp="1"/>
          </p:cNvSpPr>
          <p:nvPr/>
        </p:nvSpPr>
        <p:spPr>
          <a:xfrm>
            <a:off x="1679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7" name="F2_precision_recall_distributions_7371">
            <a:extLst>
              <a:ext uri="{FF2B5EF4-FFF2-40B4-BE49-F238E27FC236}">
                <a16:creationId xmlns:a16="http://schemas.microsoft.com/office/drawing/2014/main" id="{F8915B17-A5F3-4002-B882-F2E048C95DE0}"/>
              </a:ext>
            </a:extLst>
          </p:cNvPr>
          <p:cNvSpPr>
            <a:spLocks noGrp="1"/>
          </p:cNvSpPr>
          <p:nvPr/>
        </p:nvSpPr>
        <p:spPr>
          <a:xfrm>
            <a:off x="17838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8" name="F2_precision_recall_distributions_7372">
            <a:extLst>
              <a:ext uri="{FF2B5EF4-FFF2-40B4-BE49-F238E27FC236}">
                <a16:creationId xmlns:a16="http://schemas.microsoft.com/office/drawing/2014/main" id="{9E674B4F-AB83-454F-90E7-3AFA40EE17A8}"/>
              </a:ext>
            </a:extLst>
          </p:cNvPr>
          <p:cNvSpPr>
            <a:spLocks noGrp="1"/>
          </p:cNvSpPr>
          <p:nvPr/>
        </p:nvSpPr>
        <p:spPr>
          <a:xfrm>
            <a:off x="18214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9" name="F2_precision_recall_distributions_7373">
            <a:extLst>
              <a:ext uri="{FF2B5EF4-FFF2-40B4-BE49-F238E27FC236}">
                <a16:creationId xmlns:a16="http://schemas.microsoft.com/office/drawing/2014/main" id="{11A80605-A466-4446-A647-750658F01FEC}"/>
              </a:ext>
            </a:extLst>
          </p:cNvPr>
          <p:cNvSpPr>
            <a:spLocks noGrp="1"/>
          </p:cNvSpPr>
          <p:nvPr/>
        </p:nvSpPr>
        <p:spPr>
          <a:xfrm>
            <a:off x="171877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0" name="F2_precision_recall_distributions_7374">
            <a:extLst>
              <a:ext uri="{FF2B5EF4-FFF2-40B4-BE49-F238E27FC236}">
                <a16:creationId xmlns:a16="http://schemas.microsoft.com/office/drawing/2014/main" id="{CFCCBFC8-E289-4F1E-BC29-A2A8965E45BA}"/>
              </a:ext>
            </a:extLst>
          </p:cNvPr>
          <p:cNvSpPr>
            <a:spLocks noGrp="1"/>
          </p:cNvSpPr>
          <p:nvPr/>
        </p:nvSpPr>
        <p:spPr>
          <a:xfrm>
            <a:off x="19192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1" name="F2_precision_recall_distributions_7375">
            <a:extLst>
              <a:ext uri="{FF2B5EF4-FFF2-40B4-BE49-F238E27FC236}">
                <a16:creationId xmlns:a16="http://schemas.microsoft.com/office/drawing/2014/main" id="{B22BEF8C-91E2-4F8A-9EA0-FF4608BC0294}"/>
              </a:ext>
            </a:extLst>
          </p:cNvPr>
          <p:cNvSpPr>
            <a:spLocks noGrp="1"/>
          </p:cNvSpPr>
          <p:nvPr/>
        </p:nvSpPr>
        <p:spPr>
          <a:xfrm>
            <a:off x="171282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2" name="F2_precision_recall_distributions_7376">
            <a:extLst>
              <a:ext uri="{FF2B5EF4-FFF2-40B4-BE49-F238E27FC236}">
                <a16:creationId xmlns:a16="http://schemas.microsoft.com/office/drawing/2014/main" id="{6F827ADE-3689-4B0F-9C45-6429718409BA}"/>
              </a:ext>
            </a:extLst>
          </p:cNvPr>
          <p:cNvSpPr>
            <a:spLocks noGrp="1"/>
          </p:cNvSpPr>
          <p:nvPr/>
        </p:nvSpPr>
        <p:spPr>
          <a:xfrm>
            <a:off x="196664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3" name="F2_precision_recall_distributions_7377">
            <a:extLst>
              <a:ext uri="{FF2B5EF4-FFF2-40B4-BE49-F238E27FC236}">
                <a16:creationId xmlns:a16="http://schemas.microsoft.com/office/drawing/2014/main" id="{9BA0C4AD-502E-476F-B410-11D0EEE617B0}"/>
              </a:ext>
            </a:extLst>
          </p:cNvPr>
          <p:cNvSpPr>
            <a:spLocks noGrp="1"/>
          </p:cNvSpPr>
          <p:nvPr/>
        </p:nvSpPr>
        <p:spPr>
          <a:xfrm>
            <a:off x="1723442" y="7352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4" name="F2_precision_recall_distributions_7378">
            <a:extLst>
              <a:ext uri="{FF2B5EF4-FFF2-40B4-BE49-F238E27FC236}">
                <a16:creationId xmlns:a16="http://schemas.microsoft.com/office/drawing/2014/main" id="{A0DFB16F-2E81-4770-9763-E997937DAE04}"/>
              </a:ext>
            </a:extLst>
          </p:cNvPr>
          <p:cNvSpPr>
            <a:spLocks noGrp="1"/>
          </p:cNvSpPr>
          <p:nvPr/>
        </p:nvSpPr>
        <p:spPr>
          <a:xfrm>
            <a:off x="176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5" name="F2_precision_recall_distributions_7379">
            <a:extLst>
              <a:ext uri="{FF2B5EF4-FFF2-40B4-BE49-F238E27FC236}">
                <a16:creationId xmlns:a16="http://schemas.microsoft.com/office/drawing/2014/main" id="{AC10DB49-4710-4AB8-8FE7-2CD65DB87364}"/>
              </a:ext>
            </a:extLst>
          </p:cNvPr>
          <p:cNvSpPr>
            <a:spLocks noGrp="1"/>
          </p:cNvSpPr>
          <p:nvPr/>
        </p:nvSpPr>
        <p:spPr>
          <a:xfrm>
            <a:off x="191860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6" name="F2_precision_recall_distributions_7380">
            <a:extLst>
              <a:ext uri="{FF2B5EF4-FFF2-40B4-BE49-F238E27FC236}">
                <a16:creationId xmlns:a16="http://schemas.microsoft.com/office/drawing/2014/main" id="{03BC66CA-0CC4-4C28-80C7-33B7501ED071}"/>
              </a:ext>
            </a:extLst>
          </p:cNvPr>
          <p:cNvSpPr>
            <a:spLocks noGrp="1"/>
          </p:cNvSpPr>
          <p:nvPr/>
        </p:nvSpPr>
        <p:spPr>
          <a:xfrm>
            <a:off x="18695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7" name="F2_precision_recall_distributions_7381">
            <a:extLst>
              <a:ext uri="{FF2B5EF4-FFF2-40B4-BE49-F238E27FC236}">
                <a16:creationId xmlns:a16="http://schemas.microsoft.com/office/drawing/2014/main" id="{527D10E8-88F6-45E9-99B7-81DC0E6BB6B6}"/>
              </a:ext>
            </a:extLst>
          </p:cNvPr>
          <p:cNvSpPr>
            <a:spLocks noGrp="1"/>
          </p:cNvSpPr>
          <p:nvPr/>
        </p:nvSpPr>
        <p:spPr>
          <a:xfrm>
            <a:off x="194824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8" name="F2_precision_recall_distributions_7382">
            <a:extLst>
              <a:ext uri="{FF2B5EF4-FFF2-40B4-BE49-F238E27FC236}">
                <a16:creationId xmlns:a16="http://schemas.microsoft.com/office/drawing/2014/main" id="{864201A6-1824-40AA-8987-64E756D19436}"/>
              </a:ext>
            </a:extLst>
          </p:cNvPr>
          <p:cNvSpPr>
            <a:spLocks noGrp="1"/>
          </p:cNvSpPr>
          <p:nvPr/>
        </p:nvSpPr>
        <p:spPr>
          <a:xfrm>
            <a:off x="20232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9" name="F2_precision_recall_distributions_7383">
            <a:extLst>
              <a:ext uri="{FF2B5EF4-FFF2-40B4-BE49-F238E27FC236}">
                <a16:creationId xmlns:a16="http://schemas.microsoft.com/office/drawing/2014/main" id="{4BC4DB11-A3A4-4FF5-AA76-0F6C53DE329F}"/>
              </a:ext>
            </a:extLst>
          </p:cNvPr>
          <p:cNvSpPr>
            <a:spLocks noGrp="1"/>
          </p:cNvSpPr>
          <p:nvPr/>
        </p:nvSpPr>
        <p:spPr>
          <a:xfrm>
            <a:off x="1894403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0" name="F2_precision_recall_distributions_7384">
            <a:extLst>
              <a:ext uri="{FF2B5EF4-FFF2-40B4-BE49-F238E27FC236}">
                <a16:creationId xmlns:a16="http://schemas.microsoft.com/office/drawing/2014/main" id="{282C4D1A-76BD-424A-A315-D9FE87F6A9BB}"/>
              </a:ext>
            </a:extLst>
          </p:cNvPr>
          <p:cNvSpPr>
            <a:spLocks noGrp="1"/>
          </p:cNvSpPr>
          <p:nvPr/>
        </p:nvSpPr>
        <p:spPr>
          <a:xfrm>
            <a:off x="20187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1" name="F2_precision_recall_distributions_7385">
            <a:extLst>
              <a:ext uri="{FF2B5EF4-FFF2-40B4-BE49-F238E27FC236}">
                <a16:creationId xmlns:a16="http://schemas.microsoft.com/office/drawing/2014/main" id="{4B182046-2C4F-450B-9DB7-9099077A5719}"/>
              </a:ext>
            </a:extLst>
          </p:cNvPr>
          <p:cNvSpPr>
            <a:spLocks noGrp="1"/>
          </p:cNvSpPr>
          <p:nvPr/>
        </p:nvSpPr>
        <p:spPr>
          <a:xfrm>
            <a:off x="1713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2" name="F2_precision_recall_distributions_7386">
            <a:extLst>
              <a:ext uri="{FF2B5EF4-FFF2-40B4-BE49-F238E27FC236}">
                <a16:creationId xmlns:a16="http://schemas.microsoft.com/office/drawing/2014/main" id="{8E3AFF74-266F-4DE7-BDA5-10EDF81559FA}"/>
              </a:ext>
            </a:extLst>
          </p:cNvPr>
          <p:cNvSpPr>
            <a:spLocks noGrp="1"/>
          </p:cNvSpPr>
          <p:nvPr/>
        </p:nvSpPr>
        <p:spPr>
          <a:xfrm>
            <a:off x="1825712" y="72641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3" name="F2_precision_recall_distributions_7387">
            <a:extLst>
              <a:ext uri="{FF2B5EF4-FFF2-40B4-BE49-F238E27FC236}">
                <a16:creationId xmlns:a16="http://schemas.microsoft.com/office/drawing/2014/main" id="{2B64961B-E18A-4E26-872E-8D1EC88E10A9}"/>
              </a:ext>
            </a:extLst>
          </p:cNvPr>
          <p:cNvSpPr>
            <a:spLocks noGrp="1"/>
          </p:cNvSpPr>
          <p:nvPr/>
        </p:nvSpPr>
        <p:spPr>
          <a:xfrm>
            <a:off x="1857314" y="72088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4" name="F2_precision_recall_distributions_7388">
            <a:extLst>
              <a:ext uri="{FF2B5EF4-FFF2-40B4-BE49-F238E27FC236}">
                <a16:creationId xmlns:a16="http://schemas.microsoft.com/office/drawing/2014/main" id="{8324618F-3B1C-4ED8-91AF-5B4F57A289C2}"/>
              </a:ext>
            </a:extLst>
          </p:cNvPr>
          <p:cNvSpPr>
            <a:spLocks noGrp="1"/>
          </p:cNvSpPr>
          <p:nvPr/>
        </p:nvSpPr>
        <p:spPr>
          <a:xfrm>
            <a:off x="17928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5" name="F2_precision_recall_distributions_7389">
            <a:extLst>
              <a:ext uri="{FF2B5EF4-FFF2-40B4-BE49-F238E27FC236}">
                <a16:creationId xmlns:a16="http://schemas.microsoft.com/office/drawing/2014/main" id="{D7A8EF54-41CB-42E0-A508-9E3F8ED1DD37}"/>
              </a:ext>
            </a:extLst>
          </p:cNvPr>
          <p:cNvSpPr>
            <a:spLocks noGrp="1"/>
          </p:cNvSpPr>
          <p:nvPr/>
        </p:nvSpPr>
        <p:spPr>
          <a:xfrm>
            <a:off x="167558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6" name="F2_precision_recall_distributions_7390">
            <a:extLst>
              <a:ext uri="{FF2B5EF4-FFF2-40B4-BE49-F238E27FC236}">
                <a16:creationId xmlns:a16="http://schemas.microsoft.com/office/drawing/2014/main" id="{AD6335F7-AAB0-4F9C-9AF1-2E1061604A45}"/>
              </a:ext>
            </a:extLst>
          </p:cNvPr>
          <p:cNvSpPr>
            <a:spLocks noGrp="1"/>
          </p:cNvSpPr>
          <p:nvPr/>
        </p:nvSpPr>
        <p:spPr>
          <a:xfrm>
            <a:off x="1841599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7" name="F2_precision_recall_distributions_7391">
            <a:extLst>
              <a:ext uri="{FF2B5EF4-FFF2-40B4-BE49-F238E27FC236}">
                <a16:creationId xmlns:a16="http://schemas.microsoft.com/office/drawing/2014/main" id="{53FD6C0D-7F29-4030-9D57-70C8876D197B}"/>
              </a:ext>
            </a:extLst>
          </p:cNvPr>
          <p:cNvSpPr>
            <a:spLocks noGrp="1"/>
          </p:cNvSpPr>
          <p:nvPr/>
        </p:nvSpPr>
        <p:spPr>
          <a:xfrm>
            <a:off x="19112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8" name="F2_precision_recall_distributions_7392">
            <a:extLst>
              <a:ext uri="{FF2B5EF4-FFF2-40B4-BE49-F238E27FC236}">
                <a16:creationId xmlns:a16="http://schemas.microsoft.com/office/drawing/2014/main" id="{EBF5B191-F297-4867-BAD6-C1687FB0127B}"/>
              </a:ext>
            </a:extLst>
          </p:cNvPr>
          <p:cNvSpPr>
            <a:spLocks noGrp="1"/>
          </p:cNvSpPr>
          <p:nvPr/>
        </p:nvSpPr>
        <p:spPr>
          <a:xfrm>
            <a:off x="19787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9" name="F2_precision_recall_distributions_7393">
            <a:extLst>
              <a:ext uri="{FF2B5EF4-FFF2-40B4-BE49-F238E27FC236}">
                <a16:creationId xmlns:a16="http://schemas.microsoft.com/office/drawing/2014/main" id="{84F105C7-64B4-462A-B51A-772B91B5BE0D}"/>
              </a:ext>
            </a:extLst>
          </p:cNvPr>
          <p:cNvSpPr>
            <a:spLocks noGrp="1"/>
          </p:cNvSpPr>
          <p:nvPr/>
        </p:nvSpPr>
        <p:spPr>
          <a:xfrm>
            <a:off x="175858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0" name="F2_precision_recall_distributions_7394">
            <a:extLst>
              <a:ext uri="{FF2B5EF4-FFF2-40B4-BE49-F238E27FC236}">
                <a16:creationId xmlns:a16="http://schemas.microsoft.com/office/drawing/2014/main" id="{9F881E86-084E-4A75-8932-FEC70528E7C5}"/>
              </a:ext>
            </a:extLst>
          </p:cNvPr>
          <p:cNvSpPr>
            <a:spLocks noGrp="1"/>
          </p:cNvSpPr>
          <p:nvPr/>
        </p:nvSpPr>
        <p:spPr>
          <a:xfrm>
            <a:off x="1890189" y="72315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1" name="F2_precision_recall_distributions_7395">
            <a:extLst>
              <a:ext uri="{FF2B5EF4-FFF2-40B4-BE49-F238E27FC236}">
                <a16:creationId xmlns:a16="http://schemas.microsoft.com/office/drawing/2014/main" id="{0FC38AD6-F8A7-418A-8DD9-43C420ADCB51}"/>
              </a:ext>
            </a:extLst>
          </p:cNvPr>
          <p:cNvSpPr>
            <a:spLocks noGrp="1"/>
          </p:cNvSpPr>
          <p:nvPr/>
        </p:nvSpPr>
        <p:spPr>
          <a:xfrm>
            <a:off x="1846207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2" name="F2_precision_recall_distributions_7396">
            <a:extLst>
              <a:ext uri="{FF2B5EF4-FFF2-40B4-BE49-F238E27FC236}">
                <a16:creationId xmlns:a16="http://schemas.microsoft.com/office/drawing/2014/main" id="{D41C86C0-A7EB-4CDB-A5B4-E95373C9BA78}"/>
              </a:ext>
            </a:extLst>
          </p:cNvPr>
          <p:cNvSpPr>
            <a:spLocks noGrp="1"/>
          </p:cNvSpPr>
          <p:nvPr/>
        </p:nvSpPr>
        <p:spPr>
          <a:xfrm>
            <a:off x="20067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3" name="F2_precision_recall_distributions_7397">
            <a:extLst>
              <a:ext uri="{FF2B5EF4-FFF2-40B4-BE49-F238E27FC236}">
                <a16:creationId xmlns:a16="http://schemas.microsoft.com/office/drawing/2014/main" id="{4432BE9E-5F4F-411B-965A-56F6037D2D0B}"/>
              </a:ext>
            </a:extLst>
          </p:cNvPr>
          <p:cNvSpPr>
            <a:spLocks noGrp="1"/>
          </p:cNvSpPr>
          <p:nvPr/>
        </p:nvSpPr>
        <p:spPr>
          <a:xfrm>
            <a:off x="16561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4" name="F2_precision_recall_distributions_7398">
            <a:extLst>
              <a:ext uri="{FF2B5EF4-FFF2-40B4-BE49-F238E27FC236}">
                <a16:creationId xmlns:a16="http://schemas.microsoft.com/office/drawing/2014/main" id="{5B5DB25A-DBB6-4C7B-A201-15315F7CF1A8}"/>
              </a:ext>
            </a:extLst>
          </p:cNvPr>
          <p:cNvSpPr>
            <a:spLocks noGrp="1"/>
          </p:cNvSpPr>
          <p:nvPr/>
        </p:nvSpPr>
        <p:spPr>
          <a:xfrm>
            <a:off x="19761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5" name="F2_precision_recall_distributions_7399">
            <a:extLst>
              <a:ext uri="{FF2B5EF4-FFF2-40B4-BE49-F238E27FC236}">
                <a16:creationId xmlns:a16="http://schemas.microsoft.com/office/drawing/2014/main" id="{3EF63A15-E3EB-4596-A053-4E89D55DD7EC}"/>
              </a:ext>
            </a:extLst>
          </p:cNvPr>
          <p:cNvSpPr>
            <a:spLocks noGrp="1"/>
          </p:cNvSpPr>
          <p:nvPr/>
        </p:nvSpPr>
        <p:spPr>
          <a:xfrm>
            <a:off x="197553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6" name="F2_precision_recall_distributions_7400">
            <a:extLst>
              <a:ext uri="{FF2B5EF4-FFF2-40B4-BE49-F238E27FC236}">
                <a16:creationId xmlns:a16="http://schemas.microsoft.com/office/drawing/2014/main" id="{B97401AC-9746-4707-84A4-12F16E72CFE4}"/>
              </a:ext>
            </a:extLst>
          </p:cNvPr>
          <p:cNvSpPr>
            <a:spLocks noGrp="1"/>
          </p:cNvSpPr>
          <p:nvPr/>
        </p:nvSpPr>
        <p:spPr>
          <a:xfrm>
            <a:off x="19339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7" name="F2_precision_recall_distributions_7401">
            <a:extLst>
              <a:ext uri="{FF2B5EF4-FFF2-40B4-BE49-F238E27FC236}">
                <a16:creationId xmlns:a16="http://schemas.microsoft.com/office/drawing/2014/main" id="{98C4E915-A626-4DEF-AD49-3E84FB509F77}"/>
              </a:ext>
            </a:extLst>
          </p:cNvPr>
          <p:cNvSpPr>
            <a:spLocks noGrp="1"/>
          </p:cNvSpPr>
          <p:nvPr/>
        </p:nvSpPr>
        <p:spPr>
          <a:xfrm>
            <a:off x="185555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8" name="F2_precision_recall_distributions_7402">
            <a:extLst>
              <a:ext uri="{FF2B5EF4-FFF2-40B4-BE49-F238E27FC236}">
                <a16:creationId xmlns:a16="http://schemas.microsoft.com/office/drawing/2014/main" id="{2054C62C-A854-41C2-85E3-21CDAB84D95B}"/>
              </a:ext>
            </a:extLst>
          </p:cNvPr>
          <p:cNvSpPr>
            <a:spLocks noGrp="1"/>
          </p:cNvSpPr>
          <p:nvPr/>
        </p:nvSpPr>
        <p:spPr>
          <a:xfrm>
            <a:off x="17732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9" name="F2_precision_recall_distributions_7403">
            <a:extLst>
              <a:ext uri="{FF2B5EF4-FFF2-40B4-BE49-F238E27FC236}">
                <a16:creationId xmlns:a16="http://schemas.microsoft.com/office/drawing/2014/main" id="{B80B05FB-4F72-4E47-A188-E3B957D78915}"/>
              </a:ext>
            </a:extLst>
          </p:cNvPr>
          <p:cNvSpPr>
            <a:spLocks noGrp="1"/>
          </p:cNvSpPr>
          <p:nvPr/>
        </p:nvSpPr>
        <p:spPr>
          <a:xfrm>
            <a:off x="20160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0" name="F2_precision_recall_distributions_7404">
            <a:extLst>
              <a:ext uri="{FF2B5EF4-FFF2-40B4-BE49-F238E27FC236}">
                <a16:creationId xmlns:a16="http://schemas.microsoft.com/office/drawing/2014/main" id="{199FA02D-1972-490D-AE38-5F9B7204D533}"/>
              </a:ext>
            </a:extLst>
          </p:cNvPr>
          <p:cNvSpPr>
            <a:spLocks noGrp="1"/>
          </p:cNvSpPr>
          <p:nvPr/>
        </p:nvSpPr>
        <p:spPr>
          <a:xfrm>
            <a:off x="189054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1" name="F2_precision_recall_distributions_7405">
            <a:extLst>
              <a:ext uri="{FF2B5EF4-FFF2-40B4-BE49-F238E27FC236}">
                <a16:creationId xmlns:a16="http://schemas.microsoft.com/office/drawing/2014/main" id="{4263F01A-FB9A-4CEC-831C-C87C7AEC9D46}"/>
              </a:ext>
            </a:extLst>
          </p:cNvPr>
          <p:cNvSpPr>
            <a:spLocks noGrp="1"/>
          </p:cNvSpPr>
          <p:nvPr/>
        </p:nvSpPr>
        <p:spPr>
          <a:xfrm>
            <a:off x="17311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2" name="F2_precision_recall_distributions_7406">
            <a:extLst>
              <a:ext uri="{FF2B5EF4-FFF2-40B4-BE49-F238E27FC236}">
                <a16:creationId xmlns:a16="http://schemas.microsoft.com/office/drawing/2014/main" id="{B8561390-AF46-4C98-B3FF-FDB507D44935}"/>
              </a:ext>
            </a:extLst>
          </p:cNvPr>
          <p:cNvSpPr>
            <a:spLocks noGrp="1"/>
          </p:cNvSpPr>
          <p:nvPr/>
        </p:nvSpPr>
        <p:spPr>
          <a:xfrm>
            <a:off x="197555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3" name="F2_precision_recall_distributions_7407">
            <a:extLst>
              <a:ext uri="{FF2B5EF4-FFF2-40B4-BE49-F238E27FC236}">
                <a16:creationId xmlns:a16="http://schemas.microsoft.com/office/drawing/2014/main" id="{8CED2C8B-6E63-4FDD-A6F4-A0B74D88CBDB}"/>
              </a:ext>
            </a:extLst>
          </p:cNvPr>
          <p:cNvSpPr>
            <a:spLocks noGrp="1"/>
          </p:cNvSpPr>
          <p:nvPr/>
        </p:nvSpPr>
        <p:spPr>
          <a:xfrm>
            <a:off x="168616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4" name="F2_precision_recall_distributions_7408">
            <a:extLst>
              <a:ext uri="{FF2B5EF4-FFF2-40B4-BE49-F238E27FC236}">
                <a16:creationId xmlns:a16="http://schemas.microsoft.com/office/drawing/2014/main" id="{886789A2-39F2-4E0E-8E92-D4E47180116B}"/>
              </a:ext>
            </a:extLst>
          </p:cNvPr>
          <p:cNvSpPr>
            <a:spLocks noGrp="1"/>
          </p:cNvSpPr>
          <p:nvPr/>
        </p:nvSpPr>
        <p:spPr>
          <a:xfrm>
            <a:off x="1931661" y="72986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5" name="F2_precision_recall_distributions_7409">
            <a:extLst>
              <a:ext uri="{FF2B5EF4-FFF2-40B4-BE49-F238E27FC236}">
                <a16:creationId xmlns:a16="http://schemas.microsoft.com/office/drawing/2014/main" id="{7122C1C2-1B4F-4549-90EA-A723160DE54B}"/>
              </a:ext>
            </a:extLst>
          </p:cNvPr>
          <p:cNvSpPr>
            <a:spLocks noGrp="1"/>
          </p:cNvSpPr>
          <p:nvPr/>
        </p:nvSpPr>
        <p:spPr>
          <a:xfrm>
            <a:off x="20035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6" name="F2_precision_recall_distributions_7410">
            <a:extLst>
              <a:ext uri="{FF2B5EF4-FFF2-40B4-BE49-F238E27FC236}">
                <a16:creationId xmlns:a16="http://schemas.microsoft.com/office/drawing/2014/main" id="{2A1E918B-7202-455B-B8F5-920EA5DE4564}"/>
              </a:ext>
            </a:extLst>
          </p:cNvPr>
          <p:cNvSpPr>
            <a:spLocks noGrp="1"/>
          </p:cNvSpPr>
          <p:nvPr/>
        </p:nvSpPr>
        <p:spPr>
          <a:xfrm>
            <a:off x="1958796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7" name="F2_precision_recall_distributions_7411">
            <a:extLst>
              <a:ext uri="{FF2B5EF4-FFF2-40B4-BE49-F238E27FC236}">
                <a16:creationId xmlns:a16="http://schemas.microsoft.com/office/drawing/2014/main" id="{AA897B2D-ACDA-4A0C-886C-8489B01B4BE2}"/>
              </a:ext>
            </a:extLst>
          </p:cNvPr>
          <p:cNvSpPr>
            <a:spLocks noGrp="1"/>
          </p:cNvSpPr>
          <p:nvPr/>
        </p:nvSpPr>
        <p:spPr>
          <a:xfrm>
            <a:off x="183661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8" name="F2_precision_recall_distributions_7412">
            <a:extLst>
              <a:ext uri="{FF2B5EF4-FFF2-40B4-BE49-F238E27FC236}">
                <a16:creationId xmlns:a16="http://schemas.microsoft.com/office/drawing/2014/main" id="{CE21E232-0972-4494-BED9-EF6D05BC4F04}"/>
              </a:ext>
            </a:extLst>
          </p:cNvPr>
          <p:cNvSpPr>
            <a:spLocks noGrp="1"/>
          </p:cNvSpPr>
          <p:nvPr/>
        </p:nvSpPr>
        <p:spPr>
          <a:xfrm>
            <a:off x="20126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9" name="F2_precision_recall_distributions_7413">
            <a:extLst>
              <a:ext uri="{FF2B5EF4-FFF2-40B4-BE49-F238E27FC236}">
                <a16:creationId xmlns:a16="http://schemas.microsoft.com/office/drawing/2014/main" id="{BDEF6B06-F988-4999-A27D-4FEED69EC29F}"/>
              </a:ext>
            </a:extLst>
          </p:cNvPr>
          <p:cNvSpPr>
            <a:spLocks noGrp="1"/>
          </p:cNvSpPr>
          <p:nvPr/>
        </p:nvSpPr>
        <p:spPr>
          <a:xfrm>
            <a:off x="18959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0" name="F2_precision_recall_distributions_7414">
            <a:extLst>
              <a:ext uri="{FF2B5EF4-FFF2-40B4-BE49-F238E27FC236}">
                <a16:creationId xmlns:a16="http://schemas.microsoft.com/office/drawing/2014/main" id="{A8232DCD-F82A-4B20-BCA4-F1FC2D8BD674}"/>
              </a:ext>
            </a:extLst>
          </p:cNvPr>
          <p:cNvSpPr>
            <a:spLocks noGrp="1"/>
          </p:cNvSpPr>
          <p:nvPr/>
        </p:nvSpPr>
        <p:spPr>
          <a:xfrm>
            <a:off x="171672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1" name="F2_precision_recall_distributions_7415">
            <a:extLst>
              <a:ext uri="{FF2B5EF4-FFF2-40B4-BE49-F238E27FC236}">
                <a16:creationId xmlns:a16="http://schemas.microsoft.com/office/drawing/2014/main" id="{B9E0AF98-D03A-4F1B-B3E9-C59858D26632}"/>
              </a:ext>
            </a:extLst>
          </p:cNvPr>
          <p:cNvSpPr>
            <a:spLocks noGrp="1"/>
          </p:cNvSpPr>
          <p:nvPr/>
        </p:nvSpPr>
        <p:spPr>
          <a:xfrm>
            <a:off x="19238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2" name="F2_precision_recall_distributions_7416">
            <a:extLst>
              <a:ext uri="{FF2B5EF4-FFF2-40B4-BE49-F238E27FC236}">
                <a16:creationId xmlns:a16="http://schemas.microsoft.com/office/drawing/2014/main" id="{04375E40-AC28-4B3D-B5AE-33E92D443669}"/>
              </a:ext>
            </a:extLst>
          </p:cNvPr>
          <p:cNvSpPr>
            <a:spLocks noGrp="1"/>
          </p:cNvSpPr>
          <p:nvPr/>
        </p:nvSpPr>
        <p:spPr>
          <a:xfrm>
            <a:off x="188435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3" name="F2_precision_recall_distributions_7417">
            <a:extLst>
              <a:ext uri="{FF2B5EF4-FFF2-40B4-BE49-F238E27FC236}">
                <a16:creationId xmlns:a16="http://schemas.microsoft.com/office/drawing/2014/main" id="{293FB2B9-EB55-401C-B3B6-DA4E33A4923B}"/>
              </a:ext>
            </a:extLst>
          </p:cNvPr>
          <p:cNvSpPr>
            <a:spLocks noGrp="1"/>
          </p:cNvSpPr>
          <p:nvPr/>
        </p:nvSpPr>
        <p:spPr>
          <a:xfrm>
            <a:off x="170290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4" name="F2_precision_recall_distributions_7418">
            <a:extLst>
              <a:ext uri="{FF2B5EF4-FFF2-40B4-BE49-F238E27FC236}">
                <a16:creationId xmlns:a16="http://schemas.microsoft.com/office/drawing/2014/main" id="{D53686C3-1EE5-4017-9B21-375AE56DD3A9}"/>
              </a:ext>
            </a:extLst>
          </p:cNvPr>
          <p:cNvSpPr>
            <a:spLocks noGrp="1"/>
          </p:cNvSpPr>
          <p:nvPr/>
        </p:nvSpPr>
        <p:spPr>
          <a:xfrm>
            <a:off x="187170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5" name="F2_precision_recall_distributions_7419">
            <a:extLst>
              <a:ext uri="{FF2B5EF4-FFF2-40B4-BE49-F238E27FC236}">
                <a16:creationId xmlns:a16="http://schemas.microsoft.com/office/drawing/2014/main" id="{12C1AB89-AD35-4187-99B2-F0F1B29D7F63}"/>
              </a:ext>
            </a:extLst>
          </p:cNvPr>
          <p:cNvSpPr>
            <a:spLocks noGrp="1"/>
          </p:cNvSpPr>
          <p:nvPr/>
        </p:nvSpPr>
        <p:spPr>
          <a:xfrm>
            <a:off x="1821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6" name="F2_precision_recall_distributions_7420">
            <a:extLst>
              <a:ext uri="{FF2B5EF4-FFF2-40B4-BE49-F238E27FC236}">
                <a16:creationId xmlns:a16="http://schemas.microsoft.com/office/drawing/2014/main" id="{0B41ECF0-19B2-45CE-9C5D-D352F5D20C7F}"/>
              </a:ext>
            </a:extLst>
          </p:cNvPr>
          <p:cNvSpPr>
            <a:spLocks noGrp="1"/>
          </p:cNvSpPr>
          <p:nvPr/>
        </p:nvSpPr>
        <p:spPr>
          <a:xfrm>
            <a:off x="191265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7" name="F2_precision_recall_distributions_7421">
            <a:extLst>
              <a:ext uri="{FF2B5EF4-FFF2-40B4-BE49-F238E27FC236}">
                <a16:creationId xmlns:a16="http://schemas.microsoft.com/office/drawing/2014/main" id="{CDE37718-7623-47A8-B1D9-CF988BC1C7CD}"/>
              </a:ext>
            </a:extLst>
          </p:cNvPr>
          <p:cNvSpPr>
            <a:spLocks noGrp="1"/>
          </p:cNvSpPr>
          <p:nvPr/>
        </p:nvSpPr>
        <p:spPr>
          <a:xfrm>
            <a:off x="1823162" y="77379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8" name="F2_precision_recall_distributions_7422">
            <a:extLst>
              <a:ext uri="{FF2B5EF4-FFF2-40B4-BE49-F238E27FC236}">
                <a16:creationId xmlns:a16="http://schemas.microsoft.com/office/drawing/2014/main" id="{2E579719-B603-4373-8920-6F6B95A80333}"/>
              </a:ext>
            </a:extLst>
          </p:cNvPr>
          <p:cNvSpPr>
            <a:spLocks noGrp="1"/>
          </p:cNvSpPr>
          <p:nvPr/>
        </p:nvSpPr>
        <p:spPr>
          <a:xfrm>
            <a:off x="17037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9" name="F2_precision_recall_distributions_7423">
            <a:extLst>
              <a:ext uri="{FF2B5EF4-FFF2-40B4-BE49-F238E27FC236}">
                <a16:creationId xmlns:a16="http://schemas.microsoft.com/office/drawing/2014/main" id="{D45406E4-5E66-4436-91B5-0DC7FC2D064D}"/>
              </a:ext>
            </a:extLst>
          </p:cNvPr>
          <p:cNvSpPr>
            <a:spLocks noGrp="1"/>
          </p:cNvSpPr>
          <p:nvPr/>
        </p:nvSpPr>
        <p:spPr>
          <a:xfrm>
            <a:off x="1755356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0" name="F2_precision_recall_distributions_7424">
            <a:extLst>
              <a:ext uri="{FF2B5EF4-FFF2-40B4-BE49-F238E27FC236}">
                <a16:creationId xmlns:a16="http://schemas.microsoft.com/office/drawing/2014/main" id="{74031864-5FB3-488F-9445-85F53A0630A8}"/>
              </a:ext>
            </a:extLst>
          </p:cNvPr>
          <p:cNvSpPr>
            <a:spLocks noGrp="1"/>
          </p:cNvSpPr>
          <p:nvPr/>
        </p:nvSpPr>
        <p:spPr>
          <a:xfrm>
            <a:off x="19875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1" name="F2_precision_recall_distributions_7425">
            <a:extLst>
              <a:ext uri="{FF2B5EF4-FFF2-40B4-BE49-F238E27FC236}">
                <a16:creationId xmlns:a16="http://schemas.microsoft.com/office/drawing/2014/main" id="{81A6984E-0CEC-4997-AC30-F08308E90E5C}"/>
              </a:ext>
            </a:extLst>
          </p:cNvPr>
          <p:cNvSpPr>
            <a:spLocks noGrp="1"/>
          </p:cNvSpPr>
          <p:nvPr/>
        </p:nvSpPr>
        <p:spPr>
          <a:xfrm>
            <a:off x="16650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2" name="F2_precision_recall_distributions_7426">
            <a:extLst>
              <a:ext uri="{FF2B5EF4-FFF2-40B4-BE49-F238E27FC236}">
                <a16:creationId xmlns:a16="http://schemas.microsoft.com/office/drawing/2014/main" id="{083E835C-8CC6-413A-B51B-8B4090E65582}"/>
              </a:ext>
            </a:extLst>
          </p:cNvPr>
          <p:cNvSpPr>
            <a:spLocks noGrp="1"/>
          </p:cNvSpPr>
          <p:nvPr/>
        </p:nvSpPr>
        <p:spPr>
          <a:xfrm>
            <a:off x="167197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3" name="F2_precision_recall_distributions_7427">
            <a:extLst>
              <a:ext uri="{FF2B5EF4-FFF2-40B4-BE49-F238E27FC236}">
                <a16:creationId xmlns:a16="http://schemas.microsoft.com/office/drawing/2014/main" id="{8BC5360F-798E-4D69-A706-114870A3B947}"/>
              </a:ext>
            </a:extLst>
          </p:cNvPr>
          <p:cNvSpPr>
            <a:spLocks noGrp="1"/>
          </p:cNvSpPr>
          <p:nvPr/>
        </p:nvSpPr>
        <p:spPr>
          <a:xfrm>
            <a:off x="1658760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4" name="F2_precision_recall_distributions_7428">
            <a:extLst>
              <a:ext uri="{FF2B5EF4-FFF2-40B4-BE49-F238E27FC236}">
                <a16:creationId xmlns:a16="http://schemas.microsoft.com/office/drawing/2014/main" id="{F42BB9FF-EC3B-4193-A20A-218A72CB2A45}"/>
              </a:ext>
            </a:extLst>
          </p:cNvPr>
          <p:cNvSpPr>
            <a:spLocks noGrp="1"/>
          </p:cNvSpPr>
          <p:nvPr/>
        </p:nvSpPr>
        <p:spPr>
          <a:xfrm>
            <a:off x="1810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5" name="F2_precision_recall_distributions_7429">
            <a:extLst>
              <a:ext uri="{FF2B5EF4-FFF2-40B4-BE49-F238E27FC236}">
                <a16:creationId xmlns:a16="http://schemas.microsoft.com/office/drawing/2014/main" id="{FB221613-7672-4454-B3CC-F0C5DAECF975}"/>
              </a:ext>
            </a:extLst>
          </p:cNvPr>
          <p:cNvSpPr>
            <a:spLocks noGrp="1"/>
          </p:cNvSpPr>
          <p:nvPr/>
        </p:nvSpPr>
        <p:spPr>
          <a:xfrm>
            <a:off x="19477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6" name="F2_precision_recall_distributions_7430">
            <a:extLst>
              <a:ext uri="{FF2B5EF4-FFF2-40B4-BE49-F238E27FC236}">
                <a16:creationId xmlns:a16="http://schemas.microsoft.com/office/drawing/2014/main" id="{F8908F46-5688-4719-A08A-3E4E6E49E95D}"/>
              </a:ext>
            </a:extLst>
          </p:cNvPr>
          <p:cNvSpPr>
            <a:spLocks noGrp="1"/>
          </p:cNvSpPr>
          <p:nvPr/>
        </p:nvSpPr>
        <p:spPr>
          <a:xfrm>
            <a:off x="177217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7" name="F2_precision_recall_distributions_7431">
            <a:extLst>
              <a:ext uri="{FF2B5EF4-FFF2-40B4-BE49-F238E27FC236}">
                <a16:creationId xmlns:a16="http://schemas.microsoft.com/office/drawing/2014/main" id="{523DAD2E-0910-4BBD-927E-07EA0CDE5478}"/>
              </a:ext>
            </a:extLst>
          </p:cNvPr>
          <p:cNvSpPr>
            <a:spLocks noGrp="1"/>
          </p:cNvSpPr>
          <p:nvPr/>
        </p:nvSpPr>
        <p:spPr>
          <a:xfrm>
            <a:off x="16836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8" name="F2_precision_recall_distributions_7432">
            <a:extLst>
              <a:ext uri="{FF2B5EF4-FFF2-40B4-BE49-F238E27FC236}">
                <a16:creationId xmlns:a16="http://schemas.microsoft.com/office/drawing/2014/main" id="{4E415DDA-668C-4974-AE63-41A9836A2236}"/>
              </a:ext>
            </a:extLst>
          </p:cNvPr>
          <p:cNvSpPr>
            <a:spLocks noGrp="1"/>
          </p:cNvSpPr>
          <p:nvPr/>
        </p:nvSpPr>
        <p:spPr>
          <a:xfrm>
            <a:off x="1933216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9" name="F2_precision_recall_distributions_7433">
            <a:extLst>
              <a:ext uri="{FF2B5EF4-FFF2-40B4-BE49-F238E27FC236}">
                <a16:creationId xmlns:a16="http://schemas.microsoft.com/office/drawing/2014/main" id="{6A73EED2-6701-4296-BB7A-5C8A7B9AA9E8}"/>
              </a:ext>
            </a:extLst>
          </p:cNvPr>
          <p:cNvSpPr>
            <a:spLocks noGrp="1"/>
          </p:cNvSpPr>
          <p:nvPr/>
        </p:nvSpPr>
        <p:spPr>
          <a:xfrm>
            <a:off x="18838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0" name="F2_precision_recall_distributions_7434">
            <a:extLst>
              <a:ext uri="{FF2B5EF4-FFF2-40B4-BE49-F238E27FC236}">
                <a16:creationId xmlns:a16="http://schemas.microsoft.com/office/drawing/2014/main" id="{EB4EAC09-36AD-4564-BB0F-2833F1FCE810}"/>
              </a:ext>
            </a:extLst>
          </p:cNvPr>
          <p:cNvSpPr>
            <a:spLocks noGrp="1"/>
          </p:cNvSpPr>
          <p:nvPr/>
        </p:nvSpPr>
        <p:spPr>
          <a:xfrm>
            <a:off x="18106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1" name="F2_precision_recall_distributions_7435">
            <a:extLst>
              <a:ext uri="{FF2B5EF4-FFF2-40B4-BE49-F238E27FC236}">
                <a16:creationId xmlns:a16="http://schemas.microsoft.com/office/drawing/2014/main" id="{E8C6F601-CAFA-47D1-B5E4-98FAEAF37574}"/>
              </a:ext>
            </a:extLst>
          </p:cNvPr>
          <p:cNvSpPr>
            <a:spLocks noGrp="1"/>
          </p:cNvSpPr>
          <p:nvPr/>
        </p:nvSpPr>
        <p:spPr>
          <a:xfrm>
            <a:off x="1930758" y="72274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2" name="F2_precision_recall_distributions_7436">
            <a:extLst>
              <a:ext uri="{FF2B5EF4-FFF2-40B4-BE49-F238E27FC236}">
                <a16:creationId xmlns:a16="http://schemas.microsoft.com/office/drawing/2014/main" id="{6B87A0F0-DB14-4965-9F67-4B446E34745F}"/>
              </a:ext>
            </a:extLst>
          </p:cNvPr>
          <p:cNvSpPr>
            <a:spLocks noGrp="1"/>
          </p:cNvSpPr>
          <p:nvPr/>
        </p:nvSpPr>
        <p:spPr>
          <a:xfrm>
            <a:off x="2012836" y="71896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3" name="F2_precision_recall_distributions_7437">
            <a:extLst>
              <a:ext uri="{FF2B5EF4-FFF2-40B4-BE49-F238E27FC236}">
                <a16:creationId xmlns:a16="http://schemas.microsoft.com/office/drawing/2014/main" id="{B1965159-B3D4-4DDA-977B-9FB6B9B935C9}"/>
              </a:ext>
            </a:extLst>
          </p:cNvPr>
          <p:cNvSpPr>
            <a:spLocks noGrp="1"/>
          </p:cNvSpPr>
          <p:nvPr/>
        </p:nvSpPr>
        <p:spPr>
          <a:xfrm>
            <a:off x="182914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4" name="F2_precision_recall_distributions_7438">
            <a:extLst>
              <a:ext uri="{FF2B5EF4-FFF2-40B4-BE49-F238E27FC236}">
                <a16:creationId xmlns:a16="http://schemas.microsoft.com/office/drawing/2014/main" id="{54A58763-CB99-4BD0-A55F-863A93147F02}"/>
              </a:ext>
            </a:extLst>
          </p:cNvPr>
          <p:cNvSpPr>
            <a:spLocks noGrp="1"/>
          </p:cNvSpPr>
          <p:nvPr/>
        </p:nvSpPr>
        <p:spPr>
          <a:xfrm>
            <a:off x="17765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5" name="F2_precision_recall_distributions_7439">
            <a:extLst>
              <a:ext uri="{FF2B5EF4-FFF2-40B4-BE49-F238E27FC236}">
                <a16:creationId xmlns:a16="http://schemas.microsoft.com/office/drawing/2014/main" id="{339D2355-51F2-4F14-AA3B-94E33D96477E}"/>
              </a:ext>
            </a:extLst>
          </p:cNvPr>
          <p:cNvSpPr>
            <a:spLocks noGrp="1"/>
          </p:cNvSpPr>
          <p:nvPr/>
        </p:nvSpPr>
        <p:spPr>
          <a:xfrm>
            <a:off x="17690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6" name="F2_precision_recall_distributions_7440">
            <a:extLst>
              <a:ext uri="{FF2B5EF4-FFF2-40B4-BE49-F238E27FC236}">
                <a16:creationId xmlns:a16="http://schemas.microsoft.com/office/drawing/2014/main" id="{FE63D394-7E91-425B-846E-EB8E11218DD8}"/>
              </a:ext>
            </a:extLst>
          </p:cNvPr>
          <p:cNvSpPr>
            <a:spLocks noGrp="1"/>
          </p:cNvSpPr>
          <p:nvPr/>
        </p:nvSpPr>
        <p:spPr>
          <a:xfrm>
            <a:off x="1733722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7" name="F2_precision_recall_distributions_7441">
            <a:extLst>
              <a:ext uri="{FF2B5EF4-FFF2-40B4-BE49-F238E27FC236}">
                <a16:creationId xmlns:a16="http://schemas.microsoft.com/office/drawing/2014/main" id="{04BEDA92-7B5B-44F1-AA7F-4B0807E1FD0C}"/>
              </a:ext>
            </a:extLst>
          </p:cNvPr>
          <p:cNvSpPr>
            <a:spLocks noGrp="1"/>
          </p:cNvSpPr>
          <p:nvPr/>
        </p:nvSpPr>
        <p:spPr>
          <a:xfrm>
            <a:off x="190156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8" name="F2_precision_recall_distributions_7442">
            <a:extLst>
              <a:ext uri="{FF2B5EF4-FFF2-40B4-BE49-F238E27FC236}">
                <a16:creationId xmlns:a16="http://schemas.microsoft.com/office/drawing/2014/main" id="{43F9A201-B54F-4273-90C0-101B4F03C433}"/>
              </a:ext>
            </a:extLst>
          </p:cNvPr>
          <p:cNvSpPr>
            <a:spLocks noGrp="1"/>
          </p:cNvSpPr>
          <p:nvPr/>
        </p:nvSpPr>
        <p:spPr>
          <a:xfrm>
            <a:off x="1807682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9" name="F2_precision_recall_distributions_7443">
            <a:extLst>
              <a:ext uri="{FF2B5EF4-FFF2-40B4-BE49-F238E27FC236}">
                <a16:creationId xmlns:a16="http://schemas.microsoft.com/office/drawing/2014/main" id="{8028CF33-542B-46CA-9D70-107F38DFE408}"/>
              </a:ext>
            </a:extLst>
          </p:cNvPr>
          <p:cNvSpPr>
            <a:spLocks noGrp="1"/>
          </p:cNvSpPr>
          <p:nvPr/>
        </p:nvSpPr>
        <p:spPr>
          <a:xfrm>
            <a:off x="186578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0" name="F2_precision_recall_distributions_7444">
            <a:extLst>
              <a:ext uri="{FF2B5EF4-FFF2-40B4-BE49-F238E27FC236}">
                <a16:creationId xmlns:a16="http://schemas.microsoft.com/office/drawing/2014/main" id="{FF0B33B1-CA09-4FCD-ABD7-8AFFA175606F}"/>
              </a:ext>
            </a:extLst>
          </p:cNvPr>
          <p:cNvSpPr>
            <a:spLocks noGrp="1"/>
          </p:cNvSpPr>
          <p:nvPr/>
        </p:nvSpPr>
        <p:spPr>
          <a:xfrm>
            <a:off x="1986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1" name="F2_precision_recall_distributions_7445">
            <a:extLst>
              <a:ext uri="{FF2B5EF4-FFF2-40B4-BE49-F238E27FC236}">
                <a16:creationId xmlns:a16="http://schemas.microsoft.com/office/drawing/2014/main" id="{69B2AE0C-A7DA-4CC0-8697-1984D5B290ED}"/>
              </a:ext>
            </a:extLst>
          </p:cNvPr>
          <p:cNvSpPr>
            <a:spLocks noGrp="1"/>
          </p:cNvSpPr>
          <p:nvPr/>
        </p:nvSpPr>
        <p:spPr>
          <a:xfrm>
            <a:off x="1965310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2" name="F2_precision_recall_distributions_7446">
            <a:extLst>
              <a:ext uri="{FF2B5EF4-FFF2-40B4-BE49-F238E27FC236}">
                <a16:creationId xmlns:a16="http://schemas.microsoft.com/office/drawing/2014/main" id="{5FB20C68-5421-49C8-8B38-D2925C0C383A}"/>
              </a:ext>
            </a:extLst>
          </p:cNvPr>
          <p:cNvSpPr>
            <a:spLocks noGrp="1"/>
          </p:cNvSpPr>
          <p:nvPr/>
        </p:nvSpPr>
        <p:spPr>
          <a:xfrm>
            <a:off x="196767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3" name="F2_precision_recall_distributions_7447">
            <a:extLst>
              <a:ext uri="{FF2B5EF4-FFF2-40B4-BE49-F238E27FC236}">
                <a16:creationId xmlns:a16="http://schemas.microsoft.com/office/drawing/2014/main" id="{12DE2F02-E8E0-46D3-84E6-BA5D4424675F}"/>
              </a:ext>
            </a:extLst>
          </p:cNvPr>
          <p:cNvSpPr>
            <a:spLocks noGrp="1"/>
          </p:cNvSpPr>
          <p:nvPr/>
        </p:nvSpPr>
        <p:spPr>
          <a:xfrm>
            <a:off x="1991088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4" name="F2_precision_recall_distributions_7448">
            <a:extLst>
              <a:ext uri="{FF2B5EF4-FFF2-40B4-BE49-F238E27FC236}">
                <a16:creationId xmlns:a16="http://schemas.microsoft.com/office/drawing/2014/main" id="{4D193B92-7B9D-4E9B-9A7A-620E9E0925BE}"/>
              </a:ext>
            </a:extLst>
          </p:cNvPr>
          <p:cNvSpPr>
            <a:spLocks noGrp="1"/>
          </p:cNvSpPr>
          <p:nvPr/>
        </p:nvSpPr>
        <p:spPr>
          <a:xfrm>
            <a:off x="1790854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5" name="F2_precision_recall_distributions_7449">
            <a:extLst>
              <a:ext uri="{FF2B5EF4-FFF2-40B4-BE49-F238E27FC236}">
                <a16:creationId xmlns:a16="http://schemas.microsoft.com/office/drawing/2014/main" id="{D7891A62-BB9C-4CCA-AB59-346CE1C3459E}"/>
              </a:ext>
            </a:extLst>
          </p:cNvPr>
          <p:cNvSpPr>
            <a:spLocks noGrp="1"/>
          </p:cNvSpPr>
          <p:nvPr/>
        </p:nvSpPr>
        <p:spPr>
          <a:xfrm>
            <a:off x="19099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6" name="F2_precision_recall_distributions_7450">
            <a:extLst>
              <a:ext uri="{FF2B5EF4-FFF2-40B4-BE49-F238E27FC236}">
                <a16:creationId xmlns:a16="http://schemas.microsoft.com/office/drawing/2014/main" id="{62FF6521-86B8-4674-AB6E-B3FA9C7DDABA}"/>
              </a:ext>
            </a:extLst>
          </p:cNvPr>
          <p:cNvSpPr>
            <a:spLocks noGrp="1"/>
          </p:cNvSpPr>
          <p:nvPr/>
        </p:nvSpPr>
        <p:spPr>
          <a:xfrm>
            <a:off x="193463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7" name="F2_precision_recall_distributions_7451">
            <a:extLst>
              <a:ext uri="{FF2B5EF4-FFF2-40B4-BE49-F238E27FC236}">
                <a16:creationId xmlns:a16="http://schemas.microsoft.com/office/drawing/2014/main" id="{7FCEF6F9-FA5B-432A-936B-A3D067F093BA}"/>
              </a:ext>
            </a:extLst>
          </p:cNvPr>
          <p:cNvSpPr>
            <a:spLocks noGrp="1"/>
          </p:cNvSpPr>
          <p:nvPr/>
        </p:nvSpPr>
        <p:spPr>
          <a:xfrm>
            <a:off x="168231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8" name="F2_precision_recall_distributions_7452">
            <a:extLst>
              <a:ext uri="{FF2B5EF4-FFF2-40B4-BE49-F238E27FC236}">
                <a16:creationId xmlns:a16="http://schemas.microsoft.com/office/drawing/2014/main" id="{2803C256-7FA3-4DAC-9041-5807ECF22D67}"/>
              </a:ext>
            </a:extLst>
          </p:cNvPr>
          <p:cNvSpPr>
            <a:spLocks noGrp="1"/>
          </p:cNvSpPr>
          <p:nvPr/>
        </p:nvSpPr>
        <p:spPr>
          <a:xfrm>
            <a:off x="1799513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9" name="F2_precision_recall_distributions_7453">
            <a:extLst>
              <a:ext uri="{FF2B5EF4-FFF2-40B4-BE49-F238E27FC236}">
                <a16:creationId xmlns:a16="http://schemas.microsoft.com/office/drawing/2014/main" id="{87504989-52DD-4851-B0A2-EA3E06E955F1}"/>
              </a:ext>
            </a:extLst>
          </p:cNvPr>
          <p:cNvSpPr>
            <a:spLocks noGrp="1"/>
          </p:cNvSpPr>
          <p:nvPr/>
        </p:nvSpPr>
        <p:spPr>
          <a:xfrm>
            <a:off x="1833372" y="751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0" name="F2_precision_recall_distributions_7454">
            <a:extLst>
              <a:ext uri="{FF2B5EF4-FFF2-40B4-BE49-F238E27FC236}">
                <a16:creationId xmlns:a16="http://schemas.microsoft.com/office/drawing/2014/main" id="{EB885525-1E82-4974-8343-D7CB6EFA2FC5}"/>
              </a:ext>
            </a:extLst>
          </p:cNvPr>
          <p:cNvSpPr>
            <a:spLocks noGrp="1"/>
          </p:cNvSpPr>
          <p:nvPr/>
        </p:nvSpPr>
        <p:spPr>
          <a:xfrm>
            <a:off x="18148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1" name="F2_precision_recall_distributions_7455">
            <a:extLst>
              <a:ext uri="{FF2B5EF4-FFF2-40B4-BE49-F238E27FC236}">
                <a16:creationId xmlns:a16="http://schemas.microsoft.com/office/drawing/2014/main" id="{49468589-F03F-4ADF-86B7-3C0E24C3C220}"/>
              </a:ext>
            </a:extLst>
          </p:cNvPr>
          <p:cNvSpPr>
            <a:spLocks noGrp="1"/>
          </p:cNvSpPr>
          <p:nvPr/>
        </p:nvSpPr>
        <p:spPr>
          <a:xfrm>
            <a:off x="1678293" y="74614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2" name="F2_precision_recall_distributions_7456">
            <a:extLst>
              <a:ext uri="{FF2B5EF4-FFF2-40B4-BE49-F238E27FC236}">
                <a16:creationId xmlns:a16="http://schemas.microsoft.com/office/drawing/2014/main" id="{CBE31CA6-5BB5-416E-A827-071DDFE46CEA}"/>
              </a:ext>
            </a:extLst>
          </p:cNvPr>
          <p:cNvSpPr>
            <a:spLocks noGrp="1"/>
          </p:cNvSpPr>
          <p:nvPr/>
        </p:nvSpPr>
        <p:spPr>
          <a:xfrm>
            <a:off x="16776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3" name="F2_precision_recall_distributions_7457">
            <a:extLst>
              <a:ext uri="{FF2B5EF4-FFF2-40B4-BE49-F238E27FC236}">
                <a16:creationId xmlns:a16="http://schemas.microsoft.com/office/drawing/2014/main" id="{538D5E28-218B-4E3F-A344-4C6B33AD00C0}"/>
              </a:ext>
            </a:extLst>
          </p:cNvPr>
          <p:cNvSpPr>
            <a:spLocks noGrp="1"/>
          </p:cNvSpPr>
          <p:nvPr/>
        </p:nvSpPr>
        <p:spPr>
          <a:xfrm>
            <a:off x="17013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4" name="F2_precision_recall_distributions_7458">
            <a:extLst>
              <a:ext uri="{FF2B5EF4-FFF2-40B4-BE49-F238E27FC236}">
                <a16:creationId xmlns:a16="http://schemas.microsoft.com/office/drawing/2014/main" id="{7534C367-0E92-456C-9DA6-ABC32B020E1F}"/>
              </a:ext>
            </a:extLst>
          </p:cNvPr>
          <p:cNvSpPr>
            <a:spLocks noGrp="1"/>
          </p:cNvSpPr>
          <p:nvPr/>
        </p:nvSpPr>
        <p:spPr>
          <a:xfrm>
            <a:off x="18369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5" name="F2_precision_recall_distributions_7459">
            <a:extLst>
              <a:ext uri="{FF2B5EF4-FFF2-40B4-BE49-F238E27FC236}">
                <a16:creationId xmlns:a16="http://schemas.microsoft.com/office/drawing/2014/main" id="{4B734174-A79D-41AB-80DC-A4D60D9B5F64}"/>
              </a:ext>
            </a:extLst>
          </p:cNvPr>
          <p:cNvSpPr>
            <a:spLocks noGrp="1"/>
          </p:cNvSpPr>
          <p:nvPr/>
        </p:nvSpPr>
        <p:spPr>
          <a:xfrm>
            <a:off x="170010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6" name="F2_precision_recall_distributions_7460">
            <a:extLst>
              <a:ext uri="{FF2B5EF4-FFF2-40B4-BE49-F238E27FC236}">
                <a16:creationId xmlns:a16="http://schemas.microsoft.com/office/drawing/2014/main" id="{B4571B89-7C20-422D-89C5-26F8046A5F93}"/>
              </a:ext>
            </a:extLst>
          </p:cNvPr>
          <p:cNvSpPr>
            <a:spLocks noGrp="1"/>
          </p:cNvSpPr>
          <p:nvPr/>
        </p:nvSpPr>
        <p:spPr>
          <a:xfrm>
            <a:off x="195132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7" name="F2_precision_recall_distributions_7461">
            <a:extLst>
              <a:ext uri="{FF2B5EF4-FFF2-40B4-BE49-F238E27FC236}">
                <a16:creationId xmlns:a16="http://schemas.microsoft.com/office/drawing/2014/main" id="{30998E01-436B-4F35-BDEE-DF3046EB7FF1}"/>
              </a:ext>
            </a:extLst>
          </p:cNvPr>
          <p:cNvSpPr>
            <a:spLocks noGrp="1"/>
          </p:cNvSpPr>
          <p:nvPr/>
        </p:nvSpPr>
        <p:spPr>
          <a:xfrm>
            <a:off x="168614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8" name="F2_precision_recall_distributions_7462">
            <a:extLst>
              <a:ext uri="{FF2B5EF4-FFF2-40B4-BE49-F238E27FC236}">
                <a16:creationId xmlns:a16="http://schemas.microsoft.com/office/drawing/2014/main" id="{063CC80E-53E6-46BE-A046-3BB645520DD2}"/>
              </a:ext>
            </a:extLst>
          </p:cNvPr>
          <p:cNvSpPr>
            <a:spLocks noGrp="1"/>
          </p:cNvSpPr>
          <p:nvPr/>
        </p:nvSpPr>
        <p:spPr>
          <a:xfrm>
            <a:off x="186718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9" name="F2_precision_recall_distributions_7463">
            <a:extLst>
              <a:ext uri="{FF2B5EF4-FFF2-40B4-BE49-F238E27FC236}">
                <a16:creationId xmlns:a16="http://schemas.microsoft.com/office/drawing/2014/main" id="{D2D987A0-EEB0-468C-A4A3-23974F25D49D}"/>
              </a:ext>
            </a:extLst>
          </p:cNvPr>
          <p:cNvSpPr>
            <a:spLocks noGrp="1"/>
          </p:cNvSpPr>
          <p:nvPr/>
        </p:nvSpPr>
        <p:spPr>
          <a:xfrm>
            <a:off x="194451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0" name="F2_precision_recall_distributions_7464">
            <a:extLst>
              <a:ext uri="{FF2B5EF4-FFF2-40B4-BE49-F238E27FC236}">
                <a16:creationId xmlns:a16="http://schemas.microsoft.com/office/drawing/2014/main" id="{E26D9314-6F87-4582-A0BD-2F33B2161786}"/>
              </a:ext>
            </a:extLst>
          </p:cNvPr>
          <p:cNvSpPr>
            <a:spLocks noGrp="1"/>
          </p:cNvSpPr>
          <p:nvPr/>
        </p:nvSpPr>
        <p:spPr>
          <a:xfrm>
            <a:off x="201246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1" name="F2_precision_recall_distributions_7465">
            <a:extLst>
              <a:ext uri="{FF2B5EF4-FFF2-40B4-BE49-F238E27FC236}">
                <a16:creationId xmlns:a16="http://schemas.microsoft.com/office/drawing/2014/main" id="{8FE0114B-CF4B-43FF-924F-1ABE44B7759A}"/>
              </a:ext>
            </a:extLst>
          </p:cNvPr>
          <p:cNvSpPr>
            <a:spLocks noGrp="1"/>
          </p:cNvSpPr>
          <p:nvPr/>
        </p:nvSpPr>
        <p:spPr>
          <a:xfrm>
            <a:off x="19767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2" name="F2_precision_recall_distributions_7466">
            <a:extLst>
              <a:ext uri="{FF2B5EF4-FFF2-40B4-BE49-F238E27FC236}">
                <a16:creationId xmlns:a16="http://schemas.microsoft.com/office/drawing/2014/main" id="{315E23E1-00CA-45BA-BEA2-BBECF140F9D9}"/>
              </a:ext>
            </a:extLst>
          </p:cNvPr>
          <p:cNvSpPr>
            <a:spLocks noGrp="1"/>
          </p:cNvSpPr>
          <p:nvPr/>
        </p:nvSpPr>
        <p:spPr>
          <a:xfrm>
            <a:off x="267891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653" name="F2_precision_recall_distributions_7467">
            <a:extLst>
              <a:ext uri="{FF2B5EF4-FFF2-40B4-BE49-F238E27FC236}">
                <a16:creationId xmlns:a16="http://schemas.microsoft.com/office/drawing/2014/main" id="{87E0A149-198E-4841-B638-B3AEFCFA7D6E}"/>
              </a:ext>
            </a:extLst>
          </p:cNvPr>
          <p:cNvSpPr>
            <a:spLocks noGrp="1"/>
          </p:cNvSpPr>
          <p:nvPr/>
        </p:nvSpPr>
        <p:spPr>
          <a:xfrm>
            <a:off x="31705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4" name="F2_precision_recall_distributions_7468">
            <a:extLst>
              <a:ext uri="{FF2B5EF4-FFF2-40B4-BE49-F238E27FC236}">
                <a16:creationId xmlns:a16="http://schemas.microsoft.com/office/drawing/2014/main" id="{36954F12-4AAE-43C9-9624-1DE1ECEE069B}"/>
              </a:ext>
            </a:extLst>
          </p:cNvPr>
          <p:cNvSpPr>
            <a:spLocks noGrp="1"/>
          </p:cNvSpPr>
          <p:nvPr/>
        </p:nvSpPr>
        <p:spPr>
          <a:xfrm>
            <a:off x="2884111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5" name="F2_precision_recall_distributions_7469">
            <a:extLst>
              <a:ext uri="{FF2B5EF4-FFF2-40B4-BE49-F238E27FC236}">
                <a16:creationId xmlns:a16="http://schemas.microsoft.com/office/drawing/2014/main" id="{BEBBA096-7733-45DF-923B-7B4C0F29A431}"/>
              </a:ext>
            </a:extLst>
          </p:cNvPr>
          <p:cNvSpPr>
            <a:spLocks noGrp="1"/>
          </p:cNvSpPr>
          <p:nvPr/>
        </p:nvSpPr>
        <p:spPr>
          <a:xfrm>
            <a:off x="29331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6" name="F2_precision_recall_distributions_7470">
            <a:extLst>
              <a:ext uri="{FF2B5EF4-FFF2-40B4-BE49-F238E27FC236}">
                <a16:creationId xmlns:a16="http://schemas.microsoft.com/office/drawing/2014/main" id="{51CBEB99-951F-4DB6-97C3-69C3B7F19CA5}"/>
              </a:ext>
            </a:extLst>
          </p:cNvPr>
          <p:cNvSpPr>
            <a:spLocks noGrp="1"/>
          </p:cNvSpPr>
          <p:nvPr/>
        </p:nvSpPr>
        <p:spPr>
          <a:xfrm>
            <a:off x="3029033" y="77302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7" name="F2_precision_recall_distributions_7471">
            <a:extLst>
              <a:ext uri="{FF2B5EF4-FFF2-40B4-BE49-F238E27FC236}">
                <a16:creationId xmlns:a16="http://schemas.microsoft.com/office/drawing/2014/main" id="{CC49A83C-41BB-43FF-8C03-2EB235967050}"/>
              </a:ext>
            </a:extLst>
          </p:cNvPr>
          <p:cNvSpPr>
            <a:spLocks noGrp="1"/>
          </p:cNvSpPr>
          <p:nvPr/>
        </p:nvSpPr>
        <p:spPr>
          <a:xfrm>
            <a:off x="2920776" y="71482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8" name="F2_precision_recall_distributions_7472">
            <a:extLst>
              <a:ext uri="{FF2B5EF4-FFF2-40B4-BE49-F238E27FC236}">
                <a16:creationId xmlns:a16="http://schemas.microsoft.com/office/drawing/2014/main" id="{6F871DB7-2AC2-4A67-A745-3B16180DB2F6}"/>
              </a:ext>
            </a:extLst>
          </p:cNvPr>
          <p:cNvSpPr>
            <a:spLocks noGrp="1"/>
          </p:cNvSpPr>
          <p:nvPr/>
        </p:nvSpPr>
        <p:spPr>
          <a:xfrm>
            <a:off x="29915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9" name="F2_precision_recall_distributions_7473">
            <a:extLst>
              <a:ext uri="{FF2B5EF4-FFF2-40B4-BE49-F238E27FC236}">
                <a16:creationId xmlns:a16="http://schemas.microsoft.com/office/drawing/2014/main" id="{09214E97-712C-46F9-A0E8-AA171DD88F79}"/>
              </a:ext>
            </a:extLst>
          </p:cNvPr>
          <p:cNvSpPr>
            <a:spLocks noGrp="1"/>
          </p:cNvSpPr>
          <p:nvPr/>
        </p:nvSpPr>
        <p:spPr>
          <a:xfrm>
            <a:off x="3013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0" name="F2_precision_recall_distributions_7474">
            <a:extLst>
              <a:ext uri="{FF2B5EF4-FFF2-40B4-BE49-F238E27FC236}">
                <a16:creationId xmlns:a16="http://schemas.microsoft.com/office/drawing/2014/main" id="{78223ACA-C8E7-420D-A051-AE6009222F62}"/>
              </a:ext>
            </a:extLst>
          </p:cNvPr>
          <p:cNvSpPr>
            <a:spLocks noGrp="1"/>
          </p:cNvSpPr>
          <p:nvPr/>
        </p:nvSpPr>
        <p:spPr>
          <a:xfrm>
            <a:off x="3016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1" name="F2_precision_recall_distributions_7475">
            <a:extLst>
              <a:ext uri="{FF2B5EF4-FFF2-40B4-BE49-F238E27FC236}">
                <a16:creationId xmlns:a16="http://schemas.microsoft.com/office/drawing/2014/main" id="{FF6351D2-B8AC-465A-B82F-FD39B491AD60}"/>
              </a:ext>
            </a:extLst>
          </p:cNvPr>
          <p:cNvSpPr>
            <a:spLocks noGrp="1"/>
          </p:cNvSpPr>
          <p:nvPr/>
        </p:nvSpPr>
        <p:spPr>
          <a:xfrm>
            <a:off x="301130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2" name="F2_precision_recall_distributions_7476">
            <a:extLst>
              <a:ext uri="{FF2B5EF4-FFF2-40B4-BE49-F238E27FC236}">
                <a16:creationId xmlns:a16="http://schemas.microsoft.com/office/drawing/2014/main" id="{AF3FC539-B3CC-4FD4-9609-1BF00DAA98B1}"/>
              </a:ext>
            </a:extLst>
          </p:cNvPr>
          <p:cNvSpPr>
            <a:spLocks noGrp="1"/>
          </p:cNvSpPr>
          <p:nvPr/>
        </p:nvSpPr>
        <p:spPr>
          <a:xfrm>
            <a:off x="31046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3" name="F2_precision_recall_distributions_7477">
            <a:extLst>
              <a:ext uri="{FF2B5EF4-FFF2-40B4-BE49-F238E27FC236}">
                <a16:creationId xmlns:a16="http://schemas.microsoft.com/office/drawing/2014/main" id="{D046558C-303D-43F5-A1BD-958B36E99D54}"/>
              </a:ext>
            </a:extLst>
          </p:cNvPr>
          <p:cNvSpPr>
            <a:spLocks noGrp="1"/>
          </p:cNvSpPr>
          <p:nvPr/>
        </p:nvSpPr>
        <p:spPr>
          <a:xfrm>
            <a:off x="2894144" y="7323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4" name="F2_precision_recall_distributions_7478">
            <a:extLst>
              <a:ext uri="{FF2B5EF4-FFF2-40B4-BE49-F238E27FC236}">
                <a16:creationId xmlns:a16="http://schemas.microsoft.com/office/drawing/2014/main" id="{F5A041F7-F34F-467C-B1CA-F55B5CDF9C8D}"/>
              </a:ext>
            </a:extLst>
          </p:cNvPr>
          <p:cNvSpPr>
            <a:spLocks noGrp="1"/>
          </p:cNvSpPr>
          <p:nvPr/>
        </p:nvSpPr>
        <p:spPr>
          <a:xfrm>
            <a:off x="28760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5" name="F2_precision_recall_distributions_7479">
            <a:extLst>
              <a:ext uri="{FF2B5EF4-FFF2-40B4-BE49-F238E27FC236}">
                <a16:creationId xmlns:a16="http://schemas.microsoft.com/office/drawing/2014/main" id="{9D342B65-F120-46CE-B02C-1ABC71261B9E}"/>
              </a:ext>
            </a:extLst>
          </p:cNvPr>
          <p:cNvSpPr>
            <a:spLocks noGrp="1"/>
          </p:cNvSpPr>
          <p:nvPr/>
        </p:nvSpPr>
        <p:spPr>
          <a:xfrm>
            <a:off x="3114420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6" name="F2_precision_recall_distributions_7480">
            <a:extLst>
              <a:ext uri="{FF2B5EF4-FFF2-40B4-BE49-F238E27FC236}">
                <a16:creationId xmlns:a16="http://schemas.microsoft.com/office/drawing/2014/main" id="{1AE2FE72-2E37-41E7-9A59-18F61F983863}"/>
              </a:ext>
            </a:extLst>
          </p:cNvPr>
          <p:cNvSpPr>
            <a:spLocks noGrp="1"/>
          </p:cNvSpPr>
          <p:nvPr/>
        </p:nvSpPr>
        <p:spPr>
          <a:xfrm>
            <a:off x="30540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7" name="F2_precision_recall_distributions_7481">
            <a:extLst>
              <a:ext uri="{FF2B5EF4-FFF2-40B4-BE49-F238E27FC236}">
                <a16:creationId xmlns:a16="http://schemas.microsoft.com/office/drawing/2014/main" id="{0E30A669-DB76-4959-A6B5-4AACC397773D}"/>
              </a:ext>
            </a:extLst>
          </p:cNvPr>
          <p:cNvSpPr>
            <a:spLocks noGrp="1"/>
          </p:cNvSpPr>
          <p:nvPr/>
        </p:nvSpPr>
        <p:spPr>
          <a:xfrm>
            <a:off x="30350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8" name="F2_precision_recall_distributions_7482">
            <a:extLst>
              <a:ext uri="{FF2B5EF4-FFF2-40B4-BE49-F238E27FC236}">
                <a16:creationId xmlns:a16="http://schemas.microsoft.com/office/drawing/2014/main" id="{B57512C2-02F5-4416-B7ED-19DD9CCF9D52}"/>
              </a:ext>
            </a:extLst>
          </p:cNvPr>
          <p:cNvSpPr>
            <a:spLocks noGrp="1"/>
          </p:cNvSpPr>
          <p:nvPr/>
        </p:nvSpPr>
        <p:spPr>
          <a:xfrm>
            <a:off x="311213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9" name="F2_precision_recall_distributions_7483">
            <a:extLst>
              <a:ext uri="{FF2B5EF4-FFF2-40B4-BE49-F238E27FC236}">
                <a16:creationId xmlns:a16="http://schemas.microsoft.com/office/drawing/2014/main" id="{48E50CAA-4FBA-4CAD-A482-5F75F9F32480}"/>
              </a:ext>
            </a:extLst>
          </p:cNvPr>
          <p:cNvSpPr>
            <a:spLocks noGrp="1"/>
          </p:cNvSpPr>
          <p:nvPr/>
        </p:nvSpPr>
        <p:spPr>
          <a:xfrm>
            <a:off x="30444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0" name="F2_precision_recall_distributions_7484">
            <a:extLst>
              <a:ext uri="{FF2B5EF4-FFF2-40B4-BE49-F238E27FC236}">
                <a16:creationId xmlns:a16="http://schemas.microsoft.com/office/drawing/2014/main" id="{C9E7009C-B74F-4561-BD2B-D8E89EF816F9}"/>
              </a:ext>
            </a:extLst>
          </p:cNvPr>
          <p:cNvSpPr>
            <a:spLocks noGrp="1"/>
          </p:cNvSpPr>
          <p:nvPr/>
        </p:nvSpPr>
        <p:spPr>
          <a:xfrm>
            <a:off x="288104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1" name="F2_precision_recall_distributions_7485">
            <a:extLst>
              <a:ext uri="{FF2B5EF4-FFF2-40B4-BE49-F238E27FC236}">
                <a16:creationId xmlns:a16="http://schemas.microsoft.com/office/drawing/2014/main" id="{D48BF274-6AFD-4ABD-9701-E2B35ABBDBFD}"/>
              </a:ext>
            </a:extLst>
          </p:cNvPr>
          <p:cNvSpPr>
            <a:spLocks noGrp="1"/>
          </p:cNvSpPr>
          <p:nvPr/>
        </p:nvSpPr>
        <p:spPr>
          <a:xfrm>
            <a:off x="29797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2" name="F2_precision_recall_distributions_7486">
            <a:extLst>
              <a:ext uri="{FF2B5EF4-FFF2-40B4-BE49-F238E27FC236}">
                <a16:creationId xmlns:a16="http://schemas.microsoft.com/office/drawing/2014/main" id="{45A33045-8790-438D-9CF1-B348A876070C}"/>
              </a:ext>
            </a:extLst>
          </p:cNvPr>
          <p:cNvSpPr>
            <a:spLocks noGrp="1"/>
          </p:cNvSpPr>
          <p:nvPr/>
        </p:nvSpPr>
        <p:spPr>
          <a:xfrm>
            <a:off x="313006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3" name="F2_precision_recall_distributions_7487">
            <a:extLst>
              <a:ext uri="{FF2B5EF4-FFF2-40B4-BE49-F238E27FC236}">
                <a16:creationId xmlns:a16="http://schemas.microsoft.com/office/drawing/2014/main" id="{2281811A-F396-4D98-BEBF-2FC28518B06C}"/>
              </a:ext>
            </a:extLst>
          </p:cNvPr>
          <p:cNvSpPr>
            <a:spLocks noGrp="1"/>
          </p:cNvSpPr>
          <p:nvPr/>
        </p:nvSpPr>
        <p:spPr>
          <a:xfrm>
            <a:off x="317331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4" name="F2_precision_recall_distributions_7488">
            <a:extLst>
              <a:ext uri="{FF2B5EF4-FFF2-40B4-BE49-F238E27FC236}">
                <a16:creationId xmlns:a16="http://schemas.microsoft.com/office/drawing/2014/main" id="{AD787CC7-5413-4600-8FE4-D57D00898BD5}"/>
              </a:ext>
            </a:extLst>
          </p:cNvPr>
          <p:cNvSpPr>
            <a:spLocks noGrp="1"/>
          </p:cNvSpPr>
          <p:nvPr/>
        </p:nvSpPr>
        <p:spPr>
          <a:xfrm>
            <a:off x="304331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5" name="F2_precision_recall_distributions_7489">
            <a:extLst>
              <a:ext uri="{FF2B5EF4-FFF2-40B4-BE49-F238E27FC236}">
                <a16:creationId xmlns:a16="http://schemas.microsoft.com/office/drawing/2014/main" id="{1AFEF4FE-5697-4A03-A8A1-5823AD9404C4}"/>
              </a:ext>
            </a:extLst>
          </p:cNvPr>
          <p:cNvSpPr>
            <a:spLocks noGrp="1"/>
          </p:cNvSpPr>
          <p:nvPr/>
        </p:nvSpPr>
        <p:spPr>
          <a:xfrm>
            <a:off x="301252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6" name="F2_precision_recall_distributions_7490">
            <a:extLst>
              <a:ext uri="{FF2B5EF4-FFF2-40B4-BE49-F238E27FC236}">
                <a16:creationId xmlns:a16="http://schemas.microsoft.com/office/drawing/2014/main" id="{37947834-BDED-491A-AEF7-56F2778BB4CC}"/>
              </a:ext>
            </a:extLst>
          </p:cNvPr>
          <p:cNvSpPr>
            <a:spLocks noGrp="1"/>
          </p:cNvSpPr>
          <p:nvPr/>
        </p:nvSpPr>
        <p:spPr>
          <a:xfrm>
            <a:off x="290523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7" name="F2_precision_recall_distributions_7491">
            <a:extLst>
              <a:ext uri="{FF2B5EF4-FFF2-40B4-BE49-F238E27FC236}">
                <a16:creationId xmlns:a16="http://schemas.microsoft.com/office/drawing/2014/main" id="{8050EFAD-421A-4AF2-866A-A74398D408BB}"/>
              </a:ext>
            </a:extLst>
          </p:cNvPr>
          <p:cNvSpPr>
            <a:spLocks noGrp="1"/>
          </p:cNvSpPr>
          <p:nvPr/>
        </p:nvSpPr>
        <p:spPr>
          <a:xfrm>
            <a:off x="283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8" name="F2_precision_recall_distributions_7492">
            <a:extLst>
              <a:ext uri="{FF2B5EF4-FFF2-40B4-BE49-F238E27FC236}">
                <a16:creationId xmlns:a16="http://schemas.microsoft.com/office/drawing/2014/main" id="{02E6F2EB-75B5-4954-9D53-9FC8BC41BE87}"/>
              </a:ext>
            </a:extLst>
          </p:cNvPr>
          <p:cNvSpPr>
            <a:spLocks noGrp="1"/>
          </p:cNvSpPr>
          <p:nvPr/>
        </p:nvSpPr>
        <p:spPr>
          <a:xfrm>
            <a:off x="30167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9" name="F2_precision_recall_distributions_7493">
            <a:extLst>
              <a:ext uri="{FF2B5EF4-FFF2-40B4-BE49-F238E27FC236}">
                <a16:creationId xmlns:a16="http://schemas.microsoft.com/office/drawing/2014/main" id="{9D00BBE2-92FD-4641-A892-F73A4E2624D5}"/>
              </a:ext>
            </a:extLst>
          </p:cNvPr>
          <p:cNvSpPr>
            <a:spLocks noGrp="1"/>
          </p:cNvSpPr>
          <p:nvPr/>
        </p:nvSpPr>
        <p:spPr>
          <a:xfrm>
            <a:off x="30873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0" name="F2_precision_recall_distributions_7494">
            <a:extLst>
              <a:ext uri="{FF2B5EF4-FFF2-40B4-BE49-F238E27FC236}">
                <a16:creationId xmlns:a16="http://schemas.microsoft.com/office/drawing/2014/main" id="{EA08F052-0540-4F30-867D-6673E625502F}"/>
              </a:ext>
            </a:extLst>
          </p:cNvPr>
          <p:cNvSpPr>
            <a:spLocks noGrp="1"/>
          </p:cNvSpPr>
          <p:nvPr/>
        </p:nvSpPr>
        <p:spPr>
          <a:xfrm>
            <a:off x="2917296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1" name="F2_precision_recall_distributions_7495">
            <a:extLst>
              <a:ext uri="{FF2B5EF4-FFF2-40B4-BE49-F238E27FC236}">
                <a16:creationId xmlns:a16="http://schemas.microsoft.com/office/drawing/2014/main" id="{DA88476C-0C6C-450D-9AE1-B8B142D81083}"/>
              </a:ext>
            </a:extLst>
          </p:cNvPr>
          <p:cNvSpPr>
            <a:spLocks noGrp="1"/>
          </p:cNvSpPr>
          <p:nvPr/>
        </p:nvSpPr>
        <p:spPr>
          <a:xfrm>
            <a:off x="28969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2" name="F2_precision_recall_distributions_7496">
            <a:extLst>
              <a:ext uri="{FF2B5EF4-FFF2-40B4-BE49-F238E27FC236}">
                <a16:creationId xmlns:a16="http://schemas.microsoft.com/office/drawing/2014/main" id="{63397F90-6AB0-4645-9526-4747FF4F2575}"/>
              </a:ext>
            </a:extLst>
          </p:cNvPr>
          <p:cNvSpPr>
            <a:spLocks noGrp="1"/>
          </p:cNvSpPr>
          <p:nvPr/>
        </p:nvSpPr>
        <p:spPr>
          <a:xfrm>
            <a:off x="310444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3" name="F2_precision_recall_distributions_7497">
            <a:extLst>
              <a:ext uri="{FF2B5EF4-FFF2-40B4-BE49-F238E27FC236}">
                <a16:creationId xmlns:a16="http://schemas.microsoft.com/office/drawing/2014/main" id="{48495666-D08D-4E46-A8C0-C55F529F63EA}"/>
              </a:ext>
            </a:extLst>
          </p:cNvPr>
          <p:cNvSpPr>
            <a:spLocks noGrp="1"/>
          </p:cNvSpPr>
          <p:nvPr/>
        </p:nvSpPr>
        <p:spPr>
          <a:xfrm>
            <a:off x="30414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4" name="F2_precision_recall_distributions_7498">
            <a:extLst>
              <a:ext uri="{FF2B5EF4-FFF2-40B4-BE49-F238E27FC236}">
                <a16:creationId xmlns:a16="http://schemas.microsoft.com/office/drawing/2014/main" id="{04477774-CB1E-45FB-952C-2CD24D57DF5E}"/>
              </a:ext>
            </a:extLst>
          </p:cNvPr>
          <p:cNvSpPr>
            <a:spLocks noGrp="1"/>
          </p:cNvSpPr>
          <p:nvPr/>
        </p:nvSpPr>
        <p:spPr>
          <a:xfrm>
            <a:off x="3088028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5" name="F2_precision_recall_distributions_7499">
            <a:extLst>
              <a:ext uri="{FF2B5EF4-FFF2-40B4-BE49-F238E27FC236}">
                <a16:creationId xmlns:a16="http://schemas.microsoft.com/office/drawing/2014/main" id="{C9A24C3C-C78A-4C58-966C-D0A70FC4FDF7}"/>
              </a:ext>
            </a:extLst>
          </p:cNvPr>
          <p:cNvSpPr>
            <a:spLocks noGrp="1"/>
          </p:cNvSpPr>
          <p:nvPr/>
        </p:nvSpPr>
        <p:spPr>
          <a:xfrm>
            <a:off x="30872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6" name="F2_precision_recall_distributions_7500">
            <a:extLst>
              <a:ext uri="{FF2B5EF4-FFF2-40B4-BE49-F238E27FC236}">
                <a16:creationId xmlns:a16="http://schemas.microsoft.com/office/drawing/2014/main" id="{879DEBC7-0D87-4506-9BC3-E91F1F3BA652}"/>
              </a:ext>
            </a:extLst>
          </p:cNvPr>
          <p:cNvSpPr>
            <a:spLocks noGrp="1"/>
          </p:cNvSpPr>
          <p:nvPr/>
        </p:nvSpPr>
        <p:spPr>
          <a:xfrm>
            <a:off x="2943546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7" name="F2_precision_recall_distributions_7501">
            <a:extLst>
              <a:ext uri="{FF2B5EF4-FFF2-40B4-BE49-F238E27FC236}">
                <a16:creationId xmlns:a16="http://schemas.microsoft.com/office/drawing/2014/main" id="{32AECD1B-BCFB-49DA-AFBF-E873AED4F8C7}"/>
              </a:ext>
            </a:extLst>
          </p:cNvPr>
          <p:cNvSpPr>
            <a:spLocks noGrp="1"/>
          </p:cNvSpPr>
          <p:nvPr/>
        </p:nvSpPr>
        <p:spPr>
          <a:xfrm>
            <a:off x="302256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8" name="F2_precision_recall_distributions_7502">
            <a:extLst>
              <a:ext uri="{FF2B5EF4-FFF2-40B4-BE49-F238E27FC236}">
                <a16:creationId xmlns:a16="http://schemas.microsoft.com/office/drawing/2014/main" id="{E7EFA3E1-BCFC-4EEA-8E72-EF3A5E4F200D}"/>
              </a:ext>
            </a:extLst>
          </p:cNvPr>
          <p:cNvSpPr>
            <a:spLocks noGrp="1"/>
          </p:cNvSpPr>
          <p:nvPr/>
        </p:nvSpPr>
        <p:spPr>
          <a:xfrm>
            <a:off x="306272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9" name="F2_precision_recall_distributions_7503">
            <a:extLst>
              <a:ext uri="{FF2B5EF4-FFF2-40B4-BE49-F238E27FC236}">
                <a16:creationId xmlns:a16="http://schemas.microsoft.com/office/drawing/2014/main" id="{91ADC11C-F8EF-44BC-B341-11EFB5DAA367}"/>
              </a:ext>
            </a:extLst>
          </p:cNvPr>
          <p:cNvSpPr>
            <a:spLocks noGrp="1"/>
          </p:cNvSpPr>
          <p:nvPr/>
        </p:nvSpPr>
        <p:spPr>
          <a:xfrm>
            <a:off x="308126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0" name="F2_precision_recall_distributions_7504">
            <a:extLst>
              <a:ext uri="{FF2B5EF4-FFF2-40B4-BE49-F238E27FC236}">
                <a16:creationId xmlns:a16="http://schemas.microsoft.com/office/drawing/2014/main" id="{0A3188E8-87FE-406C-9CBE-82B499BD6B9C}"/>
              </a:ext>
            </a:extLst>
          </p:cNvPr>
          <p:cNvSpPr>
            <a:spLocks noGrp="1"/>
          </p:cNvSpPr>
          <p:nvPr/>
        </p:nvSpPr>
        <p:spPr>
          <a:xfrm>
            <a:off x="28316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1" name="F2_precision_recall_distributions_7505">
            <a:extLst>
              <a:ext uri="{FF2B5EF4-FFF2-40B4-BE49-F238E27FC236}">
                <a16:creationId xmlns:a16="http://schemas.microsoft.com/office/drawing/2014/main" id="{8FFA542A-51DE-44F9-BAA0-7CFC37A3F0F0}"/>
              </a:ext>
            </a:extLst>
          </p:cNvPr>
          <p:cNvSpPr>
            <a:spLocks noGrp="1"/>
          </p:cNvSpPr>
          <p:nvPr/>
        </p:nvSpPr>
        <p:spPr>
          <a:xfrm>
            <a:off x="28463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2" name="F2_precision_recall_distributions_7506">
            <a:extLst>
              <a:ext uri="{FF2B5EF4-FFF2-40B4-BE49-F238E27FC236}">
                <a16:creationId xmlns:a16="http://schemas.microsoft.com/office/drawing/2014/main" id="{8B75DFD9-32D9-4BE3-B7EB-209CC191D6F5}"/>
              </a:ext>
            </a:extLst>
          </p:cNvPr>
          <p:cNvSpPr>
            <a:spLocks noGrp="1"/>
          </p:cNvSpPr>
          <p:nvPr/>
        </p:nvSpPr>
        <p:spPr>
          <a:xfrm>
            <a:off x="3095787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3" name="F2_precision_recall_distributions_7507">
            <a:extLst>
              <a:ext uri="{FF2B5EF4-FFF2-40B4-BE49-F238E27FC236}">
                <a16:creationId xmlns:a16="http://schemas.microsoft.com/office/drawing/2014/main" id="{76CB73F6-DA30-4845-B97E-80641CB8EF5A}"/>
              </a:ext>
            </a:extLst>
          </p:cNvPr>
          <p:cNvSpPr>
            <a:spLocks noGrp="1"/>
          </p:cNvSpPr>
          <p:nvPr/>
        </p:nvSpPr>
        <p:spPr>
          <a:xfrm>
            <a:off x="310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4" name="F2_precision_recall_distributions_7508">
            <a:extLst>
              <a:ext uri="{FF2B5EF4-FFF2-40B4-BE49-F238E27FC236}">
                <a16:creationId xmlns:a16="http://schemas.microsoft.com/office/drawing/2014/main" id="{C002E8DB-D7C9-4F54-A6D4-4B7D7360F4BE}"/>
              </a:ext>
            </a:extLst>
          </p:cNvPr>
          <p:cNvSpPr>
            <a:spLocks noGrp="1"/>
          </p:cNvSpPr>
          <p:nvPr/>
        </p:nvSpPr>
        <p:spPr>
          <a:xfrm>
            <a:off x="301203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5" name="F2_precision_recall_distributions_7509">
            <a:extLst>
              <a:ext uri="{FF2B5EF4-FFF2-40B4-BE49-F238E27FC236}">
                <a16:creationId xmlns:a16="http://schemas.microsoft.com/office/drawing/2014/main" id="{CE14B3B6-AD65-4518-8871-14846CE22FA8}"/>
              </a:ext>
            </a:extLst>
          </p:cNvPr>
          <p:cNvSpPr>
            <a:spLocks noGrp="1"/>
          </p:cNvSpPr>
          <p:nvPr/>
        </p:nvSpPr>
        <p:spPr>
          <a:xfrm>
            <a:off x="317057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6" name="F2_precision_recall_distributions_7510">
            <a:extLst>
              <a:ext uri="{FF2B5EF4-FFF2-40B4-BE49-F238E27FC236}">
                <a16:creationId xmlns:a16="http://schemas.microsoft.com/office/drawing/2014/main" id="{DA73FAD2-62C0-4F9A-904B-863192001526}"/>
              </a:ext>
            </a:extLst>
          </p:cNvPr>
          <p:cNvSpPr>
            <a:spLocks noGrp="1"/>
          </p:cNvSpPr>
          <p:nvPr/>
        </p:nvSpPr>
        <p:spPr>
          <a:xfrm>
            <a:off x="2878269" y="72159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7" name="F2_precision_recall_distributions_7511">
            <a:extLst>
              <a:ext uri="{FF2B5EF4-FFF2-40B4-BE49-F238E27FC236}">
                <a16:creationId xmlns:a16="http://schemas.microsoft.com/office/drawing/2014/main" id="{E3DF4F20-3A39-4C29-BBB0-6A763D9C59D9}"/>
              </a:ext>
            </a:extLst>
          </p:cNvPr>
          <p:cNvSpPr>
            <a:spLocks noGrp="1"/>
          </p:cNvSpPr>
          <p:nvPr/>
        </p:nvSpPr>
        <p:spPr>
          <a:xfrm>
            <a:off x="30659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8" name="F2_precision_recall_distributions_7512">
            <a:extLst>
              <a:ext uri="{FF2B5EF4-FFF2-40B4-BE49-F238E27FC236}">
                <a16:creationId xmlns:a16="http://schemas.microsoft.com/office/drawing/2014/main" id="{21E4C852-2DB5-4FE2-9454-220E0AF68C84}"/>
              </a:ext>
            </a:extLst>
          </p:cNvPr>
          <p:cNvSpPr>
            <a:spLocks noGrp="1"/>
          </p:cNvSpPr>
          <p:nvPr/>
        </p:nvSpPr>
        <p:spPr>
          <a:xfrm>
            <a:off x="282900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9" name="F2_precision_recall_distributions_7513">
            <a:extLst>
              <a:ext uri="{FF2B5EF4-FFF2-40B4-BE49-F238E27FC236}">
                <a16:creationId xmlns:a16="http://schemas.microsoft.com/office/drawing/2014/main" id="{CE94D7B9-9E86-44B8-95DE-39194C90FF2C}"/>
              </a:ext>
            </a:extLst>
          </p:cNvPr>
          <p:cNvSpPr>
            <a:spLocks noGrp="1"/>
          </p:cNvSpPr>
          <p:nvPr/>
        </p:nvSpPr>
        <p:spPr>
          <a:xfrm>
            <a:off x="289482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0" name="F2_precision_recall_distributions_7514">
            <a:extLst>
              <a:ext uri="{FF2B5EF4-FFF2-40B4-BE49-F238E27FC236}">
                <a16:creationId xmlns:a16="http://schemas.microsoft.com/office/drawing/2014/main" id="{9C738560-F0CD-494A-802D-D20FF0122079}"/>
              </a:ext>
            </a:extLst>
          </p:cNvPr>
          <p:cNvSpPr>
            <a:spLocks noGrp="1"/>
          </p:cNvSpPr>
          <p:nvPr/>
        </p:nvSpPr>
        <p:spPr>
          <a:xfrm>
            <a:off x="31418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1" name="F2_precision_recall_distributions_7515">
            <a:extLst>
              <a:ext uri="{FF2B5EF4-FFF2-40B4-BE49-F238E27FC236}">
                <a16:creationId xmlns:a16="http://schemas.microsoft.com/office/drawing/2014/main" id="{3DD7294D-F3FC-4811-8F01-1148A07FAAB7}"/>
              </a:ext>
            </a:extLst>
          </p:cNvPr>
          <p:cNvSpPr>
            <a:spLocks noGrp="1"/>
          </p:cNvSpPr>
          <p:nvPr/>
        </p:nvSpPr>
        <p:spPr>
          <a:xfrm>
            <a:off x="308500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2" name="F2_precision_recall_distributions_7516">
            <a:extLst>
              <a:ext uri="{FF2B5EF4-FFF2-40B4-BE49-F238E27FC236}">
                <a16:creationId xmlns:a16="http://schemas.microsoft.com/office/drawing/2014/main" id="{52A96FF9-4B84-4DB7-82E5-A17C915CBF28}"/>
              </a:ext>
            </a:extLst>
          </p:cNvPr>
          <p:cNvSpPr>
            <a:spLocks noGrp="1"/>
          </p:cNvSpPr>
          <p:nvPr/>
        </p:nvSpPr>
        <p:spPr>
          <a:xfrm>
            <a:off x="28996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3" name="F2_precision_recall_distributions_7517">
            <a:extLst>
              <a:ext uri="{FF2B5EF4-FFF2-40B4-BE49-F238E27FC236}">
                <a16:creationId xmlns:a16="http://schemas.microsoft.com/office/drawing/2014/main" id="{40AB8030-D549-46C6-81E7-77A61E9694AC}"/>
              </a:ext>
            </a:extLst>
          </p:cNvPr>
          <p:cNvSpPr>
            <a:spLocks noGrp="1"/>
          </p:cNvSpPr>
          <p:nvPr/>
        </p:nvSpPr>
        <p:spPr>
          <a:xfrm>
            <a:off x="288754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4" name="F2_precision_recall_distributions_7518">
            <a:extLst>
              <a:ext uri="{FF2B5EF4-FFF2-40B4-BE49-F238E27FC236}">
                <a16:creationId xmlns:a16="http://schemas.microsoft.com/office/drawing/2014/main" id="{9BE2B293-DB74-4BB0-BB86-F0B806F20ABF}"/>
              </a:ext>
            </a:extLst>
          </p:cNvPr>
          <p:cNvSpPr>
            <a:spLocks noGrp="1"/>
          </p:cNvSpPr>
          <p:nvPr/>
        </p:nvSpPr>
        <p:spPr>
          <a:xfrm>
            <a:off x="297497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5" name="F2_precision_recall_distributions_7519">
            <a:extLst>
              <a:ext uri="{FF2B5EF4-FFF2-40B4-BE49-F238E27FC236}">
                <a16:creationId xmlns:a16="http://schemas.microsoft.com/office/drawing/2014/main" id="{1CF8B886-3FE0-4D3E-B2A2-79219849F12B}"/>
              </a:ext>
            </a:extLst>
          </p:cNvPr>
          <p:cNvSpPr>
            <a:spLocks noGrp="1"/>
          </p:cNvSpPr>
          <p:nvPr/>
        </p:nvSpPr>
        <p:spPr>
          <a:xfrm>
            <a:off x="3164946" y="7409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6" name="F2_precision_recall_distributions_7520">
            <a:extLst>
              <a:ext uri="{FF2B5EF4-FFF2-40B4-BE49-F238E27FC236}">
                <a16:creationId xmlns:a16="http://schemas.microsoft.com/office/drawing/2014/main" id="{7ACC8FEE-2D75-4ECD-BBE4-7B4D8794F09E}"/>
              </a:ext>
            </a:extLst>
          </p:cNvPr>
          <p:cNvSpPr>
            <a:spLocks noGrp="1"/>
          </p:cNvSpPr>
          <p:nvPr/>
        </p:nvSpPr>
        <p:spPr>
          <a:xfrm>
            <a:off x="3106429" y="758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7" name="F2_precision_recall_distributions_7521">
            <a:extLst>
              <a:ext uri="{FF2B5EF4-FFF2-40B4-BE49-F238E27FC236}">
                <a16:creationId xmlns:a16="http://schemas.microsoft.com/office/drawing/2014/main" id="{AAF6D06C-F5ED-4CC1-9A19-8E178403A183}"/>
              </a:ext>
            </a:extLst>
          </p:cNvPr>
          <p:cNvSpPr>
            <a:spLocks noGrp="1"/>
          </p:cNvSpPr>
          <p:nvPr/>
        </p:nvSpPr>
        <p:spPr>
          <a:xfrm>
            <a:off x="29881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8" name="F2_precision_recall_distributions_7522">
            <a:extLst>
              <a:ext uri="{FF2B5EF4-FFF2-40B4-BE49-F238E27FC236}">
                <a16:creationId xmlns:a16="http://schemas.microsoft.com/office/drawing/2014/main" id="{AD971839-6906-4F10-8E08-BB19F0A7B829}"/>
              </a:ext>
            </a:extLst>
          </p:cNvPr>
          <p:cNvSpPr>
            <a:spLocks noGrp="1"/>
          </p:cNvSpPr>
          <p:nvPr/>
        </p:nvSpPr>
        <p:spPr>
          <a:xfrm>
            <a:off x="2841341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9" name="F2_precision_recall_distributions_7523">
            <a:extLst>
              <a:ext uri="{FF2B5EF4-FFF2-40B4-BE49-F238E27FC236}">
                <a16:creationId xmlns:a16="http://schemas.microsoft.com/office/drawing/2014/main" id="{0C10778B-496E-4584-97F4-9846EB0F10BC}"/>
              </a:ext>
            </a:extLst>
          </p:cNvPr>
          <p:cNvSpPr>
            <a:spLocks noGrp="1"/>
          </p:cNvSpPr>
          <p:nvPr/>
        </p:nvSpPr>
        <p:spPr>
          <a:xfrm>
            <a:off x="29643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0" name="F2_precision_recall_distributions_7524">
            <a:extLst>
              <a:ext uri="{FF2B5EF4-FFF2-40B4-BE49-F238E27FC236}">
                <a16:creationId xmlns:a16="http://schemas.microsoft.com/office/drawing/2014/main" id="{E53AAD45-2694-43E7-BC27-D44DCEE6B39A}"/>
              </a:ext>
            </a:extLst>
          </p:cNvPr>
          <p:cNvSpPr>
            <a:spLocks noGrp="1"/>
          </p:cNvSpPr>
          <p:nvPr/>
        </p:nvSpPr>
        <p:spPr>
          <a:xfrm>
            <a:off x="28793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1" name="F2_precision_recall_distributions_7525">
            <a:extLst>
              <a:ext uri="{FF2B5EF4-FFF2-40B4-BE49-F238E27FC236}">
                <a16:creationId xmlns:a16="http://schemas.microsoft.com/office/drawing/2014/main" id="{1659F40C-E6F8-479D-8432-DE4E34E38E4A}"/>
              </a:ext>
            </a:extLst>
          </p:cNvPr>
          <p:cNvSpPr>
            <a:spLocks noGrp="1"/>
          </p:cNvSpPr>
          <p:nvPr/>
        </p:nvSpPr>
        <p:spPr>
          <a:xfrm>
            <a:off x="2823931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2" name="F2_precision_recall_distributions_7526">
            <a:extLst>
              <a:ext uri="{FF2B5EF4-FFF2-40B4-BE49-F238E27FC236}">
                <a16:creationId xmlns:a16="http://schemas.microsoft.com/office/drawing/2014/main" id="{D7DFA4A7-2FA2-4AD5-AC18-0C245EE864D4}"/>
              </a:ext>
            </a:extLst>
          </p:cNvPr>
          <p:cNvSpPr>
            <a:spLocks noGrp="1"/>
          </p:cNvSpPr>
          <p:nvPr/>
        </p:nvSpPr>
        <p:spPr>
          <a:xfrm>
            <a:off x="30813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3" name="F2_precision_recall_distributions_7527">
            <a:extLst>
              <a:ext uri="{FF2B5EF4-FFF2-40B4-BE49-F238E27FC236}">
                <a16:creationId xmlns:a16="http://schemas.microsoft.com/office/drawing/2014/main" id="{C68585DE-ACEF-44B1-A477-E975E08A36B0}"/>
              </a:ext>
            </a:extLst>
          </p:cNvPr>
          <p:cNvSpPr>
            <a:spLocks noGrp="1"/>
          </p:cNvSpPr>
          <p:nvPr/>
        </p:nvSpPr>
        <p:spPr>
          <a:xfrm>
            <a:off x="3018077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4" name="F2_precision_recall_distributions_7528">
            <a:extLst>
              <a:ext uri="{FF2B5EF4-FFF2-40B4-BE49-F238E27FC236}">
                <a16:creationId xmlns:a16="http://schemas.microsoft.com/office/drawing/2014/main" id="{DB65FC77-1AEF-4883-83E3-91AD6F3B2DAD}"/>
              </a:ext>
            </a:extLst>
          </p:cNvPr>
          <p:cNvSpPr>
            <a:spLocks noGrp="1"/>
          </p:cNvSpPr>
          <p:nvPr/>
        </p:nvSpPr>
        <p:spPr>
          <a:xfrm>
            <a:off x="30968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5" name="F2_precision_recall_distributions_7529">
            <a:extLst>
              <a:ext uri="{FF2B5EF4-FFF2-40B4-BE49-F238E27FC236}">
                <a16:creationId xmlns:a16="http://schemas.microsoft.com/office/drawing/2014/main" id="{A153E95F-6755-4179-9821-49E1ACB92607}"/>
              </a:ext>
            </a:extLst>
          </p:cNvPr>
          <p:cNvSpPr>
            <a:spLocks noGrp="1"/>
          </p:cNvSpPr>
          <p:nvPr/>
        </p:nvSpPr>
        <p:spPr>
          <a:xfrm>
            <a:off x="291799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6" name="F2_precision_recall_distributions_7530">
            <a:extLst>
              <a:ext uri="{FF2B5EF4-FFF2-40B4-BE49-F238E27FC236}">
                <a16:creationId xmlns:a16="http://schemas.microsoft.com/office/drawing/2014/main" id="{7401DAB0-5A4F-4CAD-9DCF-47DC9047BA40}"/>
              </a:ext>
            </a:extLst>
          </p:cNvPr>
          <p:cNvSpPr>
            <a:spLocks noGrp="1"/>
          </p:cNvSpPr>
          <p:nvPr/>
        </p:nvSpPr>
        <p:spPr>
          <a:xfrm>
            <a:off x="283701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7" name="F2_precision_recall_distributions_7531">
            <a:extLst>
              <a:ext uri="{FF2B5EF4-FFF2-40B4-BE49-F238E27FC236}">
                <a16:creationId xmlns:a16="http://schemas.microsoft.com/office/drawing/2014/main" id="{44253922-451A-4C4D-80F1-3A8E6B6EA705}"/>
              </a:ext>
            </a:extLst>
          </p:cNvPr>
          <p:cNvSpPr>
            <a:spLocks noGrp="1"/>
          </p:cNvSpPr>
          <p:nvPr/>
        </p:nvSpPr>
        <p:spPr>
          <a:xfrm>
            <a:off x="30498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8" name="F2_precision_recall_distributions_7532">
            <a:extLst>
              <a:ext uri="{FF2B5EF4-FFF2-40B4-BE49-F238E27FC236}">
                <a16:creationId xmlns:a16="http://schemas.microsoft.com/office/drawing/2014/main" id="{88883B68-C5E4-405C-95CD-B633A3CDA8E5}"/>
              </a:ext>
            </a:extLst>
          </p:cNvPr>
          <p:cNvSpPr>
            <a:spLocks noGrp="1"/>
          </p:cNvSpPr>
          <p:nvPr/>
        </p:nvSpPr>
        <p:spPr>
          <a:xfrm>
            <a:off x="2888950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9" name="F2_precision_recall_distributions_7533">
            <a:extLst>
              <a:ext uri="{FF2B5EF4-FFF2-40B4-BE49-F238E27FC236}">
                <a16:creationId xmlns:a16="http://schemas.microsoft.com/office/drawing/2014/main" id="{08F27E4F-FA54-40F2-A5EB-21C91B8C2E76}"/>
              </a:ext>
            </a:extLst>
          </p:cNvPr>
          <p:cNvSpPr>
            <a:spLocks noGrp="1"/>
          </p:cNvSpPr>
          <p:nvPr/>
        </p:nvSpPr>
        <p:spPr>
          <a:xfrm>
            <a:off x="293355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0" name="F2_precision_recall_distributions_7534">
            <a:extLst>
              <a:ext uri="{FF2B5EF4-FFF2-40B4-BE49-F238E27FC236}">
                <a16:creationId xmlns:a16="http://schemas.microsoft.com/office/drawing/2014/main" id="{369BF0B4-5167-4ACB-BBF4-078D8EAE98E5}"/>
              </a:ext>
            </a:extLst>
          </p:cNvPr>
          <p:cNvSpPr>
            <a:spLocks noGrp="1"/>
          </p:cNvSpPr>
          <p:nvPr/>
        </p:nvSpPr>
        <p:spPr>
          <a:xfrm>
            <a:off x="2990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1" name="F2_precision_recall_distributions_7535">
            <a:extLst>
              <a:ext uri="{FF2B5EF4-FFF2-40B4-BE49-F238E27FC236}">
                <a16:creationId xmlns:a16="http://schemas.microsoft.com/office/drawing/2014/main" id="{AE40A33C-BAE3-4169-8429-4EFF3C89E5EA}"/>
              </a:ext>
            </a:extLst>
          </p:cNvPr>
          <p:cNvSpPr>
            <a:spLocks noGrp="1"/>
          </p:cNvSpPr>
          <p:nvPr/>
        </p:nvSpPr>
        <p:spPr>
          <a:xfrm>
            <a:off x="2925743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2" name="F2_precision_recall_distributions_7536">
            <a:extLst>
              <a:ext uri="{FF2B5EF4-FFF2-40B4-BE49-F238E27FC236}">
                <a16:creationId xmlns:a16="http://schemas.microsoft.com/office/drawing/2014/main" id="{D9D6CD13-C810-4198-A435-E97F650DD283}"/>
              </a:ext>
            </a:extLst>
          </p:cNvPr>
          <p:cNvSpPr>
            <a:spLocks noGrp="1"/>
          </p:cNvSpPr>
          <p:nvPr/>
        </p:nvSpPr>
        <p:spPr>
          <a:xfrm>
            <a:off x="2939176" y="7613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3" name="F2_precision_recall_distributions_7537">
            <a:extLst>
              <a:ext uri="{FF2B5EF4-FFF2-40B4-BE49-F238E27FC236}">
                <a16:creationId xmlns:a16="http://schemas.microsoft.com/office/drawing/2014/main" id="{1FD6D033-778A-472C-B1A8-B12F360A5674}"/>
              </a:ext>
            </a:extLst>
          </p:cNvPr>
          <p:cNvSpPr>
            <a:spLocks noGrp="1"/>
          </p:cNvSpPr>
          <p:nvPr/>
        </p:nvSpPr>
        <p:spPr>
          <a:xfrm>
            <a:off x="296991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4" name="F2_precision_recall_distributions_7538">
            <a:extLst>
              <a:ext uri="{FF2B5EF4-FFF2-40B4-BE49-F238E27FC236}">
                <a16:creationId xmlns:a16="http://schemas.microsoft.com/office/drawing/2014/main" id="{7D7E8FB4-5EA8-4564-B98A-48C0F82654C2}"/>
              </a:ext>
            </a:extLst>
          </p:cNvPr>
          <p:cNvSpPr>
            <a:spLocks noGrp="1"/>
          </p:cNvSpPr>
          <p:nvPr/>
        </p:nvSpPr>
        <p:spPr>
          <a:xfrm>
            <a:off x="309243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5" name="F2_precision_recall_distributions_7539">
            <a:extLst>
              <a:ext uri="{FF2B5EF4-FFF2-40B4-BE49-F238E27FC236}">
                <a16:creationId xmlns:a16="http://schemas.microsoft.com/office/drawing/2014/main" id="{C66F707A-85D4-4689-862C-7FBD656FA751}"/>
              </a:ext>
            </a:extLst>
          </p:cNvPr>
          <p:cNvSpPr>
            <a:spLocks noGrp="1"/>
          </p:cNvSpPr>
          <p:nvPr/>
        </p:nvSpPr>
        <p:spPr>
          <a:xfrm>
            <a:off x="291102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6" name="F2_precision_recall_distributions_7540">
            <a:extLst>
              <a:ext uri="{FF2B5EF4-FFF2-40B4-BE49-F238E27FC236}">
                <a16:creationId xmlns:a16="http://schemas.microsoft.com/office/drawing/2014/main" id="{241182E1-A4A6-49E2-9EC2-D07EAD6DFC64}"/>
              </a:ext>
            </a:extLst>
          </p:cNvPr>
          <p:cNvSpPr>
            <a:spLocks noGrp="1"/>
          </p:cNvSpPr>
          <p:nvPr/>
        </p:nvSpPr>
        <p:spPr>
          <a:xfrm>
            <a:off x="287031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7" name="F2_precision_recall_distributions_7541">
            <a:extLst>
              <a:ext uri="{FF2B5EF4-FFF2-40B4-BE49-F238E27FC236}">
                <a16:creationId xmlns:a16="http://schemas.microsoft.com/office/drawing/2014/main" id="{868E858F-6530-4C0A-BEDD-9629861BAB18}"/>
              </a:ext>
            </a:extLst>
          </p:cNvPr>
          <p:cNvSpPr>
            <a:spLocks noGrp="1"/>
          </p:cNvSpPr>
          <p:nvPr/>
        </p:nvSpPr>
        <p:spPr>
          <a:xfrm>
            <a:off x="29487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8" name="F2_precision_recall_distributions_7542">
            <a:extLst>
              <a:ext uri="{FF2B5EF4-FFF2-40B4-BE49-F238E27FC236}">
                <a16:creationId xmlns:a16="http://schemas.microsoft.com/office/drawing/2014/main" id="{24B920DA-733C-4127-8C61-E62086DA897F}"/>
              </a:ext>
            </a:extLst>
          </p:cNvPr>
          <p:cNvSpPr>
            <a:spLocks noGrp="1"/>
          </p:cNvSpPr>
          <p:nvPr/>
        </p:nvSpPr>
        <p:spPr>
          <a:xfrm>
            <a:off x="283164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9" name="F2_precision_recall_distributions_7543">
            <a:extLst>
              <a:ext uri="{FF2B5EF4-FFF2-40B4-BE49-F238E27FC236}">
                <a16:creationId xmlns:a16="http://schemas.microsoft.com/office/drawing/2014/main" id="{F5594082-4EBB-48DB-9608-77A8533C83B8}"/>
              </a:ext>
            </a:extLst>
          </p:cNvPr>
          <p:cNvSpPr>
            <a:spLocks noGrp="1"/>
          </p:cNvSpPr>
          <p:nvPr/>
        </p:nvSpPr>
        <p:spPr>
          <a:xfrm>
            <a:off x="29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0" name="F2_precision_recall_distributions_7544">
            <a:extLst>
              <a:ext uri="{FF2B5EF4-FFF2-40B4-BE49-F238E27FC236}">
                <a16:creationId xmlns:a16="http://schemas.microsoft.com/office/drawing/2014/main" id="{29F2AF43-25B0-4ACD-B10F-54A4511C1E6E}"/>
              </a:ext>
            </a:extLst>
          </p:cNvPr>
          <p:cNvSpPr>
            <a:spLocks noGrp="1"/>
          </p:cNvSpPr>
          <p:nvPr/>
        </p:nvSpPr>
        <p:spPr>
          <a:xfrm>
            <a:off x="295316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1" name="F2_precision_recall_distributions_7545">
            <a:extLst>
              <a:ext uri="{FF2B5EF4-FFF2-40B4-BE49-F238E27FC236}">
                <a16:creationId xmlns:a16="http://schemas.microsoft.com/office/drawing/2014/main" id="{059D259E-AD58-4B30-8B83-DCEF6724F651}"/>
              </a:ext>
            </a:extLst>
          </p:cNvPr>
          <p:cNvSpPr>
            <a:spLocks noGrp="1"/>
          </p:cNvSpPr>
          <p:nvPr/>
        </p:nvSpPr>
        <p:spPr>
          <a:xfrm>
            <a:off x="30060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2" name="F2_precision_recall_distributions_7546">
            <a:extLst>
              <a:ext uri="{FF2B5EF4-FFF2-40B4-BE49-F238E27FC236}">
                <a16:creationId xmlns:a16="http://schemas.microsoft.com/office/drawing/2014/main" id="{210BAAE3-17FD-4CB2-BDCB-0F70D7D72395}"/>
              </a:ext>
            </a:extLst>
          </p:cNvPr>
          <p:cNvSpPr>
            <a:spLocks noGrp="1"/>
          </p:cNvSpPr>
          <p:nvPr/>
        </p:nvSpPr>
        <p:spPr>
          <a:xfrm>
            <a:off x="2991431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3" name="F2_precision_recall_distributions_7547">
            <a:extLst>
              <a:ext uri="{FF2B5EF4-FFF2-40B4-BE49-F238E27FC236}">
                <a16:creationId xmlns:a16="http://schemas.microsoft.com/office/drawing/2014/main" id="{7D327D2A-209B-4A02-A976-1B1B9E46D045}"/>
              </a:ext>
            </a:extLst>
          </p:cNvPr>
          <p:cNvSpPr>
            <a:spLocks noGrp="1"/>
          </p:cNvSpPr>
          <p:nvPr/>
        </p:nvSpPr>
        <p:spPr>
          <a:xfrm>
            <a:off x="31034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4" name="F2_precision_recall_distributions_7548">
            <a:extLst>
              <a:ext uri="{FF2B5EF4-FFF2-40B4-BE49-F238E27FC236}">
                <a16:creationId xmlns:a16="http://schemas.microsoft.com/office/drawing/2014/main" id="{AE4B26F8-4BF7-4685-98C6-E4CDB0CC89BA}"/>
              </a:ext>
            </a:extLst>
          </p:cNvPr>
          <p:cNvSpPr>
            <a:spLocks noGrp="1"/>
          </p:cNvSpPr>
          <p:nvPr/>
        </p:nvSpPr>
        <p:spPr>
          <a:xfrm>
            <a:off x="28955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5" name="F2_precision_recall_distributions_7549">
            <a:extLst>
              <a:ext uri="{FF2B5EF4-FFF2-40B4-BE49-F238E27FC236}">
                <a16:creationId xmlns:a16="http://schemas.microsoft.com/office/drawing/2014/main" id="{4EC20260-9740-4BF9-89AF-E943D825D177}"/>
              </a:ext>
            </a:extLst>
          </p:cNvPr>
          <p:cNvSpPr>
            <a:spLocks noGrp="1"/>
          </p:cNvSpPr>
          <p:nvPr/>
        </p:nvSpPr>
        <p:spPr>
          <a:xfrm>
            <a:off x="3071456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6" name="F2_precision_recall_distributions_7550">
            <a:extLst>
              <a:ext uri="{FF2B5EF4-FFF2-40B4-BE49-F238E27FC236}">
                <a16:creationId xmlns:a16="http://schemas.microsoft.com/office/drawing/2014/main" id="{CC4EB250-2857-4759-81D5-910558C4F876}"/>
              </a:ext>
            </a:extLst>
          </p:cNvPr>
          <p:cNvSpPr>
            <a:spLocks noGrp="1"/>
          </p:cNvSpPr>
          <p:nvPr/>
        </p:nvSpPr>
        <p:spPr>
          <a:xfrm>
            <a:off x="302990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7" name="F2_precision_recall_distributions_7551">
            <a:extLst>
              <a:ext uri="{FF2B5EF4-FFF2-40B4-BE49-F238E27FC236}">
                <a16:creationId xmlns:a16="http://schemas.microsoft.com/office/drawing/2014/main" id="{EF0B4D2F-437C-48CC-9D7B-AFE69E16CF04}"/>
              </a:ext>
            </a:extLst>
          </p:cNvPr>
          <p:cNvSpPr>
            <a:spLocks noGrp="1"/>
          </p:cNvSpPr>
          <p:nvPr/>
        </p:nvSpPr>
        <p:spPr>
          <a:xfrm>
            <a:off x="29543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8" name="F2_precision_recall_distributions_7552">
            <a:extLst>
              <a:ext uri="{FF2B5EF4-FFF2-40B4-BE49-F238E27FC236}">
                <a16:creationId xmlns:a16="http://schemas.microsoft.com/office/drawing/2014/main" id="{E53A81B8-C72E-43B1-AE4F-D13F4991BA2B}"/>
              </a:ext>
            </a:extLst>
          </p:cNvPr>
          <p:cNvSpPr>
            <a:spLocks noGrp="1"/>
          </p:cNvSpPr>
          <p:nvPr/>
        </p:nvSpPr>
        <p:spPr>
          <a:xfrm>
            <a:off x="285753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9" name="F2_precision_recall_distributions_7553">
            <a:extLst>
              <a:ext uri="{FF2B5EF4-FFF2-40B4-BE49-F238E27FC236}">
                <a16:creationId xmlns:a16="http://schemas.microsoft.com/office/drawing/2014/main" id="{A8A8E64E-67F0-4196-AC54-37A64D762243}"/>
              </a:ext>
            </a:extLst>
          </p:cNvPr>
          <p:cNvSpPr>
            <a:spLocks noGrp="1"/>
          </p:cNvSpPr>
          <p:nvPr/>
        </p:nvSpPr>
        <p:spPr>
          <a:xfrm>
            <a:off x="293579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0" name="F2_precision_recall_distributions_7554">
            <a:extLst>
              <a:ext uri="{FF2B5EF4-FFF2-40B4-BE49-F238E27FC236}">
                <a16:creationId xmlns:a16="http://schemas.microsoft.com/office/drawing/2014/main" id="{90BF2D74-B2CF-4693-AC4B-0CC669C5A6F5}"/>
              </a:ext>
            </a:extLst>
          </p:cNvPr>
          <p:cNvSpPr>
            <a:spLocks noGrp="1"/>
          </p:cNvSpPr>
          <p:nvPr/>
        </p:nvSpPr>
        <p:spPr>
          <a:xfrm>
            <a:off x="30898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1" name="F2_precision_recall_distributions_7555">
            <a:extLst>
              <a:ext uri="{FF2B5EF4-FFF2-40B4-BE49-F238E27FC236}">
                <a16:creationId xmlns:a16="http://schemas.microsoft.com/office/drawing/2014/main" id="{C0186704-ED00-4D51-A226-3883201D16E3}"/>
              </a:ext>
            </a:extLst>
          </p:cNvPr>
          <p:cNvSpPr>
            <a:spLocks noGrp="1"/>
          </p:cNvSpPr>
          <p:nvPr/>
        </p:nvSpPr>
        <p:spPr>
          <a:xfrm>
            <a:off x="29320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2" name="F2_precision_recall_distributions_7556">
            <a:extLst>
              <a:ext uri="{FF2B5EF4-FFF2-40B4-BE49-F238E27FC236}">
                <a16:creationId xmlns:a16="http://schemas.microsoft.com/office/drawing/2014/main" id="{623DA0E8-A36D-4A75-AAE5-F31B6734CC57}"/>
              </a:ext>
            </a:extLst>
          </p:cNvPr>
          <p:cNvSpPr>
            <a:spLocks noGrp="1"/>
          </p:cNvSpPr>
          <p:nvPr/>
        </p:nvSpPr>
        <p:spPr>
          <a:xfrm>
            <a:off x="3072154" y="69977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3" name="F2_precision_recall_distributions_7557">
            <a:extLst>
              <a:ext uri="{FF2B5EF4-FFF2-40B4-BE49-F238E27FC236}">
                <a16:creationId xmlns:a16="http://schemas.microsoft.com/office/drawing/2014/main" id="{C2BEFDD3-5EB6-4BE7-9673-B424B7D6541A}"/>
              </a:ext>
            </a:extLst>
          </p:cNvPr>
          <p:cNvSpPr>
            <a:spLocks noGrp="1"/>
          </p:cNvSpPr>
          <p:nvPr/>
        </p:nvSpPr>
        <p:spPr>
          <a:xfrm>
            <a:off x="311897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4" name="F2_precision_recall_distributions_7558">
            <a:extLst>
              <a:ext uri="{FF2B5EF4-FFF2-40B4-BE49-F238E27FC236}">
                <a16:creationId xmlns:a16="http://schemas.microsoft.com/office/drawing/2014/main" id="{5E988640-45A7-4DED-B98D-401C881EBFB5}"/>
              </a:ext>
            </a:extLst>
          </p:cNvPr>
          <p:cNvSpPr>
            <a:spLocks noGrp="1"/>
          </p:cNvSpPr>
          <p:nvPr/>
        </p:nvSpPr>
        <p:spPr>
          <a:xfrm>
            <a:off x="289588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5" name="F2_precision_recall_distributions_7559">
            <a:extLst>
              <a:ext uri="{FF2B5EF4-FFF2-40B4-BE49-F238E27FC236}">
                <a16:creationId xmlns:a16="http://schemas.microsoft.com/office/drawing/2014/main" id="{391E6D75-1661-49D6-A404-54E1466981FD}"/>
              </a:ext>
            </a:extLst>
          </p:cNvPr>
          <p:cNvSpPr>
            <a:spLocks noGrp="1"/>
          </p:cNvSpPr>
          <p:nvPr/>
        </p:nvSpPr>
        <p:spPr>
          <a:xfrm>
            <a:off x="314330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6" name="F2_precision_recall_distributions_7560">
            <a:extLst>
              <a:ext uri="{FF2B5EF4-FFF2-40B4-BE49-F238E27FC236}">
                <a16:creationId xmlns:a16="http://schemas.microsoft.com/office/drawing/2014/main" id="{B0871740-7547-420F-84E2-F31073DCED15}"/>
              </a:ext>
            </a:extLst>
          </p:cNvPr>
          <p:cNvSpPr>
            <a:spLocks noGrp="1"/>
          </p:cNvSpPr>
          <p:nvPr/>
        </p:nvSpPr>
        <p:spPr>
          <a:xfrm>
            <a:off x="302200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7" name="F2_precision_recall_distributions_7561">
            <a:extLst>
              <a:ext uri="{FF2B5EF4-FFF2-40B4-BE49-F238E27FC236}">
                <a16:creationId xmlns:a16="http://schemas.microsoft.com/office/drawing/2014/main" id="{3081541B-2E48-42E1-98DD-B816DAFDA683}"/>
              </a:ext>
            </a:extLst>
          </p:cNvPr>
          <p:cNvSpPr>
            <a:spLocks noGrp="1"/>
          </p:cNvSpPr>
          <p:nvPr/>
        </p:nvSpPr>
        <p:spPr>
          <a:xfrm>
            <a:off x="28430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8" name="F2_precision_recall_distributions_7562">
            <a:extLst>
              <a:ext uri="{FF2B5EF4-FFF2-40B4-BE49-F238E27FC236}">
                <a16:creationId xmlns:a16="http://schemas.microsoft.com/office/drawing/2014/main" id="{85214195-18CA-43B2-A537-4FE036C480D3}"/>
              </a:ext>
            </a:extLst>
          </p:cNvPr>
          <p:cNvSpPr>
            <a:spLocks noGrp="1"/>
          </p:cNvSpPr>
          <p:nvPr/>
        </p:nvSpPr>
        <p:spPr>
          <a:xfrm>
            <a:off x="295665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9" name="F2_precision_recall_distributions_7563">
            <a:extLst>
              <a:ext uri="{FF2B5EF4-FFF2-40B4-BE49-F238E27FC236}">
                <a16:creationId xmlns:a16="http://schemas.microsoft.com/office/drawing/2014/main" id="{4536CC9F-6B05-45D7-AA91-48F037BA1CFA}"/>
              </a:ext>
            </a:extLst>
          </p:cNvPr>
          <p:cNvSpPr>
            <a:spLocks noGrp="1"/>
          </p:cNvSpPr>
          <p:nvPr/>
        </p:nvSpPr>
        <p:spPr>
          <a:xfrm>
            <a:off x="310376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0" name="F2_precision_recall_distributions_7564">
            <a:extLst>
              <a:ext uri="{FF2B5EF4-FFF2-40B4-BE49-F238E27FC236}">
                <a16:creationId xmlns:a16="http://schemas.microsoft.com/office/drawing/2014/main" id="{891DBCB1-4CB9-41DD-80B4-C7A0468E9FBD}"/>
              </a:ext>
            </a:extLst>
          </p:cNvPr>
          <p:cNvSpPr>
            <a:spLocks noGrp="1"/>
          </p:cNvSpPr>
          <p:nvPr/>
        </p:nvSpPr>
        <p:spPr>
          <a:xfrm>
            <a:off x="30540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1" name="F2_precision_recall_distributions_7565">
            <a:extLst>
              <a:ext uri="{FF2B5EF4-FFF2-40B4-BE49-F238E27FC236}">
                <a16:creationId xmlns:a16="http://schemas.microsoft.com/office/drawing/2014/main" id="{98A48352-C1F2-401D-B493-5E6ABD2CAFAA}"/>
              </a:ext>
            </a:extLst>
          </p:cNvPr>
          <p:cNvSpPr>
            <a:spLocks noGrp="1"/>
          </p:cNvSpPr>
          <p:nvPr/>
        </p:nvSpPr>
        <p:spPr>
          <a:xfrm>
            <a:off x="300110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2" name="F2_precision_recall_distributions_7566">
            <a:extLst>
              <a:ext uri="{FF2B5EF4-FFF2-40B4-BE49-F238E27FC236}">
                <a16:creationId xmlns:a16="http://schemas.microsoft.com/office/drawing/2014/main" id="{0C19D199-D56F-4F9A-B716-87DF8B23693F}"/>
              </a:ext>
            </a:extLst>
          </p:cNvPr>
          <p:cNvSpPr>
            <a:spLocks noGrp="1"/>
          </p:cNvSpPr>
          <p:nvPr/>
        </p:nvSpPr>
        <p:spPr>
          <a:xfrm>
            <a:off x="3085569" y="7382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3" name="F2_precision_recall_distributions_7567">
            <a:extLst>
              <a:ext uri="{FF2B5EF4-FFF2-40B4-BE49-F238E27FC236}">
                <a16:creationId xmlns:a16="http://schemas.microsoft.com/office/drawing/2014/main" id="{5F99FDFC-8505-4D41-BAC6-DEBB3300DDBE}"/>
              </a:ext>
            </a:extLst>
          </p:cNvPr>
          <p:cNvSpPr>
            <a:spLocks noGrp="1"/>
          </p:cNvSpPr>
          <p:nvPr/>
        </p:nvSpPr>
        <p:spPr>
          <a:xfrm>
            <a:off x="3132488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4" name="F2_precision_recall_distributions_7568">
            <a:extLst>
              <a:ext uri="{FF2B5EF4-FFF2-40B4-BE49-F238E27FC236}">
                <a16:creationId xmlns:a16="http://schemas.microsoft.com/office/drawing/2014/main" id="{23FFAC77-ADE3-4D18-8446-FB1276CE3D92}"/>
              </a:ext>
            </a:extLst>
          </p:cNvPr>
          <p:cNvSpPr>
            <a:spLocks noGrp="1"/>
          </p:cNvSpPr>
          <p:nvPr/>
        </p:nvSpPr>
        <p:spPr>
          <a:xfrm>
            <a:off x="283086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5" name="F2_precision_recall_distributions_7569">
            <a:extLst>
              <a:ext uri="{FF2B5EF4-FFF2-40B4-BE49-F238E27FC236}">
                <a16:creationId xmlns:a16="http://schemas.microsoft.com/office/drawing/2014/main" id="{C7400F36-00CD-42D7-9A8F-B4B6A14154C5}"/>
              </a:ext>
            </a:extLst>
          </p:cNvPr>
          <p:cNvSpPr>
            <a:spLocks noGrp="1"/>
          </p:cNvSpPr>
          <p:nvPr/>
        </p:nvSpPr>
        <p:spPr>
          <a:xfrm>
            <a:off x="289745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6" name="F2_precision_recall_distributions_7570">
            <a:extLst>
              <a:ext uri="{FF2B5EF4-FFF2-40B4-BE49-F238E27FC236}">
                <a16:creationId xmlns:a16="http://schemas.microsoft.com/office/drawing/2014/main" id="{F34D5D16-06AC-411D-A1C0-AAA864B422B1}"/>
              </a:ext>
            </a:extLst>
          </p:cNvPr>
          <p:cNvSpPr>
            <a:spLocks noGrp="1"/>
          </p:cNvSpPr>
          <p:nvPr/>
        </p:nvSpPr>
        <p:spPr>
          <a:xfrm>
            <a:off x="30432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7" name="F2_precision_recall_distributions_7571">
            <a:extLst>
              <a:ext uri="{FF2B5EF4-FFF2-40B4-BE49-F238E27FC236}">
                <a16:creationId xmlns:a16="http://schemas.microsoft.com/office/drawing/2014/main" id="{FB080A27-53D6-42B9-86C1-8A9EB9F1B588}"/>
              </a:ext>
            </a:extLst>
          </p:cNvPr>
          <p:cNvSpPr>
            <a:spLocks noGrp="1"/>
          </p:cNvSpPr>
          <p:nvPr/>
        </p:nvSpPr>
        <p:spPr>
          <a:xfrm>
            <a:off x="31391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8" name="F2_precision_recall_distributions_7572">
            <a:extLst>
              <a:ext uri="{FF2B5EF4-FFF2-40B4-BE49-F238E27FC236}">
                <a16:creationId xmlns:a16="http://schemas.microsoft.com/office/drawing/2014/main" id="{CEF87AE2-6CED-4B67-8CE8-C40A8F267257}"/>
              </a:ext>
            </a:extLst>
          </p:cNvPr>
          <p:cNvSpPr>
            <a:spLocks noGrp="1"/>
          </p:cNvSpPr>
          <p:nvPr/>
        </p:nvSpPr>
        <p:spPr>
          <a:xfrm>
            <a:off x="29969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9" name="F2_precision_recall_distributions_7573">
            <a:extLst>
              <a:ext uri="{FF2B5EF4-FFF2-40B4-BE49-F238E27FC236}">
                <a16:creationId xmlns:a16="http://schemas.microsoft.com/office/drawing/2014/main" id="{50410B24-96E3-4B01-A764-52E2D35807D2}"/>
              </a:ext>
            </a:extLst>
          </p:cNvPr>
          <p:cNvSpPr>
            <a:spLocks noGrp="1"/>
          </p:cNvSpPr>
          <p:nvPr/>
        </p:nvSpPr>
        <p:spPr>
          <a:xfrm>
            <a:off x="318861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0" name="F2_precision_recall_distributions_7574">
            <a:extLst>
              <a:ext uri="{FF2B5EF4-FFF2-40B4-BE49-F238E27FC236}">
                <a16:creationId xmlns:a16="http://schemas.microsoft.com/office/drawing/2014/main" id="{65EDACD8-1173-4B38-B419-2D7EF25DC642}"/>
              </a:ext>
            </a:extLst>
          </p:cNvPr>
          <p:cNvSpPr>
            <a:spLocks noGrp="1"/>
          </p:cNvSpPr>
          <p:nvPr/>
        </p:nvSpPr>
        <p:spPr>
          <a:xfrm>
            <a:off x="2861353" y="7315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1" name="F2_precision_recall_distributions_7575">
            <a:extLst>
              <a:ext uri="{FF2B5EF4-FFF2-40B4-BE49-F238E27FC236}">
                <a16:creationId xmlns:a16="http://schemas.microsoft.com/office/drawing/2014/main" id="{2D8EC61E-3B99-4767-8E04-2D78BFFA4282}"/>
              </a:ext>
            </a:extLst>
          </p:cNvPr>
          <p:cNvSpPr>
            <a:spLocks noGrp="1"/>
          </p:cNvSpPr>
          <p:nvPr/>
        </p:nvSpPr>
        <p:spPr>
          <a:xfrm>
            <a:off x="285984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2" name="F2_precision_recall_distributions_7576">
            <a:extLst>
              <a:ext uri="{FF2B5EF4-FFF2-40B4-BE49-F238E27FC236}">
                <a16:creationId xmlns:a16="http://schemas.microsoft.com/office/drawing/2014/main" id="{3FAC3C9F-9627-4C00-BA6C-3919BE889B13}"/>
              </a:ext>
            </a:extLst>
          </p:cNvPr>
          <p:cNvSpPr>
            <a:spLocks noGrp="1"/>
          </p:cNvSpPr>
          <p:nvPr/>
        </p:nvSpPr>
        <p:spPr>
          <a:xfrm>
            <a:off x="30193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3" name="F2_precision_recall_distributions_7577">
            <a:extLst>
              <a:ext uri="{FF2B5EF4-FFF2-40B4-BE49-F238E27FC236}">
                <a16:creationId xmlns:a16="http://schemas.microsoft.com/office/drawing/2014/main" id="{DF0C2EF3-DF5F-4633-89B5-78685D5A0A11}"/>
              </a:ext>
            </a:extLst>
          </p:cNvPr>
          <p:cNvSpPr>
            <a:spLocks noGrp="1"/>
          </p:cNvSpPr>
          <p:nvPr/>
        </p:nvSpPr>
        <p:spPr>
          <a:xfrm>
            <a:off x="294832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4" name="F2_precision_recall_distributions_7578">
            <a:extLst>
              <a:ext uri="{FF2B5EF4-FFF2-40B4-BE49-F238E27FC236}">
                <a16:creationId xmlns:a16="http://schemas.microsoft.com/office/drawing/2014/main" id="{E30B02B5-8E4C-47B9-A723-A60287B51892}"/>
              </a:ext>
            </a:extLst>
          </p:cNvPr>
          <p:cNvSpPr>
            <a:spLocks noGrp="1"/>
          </p:cNvSpPr>
          <p:nvPr/>
        </p:nvSpPr>
        <p:spPr>
          <a:xfrm>
            <a:off x="290247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5" name="F2_precision_recall_distributions_7579">
            <a:extLst>
              <a:ext uri="{FF2B5EF4-FFF2-40B4-BE49-F238E27FC236}">
                <a16:creationId xmlns:a16="http://schemas.microsoft.com/office/drawing/2014/main" id="{1136AD42-B439-4511-94DB-116CF5A6CE67}"/>
              </a:ext>
            </a:extLst>
          </p:cNvPr>
          <p:cNvSpPr>
            <a:spLocks noGrp="1"/>
          </p:cNvSpPr>
          <p:nvPr/>
        </p:nvSpPr>
        <p:spPr>
          <a:xfrm>
            <a:off x="3182923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6" name="F2_precision_recall_distributions_7580">
            <a:extLst>
              <a:ext uri="{FF2B5EF4-FFF2-40B4-BE49-F238E27FC236}">
                <a16:creationId xmlns:a16="http://schemas.microsoft.com/office/drawing/2014/main" id="{3F6F2E45-BCC3-42B9-8E3B-3FC2B1E31AF4}"/>
              </a:ext>
            </a:extLst>
          </p:cNvPr>
          <p:cNvSpPr>
            <a:spLocks noGrp="1"/>
          </p:cNvSpPr>
          <p:nvPr/>
        </p:nvSpPr>
        <p:spPr>
          <a:xfrm>
            <a:off x="302416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7" name="F2_precision_recall_distributions_7581">
            <a:extLst>
              <a:ext uri="{FF2B5EF4-FFF2-40B4-BE49-F238E27FC236}">
                <a16:creationId xmlns:a16="http://schemas.microsoft.com/office/drawing/2014/main" id="{50961ADF-ACB9-4DE7-9782-FE816A5ECF18}"/>
              </a:ext>
            </a:extLst>
          </p:cNvPr>
          <p:cNvSpPr>
            <a:spLocks noGrp="1"/>
          </p:cNvSpPr>
          <p:nvPr/>
        </p:nvSpPr>
        <p:spPr>
          <a:xfrm>
            <a:off x="28730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8" name="F2_precision_recall_distributions_7582">
            <a:extLst>
              <a:ext uri="{FF2B5EF4-FFF2-40B4-BE49-F238E27FC236}">
                <a16:creationId xmlns:a16="http://schemas.microsoft.com/office/drawing/2014/main" id="{0D7E4FFB-E6AD-4CDB-A67D-9F18D66BBA8C}"/>
              </a:ext>
            </a:extLst>
          </p:cNvPr>
          <p:cNvSpPr>
            <a:spLocks noGrp="1"/>
          </p:cNvSpPr>
          <p:nvPr/>
        </p:nvSpPr>
        <p:spPr>
          <a:xfrm>
            <a:off x="29578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9" name="F2_precision_recall_distributions_7583">
            <a:extLst>
              <a:ext uri="{FF2B5EF4-FFF2-40B4-BE49-F238E27FC236}">
                <a16:creationId xmlns:a16="http://schemas.microsoft.com/office/drawing/2014/main" id="{1E1E39FB-A9E7-40CE-865B-CDA50CB4D9C5}"/>
              </a:ext>
            </a:extLst>
          </p:cNvPr>
          <p:cNvSpPr>
            <a:spLocks noGrp="1"/>
          </p:cNvSpPr>
          <p:nvPr/>
        </p:nvSpPr>
        <p:spPr>
          <a:xfrm>
            <a:off x="2871359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0" name="F2_precision_recall_distributions_7584">
            <a:extLst>
              <a:ext uri="{FF2B5EF4-FFF2-40B4-BE49-F238E27FC236}">
                <a16:creationId xmlns:a16="http://schemas.microsoft.com/office/drawing/2014/main" id="{7E2B6447-3282-45B4-AFA8-0E5D5C6782B3}"/>
              </a:ext>
            </a:extLst>
          </p:cNvPr>
          <p:cNvSpPr>
            <a:spLocks noGrp="1"/>
          </p:cNvSpPr>
          <p:nvPr/>
        </p:nvSpPr>
        <p:spPr>
          <a:xfrm>
            <a:off x="288477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1" name="F2_precision_recall_distributions_7585">
            <a:extLst>
              <a:ext uri="{FF2B5EF4-FFF2-40B4-BE49-F238E27FC236}">
                <a16:creationId xmlns:a16="http://schemas.microsoft.com/office/drawing/2014/main" id="{1AAAE944-F8A8-4C36-9FEC-0F1C8C993DEB}"/>
              </a:ext>
            </a:extLst>
          </p:cNvPr>
          <p:cNvSpPr>
            <a:spLocks noGrp="1"/>
          </p:cNvSpPr>
          <p:nvPr/>
        </p:nvSpPr>
        <p:spPr>
          <a:xfrm>
            <a:off x="29003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2" name="F2_precision_recall_distributions_7586">
            <a:extLst>
              <a:ext uri="{FF2B5EF4-FFF2-40B4-BE49-F238E27FC236}">
                <a16:creationId xmlns:a16="http://schemas.microsoft.com/office/drawing/2014/main" id="{CA9F4938-ECCA-4B32-8E28-E5B3C8A51688}"/>
              </a:ext>
            </a:extLst>
          </p:cNvPr>
          <p:cNvSpPr>
            <a:spLocks noGrp="1"/>
          </p:cNvSpPr>
          <p:nvPr/>
        </p:nvSpPr>
        <p:spPr>
          <a:xfrm>
            <a:off x="283998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3" name="F2_precision_recall_distributions_7587">
            <a:extLst>
              <a:ext uri="{FF2B5EF4-FFF2-40B4-BE49-F238E27FC236}">
                <a16:creationId xmlns:a16="http://schemas.microsoft.com/office/drawing/2014/main" id="{F792D3FD-9D03-43CB-ADD6-D00AA0BBA421}"/>
              </a:ext>
            </a:extLst>
          </p:cNvPr>
          <p:cNvSpPr>
            <a:spLocks noGrp="1"/>
          </p:cNvSpPr>
          <p:nvPr/>
        </p:nvSpPr>
        <p:spPr>
          <a:xfrm>
            <a:off x="298521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4" name="F2_precision_recall_distributions_7588">
            <a:extLst>
              <a:ext uri="{FF2B5EF4-FFF2-40B4-BE49-F238E27FC236}">
                <a16:creationId xmlns:a16="http://schemas.microsoft.com/office/drawing/2014/main" id="{4BA11040-039D-4F76-81F6-4EAA6C425C97}"/>
              </a:ext>
            </a:extLst>
          </p:cNvPr>
          <p:cNvSpPr>
            <a:spLocks noGrp="1"/>
          </p:cNvSpPr>
          <p:nvPr/>
        </p:nvSpPr>
        <p:spPr>
          <a:xfrm>
            <a:off x="3045785" y="72860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5" name="F2_precision_recall_distributions_7589">
            <a:extLst>
              <a:ext uri="{FF2B5EF4-FFF2-40B4-BE49-F238E27FC236}">
                <a16:creationId xmlns:a16="http://schemas.microsoft.com/office/drawing/2014/main" id="{D55BD991-DDE0-4C16-A504-5BA9E4FC5B55}"/>
              </a:ext>
            </a:extLst>
          </p:cNvPr>
          <p:cNvSpPr>
            <a:spLocks noGrp="1"/>
          </p:cNvSpPr>
          <p:nvPr/>
        </p:nvSpPr>
        <p:spPr>
          <a:xfrm>
            <a:off x="29598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6" name="F2_precision_recall_distributions_7590">
            <a:extLst>
              <a:ext uri="{FF2B5EF4-FFF2-40B4-BE49-F238E27FC236}">
                <a16:creationId xmlns:a16="http://schemas.microsoft.com/office/drawing/2014/main" id="{F78D6ABB-79FC-445D-A94D-6C3CA91E8EB2}"/>
              </a:ext>
            </a:extLst>
          </p:cNvPr>
          <p:cNvSpPr>
            <a:spLocks noGrp="1"/>
          </p:cNvSpPr>
          <p:nvPr/>
        </p:nvSpPr>
        <p:spPr>
          <a:xfrm>
            <a:off x="3070324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7" name="F2_precision_recall_distributions_7591">
            <a:extLst>
              <a:ext uri="{FF2B5EF4-FFF2-40B4-BE49-F238E27FC236}">
                <a16:creationId xmlns:a16="http://schemas.microsoft.com/office/drawing/2014/main" id="{5EFBA258-CD8F-4B8A-9352-36612A044AA3}"/>
              </a:ext>
            </a:extLst>
          </p:cNvPr>
          <p:cNvSpPr>
            <a:spLocks noGrp="1"/>
          </p:cNvSpPr>
          <p:nvPr/>
        </p:nvSpPr>
        <p:spPr>
          <a:xfrm>
            <a:off x="3082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8" name="F2_precision_recall_distributions_7592">
            <a:extLst>
              <a:ext uri="{FF2B5EF4-FFF2-40B4-BE49-F238E27FC236}">
                <a16:creationId xmlns:a16="http://schemas.microsoft.com/office/drawing/2014/main" id="{581FBDFE-1286-491D-82AA-AD706A6FED79}"/>
              </a:ext>
            </a:extLst>
          </p:cNvPr>
          <p:cNvSpPr>
            <a:spLocks noGrp="1"/>
          </p:cNvSpPr>
          <p:nvPr/>
        </p:nvSpPr>
        <p:spPr>
          <a:xfrm>
            <a:off x="282497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9" name="F2_precision_recall_distributions_7593">
            <a:extLst>
              <a:ext uri="{FF2B5EF4-FFF2-40B4-BE49-F238E27FC236}">
                <a16:creationId xmlns:a16="http://schemas.microsoft.com/office/drawing/2014/main" id="{79B00B07-C0DE-4F1A-A6AE-B92E118357FE}"/>
              </a:ext>
            </a:extLst>
          </p:cNvPr>
          <p:cNvSpPr>
            <a:spLocks noGrp="1"/>
          </p:cNvSpPr>
          <p:nvPr/>
        </p:nvSpPr>
        <p:spPr>
          <a:xfrm>
            <a:off x="305564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0" name="F2_precision_recall_distributions_7594">
            <a:extLst>
              <a:ext uri="{FF2B5EF4-FFF2-40B4-BE49-F238E27FC236}">
                <a16:creationId xmlns:a16="http://schemas.microsoft.com/office/drawing/2014/main" id="{E1A8E5E5-7FDB-4631-9D19-6742D6DC5498}"/>
              </a:ext>
            </a:extLst>
          </p:cNvPr>
          <p:cNvSpPr>
            <a:spLocks noGrp="1"/>
          </p:cNvSpPr>
          <p:nvPr/>
        </p:nvSpPr>
        <p:spPr>
          <a:xfrm>
            <a:off x="31498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1" name="F2_precision_recall_distributions_7595">
            <a:extLst>
              <a:ext uri="{FF2B5EF4-FFF2-40B4-BE49-F238E27FC236}">
                <a16:creationId xmlns:a16="http://schemas.microsoft.com/office/drawing/2014/main" id="{EB82ACCC-F26A-4C12-B9C8-6634ADAF4B20}"/>
              </a:ext>
            </a:extLst>
          </p:cNvPr>
          <p:cNvSpPr>
            <a:spLocks noGrp="1"/>
          </p:cNvSpPr>
          <p:nvPr/>
        </p:nvSpPr>
        <p:spPr>
          <a:xfrm>
            <a:off x="29671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2" name="F2_precision_recall_distributions_7596">
            <a:extLst>
              <a:ext uri="{FF2B5EF4-FFF2-40B4-BE49-F238E27FC236}">
                <a16:creationId xmlns:a16="http://schemas.microsoft.com/office/drawing/2014/main" id="{BB34D813-E2B4-4846-BE09-7150A146D6B5}"/>
              </a:ext>
            </a:extLst>
          </p:cNvPr>
          <p:cNvSpPr>
            <a:spLocks noGrp="1"/>
          </p:cNvSpPr>
          <p:nvPr/>
        </p:nvSpPr>
        <p:spPr>
          <a:xfrm>
            <a:off x="30249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3" name="F2_precision_recall_distributions_7597">
            <a:extLst>
              <a:ext uri="{FF2B5EF4-FFF2-40B4-BE49-F238E27FC236}">
                <a16:creationId xmlns:a16="http://schemas.microsoft.com/office/drawing/2014/main" id="{FCC74085-8E72-422F-B9D3-4DCB87450FC9}"/>
              </a:ext>
            </a:extLst>
          </p:cNvPr>
          <p:cNvSpPr>
            <a:spLocks noGrp="1"/>
          </p:cNvSpPr>
          <p:nvPr/>
        </p:nvSpPr>
        <p:spPr>
          <a:xfrm>
            <a:off x="30884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4" name="F2_precision_recall_distributions_7598">
            <a:extLst>
              <a:ext uri="{FF2B5EF4-FFF2-40B4-BE49-F238E27FC236}">
                <a16:creationId xmlns:a16="http://schemas.microsoft.com/office/drawing/2014/main" id="{C0BF40CC-5D32-416E-B2C8-9DB74F007B41}"/>
              </a:ext>
            </a:extLst>
          </p:cNvPr>
          <p:cNvSpPr>
            <a:spLocks noGrp="1"/>
          </p:cNvSpPr>
          <p:nvPr/>
        </p:nvSpPr>
        <p:spPr>
          <a:xfrm>
            <a:off x="302151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5" name="F2_precision_recall_distributions_7599">
            <a:extLst>
              <a:ext uri="{FF2B5EF4-FFF2-40B4-BE49-F238E27FC236}">
                <a16:creationId xmlns:a16="http://schemas.microsoft.com/office/drawing/2014/main" id="{109E3230-C67B-4424-9A56-4D803A9BC9C7}"/>
              </a:ext>
            </a:extLst>
          </p:cNvPr>
          <p:cNvSpPr>
            <a:spLocks noGrp="1"/>
          </p:cNvSpPr>
          <p:nvPr/>
        </p:nvSpPr>
        <p:spPr>
          <a:xfrm>
            <a:off x="283205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6" name="F2_precision_recall_distributions_7600">
            <a:extLst>
              <a:ext uri="{FF2B5EF4-FFF2-40B4-BE49-F238E27FC236}">
                <a16:creationId xmlns:a16="http://schemas.microsoft.com/office/drawing/2014/main" id="{1AC66AE1-FD17-44ED-ABF9-52DC5EF8E1F2}"/>
              </a:ext>
            </a:extLst>
          </p:cNvPr>
          <p:cNvSpPr>
            <a:spLocks noGrp="1"/>
          </p:cNvSpPr>
          <p:nvPr/>
        </p:nvSpPr>
        <p:spPr>
          <a:xfrm>
            <a:off x="31689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7" name="F2_precision_recall_distributions_7601">
            <a:extLst>
              <a:ext uri="{FF2B5EF4-FFF2-40B4-BE49-F238E27FC236}">
                <a16:creationId xmlns:a16="http://schemas.microsoft.com/office/drawing/2014/main" id="{A470F284-93B0-4FAA-8A7D-5D0D35D11623}"/>
              </a:ext>
            </a:extLst>
          </p:cNvPr>
          <p:cNvSpPr>
            <a:spLocks noGrp="1"/>
          </p:cNvSpPr>
          <p:nvPr/>
        </p:nvSpPr>
        <p:spPr>
          <a:xfrm>
            <a:off x="2859414" y="77379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8" name="F2_precision_recall_distributions_7602">
            <a:extLst>
              <a:ext uri="{FF2B5EF4-FFF2-40B4-BE49-F238E27FC236}">
                <a16:creationId xmlns:a16="http://schemas.microsoft.com/office/drawing/2014/main" id="{AE8B8B4C-4F7B-4016-B65E-C955BEB2ED06}"/>
              </a:ext>
            </a:extLst>
          </p:cNvPr>
          <p:cNvSpPr>
            <a:spLocks noGrp="1"/>
          </p:cNvSpPr>
          <p:nvPr/>
        </p:nvSpPr>
        <p:spPr>
          <a:xfrm>
            <a:off x="31713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9" name="F2_precision_recall_distributions_7603">
            <a:extLst>
              <a:ext uri="{FF2B5EF4-FFF2-40B4-BE49-F238E27FC236}">
                <a16:creationId xmlns:a16="http://schemas.microsoft.com/office/drawing/2014/main" id="{4229D35A-A0CA-4849-92B0-FD8CF735429B}"/>
              </a:ext>
            </a:extLst>
          </p:cNvPr>
          <p:cNvSpPr>
            <a:spLocks noGrp="1"/>
          </p:cNvSpPr>
          <p:nvPr/>
        </p:nvSpPr>
        <p:spPr>
          <a:xfrm>
            <a:off x="3156027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0" name="F2_precision_recall_distributions_7604">
            <a:extLst>
              <a:ext uri="{FF2B5EF4-FFF2-40B4-BE49-F238E27FC236}">
                <a16:creationId xmlns:a16="http://schemas.microsoft.com/office/drawing/2014/main" id="{1A5FD71D-3CBB-4466-A257-4D0571203B98}"/>
              </a:ext>
            </a:extLst>
          </p:cNvPr>
          <p:cNvSpPr>
            <a:spLocks noGrp="1"/>
          </p:cNvSpPr>
          <p:nvPr/>
        </p:nvSpPr>
        <p:spPr>
          <a:xfrm>
            <a:off x="298055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1" name="F2_precision_recall_distributions_7605">
            <a:extLst>
              <a:ext uri="{FF2B5EF4-FFF2-40B4-BE49-F238E27FC236}">
                <a16:creationId xmlns:a16="http://schemas.microsoft.com/office/drawing/2014/main" id="{6FC694DB-6CBB-4C30-8655-035131500F78}"/>
              </a:ext>
            </a:extLst>
          </p:cNvPr>
          <p:cNvSpPr>
            <a:spLocks noGrp="1"/>
          </p:cNvSpPr>
          <p:nvPr/>
        </p:nvSpPr>
        <p:spPr>
          <a:xfrm>
            <a:off x="30620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2" name="F2_precision_recall_distributions_7606">
            <a:extLst>
              <a:ext uri="{FF2B5EF4-FFF2-40B4-BE49-F238E27FC236}">
                <a16:creationId xmlns:a16="http://schemas.microsoft.com/office/drawing/2014/main" id="{BFC0BCB7-23D3-4B53-8024-621FFD6D975B}"/>
              </a:ext>
            </a:extLst>
          </p:cNvPr>
          <p:cNvSpPr>
            <a:spLocks noGrp="1"/>
          </p:cNvSpPr>
          <p:nvPr/>
        </p:nvSpPr>
        <p:spPr>
          <a:xfrm>
            <a:off x="30247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3" name="F2_precision_recall_distributions_7607">
            <a:extLst>
              <a:ext uri="{FF2B5EF4-FFF2-40B4-BE49-F238E27FC236}">
                <a16:creationId xmlns:a16="http://schemas.microsoft.com/office/drawing/2014/main" id="{A571FAE6-1BD5-461C-9744-0793096F849D}"/>
              </a:ext>
            </a:extLst>
          </p:cNvPr>
          <p:cNvSpPr>
            <a:spLocks noGrp="1"/>
          </p:cNvSpPr>
          <p:nvPr/>
        </p:nvSpPr>
        <p:spPr>
          <a:xfrm>
            <a:off x="2910038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4" name="F2_precision_recall_distributions_7608">
            <a:extLst>
              <a:ext uri="{FF2B5EF4-FFF2-40B4-BE49-F238E27FC236}">
                <a16:creationId xmlns:a16="http://schemas.microsoft.com/office/drawing/2014/main" id="{105FAC64-48E4-4DE2-8225-56D0BE4496D6}"/>
              </a:ext>
            </a:extLst>
          </p:cNvPr>
          <p:cNvSpPr>
            <a:spLocks noGrp="1"/>
          </p:cNvSpPr>
          <p:nvPr/>
        </p:nvSpPr>
        <p:spPr>
          <a:xfrm>
            <a:off x="298318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5" name="F2_precision_recall_distributions_7609">
            <a:extLst>
              <a:ext uri="{FF2B5EF4-FFF2-40B4-BE49-F238E27FC236}">
                <a16:creationId xmlns:a16="http://schemas.microsoft.com/office/drawing/2014/main" id="{6DC6735D-CB8C-4423-A0BF-A2B38A605CFD}"/>
              </a:ext>
            </a:extLst>
          </p:cNvPr>
          <p:cNvSpPr>
            <a:spLocks noGrp="1"/>
          </p:cNvSpPr>
          <p:nvPr/>
        </p:nvSpPr>
        <p:spPr>
          <a:xfrm>
            <a:off x="2948017" y="756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6" name="F2_precision_recall_distributions_7610">
            <a:extLst>
              <a:ext uri="{FF2B5EF4-FFF2-40B4-BE49-F238E27FC236}">
                <a16:creationId xmlns:a16="http://schemas.microsoft.com/office/drawing/2014/main" id="{64196A16-77D8-483C-972E-FEE2C657E83F}"/>
              </a:ext>
            </a:extLst>
          </p:cNvPr>
          <p:cNvSpPr>
            <a:spLocks noGrp="1"/>
          </p:cNvSpPr>
          <p:nvPr/>
        </p:nvSpPr>
        <p:spPr>
          <a:xfrm>
            <a:off x="31220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7" name="F2_precision_recall_distributions_7611">
            <a:extLst>
              <a:ext uri="{FF2B5EF4-FFF2-40B4-BE49-F238E27FC236}">
                <a16:creationId xmlns:a16="http://schemas.microsoft.com/office/drawing/2014/main" id="{2B36674E-7CA4-404F-BB66-57E6A4DCCC1E}"/>
              </a:ext>
            </a:extLst>
          </p:cNvPr>
          <p:cNvSpPr>
            <a:spLocks noGrp="1"/>
          </p:cNvSpPr>
          <p:nvPr/>
        </p:nvSpPr>
        <p:spPr>
          <a:xfrm>
            <a:off x="305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8" name="F2_precision_recall_distributions_7612">
            <a:extLst>
              <a:ext uri="{FF2B5EF4-FFF2-40B4-BE49-F238E27FC236}">
                <a16:creationId xmlns:a16="http://schemas.microsoft.com/office/drawing/2014/main" id="{322AF025-C9E3-428E-A187-E923CA893585}"/>
              </a:ext>
            </a:extLst>
          </p:cNvPr>
          <p:cNvSpPr>
            <a:spLocks noGrp="1"/>
          </p:cNvSpPr>
          <p:nvPr/>
        </p:nvSpPr>
        <p:spPr>
          <a:xfrm>
            <a:off x="312098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9" name="F2_precision_recall_distributions_7613">
            <a:extLst>
              <a:ext uri="{FF2B5EF4-FFF2-40B4-BE49-F238E27FC236}">
                <a16:creationId xmlns:a16="http://schemas.microsoft.com/office/drawing/2014/main" id="{00C5B7B4-9E30-46D6-8E23-87556C2953F6}"/>
              </a:ext>
            </a:extLst>
          </p:cNvPr>
          <p:cNvSpPr>
            <a:spLocks noGrp="1"/>
          </p:cNvSpPr>
          <p:nvPr/>
        </p:nvSpPr>
        <p:spPr>
          <a:xfrm>
            <a:off x="3126194" y="7519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0" name="F2_precision_recall_distributions_7614">
            <a:extLst>
              <a:ext uri="{FF2B5EF4-FFF2-40B4-BE49-F238E27FC236}">
                <a16:creationId xmlns:a16="http://schemas.microsoft.com/office/drawing/2014/main" id="{C4A39CC5-7884-4069-BB30-29972F2BDA04}"/>
              </a:ext>
            </a:extLst>
          </p:cNvPr>
          <p:cNvSpPr>
            <a:spLocks noGrp="1"/>
          </p:cNvSpPr>
          <p:nvPr/>
        </p:nvSpPr>
        <p:spPr>
          <a:xfrm>
            <a:off x="31713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1" name="F2_precision_recall_distributions_7615">
            <a:extLst>
              <a:ext uri="{FF2B5EF4-FFF2-40B4-BE49-F238E27FC236}">
                <a16:creationId xmlns:a16="http://schemas.microsoft.com/office/drawing/2014/main" id="{C5D0F354-D2F1-4C95-AECE-DB55D9D54484}"/>
              </a:ext>
            </a:extLst>
          </p:cNvPr>
          <p:cNvSpPr>
            <a:spLocks noGrp="1"/>
          </p:cNvSpPr>
          <p:nvPr/>
        </p:nvSpPr>
        <p:spPr>
          <a:xfrm>
            <a:off x="3138784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2" name="F2_precision_recall_distributions_7616">
            <a:extLst>
              <a:ext uri="{FF2B5EF4-FFF2-40B4-BE49-F238E27FC236}">
                <a16:creationId xmlns:a16="http://schemas.microsoft.com/office/drawing/2014/main" id="{1F77F4E5-1917-4B57-9EAF-379778FA907D}"/>
              </a:ext>
            </a:extLst>
          </p:cNvPr>
          <p:cNvSpPr>
            <a:spLocks noGrp="1"/>
          </p:cNvSpPr>
          <p:nvPr/>
        </p:nvSpPr>
        <p:spPr>
          <a:xfrm>
            <a:off x="2827260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3" name="F2_precision_recall_distributions_7617">
            <a:extLst>
              <a:ext uri="{FF2B5EF4-FFF2-40B4-BE49-F238E27FC236}">
                <a16:creationId xmlns:a16="http://schemas.microsoft.com/office/drawing/2014/main" id="{47CE22CC-0395-41E7-B550-88E947ABBAE9}"/>
              </a:ext>
            </a:extLst>
          </p:cNvPr>
          <p:cNvSpPr>
            <a:spLocks noGrp="1"/>
          </p:cNvSpPr>
          <p:nvPr/>
        </p:nvSpPr>
        <p:spPr>
          <a:xfrm>
            <a:off x="303961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4" name="F2_precision_recall_distributions_7618">
            <a:extLst>
              <a:ext uri="{FF2B5EF4-FFF2-40B4-BE49-F238E27FC236}">
                <a16:creationId xmlns:a16="http://schemas.microsoft.com/office/drawing/2014/main" id="{FBC08EE5-15DA-4B1B-B3B4-17A106790FB1}"/>
              </a:ext>
            </a:extLst>
          </p:cNvPr>
          <p:cNvSpPr>
            <a:spLocks noGrp="1"/>
          </p:cNvSpPr>
          <p:nvPr/>
        </p:nvSpPr>
        <p:spPr>
          <a:xfrm>
            <a:off x="3073809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5" name="F2_precision_recall_distributions_7619">
            <a:extLst>
              <a:ext uri="{FF2B5EF4-FFF2-40B4-BE49-F238E27FC236}">
                <a16:creationId xmlns:a16="http://schemas.microsoft.com/office/drawing/2014/main" id="{F0C01856-D32B-4F1F-BCEB-94D8F45F44DB}"/>
              </a:ext>
            </a:extLst>
          </p:cNvPr>
          <p:cNvSpPr>
            <a:spLocks noGrp="1"/>
          </p:cNvSpPr>
          <p:nvPr/>
        </p:nvSpPr>
        <p:spPr>
          <a:xfrm>
            <a:off x="30559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6" name="F2_precision_recall_distributions_7620">
            <a:extLst>
              <a:ext uri="{FF2B5EF4-FFF2-40B4-BE49-F238E27FC236}">
                <a16:creationId xmlns:a16="http://schemas.microsoft.com/office/drawing/2014/main" id="{BAFE9196-49B9-405D-8296-70F9050AFFD9}"/>
              </a:ext>
            </a:extLst>
          </p:cNvPr>
          <p:cNvSpPr>
            <a:spLocks noGrp="1"/>
          </p:cNvSpPr>
          <p:nvPr/>
        </p:nvSpPr>
        <p:spPr>
          <a:xfrm>
            <a:off x="288179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7" name="F2_precision_recall_distributions_7621">
            <a:extLst>
              <a:ext uri="{FF2B5EF4-FFF2-40B4-BE49-F238E27FC236}">
                <a16:creationId xmlns:a16="http://schemas.microsoft.com/office/drawing/2014/main" id="{C8B70F6A-C9DC-4EA9-916E-165ABE131C0F}"/>
              </a:ext>
            </a:extLst>
          </p:cNvPr>
          <p:cNvSpPr>
            <a:spLocks noGrp="1"/>
          </p:cNvSpPr>
          <p:nvPr/>
        </p:nvSpPr>
        <p:spPr>
          <a:xfrm>
            <a:off x="29425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8" name="F2_precision_recall_distributions_7622">
            <a:extLst>
              <a:ext uri="{FF2B5EF4-FFF2-40B4-BE49-F238E27FC236}">
                <a16:creationId xmlns:a16="http://schemas.microsoft.com/office/drawing/2014/main" id="{8AB449B3-352D-43AE-B346-6A617D782E7B}"/>
              </a:ext>
            </a:extLst>
          </p:cNvPr>
          <p:cNvSpPr>
            <a:spLocks noGrp="1"/>
          </p:cNvSpPr>
          <p:nvPr/>
        </p:nvSpPr>
        <p:spPr>
          <a:xfrm>
            <a:off x="290149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9" name="F2_precision_recall_distributions_7623">
            <a:extLst>
              <a:ext uri="{FF2B5EF4-FFF2-40B4-BE49-F238E27FC236}">
                <a16:creationId xmlns:a16="http://schemas.microsoft.com/office/drawing/2014/main" id="{3646F8F5-2FC9-4E54-8A3E-37E5E0FE2318}"/>
              </a:ext>
            </a:extLst>
          </p:cNvPr>
          <p:cNvSpPr>
            <a:spLocks noGrp="1"/>
          </p:cNvSpPr>
          <p:nvPr/>
        </p:nvSpPr>
        <p:spPr>
          <a:xfrm>
            <a:off x="298119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0" name="F2_precision_recall_distributions_7624">
            <a:extLst>
              <a:ext uri="{FF2B5EF4-FFF2-40B4-BE49-F238E27FC236}">
                <a16:creationId xmlns:a16="http://schemas.microsoft.com/office/drawing/2014/main" id="{0CA477C5-D383-4476-B9A8-EDBFA384ABBA}"/>
              </a:ext>
            </a:extLst>
          </p:cNvPr>
          <p:cNvSpPr>
            <a:spLocks noGrp="1"/>
          </p:cNvSpPr>
          <p:nvPr/>
        </p:nvSpPr>
        <p:spPr>
          <a:xfrm>
            <a:off x="308142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1" name="F2_precision_recall_distributions_7625">
            <a:extLst>
              <a:ext uri="{FF2B5EF4-FFF2-40B4-BE49-F238E27FC236}">
                <a16:creationId xmlns:a16="http://schemas.microsoft.com/office/drawing/2014/main" id="{F38C8E51-78DD-429E-96D9-10B6DDDDC95C}"/>
              </a:ext>
            </a:extLst>
          </p:cNvPr>
          <p:cNvSpPr>
            <a:spLocks noGrp="1"/>
          </p:cNvSpPr>
          <p:nvPr/>
        </p:nvSpPr>
        <p:spPr>
          <a:xfrm>
            <a:off x="2904675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2" name="F2_precision_recall_distributions_7626">
            <a:extLst>
              <a:ext uri="{FF2B5EF4-FFF2-40B4-BE49-F238E27FC236}">
                <a16:creationId xmlns:a16="http://schemas.microsoft.com/office/drawing/2014/main" id="{E0D771C8-9F72-4034-BD4C-AA197E5479D3}"/>
              </a:ext>
            </a:extLst>
          </p:cNvPr>
          <p:cNvSpPr>
            <a:spLocks noGrp="1"/>
          </p:cNvSpPr>
          <p:nvPr/>
        </p:nvSpPr>
        <p:spPr>
          <a:xfrm>
            <a:off x="30127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3" name="F2_precision_recall_distributions_7627">
            <a:extLst>
              <a:ext uri="{FF2B5EF4-FFF2-40B4-BE49-F238E27FC236}">
                <a16:creationId xmlns:a16="http://schemas.microsoft.com/office/drawing/2014/main" id="{6F07F74B-5CB2-41FD-8022-778F1228F9F4}"/>
              </a:ext>
            </a:extLst>
          </p:cNvPr>
          <p:cNvSpPr>
            <a:spLocks noGrp="1"/>
          </p:cNvSpPr>
          <p:nvPr/>
        </p:nvSpPr>
        <p:spPr>
          <a:xfrm>
            <a:off x="3188838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4" name="F2_precision_recall_distributions_7628">
            <a:extLst>
              <a:ext uri="{FF2B5EF4-FFF2-40B4-BE49-F238E27FC236}">
                <a16:creationId xmlns:a16="http://schemas.microsoft.com/office/drawing/2014/main" id="{2F62E181-C693-4F87-B03E-8CA28E17CF3C}"/>
              </a:ext>
            </a:extLst>
          </p:cNvPr>
          <p:cNvSpPr>
            <a:spLocks noGrp="1"/>
          </p:cNvSpPr>
          <p:nvPr/>
        </p:nvSpPr>
        <p:spPr>
          <a:xfrm>
            <a:off x="312997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5" name="F2_precision_recall_distributions_7629">
            <a:extLst>
              <a:ext uri="{FF2B5EF4-FFF2-40B4-BE49-F238E27FC236}">
                <a16:creationId xmlns:a16="http://schemas.microsoft.com/office/drawing/2014/main" id="{AE986766-5A4A-47F9-A91D-D3BB395B8DE5}"/>
              </a:ext>
            </a:extLst>
          </p:cNvPr>
          <p:cNvSpPr>
            <a:spLocks noGrp="1"/>
          </p:cNvSpPr>
          <p:nvPr/>
        </p:nvSpPr>
        <p:spPr>
          <a:xfrm>
            <a:off x="287946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6" name="F2_precision_recall_distributions_7630">
            <a:extLst>
              <a:ext uri="{FF2B5EF4-FFF2-40B4-BE49-F238E27FC236}">
                <a16:creationId xmlns:a16="http://schemas.microsoft.com/office/drawing/2014/main" id="{0E583FFA-DEC7-40AC-AAC7-166B74311D19}"/>
              </a:ext>
            </a:extLst>
          </p:cNvPr>
          <p:cNvSpPr>
            <a:spLocks noGrp="1"/>
          </p:cNvSpPr>
          <p:nvPr/>
        </p:nvSpPr>
        <p:spPr>
          <a:xfrm>
            <a:off x="284097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7" name="F2_precision_recall_distributions_7631">
            <a:extLst>
              <a:ext uri="{FF2B5EF4-FFF2-40B4-BE49-F238E27FC236}">
                <a16:creationId xmlns:a16="http://schemas.microsoft.com/office/drawing/2014/main" id="{30941A2C-1EE1-4958-85CE-1BB106936428}"/>
              </a:ext>
            </a:extLst>
          </p:cNvPr>
          <p:cNvSpPr>
            <a:spLocks noGrp="1"/>
          </p:cNvSpPr>
          <p:nvPr/>
        </p:nvSpPr>
        <p:spPr>
          <a:xfrm>
            <a:off x="308977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8" name="F2_precision_recall_distributions_7632">
            <a:extLst>
              <a:ext uri="{FF2B5EF4-FFF2-40B4-BE49-F238E27FC236}">
                <a16:creationId xmlns:a16="http://schemas.microsoft.com/office/drawing/2014/main" id="{865B7036-64A5-4EF3-9D64-DAB21ADD38D7}"/>
              </a:ext>
            </a:extLst>
          </p:cNvPr>
          <p:cNvSpPr>
            <a:spLocks noGrp="1"/>
          </p:cNvSpPr>
          <p:nvPr/>
        </p:nvSpPr>
        <p:spPr>
          <a:xfrm>
            <a:off x="2913926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9" name="F2_precision_recall_distributions_7633">
            <a:extLst>
              <a:ext uri="{FF2B5EF4-FFF2-40B4-BE49-F238E27FC236}">
                <a16:creationId xmlns:a16="http://schemas.microsoft.com/office/drawing/2014/main" id="{241536F2-E70C-4D31-B874-4B8FAF3FA755}"/>
              </a:ext>
            </a:extLst>
          </p:cNvPr>
          <p:cNvSpPr>
            <a:spLocks noGrp="1"/>
          </p:cNvSpPr>
          <p:nvPr/>
        </p:nvSpPr>
        <p:spPr>
          <a:xfrm>
            <a:off x="2967225" y="7515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0" name="F2_precision_recall_distributions_7634">
            <a:extLst>
              <a:ext uri="{FF2B5EF4-FFF2-40B4-BE49-F238E27FC236}">
                <a16:creationId xmlns:a16="http://schemas.microsoft.com/office/drawing/2014/main" id="{72E0A3AF-B1B1-4A00-B352-8B9C0D9AEEAB}"/>
              </a:ext>
            </a:extLst>
          </p:cNvPr>
          <p:cNvSpPr>
            <a:spLocks noGrp="1"/>
          </p:cNvSpPr>
          <p:nvPr/>
        </p:nvSpPr>
        <p:spPr>
          <a:xfrm>
            <a:off x="31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1" name="F2_precision_recall_distributions_7635">
            <a:extLst>
              <a:ext uri="{FF2B5EF4-FFF2-40B4-BE49-F238E27FC236}">
                <a16:creationId xmlns:a16="http://schemas.microsoft.com/office/drawing/2014/main" id="{AA046EE3-7333-4401-978A-0612CA49089C}"/>
              </a:ext>
            </a:extLst>
          </p:cNvPr>
          <p:cNvSpPr>
            <a:spLocks noGrp="1"/>
          </p:cNvSpPr>
          <p:nvPr/>
        </p:nvSpPr>
        <p:spPr>
          <a:xfrm>
            <a:off x="3150290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2" name="F2_precision_recall_distributions_7636">
            <a:extLst>
              <a:ext uri="{FF2B5EF4-FFF2-40B4-BE49-F238E27FC236}">
                <a16:creationId xmlns:a16="http://schemas.microsoft.com/office/drawing/2014/main" id="{43591E27-615D-42EE-875E-2235E404B174}"/>
              </a:ext>
            </a:extLst>
          </p:cNvPr>
          <p:cNvSpPr>
            <a:spLocks noGrp="1"/>
          </p:cNvSpPr>
          <p:nvPr/>
        </p:nvSpPr>
        <p:spPr>
          <a:xfrm>
            <a:off x="283410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3" name="F2_precision_recall_distributions_7637">
            <a:extLst>
              <a:ext uri="{FF2B5EF4-FFF2-40B4-BE49-F238E27FC236}">
                <a16:creationId xmlns:a16="http://schemas.microsoft.com/office/drawing/2014/main" id="{C74076A8-27CC-49E2-8733-2BFA7BF01A56}"/>
              </a:ext>
            </a:extLst>
          </p:cNvPr>
          <p:cNvSpPr>
            <a:spLocks noGrp="1"/>
          </p:cNvSpPr>
          <p:nvPr/>
        </p:nvSpPr>
        <p:spPr>
          <a:xfrm>
            <a:off x="28944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4" name="F2_precision_recall_distributions_7638">
            <a:extLst>
              <a:ext uri="{FF2B5EF4-FFF2-40B4-BE49-F238E27FC236}">
                <a16:creationId xmlns:a16="http://schemas.microsoft.com/office/drawing/2014/main" id="{7839653D-865A-46E5-916B-A3B152F8DA46}"/>
              </a:ext>
            </a:extLst>
          </p:cNvPr>
          <p:cNvSpPr>
            <a:spLocks noGrp="1"/>
          </p:cNvSpPr>
          <p:nvPr/>
        </p:nvSpPr>
        <p:spPr>
          <a:xfrm>
            <a:off x="310061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5" name="F2_precision_recall_distributions_7639">
            <a:extLst>
              <a:ext uri="{FF2B5EF4-FFF2-40B4-BE49-F238E27FC236}">
                <a16:creationId xmlns:a16="http://schemas.microsoft.com/office/drawing/2014/main" id="{A3626ACF-C91C-431D-8C6A-1DB493B7C0C7}"/>
              </a:ext>
            </a:extLst>
          </p:cNvPr>
          <p:cNvSpPr>
            <a:spLocks noGrp="1"/>
          </p:cNvSpPr>
          <p:nvPr/>
        </p:nvSpPr>
        <p:spPr>
          <a:xfrm>
            <a:off x="282963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6" name="F2_precision_recall_distributions_7640">
            <a:extLst>
              <a:ext uri="{FF2B5EF4-FFF2-40B4-BE49-F238E27FC236}">
                <a16:creationId xmlns:a16="http://schemas.microsoft.com/office/drawing/2014/main" id="{8DBE5131-D847-4FAA-B114-68CEBDC9DC6D}"/>
              </a:ext>
            </a:extLst>
          </p:cNvPr>
          <p:cNvSpPr>
            <a:spLocks noGrp="1"/>
          </p:cNvSpPr>
          <p:nvPr/>
        </p:nvSpPr>
        <p:spPr>
          <a:xfrm>
            <a:off x="2957258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7" name="F2_precision_recall_distributions_7641">
            <a:extLst>
              <a:ext uri="{FF2B5EF4-FFF2-40B4-BE49-F238E27FC236}">
                <a16:creationId xmlns:a16="http://schemas.microsoft.com/office/drawing/2014/main" id="{61D7C108-2259-40D7-B4D3-A0612457CC00}"/>
              </a:ext>
            </a:extLst>
          </p:cNvPr>
          <p:cNvSpPr>
            <a:spLocks noGrp="1"/>
          </p:cNvSpPr>
          <p:nvPr/>
        </p:nvSpPr>
        <p:spPr>
          <a:xfrm>
            <a:off x="29180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8" name="F2_precision_recall_distributions_7642">
            <a:extLst>
              <a:ext uri="{FF2B5EF4-FFF2-40B4-BE49-F238E27FC236}">
                <a16:creationId xmlns:a16="http://schemas.microsoft.com/office/drawing/2014/main" id="{35B980CA-33DB-4824-9BFF-8A594706EBAA}"/>
              </a:ext>
            </a:extLst>
          </p:cNvPr>
          <p:cNvSpPr>
            <a:spLocks noGrp="1"/>
          </p:cNvSpPr>
          <p:nvPr/>
        </p:nvSpPr>
        <p:spPr>
          <a:xfrm>
            <a:off x="294647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9" name="F2_precision_recall_distributions_7643">
            <a:extLst>
              <a:ext uri="{FF2B5EF4-FFF2-40B4-BE49-F238E27FC236}">
                <a16:creationId xmlns:a16="http://schemas.microsoft.com/office/drawing/2014/main" id="{3AE6DFBD-4E7A-486D-9D7C-B319664302CC}"/>
              </a:ext>
            </a:extLst>
          </p:cNvPr>
          <p:cNvSpPr>
            <a:spLocks noGrp="1"/>
          </p:cNvSpPr>
          <p:nvPr/>
        </p:nvSpPr>
        <p:spPr>
          <a:xfrm>
            <a:off x="3059681" y="7682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0" name="F2_precision_recall_distributions_7644">
            <a:extLst>
              <a:ext uri="{FF2B5EF4-FFF2-40B4-BE49-F238E27FC236}">
                <a16:creationId xmlns:a16="http://schemas.microsoft.com/office/drawing/2014/main" id="{B5581494-77C9-4E22-A3D5-98C4215707BF}"/>
              </a:ext>
            </a:extLst>
          </p:cNvPr>
          <p:cNvSpPr>
            <a:spLocks noGrp="1"/>
          </p:cNvSpPr>
          <p:nvPr/>
        </p:nvSpPr>
        <p:spPr>
          <a:xfrm>
            <a:off x="31753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1" name="F2_precision_recall_distributions_7645">
            <a:extLst>
              <a:ext uri="{FF2B5EF4-FFF2-40B4-BE49-F238E27FC236}">
                <a16:creationId xmlns:a16="http://schemas.microsoft.com/office/drawing/2014/main" id="{E6A8DB9C-5D63-4431-AA25-5B26D4D7532E}"/>
              </a:ext>
            </a:extLst>
          </p:cNvPr>
          <p:cNvSpPr>
            <a:spLocks noGrp="1"/>
          </p:cNvSpPr>
          <p:nvPr/>
        </p:nvSpPr>
        <p:spPr>
          <a:xfrm>
            <a:off x="295107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2" name="F2_precision_recall_distributions_7646">
            <a:extLst>
              <a:ext uri="{FF2B5EF4-FFF2-40B4-BE49-F238E27FC236}">
                <a16:creationId xmlns:a16="http://schemas.microsoft.com/office/drawing/2014/main" id="{6A2BF228-51D6-4A3E-A79A-0D321C3E4BA5}"/>
              </a:ext>
            </a:extLst>
          </p:cNvPr>
          <p:cNvSpPr>
            <a:spLocks noGrp="1"/>
          </p:cNvSpPr>
          <p:nvPr/>
        </p:nvSpPr>
        <p:spPr>
          <a:xfrm>
            <a:off x="3842873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833" name="F2_precision_recall_distributions_7647">
            <a:extLst>
              <a:ext uri="{FF2B5EF4-FFF2-40B4-BE49-F238E27FC236}">
                <a16:creationId xmlns:a16="http://schemas.microsoft.com/office/drawing/2014/main" id="{A76F9BCD-E67F-43A3-A181-984E668DFF11}"/>
              </a:ext>
            </a:extLst>
          </p:cNvPr>
          <p:cNvSpPr>
            <a:spLocks noGrp="1"/>
          </p:cNvSpPr>
          <p:nvPr/>
        </p:nvSpPr>
        <p:spPr>
          <a:xfrm>
            <a:off x="42030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4" name="F2_precision_recall_distributions_7648">
            <a:extLst>
              <a:ext uri="{FF2B5EF4-FFF2-40B4-BE49-F238E27FC236}">
                <a16:creationId xmlns:a16="http://schemas.microsoft.com/office/drawing/2014/main" id="{F025FAA9-8242-491F-B873-F1D41DA53154}"/>
              </a:ext>
            </a:extLst>
          </p:cNvPr>
          <p:cNvSpPr>
            <a:spLocks noGrp="1"/>
          </p:cNvSpPr>
          <p:nvPr/>
        </p:nvSpPr>
        <p:spPr>
          <a:xfrm>
            <a:off x="4021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5" name="F2_precision_recall_distributions_7649">
            <a:extLst>
              <a:ext uri="{FF2B5EF4-FFF2-40B4-BE49-F238E27FC236}">
                <a16:creationId xmlns:a16="http://schemas.microsoft.com/office/drawing/2014/main" id="{013CCF38-BD0D-40B5-8156-B7E3C9F6649C}"/>
              </a:ext>
            </a:extLst>
          </p:cNvPr>
          <p:cNvSpPr>
            <a:spLocks noGrp="1"/>
          </p:cNvSpPr>
          <p:nvPr/>
        </p:nvSpPr>
        <p:spPr>
          <a:xfrm>
            <a:off x="42325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6" name="F2_precision_recall_distributions_7650">
            <a:extLst>
              <a:ext uri="{FF2B5EF4-FFF2-40B4-BE49-F238E27FC236}">
                <a16:creationId xmlns:a16="http://schemas.microsoft.com/office/drawing/2014/main" id="{7A77DF93-6075-48C1-8CF6-5C39780BE725}"/>
              </a:ext>
            </a:extLst>
          </p:cNvPr>
          <p:cNvSpPr>
            <a:spLocks noGrp="1"/>
          </p:cNvSpPr>
          <p:nvPr/>
        </p:nvSpPr>
        <p:spPr>
          <a:xfrm>
            <a:off x="41835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7" name="F2_precision_recall_distributions_7651">
            <a:extLst>
              <a:ext uri="{FF2B5EF4-FFF2-40B4-BE49-F238E27FC236}">
                <a16:creationId xmlns:a16="http://schemas.microsoft.com/office/drawing/2014/main" id="{7C228467-2689-4ECA-A2AD-E3302CBCF890}"/>
              </a:ext>
            </a:extLst>
          </p:cNvPr>
          <p:cNvSpPr>
            <a:spLocks noGrp="1"/>
          </p:cNvSpPr>
          <p:nvPr/>
        </p:nvSpPr>
        <p:spPr>
          <a:xfrm>
            <a:off x="4119899" y="7801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8" name="F2_precision_recall_distributions_7652">
            <a:extLst>
              <a:ext uri="{FF2B5EF4-FFF2-40B4-BE49-F238E27FC236}">
                <a16:creationId xmlns:a16="http://schemas.microsoft.com/office/drawing/2014/main" id="{06584BAE-10AB-45A1-BCFC-F3C5F4CD0449}"/>
              </a:ext>
            </a:extLst>
          </p:cNvPr>
          <p:cNvSpPr>
            <a:spLocks noGrp="1"/>
          </p:cNvSpPr>
          <p:nvPr/>
        </p:nvSpPr>
        <p:spPr>
          <a:xfrm>
            <a:off x="40788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9" name="F2_precision_recall_distributions_7653">
            <a:extLst>
              <a:ext uri="{FF2B5EF4-FFF2-40B4-BE49-F238E27FC236}">
                <a16:creationId xmlns:a16="http://schemas.microsoft.com/office/drawing/2014/main" id="{613E3E2E-5E84-4E5A-B032-B5FA489BB062}"/>
              </a:ext>
            </a:extLst>
          </p:cNvPr>
          <p:cNvSpPr>
            <a:spLocks noGrp="1"/>
          </p:cNvSpPr>
          <p:nvPr/>
        </p:nvSpPr>
        <p:spPr>
          <a:xfrm>
            <a:off x="41570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0" name="F2_precision_recall_distributions_7654">
            <a:extLst>
              <a:ext uri="{FF2B5EF4-FFF2-40B4-BE49-F238E27FC236}">
                <a16:creationId xmlns:a16="http://schemas.microsoft.com/office/drawing/2014/main" id="{E62BBF7C-E579-47C9-ABA6-2E11E6B8FE11}"/>
              </a:ext>
            </a:extLst>
          </p:cNvPr>
          <p:cNvSpPr>
            <a:spLocks noGrp="1"/>
          </p:cNvSpPr>
          <p:nvPr/>
        </p:nvSpPr>
        <p:spPr>
          <a:xfrm>
            <a:off x="4334754" y="78071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1" name="F2_precision_recall_distributions_7655">
            <a:extLst>
              <a:ext uri="{FF2B5EF4-FFF2-40B4-BE49-F238E27FC236}">
                <a16:creationId xmlns:a16="http://schemas.microsoft.com/office/drawing/2014/main" id="{4AEA3313-DB03-430D-818E-AAE3F8E70086}"/>
              </a:ext>
            </a:extLst>
          </p:cNvPr>
          <p:cNvSpPr>
            <a:spLocks noGrp="1"/>
          </p:cNvSpPr>
          <p:nvPr/>
        </p:nvSpPr>
        <p:spPr>
          <a:xfrm>
            <a:off x="42057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2" name="F2_precision_recall_distributions_7656">
            <a:extLst>
              <a:ext uri="{FF2B5EF4-FFF2-40B4-BE49-F238E27FC236}">
                <a16:creationId xmlns:a16="http://schemas.microsoft.com/office/drawing/2014/main" id="{7BAC8EE2-2989-4CDE-A46F-ED4775CD324C}"/>
              </a:ext>
            </a:extLst>
          </p:cNvPr>
          <p:cNvSpPr>
            <a:spLocks noGrp="1"/>
          </p:cNvSpPr>
          <p:nvPr/>
        </p:nvSpPr>
        <p:spPr>
          <a:xfrm>
            <a:off x="4253972" y="7810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3" name="F2_precision_recall_distributions_7657">
            <a:extLst>
              <a:ext uri="{FF2B5EF4-FFF2-40B4-BE49-F238E27FC236}">
                <a16:creationId xmlns:a16="http://schemas.microsoft.com/office/drawing/2014/main" id="{C2068262-808F-4572-80DF-F0BAD66552E8}"/>
              </a:ext>
            </a:extLst>
          </p:cNvPr>
          <p:cNvSpPr>
            <a:spLocks noGrp="1"/>
          </p:cNvSpPr>
          <p:nvPr/>
        </p:nvSpPr>
        <p:spPr>
          <a:xfrm>
            <a:off x="4062381" y="7806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4" name="F2_precision_recall_distributions_7658">
            <a:extLst>
              <a:ext uri="{FF2B5EF4-FFF2-40B4-BE49-F238E27FC236}">
                <a16:creationId xmlns:a16="http://schemas.microsoft.com/office/drawing/2014/main" id="{7B9D7676-4090-4568-9510-1BB02D9A3668}"/>
              </a:ext>
            </a:extLst>
          </p:cNvPr>
          <p:cNvSpPr>
            <a:spLocks noGrp="1"/>
          </p:cNvSpPr>
          <p:nvPr/>
        </p:nvSpPr>
        <p:spPr>
          <a:xfrm>
            <a:off x="4341166" y="77257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5" name="F2_precision_recall_distributions_7659">
            <a:extLst>
              <a:ext uri="{FF2B5EF4-FFF2-40B4-BE49-F238E27FC236}">
                <a16:creationId xmlns:a16="http://schemas.microsoft.com/office/drawing/2014/main" id="{8FE1D838-A400-451D-943D-BA6D0E9D40BA}"/>
              </a:ext>
            </a:extLst>
          </p:cNvPr>
          <p:cNvSpPr>
            <a:spLocks noGrp="1"/>
          </p:cNvSpPr>
          <p:nvPr/>
        </p:nvSpPr>
        <p:spPr>
          <a:xfrm>
            <a:off x="4102116" y="7809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6" name="F2_precision_recall_distributions_7660">
            <a:extLst>
              <a:ext uri="{FF2B5EF4-FFF2-40B4-BE49-F238E27FC236}">
                <a16:creationId xmlns:a16="http://schemas.microsoft.com/office/drawing/2014/main" id="{5F5B9EF9-AA06-472D-9A1C-3D85ACEAA854}"/>
              </a:ext>
            </a:extLst>
          </p:cNvPr>
          <p:cNvSpPr>
            <a:spLocks noGrp="1"/>
          </p:cNvSpPr>
          <p:nvPr/>
        </p:nvSpPr>
        <p:spPr>
          <a:xfrm>
            <a:off x="40935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7" name="F2_precision_recall_distributions_7661">
            <a:extLst>
              <a:ext uri="{FF2B5EF4-FFF2-40B4-BE49-F238E27FC236}">
                <a16:creationId xmlns:a16="http://schemas.microsoft.com/office/drawing/2014/main" id="{B738A2D1-1996-4EA7-ADB4-C2907AEFB415}"/>
              </a:ext>
            </a:extLst>
          </p:cNvPr>
          <p:cNvSpPr>
            <a:spLocks noGrp="1"/>
          </p:cNvSpPr>
          <p:nvPr/>
        </p:nvSpPr>
        <p:spPr>
          <a:xfrm>
            <a:off x="40329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8" name="F2_precision_recall_distributions_7662">
            <a:extLst>
              <a:ext uri="{FF2B5EF4-FFF2-40B4-BE49-F238E27FC236}">
                <a16:creationId xmlns:a16="http://schemas.microsoft.com/office/drawing/2014/main" id="{37607FB3-8FE9-4265-8A5A-F71177854C2C}"/>
              </a:ext>
            </a:extLst>
          </p:cNvPr>
          <p:cNvSpPr>
            <a:spLocks noGrp="1"/>
          </p:cNvSpPr>
          <p:nvPr/>
        </p:nvSpPr>
        <p:spPr>
          <a:xfrm>
            <a:off x="4010501" y="78101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9" name="F2_precision_recall_distributions_7663">
            <a:extLst>
              <a:ext uri="{FF2B5EF4-FFF2-40B4-BE49-F238E27FC236}">
                <a16:creationId xmlns:a16="http://schemas.microsoft.com/office/drawing/2014/main" id="{9558CD6A-8068-4346-BCCE-37DA02E9085E}"/>
              </a:ext>
            </a:extLst>
          </p:cNvPr>
          <p:cNvSpPr>
            <a:spLocks noGrp="1"/>
          </p:cNvSpPr>
          <p:nvPr/>
        </p:nvSpPr>
        <p:spPr>
          <a:xfrm>
            <a:off x="42538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0" name="F2_precision_recall_distributions_7664">
            <a:extLst>
              <a:ext uri="{FF2B5EF4-FFF2-40B4-BE49-F238E27FC236}">
                <a16:creationId xmlns:a16="http://schemas.microsoft.com/office/drawing/2014/main" id="{4536F91F-DFF8-40A8-BF5A-2BE89CC1C0F1}"/>
              </a:ext>
            </a:extLst>
          </p:cNvPr>
          <p:cNvSpPr>
            <a:spLocks noGrp="1"/>
          </p:cNvSpPr>
          <p:nvPr/>
        </p:nvSpPr>
        <p:spPr>
          <a:xfrm>
            <a:off x="42795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1" name="F2_precision_recall_distributions_7665">
            <a:extLst>
              <a:ext uri="{FF2B5EF4-FFF2-40B4-BE49-F238E27FC236}">
                <a16:creationId xmlns:a16="http://schemas.microsoft.com/office/drawing/2014/main" id="{6973D274-2291-4417-81C1-A5D3EE1E921A}"/>
              </a:ext>
            </a:extLst>
          </p:cNvPr>
          <p:cNvSpPr>
            <a:spLocks noGrp="1"/>
          </p:cNvSpPr>
          <p:nvPr/>
        </p:nvSpPr>
        <p:spPr>
          <a:xfrm>
            <a:off x="40164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2" name="F2_precision_recall_distributions_7666">
            <a:extLst>
              <a:ext uri="{FF2B5EF4-FFF2-40B4-BE49-F238E27FC236}">
                <a16:creationId xmlns:a16="http://schemas.microsoft.com/office/drawing/2014/main" id="{5D37B8E3-57C4-4E3B-B2DD-A1F130CC1D24}"/>
              </a:ext>
            </a:extLst>
          </p:cNvPr>
          <p:cNvSpPr>
            <a:spLocks noGrp="1"/>
          </p:cNvSpPr>
          <p:nvPr/>
        </p:nvSpPr>
        <p:spPr>
          <a:xfrm>
            <a:off x="4018814" y="7813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3" name="F2_precision_recall_distributions_7667">
            <a:extLst>
              <a:ext uri="{FF2B5EF4-FFF2-40B4-BE49-F238E27FC236}">
                <a16:creationId xmlns:a16="http://schemas.microsoft.com/office/drawing/2014/main" id="{47B3C1AA-2A64-493E-87C1-F86D343F43D1}"/>
              </a:ext>
            </a:extLst>
          </p:cNvPr>
          <p:cNvSpPr>
            <a:spLocks noGrp="1"/>
          </p:cNvSpPr>
          <p:nvPr/>
        </p:nvSpPr>
        <p:spPr>
          <a:xfrm>
            <a:off x="4338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4" name="F2_precision_recall_distributions_7668">
            <a:extLst>
              <a:ext uri="{FF2B5EF4-FFF2-40B4-BE49-F238E27FC236}">
                <a16:creationId xmlns:a16="http://schemas.microsoft.com/office/drawing/2014/main" id="{BA233392-15BA-40C4-87C9-41AF7DFDD154}"/>
              </a:ext>
            </a:extLst>
          </p:cNvPr>
          <p:cNvSpPr>
            <a:spLocks noGrp="1"/>
          </p:cNvSpPr>
          <p:nvPr/>
        </p:nvSpPr>
        <p:spPr>
          <a:xfrm>
            <a:off x="42804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5" name="F2_precision_recall_distributions_7669">
            <a:extLst>
              <a:ext uri="{FF2B5EF4-FFF2-40B4-BE49-F238E27FC236}">
                <a16:creationId xmlns:a16="http://schemas.microsoft.com/office/drawing/2014/main" id="{EDF3E777-791A-49A3-AFE6-87879ECE45DC}"/>
              </a:ext>
            </a:extLst>
          </p:cNvPr>
          <p:cNvSpPr>
            <a:spLocks noGrp="1"/>
          </p:cNvSpPr>
          <p:nvPr/>
        </p:nvSpPr>
        <p:spPr>
          <a:xfrm>
            <a:off x="4229320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6" name="F2_precision_recall_distributions_7670">
            <a:extLst>
              <a:ext uri="{FF2B5EF4-FFF2-40B4-BE49-F238E27FC236}">
                <a16:creationId xmlns:a16="http://schemas.microsoft.com/office/drawing/2014/main" id="{64AC9CF9-C2A2-4C02-B670-BFE0D3BB7E47}"/>
              </a:ext>
            </a:extLst>
          </p:cNvPr>
          <p:cNvSpPr>
            <a:spLocks noGrp="1"/>
          </p:cNvSpPr>
          <p:nvPr/>
        </p:nvSpPr>
        <p:spPr>
          <a:xfrm>
            <a:off x="4283145" y="77781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7" name="F2_precision_recall_distributions_7671">
            <a:extLst>
              <a:ext uri="{FF2B5EF4-FFF2-40B4-BE49-F238E27FC236}">
                <a16:creationId xmlns:a16="http://schemas.microsoft.com/office/drawing/2014/main" id="{90A84E8B-97CE-4A9F-880D-2060F1191CB8}"/>
              </a:ext>
            </a:extLst>
          </p:cNvPr>
          <p:cNvSpPr>
            <a:spLocks noGrp="1"/>
          </p:cNvSpPr>
          <p:nvPr/>
        </p:nvSpPr>
        <p:spPr>
          <a:xfrm>
            <a:off x="4092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8" name="F2_precision_recall_distributions_7672">
            <a:extLst>
              <a:ext uri="{FF2B5EF4-FFF2-40B4-BE49-F238E27FC236}">
                <a16:creationId xmlns:a16="http://schemas.microsoft.com/office/drawing/2014/main" id="{4C67FC44-940D-41F7-A6BA-39A8C69A6B2C}"/>
              </a:ext>
            </a:extLst>
          </p:cNvPr>
          <p:cNvSpPr>
            <a:spLocks noGrp="1"/>
          </p:cNvSpPr>
          <p:nvPr/>
        </p:nvSpPr>
        <p:spPr>
          <a:xfrm>
            <a:off x="41754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9" name="F2_precision_recall_distributions_7673">
            <a:extLst>
              <a:ext uri="{FF2B5EF4-FFF2-40B4-BE49-F238E27FC236}">
                <a16:creationId xmlns:a16="http://schemas.microsoft.com/office/drawing/2014/main" id="{31C12E3F-FEBF-450D-AB41-06585F61CA6F}"/>
              </a:ext>
            </a:extLst>
          </p:cNvPr>
          <p:cNvSpPr>
            <a:spLocks noGrp="1"/>
          </p:cNvSpPr>
          <p:nvPr/>
        </p:nvSpPr>
        <p:spPr>
          <a:xfrm>
            <a:off x="40790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0" name="F2_precision_recall_distributions_7674">
            <a:extLst>
              <a:ext uri="{FF2B5EF4-FFF2-40B4-BE49-F238E27FC236}">
                <a16:creationId xmlns:a16="http://schemas.microsoft.com/office/drawing/2014/main" id="{460E5161-CE2B-4E44-AE74-E13F577B2BFE}"/>
              </a:ext>
            </a:extLst>
          </p:cNvPr>
          <p:cNvSpPr>
            <a:spLocks noGrp="1"/>
          </p:cNvSpPr>
          <p:nvPr/>
        </p:nvSpPr>
        <p:spPr>
          <a:xfrm>
            <a:off x="4333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1" name="F2_precision_recall_distributions_7675">
            <a:extLst>
              <a:ext uri="{FF2B5EF4-FFF2-40B4-BE49-F238E27FC236}">
                <a16:creationId xmlns:a16="http://schemas.microsoft.com/office/drawing/2014/main" id="{7E5B3A18-03BB-4E6F-BC40-A0A3C9168B28}"/>
              </a:ext>
            </a:extLst>
          </p:cNvPr>
          <p:cNvSpPr>
            <a:spLocks noGrp="1"/>
          </p:cNvSpPr>
          <p:nvPr/>
        </p:nvSpPr>
        <p:spPr>
          <a:xfrm>
            <a:off x="4333676" y="78110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2" name="F2_precision_recall_distributions_7676">
            <a:extLst>
              <a:ext uri="{FF2B5EF4-FFF2-40B4-BE49-F238E27FC236}">
                <a16:creationId xmlns:a16="http://schemas.microsoft.com/office/drawing/2014/main" id="{94F37ADB-4B8F-4733-A8A3-C5FC19D026E6}"/>
              </a:ext>
            </a:extLst>
          </p:cNvPr>
          <p:cNvSpPr>
            <a:spLocks noGrp="1"/>
          </p:cNvSpPr>
          <p:nvPr/>
        </p:nvSpPr>
        <p:spPr>
          <a:xfrm>
            <a:off x="40506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3" name="F2_precision_recall_distributions_7677">
            <a:extLst>
              <a:ext uri="{FF2B5EF4-FFF2-40B4-BE49-F238E27FC236}">
                <a16:creationId xmlns:a16="http://schemas.microsoft.com/office/drawing/2014/main" id="{D85C4C0F-6D79-4BDF-9D1E-98F429F1C6B6}"/>
              </a:ext>
            </a:extLst>
          </p:cNvPr>
          <p:cNvSpPr>
            <a:spLocks noGrp="1"/>
          </p:cNvSpPr>
          <p:nvPr/>
        </p:nvSpPr>
        <p:spPr>
          <a:xfrm>
            <a:off x="40760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4" name="F2_precision_recall_distributions_7678">
            <a:extLst>
              <a:ext uri="{FF2B5EF4-FFF2-40B4-BE49-F238E27FC236}">
                <a16:creationId xmlns:a16="http://schemas.microsoft.com/office/drawing/2014/main" id="{7708DECE-0703-412F-AC1F-D1CEB5485187}"/>
              </a:ext>
            </a:extLst>
          </p:cNvPr>
          <p:cNvSpPr>
            <a:spLocks noGrp="1"/>
          </p:cNvSpPr>
          <p:nvPr/>
        </p:nvSpPr>
        <p:spPr>
          <a:xfrm>
            <a:off x="4323560" y="78069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5" name="F2_precision_recall_distributions_7679">
            <a:extLst>
              <a:ext uri="{FF2B5EF4-FFF2-40B4-BE49-F238E27FC236}">
                <a16:creationId xmlns:a16="http://schemas.microsoft.com/office/drawing/2014/main" id="{E3BAD7EC-730B-44D5-94E3-17924D4A3C33}"/>
              </a:ext>
            </a:extLst>
          </p:cNvPr>
          <p:cNvSpPr>
            <a:spLocks noGrp="1"/>
          </p:cNvSpPr>
          <p:nvPr/>
        </p:nvSpPr>
        <p:spPr>
          <a:xfrm>
            <a:off x="42927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6" name="F2_precision_recall_distributions_7680">
            <a:extLst>
              <a:ext uri="{FF2B5EF4-FFF2-40B4-BE49-F238E27FC236}">
                <a16:creationId xmlns:a16="http://schemas.microsoft.com/office/drawing/2014/main" id="{7C002E34-8FF8-49F7-BEBA-02439E1AEB6E}"/>
              </a:ext>
            </a:extLst>
          </p:cNvPr>
          <p:cNvSpPr>
            <a:spLocks noGrp="1"/>
          </p:cNvSpPr>
          <p:nvPr/>
        </p:nvSpPr>
        <p:spPr>
          <a:xfrm>
            <a:off x="43046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7" name="F2_precision_recall_distributions_7681">
            <a:extLst>
              <a:ext uri="{FF2B5EF4-FFF2-40B4-BE49-F238E27FC236}">
                <a16:creationId xmlns:a16="http://schemas.microsoft.com/office/drawing/2014/main" id="{56499FFB-D95E-45F1-9FFB-07B9DC2EF3EF}"/>
              </a:ext>
            </a:extLst>
          </p:cNvPr>
          <p:cNvSpPr>
            <a:spLocks noGrp="1"/>
          </p:cNvSpPr>
          <p:nvPr/>
        </p:nvSpPr>
        <p:spPr>
          <a:xfrm>
            <a:off x="4212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8" name="F2_precision_recall_distributions_7682">
            <a:extLst>
              <a:ext uri="{FF2B5EF4-FFF2-40B4-BE49-F238E27FC236}">
                <a16:creationId xmlns:a16="http://schemas.microsoft.com/office/drawing/2014/main" id="{FA01A578-237D-4145-A40B-297EF570E6E0}"/>
              </a:ext>
            </a:extLst>
          </p:cNvPr>
          <p:cNvSpPr>
            <a:spLocks noGrp="1"/>
          </p:cNvSpPr>
          <p:nvPr/>
        </p:nvSpPr>
        <p:spPr>
          <a:xfrm>
            <a:off x="40980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9" name="F2_precision_recall_distributions_7683">
            <a:extLst>
              <a:ext uri="{FF2B5EF4-FFF2-40B4-BE49-F238E27FC236}">
                <a16:creationId xmlns:a16="http://schemas.microsoft.com/office/drawing/2014/main" id="{CF2A8119-0AAF-4B08-9A68-32BE5EDEBB61}"/>
              </a:ext>
            </a:extLst>
          </p:cNvPr>
          <p:cNvSpPr>
            <a:spLocks noGrp="1"/>
          </p:cNvSpPr>
          <p:nvPr/>
        </p:nvSpPr>
        <p:spPr>
          <a:xfrm>
            <a:off x="41016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0" name="F2_precision_recall_distributions_7684">
            <a:extLst>
              <a:ext uri="{FF2B5EF4-FFF2-40B4-BE49-F238E27FC236}">
                <a16:creationId xmlns:a16="http://schemas.microsoft.com/office/drawing/2014/main" id="{434BE7F1-0E65-4860-B714-B7471F08928B}"/>
              </a:ext>
            </a:extLst>
          </p:cNvPr>
          <p:cNvSpPr>
            <a:spLocks noGrp="1"/>
          </p:cNvSpPr>
          <p:nvPr/>
        </p:nvSpPr>
        <p:spPr>
          <a:xfrm>
            <a:off x="39836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1" name="F2_precision_recall_distributions_7685">
            <a:extLst>
              <a:ext uri="{FF2B5EF4-FFF2-40B4-BE49-F238E27FC236}">
                <a16:creationId xmlns:a16="http://schemas.microsoft.com/office/drawing/2014/main" id="{74BFC462-E80A-4577-968A-88D7AE1CF906}"/>
              </a:ext>
            </a:extLst>
          </p:cNvPr>
          <p:cNvSpPr>
            <a:spLocks noGrp="1"/>
          </p:cNvSpPr>
          <p:nvPr/>
        </p:nvSpPr>
        <p:spPr>
          <a:xfrm>
            <a:off x="42650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2" name="F2_precision_recall_distributions_7686">
            <a:extLst>
              <a:ext uri="{FF2B5EF4-FFF2-40B4-BE49-F238E27FC236}">
                <a16:creationId xmlns:a16="http://schemas.microsoft.com/office/drawing/2014/main" id="{FAB792D5-066C-4BA5-951C-B97A400EBB42}"/>
              </a:ext>
            </a:extLst>
          </p:cNvPr>
          <p:cNvSpPr>
            <a:spLocks noGrp="1"/>
          </p:cNvSpPr>
          <p:nvPr/>
        </p:nvSpPr>
        <p:spPr>
          <a:xfrm>
            <a:off x="3990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3" name="F2_precision_recall_distributions_7687">
            <a:extLst>
              <a:ext uri="{FF2B5EF4-FFF2-40B4-BE49-F238E27FC236}">
                <a16:creationId xmlns:a16="http://schemas.microsoft.com/office/drawing/2014/main" id="{D0A23FE1-B2F3-45A5-984E-31F300D446ED}"/>
              </a:ext>
            </a:extLst>
          </p:cNvPr>
          <p:cNvSpPr>
            <a:spLocks noGrp="1"/>
          </p:cNvSpPr>
          <p:nvPr/>
        </p:nvSpPr>
        <p:spPr>
          <a:xfrm>
            <a:off x="41592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4" name="F2_precision_recall_distributions_7688">
            <a:extLst>
              <a:ext uri="{FF2B5EF4-FFF2-40B4-BE49-F238E27FC236}">
                <a16:creationId xmlns:a16="http://schemas.microsoft.com/office/drawing/2014/main" id="{7DF342BF-7307-4988-8973-FB7C947E9E33}"/>
              </a:ext>
            </a:extLst>
          </p:cNvPr>
          <p:cNvSpPr>
            <a:spLocks noGrp="1"/>
          </p:cNvSpPr>
          <p:nvPr/>
        </p:nvSpPr>
        <p:spPr>
          <a:xfrm>
            <a:off x="39934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5" name="F2_precision_recall_distributions_7689">
            <a:extLst>
              <a:ext uri="{FF2B5EF4-FFF2-40B4-BE49-F238E27FC236}">
                <a16:creationId xmlns:a16="http://schemas.microsoft.com/office/drawing/2014/main" id="{3377F46F-D156-4B9B-9D28-93537A9A5E39}"/>
              </a:ext>
            </a:extLst>
          </p:cNvPr>
          <p:cNvSpPr>
            <a:spLocks noGrp="1"/>
          </p:cNvSpPr>
          <p:nvPr/>
        </p:nvSpPr>
        <p:spPr>
          <a:xfrm>
            <a:off x="40068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6" name="F2_precision_recall_distributions_7690">
            <a:extLst>
              <a:ext uri="{FF2B5EF4-FFF2-40B4-BE49-F238E27FC236}">
                <a16:creationId xmlns:a16="http://schemas.microsoft.com/office/drawing/2014/main" id="{C6981660-A5C8-4211-8A68-CDD89AE689FB}"/>
              </a:ext>
            </a:extLst>
          </p:cNvPr>
          <p:cNvSpPr>
            <a:spLocks noGrp="1"/>
          </p:cNvSpPr>
          <p:nvPr/>
        </p:nvSpPr>
        <p:spPr>
          <a:xfrm>
            <a:off x="41749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7" name="F2_precision_recall_distributions_7691">
            <a:extLst>
              <a:ext uri="{FF2B5EF4-FFF2-40B4-BE49-F238E27FC236}">
                <a16:creationId xmlns:a16="http://schemas.microsoft.com/office/drawing/2014/main" id="{B29A4B81-EB6C-4338-80D8-24CC3BEE8B4F}"/>
              </a:ext>
            </a:extLst>
          </p:cNvPr>
          <p:cNvSpPr>
            <a:spLocks noGrp="1"/>
          </p:cNvSpPr>
          <p:nvPr/>
        </p:nvSpPr>
        <p:spPr>
          <a:xfrm>
            <a:off x="43444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8" name="F2_precision_recall_distributions_7692">
            <a:extLst>
              <a:ext uri="{FF2B5EF4-FFF2-40B4-BE49-F238E27FC236}">
                <a16:creationId xmlns:a16="http://schemas.microsoft.com/office/drawing/2014/main" id="{62A10343-17C9-44CE-ABF2-F1F8FB4BE0DC}"/>
              </a:ext>
            </a:extLst>
          </p:cNvPr>
          <p:cNvSpPr>
            <a:spLocks noGrp="1"/>
          </p:cNvSpPr>
          <p:nvPr/>
        </p:nvSpPr>
        <p:spPr>
          <a:xfrm>
            <a:off x="43054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9" name="F2_precision_recall_distributions_7693">
            <a:extLst>
              <a:ext uri="{FF2B5EF4-FFF2-40B4-BE49-F238E27FC236}">
                <a16:creationId xmlns:a16="http://schemas.microsoft.com/office/drawing/2014/main" id="{EF80B8E4-6B4A-4740-8E52-CCB74E352F44}"/>
              </a:ext>
            </a:extLst>
          </p:cNvPr>
          <p:cNvSpPr>
            <a:spLocks noGrp="1"/>
          </p:cNvSpPr>
          <p:nvPr/>
        </p:nvSpPr>
        <p:spPr>
          <a:xfrm>
            <a:off x="4323978" y="78082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0" name="F2_precision_recall_distributions_7694">
            <a:extLst>
              <a:ext uri="{FF2B5EF4-FFF2-40B4-BE49-F238E27FC236}">
                <a16:creationId xmlns:a16="http://schemas.microsoft.com/office/drawing/2014/main" id="{F1237B14-47A1-4681-8FA9-DAC981881F51}"/>
              </a:ext>
            </a:extLst>
          </p:cNvPr>
          <p:cNvSpPr>
            <a:spLocks noGrp="1"/>
          </p:cNvSpPr>
          <p:nvPr/>
        </p:nvSpPr>
        <p:spPr>
          <a:xfrm>
            <a:off x="41436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1" name="F2_precision_recall_distributions_7695">
            <a:extLst>
              <a:ext uri="{FF2B5EF4-FFF2-40B4-BE49-F238E27FC236}">
                <a16:creationId xmlns:a16="http://schemas.microsoft.com/office/drawing/2014/main" id="{FA689CE0-2120-40D1-8300-AE8A9A24C1F6}"/>
              </a:ext>
            </a:extLst>
          </p:cNvPr>
          <p:cNvSpPr>
            <a:spLocks noGrp="1"/>
          </p:cNvSpPr>
          <p:nvPr/>
        </p:nvSpPr>
        <p:spPr>
          <a:xfrm>
            <a:off x="43253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2" name="F2_precision_recall_distributions_7696">
            <a:extLst>
              <a:ext uri="{FF2B5EF4-FFF2-40B4-BE49-F238E27FC236}">
                <a16:creationId xmlns:a16="http://schemas.microsoft.com/office/drawing/2014/main" id="{89451742-73C2-40B4-A91D-EC9F2EA0C921}"/>
              </a:ext>
            </a:extLst>
          </p:cNvPr>
          <p:cNvSpPr>
            <a:spLocks noGrp="1"/>
          </p:cNvSpPr>
          <p:nvPr/>
        </p:nvSpPr>
        <p:spPr>
          <a:xfrm>
            <a:off x="43118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3" name="F2_precision_recall_distributions_7697">
            <a:extLst>
              <a:ext uri="{FF2B5EF4-FFF2-40B4-BE49-F238E27FC236}">
                <a16:creationId xmlns:a16="http://schemas.microsoft.com/office/drawing/2014/main" id="{48A45A16-A383-4B22-8E85-16C5C8B6BC3A}"/>
              </a:ext>
            </a:extLst>
          </p:cNvPr>
          <p:cNvSpPr>
            <a:spLocks noGrp="1"/>
          </p:cNvSpPr>
          <p:nvPr/>
        </p:nvSpPr>
        <p:spPr>
          <a:xfrm>
            <a:off x="434408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4" name="F2_precision_recall_distributions_7698">
            <a:extLst>
              <a:ext uri="{FF2B5EF4-FFF2-40B4-BE49-F238E27FC236}">
                <a16:creationId xmlns:a16="http://schemas.microsoft.com/office/drawing/2014/main" id="{465CAF7D-83FC-4871-BB0F-20AAD168B221}"/>
              </a:ext>
            </a:extLst>
          </p:cNvPr>
          <p:cNvSpPr>
            <a:spLocks noGrp="1"/>
          </p:cNvSpPr>
          <p:nvPr/>
        </p:nvSpPr>
        <p:spPr>
          <a:xfrm>
            <a:off x="411898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5" name="F2_precision_recall_distributions_7699">
            <a:extLst>
              <a:ext uri="{FF2B5EF4-FFF2-40B4-BE49-F238E27FC236}">
                <a16:creationId xmlns:a16="http://schemas.microsoft.com/office/drawing/2014/main" id="{E41C587C-379C-45AD-965B-DF30B72E535A}"/>
              </a:ext>
            </a:extLst>
          </p:cNvPr>
          <p:cNvSpPr>
            <a:spLocks noGrp="1"/>
          </p:cNvSpPr>
          <p:nvPr/>
        </p:nvSpPr>
        <p:spPr>
          <a:xfrm>
            <a:off x="4103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6" name="F2_precision_recall_distributions_7700">
            <a:extLst>
              <a:ext uri="{FF2B5EF4-FFF2-40B4-BE49-F238E27FC236}">
                <a16:creationId xmlns:a16="http://schemas.microsoft.com/office/drawing/2014/main" id="{E2F1A36D-18FA-4974-B847-EFFCCA92429A}"/>
              </a:ext>
            </a:extLst>
          </p:cNvPr>
          <p:cNvSpPr>
            <a:spLocks noGrp="1"/>
          </p:cNvSpPr>
          <p:nvPr/>
        </p:nvSpPr>
        <p:spPr>
          <a:xfrm>
            <a:off x="4130926" y="76997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7" name="F2_precision_recall_distributions_7701">
            <a:extLst>
              <a:ext uri="{FF2B5EF4-FFF2-40B4-BE49-F238E27FC236}">
                <a16:creationId xmlns:a16="http://schemas.microsoft.com/office/drawing/2014/main" id="{7277F543-FA03-4F70-A5AC-F459CE9106F7}"/>
              </a:ext>
            </a:extLst>
          </p:cNvPr>
          <p:cNvSpPr>
            <a:spLocks noGrp="1"/>
          </p:cNvSpPr>
          <p:nvPr/>
        </p:nvSpPr>
        <p:spPr>
          <a:xfrm>
            <a:off x="431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8" name="F2_precision_recall_distributions_7702">
            <a:extLst>
              <a:ext uri="{FF2B5EF4-FFF2-40B4-BE49-F238E27FC236}">
                <a16:creationId xmlns:a16="http://schemas.microsoft.com/office/drawing/2014/main" id="{355F9C33-4394-4782-9E69-75B268E2D6C0}"/>
              </a:ext>
            </a:extLst>
          </p:cNvPr>
          <p:cNvSpPr>
            <a:spLocks noGrp="1"/>
          </p:cNvSpPr>
          <p:nvPr/>
        </p:nvSpPr>
        <p:spPr>
          <a:xfrm>
            <a:off x="43422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9" name="F2_precision_recall_distributions_7703">
            <a:extLst>
              <a:ext uri="{FF2B5EF4-FFF2-40B4-BE49-F238E27FC236}">
                <a16:creationId xmlns:a16="http://schemas.microsoft.com/office/drawing/2014/main" id="{E9E86A53-E43B-44FB-9489-DAF7D8F3E444}"/>
              </a:ext>
            </a:extLst>
          </p:cNvPr>
          <p:cNvSpPr>
            <a:spLocks noGrp="1"/>
          </p:cNvSpPr>
          <p:nvPr/>
        </p:nvSpPr>
        <p:spPr>
          <a:xfrm>
            <a:off x="4257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0" name="F2_precision_recall_distributions_7704">
            <a:extLst>
              <a:ext uri="{FF2B5EF4-FFF2-40B4-BE49-F238E27FC236}">
                <a16:creationId xmlns:a16="http://schemas.microsoft.com/office/drawing/2014/main" id="{7993FBBD-567C-4CFA-9E35-B1B0A3386A66}"/>
              </a:ext>
            </a:extLst>
          </p:cNvPr>
          <p:cNvSpPr>
            <a:spLocks noGrp="1"/>
          </p:cNvSpPr>
          <p:nvPr/>
        </p:nvSpPr>
        <p:spPr>
          <a:xfrm>
            <a:off x="41765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1" name="F2_precision_recall_distributions_7705">
            <a:extLst>
              <a:ext uri="{FF2B5EF4-FFF2-40B4-BE49-F238E27FC236}">
                <a16:creationId xmlns:a16="http://schemas.microsoft.com/office/drawing/2014/main" id="{84E56B5B-F68A-496B-ADD8-FF5728E3A428}"/>
              </a:ext>
            </a:extLst>
          </p:cNvPr>
          <p:cNvSpPr>
            <a:spLocks noGrp="1"/>
          </p:cNvSpPr>
          <p:nvPr/>
        </p:nvSpPr>
        <p:spPr>
          <a:xfrm>
            <a:off x="4056287" y="77699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2" name="F2_precision_recall_distributions_7706">
            <a:extLst>
              <a:ext uri="{FF2B5EF4-FFF2-40B4-BE49-F238E27FC236}">
                <a16:creationId xmlns:a16="http://schemas.microsoft.com/office/drawing/2014/main" id="{5CD0156A-BDE7-4E1A-9F33-4A8B89FF8B09}"/>
              </a:ext>
            </a:extLst>
          </p:cNvPr>
          <p:cNvSpPr>
            <a:spLocks noGrp="1"/>
          </p:cNvSpPr>
          <p:nvPr/>
        </p:nvSpPr>
        <p:spPr>
          <a:xfrm>
            <a:off x="43457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3" name="F2_precision_recall_distributions_7707">
            <a:extLst>
              <a:ext uri="{FF2B5EF4-FFF2-40B4-BE49-F238E27FC236}">
                <a16:creationId xmlns:a16="http://schemas.microsoft.com/office/drawing/2014/main" id="{81453476-2370-46C2-90B2-AE566B551D68}"/>
              </a:ext>
            </a:extLst>
          </p:cNvPr>
          <p:cNvSpPr>
            <a:spLocks noGrp="1"/>
          </p:cNvSpPr>
          <p:nvPr/>
        </p:nvSpPr>
        <p:spPr>
          <a:xfrm>
            <a:off x="42404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4" name="F2_precision_recall_distributions_7708">
            <a:extLst>
              <a:ext uri="{FF2B5EF4-FFF2-40B4-BE49-F238E27FC236}">
                <a16:creationId xmlns:a16="http://schemas.microsoft.com/office/drawing/2014/main" id="{EA51C984-B5C3-4F6C-9411-414829E90D3D}"/>
              </a:ext>
            </a:extLst>
          </p:cNvPr>
          <p:cNvSpPr>
            <a:spLocks noGrp="1"/>
          </p:cNvSpPr>
          <p:nvPr/>
        </p:nvSpPr>
        <p:spPr>
          <a:xfrm>
            <a:off x="40534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5" name="F2_precision_recall_distributions_7709">
            <a:extLst>
              <a:ext uri="{FF2B5EF4-FFF2-40B4-BE49-F238E27FC236}">
                <a16:creationId xmlns:a16="http://schemas.microsoft.com/office/drawing/2014/main" id="{D40C07B2-671B-466C-9E89-84587CA358DB}"/>
              </a:ext>
            </a:extLst>
          </p:cNvPr>
          <p:cNvSpPr>
            <a:spLocks noGrp="1"/>
          </p:cNvSpPr>
          <p:nvPr/>
        </p:nvSpPr>
        <p:spPr>
          <a:xfrm>
            <a:off x="40253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6" name="F2_precision_recall_distributions_7710">
            <a:extLst>
              <a:ext uri="{FF2B5EF4-FFF2-40B4-BE49-F238E27FC236}">
                <a16:creationId xmlns:a16="http://schemas.microsoft.com/office/drawing/2014/main" id="{68B34F92-68D3-4F0A-812C-6B62DF65E0CA}"/>
              </a:ext>
            </a:extLst>
          </p:cNvPr>
          <p:cNvSpPr>
            <a:spLocks noGrp="1"/>
          </p:cNvSpPr>
          <p:nvPr/>
        </p:nvSpPr>
        <p:spPr>
          <a:xfrm>
            <a:off x="40109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7" name="F2_precision_recall_distributions_7711">
            <a:extLst>
              <a:ext uri="{FF2B5EF4-FFF2-40B4-BE49-F238E27FC236}">
                <a16:creationId xmlns:a16="http://schemas.microsoft.com/office/drawing/2014/main" id="{2A93EC9E-C7E9-48BB-8A79-0471D4384CA6}"/>
              </a:ext>
            </a:extLst>
          </p:cNvPr>
          <p:cNvSpPr>
            <a:spLocks noGrp="1"/>
          </p:cNvSpPr>
          <p:nvPr/>
        </p:nvSpPr>
        <p:spPr>
          <a:xfrm>
            <a:off x="4194532" y="7813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8" name="F2_precision_recall_distributions_7712">
            <a:extLst>
              <a:ext uri="{FF2B5EF4-FFF2-40B4-BE49-F238E27FC236}">
                <a16:creationId xmlns:a16="http://schemas.microsoft.com/office/drawing/2014/main" id="{F4E83B84-6F54-432D-89C6-8A3CC0FFD2B6}"/>
              </a:ext>
            </a:extLst>
          </p:cNvPr>
          <p:cNvSpPr>
            <a:spLocks noGrp="1"/>
          </p:cNvSpPr>
          <p:nvPr/>
        </p:nvSpPr>
        <p:spPr>
          <a:xfrm>
            <a:off x="42189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9" name="F2_precision_recall_distributions_7713">
            <a:extLst>
              <a:ext uri="{FF2B5EF4-FFF2-40B4-BE49-F238E27FC236}">
                <a16:creationId xmlns:a16="http://schemas.microsoft.com/office/drawing/2014/main" id="{C27D9C2C-F264-45AD-93F7-25EC446522A4}"/>
              </a:ext>
            </a:extLst>
          </p:cNvPr>
          <p:cNvSpPr>
            <a:spLocks noGrp="1"/>
          </p:cNvSpPr>
          <p:nvPr/>
        </p:nvSpPr>
        <p:spPr>
          <a:xfrm>
            <a:off x="41035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0" name="F2_precision_recall_distributions_7714">
            <a:extLst>
              <a:ext uri="{FF2B5EF4-FFF2-40B4-BE49-F238E27FC236}">
                <a16:creationId xmlns:a16="http://schemas.microsoft.com/office/drawing/2014/main" id="{598ED47D-792C-403D-ABAC-E8F336AA3EFD}"/>
              </a:ext>
            </a:extLst>
          </p:cNvPr>
          <p:cNvSpPr>
            <a:spLocks noGrp="1"/>
          </p:cNvSpPr>
          <p:nvPr/>
        </p:nvSpPr>
        <p:spPr>
          <a:xfrm>
            <a:off x="40987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1" name="F2_precision_recall_distributions_7715">
            <a:extLst>
              <a:ext uri="{FF2B5EF4-FFF2-40B4-BE49-F238E27FC236}">
                <a16:creationId xmlns:a16="http://schemas.microsoft.com/office/drawing/2014/main" id="{868F7B2B-C6BB-4B9E-891A-F2115C3697A3}"/>
              </a:ext>
            </a:extLst>
          </p:cNvPr>
          <p:cNvSpPr>
            <a:spLocks noGrp="1"/>
          </p:cNvSpPr>
          <p:nvPr/>
        </p:nvSpPr>
        <p:spPr>
          <a:xfrm>
            <a:off x="3992165" y="7809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2" name="F2_precision_recall_distributions_7716">
            <a:extLst>
              <a:ext uri="{FF2B5EF4-FFF2-40B4-BE49-F238E27FC236}">
                <a16:creationId xmlns:a16="http://schemas.microsoft.com/office/drawing/2014/main" id="{30A56DD3-30D1-4041-BD10-E2D3B9244998}"/>
              </a:ext>
            </a:extLst>
          </p:cNvPr>
          <p:cNvSpPr>
            <a:spLocks noGrp="1"/>
          </p:cNvSpPr>
          <p:nvPr/>
        </p:nvSpPr>
        <p:spPr>
          <a:xfrm>
            <a:off x="4279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3" name="F2_precision_recall_distributions_7717">
            <a:extLst>
              <a:ext uri="{FF2B5EF4-FFF2-40B4-BE49-F238E27FC236}">
                <a16:creationId xmlns:a16="http://schemas.microsoft.com/office/drawing/2014/main" id="{6D588AA0-4311-440A-B805-3D3F872EF41A}"/>
              </a:ext>
            </a:extLst>
          </p:cNvPr>
          <p:cNvSpPr>
            <a:spLocks noGrp="1"/>
          </p:cNvSpPr>
          <p:nvPr/>
        </p:nvSpPr>
        <p:spPr>
          <a:xfrm>
            <a:off x="4342695" y="7813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4" name="F2_precision_recall_distributions_7718">
            <a:extLst>
              <a:ext uri="{FF2B5EF4-FFF2-40B4-BE49-F238E27FC236}">
                <a16:creationId xmlns:a16="http://schemas.microsoft.com/office/drawing/2014/main" id="{57970AA1-035F-48A9-AB49-D381FEB86C64}"/>
              </a:ext>
            </a:extLst>
          </p:cNvPr>
          <p:cNvSpPr>
            <a:spLocks noGrp="1"/>
          </p:cNvSpPr>
          <p:nvPr/>
        </p:nvSpPr>
        <p:spPr>
          <a:xfrm>
            <a:off x="400480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5" name="F2_precision_recall_distributions_7719">
            <a:extLst>
              <a:ext uri="{FF2B5EF4-FFF2-40B4-BE49-F238E27FC236}">
                <a16:creationId xmlns:a16="http://schemas.microsoft.com/office/drawing/2014/main" id="{F75CCD90-67ED-42C5-A09C-2E2536ED7492}"/>
              </a:ext>
            </a:extLst>
          </p:cNvPr>
          <p:cNvSpPr>
            <a:spLocks noGrp="1"/>
          </p:cNvSpPr>
          <p:nvPr/>
        </p:nvSpPr>
        <p:spPr>
          <a:xfrm>
            <a:off x="4098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6" name="F2_precision_recall_distributions_7720">
            <a:extLst>
              <a:ext uri="{FF2B5EF4-FFF2-40B4-BE49-F238E27FC236}">
                <a16:creationId xmlns:a16="http://schemas.microsoft.com/office/drawing/2014/main" id="{16DAC038-F5B8-4056-9CAE-03F07979A926}"/>
              </a:ext>
            </a:extLst>
          </p:cNvPr>
          <p:cNvSpPr>
            <a:spLocks noGrp="1"/>
          </p:cNvSpPr>
          <p:nvPr/>
        </p:nvSpPr>
        <p:spPr>
          <a:xfrm>
            <a:off x="4024174" y="78141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7" name="F2_precision_recall_distributions_7721">
            <a:extLst>
              <a:ext uri="{FF2B5EF4-FFF2-40B4-BE49-F238E27FC236}">
                <a16:creationId xmlns:a16="http://schemas.microsoft.com/office/drawing/2014/main" id="{EAC05D02-F6C0-46C6-B0D5-25F00C9A19C9}"/>
              </a:ext>
            </a:extLst>
          </p:cNvPr>
          <p:cNvSpPr>
            <a:spLocks noGrp="1"/>
          </p:cNvSpPr>
          <p:nvPr/>
        </p:nvSpPr>
        <p:spPr>
          <a:xfrm>
            <a:off x="43137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8" name="F2_precision_recall_distributions_7722">
            <a:extLst>
              <a:ext uri="{FF2B5EF4-FFF2-40B4-BE49-F238E27FC236}">
                <a16:creationId xmlns:a16="http://schemas.microsoft.com/office/drawing/2014/main" id="{66BDED9E-6F02-448B-AC30-3585448A42D9}"/>
              </a:ext>
            </a:extLst>
          </p:cNvPr>
          <p:cNvSpPr>
            <a:spLocks noGrp="1"/>
          </p:cNvSpPr>
          <p:nvPr/>
        </p:nvSpPr>
        <p:spPr>
          <a:xfrm>
            <a:off x="41685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9" name="F2_precision_recall_distributions_7723">
            <a:extLst>
              <a:ext uri="{FF2B5EF4-FFF2-40B4-BE49-F238E27FC236}">
                <a16:creationId xmlns:a16="http://schemas.microsoft.com/office/drawing/2014/main" id="{1494A6CF-2115-40FA-A0A6-5A6908F7A8CD}"/>
              </a:ext>
            </a:extLst>
          </p:cNvPr>
          <p:cNvSpPr>
            <a:spLocks noGrp="1"/>
          </p:cNvSpPr>
          <p:nvPr/>
        </p:nvSpPr>
        <p:spPr>
          <a:xfrm>
            <a:off x="40134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0" name="F2_precision_recall_distributions_7724">
            <a:extLst>
              <a:ext uri="{FF2B5EF4-FFF2-40B4-BE49-F238E27FC236}">
                <a16:creationId xmlns:a16="http://schemas.microsoft.com/office/drawing/2014/main" id="{901662F1-F4D0-496B-8B48-073358830A8E}"/>
              </a:ext>
            </a:extLst>
          </p:cNvPr>
          <p:cNvSpPr>
            <a:spLocks noGrp="1"/>
          </p:cNvSpPr>
          <p:nvPr/>
        </p:nvSpPr>
        <p:spPr>
          <a:xfrm>
            <a:off x="4314406" y="78060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1" name="F2_precision_recall_distributions_7725">
            <a:extLst>
              <a:ext uri="{FF2B5EF4-FFF2-40B4-BE49-F238E27FC236}">
                <a16:creationId xmlns:a16="http://schemas.microsoft.com/office/drawing/2014/main" id="{E837B401-6023-411F-AEE7-7D4705A9A540}"/>
              </a:ext>
            </a:extLst>
          </p:cNvPr>
          <p:cNvSpPr>
            <a:spLocks noGrp="1"/>
          </p:cNvSpPr>
          <p:nvPr/>
        </p:nvSpPr>
        <p:spPr>
          <a:xfrm>
            <a:off x="432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2" name="F2_precision_recall_distributions_7726">
            <a:extLst>
              <a:ext uri="{FF2B5EF4-FFF2-40B4-BE49-F238E27FC236}">
                <a16:creationId xmlns:a16="http://schemas.microsoft.com/office/drawing/2014/main" id="{93618C1C-DE3E-4AE2-9F4C-52C98BFBD9AD}"/>
              </a:ext>
            </a:extLst>
          </p:cNvPr>
          <p:cNvSpPr>
            <a:spLocks noGrp="1"/>
          </p:cNvSpPr>
          <p:nvPr/>
        </p:nvSpPr>
        <p:spPr>
          <a:xfrm>
            <a:off x="41380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3" name="F2_precision_recall_distributions_7727">
            <a:extLst>
              <a:ext uri="{FF2B5EF4-FFF2-40B4-BE49-F238E27FC236}">
                <a16:creationId xmlns:a16="http://schemas.microsoft.com/office/drawing/2014/main" id="{CB9117A5-64B7-49BB-96C9-FAC984D167AF}"/>
              </a:ext>
            </a:extLst>
          </p:cNvPr>
          <p:cNvSpPr>
            <a:spLocks noGrp="1"/>
          </p:cNvSpPr>
          <p:nvPr/>
        </p:nvSpPr>
        <p:spPr>
          <a:xfrm>
            <a:off x="4311956" y="77951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4" name="F2_precision_recall_distributions_7728">
            <a:extLst>
              <a:ext uri="{FF2B5EF4-FFF2-40B4-BE49-F238E27FC236}">
                <a16:creationId xmlns:a16="http://schemas.microsoft.com/office/drawing/2014/main" id="{6475974C-EDC3-4A77-8FE1-2859D0D9E5C7}"/>
              </a:ext>
            </a:extLst>
          </p:cNvPr>
          <p:cNvSpPr>
            <a:spLocks noGrp="1"/>
          </p:cNvSpPr>
          <p:nvPr/>
        </p:nvSpPr>
        <p:spPr>
          <a:xfrm>
            <a:off x="41761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5" name="F2_precision_recall_distributions_7729">
            <a:extLst>
              <a:ext uri="{FF2B5EF4-FFF2-40B4-BE49-F238E27FC236}">
                <a16:creationId xmlns:a16="http://schemas.microsoft.com/office/drawing/2014/main" id="{71030E56-F3E1-45F2-BDC0-6F5A8872E498}"/>
              </a:ext>
            </a:extLst>
          </p:cNvPr>
          <p:cNvSpPr>
            <a:spLocks noGrp="1"/>
          </p:cNvSpPr>
          <p:nvPr/>
        </p:nvSpPr>
        <p:spPr>
          <a:xfrm>
            <a:off x="4212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6" name="F2_precision_recall_distributions_7730">
            <a:extLst>
              <a:ext uri="{FF2B5EF4-FFF2-40B4-BE49-F238E27FC236}">
                <a16:creationId xmlns:a16="http://schemas.microsoft.com/office/drawing/2014/main" id="{4AE6B1C1-4E4E-4560-A451-A9991F87AF4F}"/>
              </a:ext>
            </a:extLst>
          </p:cNvPr>
          <p:cNvSpPr>
            <a:spLocks noGrp="1"/>
          </p:cNvSpPr>
          <p:nvPr/>
        </p:nvSpPr>
        <p:spPr>
          <a:xfrm>
            <a:off x="4212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7" name="F2_precision_recall_distributions_7731">
            <a:extLst>
              <a:ext uri="{FF2B5EF4-FFF2-40B4-BE49-F238E27FC236}">
                <a16:creationId xmlns:a16="http://schemas.microsoft.com/office/drawing/2014/main" id="{4567318D-7B39-4D0C-AE29-938291B319B4}"/>
              </a:ext>
            </a:extLst>
          </p:cNvPr>
          <p:cNvSpPr>
            <a:spLocks noGrp="1"/>
          </p:cNvSpPr>
          <p:nvPr/>
        </p:nvSpPr>
        <p:spPr>
          <a:xfrm>
            <a:off x="4121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8" name="F2_precision_recall_distributions_7732">
            <a:extLst>
              <a:ext uri="{FF2B5EF4-FFF2-40B4-BE49-F238E27FC236}">
                <a16:creationId xmlns:a16="http://schemas.microsoft.com/office/drawing/2014/main" id="{517183F6-2682-41EB-942C-F0C642C61484}"/>
              </a:ext>
            </a:extLst>
          </p:cNvPr>
          <p:cNvSpPr>
            <a:spLocks noGrp="1"/>
          </p:cNvSpPr>
          <p:nvPr/>
        </p:nvSpPr>
        <p:spPr>
          <a:xfrm>
            <a:off x="4000174" y="781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9" name="F2_precision_recall_distributions_7733">
            <a:extLst>
              <a:ext uri="{FF2B5EF4-FFF2-40B4-BE49-F238E27FC236}">
                <a16:creationId xmlns:a16="http://schemas.microsoft.com/office/drawing/2014/main" id="{4A17FFF5-2A12-4E6B-A69A-EE73A7485749}"/>
              </a:ext>
            </a:extLst>
          </p:cNvPr>
          <p:cNvSpPr>
            <a:spLocks noGrp="1"/>
          </p:cNvSpPr>
          <p:nvPr/>
        </p:nvSpPr>
        <p:spPr>
          <a:xfrm>
            <a:off x="4073344" y="776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0" name="F2_precision_recall_distributions_7734">
            <a:extLst>
              <a:ext uri="{FF2B5EF4-FFF2-40B4-BE49-F238E27FC236}">
                <a16:creationId xmlns:a16="http://schemas.microsoft.com/office/drawing/2014/main" id="{DB01DFB7-3BA5-4259-8FA7-8814B3D08A82}"/>
              </a:ext>
            </a:extLst>
          </p:cNvPr>
          <p:cNvSpPr>
            <a:spLocks noGrp="1"/>
          </p:cNvSpPr>
          <p:nvPr/>
        </p:nvSpPr>
        <p:spPr>
          <a:xfrm>
            <a:off x="433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1" name="F2_precision_recall_distributions_7735">
            <a:extLst>
              <a:ext uri="{FF2B5EF4-FFF2-40B4-BE49-F238E27FC236}">
                <a16:creationId xmlns:a16="http://schemas.microsoft.com/office/drawing/2014/main" id="{5CC88C6D-F0A2-4B80-996D-F5C5A490C16B}"/>
              </a:ext>
            </a:extLst>
          </p:cNvPr>
          <p:cNvSpPr>
            <a:spLocks noGrp="1"/>
          </p:cNvSpPr>
          <p:nvPr/>
        </p:nvSpPr>
        <p:spPr>
          <a:xfrm>
            <a:off x="40577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2" name="F2_precision_recall_distributions_7736">
            <a:extLst>
              <a:ext uri="{FF2B5EF4-FFF2-40B4-BE49-F238E27FC236}">
                <a16:creationId xmlns:a16="http://schemas.microsoft.com/office/drawing/2014/main" id="{591ADB20-982B-4B42-9BA6-60B60575EE1E}"/>
              </a:ext>
            </a:extLst>
          </p:cNvPr>
          <p:cNvSpPr>
            <a:spLocks noGrp="1"/>
          </p:cNvSpPr>
          <p:nvPr/>
        </p:nvSpPr>
        <p:spPr>
          <a:xfrm>
            <a:off x="4279296" y="7802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3" name="F2_precision_recall_distributions_7737">
            <a:extLst>
              <a:ext uri="{FF2B5EF4-FFF2-40B4-BE49-F238E27FC236}">
                <a16:creationId xmlns:a16="http://schemas.microsoft.com/office/drawing/2014/main" id="{F9B2DFB3-F2F6-4459-B571-6DEFCF9C042F}"/>
              </a:ext>
            </a:extLst>
          </p:cNvPr>
          <p:cNvSpPr>
            <a:spLocks noGrp="1"/>
          </p:cNvSpPr>
          <p:nvPr/>
        </p:nvSpPr>
        <p:spPr>
          <a:xfrm>
            <a:off x="41751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4" name="F2_precision_recall_distributions_7738">
            <a:extLst>
              <a:ext uri="{FF2B5EF4-FFF2-40B4-BE49-F238E27FC236}">
                <a16:creationId xmlns:a16="http://schemas.microsoft.com/office/drawing/2014/main" id="{0AD230F6-674A-4202-89A7-D2A36DA46778}"/>
              </a:ext>
            </a:extLst>
          </p:cNvPr>
          <p:cNvSpPr>
            <a:spLocks noGrp="1"/>
          </p:cNvSpPr>
          <p:nvPr/>
        </p:nvSpPr>
        <p:spPr>
          <a:xfrm>
            <a:off x="4071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5" name="F2_precision_recall_distributions_7739">
            <a:extLst>
              <a:ext uri="{FF2B5EF4-FFF2-40B4-BE49-F238E27FC236}">
                <a16:creationId xmlns:a16="http://schemas.microsoft.com/office/drawing/2014/main" id="{8F6B8615-4C22-4111-94DE-0DBFA862EDE8}"/>
              </a:ext>
            </a:extLst>
          </p:cNvPr>
          <p:cNvSpPr>
            <a:spLocks noGrp="1"/>
          </p:cNvSpPr>
          <p:nvPr/>
        </p:nvSpPr>
        <p:spPr>
          <a:xfrm>
            <a:off x="39962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6" name="F2_precision_recall_distributions_7740">
            <a:extLst>
              <a:ext uri="{FF2B5EF4-FFF2-40B4-BE49-F238E27FC236}">
                <a16:creationId xmlns:a16="http://schemas.microsoft.com/office/drawing/2014/main" id="{92B7E82E-7F5D-4D76-9409-BFB4352C4D95}"/>
              </a:ext>
            </a:extLst>
          </p:cNvPr>
          <p:cNvSpPr>
            <a:spLocks noGrp="1"/>
          </p:cNvSpPr>
          <p:nvPr/>
        </p:nvSpPr>
        <p:spPr>
          <a:xfrm>
            <a:off x="41924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7" name="F2_precision_recall_distributions_7741">
            <a:extLst>
              <a:ext uri="{FF2B5EF4-FFF2-40B4-BE49-F238E27FC236}">
                <a16:creationId xmlns:a16="http://schemas.microsoft.com/office/drawing/2014/main" id="{F23659EC-8796-47B5-8FE9-3CADB74FEC3C}"/>
              </a:ext>
            </a:extLst>
          </p:cNvPr>
          <p:cNvSpPr>
            <a:spLocks noGrp="1"/>
          </p:cNvSpPr>
          <p:nvPr/>
        </p:nvSpPr>
        <p:spPr>
          <a:xfrm>
            <a:off x="40247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8" name="F2_precision_recall_distributions_7742">
            <a:extLst>
              <a:ext uri="{FF2B5EF4-FFF2-40B4-BE49-F238E27FC236}">
                <a16:creationId xmlns:a16="http://schemas.microsoft.com/office/drawing/2014/main" id="{4EC8BFB2-3136-42CC-A802-F9BA4981F775}"/>
              </a:ext>
            </a:extLst>
          </p:cNvPr>
          <p:cNvSpPr>
            <a:spLocks noGrp="1"/>
          </p:cNvSpPr>
          <p:nvPr/>
        </p:nvSpPr>
        <p:spPr>
          <a:xfrm>
            <a:off x="4176224" y="77974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9" name="F2_precision_recall_distributions_7743">
            <a:extLst>
              <a:ext uri="{FF2B5EF4-FFF2-40B4-BE49-F238E27FC236}">
                <a16:creationId xmlns:a16="http://schemas.microsoft.com/office/drawing/2014/main" id="{72A67249-B5ED-4217-97C9-38A2EA1C4AF1}"/>
              </a:ext>
            </a:extLst>
          </p:cNvPr>
          <p:cNvSpPr>
            <a:spLocks noGrp="1"/>
          </p:cNvSpPr>
          <p:nvPr/>
        </p:nvSpPr>
        <p:spPr>
          <a:xfrm>
            <a:off x="39948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0" name="F2_precision_recall_distributions_7744">
            <a:extLst>
              <a:ext uri="{FF2B5EF4-FFF2-40B4-BE49-F238E27FC236}">
                <a16:creationId xmlns:a16="http://schemas.microsoft.com/office/drawing/2014/main" id="{886FD456-1EE9-4353-9291-EF67BC4926C8}"/>
              </a:ext>
            </a:extLst>
          </p:cNvPr>
          <p:cNvSpPr>
            <a:spLocks noGrp="1"/>
          </p:cNvSpPr>
          <p:nvPr/>
        </p:nvSpPr>
        <p:spPr>
          <a:xfrm>
            <a:off x="4110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1" name="F2_precision_recall_distributions_7745">
            <a:extLst>
              <a:ext uri="{FF2B5EF4-FFF2-40B4-BE49-F238E27FC236}">
                <a16:creationId xmlns:a16="http://schemas.microsoft.com/office/drawing/2014/main" id="{DAAD5402-CB8C-408E-8BAC-083041F425B8}"/>
              </a:ext>
            </a:extLst>
          </p:cNvPr>
          <p:cNvSpPr>
            <a:spLocks noGrp="1"/>
          </p:cNvSpPr>
          <p:nvPr/>
        </p:nvSpPr>
        <p:spPr>
          <a:xfrm>
            <a:off x="429127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2" name="F2_precision_recall_distributions_7746">
            <a:extLst>
              <a:ext uri="{FF2B5EF4-FFF2-40B4-BE49-F238E27FC236}">
                <a16:creationId xmlns:a16="http://schemas.microsoft.com/office/drawing/2014/main" id="{01231BD5-F1E5-4F32-8964-94C72495EBF2}"/>
              </a:ext>
            </a:extLst>
          </p:cNvPr>
          <p:cNvSpPr>
            <a:spLocks noGrp="1"/>
          </p:cNvSpPr>
          <p:nvPr/>
        </p:nvSpPr>
        <p:spPr>
          <a:xfrm>
            <a:off x="40548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3" name="F2_precision_recall_distributions_7747">
            <a:extLst>
              <a:ext uri="{FF2B5EF4-FFF2-40B4-BE49-F238E27FC236}">
                <a16:creationId xmlns:a16="http://schemas.microsoft.com/office/drawing/2014/main" id="{95AE6FCA-E9D7-4B1D-8665-2C29ED7E86AF}"/>
              </a:ext>
            </a:extLst>
          </p:cNvPr>
          <p:cNvSpPr>
            <a:spLocks noGrp="1"/>
          </p:cNvSpPr>
          <p:nvPr/>
        </p:nvSpPr>
        <p:spPr>
          <a:xfrm>
            <a:off x="4189316" y="7673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4" name="F2_precision_recall_distributions_7748">
            <a:extLst>
              <a:ext uri="{FF2B5EF4-FFF2-40B4-BE49-F238E27FC236}">
                <a16:creationId xmlns:a16="http://schemas.microsoft.com/office/drawing/2014/main" id="{FEDC3294-8C06-4988-9BA4-3A5E4802623A}"/>
              </a:ext>
            </a:extLst>
          </p:cNvPr>
          <p:cNvSpPr>
            <a:spLocks noGrp="1"/>
          </p:cNvSpPr>
          <p:nvPr/>
        </p:nvSpPr>
        <p:spPr>
          <a:xfrm>
            <a:off x="408826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5" name="F2_precision_recall_distributions_7749">
            <a:extLst>
              <a:ext uri="{FF2B5EF4-FFF2-40B4-BE49-F238E27FC236}">
                <a16:creationId xmlns:a16="http://schemas.microsoft.com/office/drawing/2014/main" id="{B8BF31C9-263D-4C2B-9568-DC060DB205C9}"/>
              </a:ext>
            </a:extLst>
          </p:cNvPr>
          <p:cNvSpPr>
            <a:spLocks noGrp="1"/>
          </p:cNvSpPr>
          <p:nvPr/>
        </p:nvSpPr>
        <p:spPr>
          <a:xfrm>
            <a:off x="42031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6" name="F2_precision_recall_distributions_7750">
            <a:extLst>
              <a:ext uri="{FF2B5EF4-FFF2-40B4-BE49-F238E27FC236}">
                <a16:creationId xmlns:a16="http://schemas.microsoft.com/office/drawing/2014/main" id="{83E10C21-23BB-400A-82D9-F1EC3E368187}"/>
              </a:ext>
            </a:extLst>
          </p:cNvPr>
          <p:cNvSpPr>
            <a:spLocks noGrp="1"/>
          </p:cNvSpPr>
          <p:nvPr/>
        </p:nvSpPr>
        <p:spPr>
          <a:xfrm>
            <a:off x="4187582" y="78075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7" name="F2_precision_recall_distributions_7751">
            <a:extLst>
              <a:ext uri="{FF2B5EF4-FFF2-40B4-BE49-F238E27FC236}">
                <a16:creationId xmlns:a16="http://schemas.microsoft.com/office/drawing/2014/main" id="{2661A72D-31B6-4392-A441-E209625A1BB4}"/>
              </a:ext>
            </a:extLst>
          </p:cNvPr>
          <p:cNvSpPr>
            <a:spLocks noGrp="1"/>
          </p:cNvSpPr>
          <p:nvPr/>
        </p:nvSpPr>
        <p:spPr>
          <a:xfrm>
            <a:off x="40468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8" name="F2_precision_recall_distributions_7752">
            <a:extLst>
              <a:ext uri="{FF2B5EF4-FFF2-40B4-BE49-F238E27FC236}">
                <a16:creationId xmlns:a16="http://schemas.microsoft.com/office/drawing/2014/main" id="{9FAA588B-237D-4EF2-A506-87B452ADC27C}"/>
              </a:ext>
            </a:extLst>
          </p:cNvPr>
          <p:cNvSpPr>
            <a:spLocks noGrp="1"/>
          </p:cNvSpPr>
          <p:nvPr/>
        </p:nvSpPr>
        <p:spPr>
          <a:xfrm>
            <a:off x="4307270" y="77963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9" name="F2_precision_recall_distributions_7753">
            <a:extLst>
              <a:ext uri="{FF2B5EF4-FFF2-40B4-BE49-F238E27FC236}">
                <a16:creationId xmlns:a16="http://schemas.microsoft.com/office/drawing/2014/main" id="{1FAA7B11-796F-4ACC-8F7C-9E7FD384B75E}"/>
              </a:ext>
            </a:extLst>
          </p:cNvPr>
          <p:cNvSpPr>
            <a:spLocks noGrp="1"/>
          </p:cNvSpPr>
          <p:nvPr/>
        </p:nvSpPr>
        <p:spPr>
          <a:xfrm>
            <a:off x="4301689" y="7813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0" name="F2_precision_recall_distributions_7754">
            <a:extLst>
              <a:ext uri="{FF2B5EF4-FFF2-40B4-BE49-F238E27FC236}">
                <a16:creationId xmlns:a16="http://schemas.microsoft.com/office/drawing/2014/main" id="{8C6ACD02-8151-4979-9244-946974DD1593}"/>
              </a:ext>
            </a:extLst>
          </p:cNvPr>
          <p:cNvSpPr>
            <a:spLocks noGrp="1"/>
          </p:cNvSpPr>
          <p:nvPr/>
        </p:nvSpPr>
        <p:spPr>
          <a:xfrm>
            <a:off x="4130071" y="78063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1" name="F2_precision_recall_distributions_7755">
            <a:extLst>
              <a:ext uri="{FF2B5EF4-FFF2-40B4-BE49-F238E27FC236}">
                <a16:creationId xmlns:a16="http://schemas.microsoft.com/office/drawing/2014/main" id="{DBF442F9-99D0-4875-8598-DE48536631B2}"/>
              </a:ext>
            </a:extLst>
          </p:cNvPr>
          <p:cNvSpPr>
            <a:spLocks noGrp="1"/>
          </p:cNvSpPr>
          <p:nvPr/>
        </p:nvSpPr>
        <p:spPr>
          <a:xfrm>
            <a:off x="4224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2" name="F2_precision_recall_distributions_7756">
            <a:extLst>
              <a:ext uri="{FF2B5EF4-FFF2-40B4-BE49-F238E27FC236}">
                <a16:creationId xmlns:a16="http://schemas.microsoft.com/office/drawing/2014/main" id="{6746703C-95C0-44DF-8299-8E3216598722}"/>
              </a:ext>
            </a:extLst>
          </p:cNvPr>
          <p:cNvSpPr>
            <a:spLocks noGrp="1"/>
          </p:cNvSpPr>
          <p:nvPr/>
        </p:nvSpPr>
        <p:spPr>
          <a:xfrm>
            <a:off x="4212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3" name="F2_precision_recall_distributions_7757">
            <a:extLst>
              <a:ext uri="{FF2B5EF4-FFF2-40B4-BE49-F238E27FC236}">
                <a16:creationId xmlns:a16="http://schemas.microsoft.com/office/drawing/2014/main" id="{4B87B2A4-28F1-4565-B8E7-891C079EDA41}"/>
              </a:ext>
            </a:extLst>
          </p:cNvPr>
          <p:cNvSpPr>
            <a:spLocks noGrp="1"/>
          </p:cNvSpPr>
          <p:nvPr/>
        </p:nvSpPr>
        <p:spPr>
          <a:xfrm>
            <a:off x="40598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4" name="F2_precision_recall_distributions_7758">
            <a:extLst>
              <a:ext uri="{FF2B5EF4-FFF2-40B4-BE49-F238E27FC236}">
                <a16:creationId xmlns:a16="http://schemas.microsoft.com/office/drawing/2014/main" id="{1FA53D9F-5C70-4AC8-AAD4-1B782DABAD61}"/>
              </a:ext>
            </a:extLst>
          </p:cNvPr>
          <p:cNvSpPr>
            <a:spLocks noGrp="1"/>
          </p:cNvSpPr>
          <p:nvPr/>
        </p:nvSpPr>
        <p:spPr>
          <a:xfrm>
            <a:off x="4289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5" name="F2_precision_recall_distributions_7759">
            <a:extLst>
              <a:ext uri="{FF2B5EF4-FFF2-40B4-BE49-F238E27FC236}">
                <a16:creationId xmlns:a16="http://schemas.microsoft.com/office/drawing/2014/main" id="{69C481B2-8332-42EF-99C1-60B90CA79A92}"/>
              </a:ext>
            </a:extLst>
          </p:cNvPr>
          <p:cNvSpPr>
            <a:spLocks noGrp="1"/>
          </p:cNvSpPr>
          <p:nvPr/>
        </p:nvSpPr>
        <p:spPr>
          <a:xfrm>
            <a:off x="42824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6" name="F2_precision_recall_distributions_7760">
            <a:extLst>
              <a:ext uri="{FF2B5EF4-FFF2-40B4-BE49-F238E27FC236}">
                <a16:creationId xmlns:a16="http://schemas.microsoft.com/office/drawing/2014/main" id="{9477C1F0-F755-485E-909E-DB02CB19662D}"/>
              </a:ext>
            </a:extLst>
          </p:cNvPr>
          <p:cNvSpPr>
            <a:spLocks noGrp="1"/>
          </p:cNvSpPr>
          <p:nvPr/>
        </p:nvSpPr>
        <p:spPr>
          <a:xfrm>
            <a:off x="43267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7" name="F2_precision_recall_distributions_7761">
            <a:extLst>
              <a:ext uri="{FF2B5EF4-FFF2-40B4-BE49-F238E27FC236}">
                <a16:creationId xmlns:a16="http://schemas.microsoft.com/office/drawing/2014/main" id="{8E726799-0631-421B-A6A9-4A51CF3154DB}"/>
              </a:ext>
            </a:extLst>
          </p:cNvPr>
          <p:cNvSpPr>
            <a:spLocks noGrp="1"/>
          </p:cNvSpPr>
          <p:nvPr/>
        </p:nvSpPr>
        <p:spPr>
          <a:xfrm>
            <a:off x="40864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8" name="F2_precision_recall_distributions_7762">
            <a:extLst>
              <a:ext uri="{FF2B5EF4-FFF2-40B4-BE49-F238E27FC236}">
                <a16:creationId xmlns:a16="http://schemas.microsoft.com/office/drawing/2014/main" id="{CF9DA733-357E-4E7A-8694-24D7B4897F2D}"/>
              </a:ext>
            </a:extLst>
          </p:cNvPr>
          <p:cNvSpPr>
            <a:spLocks noGrp="1"/>
          </p:cNvSpPr>
          <p:nvPr/>
        </p:nvSpPr>
        <p:spPr>
          <a:xfrm>
            <a:off x="41204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9" name="F2_precision_recall_distributions_7763">
            <a:extLst>
              <a:ext uri="{FF2B5EF4-FFF2-40B4-BE49-F238E27FC236}">
                <a16:creationId xmlns:a16="http://schemas.microsoft.com/office/drawing/2014/main" id="{E2F31A7E-E005-4849-BBB8-43A284AEB26E}"/>
              </a:ext>
            </a:extLst>
          </p:cNvPr>
          <p:cNvSpPr>
            <a:spLocks noGrp="1"/>
          </p:cNvSpPr>
          <p:nvPr/>
        </p:nvSpPr>
        <p:spPr>
          <a:xfrm>
            <a:off x="4062375" y="77927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0" name="F2_precision_recall_distributions_7764">
            <a:extLst>
              <a:ext uri="{FF2B5EF4-FFF2-40B4-BE49-F238E27FC236}">
                <a16:creationId xmlns:a16="http://schemas.microsoft.com/office/drawing/2014/main" id="{34EC1BA9-665B-4C90-A9C2-BBD4876288E2}"/>
              </a:ext>
            </a:extLst>
          </p:cNvPr>
          <p:cNvSpPr>
            <a:spLocks noGrp="1"/>
          </p:cNvSpPr>
          <p:nvPr/>
        </p:nvSpPr>
        <p:spPr>
          <a:xfrm>
            <a:off x="41799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1" name="F2_precision_recall_distributions_7765">
            <a:extLst>
              <a:ext uri="{FF2B5EF4-FFF2-40B4-BE49-F238E27FC236}">
                <a16:creationId xmlns:a16="http://schemas.microsoft.com/office/drawing/2014/main" id="{90EF666E-122B-405F-9E12-263AB89FA75A}"/>
              </a:ext>
            </a:extLst>
          </p:cNvPr>
          <p:cNvSpPr>
            <a:spLocks noGrp="1"/>
          </p:cNvSpPr>
          <p:nvPr/>
        </p:nvSpPr>
        <p:spPr>
          <a:xfrm>
            <a:off x="40317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2" name="F2_precision_recall_distributions_7766">
            <a:extLst>
              <a:ext uri="{FF2B5EF4-FFF2-40B4-BE49-F238E27FC236}">
                <a16:creationId xmlns:a16="http://schemas.microsoft.com/office/drawing/2014/main" id="{711DE92A-5B84-4D5D-B53C-958B84B7985F}"/>
              </a:ext>
            </a:extLst>
          </p:cNvPr>
          <p:cNvSpPr>
            <a:spLocks noGrp="1"/>
          </p:cNvSpPr>
          <p:nvPr/>
        </p:nvSpPr>
        <p:spPr>
          <a:xfrm>
            <a:off x="4267309" y="7809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3" name="F2_precision_recall_distributions_7767">
            <a:extLst>
              <a:ext uri="{FF2B5EF4-FFF2-40B4-BE49-F238E27FC236}">
                <a16:creationId xmlns:a16="http://schemas.microsoft.com/office/drawing/2014/main" id="{F1DE2BA6-0B4D-4412-BDE7-2FFEA40BBDA6}"/>
              </a:ext>
            </a:extLst>
          </p:cNvPr>
          <p:cNvSpPr>
            <a:spLocks noGrp="1"/>
          </p:cNvSpPr>
          <p:nvPr/>
        </p:nvSpPr>
        <p:spPr>
          <a:xfrm>
            <a:off x="41516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4" name="F2_precision_recall_distributions_7768">
            <a:extLst>
              <a:ext uri="{FF2B5EF4-FFF2-40B4-BE49-F238E27FC236}">
                <a16:creationId xmlns:a16="http://schemas.microsoft.com/office/drawing/2014/main" id="{DDD9CF5D-4A09-4BAF-B7FE-A70D30835B24}"/>
              </a:ext>
            </a:extLst>
          </p:cNvPr>
          <p:cNvSpPr>
            <a:spLocks noGrp="1"/>
          </p:cNvSpPr>
          <p:nvPr/>
        </p:nvSpPr>
        <p:spPr>
          <a:xfrm>
            <a:off x="41156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5" name="F2_precision_recall_distributions_7769">
            <a:extLst>
              <a:ext uri="{FF2B5EF4-FFF2-40B4-BE49-F238E27FC236}">
                <a16:creationId xmlns:a16="http://schemas.microsoft.com/office/drawing/2014/main" id="{95E4352A-E34D-475B-9E10-7FB7D5C85137}"/>
              </a:ext>
            </a:extLst>
          </p:cNvPr>
          <p:cNvSpPr>
            <a:spLocks noGrp="1"/>
          </p:cNvSpPr>
          <p:nvPr/>
        </p:nvSpPr>
        <p:spPr>
          <a:xfrm>
            <a:off x="41529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6" name="F2_precision_recall_distributions_7770">
            <a:extLst>
              <a:ext uri="{FF2B5EF4-FFF2-40B4-BE49-F238E27FC236}">
                <a16:creationId xmlns:a16="http://schemas.microsoft.com/office/drawing/2014/main" id="{633D7B16-D34D-4A2D-B9AC-B71655CA22AB}"/>
              </a:ext>
            </a:extLst>
          </p:cNvPr>
          <p:cNvSpPr>
            <a:spLocks noGrp="1"/>
          </p:cNvSpPr>
          <p:nvPr/>
        </p:nvSpPr>
        <p:spPr>
          <a:xfrm>
            <a:off x="4333317" y="78056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7" name="F2_precision_recall_distributions_7771">
            <a:extLst>
              <a:ext uri="{FF2B5EF4-FFF2-40B4-BE49-F238E27FC236}">
                <a16:creationId xmlns:a16="http://schemas.microsoft.com/office/drawing/2014/main" id="{1756F9FF-35C0-4713-8A95-612DC96136CF}"/>
              </a:ext>
            </a:extLst>
          </p:cNvPr>
          <p:cNvSpPr>
            <a:spLocks noGrp="1"/>
          </p:cNvSpPr>
          <p:nvPr/>
        </p:nvSpPr>
        <p:spPr>
          <a:xfrm>
            <a:off x="41732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8" name="F2_precision_recall_distributions_7772">
            <a:extLst>
              <a:ext uri="{FF2B5EF4-FFF2-40B4-BE49-F238E27FC236}">
                <a16:creationId xmlns:a16="http://schemas.microsoft.com/office/drawing/2014/main" id="{B59E63CA-5793-4252-8561-2F3D831CC2CB}"/>
              </a:ext>
            </a:extLst>
          </p:cNvPr>
          <p:cNvSpPr>
            <a:spLocks noGrp="1"/>
          </p:cNvSpPr>
          <p:nvPr/>
        </p:nvSpPr>
        <p:spPr>
          <a:xfrm>
            <a:off x="4156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9" name="F2_precision_recall_distributions_7773">
            <a:extLst>
              <a:ext uri="{FF2B5EF4-FFF2-40B4-BE49-F238E27FC236}">
                <a16:creationId xmlns:a16="http://schemas.microsoft.com/office/drawing/2014/main" id="{1D799EF8-9744-4A8A-A7BF-E4BACE299AC8}"/>
              </a:ext>
            </a:extLst>
          </p:cNvPr>
          <p:cNvSpPr>
            <a:spLocks noGrp="1"/>
          </p:cNvSpPr>
          <p:nvPr/>
        </p:nvSpPr>
        <p:spPr>
          <a:xfrm>
            <a:off x="4171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0" name="F2_precision_recall_distributions_7774">
            <a:extLst>
              <a:ext uri="{FF2B5EF4-FFF2-40B4-BE49-F238E27FC236}">
                <a16:creationId xmlns:a16="http://schemas.microsoft.com/office/drawing/2014/main" id="{56B864C9-E71A-45A5-B554-E9F9BB805287}"/>
              </a:ext>
            </a:extLst>
          </p:cNvPr>
          <p:cNvSpPr>
            <a:spLocks noGrp="1"/>
          </p:cNvSpPr>
          <p:nvPr/>
        </p:nvSpPr>
        <p:spPr>
          <a:xfrm>
            <a:off x="39806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1" name="F2_precision_recall_distributions_7775">
            <a:extLst>
              <a:ext uri="{FF2B5EF4-FFF2-40B4-BE49-F238E27FC236}">
                <a16:creationId xmlns:a16="http://schemas.microsoft.com/office/drawing/2014/main" id="{927299F2-113D-4118-8FE9-5649B9A22FB1}"/>
              </a:ext>
            </a:extLst>
          </p:cNvPr>
          <p:cNvSpPr>
            <a:spLocks noGrp="1"/>
          </p:cNvSpPr>
          <p:nvPr/>
        </p:nvSpPr>
        <p:spPr>
          <a:xfrm>
            <a:off x="40427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2" name="F2_precision_recall_distributions_7776">
            <a:extLst>
              <a:ext uri="{FF2B5EF4-FFF2-40B4-BE49-F238E27FC236}">
                <a16:creationId xmlns:a16="http://schemas.microsoft.com/office/drawing/2014/main" id="{61EE225E-7B4B-4059-8146-8642FA7447AD}"/>
              </a:ext>
            </a:extLst>
          </p:cNvPr>
          <p:cNvSpPr>
            <a:spLocks noGrp="1"/>
          </p:cNvSpPr>
          <p:nvPr/>
        </p:nvSpPr>
        <p:spPr>
          <a:xfrm>
            <a:off x="4048197" y="78128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3" name="F2_precision_recall_distributions_7777">
            <a:extLst>
              <a:ext uri="{FF2B5EF4-FFF2-40B4-BE49-F238E27FC236}">
                <a16:creationId xmlns:a16="http://schemas.microsoft.com/office/drawing/2014/main" id="{F4D28BCD-021C-4A61-86AE-2E66DDEE856D}"/>
              </a:ext>
            </a:extLst>
          </p:cNvPr>
          <p:cNvSpPr>
            <a:spLocks noGrp="1"/>
          </p:cNvSpPr>
          <p:nvPr/>
        </p:nvSpPr>
        <p:spPr>
          <a:xfrm>
            <a:off x="4224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4" name="F2_precision_recall_distributions_7778">
            <a:extLst>
              <a:ext uri="{FF2B5EF4-FFF2-40B4-BE49-F238E27FC236}">
                <a16:creationId xmlns:a16="http://schemas.microsoft.com/office/drawing/2014/main" id="{8392984D-1285-4D57-8348-78A9D344F982}"/>
              </a:ext>
            </a:extLst>
          </p:cNvPr>
          <p:cNvSpPr>
            <a:spLocks noGrp="1"/>
          </p:cNvSpPr>
          <p:nvPr/>
        </p:nvSpPr>
        <p:spPr>
          <a:xfrm>
            <a:off x="4336345" y="7811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5" name="F2_precision_recall_distributions_7779">
            <a:extLst>
              <a:ext uri="{FF2B5EF4-FFF2-40B4-BE49-F238E27FC236}">
                <a16:creationId xmlns:a16="http://schemas.microsoft.com/office/drawing/2014/main" id="{DEA2B8BA-564C-478B-B684-A7B97341EEA3}"/>
              </a:ext>
            </a:extLst>
          </p:cNvPr>
          <p:cNvSpPr>
            <a:spLocks noGrp="1"/>
          </p:cNvSpPr>
          <p:nvPr/>
        </p:nvSpPr>
        <p:spPr>
          <a:xfrm>
            <a:off x="41378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6" name="F2_precision_recall_distributions_7780">
            <a:extLst>
              <a:ext uri="{FF2B5EF4-FFF2-40B4-BE49-F238E27FC236}">
                <a16:creationId xmlns:a16="http://schemas.microsoft.com/office/drawing/2014/main" id="{97D4C907-C7A8-42C7-BF5C-72D89CD1731B}"/>
              </a:ext>
            </a:extLst>
          </p:cNvPr>
          <p:cNvSpPr>
            <a:spLocks noGrp="1"/>
          </p:cNvSpPr>
          <p:nvPr/>
        </p:nvSpPr>
        <p:spPr>
          <a:xfrm>
            <a:off x="4235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7" name="F2_precision_recall_distributions_7781">
            <a:extLst>
              <a:ext uri="{FF2B5EF4-FFF2-40B4-BE49-F238E27FC236}">
                <a16:creationId xmlns:a16="http://schemas.microsoft.com/office/drawing/2014/main" id="{E41E249A-9C4B-4054-9C6C-8D8B18F78875}"/>
              </a:ext>
            </a:extLst>
          </p:cNvPr>
          <p:cNvSpPr>
            <a:spLocks noGrp="1"/>
          </p:cNvSpPr>
          <p:nvPr/>
        </p:nvSpPr>
        <p:spPr>
          <a:xfrm>
            <a:off x="40789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8" name="F2_precision_recall_distributions_7782">
            <a:extLst>
              <a:ext uri="{FF2B5EF4-FFF2-40B4-BE49-F238E27FC236}">
                <a16:creationId xmlns:a16="http://schemas.microsoft.com/office/drawing/2014/main" id="{9F718E64-5E5B-41B0-8F8D-F00C953A44A9}"/>
              </a:ext>
            </a:extLst>
          </p:cNvPr>
          <p:cNvSpPr>
            <a:spLocks noGrp="1"/>
          </p:cNvSpPr>
          <p:nvPr/>
        </p:nvSpPr>
        <p:spPr>
          <a:xfrm>
            <a:off x="40261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9" name="F2_precision_recall_distributions_7783">
            <a:extLst>
              <a:ext uri="{FF2B5EF4-FFF2-40B4-BE49-F238E27FC236}">
                <a16:creationId xmlns:a16="http://schemas.microsoft.com/office/drawing/2014/main" id="{E9F142B3-A609-4738-8454-FC9FE1A43B32}"/>
              </a:ext>
            </a:extLst>
          </p:cNvPr>
          <p:cNvSpPr>
            <a:spLocks noGrp="1"/>
          </p:cNvSpPr>
          <p:nvPr/>
        </p:nvSpPr>
        <p:spPr>
          <a:xfrm>
            <a:off x="4099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0" name="F2_precision_recall_distributions_7784">
            <a:extLst>
              <a:ext uri="{FF2B5EF4-FFF2-40B4-BE49-F238E27FC236}">
                <a16:creationId xmlns:a16="http://schemas.microsoft.com/office/drawing/2014/main" id="{914D886D-BE19-44C0-B1C1-5CD0D2A4FCF1}"/>
              </a:ext>
            </a:extLst>
          </p:cNvPr>
          <p:cNvSpPr>
            <a:spLocks noGrp="1"/>
          </p:cNvSpPr>
          <p:nvPr/>
        </p:nvSpPr>
        <p:spPr>
          <a:xfrm>
            <a:off x="4208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1" name="F2_precision_recall_distributions_7785">
            <a:extLst>
              <a:ext uri="{FF2B5EF4-FFF2-40B4-BE49-F238E27FC236}">
                <a16:creationId xmlns:a16="http://schemas.microsoft.com/office/drawing/2014/main" id="{C773D4D5-9217-4C80-B872-79B48AAA222A}"/>
              </a:ext>
            </a:extLst>
          </p:cNvPr>
          <p:cNvSpPr>
            <a:spLocks noGrp="1"/>
          </p:cNvSpPr>
          <p:nvPr/>
        </p:nvSpPr>
        <p:spPr>
          <a:xfrm>
            <a:off x="4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2" name="F2_precision_recall_distributions_7786">
            <a:extLst>
              <a:ext uri="{FF2B5EF4-FFF2-40B4-BE49-F238E27FC236}">
                <a16:creationId xmlns:a16="http://schemas.microsoft.com/office/drawing/2014/main" id="{A1EFE70D-D0C3-4B77-9A33-129B937E70CA}"/>
              </a:ext>
            </a:extLst>
          </p:cNvPr>
          <p:cNvSpPr>
            <a:spLocks noGrp="1"/>
          </p:cNvSpPr>
          <p:nvPr/>
        </p:nvSpPr>
        <p:spPr>
          <a:xfrm>
            <a:off x="4219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3" name="F2_precision_recall_distributions_7787">
            <a:extLst>
              <a:ext uri="{FF2B5EF4-FFF2-40B4-BE49-F238E27FC236}">
                <a16:creationId xmlns:a16="http://schemas.microsoft.com/office/drawing/2014/main" id="{A24BA65F-0798-4F58-953D-5B897CEF3398}"/>
              </a:ext>
            </a:extLst>
          </p:cNvPr>
          <p:cNvSpPr>
            <a:spLocks noGrp="1"/>
          </p:cNvSpPr>
          <p:nvPr/>
        </p:nvSpPr>
        <p:spPr>
          <a:xfrm>
            <a:off x="41949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4" name="F2_precision_recall_distributions_7788">
            <a:extLst>
              <a:ext uri="{FF2B5EF4-FFF2-40B4-BE49-F238E27FC236}">
                <a16:creationId xmlns:a16="http://schemas.microsoft.com/office/drawing/2014/main" id="{31FA40EA-E165-4071-B844-B5A2469E0FA7}"/>
              </a:ext>
            </a:extLst>
          </p:cNvPr>
          <p:cNvSpPr>
            <a:spLocks noGrp="1"/>
          </p:cNvSpPr>
          <p:nvPr/>
        </p:nvSpPr>
        <p:spPr>
          <a:xfrm>
            <a:off x="424922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5" name="F2_precision_recall_distributions_7789">
            <a:extLst>
              <a:ext uri="{FF2B5EF4-FFF2-40B4-BE49-F238E27FC236}">
                <a16:creationId xmlns:a16="http://schemas.microsoft.com/office/drawing/2014/main" id="{17B01118-734E-4556-952F-7B4E8DB6F137}"/>
              </a:ext>
            </a:extLst>
          </p:cNvPr>
          <p:cNvSpPr>
            <a:spLocks noGrp="1"/>
          </p:cNvSpPr>
          <p:nvPr/>
        </p:nvSpPr>
        <p:spPr>
          <a:xfrm>
            <a:off x="43334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6" name="F2_precision_recall_distributions_7790">
            <a:extLst>
              <a:ext uri="{FF2B5EF4-FFF2-40B4-BE49-F238E27FC236}">
                <a16:creationId xmlns:a16="http://schemas.microsoft.com/office/drawing/2014/main" id="{D35639DF-5031-44BB-B76A-22A3F69AE4C2}"/>
              </a:ext>
            </a:extLst>
          </p:cNvPr>
          <p:cNvSpPr>
            <a:spLocks noGrp="1"/>
          </p:cNvSpPr>
          <p:nvPr/>
        </p:nvSpPr>
        <p:spPr>
          <a:xfrm>
            <a:off x="41995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7" name="F2_precision_recall_distributions_7791">
            <a:extLst>
              <a:ext uri="{FF2B5EF4-FFF2-40B4-BE49-F238E27FC236}">
                <a16:creationId xmlns:a16="http://schemas.microsoft.com/office/drawing/2014/main" id="{75CB2BD2-9A37-45AB-80B4-945945CE80F6}"/>
              </a:ext>
            </a:extLst>
          </p:cNvPr>
          <p:cNvSpPr>
            <a:spLocks noGrp="1"/>
          </p:cNvSpPr>
          <p:nvPr/>
        </p:nvSpPr>
        <p:spPr>
          <a:xfrm>
            <a:off x="4032643" y="78102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8" name="F2_precision_recall_distributions_7792">
            <a:extLst>
              <a:ext uri="{FF2B5EF4-FFF2-40B4-BE49-F238E27FC236}">
                <a16:creationId xmlns:a16="http://schemas.microsoft.com/office/drawing/2014/main" id="{7A277796-2AF8-4516-AE5F-3460156A7E74}"/>
              </a:ext>
            </a:extLst>
          </p:cNvPr>
          <p:cNvSpPr>
            <a:spLocks noGrp="1"/>
          </p:cNvSpPr>
          <p:nvPr/>
        </p:nvSpPr>
        <p:spPr>
          <a:xfrm>
            <a:off x="41410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9" name="F2_precision_recall_distributions_7793">
            <a:extLst>
              <a:ext uri="{FF2B5EF4-FFF2-40B4-BE49-F238E27FC236}">
                <a16:creationId xmlns:a16="http://schemas.microsoft.com/office/drawing/2014/main" id="{01C8D649-8913-4EF1-98FE-15B7B45E18B4}"/>
              </a:ext>
            </a:extLst>
          </p:cNvPr>
          <p:cNvSpPr>
            <a:spLocks noGrp="1"/>
          </p:cNvSpPr>
          <p:nvPr/>
        </p:nvSpPr>
        <p:spPr>
          <a:xfrm>
            <a:off x="4087797" y="7813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0" name="F2_precision_recall_distributions_7794">
            <a:extLst>
              <a:ext uri="{FF2B5EF4-FFF2-40B4-BE49-F238E27FC236}">
                <a16:creationId xmlns:a16="http://schemas.microsoft.com/office/drawing/2014/main" id="{AA23CAA6-5DA9-44E9-B6E0-D9AA3563D277}"/>
              </a:ext>
            </a:extLst>
          </p:cNvPr>
          <p:cNvSpPr>
            <a:spLocks noGrp="1"/>
          </p:cNvSpPr>
          <p:nvPr/>
        </p:nvSpPr>
        <p:spPr>
          <a:xfrm>
            <a:off x="43373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1" name="F2_precision_recall_distributions_7795">
            <a:extLst>
              <a:ext uri="{FF2B5EF4-FFF2-40B4-BE49-F238E27FC236}">
                <a16:creationId xmlns:a16="http://schemas.microsoft.com/office/drawing/2014/main" id="{27AA3FFA-9279-431E-818E-453BB65F4E82}"/>
              </a:ext>
            </a:extLst>
          </p:cNvPr>
          <p:cNvSpPr>
            <a:spLocks noGrp="1"/>
          </p:cNvSpPr>
          <p:nvPr/>
        </p:nvSpPr>
        <p:spPr>
          <a:xfrm>
            <a:off x="416116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2" name="F2_precision_recall_distributions_7796">
            <a:extLst>
              <a:ext uri="{FF2B5EF4-FFF2-40B4-BE49-F238E27FC236}">
                <a16:creationId xmlns:a16="http://schemas.microsoft.com/office/drawing/2014/main" id="{90ECC828-1A93-43A4-99F7-DB5CB861D2AD}"/>
              </a:ext>
            </a:extLst>
          </p:cNvPr>
          <p:cNvSpPr>
            <a:spLocks noGrp="1"/>
          </p:cNvSpPr>
          <p:nvPr/>
        </p:nvSpPr>
        <p:spPr>
          <a:xfrm>
            <a:off x="43412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3" name="F2_precision_recall_distributions_7797">
            <a:extLst>
              <a:ext uri="{FF2B5EF4-FFF2-40B4-BE49-F238E27FC236}">
                <a16:creationId xmlns:a16="http://schemas.microsoft.com/office/drawing/2014/main" id="{04051F60-9D56-425F-B114-57F6A168447E}"/>
              </a:ext>
            </a:extLst>
          </p:cNvPr>
          <p:cNvSpPr>
            <a:spLocks noGrp="1"/>
          </p:cNvSpPr>
          <p:nvPr/>
        </p:nvSpPr>
        <p:spPr>
          <a:xfrm>
            <a:off x="4039905" y="78136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4" name="F2_precision_recall_distributions_7798">
            <a:extLst>
              <a:ext uri="{FF2B5EF4-FFF2-40B4-BE49-F238E27FC236}">
                <a16:creationId xmlns:a16="http://schemas.microsoft.com/office/drawing/2014/main" id="{A7883F53-501C-4412-8C95-E0148026C66E}"/>
              </a:ext>
            </a:extLst>
          </p:cNvPr>
          <p:cNvSpPr>
            <a:spLocks noGrp="1"/>
          </p:cNvSpPr>
          <p:nvPr/>
        </p:nvSpPr>
        <p:spPr>
          <a:xfrm>
            <a:off x="40243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5" name="F2_precision_recall_distributions_7799">
            <a:extLst>
              <a:ext uri="{FF2B5EF4-FFF2-40B4-BE49-F238E27FC236}">
                <a16:creationId xmlns:a16="http://schemas.microsoft.com/office/drawing/2014/main" id="{920E65B7-E63F-471A-B7B4-62ACC27AC8E9}"/>
              </a:ext>
            </a:extLst>
          </p:cNvPr>
          <p:cNvSpPr>
            <a:spLocks noGrp="1"/>
          </p:cNvSpPr>
          <p:nvPr/>
        </p:nvSpPr>
        <p:spPr>
          <a:xfrm>
            <a:off x="4314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6" name="F2_precision_recall_distributions_7800">
            <a:extLst>
              <a:ext uri="{FF2B5EF4-FFF2-40B4-BE49-F238E27FC236}">
                <a16:creationId xmlns:a16="http://schemas.microsoft.com/office/drawing/2014/main" id="{089A17E5-D987-4128-A1DA-DE547243EC3D}"/>
              </a:ext>
            </a:extLst>
          </p:cNvPr>
          <p:cNvSpPr>
            <a:spLocks noGrp="1"/>
          </p:cNvSpPr>
          <p:nvPr/>
        </p:nvSpPr>
        <p:spPr>
          <a:xfrm>
            <a:off x="42375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7" name="F2_precision_recall_distributions_7801">
            <a:extLst>
              <a:ext uri="{FF2B5EF4-FFF2-40B4-BE49-F238E27FC236}">
                <a16:creationId xmlns:a16="http://schemas.microsoft.com/office/drawing/2014/main" id="{6C4F7937-0FD4-42B3-BB8A-F0E08106D884}"/>
              </a:ext>
            </a:extLst>
          </p:cNvPr>
          <p:cNvSpPr>
            <a:spLocks noGrp="1"/>
          </p:cNvSpPr>
          <p:nvPr/>
        </p:nvSpPr>
        <p:spPr>
          <a:xfrm>
            <a:off x="41940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8" name="F2_precision_recall_distributions_7802">
            <a:extLst>
              <a:ext uri="{FF2B5EF4-FFF2-40B4-BE49-F238E27FC236}">
                <a16:creationId xmlns:a16="http://schemas.microsoft.com/office/drawing/2014/main" id="{167C2933-B162-4430-A08E-40472F055FD8}"/>
              </a:ext>
            </a:extLst>
          </p:cNvPr>
          <p:cNvSpPr>
            <a:spLocks noGrp="1"/>
          </p:cNvSpPr>
          <p:nvPr/>
        </p:nvSpPr>
        <p:spPr>
          <a:xfrm>
            <a:off x="43057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9" name="F2_precision_recall_distributions_7803">
            <a:extLst>
              <a:ext uri="{FF2B5EF4-FFF2-40B4-BE49-F238E27FC236}">
                <a16:creationId xmlns:a16="http://schemas.microsoft.com/office/drawing/2014/main" id="{A1D4F369-41AE-420D-BC9B-14E90F35F737}"/>
              </a:ext>
            </a:extLst>
          </p:cNvPr>
          <p:cNvSpPr>
            <a:spLocks noGrp="1"/>
          </p:cNvSpPr>
          <p:nvPr/>
        </p:nvSpPr>
        <p:spPr>
          <a:xfrm>
            <a:off x="42668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0" name="F2_precision_recall_distributions_7804">
            <a:extLst>
              <a:ext uri="{FF2B5EF4-FFF2-40B4-BE49-F238E27FC236}">
                <a16:creationId xmlns:a16="http://schemas.microsoft.com/office/drawing/2014/main" id="{E93809C6-3EEC-4ECA-81B4-2AF50965C1D9}"/>
              </a:ext>
            </a:extLst>
          </p:cNvPr>
          <p:cNvSpPr>
            <a:spLocks noGrp="1"/>
          </p:cNvSpPr>
          <p:nvPr/>
        </p:nvSpPr>
        <p:spPr>
          <a:xfrm>
            <a:off x="41860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1" name="F2_precision_recall_distributions_7805">
            <a:extLst>
              <a:ext uri="{FF2B5EF4-FFF2-40B4-BE49-F238E27FC236}">
                <a16:creationId xmlns:a16="http://schemas.microsoft.com/office/drawing/2014/main" id="{6292BE5D-25B7-4D07-BFDE-E0FE2C3089DB}"/>
              </a:ext>
            </a:extLst>
          </p:cNvPr>
          <p:cNvSpPr>
            <a:spLocks noGrp="1"/>
          </p:cNvSpPr>
          <p:nvPr/>
        </p:nvSpPr>
        <p:spPr>
          <a:xfrm>
            <a:off x="41400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2" name="F2_precision_recall_distributions_7806">
            <a:extLst>
              <a:ext uri="{FF2B5EF4-FFF2-40B4-BE49-F238E27FC236}">
                <a16:creationId xmlns:a16="http://schemas.microsoft.com/office/drawing/2014/main" id="{9B6E47B4-FEF5-4ECA-AE72-EC1F21A2C6A2}"/>
              </a:ext>
            </a:extLst>
          </p:cNvPr>
          <p:cNvSpPr>
            <a:spLocks noGrp="1"/>
          </p:cNvSpPr>
          <p:nvPr/>
        </p:nvSpPr>
        <p:spPr>
          <a:xfrm>
            <a:off x="4047140" y="7813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3" name="F2_precision_recall_distributions_7807">
            <a:extLst>
              <a:ext uri="{FF2B5EF4-FFF2-40B4-BE49-F238E27FC236}">
                <a16:creationId xmlns:a16="http://schemas.microsoft.com/office/drawing/2014/main" id="{C64992EE-6612-4B2B-81D8-EFE72231A42E}"/>
              </a:ext>
            </a:extLst>
          </p:cNvPr>
          <p:cNvSpPr>
            <a:spLocks noGrp="1"/>
          </p:cNvSpPr>
          <p:nvPr/>
        </p:nvSpPr>
        <p:spPr>
          <a:xfrm>
            <a:off x="4351250" y="779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4" name="F2_precision_recall_distributions_7808">
            <a:extLst>
              <a:ext uri="{FF2B5EF4-FFF2-40B4-BE49-F238E27FC236}">
                <a16:creationId xmlns:a16="http://schemas.microsoft.com/office/drawing/2014/main" id="{F61E25A4-46C6-4C5B-ABCE-B879ED86666E}"/>
              </a:ext>
            </a:extLst>
          </p:cNvPr>
          <p:cNvSpPr>
            <a:spLocks noGrp="1"/>
          </p:cNvSpPr>
          <p:nvPr/>
        </p:nvSpPr>
        <p:spPr>
          <a:xfrm>
            <a:off x="41759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5" name="F2_precision_recall_distributions_7809">
            <a:extLst>
              <a:ext uri="{FF2B5EF4-FFF2-40B4-BE49-F238E27FC236}">
                <a16:creationId xmlns:a16="http://schemas.microsoft.com/office/drawing/2014/main" id="{745FE0C3-55B4-41C0-83EE-D799EF45EDAE}"/>
              </a:ext>
            </a:extLst>
          </p:cNvPr>
          <p:cNvSpPr>
            <a:spLocks noGrp="1"/>
          </p:cNvSpPr>
          <p:nvPr/>
        </p:nvSpPr>
        <p:spPr>
          <a:xfrm>
            <a:off x="40259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6" name="F2_precision_recall_distributions_7810">
            <a:extLst>
              <a:ext uri="{FF2B5EF4-FFF2-40B4-BE49-F238E27FC236}">
                <a16:creationId xmlns:a16="http://schemas.microsoft.com/office/drawing/2014/main" id="{7C0B11EC-CFAC-49D5-9173-EB8E3DD873D1}"/>
              </a:ext>
            </a:extLst>
          </p:cNvPr>
          <p:cNvSpPr>
            <a:spLocks noGrp="1"/>
          </p:cNvSpPr>
          <p:nvPr/>
        </p:nvSpPr>
        <p:spPr>
          <a:xfrm>
            <a:off x="40324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7" name="F2_precision_recall_distributions_7811">
            <a:extLst>
              <a:ext uri="{FF2B5EF4-FFF2-40B4-BE49-F238E27FC236}">
                <a16:creationId xmlns:a16="http://schemas.microsoft.com/office/drawing/2014/main" id="{EC0759FB-6840-4C57-B2D3-769FF96098C7}"/>
              </a:ext>
            </a:extLst>
          </p:cNvPr>
          <p:cNvSpPr>
            <a:spLocks noGrp="1"/>
          </p:cNvSpPr>
          <p:nvPr/>
        </p:nvSpPr>
        <p:spPr>
          <a:xfrm>
            <a:off x="4144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8" name="F2_precision_recall_distributions_7812">
            <a:extLst>
              <a:ext uri="{FF2B5EF4-FFF2-40B4-BE49-F238E27FC236}">
                <a16:creationId xmlns:a16="http://schemas.microsoft.com/office/drawing/2014/main" id="{26312827-7787-480B-AFA1-1AF452FF5D76}"/>
              </a:ext>
            </a:extLst>
          </p:cNvPr>
          <p:cNvSpPr>
            <a:spLocks noGrp="1"/>
          </p:cNvSpPr>
          <p:nvPr/>
        </p:nvSpPr>
        <p:spPr>
          <a:xfrm>
            <a:off x="4032751" y="7813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9" name="F2_precision_recall_distributions_7813">
            <a:extLst>
              <a:ext uri="{FF2B5EF4-FFF2-40B4-BE49-F238E27FC236}">
                <a16:creationId xmlns:a16="http://schemas.microsoft.com/office/drawing/2014/main" id="{F511EAFC-5976-479E-8CE7-5F7AD14D8F7A}"/>
              </a:ext>
            </a:extLst>
          </p:cNvPr>
          <p:cNvSpPr>
            <a:spLocks noGrp="1"/>
          </p:cNvSpPr>
          <p:nvPr/>
        </p:nvSpPr>
        <p:spPr>
          <a:xfrm>
            <a:off x="4322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0" name="F2_precision_recall_distributions_7814">
            <a:extLst>
              <a:ext uri="{FF2B5EF4-FFF2-40B4-BE49-F238E27FC236}">
                <a16:creationId xmlns:a16="http://schemas.microsoft.com/office/drawing/2014/main" id="{81D7338E-E0DB-410F-A278-61E70384A531}"/>
              </a:ext>
            </a:extLst>
          </p:cNvPr>
          <p:cNvSpPr>
            <a:spLocks noGrp="1"/>
          </p:cNvSpPr>
          <p:nvPr/>
        </p:nvSpPr>
        <p:spPr>
          <a:xfrm>
            <a:off x="406440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1" name="F2_precision_recall_distributions_7815">
            <a:extLst>
              <a:ext uri="{FF2B5EF4-FFF2-40B4-BE49-F238E27FC236}">
                <a16:creationId xmlns:a16="http://schemas.microsoft.com/office/drawing/2014/main" id="{1D9DF14B-DB0B-475B-BD9D-8EFBCB266B04}"/>
              </a:ext>
            </a:extLst>
          </p:cNvPr>
          <p:cNvSpPr>
            <a:spLocks noGrp="1"/>
          </p:cNvSpPr>
          <p:nvPr/>
        </p:nvSpPr>
        <p:spPr>
          <a:xfrm>
            <a:off x="4000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2" name="F2_precision_recall_distributions_7816">
            <a:extLst>
              <a:ext uri="{FF2B5EF4-FFF2-40B4-BE49-F238E27FC236}">
                <a16:creationId xmlns:a16="http://schemas.microsoft.com/office/drawing/2014/main" id="{2C586A07-C0AF-41B5-AC54-3AD771843A7F}"/>
              </a:ext>
            </a:extLst>
          </p:cNvPr>
          <p:cNvSpPr>
            <a:spLocks noGrp="1"/>
          </p:cNvSpPr>
          <p:nvPr/>
        </p:nvSpPr>
        <p:spPr>
          <a:xfrm>
            <a:off x="41938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3" name="F2_precision_recall_distributions_7817">
            <a:extLst>
              <a:ext uri="{FF2B5EF4-FFF2-40B4-BE49-F238E27FC236}">
                <a16:creationId xmlns:a16="http://schemas.microsoft.com/office/drawing/2014/main" id="{8CAF70D4-0CF5-4EB7-9F81-7A737807D151}"/>
              </a:ext>
            </a:extLst>
          </p:cNvPr>
          <p:cNvSpPr>
            <a:spLocks noGrp="1"/>
          </p:cNvSpPr>
          <p:nvPr/>
        </p:nvSpPr>
        <p:spPr>
          <a:xfrm>
            <a:off x="43074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4" name="F2_precision_recall_distributions_7818">
            <a:extLst>
              <a:ext uri="{FF2B5EF4-FFF2-40B4-BE49-F238E27FC236}">
                <a16:creationId xmlns:a16="http://schemas.microsoft.com/office/drawing/2014/main" id="{D73FC623-1F1C-45A0-A7C8-CA97FBEB9F7F}"/>
              </a:ext>
            </a:extLst>
          </p:cNvPr>
          <p:cNvSpPr>
            <a:spLocks noGrp="1"/>
          </p:cNvSpPr>
          <p:nvPr/>
        </p:nvSpPr>
        <p:spPr>
          <a:xfrm>
            <a:off x="40111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5" name="F2_precision_recall_distributions_7819">
            <a:extLst>
              <a:ext uri="{FF2B5EF4-FFF2-40B4-BE49-F238E27FC236}">
                <a16:creationId xmlns:a16="http://schemas.microsoft.com/office/drawing/2014/main" id="{45D6EFA6-8478-434A-A9F4-8D29D509DD47}"/>
              </a:ext>
            </a:extLst>
          </p:cNvPr>
          <p:cNvSpPr>
            <a:spLocks noGrp="1"/>
          </p:cNvSpPr>
          <p:nvPr/>
        </p:nvSpPr>
        <p:spPr>
          <a:xfrm>
            <a:off x="43070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6" name="F2_precision_recall_distributions_7820">
            <a:extLst>
              <a:ext uri="{FF2B5EF4-FFF2-40B4-BE49-F238E27FC236}">
                <a16:creationId xmlns:a16="http://schemas.microsoft.com/office/drawing/2014/main" id="{DC04C326-3AA8-4D7B-96F5-516F000E3252}"/>
              </a:ext>
            </a:extLst>
          </p:cNvPr>
          <p:cNvSpPr>
            <a:spLocks noGrp="1"/>
          </p:cNvSpPr>
          <p:nvPr/>
        </p:nvSpPr>
        <p:spPr>
          <a:xfrm>
            <a:off x="41567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7" name="F2_precision_recall_distributions_7821">
            <a:extLst>
              <a:ext uri="{FF2B5EF4-FFF2-40B4-BE49-F238E27FC236}">
                <a16:creationId xmlns:a16="http://schemas.microsoft.com/office/drawing/2014/main" id="{3A584DF9-D44D-44A3-9C93-15CB185DAB34}"/>
              </a:ext>
            </a:extLst>
          </p:cNvPr>
          <p:cNvSpPr>
            <a:spLocks noGrp="1"/>
          </p:cNvSpPr>
          <p:nvPr/>
        </p:nvSpPr>
        <p:spPr>
          <a:xfrm>
            <a:off x="41218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8" name="F2_precision_recall_distributions_7822">
            <a:extLst>
              <a:ext uri="{FF2B5EF4-FFF2-40B4-BE49-F238E27FC236}">
                <a16:creationId xmlns:a16="http://schemas.microsoft.com/office/drawing/2014/main" id="{877902D0-2667-42F2-8CCD-E67563A7877E}"/>
              </a:ext>
            </a:extLst>
          </p:cNvPr>
          <p:cNvSpPr>
            <a:spLocks noGrp="1"/>
          </p:cNvSpPr>
          <p:nvPr/>
        </p:nvSpPr>
        <p:spPr>
          <a:xfrm>
            <a:off x="4031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9" name="F2_precision_recall_distributions_7823">
            <a:extLst>
              <a:ext uri="{FF2B5EF4-FFF2-40B4-BE49-F238E27FC236}">
                <a16:creationId xmlns:a16="http://schemas.microsoft.com/office/drawing/2014/main" id="{7117D967-55B5-4195-B6AE-352BECF70635}"/>
              </a:ext>
            </a:extLst>
          </p:cNvPr>
          <p:cNvSpPr>
            <a:spLocks noGrp="1"/>
          </p:cNvSpPr>
          <p:nvPr/>
        </p:nvSpPr>
        <p:spPr>
          <a:xfrm>
            <a:off x="4230180" y="7811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0" name="F2_precision_recall_distributions_7824">
            <a:extLst>
              <a:ext uri="{FF2B5EF4-FFF2-40B4-BE49-F238E27FC236}">
                <a16:creationId xmlns:a16="http://schemas.microsoft.com/office/drawing/2014/main" id="{ADF1F921-11AE-4EFB-A3D1-3B810B57137A}"/>
              </a:ext>
            </a:extLst>
          </p:cNvPr>
          <p:cNvSpPr>
            <a:spLocks noGrp="1"/>
          </p:cNvSpPr>
          <p:nvPr/>
        </p:nvSpPr>
        <p:spPr>
          <a:xfrm>
            <a:off x="43328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1" name="F2_precision_recall_distributions_7825">
            <a:extLst>
              <a:ext uri="{FF2B5EF4-FFF2-40B4-BE49-F238E27FC236}">
                <a16:creationId xmlns:a16="http://schemas.microsoft.com/office/drawing/2014/main" id="{6B58470F-797F-4A1A-8B5F-D55D4E00FACC}"/>
              </a:ext>
            </a:extLst>
          </p:cNvPr>
          <p:cNvSpPr>
            <a:spLocks noGrp="1"/>
          </p:cNvSpPr>
          <p:nvPr/>
        </p:nvSpPr>
        <p:spPr>
          <a:xfrm>
            <a:off x="4266334" y="7804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2" name="F2_precision_recall_distributions_7826">
            <a:extLst>
              <a:ext uri="{FF2B5EF4-FFF2-40B4-BE49-F238E27FC236}">
                <a16:creationId xmlns:a16="http://schemas.microsoft.com/office/drawing/2014/main" id="{D37A221E-D81E-48B6-974A-7C9F186DA418}"/>
              </a:ext>
            </a:extLst>
          </p:cNvPr>
          <p:cNvSpPr>
            <a:spLocks noGrp="1"/>
          </p:cNvSpPr>
          <p:nvPr/>
        </p:nvSpPr>
        <p:spPr>
          <a:xfrm>
            <a:off x="1852503" y="697995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013" name="F2_precision_recall_distributions_7827">
            <a:extLst>
              <a:ext uri="{FF2B5EF4-FFF2-40B4-BE49-F238E27FC236}">
                <a16:creationId xmlns:a16="http://schemas.microsoft.com/office/drawing/2014/main" id="{FDCF8AF4-FC92-44CA-AE4C-6CE139762798}"/>
              </a:ext>
            </a:extLst>
          </p:cNvPr>
          <p:cNvSpPr>
            <a:spLocks noGrp="1"/>
          </p:cNvSpPr>
          <p:nvPr/>
        </p:nvSpPr>
        <p:spPr>
          <a:xfrm>
            <a:off x="3016462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014" name="F2_precision_recall_distributions_7828">
            <a:extLst>
              <a:ext uri="{FF2B5EF4-FFF2-40B4-BE49-F238E27FC236}">
                <a16:creationId xmlns:a16="http://schemas.microsoft.com/office/drawing/2014/main" id="{6CDC5A0D-8F46-434E-BBB4-8E9B763BDED8}"/>
              </a:ext>
            </a:extLst>
          </p:cNvPr>
          <p:cNvSpPr>
            <a:spLocks noGrp="1"/>
          </p:cNvSpPr>
          <p:nvPr/>
        </p:nvSpPr>
        <p:spPr>
          <a:xfrm>
            <a:off x="4180422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015" name="F2_precision_recall_distributions_7829">
            <a:extLst>
              <a:ext uri="{FF2B5EF4-FFF2-40B4-BE49-F238E27FC236}">
                <a16:creationId xmlns:a16="http://schemas.microsoft.com/office/drawing/2014/main" id="{5B96D5CA-6F08-4DCA-A0F1-17C1B483F90D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6" name="F2_precision_recall_distributions_7830">
            <a:extLst>
              <a:ext uri="{FF2B5EF4-FFF2-40B4-BE49-F238E27FC236}">
                <a16:creationId xmlns:a16="http://schemas.microsoft.com/office/drawing/2014/main" id="{F69BC999-2CDE-4D1F-A35B-9B45497DABDF}"/>
              </a:ext>
            </a:extLst>
          </p:cNvPr>
          <p:cNvSpPr>
            <a:spLocks noGrp="1"/>
          </p:cNvSpPr>
          <p:nvPr/>
        </p:nvSpPr>
        <p:spPr>
          <a:xfrm>
            <a:off x="1212325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7" name="text_7831">
            <a:extLst>
              <a:ext uri="{FF2B5EF4-FFF2-40B4-BE49-F238E27FC236}">
                <a16:creationId xmlns:a16="http://schemas.microsoft.com/office/drawing/2014/main" id="{B32923C6-D9AA-435C-9B37-0C6ED505F346}"/>
              </a:ext>
            </a:extLst>
          </p:cNvPr>
          <p:cNvSpPr>
            <a:spLocks noGrp="1"/>
          </p:cNvSpPr>
          <p:nvPr/>
        </p:nvSpPr>
        <p:spPr>
          <a:xfrm>
            <a:off x="1212325" y="677801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Precision</a:t>
            </a:r>
          </a:p>
        </p:txBody>
      </p:sp>
      <p:sp>
        <p:nvSpPr>
          <p:cNvPr id="5018" name="F2_precision_recall_distributions_7832">
            <a:extLst>
              <a:ext uri="{FF2B5EF4-FFF2-40B4-BE49-F238E27FC236}">
                <a16:creationId xmlns:a16="http://schemas.microsoft.com/office/drawing/2014/main" id="{70F40A03-5D3F-47DC-B5B1-148CF046676F}"/>
              </a:ext>
            </a:extLst>
          </p:cNvPr>
          <p:cNvSpPr>
            <a:spLocks noGrp="1"/>
          </p:cNvSpPr>
          <p:nvPr/>
        </p:nvSpPr>
        <p:spPr>
          <a:xfrm>
            <a:off x="1824461" y="727020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019" name="F2_precision_recall_distributions_7833">
            <a:extLst>
              <a:ext uri="{FF2B5EF4-FFF2-40B4-BE49-F238E27FC236}">
                <a16:creationId xmlns:a16="http://schemas.microsoft.com/office/drawing/2014/main" id="{585A0421-380A-4473-B423-AEEACE38FA74}"/>
              </a:ext>
            </a:extLst>
          </p:cNvPr>
          <p:cNvSpPr>
            <a:spLocks noGrp="1"/>
          </p:cNvSpPr>
          <p:nvPr/>
        </p:nvSpPr>
        <p:spPr>
          <a:xfrm>
            <a:off x="2988421" y="74611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020" name="F2_precision_recall_distributions_7834">
            <a:extLst>
              <a:ext uri="{FF2B5EF4-FFF2-40B4-BE49-F238E27FC236}">
                <a16:creationId xmlns:a16="http://schemas.microsoft.com/office/drawing/2014/main" id="{68EFBE07-0C4C-447F-957F-80153F317C02}"/>
              </a:ext>
            </a:extLst>
          </p:cNvPr>
          <p:cNvSpPr>
            <a:spLocks noGrp="1"/>
          </p:cNvSpPr>
          <p:nvPr/>
        </p:nvSpPr>
        <p:spPr>
          <a:xfrm>
            <a:off x="4152380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021" name="F2_precision_recall_distributions_7835">
            <a:extLst>
              <a:ext uri="{FF2B5EF4-FFF2-40B4-BE49-F238E27FC236}">
                <a16:creationId xmlns:a16="http://schemas.microsoft.com/office/drawing/2014/main" id="{234C128A-297C-43F8-8BCD-2BAE5C009BA5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022" name="F2_precision_recall_distributions_7836">
            <a:extLst>
              <a:ext uri="{FF2B5EF4-FFF2-40B4-BE49-F238E27FC236}">
                <a16:creationId xmlns:a16="http://schemas.microsoft.com/office/drawing/2014/main" id="{0E749D42-6008-422C-9B56-F509C31D45BE}"/>
              </a:ext>
            </a:extLst>
          </p:cNvPr>
          <p:cNvSpPr>
            <a:spLocks noGrp="1"/>
          </p:cNvSpPr>
          <p:nvPr/>
        </p:nvSpPr>
        <p:spPr>
          <a:xfrm>
            <a:off x="5361841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3" name="F2_precision_recall_distributions_7837">
            <a:extLst>
              <a:ext uri="{FF2B5EF4-FFF2-40B4-BE49-F238E27FC236}">
                <a16:creationId xmlns:a16="http://schemas.microsoft.com/office/drawing/2014/main" id="{C0FE416A-24DB-42D5-BC04-93AA5FADE6CE}"/>
              </a:ext>
            </a:extLst>
          </p:cNvPr>
          <p:cNvSpPr>
            <a:spLocks noGrp="1"/>
          </p:cNvSpPr>
          <p:nvPr/>
        </p:nvSpPr>
        <p:spPr>
          <a:xfrm>
            <a:off x="5319567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4" name="F2_precision_recall_distributions_7838">
            <a:extLst>
              <a:ext uri="{FF2B5EF4-FFF2-40B4-BE49-F238E27FC236}">
                <a16:creationId xmlns:a16="http://schemas.microsoft.com/office/drawing/2014/main" id="{61B85EA6-682B-4467-BB25-364E45DB171A}"/>
              </a:ext>
            </a:extLst>
          </p:cNvPr>
          <p:cNvSpPr>
            <a:spLocks noGrp="1"/>
          </p:cNvSpPr>
          <p:nvPr/>
        </p:nvSpPr>
        <p:spPr>
          <a:xfrm>
            <a:off x="5361841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5" name="F2_precision_recall_distributions_7839">
            <a:extLst>
              <a:ext uri="{FF2B5EF4-FFF2-40B4-BE49-F238E27FC236}">
                <a16:creationId xmlns:a16="http://schemas.microsoft.com/office/drawing/2014/main" id="{4C818A1F-579C-4FE8-B9C0-1A5FD1645E00}"/>
              </a:ext>
            </a:extLst>
          </p:cNvPr>
          <p:cNvSpPr>
            <a:spLocks noGrp="1"/>
          </p:cNvSpPr>
          <p:nvPr/>
        </p:nvSpPr>
        <p:spPr>
          <a:xfrm>
            <a:off x="5319567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6" name="F2_precision_recall_distributions_7840">
            <a:extLst>
              <a:ext uri="{FF2B5EF4-FFF2-40B4-BE49-F238E27FC236}">
                <a16:creationId xmlns:a16="http://schemas.microsoft.com/office/drawing/2014/main" id="{10644EB5-700C-48C1-9C3D-B0A309A97C0F}"/>
              </a:ext>
            </a:extLst>
          </p:cNvPr>
          <p:cNvSpPr>
            <a:spLocks noGrp="1"/>
          </p:cNvSpPr>
          <p:nvPr/>
        </p:nvSpPr>
        <p:spPr>
          <a:xfrm>
            <a:off x="5361841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7" name="F2_precision_recall_distributions_7841">
            <a:extLst>
              <a:ext uri="{FF2B5EF4-FFF2-40B4-BE49-F238E27FC236}">
                <a16:creationId xmlns:a16="http://schemas.microsoft.com/office/drawing/2014/main" id="{3A5C2250-960D-4C1E-9DDD-F55EA6C0C395}"/>
              </a:ext>
            </a:extLst>
          </p:cNvPr>
          <p:cNvSpPr>
            <a:spLocks noGrp="1"/>
          </p:cNvSpPr>
          <p:nvPr/>
        </p:nvSpPr>
        <p:spPr>
          <a:xfrm>
            <a:off x="5319567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8" name="F2_precision_recall_distributions_7842">
            <a:extLst>
              <a:ext uri="{FF2B5EF4-FFF2-40B4-BE49-F238E27FC236}">
                <a16:creationId xmlns:a16="http://schemas.microsoft.com/office/drawing/2014/main" id="{D0A12F49-E6C3-4373-8B68-B24EBB09E4FF}"/>
              </a:ext>
            </a:extLst>
          </p:cNvPr>
          <p:cNvSpPr>
            <a:spLocks noGrp="1"/>
          </p:cNvSpPr>
          <p:nvPr/>
        </p:nvSpPr>
        <p:spPr>
          <a:xfrm>
            <a:off x="566447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029" name="F2_precision_recall_distributions_7843">
            <a:extLst>
              <a:ext uri="{FF2B5EF4-FFF2-40B4-BE49-F238E27FC236}">
                <a16:creationId xmlns:a16="http://schemas.microsoft.com/office/drawing/2014/main" id="{EB2BF6F2-70D2-496E-915F-E5B1EFDF031A}"/>
              </a:ext>
            </a:extLst>
          </p:cNvPr>
          <p:cNvSpPr>
            <a:spLocks noGrp="1"/>
          </p:cNvSpPr>
          <p:nvPr/>
        </p:nvSpPr>
        <p:spPr>
          <a:xfrm>
            <a:off x="59646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0" name="F2_precision_recall_distributions_7844">
            <a:extLst>
              <a:ext uri="{FF2B5EF4-FFF2-40B4-BE49-F238E27FC236}">
                <a16:creationId xmlns:a16="http://schemas.microsoft.com/office/drawing/2014/main" id="{71CA5E93-FE7E-4E44-92EA-1688396E8BB8}"/>
              </a:ext>
            </a:extLst>
          </p:cNvPr>
          <p:cNvSpPr>
            <a:spLocks noGrp="1"/>
          </p:cNvSpPr>
          <p:nvPr/>
        </p:nvSpPr>
        <p:spPr>
          <a:xfrm>
            <a:off x="615472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1" name="F2_precision_recall_distributions_7845">
            <a:extLst>
              <a:ext uri="{FF2B5EF4-FFF2-40B4-BE49-F238E27FC236}">
                <a16:creationId xmlns:a16="http://schemas.microsoft.com/office/drawing/2014/main" id="{CA585287-4813-4D55-85C7-C8AD7629F0B1}"/>
              </a:ext>
            </a:extLst>
          </p:cNvPr>
          <p:cNvSpPr>
            <a:spLocks noGrp="1"/>
          </p:cNvSpPr>
          <p:nvPr/>
        </p:nvSpPr>
        <p:spPr>
          <a:xfrm>
            <a:off x="615975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2" name="F2_precision_recall_distributions_7846">
            <a:extLst>
              <a:ext uri="{FF2B5EF4-FFF2-40B4-BE49-F238E27FC236}">
                <a16:creationId xmlns:a16="http://schemas.microsoft.com/office/drawing/2014/main" id="{35927293-1BB6-49D8-873D-62FA4FC3A907}"/>
              </a:ext>
            </a:extLst>
          </p:cNvPr>
          <p:cNvSpPr>
            <a:spLocks noGrp="1"/>
          </p:cNvSpPr>
          <p:nvPr/>
        </p:nvSpPr>
        <p:spPr>
          <a:xfrm>
            <a:off x="6092141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3" name="F2_precision_recall_distributions_7847">
            <a:extLst>
              <a:ext uri="{FF2B5EF4-FFF2-40B4-BE49-F238E27FC236}">
                <a16:creationId xmlns:a16="http://schemas.microsoft.com/office/drawing/2014/main" id="{5BFCE2DC-A3A1-4B95-9732-4D406EF841AE}"/>
              </a:ext>
            </a:extLst>
          </p:cNvPr>
          <p:cNvSpPr>
            <a:spLocks noGrp="1"/>
          </p:cNvSpPr>
          <p:nvPr/>
        </p:nvSpPr>
        <p:spPr>
          <a:xfrm>
            <a:off x="5841368" y="73237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4" name="F2_precision_recall_distributions_7848">
            <a:extLst>
              <a:ext uri="{FF2B5EF4-FFF2-40B4-BE49-F238E27FC236}">
                <a16:creationId xmlns:a16="http://schemas.microsoft.com/office/drawing/2014/main" id="{A245D80F-AEC5-478A-9B6C-9D3A9A711A90}"/>
              </a:ext>
            </a:extLst>
          </p:cNvPr>
          <p:cNvSpPr>
            <a:spLocks noGrp="1"/>
          </p:cNvSpPr>
          <p:nvPr/>
        </p:nvSpPr>
        <p:spPr>
          <a:xfrm>
            <a:off x="60124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5" name="F2_precision_recall_distributions_7849">
            <a:extLst>
              <a:ext uri="{FF2B5EF4-FFF2-40B4-BE49-F238E27FC236}">
                <a16:creationId xmlns:a16="http://schemas.microsoft.com/office/drawing/2014/main" id="{3191E0DF-83FB-475E-8500-DAD2F37152A9}"/>
              </a:ext>
            </a:extLst>
          </p:cNvPr>
          <p:cNvSpPr>
            <a:spLocks noGrp="1"/>
          </p:cNvSpPr>
          <p:nvPr/>
        </p:nvSpPr>
        <p:spPr>
          <a:xfrm>
            <a:off x="585691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6" name="F2_precision_recall_distributions_7850">
            <a:extLst>
              <a:ext uri="{FF2B5EF4-FFF2-40B4-BE49-F238E27FC236}">
                <a16:creationId xmlns:a16="http://schemas.microsoft.com/office/drawing/2014/main" id="{97E6FC04-39BE-4064-9A3F-1AF4D09244F3}"/>
              </a:ext>
            </a:extLst>
          </p:cNvPr>
          <p:cNvSpPr>
            <a:spLocks noGrp="1"/>
          </p:cNvSpPr>
          <p:nvPr/>
        </p:nvSpPr>
        <p:spPr>
          <a:xfrm>
            <a:off x="6041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7" name="F2_precision_recall_distributions_7851">
            <a:extLst>
              <a:ext uri="{FF2B5EF4-FFF2-40B4-BE49-F238E27FC236}">
                <a16:creationId xmlns:a16="http://schemas.microsoft.com/office/drawing/2014/main" id="{D48014DC-ADFC-489A-B22C-88A0790C8ABE}"/>
              </a:ext>
            </a:extLst>
          </p:cNvPr>
          <p:cNvSpPr>
            <a:spLocks noGrp="1"/>
          </p:cNvSpPr>
          <p:nvPr/>
        </p:nvSpPr>
        <p:spPr>
          <a:xfrm>
            <a:off x="5864673" y="7758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8" name="F2_precision_recall_distributions_7852">
            <a:extLst>
              <a:ext uri="{FF2B5EF4-FFF2-40B4-BE49-F238E27FC236}">
                <a16:creationId xmlns:a16="http://schemas.microsoft.com/office/drawing/2014/main" id="{4938880D-CD52-4952-A6BC-21E4F65AA2B0}"/>
              </a:ext>
            </a:extLst>
          </p:cNvPr>
          <p:cNvSpPr>
            <a:spLocks noGrp="1"/>
          </p:cNvSpPr>
          <p:nvPr/>
        </p:nvSpPr>
        <p:spPr>
          <a:xfrm>
            <a:off x="59150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9" name="F2_precision_recall_distributions_7853">
            <a:extLst>
              <a:ext uri="{FF2B5EF4-FFF2-40B4-BE49-F238E27FC236}">
                <a16:creationId xmlns:a16="http://schemas.microsoft.com/office/drawing/2014/main" id="{734D2C3A-198C-4A56-9F84-207A7697B99F}"/>
              </a:ext>
            </a:extLst>
          </p:cNvPr>
          <p:cNvSpPr>
            <a:spLocks noGrp="1"/>
          </p:cNvSpPr>
          <p:nvPr/>
        </p:nvSpPr>
        <p:spPr>
          <a:xfrm>
            <a:off x="5994319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0" name="F2_precision_recall_distributions_7854">
            <a:extLst>
              <a:ext uri="{FF2B5EF4-FFF2-40B4-BE49-F238E27FC236}">
                <a16:creationId xmlns:a16="http://schemas.microsoft.com/office/drawing/2014/main" id="{0374F361-B8F8-4913-9368-23E8D6B2E741}"/>
              </a:ext>
            </a:extLst>
          </p:cNvPr>
          <p:cNvSpPr>
            <a:spLocks noGrp="1"/>
          </p:cNvSpPr>
          <p:nvPr/>
        </p:nvSpPr>
        <p:spPr>
          <a:xfrm>
            <a:off x="5888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1" name="F2_precision_recall_distributions_7855">
            <a:extLst>
              <a:ext uri="{FF2B5EF4-FFF2-40B4-BE49-F238E27FC236}">
                <a16:creationId xmlns:a16="http://schemas.microsoft.com/office/drawing/2014/main" id="{E2ECFAAA-D39E-43AD-A796-AB4A5AD2CDF8}"/>
              </a:ext>
            </a:extLst>
          </p:cNvPr>
          <p:cNvSpPr>
            <a:spLocks noGrp="1"/>
          </p:cNvSpPr>
          <p:nvPr/>
        </p:nvSpPr>
        <p:spPr>
          <a:xfrm>
            <a:off x="590890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2" name="F2_precision_recall_distributions_7856">
            <a:extLst>
              <a:ext uri="{FF2B5EF4-FFF2-40B4-BE49-F238E27FC236}">
                <a16:creationId xmlns:a16="http://schemas.microsoft.com/office/drawing/2014/main" id="{DE31C6D2-2C4E-47A4-9439-836908EF3124}"/>
              </a:ext>
            </a:extLst>
          </p:cNvPr>
          <p:cNvSpPr>
            <a:spLocks noGrp="1"/>
          </p:cNvSpPr>
          <p:nvPr/>
        </p:nvSpPr>
        <p:spPr>
          <a:xfrm>
            <a:off x="5952244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3" name="F2_precision_recall_distributions_7857">
            <a:extLst>
              <a:ext uri="{FF2B5EF4-FFF2-40B4-BE49-F238E27FC236}">
                <a16:creationId xmlns:a16="http://schemas.microsoft.com/office/drawing/2014/main" id="{95BAF8E2-04E2-408C-9ABF-09CB0C78DE58}"/>
              </a:ext>
            </a:extLst>
          </p:cNvPr>
          <p:cNvSpPr>
            <a:spLocks noGrp="1"/>
          </p:cNvSpPr>
          <p:nvPr/>
        </p:nvSpPr>
        <p:spPr>
          <a:xfrm>
            <a:off x="61379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4" name="F2_precision_recall_distributions_7858">
            <a:extLst>
              <a:ext uri="{FF2B5EF4-FFF2-40B4-BE49-F238E27FC236}">
                <a16:creationId xmlns:a16="http://schemas.microsoft.com/office/drawing/2014/main" id="{1C9E54B5-31C0-4995-9341-9429CC4CD0D1}"/>
              </a:ext>
            </a:extLst>
          </p:cNvPr>
          <p:cNvSpPr>
            <a:spLocks noGrp="1"/>
          </p:cNvSpPr>
          <p:nvPr/>
        </p:nvSpPr>
        <p:spPr>
          <a:xfrm>
            <a:off x="592764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5" name="F2_precision_recall_distributions_7859">
            <a:extLst>
              <a:ext uri="{FF2B5EF4-FFF2-40B4-BE49-F238E27FC236}">
                <a16:creationId xmlns:a16="http://schemas.microsoft.com/office/drawing/2014/main" id="{D30D439B-BB8E-4A60-8ACF-D3ACBDA53442}"/>
              </a:ext>
            </a:extLst>
          </p:cNvPr>
          <p:cNvSpPr>
            <a:spLocks noGrp="1"/>
          </p:cNvSpPr>
          <p:nvPr/>
        </p:nvSpPr>
        <p:spPr>
          <a:xfrm>
            <a:off x="58698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6" name="F2_precision_recall_distributions_7860">
            <a:extLst>
              <a:ext uri="{FF2B5EF4-FFF2-40B4-BE49-F238E27FC236}">
                <a16:creationId xmlns:a16="http://schemas.microsoft.com/office/drawing/2014/main" id="{9D4DE01C-925C-48DB-A901-5D9D095ADD3C}"/>
              </a:ext>
            </a:extLst>
          </p:cNvPr>
          <p:cNvSpPr>
            <a:spLocks noGrp="1"/>
          </p:cNvSpPr>
          <p:nvPr/>
        </p:nvSpPr>
        <p:spPr>
          <a:xfrm>
            <a:off x="608550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7" name="F2_precision_recall_distributions_7861">
            <a:extLst>
              <a:ext uri="{FF2B5EF4-FFF2-40B4-BE49-F238E27FC236}">
                <a16:creationId xmlns:a16="http://schemas.microsoft.com/office/drawing/2014/main" id="{C7909F06-0179-4809-8D6A-04BBE463581F}"/>
              </a:ext>
            </a:extLst>
          </p:cNvPr>
          <p:cNvSpPr>
            <a:spLocks noGrp="1"/>
          </p:cNvSpPr>
          <p:nvPr/>
        </p:nvSpPr>
        <p:spPr>
          <a:xfrm>
            <a:off x="6014978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8" name="F2_precision_recall_distributions_7862">
            <a:extLst>
              <a:ext uri="{FF2B5EF4-FFF2-40B4-BE49-F238E27FC236}">
                <a16:creationId xmlns:a16="http://schemas.microsoft.com/office/drawing/2014/main" id="{70CDE3DB-5E86-4E12-8860-84E38F7354DA}"/>
              </a:ext>
            </a:extLst>
          </p:cNvPr>
          <p:cNvSpPr>
            <a:spLocks noGrp="1"/>
          </p:cNvSpPr>
          <p:nvPr/>
        </p:nvSpPr>
        <p:spPr>
          <a:xfrm>
            <a:off x="6015949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9" name="F2_precision_recall_distributions_7863">
            <a:extLst>
              <a:ext uri="{FF2B5EF4-FFF2-40B4-BE49-F238E27FC236}">
                <a16:creationId xmlns:a16="http://schemas.microsoft.com/office/drawing/2014/main" id="{F212CB85-CD7D-42AE-BF8F-554036AD2413}"/>
              </a:ext>
            </a:extLst>
          </p:cNvPr>
          <p:cNvSpPr>
            <a:spLocks noGrp="1"/>
          </p:cNvSpPr>
          <p:nvPr/>
        </p:nvSpPr>
        <p:spPr>
          <a:xfrm>
            <a:off x="5964051" y="76736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0" name="F2_precision_recall_distributions_7864">
            <a:extLst>
              <a:ext uri="{FF2B5EF4-FFF2-40B4-BE49-F238E27FC236}">
                <a16:creationId xmlns:a16="http://schemas.microsoft.com/office/drawing/2014/main" id="{21D2008E-214A-4BB2-8AC6-47F91F07C49B}"/>
              </a:ext>
            </a:extLst>
          </p:cNvPr>
          <p:cNvSpPr>
            <a:spLocks noGrp="1"/>
          </p:cNvSpPr>
          <p:nvPr/>
        </p:nvSpPr>
        <p:spPr>
          <a:xfrm>
            <a:off x="60285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1" name="F2_precision_recall_distributions_7865">
            <a:extLst>
              <a:ext uri="{FF2B5EF4-FFF2-40B4-BE49-F238E27FC236}">
                <a16:creationId xmlns:a16="http://schemas.microsoft.com/office/drawing/2014/main" id="{0C856BC2-C069-4BF2-9937-EA7E9AEDC368}"/>
              </a:ext>
            </a:extLst>
          </p:cNvPr>
          <p:cNvSpPr>
            <a:spLocks noGrp="1"/>
          </p:cNvSpPr>
          <p:nvPr/>
        </p:nvSpPr>
        <p:spPr>
          <a:xfrm>
            <a:off x="6144745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2" name="F2_precision_recall_distributions_7866">
            <a:extLst>
              <a:ext uri="{FF2B5EF4-FFF2-40B4-BE49-F238E27FC236}">
                <a16:creationId xmlns:a16="http://schemas.microsoft.com/office/drawing/2014/main" id="{1782B4E9-07CD-4236-8B1F-8876B4430483}"/>
              </a:ext>
            </a:extLst>
          </p:cNvPr>
          <p:cNvSpPr>
            <a:spLocks noGrp="1"/>
          </p:cNvSpPr>
          <p:nvPr/>
        </p:nvSpPr>
        <p:spPr>
          <a:xfrm>
            <a:off x="5839246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3" name="F2_precision_recall_distributions_7867">
            <a:extLst>
              <a:ext uri="{FF2B5EF4-FFF2-40B4-BE49-F238E27FC236}">
                <a16:creationId xmlns:a16="http://schemas.microsoft.com/office/drawing/2014/main" id="{0C7BA318-953F-4283-B6A7-9331209305A9}"/>
              </a:ext>
            </a:extLst>
          </p:cNvPr>
          <p:cNvSpPr>
            <a:spLocks noGrp="1"/>
          </p:cNvSpPr>
          <p:nvPr/>
        </p:nvSpPr>
        <p:spPr>
          <a:xfrm>
            <a:off x="5819237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4" name="F2_precision_recall_distributions_7868">
            <a:extLst>
              <a:ext uri="{FF2B5EF4-FFF2-40B4-BE49-F238E27FC236}">
                <a16:creationId xmlns:a16="http://schemas.microsoft.com/office/drawing/2014/main" id="{4C11EAD7-7F1A-468F-86C8-424479EB80AC}"/>
              </a:ext>
            </a:extLst>
          </p:cNvPr>
          <p:cNvSpPr>
            <a:spLocks noGrp="1"/>
          </p:cNvSpPr>
          <p:nvPr/>
        </p:nvSpPr>
        <p:spPr>
          <a:xfrm>
            <a:off x="607593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5" name="F2_precision_recall_distributions_7869">
            <a:extLst>
              <a:ext uri="{FF2B5EF4-FFF2-40B4-BE49-F238E27FC236}">
                <a16:creationId xmlns:a16="http://schemas.microsoft.com/office/drawing/2014/main" id="{A6BCCFCA-67B8-455B-8F5B-6C5D78DD1DDC}"/>
              </a:ext>
            </a:extLst>
          </p:cNvPr>
          <p:cNvSpPr>
            <a:spLocks noGrp="1"/>
          </p:cNvSpPr>
          <p:nvPr/>
        </p:nvSpPr>
        <p:spPr>
          <a:xfrm>
            <a:off x="615377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6" name="F2_precision_recall_distributions_7870">
            <a:extLst>
              <a:ext uri="{FF2B5EF4-FFF2-40B4-BE49-F238E27FC236}">
                <a16:creationId xmlns:a16="http://schemas.microsoft.com/office/drawing/2014/main" id="{BABF88B3-04B7-49EB-BD8D-1BE4CD17B249}"/>
              </a:ext>
            </a:extLst>
          </p:cNvPr>
          <p:cNvSpPr>
            <a:spLocks noGrp="1"/>
          </p:cNvSpPr>
          <p:nvPr/>
        </p:nvSpPr>
        <p:spPr>
          <a:xfrm>
            <a:off x="6050094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7" name="F2_precision_recall_distributions_7871">
            <a:extLst>
              <a:ext uri="{FF2B5EF4-FFF2-40B4-BE49-F238E27FC236}">
                <a16:creationId xmlns:a16="http://schemas.microsoft.com/office/drawing/2014/main" id="{CE3AA2A4-3225-47B5-8CD6-B8E1BD8F67F1}"/>
              </a:ext>
            </a:extLst>
          </p:cNvPr>
          <p:cNvSpPr>
            <a:spLocks noGrp="1"/>
          </p:cNvSpPr>
          <p:nvPr/>
        </p:nvSpPr>
        <p:spPr>
          <a:xfrm>
            <a:off x="611945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8" name="F2_precision_recall_distributions_7872">
            <a:extLst>
              <a:ext uri="{FF2B5EF4-FFF2-40B4-BE49-F238E27FC236}">
                <a16:creationId xmlns:a16="http://schemas.microsoft.com/office/drawing/2014/main" id="{57755A4E-F581-4D8F-AC83-F8735052ABE2}"/>
              </a:ext>
            </a:extLst>
          </p:cNvPr>
          <p:cNvSpPr>
            <a:spLocks noGrp="1"/>
          </p:cNvSpPr>
          <p:nvPr/>
        </p:nvSpPr>
        <p:spPr>
          <a:xfrm>
            <a:off x="59124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9" name="F2_precision_recall_distributions_7873">
            <a:extLst>
              <a:ext uri="{FF2B5EF4-FFF2-40B4-BE49-F238E27FC236}">
                <a16:creationId xmlns:a16="http://schemas.microsoft.com/office/drawing/2014/main" id="{BEB3225E-E3ED-4A68-B647-EA2E35987774}"/>
              </a:ext>
            </a:extLst>
          </p:cNvPr>
          <p:cNvSpPr>
            <a:spLocks noGrp="1"/>
          </p:cNvSpPr>
          <p:nvPr/>
        </p:nvSpPr>
        <p:spPr>
          <a:xfrm>
            <a:off x="608125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0" name="F2_precision_recall_distributions_7874">
            <a:extLst>
              <a:ext uri="{FF2B5EF4-FFF2-40B4-BE49-F238E27FC236}">
                <a16:creationId xmlns:a16="http://schemas.microsoft.com/office/drawing/2014/main" id="{ED36EE6D-658E-4634-A2B0-927EEC04116D}"/>
              </a:ext>
            </a:extLst>
          </p:cNvPr>
          <p:cNvSpPr>
            <a:spLocks noGrp="1"/>
          </p:cNvSpPr>
          <p:nvPr/>
        </p:nvSpPr>
        <p:spPr>
          <a:xfrm>
            <a:off x="6134303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1" name="F2_precision_recall_distributions_7875">
            <a:extLst>
              <a:ext uri="{FF2B5EF4-FFF2-40B4-BE49-F238E27FC236}">
                <a16:creationId xmlns:a16="http://schemas.microsoft.com/office/drawing/2014/main" id="{42F53BE0-E4D4-4528-8F11-78D11BDDE883}"/>
              </a:ext>
            </a:extLst>
          </p:cNvPr>
          <p:cNvSpPr>
            <a:spLocks noGrp="1"/>
          </p:cNvSpPr>
          <p:nvPr/>
        </p:nvSpPr>
        <p:spPr>
          <a:xfrm>
            <a:off x="58074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2" name="F2_precision_recall_distributions_7876">
            <a:extLst>
              <a:ext uri="{FF2B5EF4-FFF2-40B4-BE49-F238E27FC236}">
                <a16:creationId xmlns:a16="http://schemas.microsoft.com/office/drawing/2014/main" id="{CE8E706B-5EA6-4803-AE70-F5492433DA23}"/>
              </a:ext>
            </a:extLst>
          </p:cNvPr>
          <p:cNvSpPr>
            <a:spLocks noGrp="1"/>
          </p:cNvSpPr>
          <p:nvPr/>
        </p:nvSpPr>
        <p:spPr>
          <a:xfrm>
            <a:off x="61687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3" name="F2_precision_recall_distributions_7877">
            <a:extLst>
              <a:ext uri="{FF2B5EF4-FFF2-40B4-BE49-F238E27FC236}">
                <a16:creationId xmlns:a16="http://schemas.microsoft.com/office/drawing/2014/main" id="{467E34D2-BE1B-4559-AB37-0DFC74C6CE5E}"/>
              </a:ext>
            </a:extLst>
          </p:cNvPr>
          <p:cNvSpPr>
            <a:spLocks noGrp="1"/>
          </p:cNvSpPr>
          <p:nvPr/>
        </p:nvSpPr>
        <p:spPr>
          <a:xfrm>
            <a:off x="61617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4" name="F2_precision_recall_distributions_7878">
            <a:extLst>
              <a:ext uri="{FF2B5EF4-FFF2-40B4-BE49-F238E27FC236}">
                <a16:creationId xmlns:a16="http://schemas.microsoft.com/office/drawing/2014/main" id="{ED993D76-F9BD-4E45-988A-C3BBE63F39FC}"/>
              </a:ext>
            </a:extLst>
          </p:cNvPr>
          <p:cNvSpPr>
            <a:spLocks noGrp="1"/>
          </p:cNvSpPr>
          <p:nvPr/>
        </p:nvSpPr>
        <p:spPr>
          <a:xfrm>
            <a:off x="60811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5" name="F2_precision_recall_distributions_7879">
            <a:extLst>
              <a:ext uri="{FF2B5EF4-FFF2-40B4-BE49-F238E27FC236}">
                <a16:creationId xmlns:a16="http://schemas.microsoft.com/office/drawing/2014/main" id="{B67FC058-C755-4438-9131-EC9D024CD662}"/>
              </a:ext>
            </a:extLst>
          </p:cNvPr>
          <p:cNvSpPr>
            <a:spLocks noGrp="1"/>
          </p:cNvSpPr>
          <p:nvPr/>
        </p:nvSpPr>
        <p:spPr>
          <a:xfrm>
            <a:off x="58951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6" name="F2_precision_recall_distributions_7880">
            <a:extLst>
              <a:ext uri="{FF2B5EF4-FFF2-40B4-BE49-F238E27FC236}">
                <a16:creationId xmlns:a16="http://schemas.microsoft.com/office/drawing/2014/main" id="{7A5C0DDE-EE0A-4064-8543-9A361326664E}"/>
              </a:ext>
            </a:extLst>
          </p:cNvPr>
          <p:cNvSpPr>
            <a:spLocks noGrp="1"/>
          </p:cNvSpPr>
          <p:nvPr/>
        </p:nvSpPr>
        <p:spPr>
          <a:xfrm>
            <a:off x="595051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7" name="F2_precision_recall_distributions_7881">
            <a:extLst>
              <a:ext uri="{FF2B5EF4-FFF2-40B4-BE49-F238E27FC236}">
                <a16:creationId xmlns:a16="http://schemas.microsoft.com/office/drawing/2014/main" id="{119BEB90-C2A5-4541-AAF6-DBFB3DEB3A10}"/>
              </a:ext>
            </a:extLst>
          </p:cNvPr>
          <p:cNvSpPr>
            <a:spLocks noGrp="1"/>
          </p:cNvSpPr>
          <p:nvPr/>
        </p:nvSpPr>
        <p:spPr>
          <a:xfrm>
            <a:off x="58748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8" name="F2_precision_recall_distributions_7882">
            <a:extLst>
              <a:ext uri="{FF2B5EF4-FFF2-40B4-BE49-F238E27FC236}">
                <a16:creationId xmlns:a16="http://schemas.microsoft.com/office/drawing/2014/main" id="{01E2CACE-C400-4DB3-B40C-6135D350C240}"/>
              </a:ext>
            </a:extLst>
          </p:cNvPr>
          <p:cNvSpPr>
            <a:spLocks noGrp="1"/>
          </p:cNvSpPr>
          <p:nvPr/>
        </p:nvSpPr>
        <p:spPr>
          <a:xfrm>
            <a:off x="615775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9" name="F2_precision_recall_distributions_7883">
            <a:extLst>
              <a:ext uri="{FF2B5EF4-FFF2-40B4-BE49-F238E27FC236}">
                <a16:creationId xmlns:a16="http://schemas.microsoft.com/office/drawing/2014/main" id="{4A215459-60E5-478A-9C1C-11C8FCD38533}"/>
              </a:ext>
            </a:extLst>
          </p:cNvPr>
          <p:cNvSpPr>
            <a:spLocks noGrp="1"/>
          </p:cNvSpPr>
          <p:nvPr/>
        </p:nvSpPr>
        <p:spPr>
          <a:xfrm>
            <a:off x="616512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0" name="F2_precision_recall_distributions_7884">
            <a:extLst>
              <a:ext uri="{FF2B5EF4-FFF2-40B4-BE49-F238E27FC236}">
                <a16:creationId xmlns:a16="http://schemas.microsoft.com/office/drawing/2014/main" id="{57E7B407-9A2E-4B5C-84B1-BF297D190995}"/>
              </a:ext>
            </a:extLst>
          </p:cNvPr>
          <p:cNvSpPr>
            <a:spLocks noGrp="1"/>
          </p:cNvSpPr>
          <p:nvPr/>
        </p:nvSpPr>
        <p:spPr>
          <a:xfrm>
            <a:off x="60778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1" name="F2_precision_recall_distributions_7885">
            <a:extLst>
              <a:ext uri="{FF2B5EF4-FFF2-40B4-BE49-F238E27FC236}">
                <a16:creationId xmlns:a16="http://schemas.microsoft.com/office/drawing/2014/main" id="{D29C41D7-1DA9-4B85-A668-C4FA08443023}"/>
              </a:ext>
            </a:extLst>
          </p:cNvPr>
          <p:cNvSpPr>
            <a:spLocks noGrp="1"/>
          </p:cNvSpPr>
          <p:nvPr/>
        </p:nvSpPr>
        <p:spPr>
          <a:xfrm>
            <a:off x="6056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2" name="F2_precision_recall_distributions_7886">
            <a:extLst>
              <a:ext uri="{FF2B5EF4-FFF2-40B4-BE49-F238E27FC236}">
                <a16:creationId xmlns:a16="http://schemas.microsoft.com/office/drawing/2014/main" id="{19D08D15-04F1-406A-AF35-5B5D83BE5801}"/>
              </a:ext>
            </a:extLst>
          </p:cNvPr>
          <p:cNvSpPr>
            <a:spLocks noGrp="1"/>
          </p:cNvSpPr>
          <p:nvPr/>
        </p:nvSpPr>
        <p:spPr>
          <a:xfrm>
            <a:off x="58339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3" name="F2_precision_recall_distributions_7887">
            <a:extLst>
              <a:ext uri="{FF2B5EF4-FFF2-40B4-BE49-F238E27FC236}">
                <a16:creationId xmlns:a16="http://schemas.microsoft.com/office/drawing/2014/main" id="{E56F9508-40C4-445B-A047-231FED86BD04}"/>
              </a:ext>
            </a:extLst>
          </p:cNvPr>
          <p:cNvSpPr>
            <a:spLocks noGrp="1"/>
          </p:cNvSpPr>
          <p:nvPr/>
        </p:nvSpPr>
        <p:spPr>
          <a:xfrm>
            <a:off x="595864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4" name="F2_precision_recall_distributions_7888">
            <a:extLst>
              <a:ext uri="{FF2B5EF4-FFF2-40B4-BE49-F238E27FC236}">
                <a16:creationId xmlns:a16="http://schemas.microsoft.com/office/drawing/2014/main" id="{C3C90CFC-ACF5-47FD-A01A-AF4E61EF2C8E}"/>
              </a:ext>
            </a:extLst>
          </p:cNvPr>
          <p:cNvSpPr>
            <a:spLocks noGrp="1"/>
          </p:cNvSpPr>
          <p:nvPr/>
        </p:nvSpPr>
        <p:spPr>
          <a:xfrm>
            <a:off x="60007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5" name="F2_precision_recall_distributions_7889">
            <a:extLst>
              <a:ext uri="{FF2B5EF4-FFF2-40B4-BE49-F238E27FC236}">
                <a16:creationId xmlns:a16="http://schemas.microsoft.com/office/drawing/2014/main" id="{C3BEF864-BCFA-49E7-A070-C32F6AF077A0}"/>
              </a:ext>
            </a:extLst>
          </p:cNvPr>
          <p:cNvSpPr>
            <a:spLocks noGrp="1"/>
          </p:cNvSpPr>
          <p:nvPr/>
        </p:nvSpPr>
        <p:spPr>
          <a:xfrm>
            <a:off x="58920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6" name="F2_precision_recall_distributions_7890">
            <a:extLst>
              <a:ext uri="{FF2B5EF4-FFF2-40B4-BE49-F238E27FC236}">
                <a16:creationId xmlns:a16="http://schemas.microsoft.com/office/drawing/2014/main" id="{D4EFC8BD-F7D8-4EF1-8D9B-540427241A76}"/>
              </a:ext>
            </a:extLst>
          </p:cNvPr>
          <p:cNvSpPr>
            <a:spLocks noGrp="1"/>
          </p:cNvSpPr>
          <p:nvPr/>
        </p:nvSpPr>
        <p:spPr>
          <a:xfrm>
            <a:off x="596936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7" name="F2_precision_recall_distributions_7891">
            <a:extLst>
              <a:ext uri="{FF2B5EF4-FFF2-40B4-BE49-F238E27FC236}">
                <a16:creationId xmlns:a16="http://schemas.microsoft.com/office/drawing/2014/main" id="{9C67E664-E677-4D2E-8AAB-602E6B873BC3}"/>
              </a:ext>
            </a:extLst>
          </p:cNvPr>
          <p:cNvSpPr>
            <a:spLocks noGrp="1"/>
          </p:cNvSpPr>
          <p:nvPr/>
        </p:nvSpPr>
        <p:spPr>
          <a:xfrm>
            <a:off x="608892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8" name="F2_precision_recall_distributions_7892">
            <a:extLst>
              <a:ext uri="{FF2B5EF4-FFF2-40B4-BE49-F238E27FC236}">
                <a16:creationId xmlns:a16="http://schemas.microsoft.com/office/drawing/2014/main" id="{29105653-61C0-48E3-AEFB-0E543EB0D8C4}"/>
              </a:ext>
            </a:extLst>
          </p:cNvPr>
          <p:cNvSpPr>
            <a:spLocks noGrp="1"/>
          </p:cNvSpPr>
          <p:nvPr/>
        </p:nvSpPr>
        <p:spPr>
          <a:xfrm>
            <a:off x="6167632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9" name="F2_precision_recall_distributions_7893">
            <a:extLst>
              <a:ext uri="{FF2B5EF4-FFF2-40B4-BE49-F238E27FC236}">
                <a16:creationId xmlns:a16="http://schemas.microsoft.com/office/drawing/2014/main" id="{238B4674-33A7-4AB5-AD9C-AC7CB591387C}"/>
              </a:ext>
            </a:extLst>
          </p:cNvPr>
          <p:cNvSpPr>
            <a:spLocks noGrp="1"/>
          </p:cNvSpPr>
          <p:nvPr/>
        </p:nvSpPr>
        <p:spPr>
          <a:xfrm>
            <a:off x="610973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0" name="F2_precision_recall_distributions_7894">
            <a:extLst>
              <a:ext uri="{FF2B5EF4-FFF2-40B4-BE49-F238E27FC236}">
                <a16:creationId xmlns:a16="http://schemas.microsoft.com/office/drawing/2014/main" id="{26FA3D8C-A85A-488A-AD8D-C1AEAFBD991C}"/>
              </a:ext>
            </a:extLst>
          </p:cNvPr>
          <p:cNvSpPr>
            <a:spLocks noGrp="1"/>
          </p:cNvSpPr>
          <p:nvPr/>
        </p:nvSpPr>
        <p:spPr>
          <a:xfrm>
            <a:off x="59662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1" name="F2_precision_recall_distributions_7895">
            <a:extLst>
              <a:ext uri="{FF2B5EF4-FFF2-40B4-BE49-F238E27FC236}">
                <a16:creationId xmlns:a16="http://schemas.microsoft.com/office/drawing/2014/main" id="{FBA2C46F-164B-494B-B20D-70A97F9474D0}"/>
              </a:ext>
            </a:extLst>
          </p:cNvPr>
          <p:cNvSpPr>
            <a:spLocks noGrp="1"/>
          </p:cNvSpPr>
          <p:nvPr/>
        </p:nvSpPr>
        <p:spPr>
          <a:xfrm>
            <a:off x="5915695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2" name="F2_precision_recall_distributions_7896">
            <a:extLst>
              <a:ext uri="{FF2B5EF4-FFF2-40B4-BE49-F238E27FC236}">
                <a16:creationId xmlns:a16="http://schemas.microsoft.com/office/drawing/2014/main" id="{377FCEF1-3436-450F-89F2-711C8DD5F4A7}"/>
              </a:ext>
            </a:extLst>
          </p:cNvPr>
          <p:cNvSpPr>
            <a:spLocks noGrp="1"/>
          </p:cNvSpPr>
          <p:nvPr/>
        </p:nvSpPr>
        <p:spPr>
          <a:xfrm>
            <a:off x="5949076" y="758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3" name="F2_precision_recall_distributions_7897">
            <a:extLst>
              <a:ext uri="{FF2B5EF4-FFF2-40B4-BE49-F238E27FC236}">
                <a16:creationId xmlns:a16="http://schemas.microsoft.com/office/drawing/2014/main" id="{BA57408B-D962-4128-8701-9E347F930D02}"/>
              </a:ext>
            </a:extLst>
          </p:cNvPr>
          <p:cNvSpPr>
            <a:spLocks noGrp="1"/>
          </p:cNvSpPr>
          <p:nvPr/>
        </p:nvSpPr>
        <p:spPr>
          <a:xfrm>
            <a:off x="6167532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4" name="F2_precision_recall_distributions_7898">
            <a:extLst>
              <a:ext uri="{FF2B5EF4-FFF2-40B4-BE49-F238E27FC236}">
                <a16:creationId xmlns:a16="http://schemas.microsoft.com/office/drawing/2014/main" id="{5EDA4812-CE68-4EC7-8EB5-37AEF9325955}"/>
              </a:ext>
            </a:extLst>
          </p:cNvPr>
          <p:cNvSpPr>
            <a:spLocks noGrp="1"/>
          </p:cNvSpPr>
          <p:nvPr/>
        </p:nvSpPr>
        <p:spPr>
          <a:xfrm>
            <a:off x="60508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5" name="F2_precision_recall_distributions_7899">
            <a:extLst>
              <a:ext uri="{FF2B5EF4-FFF2-40B4-BE49-F238E27FC236}">
                <a16:creationId xmlns:a16="http://schemas.microsoft.com/office/drawing/2014/main" id="{699D6940-B0B1-459B-B611-BD9EDEE2B39C}"/>
              </a:ext>
            </a:extLst>
          </p:cNvPr>
          <p:cNvSpPr>
            <a:spLocks noGrp="1"/>
          </p:cNvSpPr>
          <p:nvPr/>
        </p:nvSpPr>
        <p:spPr>
          <a:xfrm>
            <a:off x="587566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6" name="F2_precision_recall_distributions_7900">
            <a:extLst>
              <a:ext uri="{FF2B5EF4-FFF2-40B4-BE49-F238E27FC236}">
                <a16:creationId xmlns:a16="http://schemas.microsoft.com/office/drawing/2014/main" id="{5C5B492B-4C10-446E-955D-D805540A677E}"/>
              </a:ext>
            </a:extLst>
          </p:cNvPr>
          <p:cNvSpPr>
            <a:spLocks noGrp="1"/>
          </p:cNvSpPr>
          <p:nvPr/>
        </p:nvSpPr>
        <p:spPr>
          <a:xfrm>
            <a:off x="5864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7" name="F2_precision_recall_distributions_7901">
            <a:extLst>
              <a:ext uri="{FF2B5EF4-FFF2-40B4-BE49-F238E27FC236}">
                <a16:creationId xmlns:a16="http://schemas.microsoft.com/office/drawing/2014/main" id="{B9462E55-0A66-4075-95FB-5BE5F57B7E4B}"/>
              </a:ext>
            </a:extLst>
          </p:cNvPr>
          <p:cNvSpPr>
            <a:spLocks noGrp="1"/>
          </p:cNvSpPr>
          <p:nvPr/>
        </p:nvSpPr>
        <p:spPr>
          <a:xfrm>
            <a:off x="6106867" y="77911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8" name="F2_precision_recall_distributions_7902">
            <a:extLst>
              <a:ext uri="{FF2B5EF4-FFF2-40B4-BE49-F238E27FC236}">
                <a16:creationId xmlns:a16="http://schemas.microsoft.com/office/drawing/2014/main" id="{38ED23C7-7951-495F-8862-EB5330D62A07}"/>
              </a:ext>
            </a:extLst>
          </p:cNvPr>
          <p:cNvSpPr>
            <a:spLocks noGrp="1"/>
          </p:cNvSpPr>
          <p:nvPr/>
        </p:nvSpPr>
        <p:spPr>
          <a:xfrm>
            <a:off x="590757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9" name="F2_precision_recall_distributions_7903">
            <a:extLst>
              <a:ext uri="{FF2B5EF4-FFF2-40B4-BE49-F238E27FC236}">
                <a16:creationId xmlns:a16="http://schemas.microsoft.com/office/drawing/2014/main" id="{792FA238-8D02-4414-8846-2C55FE48366A}"/>
              </a:ext>
            </a:extLst>
          </p:cNvPr>
          <p:cNvSpPr>
            <a:spLocks noGrp="1"/>
          </p:cNvSpPr>
          <p:nvPr/>
        </p:nvSpPr>
        <p:spPr>
          <a:xfrm>
            <a:off x="6111770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0" name="F2_precision_recall_distributions_7904">
            <a:extLst>
              <a:ext uri="{FF2B5EF4-FFF2-40B4-BE49-F238E27FC236}">
                <a16:creationId xmlns:a16="http://schemas.microsoft.com/office/drawing/2014/main" id="{48A85542-8761-46F1-B234-AB305E601D1E}"/>
              </a:ext>
            </a:extLst>
          </p:cNvPr>
          <p:cNvSpPr>
            <a:spLocks noGrp="1"/>
          </p:cNvSpPr>
          <p:nvPr/>
        </p:nvSpPr>
        <p:spPr>
          <a:xfrm>
            <a:off x="611351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1" name="F2_precision_recall_distributions_7905">
            <a:extLst>
              <a:ext uri="{FF2B5EF4-FFF2-40B4-BE49-F238E27FC236}">
                <a16:creationId xmlns:a16="http://schemas.microsoft.com/office/drawing/2014/main" id="{0FAEF608-7787-42ED-B155-459B72EB2A3B}"/>
              </a:ext>
            </a:extLst>
          </p:cNvPr>
          <p:cNvSpPr>
            <a:spLocks noGrp="1"/>
          </p:cNvSpPr>
          <p:nvPr/>
        </p:nvSpPr>
        <p:spPr>
          <a:xfrm>
            <a:off x="611411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2" name="F2_precision_recall_distributions_7906">
            <a:extLst>
              <a:ext uri="{FF2B5EF4-FFF2-40B4-BE49-F238E27FC236}">
                <a16:creationId xmlns:a16="http://schemas.microsoft.com/office/drawing/2014/main" id="{CE1C7AB0-3969-4214-ACB4-2ACBB32DA3C4}"/>
              </a:ext>
            </a:extLst>
          </p:cNvPr>
          <p:cNvSpPr>
            <a:spLocks noGrp="1"/>
          </p:cNvSpPr>
          <p:nvPr/>
        </p:nvSpPr>
        <p:spPr>
          <a:xfrm>
            <a:off x="58657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3" name="F2_precision_recall_distributions_7907">
            <a:extLst>
              <a:ext uri="{FF2B5EF4-FFF2-40B4-BE49-F238E27FC236}">
                <a16:creationId xmlns:a16="http://schemas.microsoft.com/office/drawing/2014/main" id="{2A1BE06F-8138-4C12-AFA3-3142B2777623}"/>
              </a:ext>
            </a:extLst>
          </p:cNvPr>
          <p:cNvSpPr>
            <a:spLocks noGrp="1"/>
          </p:cNvSpPr>
          <p:nvPr/>
        </p:nvSpPr>
        <p:spPr>
          <a:xfrm>
            <a:off x="60860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4" name="F2_precision_recall_distributions_7908">
            <a:extLst>
              <a:ext uri="{FF2B5EF4-FFF2-40B4-BE49-F238E27FC236}">
                <a16:creationId xmlns:a16="http://schemas.microsoft.com/office/drawing/2014/main" id="{B2567621-5171-42A6-A290-9E3D25F1EDC0}"/>
              </a:ext>
            </a:extLst>
          </p:cNvPr>
          <p:cNvSpPr>
            <a:spLocks noGrp="1"/>
          </p:cNvSpPr>
          <p:nvPr/>
        </p:nvSpPr>
        <p:spPr>
          <a:xfrm>
            <a:off x="604199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5" name="F2_precision_recall_distributions_7909">
            <a:extLst>
              <a:ext uri="{FF2B5EF4-FFF2-40B4-BE49-F238E27FC236}">
                <a16:creationId xmlns:a16="http://schemas.microsoft.com/office/drawing/2014/main" id="{AFDF9364-463B-4147-8406-8CE897CD71D2}"/>
              </a:ext>
            </a:extLst>
          </p:cNvPr>
          <p:cNvSpPr>
            <a:spLocks noGrp="1"/>
          </p:cNvSpPr>
          <p:nvPr/>
        </p:nvSpPr>
        <p:spPr>
          <a:xfrm>
            <a:off x="5965460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6" name="F2_precision_recall_distributions_7910">
            <a:extLst>
              <a:ext uri="{FF2B5EF4-FFF2-40B4-BE49-F238E27FC236}">
                <a16:creationId xmlns:a16="http://schemas.microsoft.com/office/drawing/2014/main" id="{CEC1A479-19B6-446A-8799-5D361E1336C7}"/>
              </a:ext>
            </a:extLst>
          </p:cNvPr>
          <p:cNvSpPr>
            <a:spLocks noGrp="1"/>
          </p:cNvSpPr>
          <p:nvPr/>
        </p:nvSpPr>
        <p:spPr>
          <a:xfrm>
            <a:off x="600077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7" name="F2_precision_recall_distributions_7911">
            <a:extLst>
              <a:ext uri="{FF2B5EF4-FFF2-40B4-BE49-F238E27FC236}">
                <a16:creationId xmlns:a16="http://schemas.microsoft.com/office/drawing/2014/main" id="{4EACB33E-6DC7-4966-ABEE-08314EFFCCB4}"/>
              </a:ext>
            </a:extLst>
          </p:cNvPr>
          <p:cNvSpPr>
            <a:spLocks noGrp="1"/>
          </p:cNvSpPr>
          <p:nvPr/>
        </p:nvSpPr>
        <p:spPr>
          <a:xfrm>
            <a:off x="5853337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8" name="F2_precision_recall_distributions_7912">
            <a:extLst>
              <a:ext uri="{FF2B5EF4-FFF2-40B4-BE49-F238E27FC236}">
                <a16:creationId xmlns:a16="http://schemas.microsoft.com/office/drawing/2014/main" id="{FB8B9AF5-8404-4D31-B358-4B28A2C3D418}"/>
              </a:ext>
            </a:extLst>
          </p:cNvPr>
          <p:cNvSpPr>
            <a:spLocks noGrp="1"/>
          </p:cNvSpPr>
          <p:nvPr/>
        </p:nvSpPr>
        <p:spPr>
          <a:xfrm>
            <a:off x="59622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9" name="F2_precision_recall_distributions_7913">
            <a:extLst>
              <a:ext uri="{FF2B5EF4-FFF2-40B4-BE49-F238E27FC236}">
                <a16:creationId xmlns:a16="http://schemas.microsoft.com/office/drawing/2014/main" id="{C922CA39-0A0D-4239-98D9-83A7F638E3C2}"/>
              </a:ext>
            </a:extLst>
          </p:cNvPr>
          <p:cNvSpPr>
            <a:spLocks noGrp="1"/>
          </p:cNvSpPr>
          <p:nvPr/>
        </p:nvSpPr>
        <p:spPr>
          <a:xfrm>
            <a:off x="609794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0" name="F2_precision_recall_distributions_7914">
            <a:extLst>
              <a:ext uri="{FF2B5EF4-FFF2-40B4-BE49-F238E27FC236}">
                <a16:creationId xmlns:a16="http://schemas.microsoft.com/office/drawing/2014/main" id="{41915074-8770-48E1-A0FB-3301792264A2}"/>
              </a:ext>
            </a:extLst>
          </p:cNvPr>
          <p:cNvSpPr>
            <a:spLocks noGrp="1"/>
          </p:cNvSpPr>
          <p:nvPr/>
        </p:nvSpPr>
        <p:spPr>
          <a:xfrm>
            <a:off x="591599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1" name="F2_precision_recall_distributions_7915">
            <a:extLst>
              <a:ext uri="{FF2B5EF4-FFF2-40B4-BE49-F238E27FC236}">
                <a16:creationId xmlns:a16="http://schemas.microsoft.com/office/drawing/2014/main" id="{B471AEA2-5F9F-49B8-8DEA-226F13767EB8}"/>
              </a:ext>
            </a:extLst>
          </p:cNvPr>
          <p:cNvSpPr>
            <a:spLocks noGrp="1"/>
          </p:cNvSpPr>
          <p:nvPr/>
        </p:nvSpPr>
        <p:spPr>
          <a:xfrm>
            <a:off x="6070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2" name="F2_precision_recall_distributions_7916">
            <a:extLst>
              <a:ext uri="{FF2B5EF4-FFF2-40B4-BE49-F238E27FC236}">
                <a16:creationId xmlns:a16="http://schemas.microsoft.com/office/drawing/2014/main" id="{55AF84C6-00FD-4571-8F1A-EDE10CFF79F6}"/>
              </a:ext>
            </a:extLst>
          </p:cNvPr>
          <p:cNvSpPr>
            <a:spLocks noGrp="1"/>
          </p:cNvSpPr>
          <p:nvPr/>
        </p:nvSpPr>
        <p:spPr>
          <a:xfrm>
            <a:off x="609100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3" name="F2_precision_recall_distributions_7917">
            <a:extLst>
              <a:ext uri="{FF2B5EF4-FFF2-40B4-BE49-F238E27FC236}">
                <a16:creationId xmlns:a16="http://schemas.microsoft.com/office/drawing/2014/main" id="{9F57BA63-95BE-4B91-A169-CD4818FB8B5D}"/>
              </a:ext>
            </a:extLst>
          </p:cNvPr>
          <p:cNvSpPr>
            <a:spLocks noGrp="1"/>
          </p:cNvSpPr>
          <p:nvPr/>
        </p:nvSpPr>
        <p:spPr>
          <a:xfrm>
            <a:off x="61349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4" name="F2_precision_recall_distributions_7918">
            <a:extLst>
              <a:ext uri="{FF2B5EF4-FFF2-40B4-BE49-F238E27FC236}">
                <a16:creationId xmlns:a16="http://schemas.microsoft.com/office/drawing/2014/main" id="{28912768-7222-4DBA-BF81-88D62D944457}"/>
              </a:ext>
            </a:extLst>
          </p:cNvPr>
          <p:cNvSpPr>
            <a:spLocks noGrp="1"/>
          </p:cNvSpPr>
          <p:nvPr/>
        </p:nvSpPr>
        <p:spPr>
          <a:xfrm>
            <a:off x="61393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5" name="F2_precision_recall_distributions_7919">
            <a:extLst>
              <a:ext uri="{FF2B5EF4-FFF2-40B4-BE49-F238E27FC236}">
                <a16:creationId xmlns:a16="http://schemas.microsoft.com/office/drawing/2014/main" id="{A8CBC243-D9FD-40B1-9E1D-9619DB00BFF6}"/>
              </a:ext>
            </a:extLst>
          </p:cNvPr>
          <p:cNvSpPr>
            <a:spLocks noGrp="1"/>
          </p:cNvSpPr>
          <p:nvPr/>
        </p:nvSpPr>
        <p:spPr>
          <a:xfrm>
            <a:off x="61211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6" name="F2_precision_recall_distributions_7920">
            <a:extLst>
              <a:ext uri="{FF2B5EF4-FFF2-40B4-BE49-F238E27FC236}">
                <a16:creationId xmlns:a16="http://schemas.microsoft.com/office/drawing/2014/main" id="{56AAA78C-8F9C-47FF-980B-6E55F1C51B78}"/>
              </a:ext>
            </a:extLst>
          </p:cNvPr>
          <p:cNvSpPr>
            <a:spLocks noGrp="1"/>
          </p:cNvSpPr>
          <p:nvPr/>
        </p:nvSpPr>
        <p:spPr>
          <a:xfrm>
            <a:off x="6026560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7" name="F2_precision_recall_distributions_7921">
            <a:extLst>
              <a:ext uri="{FF2B5EF4-FFF2-40B4-BE49-F238E27FC236}">
                <a16:creationId xmlns:a16="http://schemas.microsoft.com/office/drawing/2014/main" id="{1C63425F-8A20-46E5-9C77-36E6DA073D16}"/>
              </a:ext>
            </a:extLst>
          </p:cNvPr>
          <p:cNvSpPr>
            <a:spLocks noGrp="1"/>
          </p:cNvSpPr>
          <p:nvPr/>
        </p:nvSpPr>
        <p:spPr>
          <a:xfrm>
            <a:off x="58403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8" name="F2_precision_recall_distributions_7922">
            <a:extLst>
              <a:ext uri="{FF2B5EF4-FFF2-40B4-BE49-F238E27FC236}">
                <a16:creationId xmlns:a16="http://schemas.microsoft.com/office/drawing/2014/main" id="{F987B548-AC4D-4294-A6C2-7F834C26D4F6}"/>
              </a:ext>
            </a:extLst>
          </p:cNvPr>
          <p:cNvSpPr>
            <a:spLocks noGrp="1"/>
          </p:cNvSpPr>
          <p:nvPr/>
        </p:nvSpPr>
        <p:spPr>
          <a:xfrm>
            <a:off x="5889706" y="72020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9" name="F2_precision_recall_distributions_7923">
            <a:extLst>
              <a:ext uri="{FF2B5EF4-FFF2-40B4-BE49-F238E27FC236}">
                <a16:creationId xmlns:a16="http://schemas.microsoft.com/office/drawing/2014/main" id="{144AB3E2-7834-41D3-A821-063AFF995A2E}"/>
              </a:ext>
            </a:extLst>
          </p:cNvPr>
          <p:cNvSpPr>
            <a:spLocks noGrp="1"/>
          </p:cNvSpPr>
          <p:nvPr/>
        </p:nvSpPr>
        <p:spPr>
          <a:xfrm>
            <a:off x="588796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0" name="F2_precision_recall_distributions_7924">
            <a:extLst>
              <a:ext uri="{FF2B5EF4-FFF2-40B4-BE49-F238E27FC236}">
                <a16:creationId xmlns:a16="http://schemas.microsoft.com/office/drawing/2014/main" id="{7BD08CD0-377B-4050-A73C-9894DBD116E6}"/>
              </a:ext>
            </a:extLst>
          </p:cNvPr>
          <p:cNvSpPr>
            <a:spLocks noGrp="1"/>
          </p:cNvSpPr>
          <p:nvPr/>
        </p:nvSpPr>
        <p:spPr>
          <a:xfrm>
            <a:off x="58645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1" name="F2_precision_recall_distributions_7925">
            <a:extLst>
              <a:ext uri="{FF2B5EF4-FFF2-40B4-BE49-F238E27FC236}">
                <a16:creationId xmlns:a16="http://schemas.microsoft.com/office/drawing/2014/main" id="{0E05493A-3248-450D-A3F2-752899872044}"/>
              </a:ext>
            </a:extLst>
          </p:cNvPr>
          <p:cNvSpPr>
            <a:spLocks noGrp="1"/>
          </p:cNvSpPr>
          <p:nvPr/>
        </p:nvSpPr>
        <p:spPr>
          <a:xfrm>
            <a:off x="5949311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2" name="F2_precision_recall_distributions_7926">
            <a:extLst>
              <a:ext uri="{FF2B5EF4-FFF2-40B4-BE49-F238E27FC236}">
                <a16:creationId xmlns:a16="http://schemas.microsoft.com/office/drawing/2014/main" id="{358E29F9-7444-4649-92DB-D9580198078D}"/>
              </a:ext>
            </a:extLst>
          </p:cNvPr>
          <p:cNvSpPr>
            <a:spLocks noGrp="1"/>
          </p:cNvSpPr>
          <p:nvPr/>
        </p:nvSpPr>
        <p:spPr>
          <a:xfrm>
            <a:off x="58893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3" name="F2_precision_recall_distributions_7927">
            <a:extLst>
              <a:ext uri="{FF2B5EF4-FFF2-40B4-BE49-F238E27FC236}">
                <a16:creationId xmlns:a16="http://schemas.microsoft.com/office/drawing/2014/main" id="{4D81E44E-3188-4F62-BF5B-F019D08C4E09}"/>
              </a:ext>
            </a:extLst>
          </p:cNvPr>
          <p:cNvSpPr>
            <a:spLocks noGrp="1"/>
          </p:cNvSpPr>
          <p:nvPr/>
        </p:nvSpPr>
        <p:spPr>
          <a:xfrm>
            <a:off x="580965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4" name="F2_precision_recall_distributions_7928">
            <a:extLst>
              <a:ext uri="{FF2B5EF4-FFF2-40B4-BE49-F238E27FC236}">
                <a16:creationId xmlns:a16="http://schemas.microsoft.com/office/drawing/2014/main" id="{065E4FC9-D2AA-40E7-8833-A039B3CAABBA}"/>
              </a:ext>
            </a:extLst>
          </p:cNvPr>
          <p:cNvSpPr>
            <a:spLocks noGrp="1"/>
          </p:cNvSpPr>
          <p:nvPr/>
        </p:nvSpPr>
        <p:spPr>
          <a:xfrm>
            <a:off x="595076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5" name="F2_precision_recall_distributions_7929">
            <a:extLst>
              <a:ext uri="{FF2B5EF4-FFF2-40B4-BE49-F238E27FC236}">
                <a16:creationId xmlns:a16="http://schemas.microsoft.com/office/drawing/2014/main" id="{52CBC9A2-CC3C-4D97-9402-0D98FAF35195}"/>
              </a:ext>
            </a:extLst>
          </p:cNvPr>
          <p:cNvSpPr>
            <a:spLocks noGrp="1"/>
          </p:cNvSpPr>
          <p:nvPr/>
        </p:nvSpPr>
        <p:spPr>
          <a:xfrm>
            <a:off x="592730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6" name="F2_precision_recall_distributions_7930">
            <a:extLst>
              <a:ext uri="{FF2B5EF4-FFF2-40B4-BE49-F238E27FC236}">
                <a16:creationId xmlns:a16="http://schemas.microsoft.com/office/drawing/2014/main" id="{BB3A0EAA-9172-4C7E-AD82-5DCF3C3789F4}"/>
              </a:ext>
            </a:extLst>
          </p:cNvPr>
          <p:cNvSpPr>
            <a:spLocks noGrp="1"/>
          </p:cNvSpPr>
          <p:nvPr/>
        </p:nvSpPr>
        <p:spPr>
          <a:xfrm>
            <a:off x="582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7" name="F2_precision_recall_distributions_7931">
            <a:extLst>
              <a:ext uri="{FF2B5EF4-FFF2-40B4-BE49-F238E27FC236}">
                <a16:creationId xmlns:a16="http://schemas.microsoft.com/office/drawing/2014/main" id="{16B0B013-16A9-4DD9-AAFD-D60A0970555A}"/>
              </a:ext>
            </a:extLst>
          </p:cNvPr>
          <p:cNvSpPr>
            <a:spLocks noGrp="1"/>
          </p:cNvSpPr>
          <p:nvPr/>
        </p:nvSpPr>
        <p:spPr>
          <a:xfrm>
            <a:off x="60254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8" name="F2_precision_recall_distributions_7932">
            <a:extLst>
              <a:ext uri="{FF2B5EF4-FFF2-40B4-BE49-F238E27FC236}">
                <a16:creationId xmlns:a16="http://schemas.microsoft.com/office/drawing/2014/main" id="{03E96089-549D-44F6-B337-30350383230D}"/>
              </a:ext>
            </a:extLst>
          </p:cNvPr>
          <p:cNvSpPr>
            <a:spLocks noGrp="1"/>
          </p:cNvSpPr>
          <p:nvPr/>
        </p:nvSpPr>
        <p:spPr>
          <a:xfrm>
            <a:off x="60048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9" name="F2_precision_recall_distributions_7933">
            <a:extLst>
              <a:ext uri="{FF2B5EF4-FFF2-40B4-BE49-F238E27FC236}">
                <a16:creationId xmlns:a16="http://schemas.microsoft.com/office/drawing/2014/main" id="{D6CBA93E-B1BC-47F8-A61E-1AD825A254C3}"/>
              </a:ext>
            </a:extLst>
          </p:cNvPr>
          <p:cNvSpPr>
            <a:spLocks noGrp="1"/>
          </p:cNvSpPr>
          <p:nvPr/>
        </p:nvSpPr>
        <p:spPr>
          <a:xfrm>
            <a:off x="595932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0" name="F2_precision_recall_distributions_7934">
            <a:extLst>
              <a:ext uri="{FF2B5EF4-FFF2-40B4-BE49-F238E27FC236}">
                <a16:creationId xmlns:a16="http://schemas.microsoft.com/office/drawing/2014/main" id="{B203FE76-B13B-4C4C-809E-9BA372A2DF83}"/>
              </a:ext>
            </a:extLst>
          </p:cNvPr>
          <p:cNvSpPr>
            <a:spLocks noGrp="1"/>
          </p:cNvSpPr>
          <p:nvPr/>
        </p:nvSpPr>
        <p:spPr>
          <a:xfrm>
            <a:off x="582864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1" name="F2_precision_recall_distributions_7935">
            <a:extLst>
              <a:ext uri="{FF2B5EF4-FFF2-40B4-BE49-F238E27FC236}">
                <a16:creationId xmlns:a16="http://schemas.microsoft.com/office/drawing/2014/main" id="{2855505A-B620-427D-9331-F8DBF85DFD9A}"/>
              </a:ext>
            </a:extLst>
          </p:cNvPr>
          <p:cNvSpPr>
            <a:spLocks noGrp="1"/>
          </p:cNvSpPr>
          <p:nvPr/>
        </p:nvSpPr>
        <p:spPr>
          <a:xfrm>
            <a:off x="5998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2" name="F2_precision_recall_distributions_7936">
            <a:extLst>
              <a:ext uri="{FF2B5EF4-FFF2-40B4-BE49-F238E27FC236}">
                <a16:creationId xmlns:a16="http://schemas.microsoft.com/office/drawing/2014/main" id="{D654A9FC-0F49-470F-A550-B87344164C1E}"/>
              </a:ext>
            </a:extLst>
          </p:cNvPr>
          <p:cNvSpPr>
            <a:spLocks noGrp="1"/>
          </p:cNvSpPr>
          <p:nvPr/>
        </p:nvSpPr>
        <p:spPr>
          <a:xfrm>
            <a:off x="582367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3" name="F2_precision_recall_distributions_7937">
            <a:extLst>
              <a:ext uri="{FF2B5EF4-FFF2-40B4-BE49-F238E27FC236}">
                <a16:creationId xmlns:a16="http://schemas.microsoft.com/office/drawing/2014/main" id="{CBF8FBD1-D94B-43BC-8881-47B288C27805}"/>
              </a:ext>
            </a:extLst>
          </p:cNvPr>
          <p:cNvSpPr>
            <a:spLocks noGrp="1"/>
          </p:cNvSpPr>
          <p:nvPr/>
        </p:nvSpPr>
        <p:spPr>
          <a:xfrm>
            <a:off x="607146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4" name="F2_precision_recall_distributions_7938">
            <a:extLst>
              <a:ext uri="{FF2B5EF4-FFF2-40B4-BE49-F238E27FC236}">
                <a16:creationId xmlns:a16="http://schemas.microsoft.com/office/drawing/2014/main" id="{7836F66E-91D4-4217-95D2-251CD2D20F9A}"/>
              </a:ext>
            </a:extLst>
          </p:cNvPr>
          <p:cNvSpPr>
            <a:spLocks noGrp="1"/>
          </p:cNvSpPr>
          <p:nvPr/>
        </p:nvSpPr>
        <p:spPr>
          <a:xfrm>
            <a:off x="593093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5" name="F2_precision_recall_distributions_7939">
            <a:extLst>
              <a:ext uri="{FF2B5EF4-FFF2-40B4-BE49-F238E27FC236}">
                <a16:creationId xmlns:a16="http://schemas.microsoft.com/office/drawing/2014/main" id="{AC6BC6BE-3411-4B75-8DFB-09175894CFCA}"/>
              </a:ext>
            </a:extLst>
          </p:cNvPr>
          <p:cNvSpPr>
            <a:spLocks noGrp="1"/>
          </p:cNvSpPr>
          <p:nvPr/>
        </p:nvSpPr>
        <p:spPr>
          <a:xfrm>
            <a:off x="58447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6" name="F2_precision_recall_distributions_7940">
            <a:extLst>
              <a:ext uri="{FF2B5EF4-FFF2-40B4-BE49-F238E27FC236}">
                <a16:creationId xmlns:a16="http://schemas.microsoft.com/office/drawing/2014/main" id="{E6323EC3-DC4C-4FBA-9C22-89398A4CBBFA}"/>
              </a:ext>
            </a:extLst>
          </p:cNvPr>
          <p:cNvSpPr>
            <a:spLocks noGrp="1"/>
          </p:cNvSpPr>
          <p:nvPr/>
        </p:nvSpPr>
        <p:spPr>
          <a:xfrm>
            <a:off x="6043664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7" name="F2_precision_recall_distributions_7941">
            <a:extLst>
              <a:ext uri="{FF2B5EF4-FFF2-40B4-BE49-F238E27FC236}">
                <a16:creationId xmlns:a16="http://schemas.microsoft.com/office/drawing/2014/main" id="{FD8BD5FE-2034-4532-ADF7-83A2DF54036E}"/>
              </a:ext>
            </a:extLst>
          </p:cNvPr>
          <p:cNvSpPr>
            <a:spLocks noGrp="1"/>
          </p:cNvSpPr>
          <p:nvPr/>
        </p:nvSpPr>
        <p:spPr>
          <a:xfrm>
            <a:off x="615558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8" name="F2_precision_recall_distributions_7942">
            <a:extLst>
              <a:ext uri="{FF2B5EF4-FFF2-40B4-BE49-F238E27FC236}">
                <a16:creationId xmlns:a16="http://schemas.microsoft.com/office/drawing/2014/main" id="{58BF76FB-7392-4E28-8E71-442EBA0A1FFB}"/>
              </a:ext>
            </a:extLst>
          </p:cNvPr>
          <p:cNvSpPr>
            <a:spLocks noGrp="1"/>
          </p:cNvSpPr>
          <p:nvPr/>
        </p:nvSpPr>
        <p:spPr>
          <a:xfrm>
            <a:off x="5861956" y="7359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9" name="F2_precision_recall_distributions_7943">
            <a:extLst>
              <a:ext uri="{FF2B5EF4-FFF2-40B4-BE49-F238E27FC236}">
                <a16:creationId xmlns:a16="http://schemas.microsoft.com/office/drawing/2014/main" id="{870AC51B-297D-4B0E-BBCF-2D58E84CD6ED}"/>
              </a:ext>
            </a:extLst>
          </p:cNvPr>
          <p:cNvSpPr>
            <a:spLocks noGrp="1"/>
          </p:cNvSpPr>
          <p:nvPr/>
        </p:nvSpPr>
        <p:spPr>
          <a:xfrm>
            <a:off x="5935853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0" name="F2_precision_recall_distributions_7944">
            <a:extLst>
              <a:ext uri="{FF2B5EF4-FFF2-40B4-BE49-F238E27FC236}">
                <a16:creationId xmlns:a16="http://schemas.microsoft.com/office/drawing/2014/main" id="{2B6AD76C-C271-4F50-990A-D0A8FC837965}"/>
              </a:ext>
            </a:extLst>
          </p:cNvPr>
          <p:cNvSpPr>
            <a:spLocks noGrp="1"/>
          </p:cNvSpPr>
          <p:nvPr/>
        </p:nvSpPr>
        <p:spPr>
          <a:xfrm>
            <a:off x="605770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1" name="F2_precision_recall_distributions_7945">
            <a:extLst>
              <a:ext uri="{FF2B5EF4-FFF2-40B4-BE49-F238E27FC236}">
                <a16:creationId xmlns:a16="http://schemas.microsoft.com/office/drawing/2014/main" id="{6BAAA2A5-235A-441C-8938-58419CF66760}"/>
              </a:ext>
            </a:extLst>
          </p:cNvPr>
          <p:cNvSpPr>
            <a:spLocks noGrp="1"/>
          </p:cNvSpPr>
          <p:nvPr/>
        </p:nvSpPr>
        <p:spPr>
          <a:xfrm>
            <a:off x="5956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2" name="F2_precision_recall_distributions_7946">
            <a:extLst>
              <a:ext uri="{FF2B5EF4-FFF2-40B4-BE49-F238E27FC236}">
                <a16:creationId xmlns:a16="http://schemas.microsoft.com/office/drawing/2014/main" id="{92EFD0F4-4335-41A9-9E3D-27D93E716477}"/>
              </a:ext>
            </a:extLst>
          </p:cNvPr>
          <p:cNvSpPr>
            <a:spLocks noGrp="1"/>
          </p:cNvSpPr>
          <p:nvPr/>
        </p:nvSpPr>
        <p:spPr>
          <a:xfrm>
            <a:off x="59171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3" name="F2_precision_recall_distributions_7947">
            <a:extLst>
              <a:ext uri="{FF2B5EF4-FFF2-40B4-BE49-F238E27FC236}">
                <a16:creationId xmlns:a16="http://schemas.microsoft.com/office/drawing/2014/main" id="{88999845-AF07-4D7C-A5D0-6C3C2E2FC51F}"/>
              </a:ext>
            </a:extLst>
          </p:cNvPr>
          <p:cNvSpPr>
            <a:spLocks noGrp="1"/>
          </p:cNvSpPr>
          <p:nvPr/>
        </p:nvSpPr>
        <p:spPr>
          <a:xfrm>
            <a:off x="616314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4" name="F2_precision_recall_distributions_7948">
            <a:extLst>
              <a:ext uri="{FF2B5EF4-FFF2-40B4-BE49-F238E27FC236}">
                <a16:creationId xmlns:a16="http://schemas.microsoft.com/office/drawing/2014/main" id="{D83853B0-421D-4DBB-B21D-AF352709AE1E}"/>
              </a:ext>
            </a:extLst>
          </p:cNvPr>
          <p:cNvSpPr>
            <a:spLocks noGrp="1"/>
          </p:cNvSpPr>
          <p:nvPr/>
        </p:nvSpPr>
        <p:spPr>
          <a:xfrm>
            <a:off x="61234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5" name="F2_precision_recall_distributions_7949">
            <a:extLst>
              <a:ext uri="{FF2B5EF4-FFF2-40B4-BE49-F238E27FC236}">
                <a16:creationId xmlns:a16="http://schemas.microsoft.com/office/drawing/2014/main" id="{738AE595-ABD6-452F-9A52-FBD29D320C9D}"/>
              </a:ext>
            </a:extLst>
          </p:cNvPr>
          <p:cNvSpPr>
            <a:spLocks noGrp="1"/>
          </p:cNvSpPr>
          <p:nvPr/>
        </p:nvSpPr>
        <p:spPr>
          <a:xfrm>
            <a:off x="58784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6" name="F2_precision_recall_distributions_7950">
            <a:extLst>
              <a:ext uri="{FF2B5EF4-FFF2-40B4-BE49-F238E27FC236}">
                <a16:creationId xmlns:a16="http://schemas.microsoft.com/office/drawing/2014/main" id="{F20832ED-A6D6-42DB-8EF1-E299CADF9738}"/>
              </a:ext>
            </a:extLst>
          </p:cNvPr>
          <p:cNvSpPr>
            <a:spLocks noGrp="1"/>
          </p:cNvSpPr>
          <p:nvPr/>
        </p:nvSpPr>
        <p:spPr>
          <a:xfrm>
            <a:off x="6145853" y="73482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7" name="F2_precision_recall_distributions_7951">
            <a:extLst>
              <a:ext uri="{FF2B5EF4-FFF2-40B4-BE49-F238E27FC236}">
                <a16:creationId xmlns:a16="http://schemas.microsoft.com/office/drawing/2014/main" id="{5B374976-40AB-4E85-867E-08263FFDACAE}"/>
              </a:ext>
            </a:extLst>
          </p:cNvPr>
          <p:cNvSpPr>
            <a:spLocks noGrp="1"/>
          </p:cNvSpPr>
          <p:nvPr/>
        </p:nvSpPr>
        <p:spPr>
          <a:xfrm>
            <a:off x="5947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8" name="F2_precision_recall_distributions_7952">
            <a:extLst>
              <a:ext uri="{FF2B5EF4-FFF2-40B4-BE49-F238E27FC236}">
                <a16:creationId xmlns:a16="http://schemas.microsoft.com/office/drawing/2014/main" id="{EF83D37F-F5EB-4E27-A142-C684FDFBDADC}"/>
              </a:ext>
            </a:extLst>
          </p:cNvPr>
          <p:cNvSpPr>
            <a:spLocks noGrp="1"/>
          </p:cNvSpPr>
          <p:nvPr/>
        </p:nvSpPr>
        <p:spPr>
          <a:xfrm>
            <a:off x="615535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9" name="F2_precision_recall_distributions_7953">
            <a:extLst>
              <a:ext uri="{FF2B5EF4-FFF2-40B4-BE49-F238E27FC236}">
                <a16:creationId xmlns:a16="http://schemas.microsoft.com/office/drawing/2014/main" id="{6E9B5049-9DF0-4DE8-A2B5-371F8C94191D}"/>
              </a:ext>
            </a:extLst>
          </p:cNvPr>
          <p:cNvSpPr>
            <a:spLocks noGrp="1"/>
          </p:cNvSpPr>
          <p:nvPr/>
        </p:nvSpPr>
        <p:spPr>
          <a:xfrm>
            <a:off x="59509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0" name="F2_precision_recall_distributions_7954">
            <a:extLst>
              <a:ext uri="{FF2B5EF4-FFF2-40B4-BE49-F238E27FC236}">
                <a16:creationId xmlns:a16="http://schemas.microsoft.com/office/drawing/2014/main" id="{D8AEF8B0-A61B-4097-805D-F7CE991A50AA}"/>
              </a:ext>
            </a:extLst>
          </p:cNvPr>
          <p:cNvSpPr>
            <a:spLocks noGrp="1"/>
          </p:cNvSpPr>
          <p:nvPr/>
        </p:nvSpPr>
        <p:spPr>
          <a:xfrm>
            <a:off x="60266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1" name="F2_precision_recall_distributions_7955">
            <a:extLst>
              <a:ext uri="{FF2B5EF4-FFF2-40B4-BE49-F238E27FC236}">
                <a16:creationId xmlns:a16="http://schemas.microsoft.com/office/drawing/2014/main" id="{675BC5BC-FEE0-47FE-BE03-AC5B2231EE76}"/>
              </a:ext>
            </a:extLst>
          </p:cNvPr>
          <p:cNvSpPr>
            <a:spLocks noGrp="1"/>
          </p:cNvSpPr>
          <p:nvPr/>
        </p:nvSpPr>
        <p:spPr>
          <a:xfrm>
            <a:off x="6147884" y="7325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2" name="F2_precision_recall_distributions_7956">
            <a:extLst>
              <a:ext uri="{FF2B5EF4-FFF2-40B4-BE49-F238E27FC236}">
                <a16:creationId xmlns:a16="http://schemas.microsoft.com/office/drawing/2014/main" id="{BDE034C6-91CF-45BC-92F6-8C30D38CA9D1}"/>
              </a:ext>
            </a:extLst>
          </p:cNvPr>
          <p:cNvSpPr>
            <a:spLocks noGrp="1"/>
          </p:cNvSpPr>
          <p:nvPr/>
        </p:nvSpPr>
        <p:spPr>
          <a:xfrm>
            <a:off x="6104767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3" name="F2_precision_recall_distributions_7957">
            <a:extLst>
              <a:ext uri="{FF2B5EF4-FFF2-40B4-BE49-F238E27FC236}">
                <a16:creationId xmlns:a16="http://schemas.microsoft.com/office/drawing/2014/main" id="{2D2CE80E-FDD0-429F-88B0-2E10AA79A36D}"/>
              </a:ext>
            </a:extLst>
          </p:cNvPr>
          <p:cNvSpPr>
            <a:spLocks noGrp="1"/>
          </p:cNvSpPr>
          <p:nvPr/>
        </p:nvSpPr>
        <p:spPr>
          <a:xfrm>
            <a:off x="603840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4" name="F2_precision_recall_distributions_7958">
            <a:extLst>
              <a:ext uri="{FF2B5EF4-FFF2-40B4-BE49-F238E27FC236}">
                <a16:creationId xmlns:a16="http://schemas.microsoft.com/office/drawing/2014/main" id="{1C2DAD60-B83A-4284-A16D-548E3B6EE1B5}"/>
              </a:ext>
            </a:extLst>
          </p:cNvPr>
          <p:cNvSpPr>
            <a:spLocks noGrp="1"/>
          </p:cNvSpPr>
          <p:nvPr/>
        </p:nvSpPr>
        <p:spPr>
          <a:xfrm>
            <a:off x="61681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5" name="F2_precision_recall_distributions_7959">
            <a:extLst>
              <a:ext uri="{FF2B5EF4-FFF2-40B4-BE49-F238E27FC236}">
                <a16:creationId xmlns:a16="http://schemas.microsoft.com/office/drawing/2014/main" id="{05693AD5-1506-4202-B6EF-23F27F893BFB}"/>
              </a:ext>
            </a:extLst>
          </p:cNvPr>
          <p:cNvSpPr>
            <a:spLocks noGrp="1"/>
          </p:cNvSpPr>
          <p:nvPr/>
        </p:nvSpPr>
        <p:spPr>
          <a:xfrm>
            <a:off x="5833480" y="73199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6" name="F2_precision_recall_distributions_7960">
            <a:extLst>
              <a:ext uri="{FF2B5EF4-FFF2-40B4-BE49-F238E27FC236}">
                <a16:creationId xmlns:a16="http://schemas.microsoft.com/office/drawing/2014/main" id="{435B955B-C844-4BE7-ADCE-C7439EE94020}"/>
              </a:ext>
            </a:extLst>
          </p:cNvPr>
          <p:cNvSpPr>
            <a:spLocks noGrp="1"/>
          </p:cNvSpPr>
          <p:nvPr/>
        </p:nvSpPr>
        <p:spPr>
          <a:xfrm>
            <a:off x="59079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7" name="F2_precision_recall_distributions_7961">
            <a:extLst>
              <a:ext uri="{FF2B5EF4-FFF2-40B4-BE49-F238E27FC236}">
                <a16:creationId xmlns:a16="http://schemas.microsoft.com/office/drawing/2014/main" id="{82ED039D-F5C5-453F-8250-7A1F78A5D2E8}"/>
              </a:ext>
            </a:extLst>
          </p:cNvPr>
          <p:cNvSpPr>
            <a:spLocks noGrp="1"/>
          </p:cNvSpPr>
          <p:nvPr/>
        </p:nvSpPr>
        <p:spPr>
          <a:xfrm>
            <a:off x="601741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8" name="F2_precision_recall_distributions_7962">
            <a:extLst>
              <a:ext uri="{FF2B5EF4-FFF2-40B4-BE49-F238E27FC236}">
                <a16:creationId xmlns:a16="http://schemas.microsoft.com/office/drawing/2014/main" id="{E8BAF667-688B-4ED9-8EE3-65C64D147475}"/>
              </a:ext>
            </a:extLst>
          </p:cNvPr>
          <p:cNvSpPr>
            <a:spLocks noGrp="1"/>
          </p:cNvSpPr>
          <p:nvPr/>
        </p:nvSpPr>
        <p:spPr>
          <a:xfrm>
            <a:off x="584328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9" name="F2_precision_recall_distributions_7963">
            <a:extLst>
              <a:ext uri="{FF2B5EF4-FFF2-40B4-BE49-F238E27FC236}">
                <a16:creationId xmlns:a16="http://schemas.microsoft.com/office/drawing/2014/main" id="{1EBCCB39-C2D5-4646-A430-BE86AA1A04E3}"/>
              </a:ext>
            </a:extLst>
          </p:cNvPr>
          <p:cNvSpPr>
            <a:spLocks noGrp="1"/>
          </p:cNvSpPr>
          <p:nvPr/>
        </p:nvSpPr>
        <p:spPr>
          <a:xfrm>
            <a:off x="608346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0" name="F2_precision_recall_distributions_7964">
            <a:extLst>
              <a:ext uri="{FF2B5EF4-FFF2-40B4-BE49-F238E27FC236}">
                <a16:creationId xmlns:a16="http://schemas.microsoft.com/office/drawing/2014/main" id="{BFFACAC3-8DBA-434E-A5C8-AA36F8964371}"/>
              </a:ext>
            </a:extLst>
          </p:cNvPr>
          <p:cNvSpPr>
            <a:spLocks noGrp="1"/>
          </p:cNvSpPr>
          <p:nvPr/>
        </p:nvSpPr>
        <p:spPr>
          <a:xfrm>
            <a:off x="606167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1" name="F2_precision_recall_distributions_7965">
            <a:extLst>
              <a:ext uri="{FF2B5EF4-FFF2-40B4-BE49-F238E27FC236}">
                <a16:creationId xmlns:a16="http://schemas.microsoft.com/office/drawing/2014/main" id="{D7EFE28B-2A93-4C14-9018-99EEF1BCD822}"/>
              </a:ext>
            </a:extLst>
          </p:cNvPr>
          <p:cNvSpPr>
            <a:spLocks noGrp="1"/>
          </p:cNvSpPr>
          <p:nvPr/>
        </p:nvSpPr>
        <p:spPr>
          <a:xfrm>
            <a:off x="6003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2" name="F2_precision_recall_distributions_7966">
            <a:extLst>
              <a:ext uri="{FF2B5EF4-FFF2-40B4-BE49-F238E27FC236}">
                <a16:creationId xmlns:a16="http://schemas.microsoft.com/office/drawing/2014/main" id="{5383428E-7155-46D1-8D1C-A4C34C9AE3E9}"/>
              </a:ext>
            </a:extLst>
          </p:cNvPr>
          <p:cNvSpPr>
            <a:spLocks noGrp="1"/>
          </p:cNvSpPr>
          <p:nvPr/>
        </p:nvSpPr>
        <p:spPr>
          <a:xfrm>
            <a:off x="5822743" y="7655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3" name="F2_precision_recall_distributions_7967">
            <a:extLst>
              <a:ext uri="{FF2B5EF4-FFF2-40B4-BE49-F238E27FC236}">
                <a16:creationId xmlns:a16="http://schemas.microsoft.com/office/drawing/2014/main" id="{DA62FF81-9A0C-4BD7-A33A-9A9EC35DA5A5}"/>
              </a:ext>
            </a:extLst>
          </p:cNvPr>
          <p:cNvSpPr>
            <a:spLocks noGrp="1"/>
          </p:cNvSpPr>
          <p:nvPr/>
        </p:nvSpPr>
        <p:spPr>
          <a:xfrm>
            <a:off x="59207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4" name="F2_precision_recall_distributions_7968">
            <a:extLst>
              <a:ext uri="{FF2B5EF4-FFF2-40B4-BE49-F238E27FC236}">
                <a16:creationId xmlns:a16="http://schemas.microsoft.com/office/drawing/2014/main" id="{8847DAEB-1776-4245-AB30-CE28CA929F97}"/>
              </a:ext>
            </a:extLst>
          </p:cNvPr>
          <p:cNvSpPr>
            <a:spLocks noGrp="1"/>
          </p:cNvSpPr>
          <p:nvPr/>
        </p:nvSpPr>
        <p:spPr>
          <a:xfrm>
            <a:off x="591875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5" name="F2_precision_recall_distributions_7969">
            <a:extLst>
              <a:ext uri="{FF2B5EF4-FFF2-40B4-BE49-F238E27FC236}">
                <a16:creationId xmlns:a16="http://schemas.microsoft.com/office/drawing/2014/main" id="{34EF5C7C-C13F-409C-9739-880DDFD36124}"/>
              </a:ext>
            </a:extLst>
          </p:cNvPr>
          <p:cNvSpPr>
            <a:spLocks noGrp="1"/>
          </p:cNvSpPr>
          <p:nvPr/>
        </p:nvSpPr>
        <p:spPr>
          <a:xfrm>
            <a:off x="59389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6" name="F2_precision_recall_distributions_7970">
            <a:extLst>
              <a:ext uri="{FF2B5EF4-FFF2-40B4-BE49-F238E27FC236}">
                <a16:creationId xmlns:a16="http://schemas.microsoft.com/office/drawing/2014/main" id="{2150048D-8A92-4882-9E9A-80660754323B}"/>
              </a:ext>
            </a:extLst>
          </p:cNvPr>
          <p:cNvSpPr>
            <a:spLocks noGrp="1"/>
          </p:cNvSpPr>
          <p:nvPr/>
        </p:nvSpPr>
        <p:spPr>
          <a:xfrm>
            <a:off x="612202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7" name="F2_precision_recall_distributions_7971">
            <a:extLst>
              <a:ext uri="{FF2B5EF4-FFF2-40B4-BE49-F238E27FC236}">
                <a16:creationId xmlns:a16="http://schemas.microsoft.com/office/drawing/2014/main" id="{9209ED5C-C7FE-4958-B2A5-F5C4A3F893D5}"/>
              </a:ext>
            </a:extLst>
          </p:cNvPr>
          <p:cNvSpPr>
            <a:spLocks noGrp="1"/>
          </p:cNvSpPr>
          <p:nvPr/>
        </p:nvSpPr>
        <p:spPr>
          <a:xfrm>
            <a:off x="58910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8" name="F2_precision_recall_distributions_7972">
            <a:extLst>
              <a:ext uri="{FF2B5EF4-FFF2-40B4-BE49-F238E27FC236}">
                <a16:creationId xmlns:a16="http://schemas.microsoft.com/office/drawing/2014/main" id="{697963C7-7939-4924-A7C9-8760BC10F053}"/>
              </a:ext>
            </a:extLst>
          </p:cNvPr>
          <p:cNvSpPr>
            <a:spLocks noGrp="1"/>
          </p:cNvSpPr>
          <p:nvPr/>
        </p:nvSpPr>
        <p:spPr>
          <a:xfrm>
            <a:off x="6049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9" name="F2_precision_recall_distributions_7973">
            <a:extLst>
              <a:ext uri="{FF2B5EF4-FFF2-40B4-BE49-F238E27FC236}">
                <a16:creationId xmlns:a16="http://schemas.microsoft.com/office/drawing/2014/main" id="{F2D1887B-B515-4DBC-A46D-4C09DFA3C6A6}"/>
              </a:ext>
            </a:extLst>
          </p:cNvPr>
          <p:cNvSpPr>
            <a:spLocks noGrp="1"/>
          </p:cNvSpPr>
          <p:nvPr/>
        </p:nvSpPr>
        <p:spPr>
          <a:xfrm>
            <a:off x="616869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0" name="F2_precision_recall_distributions_7974">
            <a:extLst>
              <a:ext uri="{FF2B5EF4-FFF2-40B4-BE49-F238E27FC236}">
                <a16:creationId xmlns:a16="http://schemas.microsoft.com/office/drawing/2014/main" id="{F5FE6E62-DC19-45E7-979B-B94A72E8FA98}"/>
              </a:ext>
            </a:extLst>
          </p:cNvPr>
          <p:cNvSpPr>
            <a:spLocks noGrp="1"/>
          </p:cNvSpPr>
          <p:nvPr/>
        </p:nvSpPr>
        <p:spPr>
          <a:xfrm>
            <a:off x="602651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1" name="F2_precision_recall_distributions_7975">
            <a:extLst>
              <a:ext uri="{FF2B5EF4-FFF2-40B4-BE49-F238E27FC236}">
                <a16:creationId xmlns:a16="http://schemas.microsoft.com/office/drawing/2014/main" id="{823A6A72-75DD-44F9-B3C1-F46409B76E10}"/>
              </a:ext>
            </a:extLst>
          </p:cNvPr>
          <p:cNvSpPr>
            <a:spLocks noGrp="1"/>
          </p:cNvSpPr>
          <p:nvPr/>
        </p:nvSpPr>
        <p:spPr>
          <a:xfrm>
            <a:off x="61450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2" name="F2_precision_recall_distributions_7976">
            <a:extLst>
              <a:ext uri="{FF2B5EF4-FFF2-40B4-BE49-F238E27FC236}">
                <a16:creationId xmlns:a16="http://schemas.microsoft.com/office/drawing/2014/main" id="{D5154BE8-84FC-4B8E-8D77-63C7B6BCBE45}"/>
              </a:ext>
            </a:extLst>
          </p:cNvPr>
          <p:cNvSpPr>
            <a:spLocks noGrp="1"/>
          </p:cNvSpPr>
          <p:nvPr/>
        </p:nvSpPr>
        <p:spPr>
          <a:xfrm>
            <a:off x="592972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3" name="F2_precision_recall_distributions_7977">
            <a:extLst>
              <a:ext uri="{FF2B5EF4-FFF2-40B4-BE49-F238E27FC236}">
                <a16:creationId xmlns:a16="http://schemas.microsoft.com/office/drawing/2014/main" id="{5CD3D923-3D00-4F06-851D-7C9F45310E9F}"/>
              </a:ext>
            </a:extLst>
          </p:cNvPr>
          <p:cNvSpPr>
            <a:spLocks noGrp="1"/>
          </p:cNvSpPr>
          <p:nvPr/>
        </p:nvSpPr>
        <p:spPr>
          <a:xfrm>
            <a:off x="5981985" y="7744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4" name="F2_precision_recall_distributions_7978">
            <a:extLst>
              <a:ext uri="{FF2B5EF4-FFF2-40B4-BE49-F238E27FC236}">
                <a16:creationId xmlns:a16="http://schemas.microsoft.com/office/drawing/2014/main" id="{AEC62615-CBE4-4660-87EB-0A51B531A330}"/>
              </a:ext>
            </a:extLst>
          </p:cNvPr>
          <p:cNvSpPr>
            <a:spLocks noGrp="1"/>
          </p:cNvSpPr>
          <p:nvPr/>
        </p:nvSpPr>
        <p:spPr>
          <a:xfrm>
            <a:off x="610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5" name="F2_precision_recall_distributions_7979">
            <a:extLst>
              <a:ext uri="{FF2B5EF4-FFF2-40B4-BE49-F238E27FC236}">
                <a16:creationId xmlns:a16="http://schemas.microsoft.com/office/drawing/2014/main" id="{1CC8D6A4-97DD-4272-A254-E02DA19AAF68}"/>
              </a:ext>
            </a:extLst>
          </p:cNvPr>
          <p:cNvSpPr>
            <a:spLocks noGrp="1"/>
          </p:cNvSpPr>
          <p:nvPr/>
        </p:nvSpPr>
        <p:spPr>
          <a:xfrm>
            <a:off x="606941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6" name="F2_precision_recall_distributions_7980">
            <a:extLst>
              <a:ext uri="{FF2B5EF4-FFF2-40B4-BE49-F238E27FC236}">
                <a16:creationId xmlns:a16="http://schemas.microsoft.com/office/drawing/2014/main" id="{5811F6B9-19C1-4798-9183-C663DF008F79}"/>
              </a:ext>
            </a:extLst>
          </p:cNvPr>
          <p:cNvSpPr>
            <a:spLocks noGrp="1"/>
          </p:cNvSpPr>
          <p:nvPr/>
        </p:nvSpPr>
        <p:spPr>
          <a:xfrm>
            <a:off x="607274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7" name="F2_precision_recall_distributions_7981">
            <a:extLst>
              <a:ext uri="{FF2B5EF4-FFF2-40B4-BE49-F238E27FC236}">
                <a16:creationId xmlns:a16="http://schemas.microsoft.com/office/drawing/2014/main" id="{F4250EC4-70B4-433D-93EC-FCD2AE0D9463}"/>
              </a:ext>
            </a:extLst>
          </p:cNvPr>
          <p:cNvSpPr>
            <a:spLocks noGrp="1"/>
          </p:cNvSpPr>
          <p:nvPr/>
        </p:nvSpPr>
        <p:spPr>
          <a:xfrm>
            <a:off x="61742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8" name="F2_precision_recall_distributions_7982">
            <a:extLst>
              <a:ext uri="{FF2B5EF4-FFF2-40B4-BE49-F238E27FC236}">
                <a16:creationId xmlns:a16="http://schemas.microsoft.com/office/drawing/2014/main" id="{C5AEAFAC-9D18-42D6-9D69-1EB064E3730E}"/>
              </a:ext>
            </a:extLst>
          </p:cNvPr>
          <p:cNvSpPr>
            <a:spLocks noGrp="1"/>
          </p:cNvSpPr>
          <p:nvPr/>
        </p:nvSpPr>
        <p:spPr>
          <a:xfrm>
            <a:off x="58494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9" name="F2_precision_recall_distributions_7983">
            <a:extLst>
              <a:ext uri="{FF2B5EF4-FFF2-40B4-BE49-F238E27FC236}">
                <a16:creationId xmlns:a16="http://schemas.microsoft.com/office/drawing/2014/main" id="{EA2D4F9E-D149-4187-88A1-0A08293765F5}"/>
              </a:ext>
            </a:extLst>
          </p:cNvPr>
          <p:cNvSpPr>
            <a:spLocks noGrp="1"/>
          </p:cNvSpPr>
          <p:nvPr/>
        </p:nvSpPr>
        <p:spPr>
          <a:xfrm>
            <a:off x="6128770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0" name="F2_precision_recall_distributions_7984">
            <a:extLst>
              <a:ext uri="{FF2B5EF4-FFF2-40B4-BE49-F238E27FC236}">
                <a16:creationId xmlns:a16="http://schemas.microsoft.com/office/drawing/2014/main" id="{EBF82B98-217B-4E1F-8C2B-9039856AD94C}"/>
              </a:ext>
            </a:extLst>
          </p:cNvPr>
          <p:cNvSpPr>
            <a:spLocks noGrp="1"/>
          </p:cNvSpPr>
          <p:nvPr/>
        </p:nvSpPr>
        <p:spPr>
          <a:xfrm>
            <a:off x="61130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1" name="F2_precision_recall_distributions_7985">
            <a:extLst>
              <a:ext uri="{FF2B5EF4-FFF2-40B4-BE49-F238E27FC236}">
                <a16:creationId xmlns:a16="http://schemas.microsoft.com/office/drawing/2014/main" id="{9A76383A-8433-41DD-B483-C2E9FF578700}"/>
              </a:ext>
            </a:extLst>
          </p:cNvPr>
          <p:cNvSpPr>
            <a:spLocks noGrp="1"/>
          </p:cNvSpPr>
          <p:nvPr/>
        </p:nvSpPr>
        <p:spPr>
          <a:xfrm>
            <a:off x="59544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2" name="F2_precision_recall_distributions_7986">
            <a:extLst>
              <a:ext uri="{FF2B5EF4-FFF2-40B4-BE49-F238E27FC236}">
                <a16:creationId xmlns:a16="http://schemas.microsoft.com/office/drawing/2014/main" id="{BE84DC60-353D-4BE0-BF82-551C39504E12}"/>
              </a:ext>
            </a:extLst>
          </p:cNvPr>
          <p:cNvSpPr>
            <a:spLocks noGrp="1"/>
          </p:cNvSpPr>
          <p:nvPr/>
        </p:nvSpPr>
        <p:spPr>
          <a:xfrm>
            <a:off x="586511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3" name="F2_precision_recall_distributions_7987">
            <a:extLst>
              <a:ext uri="{FF2B5EF4-FFF2-40B4-BE49-F238E27FC236}">
                <a16:creationId xmlns:a16="http://schemas.microsoft.com/office/drawing/2014/main" id="{DECDB2EC-CC6C-4870-A340-830003ADC599}"/>
              </a:ext>
            </a:extLst>
          </p:cNvPr>
          <p:cNvSpPr>
            <a:spLocks noGrp="1"/>
          </p:cNvSpPr>
          <p:nvPr/>
        </p:nvSpPr>
        <p:spPr>
          <a:xfrm>
            <a:off x="6125329" y="77726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4" name="F2_precision_recall_distributions_7988">
            <a:extLst>
              <a:ext uri="{FF2B5EF4-FFF2-40B4-BE49-F238E27FC236}">
                <a16:creationId xmlns:a16="http://schemas.microsoft.com/office/drawing/2014/main" id="{43020753-C135-42A2-88FD-6C6D74F59307}"/>
              </a:ext>
            </a:extLst>
          </p:cNvPr>
          <p:cNvSpPr>
            <a:spLocks noGrp="1"/>
          </p:cNvSpPr>
          <p:nvPr/>
        </p:nvSpPr>
        <p:spPr>
          <a:xfrm>
            <a:off x="6135546" y="77868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5" name="F2_precision_recall_distributions_7989">
            <a:extLst>
              <a:ext uri="{FF2B5EF4-FFF2-40B4-BE49-F238E27FC236}">
                <a16:creationId xmlns:a16="http://schemas.microsoft.com/office/drawing/2014/main" id="{000E352F-00B5-45A6-A6A0-A3B289296FD9}"/>
              </a:ext>
            </a:extLst>
          </p:cNvPr>
          <p:cNvSpPr>
            <a:spLocks noGrp="1"/>
          </p:cNvSpPr>
          <p:nvPr/>
        </p:nvSpPr>
        <p:spPr>
          <a:xfrm>
            <a:off x="604452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6" name="F2_precision_recall_distributions_7990">
            <a:extLst>
              <a:ext uri="{FF2B5EF4-FFF2-40B4-BE49-F238E27FC236}">
                <a16:creationId xmlns:a16="http://schemas.microsoft.com/office/drawing/2014/main" id="{7663C817-B7A0-4007-9760-A14237B544B1}"/>
              </a:ext>
            </a:extLst>
          </p:cNvPr>
          <p:cNvSpPr>
            <a:spLocks noGrp="1"/>
          </p:cNvSpPr>
          <p:nvPr/>
        </p:nvSpPr>
        <p:spPr>
          <a:xfrm>
            <a:off x="61483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7" name="F2_precision_recall_distributions_7991">
            <a:extLst>
              <a:ext uri="{FF2B5EF4-FFF2-40B4-BE49-F238E27FC236}">
                <a16:creationId xmlns:a16="http://schemas.microsoft.com/office/drawing/2014/main" id="{6F8CF332-AA68-4F77-81BC-3F7B33361EA6}"/>
              </a:ext>
            </a:extLst>
          </p:cNvPr>
          <p:cNvSpPr>
            <a:spLocks noGrp="1"/>
          </p:cNvSpPr>
          <p:nvPr/>
        </p:nvSpPr>
        <p:spPr>
          <a:xfrm>
            <a:off x="6173160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8" name="F2_precision_recall_distributions_7992">
            <a:extLst>
              <a:ext uri="{FF2B5EF4-FFF2-40B4-BE49-F238E27FC236}">
                <a16:creationId xmlns:a16="http://schemas.microsoft.com/office/drawing/2014/main" id="{EA4CEC55-BB5E-4357-B498-732D73190CCB}"/>
              </a:ext>
            </a:extLst>
          </p:cNvPr>
          <p:cNvSpPr>
            <a:spLocks noGrp="1"/>
          </p:cNvSpPr>
          <p:nvPr/>
        </p:nvSpPr>
        <p:spPr>
          <a:xfrm>
            <a:off x="5993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9" name="F2_precision_recall_distributions_7993">
            <a:extLst>
              <a:ext uri="{FF2B5EF4-FFF2-40B4-BE49-F238E27FC236}">
                <a16:creationId xmlns:a16="http://schemas.microsoft.com/office/drawing/2014/main" id="{31881865-DA43-4902-9285-561ED6F211FB}"/>
              </a:ext>
            </a:extLst>
          </p:cNvPr>
          <p:cNvSpPr>
            <a:spLocks noGrp="1"/>
          </p:cNvSpPr>
          <p:nvPr/>
        </p:nvSpPr>
        <p:spPr>
          <a:xfrm>
            <a:off x="589433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0" name="F2_precision_recall_distributions_7994">
            <a:extLst>
              <a:ext uri="{FF2B5EF4-FFF2-40B4-BE49-F238E27FC236}">
                <a16:creationId xmlns:a16="http://schemas.microsoft.com/office/drawing/2014/main" id="{0E7B3E0D-169F-4352-970F-E45F1B8BA213}"/>
              </a:ext>
            </a:extLst>
          </p:cNvPr>
          <p:cNvSpPr>
            <a:spLocks noGrp="1"/>
          </p:cNvSpPr>
          <p:nvPr/>
        </p:nvSpPr>
        <p:spPr>
          <a:xfrm>
            <a:off x="6131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1" name="F2_precision_recall_distributions_7995">
            <a:extLst>
              <a:ext uri="{FF2B5EF4-FFF2-40B4-BE49-F238E27FC236}">
                <a16:creationId xmlns:a16="http://schemas.microsoft.com/office/drawing/2014/main" id="{FC015EBD-1480-49DD-90EF-332AFF80A097}"/>
              </a:ext>
            </a:extLst>
          </p:cNvPr>
          <p:cNvSpPr>
            <a:spLocks noGrp="1"/>
          </p:cNvSpPr>
          <p:nvPr/>
        </p:nvSpPr>
        <p:spPr>
          <a:xfrm>
            <a:off x="6071638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2" name="F2_precision_recall_distributions_7996">
            <a:extLst>
              <a:ext uri="{FF2B5EF4-FFF2-40B4-BE49-F238E27FC236}">
                <a16:creationId xmlns:a16="http://schemas.microsoft.com/office/drawing/2014/main" id="{AEB702D8-F782-452F-BCF1-76B787B780CC}"/>
              </a:ext>
            </a:extLst>
          </p:cNvPr>
          <p:cNvSpPr>
            <a:spLocks noGrp="1"/>
          </p:cNvSpPr>
          <p:nvPr/>
        </p:nvSpPr>
        <p:spPr>
          <a:xfrm>
            <a:off x="5914707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3" name="F2_precision_recall_distributions_7997">
            <a:extLst>
              <a:ext uri="{FF2B5EF4-FFF2-40B4-BE49-F238E27FC236}">
                <a16:creationId xmlns:a16="http://schemas.microsoft.com/office/drawing/2014/main" id="{53B820DF-BC3F-40F7-9E2E-F3952CEF7924}"/>
              </a:ext>
            </a:extLst>
          </p:cNvPr>
          <p:cNvSpPr>
            <a:spLocks noGrp="1"/>
          </p:cNvSpPr>
          <p:nvPr/>
        </p:nvSpPr>
        <p:spPr>
          <a:xfrm>
            <a:off x="587273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4" name="F2_precision_recall_distributions_7998">
            <a:extLst>
              <a:ext uri="{FF2B5EF4-FFF2-40B4-BE49-F238E27FC236}">
                <a16:creationId xmlns:a16="http://schemas.microsoft.com/office/drawing/2014/main" id="{D1F8EDB0-F09A-4012-921B-986EE2F8AEFE}"/>
              </a:ext>
            </a:extLst>
          </p:cNvPr>
          <p:cNvSpPr>
            <a:spLocks noGrp="1"/>
          </p:cNvSpPr>
          <p:nvPr/>
        </p:nvSpPr>
        <p:spPr>
          <a:xfrm>
            <a:off x="60645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5" name="F2_precision_recall_distributions_7999">
            <a:extLst>
              <a:ext uri="{FF2B5EF4-FFF2-40B4-BE49-F238E27FC236}">
                <a16:creationId xmlns:a16="http://schemas.microsoft.com/office/drawing/2014/main" id="{DD20F407-24DA-4FEA-B3AF-7A62B680E7E4}"/>
              </a:ext>
            </a:extLst>
          </p:cNvPr>
          <p:cNvSpPr>
            <a:spLocks noGrp="1"/>
          </p:cNvSpPr>
          <p:nvPr/>
        </p:nvSpPr>
        <p:spPr>
          <a:xfrm>
            <a:off x="58921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6" name="F2_precision_recall_distributions_8000">
            <a:extLst>
              <a:ext uri="{FF2B5EF4-FFF2-40B4-BE49-F238E27FC236}">
                <a16:creationId xmlns:a16="http://schemas.microsoft.com/office/drawing/2014/main" id="{E68BB577-8BCC-4257-9117-BC66D6967D93}"/>
              </a:ext>
            </a:extLst>
          </p:cNvPr>
          <p:cNvSpPr>
            <a:spLocks noGrp="1"/>
          </p:cNvSpPr>
          <p:nvPr/>
        </p:nvSpPr>
        <p:spPr>
          <a:xfrm>
            <a:off x="5993023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7" name="F2_precision_recall_distributions_8001">
            <a:extLst>
              <a:ext uri="{FF2B5EF4-FFF2-40B4-BE49-F238E27FC236}">
                <a16:creationId xmlns:a16="http://schemas.microsoft.com/office/drawing/2014/main" id="{BBB8011B-D737-4872-88EB-37DE7558EC31}"/>
              </a:ext>
            </a:extLst>
          </p:cNvPr>
          <p:cNvSpPr>
            <a:spLocks noGrp="1"/>
          </p:cNvSpPr>
          <p:nvPr/>
        </p:nvSpPr>
        <p:spPr>
          <a:xfrm>
            <a:off x="591668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8" name="F2_precision_recall_distributions_8002">
            <a:extLst>
              <a:ext uri="{FF2B5EF4-FFF2-40B4-BE49-F238E27FC236}">
                <a16:creationId xmlns:a16="http://schemas.microsoft.com/office/drawing/2014/main" id="{ACFE61EE-BF46-4C0F-8939-8980A7925639}"/>
              </a:ext>
            </a:extLst>
          </p:cNvPr>
          <p:cNvSpPr>
            <a:spLocks noGrp="1"/>
          </p:cNvSpPr>
          <p:nvPr/>
        </p:nvSpPr>
        <p:spPr>
          <a:xfrm>
            <a:off x="6041400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9" name="F2_precision_recall_distributions_8003">
            <a:extLst>
              <a:ext uri="{FF2B5EF4-FFF2-40B4-BE49-F238E27FC236}">
                <a16:creationId xmlns:a16="http://schemas.microsoft.com/office/drawing/2014/main" id="{F7F3027D-49B9-44A8-8F83-E195C937147D}"/>
              </a:ext>
            </a:extLst>
          </p:cNvPr>
          <p:cNvSpPr>
            <a:spLocks noGrp="1"/>
          </p:cNvSpPr>
          <p:nvPr/>
        </p:nvSpPr>
        <p:spPr>
          <a:xfrm>
            <a:off x="599692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0" name="F2_precision_recall_distributions_8004">
            <a:extLst>
              <a:ext uri="{FF2B5EF4-FFF2-40B4-BE49-F238E27FC236}">
                <a16:creationId xmlns:a16="http://schemas.microsoft.com/office/drawing/2014/main" id="{9719356B-7CD0-4D26-9795-A754D9E51FD4}"/>
              </a:ext>
            </a:extLst>
          </p:cNvPr>
          <p:cNvSpPr>
            <a:spLocks noGrp="1"/>
          </p:cNvSpPr>
          <p:nvPr/>
        </p:nvSpPr>
        <p:spPr>
          <a:xfrm>
            <a:off x="5985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1" name="F2_precision_recall_distributions_8005">
            <a:extLst>
              <a:ext uri="{FF2B5EF4-FFF2-40B4-BE49-F238E27FC236}">
                <a16:creationId xmlns:a16="http://schemas.microsoft.com/office/drawing/2014/main" id="{E0201DBC-B976-4C0F-A517-C67C31A5A649}"/>
              </a:ext>
            </a:extLst>
          </p:cNvPr>
          <p:cNvSpPr>
            <a:spLocks noGrp="1"/>
          </p:cNvSpPr>
          <p:nvPr/>
        </p:nvSpPr>
        <p:spPr>
          <a:xfrm>
            <a:off x="580517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2" name="F2_precision_recall_distributions_8006">
            <a:extLst>
              <a:ext uri="{FF2B5EF4-FFF2-40B4-BE49-F238E27FC236}">
                <a16:creationId xmlns:a16="http://schemas.microsoft.com/office/drawing/2014/main" id="{B978BBFD-C709-4FC3-8041-BB052399E7AE}"/>
              </a:ext>
            </a:extLst>
          </p:cNvPr>
          <p:cNvSpPr>
            <a:spLocks noGrp="1"/>
          </p:cNvSpPr>
          <p:nvPr/>
        </p:nvSpPr>
        <p:spPr>
          <a:xfrm>
            <a:off x="61492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3" name="F2_precision_recall_distributions_8007">
            <a:extLst>
              <a:ext uri="{FF2B5EF4-FFF2-40B4-BE49-F238E27FC236}">
                <a16:creationId xmlns:a16="http://schemas.microsoft.com/office/drawing/2014/main" id="{21800426-9E97-4B28-82CA-3008084744CC}"/>
              </a:ext>
            </a:extLst>
          </p:cNvPr>
          <p:cNvSpPr>
            <a:spLocks noGrp="1"/>
          </p:cNvSpPr>
          <p:nvPr/>
        </p:nvSpPr>
        <p:spPr>
          <a:xfrm>
            <a:off x="608239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4" name="F2_precision_recall_distributions_8008">
            <a:extLst>
              <a:ext uri="{FF2B5EF4-FFF2-40B4-BE49-F238E27FC236}">
                <a16:creationId xmlns:a16="http://schemas.microsoft.com/office/drawing/2014/main" id="{E7724E17-FD63-4271-9A22-4D22C237BA85}"/>
              </a:ext>
            </a:extLst>
          </p:cNvPr>
          <p:cNvSpPr>
            <a:spLocks noGrp="1"/>
          </p:cNvSpPr>
          <p:nvPr/>
        </p:nvSpPr>
        <p:spPr>
          <a:xfrm>
            <a:off x="5911845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5" name="F2_precision_recall_distributions_8009">
            <a:extLst>
              <a:ext uri="{FF2B5EF4-FFF2-40B4-BE49-F238E27FC236}">
                <a16:creationId xmlns:a16="http://schemas.microsoft.com/office/drawing/2014/main" id="{14D0037C-8889-46BD-9355-2049943ADA21}"/>
              </a:ext>
            </a:extLst>
          </p:cNvPr>
          <p:cNvSpPr>
            <a:spLocks noGrp="1"/>
          </p:cNvSpPr>
          <p:nvPr/>
        </p:nvSpPr>
        <p:spPr>
          <a:xfrm>
            <a:off x="614269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6" name="F2_precision_recall_distributions_8010">
            <a:extLst>
              <a:ext uri="{FF2B5EF4-FFF2-40B4-BE49-F238E27FC236}">
                <a16:creationId xmlns:a16="http://schemas.microsoft.com/office/drawing/2014/main" id="{90D4C6E6-E05D-4FD9-AFA5-C172A5C23A3D}"/>
              </a:ext>
            </a:extLst>
          </p:cNvPr>
          <p:cNvSpPr>
            <a:spLocks noGrp="1"/>
          </p:cNvSpPr>
          <p:nvPr/>
        </p:nvSpPr>
        <p:spPr>
          <a:xfrm>
            <a:off x="589215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7" name="F2_precision_recall_distributions_8011">
            <a:extLst>
              <a:ext uri="{FF2B5EF4-FFF2-40B4-BE49-F238E27FC236}">
                <a16:creationId xmlns:a16="http://schemas.microsoft.com/office/drawing/2014/main" id="{5379A4C9-AF4E-4570-B897-17997F1657AC}"/>
              </a:ext>
            </a:extLst>
          </p:cNvPr>
          <p:cNvSpPr>
            <a:spLocks noGrp="1"/>
          </p:cNvSpPr>
          <p:nvPr/>
        </p:nvSpPr>
        <p:spPr>
          <a:xfrm>
            <a:off x="6138840" y="7522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8" name="F2_precision_recall_distributions_8012">
            <a:extLst>
              <a:ext uri="{FF2B5EF4-FFF2-40B4-BE49-F238E27FC236}">
                <a16:creationId xmlns:a16="http://schemas.microsoft.com/office/drawing/2014/main" id="{F9B9A4E0-F298-4ACA-978A-0F8223B1DE9B}"/>
              </a:ext>
            </a:extLst>
          </p:cNvPr>
          <p:cNvSpPr>
            <a:spLocks noGrp="1"/>
          </p:cNvSpPr>
          <p:nvPr/>
        </p:nvSpPr>
        <p:spPr>
          <a:xfrm>
            <a:off x="58030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9" name="F2_precision_recall_distributions_8013">
            <a:extLst>
              <a:ext uri="{FF2B5EF4-FFF2-40B4-BE49-F238E27FC236}">
                <a16:creationId xmlns:a16="http://schemas.microsoft.com/office/drawing/2014/main" id="{60A34CEE-68A7-47DB-883B-8AC0CEBA634F}"/>
              </a:ext>
            </a:extLst>
          </p:cNvPr>
          <p:cNvSpPr>
            <a:spLocks noGrp="1"/>
          </p:cNvSpPr>
          <p:nvPr/>
        </p:nvSpPr>
        <p:spPr>
          <a:xfrm>
            <a:off x="58786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0" name="F2_precision_recall_distributions_8014">
            <a:extLst>
              <a:ext uri="{FF2B5EF4-FFF2-40B4-BE49-F238E27FC236}">
                <a16:creationId xmlns:a16="http://schemas.microsoft.com/office/drawing/2014/main" id="{57F5518B-891A-41E3-A39C-A51E77FF40A8}"/>
              </a:ext>
            </a:extLst>
          </p:cNvPr>
          <p:cNvSpPr>
            <a:spLocks noGrp="1"/>
          </p:cNvSpPr>
          <p:nvPr/>
        </p:nvSpPr>
        <p:spPr>
          <a:xfrm>
            <a:off x="59317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1" name="F2_precision_recall_distributions_8015">
            <a:extLst>
              <a:ext uri="{FF2B5EF4-FFF2-40B4-BE49-F238E27FC236}">
                <a16:creationId xmlns:a16="http://schemas.microsoft.com/office/drawing/2014/main" id="{3C00FEF1-7E02-46AB-9C8B-EF9BA491E0B7}"/>
              </a:ext>
            </a:extLst>
          </p:cNvPr>
          <p:cNvSpPr>
            <a:spLocks noGrp="1"/>
          </p:cNvSpPr>
          <p:nvPr/>
        </p:nvSpPr>
        <p:spPr>
          <a:xfrm>
            <a:off x="59582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2" name="F2_precision_recall_distributions_8016">
            <a:extLst>
              <a:ext uri="{FF2B5EF4-FFF2-40B4-BE49-F238E27FC236}">
                <a16:creationId xmlns:a16="http://schemas.microsoft.com/office/drawing/2014/main" id="{696D4472-E4FD-4C35-A417-D7450C848192}"/>
              </a:ext>
            </a:extLst>
          </p:cNvPr>
          <p:cNvSpPr>
            <a:spLocks noGrp="1"/>
          </p:cNvSpPr>
          <p:nvPr/>
        </p:nvSpPr>
        <p:spPr>
          <a:xfrm>
            <a:off x="592123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3" name="F2_precision_recall_distributions_8017">
            <a:extLst>
              <a:ext uri="{FF2B5EF4-FFF2-40B4-BE49-F238E27FC236}">
                <a16:creationId xmlns:a16="http://schemas.microsoft.com/office/drawing/2014/main" id="{01C48F91-2370-40C0-9B94-3E1A41BBA284}"/>
              </a:ext>
            </a:extLst>
          </p:cNvPr>
          <p:cNvSpPr>
            <a:spLocks noGrp="1"/>
          </p:cNvSpPr>
          <p:nvPr/>
        </p:nvSpPr>
        <p:spPr>
          <a:xfrm>
            <a:off x="59711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4" name="F2_precision_recall_distributions_8018">
            <a:extLst>
              <a:ext uri="{FF2B5EF4-FFF2-40B4-BE49-F238E27FC236}">
                <a16:creationId xmlns:a16="http://schemas.microsoft.com/office/drawing/2014/main" id="{A390A3F2-FA2E-4FC2-843D-6AED9EF115CF}"/>
              </a:ext>
            </a:extLst>
          </p:cNvPr>
          <p:cNvSpPr>
            <a:spLocks noGrp="1"/>
          </p:cNvSpPr>
          <p:nvPr/>
        </p:nvSpPr>
        <p:spPr>
          <a:xfrm>
            <a:off x="600642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5" name="F2_precision_recall_distributions_8019">
            <a:extLst>
              <a:ext uri="{FF2B5EF4-FFF2-40B4-BE49-F238E27FC236}">
                <a16:creationId xmlns:a16="http://schemas.microsoft.com/office/drawing/2014/main" id="{C39AAC31-F4FE-4EDD-A870-CE01993FDC9F}"/>
              </a:ext>
            </a:extLst>
          </p:cNvPr>
          <p:cNvSpPr>
            <a:spLocks noGrp="1"/>
          </p:cNvSpPr>
          <p:nvPr/>
        </p:nvSpPr>
        <p:spPr>
          <a:xfrm>
            <a:off x="6036871" y="78114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6" name="F2_precision_recall_distributions_8020">
            <a:extLst>
              <a:ext uri="{FF2B5EF4-FFF2-40B4-BE49-F238E27FC236}">
                <a16:creationId xmlns:a16="http://schemas.microsoft.com/office/drawing/2014/main" id="{D05FF78D-4148-4169-A3C6-349CDB616CFF}"/>
              </a:ext>
            </a:extLst>
          </p:cNvPr>
          <p:cNvSpPr>
            <a:spLocks noGrp="1"/>
          </p:cNvSpPr>
          <p:nvPr/>
        </p:nvSpPr>
        <p:spPr>
          <a:xfrm>
            <a:off x="61562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7" name="F2_precision_recall_distributions_8021">
            <a:extLst>
              <a:ext uri="{FF2B5EF4-FFF2-40B4-BE49-F238E27FC236}">
                <a16:creationId xmlns:a16="http://schemas.microsoft.com/office/drawing/2014/main" id="{EFC9ACDE-1050-4259-AF4C-C544F6BEA3DA}"/>
              </a:ext>
            </a:extLst>
          </p:cNvPr>
          <p:cNvSpPr>
            <a:spLocks noGrp="1"/>
          </p:cNvSpPr>
          <p:nvPr/>
        </p:nvSpPr>
        <p:spPr>
          <a:xfrm>
            <a:off x="605397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8" name="F2_precision_recall_distributions_8022">
            <a:extLst>
              <a:ext uri="{FF2B5EF4-FFF2-40B4-BE49-F238E27FC236}">
                <a16:creationId xmlns:a16="http://schemas.microsoft.com/office/drawing/2014/main" id="{97F26981-6B6D-4601-9713-F6A9E7225613}"/>
              </a:ext>
            </a:extLst>
          </p:cNvPr>
          <p:cNvSpPr>
            <a:spLocks noGrp="1"/>
          </p:cNvSpPr>
          <p:nvPr/>
        </p:nvSpPr>
        <p:spPr>
          <a:xfrm>
            <a:off x="682843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5209" name="F2_precision_recall_distributions_8023">
            <a:extLst>
              <a:ext uri="{FF2B5EF4-FFF2-40B4-BE49-F238E27FC236}">
                <a16:creationId xmlns:a16="http://schemas.microsoft.com/office/drawing/2014/main" id="{85E742AA-6EEB-47EF-9EE5-29313639FFA6}"/>
              </a:ext>
            </a:extLst>
          </p:cNvPr>
          <p:cNvSpPr>
            <a:spLocks noGrp="1"/>
          </p:cNvSpPr>
          <p:nvPr/>
        </p:nvSpPr>
        <p:spPr>
          <a:xfrm>
            <a:off x="70665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0" name="F2_precision_recall_distributions_8024">
            <a:extLst>
              <a:ext uri="{FF2B5EF4-FFF2-40B4-BE49-F238E27FC236}">
                <a16:creationId xmlns:a16="http://schemas.microsoft.com/office/drawing/2014/main" id="{B94FC20C-B035-4271-9374-6DBB1192641B}"/>
              </a:ext>
            </a:extLst>
          </p:cNvPr>
          <p:cNvSpPr>
            <a:spLocks noGrp="1"/>
          </p:cNvSpPr>
          <p:nvPr/>
        </p:nvSpPr>
        <p:spPr>
          <a:xfrm>
            <a:off x="73138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1" name="F2_precision_recall_distributions_8025">
            <a:extLst>
              <a:ext uri="{FF2B5EF4-FFF2-40B4-BE49-F238E27FC236}">
                <a16:creationId xmlns:a16="http://schemas.microsoft.com/office/drawing/2014/main" id="{8456637C-2857-44DE-AA3B-0E27ED5CFDA5}"/>
              </a:ext>
            </a:extLst>
          </p:cNvPr>
          <p:cNvSpPr>
            <a:spLocks noGrp="1"/>
          </p:cNvSpPr>
          <p:nvPr/>
        </p:nvSpPr>
        <p:spPr>
          <a:xfrm>
            <a:off x="7171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2" name="F2_precision_recall_distributions_8026">
            <a:extLst>
              <a:ext uri="{FF2B5EF4-FFF2-40B4-BE49-F238E27FC236}">
                <a16:creationId xmlns:a16="http://schemas.microsoft.com/office/drawing/2014/main" id="{684C42B2-2553-4092-A32B-83F458C37C4A}"/>
              </a:ext>
            </a:extLst>
          </p:cNvPr>
          <p:cNvSpPr>
            <a:spLocks noGrp="1"/>
          </p:cNvSpPr>
          <p:nvPr/>
        </p:nvSpPr>
        <p:spPr>
          <a:xfrm>
            <a:off x="699295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3" name="F2_precision_recall_distributions_8027">
            <a:extLst>
              <a:ext uri="{FF2B5EF4-FFF2-40B4-BE49-F238E27FC236}">
                <a16:creationId xmlns:a16="http://schemas.microsoft.com/office/drawing/2014/main" id="{C6A4913A-02B4-4885-A390-A1F2F1501AC4}"/>
              </a:ext>
            </a:extLst>
          </p:cNvPr>
          <p:cNvSpPr>
            <a:spLocks noGrp="1"/>
          </p:cNvSpPr>
          <p:nvPr/>
        </p:nvSpPr>
        <p:spPr>
          <a:xfrm>
            <a:off x="7259014" y="7323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4" name="F2_precision_recall_distributions_8028">
            <a:extLst>
              <a:ext uri="{FF2B5EF4-FFF2-40B4-BE49-F238E27FC236}">
                <a16:creationId xmlns:a16="http://schemas.microsoft.com/office/drawing/2014/main" id="{0769E544-D5FF-41BF-B7D2-A0950C6C4F40}"/>
              </a:ext>
            </a:extLst>
          </p:cNvPr>
          <p:cNvSpPr>
            <a:spLocks noGrp="1"/>
          </p:cNvSpPr>
          <p:nvPr/>
        </p:nvSpPr>
        <p:spPr>
          <a:xfrm>
            <a:off x="706801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5" name="F2_precision_recall_distributions_8029">
            <a:extLst>
              <a:ext uri="{FF2B5EF4-FFF2-40B4-BE49-F238E27FC236}">
                <a16:creationId xmlns:a16="http://schemas.microsoft.com/office/drawing/2014/main" id="{744392A9-7DC4-48D7-8FB3-0B59F8819E42}"/>
              </a:ext>
            </a:extLst>
          </p:cNvPr>
          <p:cNvSpPr>
            <a:spLocks noGrp="1"/>
          </p:cNvSpPr>
          <p:nvPr/>
        </p:nvSpPr>
        <p:spPr>
          <a:xfrm>
            <a:off x="72780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6" name="F2_precision_recall_distributions_8030">
            <a:extLst>
              <a:ext uri="{FF2B5EF4-FFF2-40B4-BE49-F238E27FC236}">
                <a16:creationId xmlns:a16="http://schemas.microsoft.com/office/drawing/2014/main" id="{7E14FFB6-584A-4DDC-AB4F-FB9AF93EE383}"/>
              </a:ext>
            </a:extLst>
          </p:cNvPr>
          <p:cNvSpPr>
            <a:spLocks noGrp="1"/>
          </p:cNvSpPr>
          <p:nvPr/>
        </p:nvSpPr>
        <p:spPr>
          <a:xfrm>
            <a:off x="7264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7" name="F2_precision_recall_distributions_8031">
            <a:extLst>
              <a:ext uri="{FF2B5EF4-FFF2-40B4-BE49-F238E27FC236}">
                <a16:creationId xmlns:a16="http://schemas.microsoft.com/office/drawing/2014/main" id="{A5151477-D9FA-4D53-81F1-6B5150963D00}"/>
              </a:ext>
            </a:extLst>
          </p:cNvPr>
          <p:cNvSpPr>
            <a:spLocks noGrp="1"/>
          </p:cNvSpPr>
          <p:nvPr/>
        </p:nvSpPr>
        <p:spPr>
          <a:xfrm>
            <a:off x="7234319" y="7758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8" name="F2_precision_recall_distributions_8032">
            <a:extLst>
              <a:ext uri="{FF2B5EF4-FFF2-40B4-BE49-F238E27FC236}">
                <a16:creationId xmlns:a16="http://schemas.microsoft.com/office/drawing/2014/main" id="{50C43603-6C0B-45BE-AD1F-ACD5F290BFA9}"/>
              </a:ext>
            </a:extLst>
          </p:cNvPr>
          <p:cNvSpPr>
            <a:spLocks noGrp="1"/>
          </p:cNvSpPr>
          <p:nvPr/>
        </p:nvSpPr>
        <p:spPr>
          <a:xfrm>
            <a:off x="71067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9" name="F2_precision_recall_distributions_8033">
            <a:extLst>
              <a:ext uri="{FF2B5EF4-FFF2-40B4-BE49-F238E27FC236}">
                <a16:creationId xmlns:a16="http://schemas.microsoft.com/office/drawing/2014/main" id="{ED18F834-68BD-494E-A87A-D00794927D4E}"/>
              </a:ext>
            </a:extLst>
          </p:cNvPr>
          <p:cNvSpPr>
            <a:spLocks noGrp="1"/>
          </p:cNvSpPr>
          <p:nvPr/>
        </p:nvSpPr>
        <p:spPr>
          <a:xfrm>
            <a:off x="706927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0" name="F2_precision_recall_distributions_8034">
            <a:extLst>
              <a:ext uri="{FF2B5EF4-FFF2-40B4-BE49-F238E27FC236}">
                <a16:creationId xmlns:a16="http://schemas.microsoft.com/office/drawing/2014/main" id="{15F7DEB8-871C-4E57-9176-C0CB486131A3}"/>
              </a:ext>
            </a:extLst>
          </p:cNvPr>
          <p:cNvSpPr>
            <a:spLocks noGrp="1"/>
          </p:cNvSpPr>
          <p:nvPr/>
        </p:nvSpPr>
        <p:spPr>
          <a:xfrm>
            <a:off x="717542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1" name="F2_precision_recall_distributions_8035">
            <a:extLst>
              <a:ext uri="{FF2B5EF4-FFF2-40B4-BE49-F238E27FC236}">
                <a16:creationId xmlns:a16="http://schemas.microsoft.com/office/drawing/2014/main" id="{0E071797-3E3B-4DC6-9D21-A7CD302B7DCF}"/>
              </a:ext>
            </a:extLst>
          </p:cNvPr>
          <p:cNvSpPr>
            <a:spLocks noGrp="1"/>
          </p:cNvSpPr>
          <p:nvPr/>
        </p:nvSpPr>
        <p:spPr>
          <a:xfrm>
            <a:off x="715150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2" name="F2_precision_recall_distributions_8036">
            <a:extLst>
              <a:ext uri="{FF2B5EF4-FFF2-40B4-BE49-F238E27FC236}">
                <a16:creationId xmlns:a16="http://schemas.microsoft.com/office/drawing/2014/main" id="{146B67E0-B8A6-482F-AA08-4116F07F48B3}"/>
              </a:ext>
            </a:extLst>
          </p:cNvPr>
          <p:cNvSpPr>
            <a:spLocks noGrp="1"/>
          </p:cNvSpPr>
          <p:nvPr/>
        </p:nvSpPr>
        <p:spPr>
          <a:xfrm>
            <a:off x="7305882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3" name="F2_precision_recall_distributions_8037">
            <a:extLst>
              <a:ext uri="{FF2B5EF4-FFF2-40B4-BE49-F238E27FC236}">
                <a16:creationId xmlns:a16="http://schemas.microsoft.com/office/drawing/2014/main" id="{AE336F7F-9559-42E7-B386-C5D8C5A19C6E}"/>
              </a:ext>
            </a:extLst>
          </p:cNvPr>
          <p:cNvSpPr>
            <a:spLocks noGrp="1"/>
          </p:cNvSpPr>
          <p:nvPr/>
        </p:nvSpPr>
        <p:spPr>
          <a:xfrm>
            <a:off x="69741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4" name="F2_precision_recall_distributions_8038">
            <a:extLst>
              <a:ext uri="{FF2B5EF4-FFF2-40B4-BE49-F238E27FC236}">
                <a16:creationId xmlns:a16="http://schemas.microsoft.com/office/drawing/2014/main" id="{53F4CEA7-E412-4B8D-8AF6-24B8B7EF4787}"/>
              </a:ext>
            </a:extLst>
          </p:cNvPr>
          <p:cNvSpPr>
            <a:spLocks noGrp="1"/>
          </p:cNvSpPr>
          <p:nvPr/>
        </p:nvSpPr>
        <p:spPr>
          <a:xfrm>
            <a:off x="731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5" name="F2_precision_recall_distributions_8039">
            <a:extLst>
              <a:ext uri="{FF2B5EF4-FFF2-40B4-BE49-F238E27FC236}">
                <a16:creationId xmlns:a16="http://schemas.microsoft.com/office/drawing/2014/main" id="{98687630-F434-4A01-A5C4-CD51926243D0}"/>
              </a:ext>
            </a:extLst>
          </p:cNvPr>
          <p:cNvSpPr>
            <a:spLocks noGrp="1"/>
          </p:cNvSpPr>
          <p:nvPr/>
        </p:nvSpPr>
        <p:spPr>
          <a:xfrm>
            <a:off x="70043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6" name="F2_precision_recall_distributions_8040">
            <a:extLst>
              <a:ext uri="{FF2B5EF4-FFF2-40B4-BE49-F238E27FC236}">
                <a16:creationId xmlns:a16="http://schemas.microsoft.com/office/drawing/2014/main" id="{905A1840-E017-4EE9-9C4D-D6A6CD198F64}"/>
              </a:ext>
            </a:extLst>
          </p:cNvPr>
          <p:cNvSpPr>
            <a:spLocks noGrp="1"/>
          </p:cNvSpPr>
          <p:nvPr/>
        </p:nvSpPr>
        <p:spPr>
          <a:xfrm>
            <a:off x="728030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7" name="F2_precision_recall_distributions_8041">
            <a:extLst>
              <a:ext uri="{FF2B5EF4-FFF2-40B4-BE49-F238E27FC236}">
                <a16:creationId xmlns:a16="http://schemas.microsoft.com/office/drawing/2014/main" id="{4FF59296-2FB5-4BB1-915D-B7A0B55702F8}"/>
              </a:ext>
            </a:extLst>
          </p:cNvPr>
          <p:cNvSpPr>
            <a:spLocks noGrp="1"/>
          </p:cNvSpPr>
          <p:nvPr/>
        </p:nvSpPr>
        <p:spPr>
          <a:xfrm>
            <a:off x="71752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8" name="F2_precision_recall_distributions_8042">
            <a:extLst>
              <a:ext uri="{FF2B5EF4-FFF2-40B4-BE49-F238E27FC236}">
                <a16:creationId xmlns:a16="http://schemas.microsoft.com/office/drawing/2014/main" id="{E5420833-D372-4588-A328-1DA5E42E5D4A}"/>
              </a:ext>
            </a:extLst>
          </p:cNvPr>
          <p:cNvSpPr>
            <a:spLocks noGrp="1"/>
          </p:cNvSpPr>
          <p:nvPr/>
        </p:nvSpPr>
        <p:spPr>
          <a:xfrm>
            <a:off x="7214587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9" name="F2_precision_recall_distributions_8043">
            <a:extLst>
              <a:ext uri="{FF2B5EF4-FFF2-40B4-BE49-F238E27FC236}">
                <a16:creationId xmlns:a16="http://schemas.microsoft.com/office/drawing/2014/main" id="{52DCF8EE-7E95-4418-8058-5314DC4BB20B}"/>
              </a:ext>
            </a:extLst>
          </p:cNvPr>
          <p:cNvSpPr>
            <a:spLocks noGrp="1"/>
          </p:cNvSpPr>
          <p:nvPr/>
        </p:nvSpPr>
        <p:spPr>
          <a:xfrm>
            <a:off x="7207919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0" name="F2_precision_recall_distributions_8044">
            <a:extLst>
              <a:ext uri="{FF2B5EF4-FFF2-40B4-BE49-F238E27FC236}">
                <a16:creationId xmlns:a16="http://schemas.microsoft.com/office/drawing/2014/main" id="{B2D3939C-C3B2-4977-A13C-B13CF2E6327D}"/>
              </a:ext>
            </a:extLst>
          </p:cNvPr>
          <p:cNvSpPr>
            <a:spLocks noGrp="1"/>
          </p:cNvSpPr>
          <p:nvPr/>
        </p:nvSpPr>
        <p:spPr>
          <a:xfrm>
            <a:off x="70142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1" name="F2_precision_recall_distributions_8045">
            <a:extLst>
              <a:ext uri="{FF2B5EF4-FFF2-40B4-BE49-F238E27FC236}">
                <a16:creationId xmlns:a16="http://schemas.microsoft.com/office/drawing/2014/main" id="{B3D3AD65-71D5-44A2-ABBC-59823EBEB231}"/>
              </a:ext>
            </a:extLst>
          </p:cNvPr>
          <p:cNvSpPr>
            <a:spLocks noGrp="1"/>
          </p:cNvSpPr>
          <p:nvPr/>
        </p:nvSpPr>
        <p:spPr>
          <a:xfrm>
            <a:off x="7228278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2" name="F2_precision_recall_distributions_8046">
            <a:extLst>
              <a:ext uri="{FF2B5EF4-FFF2-40B4-BE49-F238E27FC236}">
                <a16:creationId xmlns:a16="http://schemas.microsoft.com/office/drawing/2014/main" id="{5C8FEE86-ED95-4C84-8B9F-E075CE5841D5}"/>
              </a:ext>
            </a:extLst>
          </p:cNvPr>
          <p:cNvSpPr>
            <a:spLocks noGrp="1"/>
          </p:cNvSpPr>
          <p:nvPr/>
        </p:nvSpPr>
        <p:spPr>
          <a:xfrm>
            <a:off x="7093156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3" name="F2_precision_recall_distributions_8047">
            <a:extLst>
              <a:ext uri="{FF2B5EF4-FFF2-40B4-BE49-F238E27FC236}">
                <a16:creationId xmlns:a16="http://schemas.microsoft.com/office/drawing/2014/main" id="{8ABDDA87-FECE-46DE-B504-DB5900F8CF8C}"/>
              </a:ext>
            </a:extLst>
          </p:cNvPr>
          <p:cNvSpPr>
            <a:spLocks noGrp="1"/>
          </p:cNvSpPr>
          <p:nvPr/>
        </p:nvSpPr>
        <p:spPr>
          <a:xfrm>
            <a:off x="706475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4" name="F2_precision_recall_distributions_8048">
            <a:extLst>
              <a:ext uri="{FF2B5EF4-FFF2-40B4-BE49-F238E27FC236}">
                <a16:creationId xmlns:a16="http://schemas.microsoft.com/office/drawing/2014/main" id="{444983EB-E51F-4CC8-A614-55A79AD34CB3}"/>
              </a:ext>
            </a:extLst>
          </p:cNvPr>
          <p:cNvSpPr>
            <a:spLocks noGrp="1"/>
          </p:cNvSpPr>
          <p:nvPr/>
        </p:nvSpPr>
        <p:spPr>
          <a:xfrm>
            <a:off x="70478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5" name="F2_precision_recall_distributions_8049">
            <a:extLst>
              <a:ext uri="{FF2B5EF4-FFF2-40B4-BE49-F238E27FC236}">
                <a16:creationId xmlns:a16="http://schemas.microsoft.com/office/drawing/2014/main" id="{416EC1F7-C669-4F6A-BB0C-B325BC266DE8}"/>
              </a:ext>
            </a:extLst>
          </p:cNvPr>
          <p:cNvSpPr>
            <a:spLocks noGrp="1"/>
          </p:cNvSpPr>
          <p:nvPr/>
        </p:nvSpPr>
        <p:spPr>
          <a:xfrm>
            <a:off x="72817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6" name="F2_precision_recall_distributions_8050">
            <a:extLst>
              <a:ext uri="{FF2B5EF4-FFF2-40B4-BE49-F238E27FC236}">
                <a16:creationId xmlns:a16="http://schemas.microsoft.com/office/drawing/2014/main" id="{3F23FC60-F9D1-4A80-8CD9-1CE935A06BBB}"/>
              </a:ext>
            </a:extLst>
          </p:cNvPr>
          <p:cNvSpPr>
            <a:spLocks noGrp="1"/>
          </p:cNvSpPr>
          <p:nvPr/>
        </p:nvSpPr>
        <p:spPr>
          <a:xfrm>
            <a:off x="7296118" y="7619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7" name="F2_precision_recall_distributions_8051">
            <a:extLst>
              <a:ext uri="{FF2B5EF4-FFF2-40B4-BE49-F238E27FC236}">
                <a16:creationId xmlns:a16="http://schemas.microsoft.com/office/drawing/2014/main" id="{03855770-8E19-4197-BCC3-4664F79FBE52}"/>
              </a:ext>
            </a:extLst>
          </p:cNvPr>
          <p:cNvSpPr>
            <a:spLocks noGrp="1"/>
          </p:cNvSpPr>
          <p:nvPr/>
        </p:nvSpPr>
        <p:spPr>
          <a:xfrm>
            <a:off x="7002181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8" name="F2_precision_recall_distributions_8052">
            <a:extLst>
              <a:ext uri="{FF2B5EF4-FFF2-40B4-BE49-F238E27FC236}">
                <a16:creationId xmlns:a16="http://schemas.microsoft.com/office/drawing/2014/main" id="{DCDDDB7F-F14A-4C83-8DA7-12CB541B05C4}"/>
              </a:ext>
            </a:extLst>
          </p:cNvPr>
          <p:cNvSpPr>
            <a:spLocks noGrp="1"/>
          </p:cNvSpPr>
          <p:nvPr/>
        </p:nvSpPr>
        <p:spPr>
          <a:xfrm>
            <a:off x="701136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9" name="F2_precision_recall_distributions_8053">
            <a:extLst>
              <a:ext uri="{FF2B5EF4-FFF2-40B4-BE49-F238E27FC236}">
                <a16:creationId xmlns:a16="http://schemas.microsoft.com/office/drawing/2014/main" id="{72EB3D75-67D1-4F59-8919-CFB5BBD09A72}"/>
              </a:ext>
            </a:extLst>
          </p:cNvPr>
          <p:cNvSpPr>
            <a:spLocks noGrp="1"/>
          </p:cNvSpPr>
          <p:nvPr/>
        </p:nvSpPr>
        <p:spPr>
          <a:xfrm>
            <a:off x="72820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0" name="F2_precision_recall_distributions_8054">
            <a:extLst>
              <a:ext uri="{FF2B5EF4-FFF2-40B4-BE49-F238E27FC236}">
                <a16:creationId xmlns:a16="http://schemas.microsoft.com/office/drawing/2014/main" id="{D28A372F-E416-4DEF-836F-1D79B631AEBD}"/>
              </a:ext>
            </a:extLst>
          </p:cNvPr>
          <p:cNvSpPr>
            <a:spLocks noGrp="1"/>
          </p:cNvSpPr>
          <p:nvPr/>
        </p:nvSpPr>
        <p:spPr>
          <a:xfrm>
            <a:off x="7235912" y="7782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1" name="F2_precision_recall_distributions_8055">
            <a:extLst>
              <a:ext uri="{FF2B5EF4-FFF2-40B4-BE49-F238E27FC236}">
                <a16:creationId xmlns:a16="http://schemas.microsoft.com/office/drawing/2014/main" id="{9DE81D1C-6F37-4FE0-A0AE-664DB0103D40}"/>
              </a:ext>
            </a:extLst>
          </p:cNvPr>
          <p:cNvSpPr>
            <a:spLocks noGrp="1"/>
          </p:cNvSpPr>
          <p:nvPr/>
        </p:nvSpPr>
        <p:spPr>
          <a:xfrm>
            <a:off x="71782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2" name="F2_precision_recall_distributions_8056">
            <a:extLst>
              <a:ext uri="{FF2B5EF4-FFF2-40B4-BE49-F238E27FC236}">
                <a16:creationId xmlns:a16="http://schemas.microsoft.com/office/drawing/2014/main" id="{4728ED04-BC28-4B3D-A3FD-9BAEC6DE0C95}"/>
              </a:ext>
            </a:extLst>
          </p:cNvPr>
          <p:cNvSpPr>
            <a:spLocks noGrp="1"/>
          </p:cNvSpPr>
          <p:nvPr/>
        </p:nvSpPr>
        <p:spPr>
          <a:xfrm>
            <a:off x="724829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3" name="F2_precision_recall_distributions_8057">
            <a:extLst>
              <a:ext uri="{FF2B5EF4-FFF2-40B4-BE49-F238E27FC236}">
                <a16:creationId xmlns:a16="http://schemas.microsoft.com/office/drawing/2014/main" id="{19A8D04B-C5F7-4091-93CB-80F15288562E}"/>
              </a:ext>
            </a:extLst>
          </p:cNvPr>
          <p:cNvSpPr>
            <a:spLocks noGrp="1"/>
          </p:cNvSpPr>
          <p:nvPr/>
        </p:nvSpPr>
        <p:spPr>
          <a:xfrm>
            <a:off x="69982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4" name="F2_precision_recall_distributions_8058">
            <a:extLst>
              <a:ext uri="{FF2B5EF4-FFF2-40B4-BE49-F238E27FC236}">
                <a16:creationId xmlns:a16="http://schemas.microsoft.com/office/drawing/2014/main" id="{E02DDFDB-AA7C-43FA-BA09-4D3CBE99D71D}"/>
              </a:ext>
            </a:extLst>
          </p:cNvPr>
          <p:cNvSpPr>
            <a:spLocks noGrp="1"/>
          </p:cNvSpPr>
          <p:nvPr/>
        </p:nvSpPr>
        <p:spPr>
          <a:xfrm>
            <a:off x="715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5" name="F2_precision_recall_distributions_8059">
            <a:extLst>
              <a:ext uri="{FF2B5EF4-FFF2-40B4-BE49-F238E27FC236}">
                <a16:creationId xmlns:a16="http://schemas.microsoft.com/office/drawing/2014/main" id="{B61D866E-61DB-4509-B327-AA859AC55EBC}"/>
              </a:ext>
            </a:extLst>
          </p:cNvPr>
          <p:cNvSpPr>
            <a:spLocks noGrp="1"/>
          </p:cNvSpPr>
          <p:nvPr/>
        </p:nvSpPr>
        <p:spPr>
          <a:xfrm>
            <a:off x="715947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6" name="F2_precision_recall_distributions_8060">
            <a:extLst>
              <a:ext uri="{FF2B5EF4-FFF2-40B4-BE49-F238E27FC236}">
                <a16:creationId xmlns:a16="http://schemas.microsoft.com/office/drawing/2014/main" id="{87C52FC5-5CEC-49A9-BEA5-ABEE26FBD03D}"/>
              </a:ext>
            </a:extLst>
          </p:cNvPr>
          <p:cNvSpPr>
            <a:spLocks noGrp="1"/>
          </p:cNvSpPr>
          <p:nvPr/>
        </p:nvSpPr>
        <p:spPr>
          <a:xfrm>
            <a:off x="718110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7" name="F2_precision_recall_distributions_8061">
            <a:extLst>
              <a:ext uri="{FF2B5EF4-FFF2-40B4-BE49-F238E27FC236}">
                <a16:creationId xmlns:a16="http://schemas.microsoft.com/office/drawing/2014/main" id="{63A2E1AB-F67C-4784-8654-3662FD575DD6}"/>
              </a:ext>
            </a:extLst>
          </p:cNvPr>
          <p:cNvSpPr>
            <a:spLocks noGrp="1"/>
          </p:cNvSpPr>
          <p:nvPr/>
        </p:nvSpPr>
        <p:spPr>
          <a:xfrm>
            <a:off x="69819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8" name="F2_precision_recall_distributions_8062">
            <a:extLst>
              <a:ext uri="{FF2B5EF4-FFF2-40B4-BE49-F238E27FC236}">
                <a16:creationId xmlns:a16="http://schemas.microsoft.com/office/drawing/2014/main" id="{1D61B8F1-1587-448B-AEA9-3C24F7E79125}"/>
              </a:ext>
            </a:extLst>
          </p:cNvPr>
          <p:cNvSpPr>
            <a:spLocks noGrp="1"/>
          </p:cNvSpPr>
          <p:nvPr/>
        </p:nvSpPr>
        <p:spPr>
          <a:xfrm>
            <a:off x="720138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9" name="F2_precision_recall_distributions_8063">
            <a:extLst>
              <a:ext uri="{FF2B5EF4-FFF2-40B4-BE49-F238E27FC236}">
                <a16:creationId xmlns:a16="http://schemas.microsoft.com/office/drawing/2014/main" id="{DD7E4DB7-F81E-4297-A832-90E5185AA659}"/>
              </a:ext>
            </a:extLst>
          </p:cNvPr>
          <p:cNvSpPr>
            <a:spLocks noGrp="1"/>
          </p:cNvSpPr>
          <p:nvPr/>
        </p:nvSpPr>
        <p:spPr>
          <a:xfrm>
            <a:off x="729075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0" name="F2_precision_recall_distributions_8064">
            <a:extLst>
              <a:ext uri="{FF2B5EF4-FFF2-40B4-BE49-F238E27FC236}">
                <a16:creationId xmlns:a16="http://schemas.microsoft.com/office/drawing/2014/main" id="{0EF8A8A4-207F-4E36-81B0-F0E836BC407F}"/>
              </a:ext>
            </a:extLst>
          </p:cNvPr>
          <p:cNvSpPr>
            <a:spLocks noGrp="1"/>
          </p:cNvSpPr>
          <p:nvPr/>
        </p:nvSpPr>
        <p:spPr>
          <a:xfrm>
            <a:off x="73188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1" name="F2_precision_recall_distributions_8065">
            <a:extLst>
              <a:ext uri="{FF2B5EF4-FFF2-40B4-BE49-F238E27FC236}">
                <a16:creationId xmlns:a16="http://schemas.microsoft.com/office/drawing/2014/main" id="{35EFF32B-B261-4802-9188-FC4AFC843D18}"/>
              </a:ext>
            </a:extLst>
          </p:cNvPr>
          <p:cNvSpPr>
            <a:spLocks noGrp="1"/>
          </p:cNvSpPr>
          <p:nvPr/>
        </p:nvSpPr>
        <p:spPr>
          <a:xfrm>
            <a:off x="723090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2" name="F2_precision_recall_distributions_8066">
            <a:extLst>
              <a:ext uri="{FF2B5EF4-FFF2-40B4-BE49-F238E27FC236}">
                <a16:creationId xmlns:a16="http://schemas.microsoft.com/office/drawing/2014/main" id="{4D0071A1-2198-4F81-9313-F4610C2B4C91}"/>
              </a:ext>
            </a:extLst>
          </p:cNvPr>
          <p:cNvSpPr>
            <a:spLocks noGrp="1"/>
          </p:cNvSpPr>
          <p:nvPr/>
        </p:nvSpPr>
        <p:spPr>
          <a:xfrm>
            <a:off x="701472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3" name="F2_precision_recall_distributions_8067">
            <a:extLst>
              <a:ext uri="{FF2B5EF4-FFF2-40B4-BE49-F238E27FC236}">
                <a16:creationId xmlns:a16="http://schemas.microsoft.com/office/drawing/2014/main" id="{9EF7CD86-8912-4397-8C54-3ECC44453DF5}"/>
              </a:ext>
            </a:extLst>
          </p:cNvPr>
          <p:cNvSpPr>
            <a:spLocks noGrp="1"/>
          </p:cNvSpPr>
          <p:nvPr/>
        </p:nvSpPr>
        <p:spPr>
          <a:xfrm>
            <a:off x="71741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4" name="F2_precision_recall_distributions_8068">
            <a:extLst>
              <a:ext uri="{FF2B5EF4-FFF2-40B4-BE49-F238E27FC236}">
                <a16:creationId xmlns:a16="http://schemas.microsoft.com/office/drawing/2014/main" id="{0391CC9D-EB3D-4334-B936-385FB2973720}"/>
              </a:ext>
            </a:extLst>
          </p:cNvPr>
          <p:cNvSpPr>
            <a:spLocks noGrp="1"/>
          </p:cNvSpPr>
          <p:nvPr/>
        </p:nvSpPr>
        <p:spPr>
          <a:xfrm>
            <a:off x="71583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5" name="F2_precision_recall_distributions_8069">
            <a:extLst>
              <a:ext uri="{FF2B5EF4-FFF2-40B4-BE49-F238E27FC236}">
                <a16:creationId xmlns:a16="http://schemas.microsoft.com/office/drawing/2014/main" id="{0C3E1781-8B6E-4DB7-A5E3-FBC7D9868435}"/>
              </a:ext>
            </a:extLst>
          </p:cNvPr>
          <p:cNvSpPr>
            <a:spLocks noGrp="1"/>
          </p:cNvSpPr>
          <p:nvPr/>
        </p:nvSpPr>
        <p:spPr>
          <a:xfrm>
            <a:off x="727978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6" name="F2_precision_recall_distributions_8070">
            <a:extLst>
              <a:ext uri="{FF2B5EF4-FFF2-40B4-BE49-F238E27FC236}">
                <a16:creationId xmlns:a16="http://schemas.microsoft.com/office/drawing/2014/main" id="{5E20466E-B4F3-421D-BD2B-2A7C8D92E619}"/>
              </a:ext>
            </a:extLst>
          </p:cNvPr>
          <p:cNvSpPr>
            <a:spLocks noGrp="1"/>
          </p:cNvSpPr>
          <p:nvPr/>
        </p:nvSpPr>
        <p:spPr>
          <a:xfrm>
            <a:off x="73194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7" name="F2_precision_recall_distributions_8071">
            <a:extLst>
              <a:ext uri="{FF2B5EF4-FFF2-40B4-BE49-F238E27FC236}">
                <a16:creationId xmlns:a16="http://schemas.microsoft.com/office/drawing/2014/main" id="{733D7AFE-4B14-4897-82A8-FEC855A2278F}"/>
              </a:ext>
            </a:extLst>
          </p:cNvPr>
          <p:cNvSpPr>
            <a:spLocks noGrp="1"/>
          </p:cNvSpPr>
          <p:nvPr/>
        </p:nvSpPr>
        <p:spPr>
          <a:xfrm>
            <a:off x="698725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8" name="F2_precision_recall_distributions_8072">
            <a:extLst>
              <a:ext uri="{FF2B5EF4-FFF2-40B4-BE49-F238E27FC236}">
                <a16:creationId xmlns:a16="http://schemas.microsoft.com/office/drawing/2014/main" id="{E543BF1D-9F75-4570-BE59-E4207E55C54A}"/>
              </a:ext>
            </a:extLst>
          </p:cNvPr>
          <p:cNvSpPr>
            <a:spLocks noGrp="1"/>
          </p:cNvSpPr>
          <p:nvPr/>
        </p:nvSpPr>
        <p:spPr>
          <a:xfrm>
            <a:off x="7181562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9" name="F2_precision_recall_distributions_8073">
            <a:extLst>
              <a:ext uri="{FF2B5EF4-FFF2-40B4-BE49-F238E27FC236}">
                <a16:creationId xmlns:a16="http://schemas.microsoft.com/office/drawing/2014/main" id="{E8F45DE1-6465-453E-9D3A-01167C093834}"/>
              </a:ext>
            </a:extLst>
          </p:cNvPr>
          <p:cNvSpPr>
            <a:spLocks noGrp="1"/>
          </p:cNvSpPr>
          <p:nvPr/>
        </p:nvSpPr>
        <p:spPr>
          <a:xfrm>
            <a:off x="70004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0" name="F2_precision_recall_distributions_8074">
            <a:extLst>
              <a:ext uri="{FF2B5EF4-FFF2-40B4-BE49-F238E27FC236}">
                <a16:creationId xmlns:a16="http://schemas.microsoft.com/office/drawing/2014/main" id="{5565B63B-B6D5-480C-9D72-7F8A653150FC}"/>
              </a:ext>
            </a:extLst>
          </p:cNvPr>
          <p:cNvSpPr>
            <a:spLocks noGrp="1"/>
          </p:cNvSpPr>
          <p:nvPr/>
        </p:nvSpPr>
        <p:spPr>
          <a:xfrm>
            <a:off x="6987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1" name="F2_precision_recall_distributions_8075">
            <a:extLst>
              <a:ext uri="{FF2B5EF4-FFF2-40B4-BE49-F238E27FC236}">
                <a16:creationId xmlns:a16="http://schemas.microsoft.com/office/drawing/2014/main" id="{6582E8C4-1096-4369-BE8B-065073479C99}"/>
              </a:ext>
            </a:extLst>
          </p:cNvPr>
          <p:cNvSpPr>
            <a:spLocks noGrp="1"/>
          </p:cNvSpPr>
          <p:nvPr/>
        </p:nvSpPr>
        <p:spPr>
          <a:xfrm>
            <a:off x="7221663" y="72315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2" name="F2_precision_recall_distributions_8076">
            <a:extLst>
              <a:ext uri="{FF2B5EF4-FFF2-40B4-BE49-F238E27FC236}">
                <a16:creationId xmlns:a16="http://schemas.microsoft.com/office/drawing/2014/main" id="{79C001DC-C129-4927-8A15-59A739E1646A}"/>
              </a:ext>
            </a:extLst>
          </p:cNvPr>
          <p:cNvSpPr>
            <a:spLocks noGrp="1"/>
          </p:cNvSpPr>
          <p:nvPr/>
        </p:nvSpPr>
        <p:spPr>
          <a:xfrm>
            <a:off x="7068824" y="7623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3" name="F2_precision_recall_distributions_8077">
            <a:extLst>
              <a:ext uri="{FF2B5EF4-FFF2-40B4-BE49-F238E27FC236}">
                <a16:creationId xmlns:a16="http://schemas.microsoft.com/office/drawing/2014/main" id="{9A81918F-F753-4EFC-A766-5CD8003077DD}"/>
              </a:ext>
            </a:extLst>
          </p:cNvPr>
          <p:cNvSpPr>
            <a:spLocks noGrp="1"/>
          </p:cNvSpPr>
          <p:nvPr/>
        </p:nvSpPr>
        <p:spPr>
          <a:xfrm>
            <a:off x="7139949" y="74109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4" name="F2_precision_recall_distributions_8078">
            <a:extLst>
              <a:ext uri="{FF2B5EF4-FFF2-40B4-BE49-F238E27FC236}">
                <a16:creationId xmlns:a16="http://schemas.microsoft.com/office/drawing/2014/main" id="{9475A41D-6865-481E-B80A-9F28A1E9C85E}"/>
              </a:ext>
            </a:extLst>
          </p:cNvPr>
          <p:cNvSpPr>
            <a:spLocks noGrp="1"/>
          </p:cNvSpPr>
          <p:nvPr/>
        </p:nvSpPr>
        <p:spPr>
          <a:xfrm>
            <a:off x="7004214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5" name="F2_precision_recall_distributions_8079">
            <a:extLst>
              <a:ext uri="{FF2B5EF4-FFF2-40B4-BE49-F238E27FC236}">
                <a16:creationId xmlns:a16="http://schemas.microsoft.com/office/drawing/2014/main" id="{BFBC82B9-795C-4A82-9447-FB61E06CDCD5}"/>
              </a:ext>
            </a:extLst>
          </p:cNvPr>
          <p:cNvSpPr>
            <a:spLocks noGrp="1"/>
          </p:cNvSpPr>
          <p:nvPr/>
        </p:nvSpPr>
        <p:spPr>
          <a:xfrm>
            <a:off x="71782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6" name="F2_precision_recall_distributions_8080">
            <a:extLst>
              <a:ext uri="{FF2B5EF4-FFF2-40B4-BE49-F238E27FC236}">
                <a16:creationId xmlns:a16="http://schemas.microsoft.com/office/drawing/2014/main" id="{B22D51F3-7808-4E0D-828F-83A6E0DC3FE2}"/>
              </a:ext>
            </a:extLst>
          </p:cNvPr>
          <p:cNvSpPr>
            <a:spLocks noGrp="1"/>
          </p:cNvSpPr>
          <p:nvPr/>
        </p:nvSpPr>
        <p:spPr>
          <a:xfrm>
            <a:off x="70915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7" name="F2_precision_recall_distributions_8081">
            <a:extLst>
              <a:ext uri="{FF2B5EF4-FFF2-40B4-BE49-F238E27FC236}">
                <a16:creationId xmlns:a16="http://schemas.microsoft.com/office/drawing/2014/main" id="{EDB43128-4FBD-4D1B-82C6-CC681D57B3E1}"/>
              </a:ext>
            </a:extLst>
          </p:cNvPr>
          <p:cNvSpPr>
            <a:spLocks noGrp="1"/>
          </p:cNvSpPr>
          <p:nvPr/>
        </p:nvSpPr>
        <p:spPr>
          <a:xfrm>
            <a:off x="7169607" y="77945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8" name="F2_precision_recall_distributions_8082">
            <a:extLst>
              <a:ext uri="{FF2B5EF4-FFF2-40B4-BE49-F238E27FC236}">
                <a16:creationId xmlns:a16="http://schemas.microsoft.com/office/drawing/2014/main" id="{9860126B-ABED-4183-8DA4-FF27481B50FE}"/>
              </a:ext>
            </a:extLst>
          </p:cNvPr>
          <p:cNvSpPr>
            <a:spLocks noGrp="1"/>
          </p:cNvSpPr>
          <p:nvPr/>
        </p:nvSpPr>
        <p:spPr>
          <a:xfrm>
            <a:off x="73093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9" name="F2_precision_recall_distributions_8083">
            <a:extLst>
              <a:ext uri="{FF2B5EF4-FFF2-40B4-BE49-F238E27FC236}">
                <a16:creationId xmlns:a16="http://schemas.microsoft.com/office/drawing/2014/main" id="{BF6A193C-83B0-49E6-9A61-61B12C97C1E8}"/>
              </a:ext>
            </a:extLst>
          </p:cNvPr>
          <p:cNvSpPr>
            <a:spLocks noGrp="1"/>
          </p:cNvSpPr>
          <p:nvPr/>
        </p:nvSpPr>
        <p:spPr>
          <a:xfrm>
            <a:off x="717191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0" name="F2_precision_recall_distributions_8084">
            <a:extLst>
              <a:ext uri="{FF2B5EF4-FFF2-40B4-BE49-F238E27FC236}">
                <a16:creationId xmlns:a16="http://schemas.microsoft.com/office/drawing/2014/main" id="{2701AC6D-F2C9-4AD5-B57F-260B1993DD25}"/>
              </a:ext>
            </a:extLst>
          </p:cNvPr>
          <p:cNvSpPr>
            <a:spLocks noGrp="1"/>
          </p:cNvSpPr>
          <p:nvPr/>
        </p:nvSpPr>
        <p:spPr>
          <a:xfrm>
            <a:off x="721534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1" name="F2_precision_recall_distributions_8085">
            <a:extLst>
              <a:ext uri="{FF2B5EF4-FFF2-40B4-BE49-F238E27FC236}">
                <a16:creationId xmlns:a16="http://schemas.microsoft.com/office/drawing/2014/main" id="{5CAEA2FE-2EB7-4EA9-A794-6CC04279FF32}"/>
              </a:ext>
            </a:extLst>
          </p:cNvPr>
          <p:cNvSpPr>
            <a:spLocks noGrp="1"/>
          </p:cNvSpPr>
          <p:nvPr/>
        </p:nvSpPr>
        <p:spPr>
          <a:xfrm>
            <a:off x="72172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2" name="F2_precision_recall_distributions_8086">
            <a:extLst>
              <a:ext uri="{FF2B5EF4-FFF2-40B4-BE49-F238E27FC236}">
                <a16:creationId xmlns:a16="http://schemas.microsoft.com/office/drawing/2014/main" id="{ED996205-3F07-482E-811B-562085895E25}"/>
              </a:ext>
            </a:extLst>
          </p:cNvPr>
          <p:cNvSpPr>
            <a:spLocks noGrp="1"/>
          </p:cNvSpPr>
          <p:nvPr/>
        </p:nvSpPr>
        <p:spPr>
          <a:xfrm>
            <a:off x="70159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3" name="F2_precision_recall_distributions_8087">
            <a:extLst>
              <a:ext uri="{FF2B5EF4-FFF2-40B4-BE49-F238E27FC236}">
                <a16:creationId xmlns:a16="http://schemas.microsoft.com/office/drawing/2014/main" id="{49300919-5D35-47CB-B90E-4C5C0B802F79}"/>
              </a:ext>
            </a:extLst>
          </p:cNvPr>
          <p:cNvSpPr>
            <a:spLocks noGrp="1"/>
          </p:cNvSpPr>
          <p:nvPr/>
        </p:nvSpPr>
        <p:spPr>
          <a:xfrm>
            <a:off x="73284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4" name="F2_precision_recall_distributions_8088">
            <a:extLst>
              <a:ext uri="{FF2B5EF4-FFF2-40B4-BE49-F238E27FC236}">
                <a16:creationId xmlns:a16="http://schemas.microsoft.com/office/drawing/2014/main" id="{BF865700-1081-4D76-98EE-BE209A8E6AE1}"/>
              </a:ext>
            </a:extLst>
          </p:cNvPr>
          <p:cNvSpPr>
            <a:spLocks noGrp="1"/>
          </p:cNvSpPr>
          <p:nvPr/>
        </p:nvSpPr>
        <p:spPr>
          <a:xfrm>
            <a:off x="729325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5" name="F2_precision_recall_distributions_8089">
            <a:extLst>
              <a:ext uri="{FF2B5EF4-FFF2-40B4-BE49-F238E27FC236}">
                <a16:creationId xmlns:a16="http://schemas.microsoft.com/office/drawing/2014/main" id="{5A7953F6-11FB-4004-8AB0-A86686991C6A}"/>
              </a:ext>
            </a:extLst>
          </p:cNvPr>
          <p:cNvSpPr>
            <a:spLocks noGrp="1"/>
          </p:cNvSpPr>
          <p:nvPr/>
        </p:nvSpPr>
        <p:spPr>
          <a:xfrm>
            <a:off x="6981174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6" name="F2_precision_recall_distributions_8090">
            <a:extLst>
              <a:ext uri="{FF2B5EF4-FFF2-40B4-BE49-F238E27FC236}">
                <a16:creationId xmlns:a16="http://schemas.microsoft.com/office/drawing/2014/main" id="{B768B575-79C9-4A6C-BEFA-BF7C658D72AF}"/>
              </a:ext>
            </a:extLst>
          </p:cNvPr>
          <p:cNvSpPr>
            <a:spLocks noGrp="1"/>
          </p:cNvSpPr>
          <p:nvPr/>
        </p:nvSpPr>
        <p:spPr>
          <a:xfrm>
            <a:off x="70268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7" name="F2_precision_recall_distributions_8091">
            <a:extLst>
              <a:ext uri="{FF2B5EF4-FFF2-40B4-BE49-F238E27FC236}">
                <a16:creationId xmlns:a16="http://schemas.microsoft.com/office/drawing/2014/main" id="{9D71ADFD-E9AA-4006-A485-AC3EA0EC834F}"/>
              </a:ext>
            </a:extLst>
          </p:cNvPr>
          <p:cNvSpPr>
            <a:spLocks noGrp="1"/>
          </p:cNvSpPr>
          <p:nvPr/>
        </p:nvSpPr>
        <p:spPr>
          <a:xfrm>
            <a:off x="7182839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8" name="F2_precision_recall_distributions_8092">
            <a:extLst>
              <a:ext uri="{FF2B5EF4-FFF2-40B4-BE49-F238E27FC236}">
                <a16:creationId xmlns:a16="http://schemas.microsoft.com/office/drawing/2014/main" id="{F6F7777D-7980-49AE-8748-078EF0857D95}"/>
              </a:ext>
            </a:extLst>
          </p:cNvPr>
          <p:cNvSpPr>
            <a:spLocks noGrp="1"/>
          </p:cNvSpPr>
          <p:nvPr/>
        </p:nvSpPr>
        <p:spPr>
          <a:xfrm>
            <a:off x="7017701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9" name="F2_precision_recall_distributions_8093">
            <a:extLst>
              <a:ext uri="{FF2B5EF4-FFF2-40B4-BE49-F238E27FC236}">
                <a16:creationId xmlns:a16="http://schemas.microsoft.com/office/drawing/2014/main" id="{36A441A6-C11F-4526-A75B-8841FD8060E8}"/>
              </a:ext>
            </a:extLst>
          </p:cNvPr>
          <p:cNvSpPr>
            <a:spLocks noGrp="1"/>
          </p:cNvSpPr>
          <p:nvPr/>
        </p:nvSpPr>
        <p:spPr>
          <a:xfrm>
            <a:off x="729933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0" name="F2_precision_recall_distributions_8094">
            <a:extLst>
              <a:ext uri="{FF2B5EF4-FFF2-40B4-BE49-F238E27FC236}">
                <a16:creationId xmlns:a16="http://schemas.microsoft.com/office/drawing/2014/main" id="{3EF7C6B0-2254-491E-9B19-F21EA4CA08DF}"/>
              </a:ext>
            </a:extLst>
          </p:cNvPr>
          <p:cNvSpPr>
            <a:spLocks noGrp="1"/>
          </p:cNvSpPr>
          <p:nvPr/>
        </p:nvSpPr>
        <p:spPr>
          <a:xfrm>
            <a:off x="700378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1" name="F2_precision_recall_distributions_8095">
            <a:extLst>
              <a:ext uri="{FF2B5EF4-FFF2-40B4-BE49-F238E27FC236}">
                <a16:creationId xmlns:a16="http://schemas.microsoft.com/office/drawing/2014/main" id="{D57B4961-12DC-44D1-BD91-7AA9700DE59E}"/>
              </a:ext>
            </a:extLst>
          </p:cNvPr>
          <p:cNvSpPr>
            <a:spLocks noGrp="1"/>
          </p:cNvSpPr>
          <p:nvPr/>
        </p:nvSpPr>
        <p:spPr>
          <a:xfrm>
            <a:off x="70770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2" name="F2_precision_recall_distributions_8096">
            <a:extLst>
              <a:ext uri="{FF2B5EF4-FFF2-40B4-BE49-F238E27FC236}">
                <a16:creationId xmlns:a16="http://schemas.microsoft.com/office/drawing/2014/main" id="{7E195BD7-FA59-4ABF-AA36-C8B52D4D6652}"/>
              </a:ext>
            </a:extLst>
          </p:cNvPr>
          <p:cNvSpPr>
            <a:spLocks noGrp="1"/>
          </p:cNvSpPr>
          <p:nvPr/>
        </p:nvSpPr>
        <p:spPr>
          <a:xfrm>
            <a:off x="721296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3" name="F2_precision_recall_distributions_8097">
            <a:extLst>
              <a:ext uri="{FF2B5EF4-FFF2-40B4-BE49-F238E27FC236}">
                <a16:creationId xmlns:a16="http://schemas.microsoft.com/office/drawing/2014/main" id="{98A315E3-A8F5-44D5-9CB2-16471FCEA752}"/>
              </a:ext>
            </a:extLst>
          </p:cNvPr>
          <p:cNvSpPr>
            <a:spLocks noGrp="1"/>
          </p:cNvSpPr>
          <p:nvPr/>
        </p:nvSpPr>
        <p:spPr>
          <a:xfrm>
            <a:off x="711992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4" name="F2_precision_recall_distributions_8098">
            <a:extLst>
              <a:ext uri="{FF2B5EF4-FFF2-40B4-BE49-F238E27FC236}">
                <a16:creationId xmlns:a16="http://schemas.microsoft.com/office/drawing/2014/main" id="{FF3E2D74-DA30-45F4-A63F-F413C46A3512}"/>
              </a:ext>
            </a:extLst>
          </p:cNvPr>
          <p:cNvSpPr>
            <a:spLocks noGrp="1"/>
          </p:cNvSpPr>
          <p:nvPr/>
        </p:nvSpPr>
        <p:spPr>
          <a:xfrm>
            <a:off x="732446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5" name="F2_precision_recall_distributions_8099">
            <a:extLst>
              <a:ext uri="{FF2B5EF4-FFF2-40B4-BE49-F238E27FC236}">
                <a16:creationId xmlns:a16="http://schemas.microsoft.com/office/drawing/2014/main" id="{1F04E4AA-9BAC-4F28-BA14-FC7509FC8196}"/>
              </a:ext>
            </a:extLst>
          </p:cNvPr>
          <p:cNvSpPr>
            <a:spLocks noGrp="1"/>
          </p:cNvSpPr>
          <p:nvPr/>
        </p:nvSpPr>
        <p:spPr>
          <a:xfrm>
            <a:off x="71705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6" name="F2_precision_recall_distributions_8100">
            <a:extLst>
              <a:ext uri="{FF2B5EF4-FFF2-40B4-BE49-F238E27FC236}">
                <a16:creationId xmlns:a16="http://schemas.microsoft.com/office/drawing/2014/main" id="{C0FA4AEC-9D55-4004-AF4C-B6007B71A4E3}"/>
              </a:ext>
            </a:extLst>
          </p:cNvPr>
          <p:cNvSpPr>
            <a:spLocks noGrp="1"/>
          </p:cNvSpPr>
          <p:nvPr/>
        </p:nvSpPr>
        <p:spPr>
          <a:xfrm>
            <a:off x="7008714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7" name="F2_precision_recall_distributions_8101">
            <a:extLst>
              <a:ext uri="{FF2B5EF4-FFF2-40B4-BE49-F238E27FC236}">
                <a16:creationId xmlns:a16="http://schemas.microsoft.com/office/drawing/2014/main" id="{100695EA-2989-40A3-9D75-5CE4B873ACFF}"/>
              </a:ext>
            </a:extLst>
          </p:cNvPr>
          <p:cNvSpPr>
            <a:spLocks noGrp="1"/>
          </p:cNvSpPr>
          <p:nvPr/>
        </p:nvSpPr>
        <p:spPr>
          <a:xfrm>
            <a:off x="722595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8" name="F2_precision_recall_distributions_8102">
            <a:extLst>
              <a:ext uri="{FF2B5EF4-FFF2-40B4-BE49-F238E27FC236}">
                <a16:creationId xmlns:a16="http://schemas.microsoft.com/office/drawing/2014/main" id="{928B9F0D-316E-4CBD-85EA-F7C482D383F1}"/>
              </a:ext>
            </a:extLst>
          </p:cNvPr>
          <p:cNvSpPr>
            <a:spLocks noGrp="1"/>
          </p:cNvSpPr>
          <p:nvPr/>
        </p:nvSpPr>
        <p:spPr>
          <a:xfrm>
            <a:off x="7274207" y="7154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9" name="F2_precision_recall_distributions_8103">
            <a:extLst>
              <a:ext uri="{FF2B5EF4-FFF2-40B4-BE49-F238E27FC236}">
                <a16:creationId xmlns:a16="http://schemas.microsoft.com/office/drawing/2014/main" id="{424F9797-DC60-4B39-9548-383790BA8F1C}"/>
              </a:ext>
            </a:extLst>
          </p:cNvPr>
          <p:cNvSpPr>
            <a:spLocks noGrp="1"/>
          </p:cNvSpPr>
          <p:nvPr/>
        </p:nvSpPr>
        <p:spPr>
          <a:xfrm>
            <a:off x="72730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0" name="F2_precision_recall_distributions_8104">
            <a:extLst>
              <a:ext uri="{FF2B5EF4-FFF2-40B4-BE49-F238E27FC236}">
                <a16:creationId xmlns:a16="http://schemas.microsoft.com/office/drawing/2014/main" id="{B1CF0CC5-88C0-4846-B1FE-63A3AC49893F}"/>
              </a:ext>
            </a:extLst>
          </p:cNvPr>
          <p:cNvSpPr>
            <a:spLocks noGrp="1"/>
          </p:cNvSpPr>
          <p:nvPr/>
        </p:nvSpPr>
        <p:spPr>
          <a:xfrm>
            <a:off x="702733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1" name="F2_precision_recall_distributions_8105">
            <a:extLst>
              <a:ext uri="{FF2B5EF4-FFF2-40B4-BE49-F238E27FC236}">
                <a16:creationId xmlns:a16="http://schemas.microsoft.com/office/drawing/2014/main" id="{0E6184F9-4A45-4B5A-8084-56C28DD2C2AD}"/>
              </a:ext>
            </a:extLst>
          </p:cNvPr>
          <p:cNvSpPr>
            <a:spLocks noGrp="1"/>
          </p:cNvSpPr>
          <p:nvPr/>
        </p:nvSpPr>
        <p:spPr>
          <a:xfrm>
            <a:off x="7237549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2" name="F2_precision_recall_distributions_8106">
            <a:extLst>
              <a:ext uri="{FF2B5EF4-FFF2-40B4-BE49-F238E27FC236}">
                <a16:creationId xmlns:a16="http://schemas.microsoft.com/office/drawing/2014/main" id="{B472E1A7-74B2-4552-9EF0-B1A018F0365F}"/>
              </a:ext>
            </a:extLst>
          </p:cNvPr>
          <p:cNvSpPr>
            <a:spLocks noGrp="1"/>
          </p:cNvSpPr>
          <p:nvPr/>
        </p:nvSpPr>
        <p:spPr>
          <a:xfrm>
            <a:off x="731549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3" name="F2_precision_recall_distributions_8107">
            <a:extLst>
              <a:ext uri="{FF2B5EF4-FFF2-40B4-BE49-F238E27FC236}">
                <a16:creationId xmlns:a16="http://schemas.microsoft.com/office/drawing/2014/main" id="{34D31524-9411-4BBF-A799-84B9F2019ECF}"/>
              </a:ext>
            </a:extLst>
          </p:cNvPr>
          <p:cNvSpPr>
            <a:spLocks noGrp="1"/>
          </p:cNvSpPr>
          <p:nvPr/>
        </p:nvSpPr>
        <p:spPr>
          <a:xfrm>
            <a:off x="70770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4" name="F2_precision_recall_distributions_8108">
            <a:extLst>
              <a:ext uri="{FF2B5EF4-FFF2-40B4-BE49-F238E27FC236}">
                <a16:creationId xmlns:a16="http://schemas.microsoft.com/office/drawing/2014/main" id="{599D3377-8C42-4871-A0D5-3294B369C13B}"/>
              </a:ext>
            </a:extLst>
          </p:cNvPr>
          <p:cNvSpPr>
            <a:spLocks noGrp="1"/>
          </p:cNvSpPr>
          <p:nvPr/>
        </p:nvSpPr>
        <p:spPr>
          <a:xfrm>
            <a:off x="700533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5" name="F2_precision_recall_distributions_8109">
            <a:extLst>
              <a:ext uri="{FF2B5EF4-FFF2-40B4-BE49-F238E27FC236}">
                <a16:creationId xmlns:a16="http://schemas.microsoft.com/office/drawing/2014/main" id="{B6E0569E-9CF5-4CB1-A539-A9748D6945F1}"/>
              </a:ext>
            </a:extLst>
          </p:cNvPr>
          <p:cNvSpPr>
            <a:spLocks noGrp="1"/>
          </p:cNvSpPr>
          <p:nvPr/>
        </p:nvSpPr>
        <p:spPr>
          <a:xfrm>
            <a:off x="704204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6" name="F2_precision_recall_distributions_8110">
            <a:extLst>
              <a:ext uri="{FF2B5EF4-FFF2-40B4-BE49-F238E27FC236}">
                <a16:creationId xmlns:a16="http://schemas.microsoft.com/office/drawing/2014/main" id="{A137D5B9-C4F6-4607-BCF9-96A68B08FCDB}"/>
              </a:ext>
            </a:extLst>
          </p:cNvPr>
          <p:cNvSpPr>
            <a:spLocks noGrp="1"/>
          </p:cNvSpPr>
          <p:nvPr/>
        </p:nvSpPr>
        <p:spPr>
          <a:xfrm>
            <a:off x="72006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7" name="F2_precision_recall_distributions_8111">
            <a:extLst>
              <a:ext uri="{FF2B5EF4-FFF2-40B4-BE49-F238E27FC236}">
                <a16:creationId xmlns:a16="http://schemas.microsoft.com/office/drawing/2014/main" id="{EBB9D094-8013-4DA9-B3AC-D0D5CA2DCD41}"/>
              </a:ext>
            </a:extLst>
          </p:cNvPr>
          <p:cNvSpPr>
            <a:spLocks noGrp="1"/>
          </p:cNvSpPr>
          <p:nvPr/>
        </p:nvSpPr>
        <p:spPr>
          <a:xfrm>
            <a:off x="72794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8" name="F2_precision_recall_distributions_8112">
            <a:extLst>
              <a:ext uri="{FF2B5EF4-FFF2-40B4-BE49-F238E27FC236}">
                <a16:creationId xmlns:a16="http://schemas.microsoft.com/office/drawing/2014/main" id="{E3F5D79D-7A8F-45F0-96A6-B78CD004C954}"/>
              </a:ext>
            </a:extLst>
          </p:cNvPr>
          <p:cNvSpPr>
            <a:spLocks noGrp="1"/>
          </p:cNvSpPr>
          <p:nvPr/>
        </p:nvSpPr>
        <p:spPr>
          <a:xfrm>
            <a:off x="71115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9" name="F2_precision_recall_distributions_8113">
            <a:extLst>
              <a:ext uri="{FF2B5EF4-FFF2-40B4-BE49-F238E27FC236}">
                <a16:creationId xmlns:a16="http://schemas.microsoft.com/office/drawing/2014/main" id="{DB6C783A-3F57-4AE0-9E91-AC1F12E463B2}"/>
              </a:ext>
            </a:extLst>
          </p:cNvPr>
          <p:cNvSpPr>
            <a:spLocks noGrp="1"/>
          </p:cNvSpPr>
          <p:nvPr/>
        </p:nvSpPr>
        <p:spPr>
          <a:xfrm>
            <a:off x="727570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0" name="F2_precision_recall_distributions_8114">
            <a:extLst>
              <a:ext uri="{FF2B5EF4-FFF2-40B4-BE49-F238E27FC236}">
                <a16:creationId xmlns:a16="http://schemas.microsoft.com/office/drawing/2014/main" id="{B6F31446-B72D-4673-9C57-DD78E5F87C25}"/>
              </a:ext>
            </a:extLst>
          </p:cNvPr>
          <p:cNvSpPr>
            <a:spLocks noGrp="1"/>
          </p:cNvSpPr>
          <p:nvPr/>
        </p:nvSpPr>
        <p:spPr>
          <a:xfrm>
            <a:off x="716206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1" name="F2_precision_recall_distributions_8115">
            <a:extLst>
              <a:ext uri="{FF2B5EF4-FFF2-40B4-BE49-F238E27FC236}">
                <a16:creationId xmlns:a16="http://schemas.microsoft.com/office/drawing/2014/main" id="{AB059DBE-FCCE-4E60-885B-B10178198AB0}"/>
              </a:ext>
            </a:extLst>
          </p:cNvPr>
          <p:cNvSpPr>
            <a:spLocks noGrp="1"/>
          </p:cNvSpPr>
          <p:nvPr/>
        </p:nvSpPr>
        <p:spPr>
          <a:xfrm>
            <a:off x="71710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2" name="F2_precision_recall_distributions_8116">
            <a:extLst>
              <a:ext uri="{FF2B5EF4-FFF2-40B4-BE49-F238E27FC236}">
                <a16:creationId xmlns:a16="http://schemas.microsoft.com/office/drawing/2014/main" id="{128B2C86-5104-444C-B4DD-14AFF40DD60B}"/>
              </a:ext>
            </a:extLst>
          </p:cNvPr>
          <p:cNvSpPr>
            <a:spLocks noGrp="1"/>
          </p:cNvSpPr>
          <p:nvPr/>
        </p:nvSpPr>
        <p:spPr>
          <a:xfrm>
            <a:off x="7250614" y="703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3" name="F2_precision_recall_distributions_8117">
            <a:extLst>
              <a:ext uri="{FF2B5EF4-FFF2-40B4-BE49-F238E27FC236}">
                <a16:creationId xmlns:a16="http://schemas.microsoft.com/office/drawing/2014/main" id="{531B0EA5-DE29-414E-89CB-B725C0EB9578}"/>
              </a:ext>
            </a:extLst>
          </p:cNvPr>
          <p:cNvSpPr>
            <a:spLocks noGrp="1"/>
          </p:cNvSpPr>
          <p:nvPr/>
        </p:nvSpPr>
        <p:spPr>
          <a:xfrm>
            <a:off x="719419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4" name="F2_precision_recall_distributions_8118">
            <a:extLst>
              <a:ext uri="{FF2B5EF4-FFF2-40B4-BE49-F238E27FC236}">
                <a16:creationId xmlns:a16="http://schemas.microsoft.com/office/drawing/2014/main" id="{A6BB05CA-F37E-4455-A8DB-1F1C84D1B48D}"/>
              </a:ext>
            </a:extLst>
          </p:cNvPr>
          <p:cNvSpPr>
            <a:spLocks noGrp="1"/>
          </p:cNvSpPr>
          <p:nvPr/>
        </p:nvSpPr>
        <p:spPr>
          <a:xfrm>
            <a:off x="73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5" name="F2_precision_recall_distributions_8119">
            <a:extLst>
              <a:ext uri="{FF2B5EF4-FFF2-40B4-BE49-F238E27FC236}">
                <a16:creationId xmlns:a16="http://schemas.microsoft.com/office/drawing/2014/main" id="{986C35CF-16F0-4519-9823-F6ED9A0021F8}"/>
              </a:ext>
            </a:extLst>
          </p:cNvPr>
          <p:cNvSpPr>
            <a:spLocks noGrp="1"/>
          </p:cNvSpPr>
          <p:nvPr/>
        </p:nvSpPr>
        <p:spPr>
          <a:xfrm>
            <a:off x="70244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6" name="F2_precision_recall_distributions_8120">
            <a:extLst>
              <a:ext uri="{FF2B5EF4-FFF2-40B4-BE49-F238E27FC236}">
                <a16:creationId xmlns:a16="http://schemas.microsoft.com/office/drawing/2014/main" id="{C1D2DFD8-1D00-4073-9D6D-66CF41C039F2}"/>
              </a:ext>
            </a:extLst>
          </p:cNvPr>
          <p:cNvSpPr>
            <a:spLocks noGrp="1"/>
          </p:cNvSpPr>
          <p:nvPr/>
        </p:nvSpPr>
        <p:spPr>
          <a:xfrm>
            <a:off x="7173093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7" name="F2_precision_recall_distributions_8121">
            <a:extLst>
              <a:ext uri="{FF2B5EF4-FFF2-40B4-BE49-F238E27FC236}">
                <a16:creationId xmlns:a16="http://schemas.microsoft.com/office/drawing/2014/main" id="{B3901739-AD6C-4183-BBAF-27682B4DE95B}"/>
              </a:ext>
            </a:extLst>
          </p:cNvPr>
          <p:cNvSpPr>
            <a:spLocks noGrp="1"/>
          </p:cNvSpPr>
          <p:nvPr/>
        </p:nvSpPr>
        <p:spPr>
          <a:xfrm>
            <a:off x="72533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8" name="F2_precision_recall_distributions_8122">
            <a:extLst>
              <a:ext uri="{FF2B5EF4-FFF2-40B4-BE49-F238E27FC236}">
                <a16:creationId xmlns:a16="http://schemas.microsoft.com/office/drawing/2014/main" id="{8F877FD9-0E85-4A1D-82EC-842EDD11438A}"/>
              </a:ext>
            </a:extLst>
          </p:cNvPr>
          <p:cNvSpPr>
            <a:spLocks noGrp="1"/>
          </p:cNvSpPr>
          <p:nvPr/>
        </p:nvSpPr>
        <p:spPr>
          <a:xfrm>
            <a:off x="7120099" y="7495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9" name="F2_precision_recall_distributions_8123">
            <a:extLst>
              <a:ext uri="{FF2B5EF4-FFF2-40B4-BE49-F238E27FC236}">
                <a16:creationId xmlns:a16="http://schemas.microsoft.com/office/drawing/2014/main" id="{CEEE0AD2-6FFB-4D73-8944-AD4E4E1F9460}"/>
              </a:ext>
            </a:extLst>
          </p:cNvPr>
          <p:cNvSpPr>
            <a:spLocks noGrp="1"/>
          </p:cNvSpPr>
          <p:nvPr/>
        </p:nvSpPr>
        <p:spPr>
          <a:xfrm>
            <a:off x="7216414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0" name="F2_precision_recall_distributions_8124">
            <a:extLst>
              <a:ext uri="{FF2B5EF4-FFF2-40B4-BE49-F238E27FC236}">
                <a16:creationId xmlns:a16="http://schemas.microsoft.com/office/drawing/2014/main" id="{0C1DD8E3-8D14-4DA2-A0AA-530B58231B63}"/>
              </a:ext>
            </a:extLst>
          </p:cNvPr>
          <p:cNvSpPr>
            <a:spLocks noGrp="1"/>
          </p:cNvSpPr>
          <p:nvPr/>
        </p:nvSpPr>
        <p:spPr>
          <a:xfrm>
            <a:off x="731227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1" name="F2_precision_recall_distributions_8125">
            <a:extLst>
              <a:ext uri="{FF2B5EF4-FFF2-40B4-BE49-F238E27FC236}">
                <a16:creationId xmlns:a16="http://schemas.microsoft.com/office/drawing/2014/main" id="{011848CA-E5EC-41ED-B273-5894E30E8D60}"/>
              </a:ext>
            </a:extLst>
          </p:cNvPr>
          <p:cNvSpPr>
            <a:spLocks noGrp="1"/>
          </p:cNvSpPr>
          <p:nvPr/>
        </p:nvSpPr>
        <p:spPr>
          <a:xfrm>
            <a:off x="711411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2" name="F2_precision_recall_distributions_8126">
            <a:extLst>
              <a:ext uri="{FF2B5EF4-FFF2-40B4-BE49-F238E27FC236}">
                <a16:creationId xmlns:a16="http://schemas.microsoft.com/office/drawing/2014/main" id="{2A1E1173-FA4A-438C-B413-FA955DE54EF7}"/>
              </a:ext>
            </a:extLst>
          </p:cNvPr>
          <p:cNvSpPr>
            <a:spLocks noGrp="1"/>
          </p:cNvSpPr>
          <p:nvPr/>
        </p:nvSpPr>
        <p:spPr>
          <a:xfrm>
            <a:off x="731343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3" name="F2_precision_recall_distributions_8127">
            <a:extLst>
              <a:ext uri="{FF2B5EF4-FFF2-40B4-BE49-F238E27FC236}">
                <a16:creationId xmlns:a16="http://schemas.microsoft.com/office/drawing/2014/main" id="{546E0D29-D5F1-4643-966C-B8200CFB71E5}"/>
              </a:ext>
            </a:extLst>
          </p:cNvPr>
          <p:cNvSpPr>
            <a:spLocks noGrp="1"/>
          </p:cNvSpPr>
          <p:nvPr/>
        </p:nvSpPr>
        <p:spPr>
          <a:xfrm>
            <a:off x="70437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4" name="F2_precision_recall_distributions_8128">
            <a:extLst>
              <a:ext uri="{FF2B5EF4-FFF2-40B4-BE49-F238E27FC236}">
                <a16:creationId xmlns:a16="http://schemas.microsoft.com/office/drawing/2014/main" id="{ACCF3923-7DCF-4E5D-BB74-A57CAD73B620}"/>
              </a:ext>
            </a:extLst>
          </p:cNvPr>
          <p:cNvSpPr>
            <a:spLocks noGrp="1"/>
          </p:cNvSpPr>
          <p:nvPr/>
        </p:nvSpPr>
        <p:spPr>
          <a:xfrm>
            <a:off x="733126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5" name="F2_precision_recall_distributions_8129">
            <a:extLst>
              <a:ext uri="{FF2B5EF4-FFF2-40B4-BE49-F238E27FC236}">
                <a16:creationId xmlns:a16="http://schemas.microsoft.com/office/drawing/2014/main" id="{43F56318-781A-4961-8B89-7C121AC6B805}"/>
              </a:ext>
            </a:extLst>
          </p:cNvPr>
          <p:cNvSpPr>
            <a:spLocks noGrp="1"/>
          </p:cNvSpPr>
          <p:nvPr/>
        </p:nvSpPr>
        <p:spPr>
          <a:xfrm>
            <a:off x="730820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6" name="F2_precision_recall_distributions_8130">
            <a:extLst>
              <a:ext uri="{FF2B5EF4-FFF2-40B4-BE49-F238E27FC236}">
                <a16:creationId xmlns:a16="http://schemas.microsoft.com/office/drawing/2014/main" id="{8640A0D4-BE01-4555-B187-42D5DA93E932}"/>
              </a:ext>
            </a:extLst>
          </p:cNvPr>
          <p:cNvSpPr>
            <a:spLocks noGrp="1"/>
          </p:cNvSpPr>
          <p:nvPr/>
        </p:nvSpPr>
        <p:spPr>
          <a:xfrm>
            <a:off x="70508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7" name="F2_precision_recall_distributions_8131">
            <a:extLst>
              <a:ext uri="{FF2B5EF4-FFF2-40B4-BE49-F238E27FC236}">
                <a16:creationId xmlns:a16="http://schemas.microsoft.com/office/drawing/2014/main" id="{0AD10469-D110-4E50-B634-40887052EAC5}"/>
              </a:ext>
            </a:extLst>
          </p:cNvPr>
          <p:cNvSpPr>
            <a:spLocks noGrp="1"/>
          </p:cNvSpPr>
          <p:nvPr/>
        </p:nvSpPr>
        <p:spPr>
          <a:xfrm>
            <a:off x="69845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8" name="F2_precision_recall_distributions_8132">
            <a:extLst>
              <a:ext uri="{FF2B5EF4-FFF2-40B4-BE49-F238E27FC236}">
                <a16:creationId xmlns:a16="http://schemas.microsoft.com/office/drawing/2014/main" id="{5998776C-7439-4750-A0E7-261E3BCD3860}"/>
              </a:ext>
            </a:extLst>
          </p:cNvPr>
          <p:cNvSpPr>
            <a:spLocks noGrp="1"/>
          </p:cNvSpPr>
          <p:nvPr/>
        </p:nvSpPr>
        <p:spPr>
          <a:xfrm>
            <a:off x="70969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9" name="F2_precision_recall_distributions_8133">
            <a:extLst>
              <a:ext uri="{FF2B5EF4-FFF2-40B4-BE49-F238E27FC236}">
                <a16:creationId xmlns:a16="http://schemas.microsoft.com/office/drawing/2014/main" id="{FDFB519A-73F1-488C-892E-66E02278F417}"/>
              </a:ext>
            </a:extLst>
          </p:cNvPr>
          <p:cNvSpPr>
            <a:spLocks noGrp="1"/>
          </p:cNvSpPr>
          <p:nvPr/>
        </p:nvSpPr>
        <p:spPr>
          <a:xfrm>
            <a:off x="70000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0" name="F2_precision_recall_distributions_8134">
            <a:extLst>
              <a:ext uri="{FF2B5EF4-FFF2-40B4-BE49-F238E27FC236}">
                <a16:creationId xmlns:a16="http://schemas.microsoft.com/office/drawing/2014/main" id="{01A3AF77-7272-4CEB-9034-4290962EFA29}"/>
              </a:ext>
            </a:extLst>
          </p:cNvPr>
          <p:cNvSpPr>
            <a:spLocks noGrp="1"/>
          </p:cNvSpPr>
          <p:nvPr/>
        </p:nvSpPr>
        <p:spPr>
          <a:xfrm>
            <a:off x="69716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1" name="F2_precision_recall_distributions_8135">
            <a:extLst>
              <a:ext uri="{FF2B5EF4-FFF2-40B4-BE49-F238E27FC236}">
                <a16:creationId xmlns:a16="http://schemas.microsoft.com/office/drawing/2014/main" id="{BBBE2F67-B20A-4CF9-9CB7-97B3975FC0B1}"/>
              </a:ext>
            </a:extLst>
          </p:cNvPr>
          <p:cNvSpPr>
            <a:spLocks noGrp="1"/>
          </p:cNvSpPr>
          <p:nvPr/>
        </p:nvSpPr>
        <p:spPr>
          <a:xfrm>
            <a:off x="7077414" y="7325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2" name="F2_precision_recall_distributions_8136">
            <a:extLst>
              <a:ext uri="{FF2B5EF4-FFF2-40B4-BE49-F238E27FC236}">
                <a16:creationId xmlns:a16="http://schemas.microsoft.com/office/drawing/2014/main" id="{3B556AA4-F7CD-4767-AADE-2A4F7930DFE7}"/>
              </a:ext>
            </a:extLst>
          </p:cNvPr>
          <p:cNvSpPr>
            <a:spLocks noGrp="1"/>
          </p:cNvSpPr>
          <p:nvPr/>
        </p:nvSpPr>
        <p:spPr>
          <a:xfrm>
            <a:off x="714510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3" name="F2_precision_recall_distributions_8137">
            <a:extLst>
              <a:ext uri="{FF2B5EF4-FFF2-40B4-BE49-F238E27FC236}">
                <a16:creationId xmlns:a16="http://schemas.microsoft.com/office/drawing/2014/main" id="{E837B0C7-132B-4DAD-9F6C-E5D6842690E9}"/>
              </a:ext>
            </a:extLst>
          </p:cNvPr>
          <p:cNvSpPr>
            <a:spLocks noGrp="1"/>
          </p:cNvSpPr>
          <p:nvPr/>
        </p:nvSpPr>
        <p:spPr>
          <a:xfrm>
            <a:off x="7240359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4" name="F2_precision_recall_distributions_8138">
            <a:extLst>
              <a:ext uri="{FF2B5EF4-FFF2-40B4-BE49-F238E27FC236}">
                <a16:creationId xmlns:a16="http://schemas.microsoft.com/office/drawing/2014/main" id="{D7D12339-DAAE-4797-97E4-4A7BA2C8BDA5}"/>
              </a:ext>
            </a:extLst>
          </p:cNvPr>
          <p:cNvSpPr>
            <a:spLocks noGrp="1"/>
          </p:cNvSpPr>
          <p:nvPr/>
        </p:nvSpPr>
        <p:spPr>
          <a:xfrm>
            <a:off x="714150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5" name="F2_precision_recall_distributions_8139">
            <a:extLst>
              <a:ext uri="{FF2B5EF4-FFF2-40B4-BE49-F238E27FC236}">
                <a16:creationId xmlns:a16="http://schemas.microsoft.com/office/drawing/2014/main" id="{EC7E9D42-4307-4074-BEE8-85C4F5D7D34F}"/>
              </a:ext>
            </a:extLst>
          </p:cNvPr>
          <p:cNvSpPr>
            <a:spLocks noGrp="1"/>
          </p:cNvSpPr>
          <p:nvPr/>
        </p:nvSpPr>
        <p:spPr>
          <a:xfrm>
            <a:off x="7083171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6" name="F2_precision_recall_distributions_8140">
            <a:extLst>
              <a:ext uri="{FF2B5EF4-FFF2-40B4-BE49-F238E27FC236}">
                <a16:creationId xmlns:a16="http://schemas.microsoft.com/office/drawing/2014/main" id="{5175851F-70A9-4B02-947B-B6BE04A4EB65}"/>
              </a:ext>
            </a:extLst>
          </p:cNvPr>
          <p:cNvSpPr>
            <a:spLocks noGrp="1"/>
          </p:cNvSpPr>
          <p:nvPr/>
        </p:nvSpPr>
        <p:spPr>
          <a:xfrm>
            <a:off x="714026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7" name="F2_precision_recall_distributions_8141">
            <a:extLst>
              <a:ext uri="{FF2B5EF4-FFF2-40B4-BE49-F238E27FC236}">
                <a16:creationId xmlns:a16="http://schemas.microsoft.com/office/drawing/2014/main" id="{EE037BCE-83DE-4245-8551-DD762F49E0B0}"/>
              </a:ext>
            </a:extLst>
          </p:cNvPr>
          <p:cNvSpPr>
            <a:spLocks noGrp="1"/>
          </p:cNvSpPr>
          <p:nvPr/>
        </p:nvSpPr>
        <p:spPr>
          <a:xfrm>
            <a:off x="73365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8" name="F2_precision_recall_distributions_8142">
            <a:extLst>
              <a:ext uri="{FF2B5EF4-FFF2-40B4-BE49-F238E27FC236}">
                <a16:creationId xmlns:a16="http://schemas.microsoft.com/office/drawing/2014/main" id="{C772888F-9C86-405E-84F4-89519A288AB3}"/>
              </a:ext>
            </a:extLst>
          </p:cNvPr>
          <p:cNvSpPr>
            <a:spLocks noGrp="1"/>
          </p:cNvSpPr>
          <p:nvPr/>
        </p:nvSpPr>
        <p:spPr>
          <a:xfrm>
            <a:off x="724353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9" name="F2_precision_recall_distributions_8143">
            <a:extLst>
              <a:ext uri="{FF2B5EF4-FFF2-40B4-BE49-F238E27FC236}">
                <a16:creationId xmlns:a16="http://schemas.microsoft.com/office/drawing/2014/main" id="{A772C75F-AEA9-491A-9851-3D6C5D644F8F}"/>
              </a:ext>
            </a:extLst>
          </p:cNvPr>
          <p:cNvSpPr>
            <a:spLocks noGrp="1"/>
          </p:cNvSpPr>
          <p:nvPr/>
        </p:nvSpPr>
        <p:spPr>
          <a:xfrm>
            <a:off x="727169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0" name="F2_precision_recall_distributions_8144">
            <a:extLst>
              <a:ext uri="{FF2B5EF4-FFF2-40B4-BE49-F238E27FC236}">
                <a16:creationId xmlns:a16="http://schemas.microsoft.com/office/drawing/2014/main" id="{554CF4F6-AA08-4697-A2E1-D6FD8372E7E1}"/>
              </a:ext>
            </a:extLst>
          </p:cNvPr>
          <p:cNvSpPr>
            <a:spLocks noGrp="1"/>
          </p:cNvSpPr>
          <p:nvPr/>
        </p:nvSpPr>
        <p:spPr>
          <a:xfrm>
            <a:off x="725822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1" name="F2_precision_recall_distributions_8145">
            <a:extLst>
              <a:ext uri="{FF2B5EF4-FFF2-40B4-BE49-F238E27FC236}">
                <a16:creationId xmlns:a16="http://schemas.microsoft.com/office/drawing/2014/main" id="{D71F4873-3A57-42BA-B9FA-550A253C01A4}"/>
              </a:ext>
            </a:extLst>
          </p:cNvPr>
          <p:cNvSpPr>
            <a:spLocks noGrp="1"/>
          </p:cNvSpPr>
          <p:nvPr/>
        </p:nvSpPr>
        <p:spPr>
          <a:xfrm>
            <a:off x="72221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2" name="F2_precision_recall_distributions_8146">
            <a:extLst>
              <a:ext uri="{FF2B5EF4-FFF2-40B4-BE49-F238E27FC236}">
                <a16:creationId xmlns:a16="http://schemas.microsoft.com/office/drawing/2014/main" id="{B12A94C7-70E8-4413-A10A-DFE546A6DE3E}"/>
              </a:ext>
            </a:extLst>
          </p:cNvPr>
          <p:cNvSpPr>
            <a:spLocks noGrp="1"/>
          </p:cNvSpPr>
          <p:nvPr/>
        </p:nvSpPr>
        <p:spPr>
          <a:xfrm>
            <a:off x="7046829" y="77620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3" name="F2_precision_recall_distributions_8147">
            <a:extLst>
              <a:ext uri="{FF2B5EF4-FFF2-40B4-BE49-F238E27FC236}">
                <a16:creationId xmlns:a16="http://schemas.microsoft.com/office/drawing/2014/main" id="{5D7E356C-2FCE-4939-BAFE-683A8E6DF7AA}"/>
              </a:ext>
            </a:extLst>
          </p:cNvPr>
          <p:cNvSpPr>
            <a:spLocks noGrp="1"/>
          </p:cNvSpPr>
          <p:nvPr/>
        </p:nvSpPr>
        <p:spPr>
          <a:xfrm>
            <a:off x="732736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4" name="F2_precision_recall_distributions_8148">
            <a:extLst>
              <a:ext uri="{FF2B5EF4-FFF2-40B4-BE49-F238E27FC236}">
                <a16:creationId xmlns:a16="http://schemas.microsoft.com/office/drawing/2014/main" id="{68555EE9-EC35-4240-ACA3-DCC1DC7004F9}"/>
              </a:ext>
            </a:extLst>
          </p:cNvPr>
          <p:cNvSpPr>
            <a:spLocks noGrp="1"/>
          </p:cNvSpPr>
          <p:nvPr/>
        </p:nvSpPr>
        <p:spPr>
          <a:xfrm>
            <a:off x="72133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5" name="F2_precision_recall_distributions_8149">
            <a:extLst>
              <a:ext uri="{FF2B5EF4-FFF2-40B4-BE49-F238E27FC236}">
                <a16:creationId xmlns:a16="http://schemas.microsoft.com/office/drawing/2014/main" id="{0392099E-8BF1-460D-9F79-C4ED63B849E4}"/>
              </a:ext>
            </a:extLst>
          </p:cNvPr>
          <p:cNvSpPr>
            <a:spLocks noGrp="1"/>
          </p:cNvSpPr>
          <p:nvPr/>
        </p:nvSpPr>
        <p:spPr>
          <a:xfrm>
            <a:off x="7076176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6" name="F2_precision_recall_distributions_8150">
            <a:extLst>
              <a:ext uri="{FF2B5EF4-FFF2-40B4-BE49-F238E27FC236}">
                <a16:creationId xmlns:a16="http://schemas.microsoft.com/office/drawing/2014/main" id="{F8F87B8B-F16F-4F9E-8B8F-E1076AD326F9}"/>
              </a:ext>
            </a:extLst>
          </p:cNvPr>
          <p:cNvSpPr>
            <a:spLocks noGrp="1"/>
          </p:cNvSpPr>
          <p:nvPr/>
        </p:nvSpPr>
        <p:spPr>
          <a:xfrm>
            <a:off x="708844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7" name="F2_precision_recall_distributions_8151">
            <a:extLst>
              <a:ext uri="{FF2B5EF4-FFF2-40B4-BE49-F238E27FC236}">
                <a16:creationId xmlns:a16="http://schemas.microsoft.com/office/drawing/2014/main" id="{6BDD11B2-AF78-46E6-AC15-E0B09CA425F6}"/>
              </a:ext>
            </a:extLst>
          </p:cNvPr>
          <p:cNvSpPr>
            <a:spLocks noGrp="1"/>
          </p:cNvSpPr>
          <p:nvPr/>
        </p:nvSpPr>
        <p:spPr>
          <a:xfrm>
            <a:off x="71016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8" name="F2_precision_recall_distributions_8152">
            <a:extLst>
              <a:ext uri="{FF2B5EF4-FFF2-40B4-BE49-F238E27FC236}">
                <a16:creationId xmlns:a16="http://schemas.microsoft.com/office/drawing/2014/main" id="{095E5295-3357-4B8E-85E7-66C99A710701}"/>
              </a:ext>
            </a:extLst>
          </p:cNvPr>
          <p:cNvSpPr>
            <a:spLocks noGrp="1"/>
          </p:cNvSpPr>
          <p:nvPr/>
        </p:nvSpPr>
        <p:spPr>
          <a:xfrm>
            <a:off x="70271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9" name="F2_precision_recall_distributions_8153">
            <a:extLst>
              <a:ext uri="{FF2B5EF4-FFF2-40B4-BE49-F238E27FC236}">
                <a16:creationId xmlns:a16="http://schemas.microsoft.com/office/drawing/2014/main" id="{47E4438F-A7EC-42B6-B5B6-664090A1449E}"/>
              </a:ext>
            </a:extLst>
          </p:cNvPr>
          <p:cNvSpPr>
            <a:spLocks noGrp="1"/>
          </p:cNvSpPr>
          <p:nvPr/>
        </p:nvSpPr>
        <p:spPr>
          <a:xfrm>
            <a:off x="71151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0" name="F2_precision_recall_distributions_8154">
            <a:extLst>
              <a:ext uri="{FF2B5EF4-FFF2-40B4-BE49-F238E27FC236}">
                <a16:creationId xmlns:a16="http://schemas.microsoft.com/office/drawing/2014/main" id="{A594317A-34C5-4BB8-9CE6-81A746FBB9B4}"/>
              </a:ext>
            </a:extLst>
          </p:cNvPr>
          <p:cNvSpPr>
            <a:spLocks noGrp="1"/>
          </p:cNvSpPr>
          <p:nvPr/>
        </p:nvSpPr>
        <p:spPr>
          <a:xfrm>
            <a:off x="729565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1" name="F2_precision_recall_distributions_8155">
            <a:extLst>
              <a:ext uri="{FF2B5EF4-FFF2-40B4-BE49-F238E27FC236}">
                <a16:creationId xmlns:a16="http://schemas.microsoft.com/office/drawing/2014/main" id="{49A95D55-FB1E-49D3-B019-C65D1E41AFE6}"/>
              </a:ext>
            </a:extLst>
          </p:cNvPr>
          <p:cNvSpPr>
            <a:spLocks noGrp="1"/>
          </p:cNvSpPr>
          <p:nvPr/>
        </p:nvSpPr>
        <p:spPr>
          <a:xfrm>
            <a:off x="71628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2" name="F2_precision_recall_distributions_8156">
            <a:extLst>
              <a:ext uri="{FF2B5EF4-FFF2-40B4-BE49-F238E27FC236}">
                <a16:creationId xmlns:a16="http://schemas.microsoft.com/office/drawing/2014/main" id="{6B14FFFD-EE26-40CF-8608-3123C48C772A}"/>
              </a:ext>
            </a:extLst>
          </p:cNvPr>
          <p:cNvSpPr>
            <a:spLocks noGrp="1"/>
          </p:cNvSpPr>
          <p:nvPr/>
        </p:nvSpPr>
        <p:spPr>
          <a:xfrm>
            <a:off x="70282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3" name="F2_precision_recall_distributions_8157">
            <a:extLst>
              <a:ext uri="{FF2B5EF4-FFF2-40B4-BE49-F238E27FC236}">
                <a16:creationId xmlns:a16="http://schemas.microsoft.com/office/drawing/2014/main" id="{3DAB34D9-A10B-4D15-9021-E7DCC921DF3B}"/>
              </a:ext>
            </a:extLst>
          </p:cNvPr>
          <p:cNvSpPr>
            <a:spLocks noGrp="1"/>
          </p:cNvSpPr>
          <p:nvPr/>
        </p:nvSpPr>
        <p:spPr>
          <a:xfrm>
            <a:off x="7318940" y="7744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4" name="F2_precision_recall_distributions_8158">
            <a:extLst>
              <a:ext uri="{FF2B5EF4-FFF2-40B4-BE49-F238E27FC236}">
                <a16:creationId xmlns:a16="http://schemas.microsoft.com/office/drawing/2014/main" id="{7583B953-70D2-4713-8541-675256255799}"/>
              </a:ext>
            </a:extLst>
          </p:cNvPr>
          <p:cNvSpPr>
            <a:spLocks noGrp="1"/>
          </p:cNvSpPr>
          <p:nvPr/>
        </p:nvSpPr>
        <p:spPr>
          <a:xfrm>
            <a:off x="70776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5" name="F2_precision_recall_distributions_8159">
            <a:extLst>
              <a:ext uri="{FF2B5EF4-FFF2-40B4-BE49-F238E27FC236}">
                <a16:creationId xmlns:a16="http://schemas.microsoft.com/office/drawing/2014/main" id="{3BA09E21-F427-4DDD-8A16-971A796C5379}"/>
              </a:ext>
            </a:extLst>
          </p:cNvPr>
          <p:cNvSpPr>
            <a:spLocks noGrp="1"/>
          </p:cNvSpPr>
          <p:nvPr/>
        </p:nvSpPr>
        <p:spPr>
          <a:xfrm>
            <a:off x="718603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6" name="F2_precision_recall_distributions_8160">
            <a:extLst>
              <a:ext uri="{FF2B5EF4-FFF2-40B4-BE49-F238E27FC236}">
                <a16:creationId xmlns:a16="http://schemas.microsoft.com/office/drawing/2014/main" id="{47F4D7EB-3692-4AE2-B7F3-93A53B31EAF4}"/>
              </a:ext>
            </a:extLst>
          </p:cNvPr>
          <p:cNvSpPr>
            <a:spLocks noGrp="1"/>
          </p:cNvSpPr>
          <p:nvPr/>
        </p:nvSpPr>
        <p:spPr>
          <a:xfrm>
            <a:off x="712344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7" name="F2_precision_recall_distributions_8161">
            <a:extLst>
              <a:ext uri="{FF2B5EF4-FFF2-40B4-BE49-F238E27FC236}">
                <a16:creationId xmlns:a16="http://schemas.microsoft.com/office/drawing/2014/main" id="{3B4F36E0-A7B9-45AE-AEC0-248F20B80CD8}"/>
              </a:ext>
            </a:extLst>
          </p:cNvPr>
          <p:cNvSpPr>
            <a:spLocks noGrp="1"/>
          </p:cNvSpPr>
          <p:nvPr/>
        </p:nvSpPr>
        <p:spPr>
          <a:xfrm>
            <a:off x="7158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8" name="F2_precision_recall_distributions_8162">
            <a:extLst>
              <a:ext uri="{FF2B5EF4-FFF2-40B4-BE49-F238E27FC236}">
                <a16:creationId xmlns:a16="http://schemas.microsoft.com/office/drawing/2014/main" id="{A559BB8F-0A14-4534-A70A-4B3BC2533F0E}"/>
              </a:ext>
            </a:extLst>
          </p:cNvPr>
          <p:cNvSpPr>
            <a:spLocks noGrp="1"/>
          </p:cNvSpPr>
          <p:nvPr/>
        </p:nvSpPr>
        <p:spPr>
          <a:xfrm>
            <a:off x="70581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9" name="F2_precision_recall_distributions_8163">
            <a:extLst>
              <a:ext uri="{FF2B5EF4-FFF2-40B4-BE49-F238E27FC236}">
                <a16:creationId xmlns:a16="http://schemas.microsoft.com/office/drawing/2014/main" id="{2F554571-EB7B-456F-BFF6-7C003ECB8A7C}"/>
              </a:ext>
            </a:extLst>
          </p:cNvPr>
          <p:cNvSpPr>
            <a:spLocks noGrp="1"/>
          </p:cNvSpPr>
          <p:nvPr/>
        </p:nvSpPr>
        <p:spPr>
          <a:xfrm>
            <a:off x="7073838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0" name="F2_precision_recall_distributions_8164">
            <a:extLst>
              <a:ext uri="{FF2B5EF4-FFF2-40B4-BE49-F238E27FC236}">
                <a16:creationId xmlns:a16="http://schemas.microsoft.com/office/drawing/2014/main" id="{7D4CF970-1381-491C-88AC-68A0DCEA836B}"/>
              </a:ext>
            </a:extLst>
          </p:cNvPr>
          <p:cNvSpPr>
            <a:spLocks noGrp="1"/>
          </p:cNvSpPr>
          <p:nvPr/>
        </p:nvSpPr>
        <p:spPr>
          <a:xfrm>
            <a:off x="704775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1" name="F2_precision_recall_distributions_8165">
            <a:extLst>
              <a:ext uri="{FF2B5EF4-FFF2-40B4-BE49-F238E27FC236}">
                <a16:creationId xmlns:a16="http://schemas.microsoft.com/office/drawing/2014/main" id="{B38D68FD-5814-4F70-A100-FD0BD24FE3A4}"/>
              </a:ext>
            </a:extLst>
          </p:cNvPr>
          <p:cNvSpPr>
            <a:spLocks noGrp="1"/>
          </p:cNvSpPr>
          <p:nvPr/>
        </p:nvSpPr>
        <p:spPr>
          <a:xfrm>
            <a:off x="7330488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2" name="F2_precision_recall_distributions_8166">
            <a:extLst>
              <a:ext uri="{FF2B5EF4-FFF2-40B4-BE49-F238E27FC236}">
                <a16:creationId xmlns:a16="http://schemas.microsoft.com/office/drawing/2014/main" id="{9DC9194C-5AC0-49CD-8460-D7401974F25F}"/>
              </a:ext>
            </a:extLst>
          </p:cNvPr>
          <p:cNvSpPr>
            <a:spLocks noGrp="1"/>
          </p:cNvSpPr>
          <p:nvPr/>
        </p:nvSpPr>
        <p:spPr>
          <a:xfrm>
            <a:off x="72850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3" name="F2_precision_recall_distributions_8167">
            <a:extLst>
              <a:ext uri="{FF2B5EF4-FFF2-40B4-BE49-F238E27FC236}">
                <a16:creationId xmlns:a16="http://schemas.microsoft.com/office/drawing/2014/main" id="{133CF50A-DB51-430A-A901-BA04F89F31D6}"/>
              </a:ext>
            </a:extLst>
          </p:cNvPr>
          <p:cNvSpPr>
            <a:spLocks noGrp="1"/>
          </p:cNvSpPr>
          <p:nvPr/>
        </p:nvSpPr>
        <p:spPr>
          <a:xfrm>
            <a:off x="72979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4" name="F2_precision_recall_distributions_8168">
            <a:extLst>
              <a:ext uri="{FF2B5EF4-FFF2-40B4-BE49-F238E27FC236}">
                <a16:creationId xmlns:a16="http://schemas.microsoft.com/office/drawing/2014/main" id="{B1C3A87E-F63C-440E-9320-72D67CB78BC4}"/>
              </a:ext>
            </a:extLst>
          </p:cNvPr>
          <p:cNvSpPr>
            <a:spLocks noGrp="1"/>
          </p:cNvSpPr>
          <p:nvPr/>
        </p:nvSpPr>
        <p:spPr>
          <a:xfrm>
            <a:off x="69847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5" name="F2_precision_recall_distributions_8169">
            <a:extLst>
              <a:ext uri="{FF2B5EF4-FFF2-40B4-BE49-F238E27FC236}">
                <a16:creationId xmlns:a16="http://schemas.microsoft.com/office/drawing/2014/main" id="{5DC1A42F-99AE-49CE-9218-621581467772}"/>
              </a:ext>
            </a:extLst>
          </p:cNvPr>
          <p:cNvSpPr>
            <a:spLocks noGrp="1"/>
          </p:cNvSpPr>
          <p:nvPr/>
        </p:nvSpPr>
        <p:spPr>
          <a:xfrm>
            <a:off x="6992035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6" name="F2_precision_recall_distributions_8170">
            <a:extLst>
              <a:ext uri="{FF2B5EF4-FFF2-40B4-BE49-F238E27FC236}">
                <a16:creationId xmlns:a16="http://schemas.microsoft.com/office/drawing/2014/main" id="{3F74AF58-E29F-4FA6-A5FA-F35CF908547B}"/>
              </a:ext>
            </a:extLst>
          </p:cNvPr>
          <p:cNvSpPr>
            <a:spLocks noGrp="1"/>
          </p:cNvSpPr>
          <p:nvPr/>
        </p:nvSpPr>
        <p:spPr>
          <a:xfrm>
            <a:off x="71934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7" name="F2_precision_recall_distributions_8171">
            <a:extLst>
              <a:ext uri="{FF2B5EF4-FFF2-40B4-BE49-F238E27FC236}">
                <a16:creationId xmlns:a16="http://schemas.microsoft.com/office/drawing/2014/main" id="{BE5B404C-4392-4D5B-A9AB-60C2AAA6B231}"/>
              </a:ext>
            </a:extLst>
          </p:cNvPr>
          <p:cNvSpPr>
            <a:spLocks noGrp="1"/>
          </p:cNvSpPr>
          <p:nvPr/>
        </p:nvSpPr>
        <p:spPr>
          <a:xfrm>
            <a:off x="724636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8" name="F2_precision_recall_distributions_8172">
            <a:extLst>
              <a:ext uri="{FF2B5EF4-FFF2-40B4-BE49-F238E27FC236}">
                <a16:creationId xmlns:a16="http://schemas.microsoft.com/office/drawing/2014/main" id="{C9D76968-233E-4740-94C6-E2BB6B0FEB2A}"/>
              </a:ext>
            </a:extLst>
          </p:cNvPr>
          <p:cNvSpPr>
            <a:spLocks noGrp="1"/>
          </p:cNvSpPr>
          <p:nvPr/>
        </p:nvSpPr>
        <p:spPr>
          <a:xfrm>
            <a:off x="698282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9" name="F2_precision_recall_distributions_8173">
            <a:extLst>
              <a:ext uri="{FF2B5EF4-FFF2-40B4-BE49-F238E27FC236}">
                <a16:creationId xmlns:a16="http://schemas.microsoft.com/office/drawing/2014/main" id="{CBA306B4-ED62-4784-BD7D-435EB4D6839A}"/>
              </a:ext>
            </a:extLst>
          </p:cNvPr>
          <p:cNvSpPr>
            <a:spLocks noGrp="1"/>
          </p:cNvSpPr>
          <p:nvPr/>
        </p:nvSpPr>
        <p:spPr>
          <a:xfrm>
            <a:off x="696729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0" name="F2_precision_recall_distributions_8174">
            <a:extLst>
              <a:ext uri="{FF2B5EF4-FFF2-40B4-BE49-F238E27FC236}">
                <a16:creationId xmlns:a16="http://schemas.microsoft.com/office/drawing/2014/main" id="{A1D1423E-ABDC-4269-A04A-9A17425E318F}"/>
              </a:ext>
            </a:extLst>
          </p:cNvPr>
          <p:cNvSpPr>
            <a:spLocks noGrp="1"/>
          </p:cNvSpPr>
          <p:nvPr/>
        </p:nvSpPr>
        <p:spPr>
          <a:xfrm>
            <a:off x="7253337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1" name="F2_precision_recall_distributions_8175">
            <a:extLst>
              <a:ext uri="{FF2B5EF4-FFF2-40B4-BE49-F238E27FC236}">
                <a16:creationId xmlns:a16="http://schemas.microsoft.com/office/drawing/2014/main" id="{7234B454-B050-40EF-BBF8-84C97DFB76CC}"/>
              </a:ext>
            </a:extLst>
          </p:cNvPr>
          <p:cNvSpPr>
            <a:spLocks noGrp="1"/>
          </p:cNvSpPr>
          <p:nvPr/>
        </p:nvSpPr>
        <p:spPr>
          <a:xfrm>
            <a:off x="7094075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2" name="F2_precision_recall_distributions_8176">
            <a:extLst>
              <a:ext uri="{FF2B5EF4-FFF2-40B4-BE49-F238E27FC236}">
                <a16:creationId xmlns:a16="http://schemas.microsoft.com/office/drawing/2014/main" id="{9306A49E-153A-44F6-9D14-FA6349465914}"/>
              </a:ext>
            </a:extLst>
          </p:cNvPr>
          <p:cNvSpPr>
            <a:spLocks noGrp="1"/>
          </p:cNvSpPr>
          <p:nvPr/>
        </p:nvSpPr>
        <p:spPr>
          <a:xfrm>
            <a:off x="7302300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3" name="F2_precision_recall_distributions_8177">
            <a:extLst>
              <a:ext uri="{FF2B5EF4-FFF2-40B4-BE49-F238E27FC236}">
                <a16:creationId xmlns:a16="http://schemas.microsoft.com/office/drawing/2014/main" id="{0FBF4E56-3010-444D-B6A2-50760AEC010C}"/>
              </a:ext>
            </a:extLst>
          </p:cNvPr>
          <p:cNvSpPr>
            <a:spLocks noGrp="1"/>
          </p:cNvSpPr>
          <p:nvPr/>
        </p:nvSpPr>
        <p:spPr>
          <a:xfrm>
            <a:off x="71278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4" name="F2_precision_recall_distributions_8178">
            <a:extLst>
              <a:ext uri="{FF2B5EF4-FFF2-40B4-BE49-F238E27FC236}">
                <a16:creationId xmlns:a16="http://schemas.microsoft.com/office/drawing/2014/main" id="{34CF5D65-0163-4999-A99B-D068FF2DE32A}"/>
              </a:ext>
            </a:extLst>
          </p:cNvPr>
          <p:cNvSpPr>
            <a:spLocks noGrp="1"/>
          </p:cNvSpPr>
          <p:nvPr/>
        </p:nvSpPr>
        <p:spPr>
          <a:xfrm>
            <a:off x="723256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5" name="F2_precision_recall_distributions_8179">
            <a:extLst>
              <a:ext uri="{FF2B5EF4-FFF2-40B4-BE49-F238E27FC236}">
                <a16:creationId xmlns:a16="http://schemas.microsoft.com/office/drawing/2014/main" id="{7980D611-1B10-4F3D-A51E-2746C55173D0}"/>
              </a:ext>
            </a:extLst>
          </p:cNvPr>
          <p:cNvSpPr>
            <a:spLocks noGrp="1"/>
          </p:cNvSpPr>
          <p:nvPr/>
        </p:nvSpPr>
        <p:spPr>
          <a:xfrm>
            <a:off x="70979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6" name="F2_precision_recall_distributions_8180">
            <a:extLst>
              <a:ext uri="{FF2B5EF4-FFF2-40B4-BE49-F238E27FC236}">
                <a16:creationId xmlns:a16="http://schemas.microsoft.com/office/drawing/2014/main" id="{616EB9A1-839E-48DA-8A69-80765EFA96AC}"/>
              </a:ext>
            </a:extLst>
          </p:cNvPr>
          <p:cNvSpPr>
            <a:spLocks noGrp="1"/>
          </p:cNvSpPr>
          <p:nvPr/>
        </p:nvSpPr>
        <p:spPr>
          <a:xfrm>
            <a:off x="698090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7" name="F2_precision_recall_distributions_8181">
            <a:extLst>
              <a:ext uri="{FF2B5EF4-FFF2-40B4-BE49-F238E27FC236}">
                <a16:creationId xmlns:a16="http://schemas.microsoft.com/office/drawing/2014/main" id="{F548518A-D111-4C99-B09E-569AF20F9563}"/>
              </a:ext>
            </a:extLst>
          </p:cNvPr>
          <p:cNvSpPr>
            <a:spLocks noGrp="1"/>
          </p:cNvSpPr>
          <p:nvPr/>
        </p:nvSpPr>
        <p:spPr>
          <a:xfrm>
            <a:off x="699083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8" name="F2_precision_recall_distributions_8182">
            <a:extLst>
              <a:ext uri="{FF2B5EF4-FFF2-40B4-BE49-F238E27FC236}">
                <a16:creationId xmlns:a16="http://schemas.microsoft.com/office/drawing/2014/main" id="{CBA0F6C3-F38E-48E3-916E-17FF5AFA6C40}"/>
              </a:ext>
            </a:extLst>
          </p:cNvPr>
          <p:cNvSpPr>
            <a:spLocks noGrp="1"/>
          </p:cNvSpPr>
          <p:nvPr/>
        </p:nvSpPr>
        <p:spPr>
          <a:xfrm>
            <a:off x="7296099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9" name="F2_precision_recall_distributions_8183">
            <a:extLst>
              <a:ext uri="{FF2B5EF4-FFF2-40B4-BE49-F238E27FC236}">
                <a16:creationId xmlns:a16="http://schemas.microsoft.com/office/drawing/2014/main" id="{3717779D-5990-4F1E-9C38-57DB8E34273C}"/>
              </a:ext>
            </a:extLst>
          </p:cNvPr>
          <p:cNvSpPr>
            <a:spLocks noGrp="1"/>
          </p:cNvSpPr>
          <p:nvPr/>
        </p:nvSpPr>
        <p:spPr>
          <a:xfrm>
            <a:off x="711583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0" name="F2_precision_recall_distributions_8184">
            <a:extLst>
              <a:ext uri="{FF2B5EF4-FFF2-40B4-BE49-F238E27FC236}">
                <a16:creationId xmlns:a16="http://schemas.microsoft.com/office/drawing/2014/main" id="{54920248-A302-4C9B-AB81-5E6BA1EEDEEE}"/>
              </a:ext>
            </a:extLst>
          </p:cNvPr>
          <p:cNvSpPr>
            <a:spLocks noGrp="1"/>
          </p:cNvSpPr>
          <p:nvPr/>
        </p:nvSpPr>
        <p:spPr>
          <a:xfrm>
            <a:off x="7058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1" name="F2_precision_recall_distributions_8185">
            <a:extLst>
              <a:ext uri="{FF2B5EF4-FFF2-40B4-BE49-F238E27FC236}">
                <a16:creationId xmlns:a16="http://schemas.microsoft.com/office/drawing/2014/main" id="{A7853A2B-016B-44C0-97A2-62EF43EECC7E}"/>
              </a:ext>
            </a:extLst>
          </p:cNvPr>
          <p:cNvSpPr>
            <a:spLocks noGrp="1"/>
          </p:cNvSpPr>
          <p:nvPr/>
        </p:nvSpPr>
        <p:spPr>
          <a:xfrm>
            <a:off x="722270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2" name="F2_precision_recall_distributions_8186">
            <a:extLst>
              <a:ext uri="{FF2B5EF4-FFF2-40B4-BE49-F238E27FC236}">
                <a16:creationId xmlns:a16="http://schemas.microsoft.com/office/drawing/2014/main" id="{0523E95B-C61A-48CD-B82E-0E12D7DF4AE0}"/>
              </a:ext>
            </a:extLst>
          </p:cNvPr>
          <p:cNvSpPr>
            <a:spLocks noGrp="1"/>
          </p:cNvSpPr>
          <p:nvPr/>
        </p:nvSpPr>
        <p:spPr>
          <a:xfrm>
            <a:off x="71142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3" name="F2_precision_recall_distributions_8187">
            <a:extLst>
              <a:ext uri="{FF2B5EF4-FFF2-40B4-BE49-F238E27FC236}">
                <a16:creationId xmlns:a16="http://schemas.microsoft.com/office/drawing/2014/main" id="{E6435AE2-FB24-4652-9E3D-1ADD06A4C4F4}"/>
              </a:ext>
            </a:extLst>
          </p:cNvPr>
          <p:cNvSpPr>
            <a:spLocks noGrp="1"/>
          </p:cNvSpPr>
          <p:nvPr/>
        </p:nvSpPr>
        <p:spPr>
          <a:xfrm>
            <a:off x="727689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4" name="F2_precision_recall_distributions_8188">
            <a:extLst>
              <a:ext uri="{FF2B5EF4-FFF2-40B4-BE49-F238E27FC236}">
                <a16:creationId xmlns:a16="http://schemas.microsoft.com/office/drawing/2014/main" id="{FD8FD975-9399-436E-9BA7-3EBDD24C9C64}"/>
              </a:ext>
            </a:extLst>
          </p:cNvPr>
          <p:cNvSpPr>
            <a:spLocks noGrp="1"/>
          </p:cNvSpPr>
          <p:nvPr/>
        </p:nvSpPr>
        <p:spPr>
          <a:xfrm>
            <a:off x="6989695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5" name="F2_precision_recall_distributions_8189">
            <a:extLst>
              <a:ext uri="{FF2B5EF4-FFF2-40B4-BE49-F238E27FC236}">
                <a16:creationId xmlns:a16="http://schemas.microsoft.com/office/drawing/2014/main" id="{78D5AC27-95FA-4301-AC80-F791944DBEEC}"/>
              </a:ext>
            </a:extLst>
          </p:cNvPr>
          <p:cNvSpPr>
            <a:spLocks noGrp="1"/>
          </p:cNvSpPr>
          <p:nvPr/>
        </p:nvSpPr>
        <p:spPr>
          <a:xfrm>
            <a:off x="7243134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6" name="F2_precision_recall_distributions_8190">
            <a:extLst>
              <a:ext uri="{FF2B5EF4-FFF2-40B4-BE49-F238E27FC236}">
                <a16:creationId xmlns:a16="http://schemas.microsoft.com/office/drawing/2014/main" id="{73D4FCAF-C306-4E99-819E-BB2D2E2369E3}"/>
              </a:ext>
            </a:extLst>
          </p:cNvPr>
          <p:cNvSpPr>
            <a:spLocks noGrp="1"/>
          </p:cNvSpPr>
          <p:nvPr/>
        </p:nvSpPr>
        <p:spPr>
          <a:xfrm>
            <a:off x="72918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7" name="F2_precision_recall_distributions_8191">
            <a:extLst>
              <a:ext uri="{FF2B5EF4-FFF2-40B4-BE49-F238E27FC236}">
                <a16:creationId xmlns:a16="http://schemas.microsoft.com/office/drawing/2014/main" id="{6551392A-0752-4457-B0AC-5B54C047D758}"/>
              </a:ext>
            </a:extLst>
          </p:cNvPr>
          <p:cNvSpPr>
            <a:spLocks noGrp="1"/>
          </p:cNvSpPr>
          <p:nvPr/>
        </p:nvSpPr>
        <p:spPr>
          <a:xfrm>
            <a:off x="7223659" y="75516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8" name="F2_precision_recall_distributions_8192">
            <a:extLst>
              <a:ext uri="{FF2B5EF4-FFF2-40B4-BE49-F238E27FC236}">
                <a16:creationId xmlns:a16="http://schemas.microsoft.com/office/drawing/2014/main" id="{16555E52-2465-46EF-B7AA-D88290E460C2}"/>
              </a:ext>
            </a:extLst>
          </p:cNvPr>
          <p:cNvSpPr>
            <a:spLocks noGrp="1"/>
          </p:cNvSpPr>
          <p:nvPr/>
        </p:nvSpPr>
        <p:spPr>
          <a:xfrm>
            <a:off x="702311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9" name="F2_precision_recall_distributions_8193">
            <a:extLst>
              <a:ext uri="{FF2B5EF4-FFF2-40B4-BE49-F238E27FC236}">
                <a16:creationId xmlns:a16="http://schemas.microsoft.com/office/drawing/2014/main" id="{13274422-9644-448A-9403-2AA53526194E}"/>
              </a:ext>
            </a:extLst>
          </p:cNvPr>
          <p:cNvSpPr>
            <a:spLocks noGrp="1"/>
          </p:cNvSpPr>
          <p:nvPr/>
        </p:nvSpPr>
        <p:spPr>
          <a:xfrm>
            <a:off x="72854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0" name="F2_precision_recall_distributions_8194">
            <a:extLst>
              <a:ext uri="{FF2B5EF4-FFF2-40B4-BE49-F238E27FC236}">
                <a16:creationId xmlns:a16="http://schemas.microsoft.com/office/drawing/2014/main" id="{B9D35527-B473-4D85-A5CF-0936C12B86F0}"/>
              </a:ext>
            </a:extLst>
          </p:cNvPr>
          <p:cNvSpPr>
            <a:spLocks noGrp="1"/>
          </p:cNvSpPr>
          <p:nvPr/>
        </p:nvSpPr>
        <p:spPr>
          <a:xfrm>
            <a:off x="71934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1" name="F2_precision_recall_distributions_8195">
            <a:extLst>
              <a:ext uri="{FF2B5EF4-FFF2-40B4-BE49-F238E27FC236}">
                <a16:creationId xmlns:a16="http://schemas.microsoft.com/office/drawing/2014/main" id="{D34B432D-21C9-4443-B5B4-41A0716D2F9D}"/>
              </a:ext>
            </a:extLst>
          </p:cNvPr>
          <p:cNvSpPr>
            <a:spLocks noGrp="1"/>
          </p:cNvSpPr>
          <p:nvPr/>
        </p:nvSpPr>
        <p:spPr>
          <a:xfrm>
            <a:off x="70304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2" name="F2_precision_recall_distributions_8196">
            <a:extLst>
              <a:ext uri="{FF2B5EF4-FFF2-40B4-BE49-F238E27FC236}">
                <a16:creationId xmlns:a16="http://schemas.microsoft.com/office/drawing/2014/main" id="{BECD1BB3-1449-4BB9-AAF0-D7EA0B30C64B}"/>
              </a:ext>
            </a:extLst>
          </p:cNvPr>
          <p:cNvSpPr>
            <a:spLocks noGrp="1"/>
          </p:cNvSpPr>
          <p:nvPr/>
        </p:nvSpPr>
        <p:spPr>
          <a:xfrm>
            <a:off x="725480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3" name="F2_precision_recall_distributions_8197">
            <a:extLst>
              <a:ext uri="{FF2B5EF4-FFF2-40B4-BE49-F238E27FC236}">
                <a16:creationId xmlns:a16="http://schemas.microsoft.com/office/drawing/2014/main" id="{861FABE3-A9C5-497B-8A3C-04A69618FC83}"/>
              </a:ext>
            </a:extLst>
          </p:cNvPr>
          <p:cNvSpPr>
            <a:spLocks noGrp="1"/>
          </p:cNvSpPr>
          <p:nvPr/>
        </p:nvSpPr>
        <p:spPr>
          <a:xfrm>
            <a:off x="718208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4" name="F2_precision_recall_distributions_8198">
            <a:extLst>
              <a:ext uri="{FF2B5EF4-FFF2-40B4-BE49-F238E27FC236}">
                <a16:creationId xmlns:a16="http://schemas.microsoft.com/office/drawing/2014/main" id="{BC389C36-0D14-43C8-AB29-21098928110A}"/>
              </a:ext>
            </a:extLst>
          </p:cNvPr>
          <p:cNvSpPr>
            <a:spLocks noGrp="1"/>
          </p:cNvSpPr>
          <p:nvPr/>
        </p:nvSpPr>
        <p:spPr>
          <a:xfrm>
            <a:off x="71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5" name="F2_precision_recall_distributions_8199">
            <a:extLst>
              <a:ext uri="{FF2B5EF4-FFF2-40B4-BE49-F238E27FC236}">
                <a16:creationId xmlns:a16="http://schemas.microsoft.com/office/drawing/2014/main" id="{4A51B771-18AA-414F-8792-B2150B911725}"/>
              </a:ext>
            </a:extLst>
          </p:cNvPr>
          <p:cNvSpPr>
            <a:spLocks noGrp="1"/>
          </p:cNvSpPr>
          <p:nvPr/>
        </p:nvSpPr>
        <p:spPr>
          <a:xfrm>
            <a:off x="7283327" y="77967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6" name="F2_precision_recall_distributions_8200">
            <a:extLst>
              <a:ext uri="{FF2B5EF4-FFF2-40B4-BE49-F238E27FC236}">
                <a16:creationId xmlns:a16="http://schemas.microsoft.com/office/drawing/2014/main" id="{426F2D0E-D4E8-4768-BAFA-87DD8EA57A57}"/>
              </a:ext>
            </a:extLst>
          </p:cNvPr>
          <p:cNvSpPr>
            <a:spLocks noGrp="1"/>
          </p:cNvSpPr>
          <p:nvPr/>
        </p:nvSpPr>
        <p:spPr>
          <a:xfrm>
            <a:off x="707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7" name="F2_precision_recall_distributions_8201">
            <a:extLst>
              <a:ext uri="{FF2B5EF4-FFF2-40B4-BE49-F238E27FC236}">
                <a16:creationId xmlns:a16="http://schemas.microsoft.com/office/drawing/2014/main" id="{29C7ED6E-394E-4798-BB3C-3330CC5603F7}"/>
              </a:ext>
            </a:extLst>
          </p:cNvPr>
          <p:cNvSpPr>
            <a:spLocks noGrp="1"/>
          </p:cNvSpPr>
          <p:nvPr/>
        </p:nvSpPr>
        <p:spPr>
          <a:xfrm>
            <a:off x="73217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8" name="F2_precision_recall_distributions_8202">
            <a:extLst>
              <a:ext uri="{FF2B5EF4-FFF2-40B4-BE49-F238E27FC236}">
                <a16:creationId xmlns:a16="http://schemas.microsoft.com/office/drawing/2014/main" id="{29BB53FF-9A07-4F6F-88CA-65B3F9A549F7}"/>
              </a:ext>
            </a:extLst>
          </p:cNvPr>
          <p:cNvSpPr>
            <a:spLocks noGrp="1"/>
          </p:cNvSpPr>
          <p:nvPr/>
        </p:nvSpPr>
        <p:spPr>
          <a:xfrm>
            <a:off x="7992389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5389" name="F2_precision_recall_distributions_8203">
            <a:extLst>
              <a:ext uri="{FF2B5EF4-FFF2-40B4-BE49-F238E27FC236}">
                <a16:creationId xmlns:a16="http://schemas.microsoft.com/office/drawing/2014/main" id="{26DFFFB4-97A2-43CA-A765-A170521BCB5C}"/>
              </a:ext>
            </a:extLst>
          </p:cNvPr>
          <p:cNvSpPr>
            <a:spLocks noGrp="1"/>
          </p:cNvSpPr>
          <p:nvPr/>
        </p:nvSpPr>
        <p:spPr>
          <a:xfrm>
            <a:off x="84514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0" name="F2_precision_recall_distributions_8204">
            <a:extLst>
              <a:ext uri="{FF2B5EF4-FFF2-40B4-BE49-F238E27FC236}">
                <a16:creationId xmlns:a16="http://schemas.microsoft.com/office/drawing/2014/main" id="{A6CCCD07-4A3D-450A-8EAF-D19A83784D8C}"/>
              </a:ext>
            </a:extLst>
          </p:cNvPr>
          <p:cNvSpPr>
            <a:spLocks noGrp="1"/>
          </p:cNvSpPr>
          <p:nvPr/>
        </p:nvSpPr>
        <p:spPr>
          <a:xfrm>
            <a:off x="82396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1" name="F2_precision_recall_distributions_8205">
            <a:extLst>
              <a:ext uri="{FF2B5EF4-FFF2-40B4-BE49-F238E27FC236}">
                <a16:creationId xmlns:a16="http://schemas.microsoft.com/office/drawing/2014/main" id="{5C640CEB-B8BF-4B34-BAA0-C7057DFFD6FA}"/>
              </a:ext>
            </a:extLst>
          </p:cNvPr>
          <p:cNvSpPr>
            <a:spLocks noGrp="1"/>
          </p:cNvSpPr>
          <p:nvPr/>
        </p:nvSpPr>
        <p:spPr>
          <a:xfrm>
            <a:off x="8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2" name="F2_precision_recall_distributions_8206">
            <a:extLst>
              <a:ext uri="{FF2B5EF4-FFF2-40B4-BE49-F238E27FC236}">
                <a16:creationId xmlns:a16="http://schemas.microsoft.com/office/drawing/2014/main" id="{81AC65A2-54D4-418B-A403-B6E5DF641CD8}"/>
              </a:ext>
            </a:extLst>
          </p:cNvPr>
          <p:cNvSpPr>
            <a:spLocks noGrp="1"/>
          </p:cNvSpPr>
          <p:nvPr/>
        </p:nvSpPr>
        <p:spPr>
          <a:xfrm>
            <a:off x="8471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3" name="F2_precision_recall_distributions_8207">
            <a:extLst>
              <a:ext uri="{FF2B5EF4-FFF2-40B4-BE49-F238E27FC236}">
                <a16:creationId xmlns:a16="http://schemas.microsoft.com/office/drawing/2014/main" id="{E743055C-99ED-4033-9567-EB2857DFE54E}"/>
              </a:ext>
            </a:extLst>
          </p:cNvPr>
          <p:cNvSpPr>
            <a:spLocks noGrp="1"/>
          </p:cNvSpPr>
          <p:nvPr/>
        </p:nvSpPr>
        <p:spPr>
          <a:xfrm>
            <a:off x="8362698" y="75917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4" name="F2_precision_recall_distributions_8208">
            <a:extLst>
              <a:ext uri="{FF2B5EF4-FFF2-40B4-BE49-F238E27FC236}">
                <a16:creationId xmlns:a16="http://schemas.microsoft.com/office/drawing/2014/main" id="{734B5AC9-E424-4BE5-9FF4-6A3CF9ADCA42}"/>
              </a:ext>
            </a:extLst>
          </p:cNvPr>
          <p:cNvSpPr>
            <a:spLocks noGrp="1"/>
          </p:cNvSpPr>
          <p:nvPr/>
        </p:nvSpPr>
        <p:spPr>
          <a:xfrm>
            <a:off x="8336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5" name="F2_precision_recall_distributions_8209">
            <a:extLst>
              <a:ext uri="{FF2B5EF4-FFF2-40B4-BE49-F238E27FC236}">
                <a16:creationId xmlns:a16="http://schemas.microsoft.com/office/drawing/2014/main" id="{4D6448F4-7278-4031-90FC-401F1EFFFDA3}"/>
              </a:ext>
            </a:extLst>
          </p:cNvPr>
          <p:cNvSpPr>
            <a:spLocks noGrp="1"/>
          </p:cNvSpPr>
          <p:nvPr/>
        </p:nvSpPr>
        <p:spPr>
          <a:xfrm>
            <a:off x="83873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6" name="F2_precision_recall_distributions_8210">
            <a:extLst>
              <a:ext uri="{FF2B5EF4-FFF2-40B4-BE49-F238E27FC236}">
                <a16:creationId xmlns:a16="http://schemas.microsoft.com/office/drawing/2014/main" id="{4A2B5728-E8D4-4C4A-A934-14B3BAF00B8C}"/>
              </a:ext>
            </a:extLst>
          </p:cNvPr>
          <p:cNvSpPr>
            <a:spLocks noGrp="1"/>
          </p:cNvSpPr>
          <p:nvPr/>
        </p:nvSpPr>
        <p:spPr>
          <a:xfrm>
            <a:off x="8365800" y="71785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7" name="F2_precision_recall_distributions_8211">
            <a:extLst>
              <a:ext uri="{FF2B5EF4-FFF2-40B4-BE49-F238E27FC236}">
                <a16:creationId xmlns:a16="http://schemas.microsoft.com/office/drawing/2014/main" id="{944AEA57-C210-439E-896B-19B94A0B26DB}"/>
              </a:ext>
            </a:extLst>
          </p:cNvPr>
          <p:cNvSpPr>
            <a:spLocks noGrp="1"/>
          </p:cNvSpPr>
          <p:nvPr/>
        </p:nvSpPr>
        <p:spPr>
          <a:xfrm>
            <a:off x="81690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8" name="F2_precision_recall_distributions_8212">
            <a:extLst>
              <a:ext uri="{FF2B5EF4-FFF2-40B4-BE49-F238E27FC236}">
                <a16:creationId xmlns:a16="http://schemas.microsoft.com/office/drawing/2014/main" id="{43CC6A52-1FE2-4F23-AF0D-69959657FE51}"/>
              </a:ext>
            </a:extLst>
          </p:cNvPr>
          <p:cNvSpPr>
            <a:spLocks noGrp="1"/>
          </p:cNvSpPr>
          <p:nvPr/>
        </p:nvSpPr>
        <p:spPr>
          <a:xfrm>
            <a:off x="8162877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9" name="F2_precision_recall_distributions_8213">
            <a:extLst>
              <a:ext uri="{FF2B5EF4-FFF2-40B4-BE49-F238E27FC236}">
                <a16:creationId xmlns:a16="http://schemas.microsoft.com/office/drawing/2014/main" id="{C76ADB86-2E62-402C-9030-7F0C9B7284D1}"/>
              </a:ext>
            </a:extLst>
          </p:cNvPr>
          <p:cNvSpPr>
            <a:spLocks noGrp="1"/>
          </p:cNvSpPr>
          <p:nvPr/>
        </p:nvSpPr>
        <p:spPr>
          <a:xfrm>
            <a:off x="8322909" y="78009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0" name="F2_precision_recall_distributions_8214">
            <a:extLst>
              <a:ext uri="{FF2B5EF4-FFF2-40B4-BE49-F238E27FC236}">
                <a16:creationId xmlns:a16="http://schemas.microsoft.com/office/drawing/2014/main" id="{7EB6B194-7A66-428B-B49E-18C9ABC61562}"/>
              </a:ext>
            </a:extLst>
          </p:cNvPr>
          <p:cNvSpPr>
            <a:spLocks noGrp="1"/>
          </p:cNvSpPr>
          <p:nvPr/>
        </p:nvSpPr>
        <p:spPr>
          <a:xfrm>
            <a:off x="8246488" y="7249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1" name="F2_precision_recall_distributions_8215">
            <a:extLst>
              <a:ext uri="{FF2B5EF4-FFF2-40B4-BE49-F238E27FC236}">
                <a16:creationId xmlns:a16="http://schemas.microsoft.com/office/drawing/2014/main" id="{EADCC57A-57C6-4926-A390-92F1E9C0B84D}"/>
              </a:ext>
            </a:extLst>
          </p:cNvPr>
          <p:cNvSpPr>
            <a:spLocks noGrp="1"/>
          </p:cNvSpPr>
          <p:nvPr/>
        </p:nvSpPr>
        <p:spPr>
          <a:xfrm>
            <a:off x="8381680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2" name="F2_precision_recall_distributions_8216">
            <a:extLst>
              <a:ext uri="{FF2B5EF4-FFF2-40B4-BE49-F238E27FC236}">
                <a16:creationId xmlns:a16="http://schemas.microsoft.com/office/drawing/2014/main" id="{12A4B8FF-4A9E-4EC8-90BD-C1E725C089EB}"/>
              </a:ext>
            </a:extLst>
          </p:cNvPr>
          <p:cNvSpPr>
            <a:spLocks noGrp="1"/>
          </p:cNvSpPr>
          <p:nvPr/>
        </p:nvSpPr>
        <p:spPr>
          <a:xfrm>
            <a:off x="8195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3" name="F2_precision_recall_distributions_8217">
            <a:extLst>
              <a:ext uri="{FF2B5EF4-FFF2-40B4-BE49-F238E27FC236}">
                <a16:creationId xmlns:a16="http://schemas.microsoft.com/office/drawing/2014/main" id="{E31B76CA-EDC9-48DC-89BA-4C983690713A}"/>
              </a:ext>
            </a:extLst>
          </p:cNvPr>
          <p:cNvSpPr>
            <a:spLocks noGrp="1"/>
          </p:cNvSpPr>
          <p:nvPr/>
        </p:nvSpPr>
        <p:spPr>
          <a:xfrm>
            <a:off x="84839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4" name="F2_precision_recall_distributions_8218">
            <a:extLst>
              <a:ext uri="{FF2B5EF4-FFF2-40B4-BE49-F238E27FC236}">
                <a16:creationId xmlns:a16="http://schemas.microsoft.com/office/drawing/2014/main" id="{86A9C3D0-8803-4BEE-99FF-B0739A0787B8}"/>
              </a:ext>
            </a:extLst>
          </p:cNvPr>
          <p:cNvSpPr>
            <a:spLocks noGrp="1"/>
          </p:cNvSpPr>
          <p:nvPr/>
        </p:nvSpPr>
        <p:spPr>
          <a:xfrm>
            <a:off x="8467545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5" name="F2_precision_recall_distributions_8219">
            <a:extLst>
              <a:ext uri="{FF2B5EF4-FFF2-40B4-BE49-F238E27FC236}">
                <a16:creationId xmlns:a16="http://schemas.microsoft.com/office/drawing/2014/main" id="{98B2E295-BBBA-4DD1-BB61-D0FECA16ABCF}"/>
              </a:ext>
            </a:extLst>
          </p:cNvPr>
          <p:cNvSpPr>
            <a:spLocks noGrp="1"/>
          </p:cNvSpPr>
          <p:nvPr/>
        </p:nvSpPr>
        <p:spPr>
          <a:xfrm>
            <a:off x="8360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6" name="F2_precision_recall_distributions_8220">
            <a:extLst>
              <a:ext uri="{FF2B5EF4-FFF2-40B4-BE49-F238E27FC236}">
                <a16:creationId xmlns:a16="http://schemas.microsoft.com/office/drawing/2014/main" id="{7224FB76-F666-4FC4-86CA-95EA3D413D76}"/>
              </a:ext>
            </a:extLst>
          </p:cNvPr>
          <p:cNvSpPr>
            <a:spLocks noGrp="1"/>
          </p:cNvSpPr>
          <p:nvPr/>
        </p:nvSpPr>
        <p:spPr>
          <a:xfrm>
            <a:off x="81819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7" name="F2_precision_recall_distributions_8221">
            <a:extLst>
              <a:ext uri="{FF2B5EF4-FFF2-40B4-BE49-F238E27FC236}">
                <a16:creationId xmlns:a16="http://schemas.microsoft.com/office/drawing/2014/main" id="{F233782F-0766-4A25-AF07-A792B99693C3}"/>
              </a:ext>
            </a:extLst>
          </p:cNvPr>
          <p:cNvSpPr>
            <a:spLocks noGrp="1"/>
          </p:cNvSpPr>
          <p:nvPr/>
        </p:nvSpPr>
        <p:spPr>
          <a:xfrm>
            <a:off x="81331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8" name="F2_precision_recall_distributions_8222">
            <a:extLst>
              <a:ext uri="{FF2B5EF4-FFF2-40B4-BE49-F238E27FC236}">
                <a16:creationId xmlns:a16="http://schemas.microsoft.com/office/drawing/2014/main" id="{7C8C4CF0-4633-488D-AAD0-E635EE81ABB1}"/>
              </a:ext>
            </a:extLst>
          </p:cNvPr>
          <p:cNvSpPr>
            <a:spLocks noGrp="1"/>
          </p:cNvSpPr>
          <p:nvPr/>
        </p:nvSpPr>
        <p:spPr>
          <a:xfrm>
            <a:off x="8443472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9" name="F2_precision_recall_distributions_8223">
            <a:extLst>
              <a:ext uri="{FF2B5EF4-FFF2-40B4-BE49-F238E27FC236}">
                <a16:creationId xmlns:a16="http://schemas.microsoft.com/office/drawing/2014/main" id="{4C04E83C-BC84-4970-80AC-2D02CF3CF1A0}"/>
              </a:ext>
            </a:extLst>
          </p:cNvPr>
          <p:cNvSpPr>
            <a:spLocks noGrp="1"/>
          </p:cNvSpPr>
          <p:nvPr/>
        </p:nvSpPr>
        <p:spPr>
          <a:xfrm>
            <a:off x="82381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0" name="F2_precision_recall_distributions_8224">
            <a:extLst>
              <a:ext uri="{FF2B5EF4-FFF2-40B4-BE49-F238E27FC236}">
                <a16:creationId xmlns:a16="http://schemas.microsoft.com/office/drawing/2014/main" id="{BBC03421-FFBA-447E-A409-E51578D45EED}"/>
              </a:ext>
            </a:extLst>
          </p:cNvPr>
          <p:cNvSpPr>
            <a:spLocks noGrp="1"/>
          </p:cNvSpPr>
          <p:nvPr/>
        </p:nvSpPr>
        <p:spPr>
          <a:xfrm>
            <a:off x="82027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1" name="F2_precision_recall_distributions_8225">
            <a:extLst>
              <a:ext uri="{FF2B5EF4-FFF2-40B4-BE49-F238E27FC236}">
                <a16:creationId xmlns:a16="http://schemas.microsoft.com/office/drawing/2014/main" id="{32A2A54B-BEEB-4E88-ABB9-D28A4304BA96}"/>
              </a:ext>
            </a:extLst>
          </p:cNvPr>
          <p:cNvSpPr>
            <a:spLocks noGrp="1"/>
          </p:cNvSpPr>
          <p:nvPr/>
        </p:nvSpPr>
        <p:spPr>
          <a:xfrm>
            <a:off x="8329561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2" name="F2_precision_recall_distributions_8226">
            <a:extLst>
              <a:ext uri="{FF2B5EF4-FFF2-40B4-BE49-F238E27FC236}">
                <a16:creationId xmlns:a16="http://schemas.microsoft.com/office/drawing/2014/main" id="{7C8DFCB0-65BE-4C8B-97C3-8A5492C275A5}"/>
              </a:ext>
            </a:extLst>
          </p:cNvPr>
          <p:cNvSpPr>
            <a:spLocks noGrp="1"/>
          </p:cNvSpPr>
          <p:nvPr/>
        </p:nvSpPr>
        <p:spPr>
          <a:xfrm>
            <a:off x="8426309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3" name="F2_precision_recall_distributions_8227">
            <a:extLst>
              <a:ext uri="{FF2B5EF4-FFF2-40B4-BE49-F238E27FC236}">
                <a16:creationId xmlns:a16="http://schemas.microsoft.com/office/drawing/2014/main" id="{B1F95D68-805D-48CB-908C-3FBC79243E2D}"/>
              </a:ext>
            </a:extLst>
          </p:cNvPr>
          <p:cNvSpPr>
            <a:spLocks noGrp="1"/>
          </p:cNvSpPr>
          <p:nvPr/>
        </p:nvSpPr>
        <p:spPr>
          <a:xfrm>
            <a:off x="82721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4" name="F2_precision_recall_distributions_8228">
            <a:extLst>
              <a:ext uri="{FF2B5EF4-FFF2-40B4-BE49-F238E27FC236}">
                <a16:creationId xmlns:a16="http://schemas.microsoft.com/office/drawing/2014/main" id="{80E4DFBC-67D3-4BC0-A2F8-EED806375D21}"/>
              </a:ext>
            </a:extLst>
          </p:cNvPr>
          <p:cNvSpPr>
            <a:spLocks noGrp="1"/>
          </p:cNvSpPr>
          <p:nvPr/>
        </p:nvSpPr>
        <p:spPr>
          <a:xfrm>
            <a:off x="82880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5" name="F2_precision_recall_distributions_8229">
            <a:extLst>
              <a:ext uri="{FF2B5EF4-FFF2-40B4-BE49-F238E27FC236}">
                <a16:creationId xmlns:a16="http://schemas.microsoft.com/office/drawing/2014/main" id="{54F78034-DCDF-4ADF-8303-6A8B60107618}"/>
              </a:ext>
            </a:extLst>
          </p:cNvPr>
          <p:cNvSpPr>
            <a:spLocks noGrp="1"/>
          </p:cNvSpPr>
          <p:nvPr/>
        </p:nvSpPr>
        <p:spPr>
          <a:xfrm>
            <a:off x="81506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6" name="F2_precision_recall_distributions_8230">
            <a:extLst>
              <a:ext uri="{FF2B5EF4-FFF2-40B4-BE49-F238E27FC236}">
                <a16:creationId xmlns:a16="http://schemas.microsoft.com/office/drawing/2014/main" id="{8808BFC4-ABA1-45D3-8F0F-9D5DB283C0F9}"/>
              </a:ext>
            </a:extLst>
          </p:cNvPr>
          <p:cNvSpPr>
            <a:spLocks noGrp="1"/>
          </p:cNvSpPr>
          <p:nvPr/>
        </p:nvSpPr>
        <p:spPr>
          <a:xfrm>
            <a:off x="82697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7" name="F2_precision_recall_distributions_8231">
            <a:extLst>
              <a:ext uri="{FF2B5EF4-FFF2-40B4-BE49-F238E27FC236}">
                <a16:creationId xmlns:a16="http://schemas.microsoft.com/office/drawing/2014/main" id="{8DC1F94D-048E-42DA-BCB0-A8732A81471F}"/>
              </a:ext>
            </a:extLst>
          </p:cNvPr>
          <p:cNvSpPr>
            <a:spLocks noGrp="1"/>
          </p:cNvSpPr>
          <p:nvPr/>
        </p:nvSpPr>
        <p:spPr>
          <a:xfrm>
            <a:off x="8196430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8" name="F2_precision_recall_distributions_8232">
            <a:extLst>
              <a:ext uri="{FF2B5EF4-FFF2-40B4-BE49-F238E27FC236}">
                <a16:creationId xmlns:a16="http://schemas.microsoft.com/office/drawing/2014/main" id="{88904172-A490-4365-9210-8BDF3AD80B1E}"/>
              </a:ext>
            </a:extLst>
          </p:cNvPr>
          <p:cNvSpPr>
            <a:spLocks noGrp="1"/>
          </p:cNvSpPr>
          <p:nvPr/>
        </p:nvSpPr>
        <p:spPr>
          <a:xfrm>
            <a:off x="813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9" name="F2_precision_recall_distributions_8233">
            <a:extLst>
              <a:ext uri="{FF2B5EF4-FFF2-40B4-BE49-F238E27FC236}">
                <a16:creationId xmlns:a16="http://schemas.microsoft.com/office/drawing/2014/main" id="{A31A9958-AE9A-4FFC-9AC6-1C082ADFC85F}"/>
              </a:ext>
            </a:extLst>
          </p:cNvPr>
          <p:cNvSpPr>
            <a:spLocks noGrp="1"/>
          </p:cNvSpPr>
          <p:nvPr/>
        </p:nvSpPr>
        <p:spPr>
          <a:xfrm>
            <a:off x="82538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0" name="F2_precision_recall_distributions_8234">
            <a:extLst>
              <a:ext uri="{FF2B5EF4-FFF2-40B4-BE49-F238E27FC236}">
                <a16:creationId xmlns:a16="http://schemas.microsoft.com/office/drawing/2014/main" id="{FBD988D6-52C5-42B7-86B4-4AEAD2F62BA3}"/>
              </a:ext>
            </a:extLst>
          </p:cNvPr>
          <p:cNvSpPr>
            <a:spLocks noGrp="1"/>
          </p:cNvSpPr>
          <p:nvPr/>
        </p:nvSpPr>
        <p:spPr>
          <a:xfrm>
            <a:off x="8466373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1" name="F2_precision_recall_distributions_8235">
            <a:extLst>
              <a:ext uri="{FF2B5EF4-FFF2-40B4-BE49-F238E27FC236}">
                <a16:creationId xmlns:a16="http://schemas.microsoft.com/office/drawing/2014/main" id="{B9E0BC35-5BAE-407A-87AC-52ACD5DE8707}"/>
              </a:ext>
            </a:extLst>
          </p:cNvPr>
          <p:cNvSpPr>
            <a:spLocks noGrp="1"/>
          </p:cNvSpPr>
          <p:nvPr/>
        </p:nvSpPr>
        <p:spPr>
          <a:xfrm>
            <a:off x="82595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2" name="F2_precision_recall_distributions_8236">
            <a:extLst>
              <a:ext uri="{FF2B5EF4-FFF2-40B4-BE49-F238E27FC236}">
                <a16:creationId xmlns:a16="http://schemas.microsoft.com/office/drawing/2014/main" id="{0F71577D-1E6B-44F1-8697-172D2BCA4FCE}"/>
              </a:ext>
            </a:extLst>
          </p:cNvPr>
          <p:cNvSpPr>
            <a:spLocks noGrp="1"/>
          </p:cNvSpPr>
          <p:nvPr/>
        </p:nvSpPr>
        <p:spPr>
          <a:xfrm>
            <a:off x="83871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3" name="F2_precision_recall_distributions_8237">
            <a:extLst>
              <a:ext uri="{FF2B5EF4-FFF2-40B4-BE49-F238E27FC236}">
                <a16:creationId xmlns:a16="http://schemas.microsoft.com/office/drawing/2014/main" id="{DDA6B049-9B8C-45BE-8C88-ABA10F6F859F}"/>
              </a:ext>
            </a:extLst>
          </p:cNvPr>
          <p:cNvSpPr>
            <a:spLocks noGrp="1"/>
          </p:cNvSpPr>
          <p:nvPr/>
        </p:nvSpPr>
        <p:spPr>
          <a:xfrm>
            <a:off x="8139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4" name="F2_precision_recall_distributions_8238">
            <a:extLst>
              <a:ext uri="{FF2B5EF4-FFF2-40B4-BE49-F238E27FC236}">
                <a16:creationId xmlns:a16="http://schemas.microsoft.com/office/drawing/2014/main" id="{47F2B2D7-6419-4C42-907C-3114772C382A}"/>
              </a:ext>
            </a:extLst>
          </p:cNvPr>
          <p:cNvSpPr>
            <a:spLocks noGrp="1"/>
          </p:cNvSpPr>
          <p:nvPr/>
        </p:nvSpPr>
        <p:spPr>
          <a:xfrm>
            <a:off x="8335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5" name="F2_precision_recall_distributions_8239">
            <a:extLst>
              <a:ext uri="{FF2B5EF4-FFF2-40B4-BE49-F238E27FC236}">
                <a16:creationId xmlns:a16="http://schemas.microsoft.com/office/drawing/2014/main" id="{F5AA7F42-EF1C-4AEB-9981-21E3A1C496BD}"/>
              </a:ext>
            </a:extLst>
          </p:cNvPr>
          <p:cNvSpPr>
            <a:spLocks noGrp="1"/>
          </p:cNvSpPr>
          <p:nvPr/>
        </p:nvSpPr>
        <p:spPr>
          <a:xfrm>
            <a:off x="8159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6" name="F2_precision_recall_distributions_8240">
            <a:extLst>
              <a:ext uri="{FF2B5EF4-FFF2-40B4-BE49-F238E27FC236}">
                <a16:creationId xmlns:a16="http://schemas.microsoft.com/office/drawing/2014/main" id="{EE1B64DB-5140-4A27-BBA4-0AD855E6B767}"/>
              </a:ext>
            </a:extLst>
          </p:cNvPr>
          <p:cNvSpPr>
            <a:spLocks noGrp="1"/>
          </p:cNvSpPr>
          <p:nvPr/>
        </p:nvSpPr>
        <p:spPr>
          <a:xfrm>
            <a:off x="8167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7" name="F2_precision_recall_distributions_8241">
            <a:extLst>
              <a:ext uri="{FF2B5EF4-FFF2-40B4-BE49-F238E27FC236}">
                <a16:creationId xmlns:a16="http://schemas.microsoft.com/office/drawing/2014/main" id="{BD2BD0C9-22A5-4275-A9D7-94DF83EDD7C0}"/>
              </a:ext>
            </a:extLst>
          </p:cNvPr>
          <p:cNvSpPr>
            <a:spLocks noGrp="1"/>
          </p:cNvSpPr>
          <p:nvPr/>
        </p:nvSpPr>
        <p:spPr>
          <a:xfrm>
            <a:off x="83713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8" name="F2_precision_recall_distributions_8242">
            <a:extLst>
              <a:ext uri="{FF2B5EF4-FFF2-40B4-BE49-F238E27FC236}">
                <a16:creationId xmlns:a16="http://schemas.microsoft.com/office/drawing/2014/main" id="{FD159CA9-7FA8-4F57-9BD0-3C1BF6AAAC86}"/>
              </a:ext>
            </a:extLst>
          </p:cNvPr>
          <p:cNvSpPr>
            <a:spLocks noGrp="1"/>
          </p:cNvSpPr>
          <p:nvPr/>
        </p:nvSpPr>
        <p:spPr>
          <a:xfrm>
            <a:off x="82493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9" name="F2_precision_recall_distributions_8243">
            <a:extLst>
              <a:ext uri="{FF2B5EF4-FFF2-40B4-BE49-F238E27FC236}">
                <a16:creationId xmlns:a16="http://schemas.microsoft.com/office/drawing/2014/main" id="{FD7466F2-5049-44E1-98E1-4323B370662E}"/>
              </a:ext>
            </a:extLst>
          </p:cNvPr>
          <p:cNvSpPr>
            <a:spLocks noGrp="1"/>
          </p:cNvSpPr>
          <p:nvPr/>
        </p:nvSpPr>
        <p:spPr>
          <a:xfrm>
            <a:off x="82488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0" name="F2_precision_recall_distributions_8244">
            <a:extLst>
              <a:ext uri="{FF2B5EF4-FFF2-40B4-BE49-F238E27FC236}">
                <a16:creationId xmlns:a16="http://schemas.microsoft.com/office/drawing/2014/main" id="{0DB40F12-F675-4543-B50C-AB26DA8BCC47}"/>
              </a:ext>
            </a:extLst>
          </p:cNvPr>
          <p:cNvSpPr>
            <a:spLocks noGrp="1"/>
          </p:cNvSpPr>
          <p:nvPr/>
        </p:nvSpPr>
        <p:spPr>
          <a:xfrm>
            <a:off x="8403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1" name="F2_precision_recall_distributions_8245">
            <a:extLst>
              <a:ext uri="{FF2B5EF4-FFF2-40B4-BE49-F238E27FC236}">
                <a16:creationId xmlns:a16="http://schemas.microsoft.com/office/drawing/2014/main" id="{F5D3969E-4CCC-4C80-A7BF-4B98F6A40B7C}"/>
              </a:ext>
            </a:extLst>
          </p:cNvPr>
          <p:cNvSpPr>
            <a:spLocks noGrp="1"/>
          </p:cNvSpPr>
          <p:nvPr/>
        </p:nvSpPr>
        <p:spPr>
          <a:xfrm>
            <a:off x="83619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2" name="F2_precision_recall_distributions_8246">
            <a:extLst>
              <a:ext uri="{FF2B5EF4-FFF2-40B4-BE49-F238E27FC236}">
                <a16:creationId xmlns:a16="http://schemas.microsoft.com/office/drawing/2014/main" id="{17626937-9A62-4983-9946-10138D63AC57}"/>
              </a:ext>
            </a:extLst>
          </p:cNvPr>
          <p:cNvSpPr>
            <a:spLocks noGrp="1"/>
          </p:cNvSpPr>
          <p:nvPr/>
        </p:nvSpPr>
        <p:spPr>
          <a:xfrm>
            <a:off x="81517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3" name="F2_precision_recall_distributions_8247">
            <a:extLst>
              <a:ext uri="{FF2B5EF4-FFF2-40B4-BE49-F238E27FC236}">
                <a16:creationId xmlns:a16="http://schemas.microsoft.com/office/drawing/2014/main" id="{8F67FE49-AEEF-4F22-AD56-7949F863F2AD}"/>
              </a:ext>
            </a:extLst>
          </p:cNvPr>
          <p:cNvSpPr>
            <a:spLocks noGrp="1"/>
          </p:cNvSpPr>
          <p:nvPr/>
        </p:nvSpPr>
        <p:spPr>
          <a:xfrm>
            <a:off x="8297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4" name="F2_precision_recall_distributions_8248">
            <a:extLst>
              <a:ext uri="{FF2B5EF4-FFF2-40B4-BE49-F238E27FC236}">
                <a16:creationId xmlns:a16="http://schemas.microsoft.com/office/drawing/2014/main" id="{9A482DDE-A2F4-441A-BE23-61C678545695}"/>
              </a:ext>
            </a:extLst>
          </p:cNvPr>
          <p:cNvSpPr>
            <a:spLocks noGrp="1"/>
          </p:cNvSpPr>
          <p:nvPr/>
        </p:nvSpPr>
        <p:spPr>
          <a:xfrm>
            <a:off x="84804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5" name="F2_precision_recall_distributions_8249">
            <a:extLst>
              <a:ext uri="{FF2B5EF4-FFF2-40B4-BE49-F238E27FC236}">
                <a16:creationId xmlns:a16="http://schemas.microsoft.com/office/drawing/2014/main" id="{2F01E130-FED0-417F-B580-E76F674019DA}"/>
              </a:ext>
            </a:extLst>
          </p:cNvPr>
          <p:cNvSpPr>
            <a:spLocks noGrp="1"/>
          </p:cNvSpPr>
          <p:nvPr/>
        </p:nvSpPr>
        <p:spPr>
          <a:xfrm>
            <a:off x="8292552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6" name="F2_precision_recall_distributions_8250">
            <a:extLst>
              <a:ext uri="{FF2B5EF4-FFF2-40B4-BE49-F238E27FC236}">
                <a16:creationId xmlns:a16="http://schemas.microsoft.com/office/drawing/2014/main" id="{4BBF56D0-9174-45DA-9EC4-0918DEFEFB43}"/>
              </a:ext>
            </a:extLst>
          </p:cNvPr>
          <p:cNvSpPr>
            <a:spLocks noGrp="1"/>
          </p:cNvSpPr>
          <p:nvPr/>
        </p:nvSpPr>
        <p:spPr>
          <a:xfrm>
            <a:off x="8249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7" name="F2_precision_recall_distributions_8251">
            <a:extLst>
              <a:ext uri="{FF2B5EF4-FFF2-40B4-BE49-F238E27FC236}">
                <a16:creationId xmlns:a16="http://schemas.microsoft.com/office/drawing/2014/main" id="{CDC25E24-AF06-469D-9DF7-70C587E67C1E}"/>
              </a:ext>
            </a:extLst>
          </p:cNvPr>
          <p:cNvSpPr>
            <a:spLocks noGrp="1"/>
          </p:cNvSpPr>
          <p:nvPr/>
        </p:nvSpPr>
        <p:spPr>
          <a:xfrm>
            <a:off x="81459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8" name="F2_precision_recall_distributions_8252">
            <a:extLst>
              <a:ext uri="{FF2B5EF4-FFF2-40B4-BE49-F238E27FC236}">
                <a16:creationId xmlns:a16="http://schemas.microsoft.com/office/drawing/2014/main" id="{A884816A-3983-46ED-A8B3-1FECF7B2DAC2}"/>
              </a:ext>
            </a:extLst>
          </p:cNvPr>
          <p:cNvSpPr>
            <a:spLocks noGrp="1"/>
          </p:cNvSpPr>
          <p:nvPr/>
        </p:nvSpPr>
        <p:spPr>
          <a:xfrm>
            <a:off x="839034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9" name="F2_precision_recall_distributions_8253">
            <a:extLst>
              <a:ext uri="{FF2B5EF4-FFF2-40B4-BE49-F238E27FC236}">
                <a16:creationId xmlns:a16="http://schemas.microsoft.com/office/drawing/2014/main" id="{AF646EAF-D0E7-4170-B079-4F42373E5736}"/>
              </a:ext>
            </a:extLst>
          </p:cNvPr>
          <p:cNvSpPr>
            <a:spLocks noGrp="1"/>
          </p:cNvSpPr>
          <p:nvPr/>
        </p:nvSpPr>
        <p:spPr>
          <a:xfrm>
            <a:off x="836547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0" name="F2_precision_recall_distributions_8254">
            <a:extLst>
              <a:ext uri="{FF2B5EF4-FFF2-40B4-BE49-F238E27FC236}">
                <a16:creationId xmlns:a16="http://schemas.microsoft.com/office/drawing/2014/main" id="{FB0830F3-98B5-4E2D-8ADA-644107A279BE}"/>
              </a:ext>
            </a:extLst>
          </p:cNvPr>
          <p:cNvSpPr>
            <a:spLocks noGrp="1"/>
          </p:cNvSpPr>
          <p:nvPr/>
        </p:nvSpPr>
        <p:spPr>
          <a:xfrm>
            <a:off x="82331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1" name="F2_precision_recall_distributions_8255">
            <a:extLst>
              <a:ext uri="{FF2B5EF4-FFF2-40B4-BE49-F238E27FC236}">
                <a16:creationId xmlns:a16="http://schemas.microsoft.com/office/drawing/2014/main" id="{C1718E39-7A96-4A7D-9863-1988E8BEFF38}"/>
              </a:ext>
            </a:extLst>
          </p:cNvPr>
          <p:cNvSpPr>
            <a:spLocks noGrp="1"/>
          </p:cNvSpPr>
          <p:nvPr/>
        </p:nvSpPr>
        <p:spPr>
          <a:xfrm>
            <a:off x="8457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2" name="F2_precision_recall_distributions_8256">
            <a:extLst>
              <a:ext uri="{FF2B5EF4-FFF2-40B4-BE49-F238E27FC236}">
                <a16:creationId xmlns:a16="http://schemas.microsoft.com/office/drawing/2014/main" id="{3BFEF139-B82F-466E-9EF5-CFA8784787C3}"/>
              </a:ext>
            </a:extLst>
          </p:cNvPr>
          <p:cNvSpPr>
            <a:spLocks noGrp="1"/>
          </p:cNvSpPr>
          <p:nvPr/>
        </p:nvSpPr>
        <p:spPr>
          <a:xfrm>
            <a:off x="8333496" y="7687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3" name="F2_precision_recall_distributions_8257">
            <a:extLst>
              <a:ext uri="{FF2B5EF4-FFF2-40B4-BE49-F238E27FC236}">
                <a16:creationId xmlns:a16="http://schemas.microsoft.com/office/drawing/2014/main" id="{DFA51EE4-BF29-4E03-9C90-36D9B31D2D59}"/>
              </a:ext>
            </a:extLst>
          </p:cNvPr>
          <p:cNvSpPr>
            <a:spLocks noGrp="1"/>
          </p:cNvSpPr>
          <p:nvPr/>
        </p:nvSpPr>
        <p:spPr>
          <a:xfrm>
            <a:off x="84786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4" name="F2_precision_recall_distributions_8258">
            <a:extLst>
              <a:ext uri="{FF2B5EF4-FFF2-40B4-BE49-F238E27FC236}">
                <a16:creationId xmlns:a16="http://schemas.microsoft.com/office/drawing/2014/main" id="{6285A155-4872-4F3C-8A43-9AF59FA96576}"/>
              </a:ext>
            </a:extLst>
          </p:cNvPr>
          <p:cNvSpPr>
            <a:spLocks noGrp="1"/>
          </p:cNvSpPr>
          <p:nvPr/>
        </p:nvSpPr>
        <p:spPr>
          <a:xfrm>
            <a:off x="83864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5" name="F2_precision_recall_distributions_8259">
            <a:extLst>
              <a:ext uri="{FF2B5EF4-FFF2-40B4-BE49-F238E27FC236}">
                <a16:creationId xmlns:a16="http://schemas.microsoft.com/office/drawing/2014/main" id="{CC6FC181-3421-47F4-9219-F0A792DCED39}"/>
              </a:ext>
            </a:extLst>
          </p:cNvPr>
          <p:cNvSpPr>
            <a:spLocks noGrp="1"/>
          </p:cNvSpPr>
          <p:nvPr/>
        </p:nvSpPr>
        <p:spPr>
          <a:xfrm>
            <a:off x="84096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6" name="F2_precision_recall_distributions_8260">
            <a:extLst>
              <a:ext uri="{FF2B5EF4-FFF2-40B4-BE49-F238E27FC236}">
                <a16:creationId xmlns:a16="http://schemas.microsoft.com/office/drawing/2014/main" id="{7B9E5D8F-8246-49F3-8371-05A47151466F}"/>
              </a:ext>
            </a:extLst>
          </p:cNvPr>
          <p:cNvSpPr>
            <a:spLocks noGrp="1"/>
          </p:cNvSpPr>
          <p:nvPr/>
        </p:nvSpPr>
        <p:spPr>
          <a:xfrm>
            <a:off x="82784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7" name="F2_precision_recall_distributions_8261">
            <a:extLst>
              <a:ext uri="{FF2B5EF4-FFF2-40B4-BE49-F238E27FC236}">
                <a16:creationId xmlns:a16="http://schemas.microsoft.com/office/drawing/2014/main" id="{3AFA9D3C-DEB3-43D7-9150-EDCE59D7AAC1}"/>
              </a:ext>
            </a:extLst>
          </p:cNvPr>
          <p:cNvSpPr>
            <a:spLocks noGrp="1"/>
          </p:cNvSpPr>
          <p:nvPr/>
        </p:nvSpPr>
        <p:spPr>
          <a:xfrm>
            <a:off x="8323800" y="7797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8" name="F2_precision_recall_distributions_8262">
            <a:extLst>
              <a:ext uri="{FF2B5EF4-FFF2-40B4-BE49-F238E27FC236}">
                <a16:creationId xmlns:a16="http://schemas.microsoft.com/office/drawing/2014/main" id="{4FA15596-471E-4388-BD64-73647D620083}"/>
              </a:ext>
            </a:extLst>
          </p:cNvPr>
          <p:cNvSpPr>
            <a:spLocks noGrp="1"/>
          </p:cNvSpPr>
          <p:nvPr/>
        </p:nvSpPr>
        <p:spPr>
          <a:xfrm>
            <a:off x="8249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9" name="F2_precision_recall_distributions_8263">
            <a:extLst>
              <a:ext uri="{FF2B5EF4-FFF2-40B4-BE49-F238E27FC236}">
                <a16:creationId xmlns:a16="http://schemas.microsoft.com/office/drawing/2014/main" id="{AB364F43-8110-4DB4-823C-4CD3850AE6CA}"/>
              </a:ext>
            </a:extLst>
          </p:cNvPr>
          <p:cNvSpPr>
            <a:spLocks noGrp="1"/>
          </p:cNvSpPr>
          <p:nvPr/>
        </p:nvSpPr>
        <p:spPr>
          <a:xfrm>
            <a:off x="8191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0" name="F2_precision_recall_distributions_8264">
            <a:extLst>
              <a:ext uri="{FF2B5EF4-FFF2-40B4-BE49-F238E27FC236}">
                <a16:creationId xmlns:a16="http://schemas.microsoft.com/office/drawing/2014/main" id="{D8C88C4C-5FD2-42CB-BB33-3497C0F29E5D}"/>
              </a:ext>
            </a:extLst>
          </p:cNvPr>
          <p:cNvSpPr>
            <a:spLocks noGrp="1"/>
          </p:cNvSpPr>
          <p:nvPr/>
        </p:nvSpPr>
        <p:spPr>
          <a:xfrm>
            <a:off x="8170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1" name="F2_precision_recall_distributions_8265">
            <a:extLst>
              <a:ext uri="{FF2B5EF4-FFF2-40B4-BE49-F238E27FC236}">
                <a16:creationId xmlns:a16="http://schemas.microsoft.com/office/drawing/2014/main" id="{136548C8-B4A3-4914-B2FA-DBE9D4EFFB47}"/>
              </a:ext>
            </a:extLst>
          </p:cNvPr>
          <p:cNvSpPr>
            <a:spLocks noGrp="1"/>
          </p:cNvSpPr>
          <p:nvPr/>
        </p:nvSpPr>
        <p:spPr>
          <a:xfrm>
            <a:off x="81350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2" name="F2_precision_recall_distributions_8266">
            <a:extLst>
              <a:ext uri="{FF2B5EF4-FFF2-40B4-BE49-F238E27FC236}">
                <a16:creationId xmlns:a16="http://schemas.microsoft.com/office/drawing/2014/main" id="{3FE8A177-908D-4207-92A2-E686D18EE0CE}"/>
              </a:ext>
            </a:extLst>
          </p:cNvPr>
          <p:cNvSpPr>
            <a:spLocks noGrp="1"/>
          </p:cNvSpPr>
          <p:nvPr/>
        </p:nvSpPr>
        <p:spPr>
          <a:xfrm>
            <a:off x="825764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3" name="F2_precision_recall_distributions_8267">
            <a:extLst>
              <a:ext uri="{FF2B5EF4-FFF2-40B4-BE49-F238E27FC236}">
                <a16:creationId xmlns:a16="http://schemas.microsoft.com/office/drawing/2014/main" id="{5CF7A974-CC6B-482B-83E9-FE05578C1867}"/>
              </a:ext>
            </a:extLst>
          </p:cNvPr>
          <p:cNvSpPr>
            <a:spLocks noGrp="1"/>
          </p:cNvSpPr>
          <p:nvPr/>
        </p:nvSpPr>
        <p:spPr>
          <a:xfrm>
            <a:off x="8314996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4" name="F2_precision_recall_distributions_8268">
            <a:extLst>
              <a:ext uri="{FF2B5EF4-FFF2-40B4-BE49-F238E27FC236}">
                <a16:creationId xmlns:a16="http://schemas.microsoft.com/office/drawing/2014/main" id="{8D9AABEF-B7C9-4BDC-A4A9-AC017C596635}"/>
              </a:ext>
            </a:extLst>
          </p:cNvPr>
          <p:cNvSpPr>
            <a:spLocks noGrp="1"/>
          </p:cNvSpPr>
          <p:nvPr/>
        </p:nvSpPr>
        <p:spPr>
          <a:xfrm>
            <a:off x="8417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5" name="F2_precision_recall_distributions_8269">
            <a:extLst>
              <a:ext uri="{FF2B5EF4-FFF2-40B4-BE49-F238E27FC236}">
                <a16:creationId xmlns:a16="http://schemas.microsoft.com/office/drawing/2014/main" id="{BD0F09E2-C0C6-4E4F-B500-B702C359F8F1}"/>
              </a:ext>
            </a:extLst>
          </p:cNvPr>
          <p:cNvSpPr>
            <a:spLocks noGrp="1"/>
          </p:cNvSpPr>
          <p:nvPr/>
        </p:nvSpPr>
        <p:spPr>
          <a:xfrm>
            <a:off x="83922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6" name="F2_precision_recall_distributions_8270">
            <a:extLst>
              <a:ext uri="{FF2B5EF4-FFF2-40B4-BE49-F238E27FC236}">
                <a16:creationId xmlns:a16="http://schemas.microsoft.com/office/drawing/2014/main" id="{56CD1B7A-4FA8-4353-A74E-AB128B34F410}"/>
              </a:ext>
            </a:extLst>
          </p:cNvPr>
          <p:cNvSpPr>
            <a:spLocks noGrp="1"/>
          </p:cNvSpPr>
          <p:nvPr/>
        </p:nvSpPr>
        <p:spPr>
          <a:xfrm>
            <a:off x="82488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7" name="F2_precision_recall_distributions_8271">
            <a:extLst>
              <a:ext uri="{FF2B5EF4-FFF2-40B4-BE49-F238E27FC236}">
                <a16:creationId xmlns:a16="http://schemas.microsoft.com/office/drawing/2014/main" id="{AAB57C26-5686-45C2-ABB2-5DE344BE20F4}"/>
              </a:ext>
            </a:extLst>
          </p:cNvPr>
          <p:cNvSpPr>
            <a:spLocks noGrp="1"/>
          </p:cNvSpPr>
          <p:nvPr/>
        </p:nvSpPr>
        <p:spPr>
          <a:xfrm>
            <a:off x="8281587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8" name="F2_precision_recall_distributions_8272">
            <a:extLst>
              <a:ext uri="{FF2B5EF4-FFF2-40B4-BE49-F238E27FC236}">
                <a16:creationId xmlns:a16="http://schemas.microsoft.com/office/drawing/2014/main" id="{FF40ABC9-5D35-4516-BE8D-71502BFD5953}"/>
              </a:ext>
            </a:extLst>
          </p:cNvPr>
          <p:cNvSpPr>
            <a:spLocks noGrp="1"/>
          </p:cNvSpPr>
          <p:nvPr/>
        </p:nvSpPr>
        <p:spPr>
          <a:xfrm>
            <a:off x="8379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9" name="F2_precision_recall_distributions_8273">
            <a:extLst>
              <a:ext uri="{FF2B5EF4-FFF2-40B4-BE49-F238E27FC236}">
                <a16:creationId xmlns:a16="http://schemas.microsoft.com/office/drawing/2014/main" id="{6C14E826-2F5F-4D1D-8FBA-3D69FB4DED0E}"/>
              </a:ext>
            </a:extLst>
          </p:cNvPr>
          <p:cNvSpPr>
            <a:spLocks noGrp="1"/>
          </p:cNvSpPr>
          <p:nvPr/>
        </p:nvSpPr>
        <p:spPr>
          <a:xfrm>
            <a:off x="8485854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0" name="F2_precision_recall_distributions_8274">
            <a:extLst>
              <a:ext uri="{FF2B5EF4-FFF2-40B4-BE49-F238E27FC236}">
                <a16:creationId xmlns:a16="http://schemas.microsoft.com/office/drawing/2014/main" id="{AE7A1058-F732-48AB-BB1B-45847C855638}"/>
              </a:ext>
            </a:extLst>
          </p:cNvPr>
          <p:cNvSpPr>
            <a:spLocks noGrp="1"/>
          </p:cNvSpPr>
          <p:nvPr/>
        </p:nvSpPr>
        <p:spPr>
          <a:xfrm>
            <a:off x="82022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1" name="F2_precision_recall_distributions_8275">
            <a:extLst>
              <a:ext uri="{FF2B5EF4-FFF2-40B4-BE49-F238E27FC236}">
                <a16:creationId xmlns:a16="http://schemas.microsoft.com/office/drawing/2014/main" id="{A40A5058-0B8B-4B1C-83D9-BCD5B3D81F54}"/>
              </a:ext>
            </a:extLst>
          </p:cNvPr>
          <p:cNvSpPr>
            <a:spLocks noGrp="1"/>
          </p:cNvSpPr>
          <p:nvPr/>
        </p:nvSpPr>
        <p:spPr>
          <a:xfrm>
            <a:off x="82231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2" name="F2_precision_recall_distributions_8276">
            <a:extLst>
              <a:ext uri="{FF2B5EF4-FFF2-40B4-BE49-F238E27FC236}">
                <a16:creationId xmlns:a16="http://schemas.microsoft.com/office/drawing/2014/main" id="{ADE544EB-AE65-4095-A0C5-C4F07D90F5E7}"/>
              </a:ext>
            </a:extLst>
          </p:cNvPr>
          <p:cNvSpPr>
            <a:spLocks noGrp="1"/>
          </p:cNvSpPr>
          <p:nvPr/>
        </p:nvSpPr>
        <p:spPr>
          <a:xfrm>
            <a:off x="8368989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3" name="F2_precision_recall_distributions_8277">
            <a:extLst>
              <a:ext uri="{FF2B5EF4-FFF2-40B4-BE49-F238E27FC236}">
                <a16:creationId xmlns:a16="http://schemas.microsoft.com/office/drawing/2014/main" id="{F1FA8034-1E74-45BA-B3FE-688C6FC0CFFD}"/>
              </a:ext>
            </a:extLst>
          </p:cNvPr>
          <p:cNvSpPr>
            <a:spLocks noGrp="1"/>
          </p:cNvSpPr>
          <p:nvPr/>
        </p:nvSpPr>
        <p:spPr>
          <a:xfrm>
            <a:off x="83462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4" name="F2_precision_recall_distributions_8278">
            <a:extLst>
              <a:ext uri="{FF2B5EF4-FFF2-40B4-BE49-F238E27FC236}">
                <a16:creationId xmlns:a16="http://schemas.microsoft.com/office/drawing/2014/main" id="{0B1AC45E-89C8-44C5-8858-98ADA22BA349}"/>
              </a:ext>
            </a:extLst>
          </p:cNvPr>
          <p:cNvSpPr>
            <a:spLocks noGrp="1"/>
          </p:cNvSpPr>
          <p:nvPr/>
        </p:nvSpPr>
        <p:spPr>
          <a:xfrm>
            <a:off x="84769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5" name="F2_precision_recall_distributions_8279">
            <a:extLst>
              <a:ext uri="{FF2B5EF4-FFF2-40B4-BE49-F238E27FC236}">
                <a16:creationId xmlns:a16="http://schemas.microsoft.com/office/drawing/2014/main" id="{98FBCD69-04F3-4898-BEF5-A5C75903BD54}"/>
              </a:ext>
            </a:extLst>
          </p:cNvPr>
          <p:cNvSpPr>
            <a:spLocks noGrp="1"/>
          </p:cNvSpPr>
          <p:nvPr/>
        </p:nvSpPr>
        <p:spPr>
          <a:xfrm>
            <a:off x="838599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6" name="F2_precision_recall_distributions_8280">
            <a:extLst>
              <a:ext uri="{FF2B5EF4-FFF2-40B4-BE49-F238E27FC236}">
                <a16:creationId xmlns:a16="http://schemas.microsoft.com/office/drawing/2014/main" id="{4A35E0AB-1EBC-4D9B-ABC4-2974580B2D1D}"/>
              </a:ext>
            </a:extLst>
          </p:cNvPr>
          <p:cNvSpPr>
            <a:spLocks noGrp="1"/>
          </p:cNvSpPr>
          <p:nvPr/>
        </p:nvSpPr>
        <p:spPr>
          <a:xfrm>
            <a:off x="8312735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7" name="F2_precision_recall_distributions_8281">
            <a:extLst>
              <a:ext uri="{FF2B5EF4-FFF2-40B4-BE49-F238E27FC236}">
                <a16:creationId xmlns:a16="http://schemas.microsoft.com/office/drawing/2014/main" id="{31DF1830-A179-413F-9167-FB88469D6A12}"/>
              </a:ext>
            </a:extLst>
          </p:cNvPr>
          <p:cNvSpPr>
            <a:spLocks noGrp="1"/>
          </p:cNvSpPr>
          <p:nvPr/>
        </p:nvSpPr>
        <p:spPr>
          <a:xfrm>
            <a:off x="84532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8" name="F2_precision_recall_distributions_8282">
            <a:extLst>
              <a:ext uri="{FF2B5EF4-FFF2-40B4-BE49-F238E27FC236}">
                <a16:creationId xmlns:a16="http://schemas.microsoft.com/office/drawing/2014/main" id="{A71BCF0D-7821-4AE6-B34A-8DEF3391ADEA}"/>
              </a:ext>
            </a:extLst>
          </p:cNvPr>
          <p:cNvSpPr>
            <a:spLocks noGrp="1"/>
          </p:cNvSpPr>
          <p:nvPr/>
        </p:nvSpPr>
        <p:spPr>
          <a:xfrm>
            <a:off x="83748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9" name="F2_precision_recall_distributions_8283">
            <a:extLst>
              <a:ext uri="{FF2B5EF4-FFF2-40B4-BE49-F238E27FC236}">
                <a16:creationId xmlns:a16="http://schemas.microsoft.com/office/drawing/2014/main" id="{502368F1-FA10-4444-9E12-8912A3FF9A6C}"/>
              </a:ext>
            </a:extLst>
          </p:cNvPr>
          <p:cNvSpPr>
            <a:spLocks noGrp="1"/>
          </p:cNvSpPr>
          <p:nvPr/>
        </p:nvSpPr>
        <p:spPr>
          <a:xfrm>
            <a:off x="8138539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0" name="F2_precision_recall_distributions_8284">
            <a:extLst>
              <a:ext uri="{FF2B5EF4-FFF2-40B4-BE49-F238E27FC236}">
                <a16:creationId xmlns:a16="http://schemas.microsoft.com/office/drawing/2014/main" id="{55F103F9-74BA-4FB7-B649-3CD3D0E6512E}"/>
              </a:ext>
            </a:extLst>
          </p:cNvPr>
          <p:cNvSpPr>
            <a:spLocks noGrp="1"/>
          </p:cNvSpPr>
          <p:nvPr/>
        </p:nvSpPr>
        <p:spPr>
          <a:xfrm>
            <a:off x="84690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1" name="F2_precision_recall_distributions_8285">
            <a:extLst>
              <a:ext uri="{FF2B5EF4-FFF2-40B4-BE49-F238E27FC236}">
                <a16:creationId xmlns:a16="http://schemas.microsoft.com/office/drawing/2014/main" id="{DC3E0DCD-C583-4601-B4E0-26005765486D}"/>
              </a:ext>
            </a:extLst>
          </p:cNvPr>
          <p:cNvSpPr>
            <a:spLocks noGrp="1"/>
          </p:cNvSpPr>
          <p:nvPr/>
        </p:nvSpPr>
        <p:spPr>
          <a:xfrm>
            <a:off x="84972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2" name="F2_precision_recall_distributions_8286">
            <a:extLst>
              <a:ext uri="{FF2B5EF4-FFF2-40B4-BE49-F238E27FC236}">
                <a16:creationId xmlns:a16="http://schemas.microsoft.com/office/drawing/2014/main" id="{556A4E71-E909-4E4B-AC32-EBBE83481007}"/>
              </a:ext>
            </a:extLst>
          </p:cNvPr>
          <p:cNvSpPr>
            <a:spLocks noGrp="1"/>
          </p:cNvSpPr>
          <p:nvPr/>
        </p:nvSpPr>
        <p:spPr>
          <a:xfrm>
            <a:off x="81520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3" name="F2_precision_recall_distributions_8287">
            <a:extLst>
              <a:ext uri="{FF2B5EF4-FFF2-40B4-BE49-F238E27FC236}">
                <a16:creationId xmlns:a16="http://schemas.microsoft.com/office/drawing/2014/main" id="{E6C52732-6B0E-441C-AB99-809339A6FF1F}"/>
              </a:ext>
            </a:extLst>
          </p:cNvPr>
          <p:cNvSpPr>
            <a:spLocks noGrp="1"/>
          </p:cNvSpPr>
          <p:nvPr/>
        </p:nvSpPr>
        <p:spPr>
          <a:xfrm>
            <a:off x="8367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4" name="F2_precision_recall_distributions_8288">
            <a:extLst>
              <a:ext uri="{FF2B5EF4-FFF2-40B4-BE49-F238E27FC236}">
                <a16:creationId xmlns:a16="http://schemas.microsoft.com/office/drawing/2014/main" id="{51AE5B8F-3C1A-40FE-A1F8-FAC5ADE30282}"/>
              </a:ext>
            </a:extLst>
          </p:cNvPr>
          <p:cNvSpPr>
            <a:spLocks noGrp="1"/>
          </p:cNvSpPr>
          <p:nvPr/>
        </p:nvSpPr>
        <p:spPr>
          <a:xfrm>
            <a:off x="8152266" y="7717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5" name="F2_precision_recall_distributions_8289">
            <a:extLst>
              <a:ext uri="{FF2B5EF4-FFF2-40B4-BE49-F238E27FC236}">
                <a16:creationId xmlns:a16="http://schemas.microsoft.com/office/drawing/2014/main" id="{D91AED41-A3A4-48BD-8DE2-172B565F08E7}"/>
              </a:ext>
            </a:extLst>
          </p:cNvPr>
          <p:cNvSpPr>
            <a:spLocks noGrp="1"/>
          </p:cNvSpPr>
          <p:nvPr/>
        </p:nvSpPr>
        <p:spPr>
          <a:xfrm>
            <a:off x="8354808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6" name="F2_precision_recall_distributions_8290">
            <a:extLst>
              <a:ext uri="{FF2B5EF4-FFF2-40B4-BE49-F238E27FC236}">
                <a16:creationId xmlns:a16="http://schemas.microsoft.com/office/drawing/2014/main" id="{D0544384-DB18-47F9-AD55-0FD1DF290703}"/>
              </a:ext>
            </a:extLst>
          </p:cNvPr>
          <p:cNvSpPr>
            <a:spLocks noGrp="1"/>
          </p:cNvSpPr>
          <p:nvPr/>
        </p:nvSpPr>
        <p:spPr>
          <a:xfrm>
            <a:off x="82835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7" name="F2_precision_recall_distributions_8291">
            <a:extLst>
              <a:ext uri="{FF2B5EF4-FFF2-40B4-BE49-F238E27FC236}">
                <a16:creationId xmlns:a16="http://schemas.microsoft.com/office/drawing/2014/main" id="{FEDF055E-A503-4E25-901C-AAD72D2C5F8B}"/>
              </a:ext>
            </a:extLst>
          </p:cNvPr>
          <p:cNvSpPr>
            <a:spLocks noGrp="1"/>
          </p:cNvSpPr>
          <p:nvPr/>
        </p:nvSpPr>
        <p:spPr>
          <a:xfrm>
            <a:off x="82307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8" name="F2_precision_recall_distributions_8292">
            <a:extLst>
              <a:ext uri="{FF2B5EF4-FFF2-40B4-BE49-F238E27FC236}">
                <a16:creationId xmlns:a16="http://schemas.microsoft.com/office/drawing/2014/main" id="{F967F14D-1143-4891-B294-5343BDEB2F1A}"/>
              </a:ext>
            </a:extLst>
          </p:cNvPr>
          <p:cNvSpPr>
            <a:spLocks noGrp="1"/>
          </p:cNvSpPr>
          <p:nvPr/>
        </p:nvSpPr>
        <p:spPr>
          <a:xfrm>
            <a:off x="8319602" y="6988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9" name="F2_precision_recall_distributions_8293">
            <a:extLst>
              <a:ext uri="{FF2B5EF4-FFF2-40B4-BE49-F238E27FC236}">
                <a16:creationId xmlns:a16="http://schemas.microsoft.com/office/drawing/2014/main" id="{1462D297-8A7E-4A2B-9A43-4FD4A8E34AA3}"/>
              </a:ext>
            </a:extLst>
          </p:cNvPr>
          <p:cNvSpPr>
            <a:spLocks noGrp="1"/>
          </p:cNvSpPr>
          <p:nvPr/>
        </p:nvSpPr>
        <p:spPr>
          <a:xfrm>
            <a:off x="8220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0" name="F2_precision_recall_distributions_8294">
            <a:extLst>
              <a:ext uri="{FF2B5EF4-FFF2-40B4-BE49-F238E27FC236}">
                <a16:creationId xmlns:a16="http://schemas.microsoft.com/office/drawing/2014/main" id="{6E2ABD90-FBA4-44B1-867C-162800EDB1E2}"/>
              </a:ext>
            </a:extLst>
          </p:cNvPr>
          <p:cNvSpPr>
            <a:spLocks noGrp="1"/>
          </p:cNvSpPr>
          <p:nvPr/>
        </p:nvSpPr>
        <p:spPr>
          <a:xfrm>
            <a:off x="81496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1" name="F2_precision_recall_distributions_8295">
            <a:extLst>
              <a:ext uri="{FF2B5EF4-FFF2-40B4-BE49-F238E27FC236}">
                <a16:creationId xmlns:a16="http://schemas.microsoft.com/office/drawing/2014/main" id="{4B52FD04-5E8E-482D-AFC7-144F53BD6401}"/>
              </a:ext>
            </a:extLst>
          </p:cNvPr>
          <p:cNvSpPr>
            <a:spLocks noGrp="1"/>
          </p:cNvSpPr>
          <p:nvPr/>
        </p:nvSpPr>
        <p:spPr>
          <a:xfrm>
            <a:off x="81769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2" name="F2_precision_recall_distributions_8296">
            <a:extLst>
              <a:ext uri="{FF2B5EF4-FFF2-40B4-BE49-F238E27FC236}">
                <a16:creationId xmlns:a16="http://schemas.microsoft.com/office/drawing/2014/main" id="{519CF58B-FD6F-4E7F-973A-7A92482665FA}"/>
              </a:ext>
            </a:extLst>
          </p:cNvPr>
          <p:cNvSpPr>
            <a:spLocks noGrp="1"/>
          </p:cNvSpPr>
          <p:nvPr/>
        </p:nvSpPr>
        <p:spPr>
          <a:xfrm>
            <a:off x="84859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3" name="F2_precision_recall_distributions_8297">
            <a:extLst>
              <a:ext uri="{FF2B5EF4-FFF2-40B4-BE49-F238E27FC236}">
                <a16:creationId xmlns:a16="http://schemas.microsoft.com/office/drawing/2014/main" id="{0E969E0C-486F-47FF-9A5D-03AF363619D9}"/>
              </a:ext>
            </a:extLst>
          </p:cNvPr>
          <p:cNvSpPr>
            <a:spLocks noGrp="1"/>
          </p:cNvSpPr>
          <p:nvPr/>
        </p:nvSpPr>
        <p:spPr>
          <a:xfrm>
            <a:off x="816793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4" name="F2_precision_recall_distributions_8298">
            <a:extLst>
              <a:ext uri="{FF2B5EF4-FFF2-40B4-BE49-F238E27FC236}">
                <a16:creationId xmlns:a16="http://schemas.microsoft.com/office/drawing/2014/main" id="{D4AD20B4-8C68-4EB5-8167-D3748F01F14C}"/>
              </a:ext>
            </a:extLst>
          </p:cNvPr>
          <p:cNvSpPr>
            <a:spLocks noGrp="1"/>
          </p:cNvSpPr>
          <p:nvPr/>
        </p:nvSpPr>
        <p:spPr>
          <a:xfrm>
            <a:off x="824642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5" name="F2_precision_recall_distributions_8299">
            <a:extLst>
              <a:ext uri="{FF2B5EF4-FFF2-40B4-BE49-F238E27FC236}">
                <a16:creationId xmlns:a16="http://schemas.microsoft.com/office/drawing/2014/main" id="{CEDA0B5A-55CE-4372-9C61-C0C02874B6BD}"/>
              </a:ext>
            </a:extLst>
          </p:cNvPr>
          <p:cNvSpPr>
            <a:spLocks noGrp="1"/>
          </p:cNvSpPr>
          <p:nvPr/>
        </p:nvSpPr>
        <p:spPr>
          <a:xfrm>
            <a:off x="81907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6" name="F2_precision_recall_distributions_8300">
            <a:extLst>
              <a:ext uri="{FF2B5EF4-FFF2-40B4-BE49-F238E27FC236}">
                <a16:creationId xmlns:a16="http://schemas.microsoft.com/office/drawing/2014/main" id="{C59D749B-FC12-44C8-B733-0BF90D081418}"/>
              </a:ext>
            </a:extLst>
          </p:cNvPr>
          <p:cNvSpPr>
            <a:spLocks noGrp="1"/>
          </p:cNvSpPr>
          <p:nvPr/>
        </p:nvSpPr>
        <p:spPr>
          <a:xfrm>
            <a:off x="83160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7" name="F2_precision_recall_distributions_8301">
            <a:extLst>
              <a:ext uri="{FF2B5EF4-FFF2-40B4-BE49-F238E27FC236}">
                <a16:creationId xmlns:a16="http://schemas.microsoft.com/office/drawing/2014/main" id="{DB81B418-5FA8-444F-AFCC-E7C07DFB1A9C}"/>
              </a:ext>
            </a:extLst>
          </p:cNvPr>
          <p:cNvSpPr>
            <a:spLocks noGrp="1"/>
          </p:cNvSpPr>
          <p:nvPr/>
        </p:nvSpPr>
        <p:spPr>
          <a:xfrm>
            <a:off x="8233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8" name="F2_precision_recall_distributions_8302">
            <a:extLst>
              <a:ext uri="{FF2B5EF4-FFF2-40B4-BE49-F238E27FC236}">
                <a16:creationId xmlns:a16="http://schemas.microsoft.com/office/drawing/2014/main" id="{9F63DC8E-B07A-461C-B907-66D5D15AD424}"/>
              </a:ext>
            </a:extLst>
          </p:cNvPr>
          <p:cNvSpPr>
            <a:spLocks noGrp="1"/>
          </p:cNvSpPr>
          <p:nvPr/>
        </p:nvSpPr>
        <p:spPr>
          <a:xfrm>
            <a:off x="82745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9" name="F2_precision_recall_distributions_8303">
            <a:extLst>
              <a:ext uri="{FF2B5EF4-FFF2-40B4-BE49-F238E27FC236}">
                <a16:creationId xmlns:a16="http://schemas.microsoft.com/office/drawing/2014/main" id="{D45776B3-7C35-41EF-B5AE-CEA4C5997097}"/>
              </a:ext>
            </a:extLst>
          </p:cNvPr>
          <p:cNvSpPr>
            <a:spLocks noGrp="1"/>
          </p:cNvSpPr>
          <p:nvPr/>
        </p:nvSpPr>
        <p:spPr>
          <a:xfrm>
            <a:off x="8358620" y="7343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0" name="F2_precision_recall_distributions_8304">
            <a:extLst>
              <a:ext uri="{FF2B5EF4-FFF2-40B4-BE49-F238E27FC236}">
                <a16:creationId xmlns:a16="http://schemas.microsoft.com/office/drawing/2014/main" id="{D00D36DD-BC58-4C9C-96B0-A8D3248CF0BD}"/>
              </a:ext>
            </a:extLst>
          </p:cNvPr>
          <p:cNvSpPr>
            <a:spLocks noGrp="1"/>
          </p:cNvSpPr>
          <p:nvPr/>
        </p:nvSpPr>
        <p:spPr>
          <a:xfrm>
            <a:off x="8323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1" name="F2_precision_recall_distributions_8305">
            <a:extLst>
              <a:ext uri="{FF2B5EF4-FFF2-40B4-BE49-F238E27FC236}">
                <a16:creationId xmlns:a16="http://schemas.microsoft.com/office/drawing/2014/main" id="{FE939BD4-38DE-4156-BA16-B9C131ADE2AE}"/>
              </a:ext>
            </a:extLst>
          </p:cNvPr>
          <p:cNvSpPr>
            <a:spLocks noGrp="1"/>
          </p:cNvSpPr>
          <p:nvPr/>
        </p:nvSpPr>
        <p:spPr>
          <a:xfrm>
            <a:off x="83834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2" name="F2_precision_recall_distributions_8306">
            <a:extLst>
              <a:ext uri="{FF2B5EF4-FFF2-40B4-BE49-F238E27FC236}">
                <a16:creationId xmlns:a16="http://schemas.microsoft.com/office/drawing/2014/main" id="{FAD2AC3F-0A62-48A8-979D-2853466C217E}"/>
              </a:ext>
            </a:extLst>
          </p:cNvPr>
          <p:cNvSpPr>
            <a:spLocks noGrp="1"/>
          </p:cNvSpPr>
          <p:nvPr/>
        </p:nvSpPr>
        <p:spPr>
          <a:xfrm>
            <a:off x="8260968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3" name="F2_precision_recall_distributions_8307">
            <a:extLst>
              <a:ext uri="{FF2B5EF4-FFF2-40B4-BE49-F238E27FC236}">
                <a16:creationId xmlns:a16="http://schemas.microsoft.com/office/drawing/2014/main" id="{D61A4ACE-C04E-4D9B-B363-84069AA335C8}"/>
              </a:ext>
            </a:extLst>
          </p:cNvPr>
          <p:cNvSpPr>
            <a:spLocks noGrp="1"/>
          </p:cNvSpPr>
          <p:nvPr/>
        </p:nvSpPr>
        <p:spPr>
          <a:xfrm>
            <a:off x="82066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4" name="F2_precision_recall_distributions_8308">
            <a:extLst>
              <a:ext uri="{FF2B5EF4-FFF2-40B4-BE49-F238E27FC236}">
                <a16:creationId xmlns:a16="http://schemas.microsoft.com/office/drawing/2014/main" id="{E5870D4E-F611-43F2-9E4D-8FBA939F89AC}"/>
              </a:ext>
            </a:extLst>
          </p:cNvPr>
          <p:cNvSpPr>
            <a:spLocks noGrp="1"/>
          </p:cNvSpPr>
          <p:nvPr/>
        </p:nvSpPr>
        <p:spPr>
          <a:xfrm>
            <a:off x="8422951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5" name="F2_precision_recall_distributions_8309">
            <a:extLst>
              <a:ext uri="{FF2B5EF4-FFF2-40B4-BE49-F238E27FC236}">
                <a16:creationId xmlns:a16="http://schemas.microsoft.com/office/drawing/2014/main" id="{4CE06828-2ADA-474B-A19A-D5BF68A20979}"/>
              </a:ext>
            </a:extLst>
          </p:cNvPr>
          <p:cNvSpPr>
            <a:spLocks noGrp="1"/>
          </p:cNvSpPr>
          <p:nvPr/>
        </p:nvSpPr>
        <p:spPr>
          <a:xfrm>
            <a:off x="8280274" y="77726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6" name="F2_precision_recall_distributions_8310">
            <a:extLst>
              <a:ext uri="{FF2B5EF4-FFF2-40B4-BE49-F238E27FC236}">
                <a16:creationId xmlns:a16="http://schemas.microsoft.com/office/drawing/2014/main" id="{36057EF2-BA9C-408C-B214-32AA28F4042D}"/>
              </a:ext>
            </a:extLst>
          </p:cNvPr>
          <p:cNvSpPr>
            <a:spLocks noGrp="1"/>
          </p:cNvSpPr>
          <p:nvPr/>
        </p:nvSpPr>
        <p:spPr>
          <a:xfrm>
            <a:off x="8461168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7" name="F2_precision_recall_distributions_8311">
            <a:extLst>
              <a:ext uri="{FF2B5EF4-FFF2-40B4-BE49-F238E27FC236}">
                <a16:creationId xmlns:a16="http://schemas.microsoft.com/office/drawing/2014/main" id="{5ED7CE7A-D397-4838-81B2-3E9086D6BFDF}"/>
              </a:ext>
            </a:extLst>
          </p:cNvPr>
          <p:cNvSpPr>
            <a:spLocks noGrp="1"/>
          </p:cNvSpPr>
          <p:nvPr/>
        </p:nvSpPr>
        <p:spPr>
          <a:xfrm>
            <a:off x="8155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8" name="F2_precision_recall_distributions_8312">
            <a:extLst>
              <a:ext uri="{FF2B5EF4-FFF2-40B4-BE49-F238E27FC236}">
                <a16:creationId xmlns:a16="http://schemas.microsoft.com/office/drawing/2014/main" id="{1992E911-CA4E-4A17-B8AA-8756A2105497}"/>
              </a:ext>
            </a:extLst>
          </p:cNvPr>
          <p:cNvSpPr>
            <a:spLocks noGrp="1"/>
          </p:cNvSpPr>
          <p:nvPr/>
        </p:nvSpPr>
        <p:spPr>
          <a:xfrm>
            <a:off x="82380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9" name="F2_precision_recall_distributions_8313">
            <a:extLst>
              <a:ext uri="{FF2B5EF4-FFF2-40B4-BE49-F238E27FC236}">
                <a16:creationId xmlns:a16="http://schemas.microsoft.com/office/drawing/2014/main" id="{CBBD0353-7C88-4A42-AFBC-F0EAE4177779}"/>
              </a:ext>
            </a:extLst>
          </p:cNvPr>
          <p:cNvSpPr>
            <a:spLocks noGrp="1"/>
          </p:cNvSpPr>
          <p:nvPr/>
        </p:nvSpPr>
        <p:spPr>
          <a:xfrm>
            <a:off x="83910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0" name="F2_precision_recall_distributions_8314">
            <a:extLst>
              <a:ext uri="{FF2B5EF4-FFF2-40B4-BE49-F238E27FC236}">
                <a16:creationId xmlns:a16="http://schemas.microsoft.com/office/drawing/2014/main" id="{0E1E8BFA-9128-4CD5-B617-D4452D499881}"/>
              </a:ext>
            </a:extLst>
          </p:cNvPr>
          <p:cNvSpPr>
            <a:spLocks noGrp="1"/>
          </p:cNvSpPr>
          <p:nvPr/>
        </p:nvSpPr>
        <p:spPr>
          <a:xfrm>
            <a:off x="8441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1" name="F2_precision_recall_distributions_8315">
            <a:extLst>
              <a:ext uri="{FF2B5EF4-FFF2-40B4-BE49-F238E27FC236}">
                <a16:creationId xmlns:a16="http://schemas.microsoft.com/office/drawing/2014/main" id="{38EBB55D-946A-470F-AE3C-A4C2B6F0F713}"/>
              </a:ext>
            </a:extLst>
          </p:cNvPr>
          <p:cNvSpPr>
            <a:spLocks noGrp="1"/>
          </p:cNvSpPr>
          <p:nvPr/>
        </p:nvSpPr>
        <p:spPr>
          <a:xfrm>
            <a:off x="8483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2" name="F2_precision_recall_distributions_8316">
            <a:extLst>
              <a:ext uri="{FF2B5EF4-FFF2-40B4-BE49-F238E27FC236}">
                <a16:creationId xmlns:a16="http://schemas.microsoft.com/office/drawing/2014/main" id="{8AD9BE04-3DCD-4247-8DD5-12B6A00DE7A5}"/>
              </a:ext>
            </a:extLst>
          </p:cNvPr>
          <p:cNvSpPr>
            <a:spLocks noGrp="1"/>
          </p:cNvSpPr>
          <p:nvPr/>
        </p:nvSpPr>
        <p:spPr>
          <a:xfrm>
            <a:off x="81768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3" name="F2_precision_recall_distributions_8317">
            <a:extLst>
              <a:ext uri="{FF2B5EF4-FFF2-40B4-BE49-F238E27FC236}">
                <a16:creationId xmlns:a16="http://schemas.microsoft.com/office/drawing/2014/main" id="{249608AC-FD51-4781-8002-02860ED6EE70}"/>
              </a:ext>
            </a:extLst>
          </p:cNvPr>
          <p:cNvSpPr>
            <a:spLocks noGrp="1"/>
          </p:cNvSpPr>
          <p:nvPr/>
        </p:nvSpPr>
        <p:spPr>
          <a:xfrm>
            <a:off x="8315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4" name="F2_precision_recall_distributions_8318">
            <a:extLst>
              <a:ext uri="{FF2B5EF4-FFF2-40B4-BE49-F238E27FC236}">
                <a16:creationId xmlns:a16="http://schemas.microsoft.com/office/drawing/2014/main" id="{213213D1-B4D1-47DD-B85F-AF8D969CB51B}"/>
              </a:ext>
            </a:extLst>
          </p:cNvPr>
          <p:cNvSpPr>
            <a:spLocks noGrp="1"/>
          </p:cNvSpPr>
          <p:nvPr/>
        </p:nvSpPr>
        <p:spPr>
          <a:xfrm>
            <a:off x="81460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5" name="F2_precision_recall_distributions_8319">
            <a:extLst>
              <a:ext uri="{FF2B5EF4-FFF2-40B4-BE49-F238E27FC236}">
                <a16:creationId xmlns:a16="http://schemas.microsoft.com/office/drawing/2014/main" id="{051F54F9-3B6B-4618-9575-9E772D734564}"/>
              </a:ext>
            </a:extLst>
          </p:cNvPr>
          <p:cNvSpPr>
            <a:spLocks noGrp="1"/>
          </p:cNvSpPr>
          <p:nvPr/>
        </p:nvSpPr>
        <p:spPr>
          <a:xfrm>
            <a:off x="8289646" y="7779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6" name="F2_precision_recall_distributions_8320">
            <a:extLst>
              <a:ext uri="{FF2B5EF4-FFF2-40B4-BE49-F238E27FC236}">
                <a16:creationId xmlns:a16="http://schemas.microsoft.com/office/drawing/2014/main" id="{B107934F-18F6-41CD-B193-A1D33CCECE75}"/>
              </a:ext>
            </a:extLst>
          </p:cNvPr>
          <p:cNvSpPr>
            <a:spLocks noGrp="1"/>
          </p:cNvSpPr>
          <p:nvPr/>
        </p:nvSpPr>
        <p:spPr>
          <a:xfrm>
            <a:off x="83224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7" name="F2_precision_recall_distributions_8321">
            <a:extLst>
              <a:ext uri="{FF2B5EF4-FFF2-40B4-BE49-F238E27FC236}">
                <a16:creationId xmlns:a16="http://schemas.microsoft.com/office/drawing/2014/main" id="{A0BDF03E-8A18-4F42-A0A9-CA6B503AC04F}"/>
              </a:ext>
            </a:extLst>
          </p:cNvPr>
          <p:cNvSpPr>
            <a:spLocks noGrp="1"/>
          </p:cNvSpPr>
          <p:nvPr/>
        </p:nvSpPr>
        <p:spPr>
          <a:xfrm>
            <a:off x="8333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8" name="F2_precision_recall_distributions_8322">
            <a:extLst>
              <a:ext uri="{FF2B5EF4-FFF2-40B4-BE49-F238E27FC236}">
                <a16:creationId xmlns:a16="http://schemas.microsoft.com/office/drawing/2014/main" id="{4B97F86D-A595-46AD-A9EF-DB66EC318C58}"/>
              </a:ext>
            </a:extLst>
          </p:cNvPr>
          <p:cNvSpPr>
            <a:spLocks noGrp="1"/>
          </p:cNvSpPr>
          <p:nvPr/>
        </p:nvSpPr>
        <p:spPr>
          <a:xfrm>
            <a:off x="8375635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9" name="F2_precision_recall_distributions_8323">
            <a:extLst>
              <a:ext uri="{FF2B5EF4-FFF2-40B4-BE49-F238E27FC236}">
                <a16:creationId xmlns:a16="http://schemas.microsoft.com/office/drawing/2014/main" id="{76C37B63-2E9B-47E0-ACC3-EC1F9B1A51E7}"/>
              </a:ext>
            </a:extLst>
          </p:cNvPr>
          <p:cNvSpPr>
            <a:spLocks noGrp="1"/>
          </p:cNvSpPr>
          <p:nvPr/>
        </p:nvSpPr>
        <p:spPr>
          <a:xfrm>
            <a:off x="8409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0" name="F2_precision_recall_distributions_8324">
            <a:extLst>
              <a:ext uri="{FF2B5EF4-FFF2-40B4-BE49-F238E27FC236}">
                <a16:creationId xmlns:a16="http://schemas.microsoft.com/office/drawing/2014/main" id="{9E25539B-319F-4377-8666-B8A230122B3B}"/>
              </a:ext>
            </a:extLst>
          </p:cNvPr>
          <p:cNvSpPr>
            <a:spLocks noGrp="1"/>
          </p:cNvSpPr>
          <p:nvPr/>
        </p:nvSpPr>
        <p:spPr>
          <a:xfrm>
            <a:off x="81897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1" name="F2_precision_recall_distributions_8325">
            <a:extLst>
              <a:ext uri="{FF2B5EF4-FFF2-40B4-BE49-F238E27FC236}">
                <a16:creationId xmlns:a16="http://schemas.microsoft.com/office/drawing/2014/main" id="{3166D80B-5D8C-453C-BCEC-A47AC8031F9C}"/>
              </a:ext>
            </a:extLst>
          </p:cNvPr>
          <p:cNvSpPr>
            <a:spLocks noGrp="1"/>
          </p:cNvSpPr>
          <p:nvPr/>
        </p:nvSpPr>
        <p:spPr>
          <a:xfrm>
            <a:off x="8232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2" name="F2_precision_recall_distributions_8326">
            <a:extLst>
              <a:ext uri="{FF2B5EF4-FFF2-40B4-BE49-F238E27FC236}">
                <a16:creationId xmlns:a16="http://schemas.microsoft.com/office/drawing/2014/main" id="{8111046C-394A-4CD5-88D7-4C049C9A4FB5}"/>
              </a:ext>
            </a:extLst>
          </p:cNvPr>
          <p:cNvSpPr>
            <a:spLocks noGrp="1"/>
          </p:cNvSpPr>
          <p:nvPr/>
        </p:nvSpPr>
        <p:spPr>
          <a:xfrm>
            <a:off x="8153650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3" name="F2_precision_recall_distributions_8327">
            <a:extLst>
              <a:ext uri="{FF2B5EF4-FFF2-40B4-BE49-F238E27FC236}">
                <a16:creationId xmlns:a16="http://schemas.microsoft.com/office/drawing/2014/main" id="{B7EDD558-9451-4606-BF9E-600A1E29B94B}"/>
              </a:ext>
            </a:extLst>
          </p:cNvPr>
          <p:cNvSpPr>
            <a:spLocks noGrp="1"/>
          </p:cNvSpPr>
          <p:nvPr/>
        </p:nvSpPr>
        <p:spPr>
          <a:xfrm>
            <a:off x="82752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4" name="F2_precision_recall_distributions_8328">
            <a:extLst>
              <a:ext uri="{FF2B5EF4-FFF2-40B4-BE49-F238E27FC236}">
                <a16:creationId xmlns:a16="http://schemas.microsoft.com/office/drawing/2014/main" id="{8597D488-FA84-4D9F-95B0-BB37EE26524C}"/>
              </a:ext>
            </a:extLst>
          </p:cNvPr>
          <p:cNvSpPr>
            <a:spLocks noGrp="1"/>
          </p:cNvSpPr>
          <p:nvPr/>
        </p:nvSpPr>
        <p:spPr>
          <a:xfrm>
            <a:off x="8340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5" name="F2_precision_recall_distributions_8329">
            <a:extLst>
              <a:ext uri="{FF2B5EF4-FFF2-40B4-BE49-F238E27FC236}">
                <a16:creationId xmlns:a16="http://schemas.microsoft.com/office/drawing/2014/main" id="{6DC59EEB-10C4-476E-ABB4-53A5D3D387F6}"/>
              </a:ext>
            </a:extLst>
          </p:cNvPr>
          <p:cNvSpPr>
            <a:spLocks noGrp="1"/>
          </p:cNvSpPr>
          <p:nvPr/>
        </p:nvSpPr>
        <p:spPr>
          <a:xfrm>
            <a:off x="83628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6" name="F2_precision_recall_distributions_8330">
            <a:extLst>
              <a:ext uri="{FF2B5EF4-FFF2-40B4-BE49-F238E27FC236}">
                <a16:creationId xmlns:a16="http://schemas.microsoft.com/office/drawing/2014/main" id="{015CAF0E-D7CB-4053-B434-B524C257B62D}"/>
              </a:ext>
            </a:extLst>
          </p:cNvPr>
          <p:cNvSpPr>
            <a:spLocks noGrp="1"/>
          </p:cNvSpPr>
          <p:nvPr/>
        </p:nvSpPr>
        <p:spPr>
          <a:xfrm>
            <a:off x="81971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7" name="F2_precision_recall_distributions_8331">
            <a:extLst>
              <a:ext uri="{FF2B5EF4-FFF2-40B4-BE49-F238E27FC236}">
                <a16:creationId xmlns:a16="http://schemas.microsoft.com/office/drawing/2014/main" id="{167E11F1-9DBE-41B6-9664-D44EE7E47264}"/>
              </a:ext>
            </a:extLst>
          </p:cNvPr>
          <p:cNvSpPr>
            <a:spLocks noGrp="1"/>
          </p:cNvSpPr>
          <p:nvPr/>
        </p:nvSpPr>
        <p:spPr>
          <a:xfrm>
            <a:off x="84021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8" name="F2_precision_recall_distributions_8332">
            <a:extLst>
              <a:ext uri="{FF2B5EF4-FFF2-40B4-BE49-F238E27FC236}">
                <a16:creationId xmlns:a16="http://schemas.microsoft.com/office/drawing/2014/main" id="{25E3B874-02BF-408D-9080-FEEEFB88C4BF}"/>
              </a:ext>
            </a:extLst>
          </p:cNvPr>
          <p:cNvSpPr>
            <a:spLocks noGrp="1"/>
          </p:cNvSpPr>
          <p:nvPr/>
        </p:nvSpPr>
        <p:spPr>
          <a:xfrm>
            <a:off x="8474266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9" name="F2_precision_recall_distributions_8333">
            <a:extLst>
              <a:ext uri="{FF2B5EF4-FFF2-40B4-BE49-F238E27FC236}">
                <a16:creationId xmlns:a16="http://schemas.microsoft.com/office/drawing/2014/main" id="{F030A702-A952-4414-8EE6-EA0408BFD184}"/>
              </a:ext>
            </a:extLst>
          </p:cNvPr>
          <p:cNvSpPr>
            <a:spLocks noGrp="1"/>
          </p:cNvSpPr>
          <p:nvPr/>
        </p:nvSpPr>
        <p:spPr>
          <a:xfrm>
            <a:off x="83166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0" name="F2_precision_recall_distributions_8334">
            <a:extLst>
              <a:ext uri="{FF2B5EF4-FFF2-40B4-BE49-F238E27FC236}">
                <a16:creationId xmlns:a16="http://schemas.microsoft.com/office/drawing/2014/main" id="{3356B78D-3D31-4129-94F2-6A64971B47D1}"/>
              </a:ext>
            </a:extLst>
          </p:cNvPr>
          <p:cNvSpPr>
            <a:spLocks noGrp="1"/>
          </p:cNvSpPr>
          <p:nvPr/>
        </p:nvSpPr>
        <p:spPr>
          <a:xfrm>
            <a:off x="8398257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1" name="F2_precision_recall_distributions_8335">
            <a:extLst>
              <a:ext uri="{FF2B5EF4-FFF2-40B4-BE49-F238E27FC236}">
                <a16:creationId xmlns:a16="http://schemas.microsoft.com/office/drawing/2014/main" id="{F5E8C3B9-66D7-4CBD-848F-56352A59CF29}"/>
              </a:ext>
            </a:extLst>
          </p:cNvPr>
          <p:cNvSpPr>
            <a:spLocks noGrp="1"/>
          </p:cNvSpPr>
          <p:nvPr/>
        </p:nvSpPr>
        <p:spPr>
          <a:xfrm>
            <a:off x="83873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2" name="F2_precision_recall_distributions_8336">
            <a:extLst>
              <a:ext uri="{FF2B5EF4-FFF2-40B4-BE49-F238E27FC236}">
                <a16:creationId xmlns:a16="http://schemas.microsoft.com/office/drawing/2014/main" id="{97902E35-A99F-4C74-9C3C-FC9B9A8740B6}"/>
              </a:ext>
            </a:extLst>
          </p:cNvPr>
          <p:cNvSpPr>
            <a:spLocks noGrp="1"/>
          </p:cNvSpPr>
          <p:nvPr/>
        </p:nvSpPr>
        <p:spPr>
          <a:xfrm>
            <a:off x="83769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3" name="F2_precision_recall_distributions_8337">
            <a:extLst>
              <a:ext uri="{FF2B5EF4-FFF2-40B4-BE49-F238E27FC236}">
                <a16:creationId xmlns:a16="http://schemas.microsoft.com/office/drawing/2014/main" id="{00A6B27C-A33C-43F7-9A72-C7E5DD43E01F}"/>
              </a:ext>
            </a:extLst>
          </p:cNvPr>
          <p:cNvSpPr>
            <a:spLocks noGrp="1"/>
          </p:cNvSpPr>
          <p:nvPr/>
        </p:nvSpPr>
        <p:spPr>
          <a:xfrm>
            <a:off x="82626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4" name="F2_precision_recall_distributions_8338">
            <a:extLst>
              <a:ext uri="{FF2B5EF4-FFF2-40B4-BE49-F238E27FC236}">
                <a16:creationId xmlns:a16="http://schemas.microsoft.com/office/drawing/2014/main" id="{931322F4-A721-4424-BEE7-2CC13D937130}"/>
              </a:ext>
            </a:extLst>
          </p:cNvPr>
          <p:cNvSpPr>
            <a:spLocks noGrp="1"/>
          </p:cNvSpPr>
          <p:nvPr/>
        </p:nvSpPr>
        <p:spPr>
          <a:xfrm>
            <a:off x="84520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5" name="F2_precision_recall_distributions_8339">
            <a:extLst>
              <a:ext uri="{FF2B5EF4-FFF2-40B4-BE49-F238E27FC236}">
                <a16:creationId xmlns:a16="http://schemas.microsoft.com/office/drawing/2014/main" id="{B16F156E-DAD6-4A2A-9ED8-96554935A8F0}"/>
              </a:ext>
            </a:extLst>
          </p:cNvPr>
          <p:cNvSpPr>
            <a:spLocks noGrp="1"/>
          </p:cNvSpPr>
          <p:nvPr/>
        </p:nvSpPr>
        <p:spPr>
          <a:xfrm>
            <a:off x="84667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6" name="F2_precision_recall_distributions_8340">
            <a:extLst>
              <a:ext uri="{FF2B5EF4-FFF2-40B4-BE49-F238E27FC236}">
                <a16:creationId xmlns:a16="http://schemas.microsoft.com/office/drawing/2014/main" id="{B0D13C27-F2A7-46D3-8DD5-8C45CCD067F9}"/>
              </a:ext>
            </a:extLst>
          </p:cNvPr>
          <p:cNvSpPr>
            <a:spLocks noGrp="1"/>
          </p:cNvSpPr>
          <p:nvPr/>
        </p:nvSpPr>
        <p:spPr>
          <a:xfrm>
            <a:off x="83527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7" name="F2_precision_recall_distributions_8341">
            <a:extLst>
              <a:ext uri="{FF2B5EF4-FFF2-40B4-BE49-F238E27FC236}">
                <a16:creationId xmlns:a16="http://schemas.microsoft.com/office/drawing/2014/main" id="{5BB4441A-FC4E-48B9-9EA7-8F665ADBCFF7}"/>
              </a:ext>
            </a:extLst>
          </p:cNvPr>
          <p:cNvSpPr>
            <a:spLocks noGrp="1"/>
          </p:cNvSpPr>
          <p:nvPr/>
        </p:nvSpPr>
        <p:spPr>
          <a:xfrm>
            <a:off x="83381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8" name="F2_precision_recall_distributions_8342">
            <a:extLst>
              <a:ext uri="{FF2B5EF4-FFF2-40B4-BE49-F238E27FC236}">
                <a16:creationId xmlns:a16="http://schemas.microsoft.com/office/drawing/2014/main" id="{42100DAB-8703-4219-9E6D-5F97D2764654}"/>
              </a:ext>
            </a:extLst>
          </p:cNvPr>
          <p:cNvSpPr>
            <a:spLocks noGrp="1"/>
          </p:cNvSpPr>
          <p:nvPr/>
        </p:nvSpPr>
        <p:spPr>
          <a:xfrm>
            <a:off x="82607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9" name="F2_precision_recall_distributions_8343">
            <a:extLst>
              <a:ext uri="{FF2B5EF4-FFF2-40B4-BE49-F238E27FC236}">
                <a16:creationId xmlns:a16="http://schemas.microsoft.com/office/drawing/2014/main" id="{AA9CD33B-8D49-48BF-B773-917C7B7A04D3}"/>
              </a:ext>
            </a:extLst>
          </p:cNvPr>
          <p:cNvSpPr>
            <a:spLocks noGrp="1"/>
          </p:cNvSpPr>
          <p:nvPr/>
        </p:nvSpPr>
        <p:spPr>
          <a:xfrm>
            <a:off x="8155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0" name="F2_precision_recall_distributions_8344">
            <a:extLst>
              <a:ext uri="{FF2B5EF4-FFF2-40B4-BE49-F238E27FC236}">
                <a16:creationId xmlns:a16="http://schemas.microsoft.com/office/drawing/2014/main" id="{167E78B6-30F6-4268-9167-0BFEB211C547}"/>
              </a:ext>
            </a:extLst>
          </p:cNvPr>
          <p:cNvSpPr>
            <a:spLocks noGrp="1"/>
          </p:cNvSpPr>
          <p:nvPr/>
        </p:nvSpPr>
        <p:spPr>
          <a:xfrm>
            <a:off x="82015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1" name="F2_precision_recall_distributions_8345">
            <a:extLst>
              <a:ext uri="{FF2B5EF4-FFF2-40B4-BE49-F238E27FC236}">
                <a16:creationId xmlns:a16="http://schemas.microsoft.com/office/drawing/2014/main" id="{08263FF3-FB2D-4523-9816-C5706BD7E086}"/>
              </a:ext>
            </a:extLst>
          </p:cNvPr>
          <p:cNvSpPr>
            <a:spLocks noGrp="1"/>
          </p:cNvSpPr>
          <p:nvPr/>
        </p:nvSpPr>
        <p:spPr>
          <a:xfrm>
            <a:off x="84117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2" name="F2_precision_recall_distributions_8346">
            <a:extLst>
              <a:ext uri="{FF2B5EF4-FFF2-40B4-BE49-F238E27FC236}">
                <a16:creationId xmlns:a16="http://schemas.microsoft.com/office/drawing/2014/main" id="{A5D74EA6-1795-4590-9D17-48B3796D9150}"/>
              </a:ext>
            </a:extLst>
          </p:cNvPr>
          <p:cNvSpPr>
            <a:spLocks noGrp="1"/>
          </p:cNvSpPr>
          <p:nvPr/>
        </p:nvSpPr>
        <p:spPr>
          <a:xfrm>
            <a:off x="83933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3" name="F2_precision_recall_distributions_8347">
            <a:extLst>
              <a:ext uri="{FF2B5EF4-FFF2-40B4-BE49-F238E27FC236}">
                <a16:creationId xmlns:a16="http://schemas.microsoft.com/office/drawing/2014/main" id="{8CBE2421-E8D8-4E4A-9C2C-3176B720E729}"/>
              </a:ext>
            </a:extLst>
          </p:cNvPr>
          <p:cNvSpPr>
            <a:spLocks noGrp="1"/>
          </p:cNvSpPr>
          <p:nvPr/>
        </p:nvSpPr>
        <p:spPr>
          <a:xfrm>
            <a:off x="8163574" y="7730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4" name="F2_precision_recall_distributions_8348">
            <a:extLst>
              <a:ext uri="{FF2B5EF4-FFF2-40B4-BE49-F238E27FC236}">
                <a16:creationId xmlns:a16="http://schemas.microsoft.com/office/drawing/2014/main" id="{91FAB92A-9C0B-4E28-9CC0-D13F72336476}"/>
              </a:ext>
            </a:extLst>
          </p:cNvPr>
          <p:cNvSpPr>
            <a:spLocks noGrp="1"/>
          </p:cNvSpPr>
          <p:nvPr/>
        </p:nvSpPr>
        <p:spPr>
          <a:xfrm>
            <a:off x="81890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5" name="F2_precision_recall_distributions_8349">
            <a:extLst>
              <a:ext uri="{FF2B5EF4-FFF2-40B4-BE49-F238E27FC236}">
                <a16:creationId xmlns:a16="http://schemas.microsoft.com/office/drawing/2014/main" id="{5EBDBCC7-7F5A-4ECD-AB6A-348010210ED1}"/>
              </a:ext>
            </a:extLst>
          </p:cNvPr>
          <p:cNvSpPr>
            <a:spLocks noGrp="1"/>
          </p:cNvSpPr>
          <p:nvPr/>
        </p:nvSpPr>
        <p:spPr>
          <a:xfrm>
            <a:off x="8262882" y="77679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6" name="F2_precision_recall_distributions_8350">
            <a:extLst>
              <a:ext uri="{FF2B5EF4-FFF2-40B4-BE49-F238E27FC236}">
                <a16:creationId xmlns:a16="http://schemas.microsoft.com/office/drawing/2014/main" id="{4ECB56D1-8A85-4E8F-BAD5-8D26BAAEA936}"/>
              </a:ext>
            </a:extLst>
          </p:cNvPr>
          <p:cNvSpPr>
            <a:spLocks noGrp="1"/>
          </p:cNvSpPr>
          <p:nvPr/>
        </p:nvSpPr>
        <p:spPr>
          <a:xfrm>
            <a:off x="82968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7" name="F2_precision_recall_distributions_8351">
            <a:extLst>
              <a:ext uri="{FF2B5EF4-FFF2-40B4-BE49-F238E27FC236}">
                <a16:creationId xmlns:a16="http://schemas.microsoft.com/office/drawing/2014/main" id="{8D64E2B0-568C-4D55-BC86-B7E235D663CA}"/>
              </a:ext>
            </a:extLst>
          </p:cNvPr>
          <p:cNvSpPr>
            <a:spLocks noGrp="1"/>
          </p:cNvSpPr>
          <p:nvPr/>
        </p:nvSpPr>
        <p:spPr>
          <a:xfrm>
            <a:off x="83030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8" name="F2_precision_recall_distributions_8352">
            <a:extLst>
              <a:ext uri="{FF2B5EF4-FFF2-40B4-BE49-F238E27FC236}">
                <a16:creationId xmlns:a16="http://schemas.microsoft.com/office/drawing/2014/main" id="{A1EE7D36-E13E-436D-889D-4EC18DE9199C}"/>
              </a:ext>
            </a:extLst>
          </p:cNvPr>
          <p:cNvSpPr>
            <a:spLocks noGrp="1"/>
          </p:cNvSpPr>
          <p:nvPr/>
        </p:nvSpPr>
        <p:spPr>
          <a:xfrm>
            <a:off x="84671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9" name="F2_precision_recall_distributions_8353">
            <a:extLst>
              <a:ext uri="{FF2B5EF4-FFF2-40B4-BE49-F238E27FC236}">
                <a16:creationId xmlns:a16="http://schemas.microsoft.com/office/drawing/2014/main" id="{B0307C4E-78E7-4FDA-9523-A29C86FCC038}"/>
              </a:ext>
            </a:extLst>
          </p:cNvPr>
          <p:cNvSpPr>
            <a:spLocks noGrp="1"/>
          </p:cNvSpPr>
          <p:nvPr/>
        </p:nvSpPr>
        <p:spPr>
          <a:xfrm>
            <a:off x="842379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0" name="F2_precision_recall_distributions_8354">
            <a:extLst>
              <a:ext uri="{FF2B5EF4-FFF2-40B4-BE49-F238E27FC236}">
                <a16:creationId xmlns:a16="http://schemas.microsoft.com/office/drawing/2014/main" id="{044A244F-3BD5-455A-A83A-7B05CFC205B2}"/>
              </a:ext>
            </a:extLst>
          </p:cNvPr>
          <p:cNvSpPr>
            <a:spLocks noGrp="1"/>
          </p:cNvSpPr>
          <p:nvPr/>
        </p:nvSpPr>
        <p:spPr>
          <a:xfrm>
            <a:off x="82063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1" name="F2_precision_recall_distributions_8355">
            <a:extLst>
              <a:ext uri="{FF2B5EF4-FFF2-40B4-BE49-F238E27FC236}">
                <a16:creationId xmlns:a16="http://schemas.microsoft.com/office/drawing/2014/main" id="{58D95411-A945-4380-AFCD-9288CF8B26B9}"/>
              </a:ext>
            </a:extLst>
          </p:cNvPr>
          <p:cNvSpPr>
            <a:spLocks noGrp="1"/>
          </p:cNvSpPr>
          <p:nvPr/>
        </p:nvSpPr>
        <p:spPr>
          <a:xfrm>
            <a:off x="81805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2" name="F2_precision_recall_distributions_8356">
            <a:extLst>
              <a:ext uri="{FF2B5EF4-FFF2-40B4-BE49-F238E27FC236}">
                <a16:creationId xmlns:a16="http://schemas.microsoft.com/office/drawing/2014/main" id="{DB3785DA-CC97-4A1E-A3A1-065982ABD4AD}"/>
              </a:ext>
            </a:extLst>
          </p:cNvPr>
          <p:cNvSpPr>
            <a:spLocks noGrp="1"/>
          </p:cNvSpPr>
          <p:nvPr/>
        </p:nvSpPr>
        <p:spPr>
          <a:xfrm>
            <a:off x="8354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3" name="F2_precision_recall_distributions_8357">
            <a:extLst>
              <a:ext uri="{FF2B5EF4-FFF2-40B4-BE49-F238E27FC236}">
                <a16:creationId xmlns:a16="http://schemas.microsoft.com/office/drawing/2014/main" id="{7F9BEA86-8D43-48A1-9552-C7FA753D1E51}"/>
              </a:ext>
            </a:extLst>
          </p:cNvPr>
          <p:cNvSpPr>
            <a:spLocks noGrp="1"/>
          </p:cNvSpPr>
          <p:nvPr/>
        </p:nvSpPr>
        <p:spPr>
          <a:xfrm>
            <a:off x="8254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4" name="F2_precision_recall_distributions_8358">
            <a:extLst>
              <a:ext uri="{FF2B5EF4-FFF2-40B4-BE49-F238E27FC236}">
                <a16:creationId xmlns:a16="http://schemas.microsoft.com/office/drawing/2014/main" id="{A1649538-704B-4DFF-8010-D5A77F84084F}"/>
              </a:ext>
            </a:extLst>
          </p:cNvPr>
          <p:cNvSpPr>
            <a:spLocks noGrp="1"/>
          </p:cNvSpPr>
          <p:nvPr/>
        </p:nvSpPr>
        <p:spPr>
          <a:xfrm>
            <a:off x="82620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5" name="F2_precision_recall_distributions_8359">
            <a:extLst>
              <a:ext uri="{FF2B5EF4-FFF2-40B4-BE49-F238E27FC236}">
                <a16:creationId xmlns:a16="http://schemas.microsoft.com/office/drawing/2014/main" id="{16D06822-0F82-4DE8-B322-7D67C9799922}"/>
              </a:ext>
            </a:extLst>
          </p:cNvPr>
          <p:cNvSpPr>
            <a:spLocks noGrp="1"/>
          </p:cNvSpPr>
          <p:nvPr/>
        </p:nvSpPr>
        <p:spPr>
          <a:xfrm>
            <a:off x="82458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6" name="F2_precision_recall_distributions_8360">
            <a:extLst>
              <a:ext uri="{FF2B5EF4-FFF2-40B4-BE49-F238E27FC236}">
                <a16:creationId xmlns:a16="http://schemas.microsoft.com/office/drawing/2014/main" id="{E9986E3B-D7B5-4A00-9F86-2A59B137802D}"/>
              </a:ext>
            </a:extLst>
          </p:cNvPr>
          <p:cNvSpPr>
            <a:spLocks noGrp="1"/>
          </p:cNvSpPr>
          <p:nvPr/>
        </p:nvSpPr>
        <p:spPr>
          <a:xfrm>
            <a:off x="83162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7" name="F2_precision_recall_distributions_8361">
            <a:extLst>
              <a:ext uri="{FF2B5EF4-FFF2-40B4-BE49-F238E27FC236}">
                <a16:creationId xmlns:a16="http://schemas.microsoft.com/office/drawing/2014/main" id="{61713561-8903-4678-A676-CF4E78CA4542}"/>
              </a:ext>
            </a:extLst>
          </p:cNvPr>
          <p:cNvSpPr>
            <a:spLocks noGrp="1"/>
          </p:cNvSpPr>
          <p:nvPr/>
        </p:nvSpPr>
        <p:spPr>
          <a:xfrm>
            <a:off x="84611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8" name="F2_precision_recall_distributions_8362">
            <a:extLst>
              <a:ext uri="{FF2B5EF4-FFF2-40B4-BE49-F238E27FC236}">
                <a16:creationId xmlns:a16="http://schemas.microsoft.com/office/drawing/2014/main" id="{5B735EA9-388A-4787-9493-CE204EF45A06}"/>
              </a:ext>
            </a:extLst>
          </p:cNvPr>
          <p:cNvSpPr>
            <a:spLocks noGrp="1"/>
          </p:cNvSpPr>
          <p:nvPr/>
        </p:nvSpPr>
        <p:spPr>
          <a:xfrm>
            <a:off x="8379192" y="74755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9" name="F2_precision_recall_distributions_8363">
            <a:extLst>
              <a:ext uri="{FF2B5EF4-FFF2-40B4-BE49-F238E27FC236}">
                <a16:creationId xmlns:a16="http://schemas.microsoft.com/office/drawing/2014/main" id="{F823621E-73E3-4F32-963D-82C6B9FF7F0F}"/>
              </a:ext>
            </a:extLst>
          </p:cNvPr>
          <p:cNvSpPr>
            <a:spLocks noGrp="1"/>
          </p:cNvSpPr>
          <p:nvPr/>
        </p:nvSpPr>
        <p:spPr>
          <a:xfrm>
            <a:off x="8143773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0" name="F2_precision_recall_distributions_8364">
            <a:extLst>
              <a:ext uri="{FF2B5EF4-FFF2-40B4-BE49-F238E27FC236}">
                <a16:creationId xmlns:a16="http://schemas.microsoft.com/office/drawing/2014/main" id="{22652BEA-3FFD-4376-A204-827B0A1017B3}"/>
              </a:ext>
            </a:extLst>
          </p:cNvPr>
          <p:cNvSpPr>
            <a:spLocks noGrp="1"/>
          </p:cNvSpPr>
          <p:nvPr/>
        </p:nvSpPr>
        <p:spPr>
          <a:xfrm>
            <a:off x="83667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1" name="F2_precision_recall_distributions_8365">
            <a:extLst>
              <a:ext uri="{FF2B5EF4-FFF2-40B4-BE49-F238E27FC236}">
                <a16:creationId xmlns:a16="http://schemas.microsoft.com/office/drawing/2014/main" id="{EF7AC7DE-C44D-4C01-B8F0-F9026CCEDDB4}"/>
              </a:ext>
            </a:extLst>
          </p:cNvPr>
          <p:cNvSpPr>
            <a:spLocks noGrp="1"/>
          </p:cNvSpPr>
          <p:nvPr/>
        </p:nvSpPr>
        <p:spPr>
          <a:xfrm>
            <a:off x="84609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2" name="F2_precision_recall_distributions_8366">
            <a:extLst>
              <a:ext uri="{FF2B5EF4-FFF2-40B4-BE49-F238E27FC236}">
                <a16:creationId xmlns:a16="http://schemas.microsoft.com/office/drawing/2014/main" id="{D47B3E13-5C08-4EBE-84F5-B55E41EB6FE3}"/>
              </a:ext>
            </a:extLst>
          </p:cNvPr>
          <p:cNvSpPr>
            <a:spLocks noGrp="1"/>
          </p:cNvSpPr>
          <p:nvPr/>
        </p:nvSpPr>
        <p:spPr>
          <a:xfrm>
            <a:off x="84984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3" name="F2_precision_recall_distributions_8367">
            <a:extLst>
              <a:ext uri="{FF2B5EF4-FFF2-40B4-BE49-F238E27FC236}">
                <a16:creationId xmlns:a16="http://schemas.microsoft.com/office/drawing/2014/main" id="{061A4E0B-650D-4EFC-988B-0639EFD1A7D1}"/>
              </a:ext>
            </a:extLst>
          </p:cNvPr>
          <p:cNvSpPr>
            <a:spLocks noGrp="1"/>
          </p:cNvSpPr>
          <p:nvPr/>
        </p:nvSpPr>
        <p:spPr>
          <a:xfrm>
            <a:off x="83261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4" name="F2_precision_recall_distributions_8368">
            <a:extLst>
              <a:ext uri="{FF2B5EF4-FFF2-40B4-BE49-F238E27FC236}">
                <a16:creationId xmlns:a16="http://schemas.microsoft.com/office/drawing/2014/main" id="{B76B9BAB-F889-4F55-BE67-792DE70A8648}"/>
              </a:ext>
            </a:extLst>
          </p:cNvPr>
          <p:cNvSpPr>
            <a:spLocks noGrp="1"/>
          </p:cNvSpPr>
          <p:nvPr/>
        </p:nvSpPr>
        <p:spPr>
          <a:xfrm>
            <a:off x="8131589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5" name="F2_precision_recall_distributions_8369">
            <a:extLst>
              <a:ext uri="{FF2B5EF4-FFF2-40B4-BE49-F238E27FC236}">
                <a16:creationId xmlns:a16="http://schemas.microsoft.com/office/drawing/2014/main" id="{35B27436-4601-4E20-AB34-D33F2EF8EC50}"/>
              </a:ext>
            </a:extLst>
          </p:cNvPr>
          <p:cNvSpPr>
            <a:spLocks noGrp="1"/>
          </p:cNvSpPr>
          <p:nvPr/>
        </p:nvSpPr>
        <p:spPr>
          <a:xfrm>
            <a:off x="83283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6" name="F2_precision_recall_distributions_8370">
            <a:extLst>
              <a:ext uri="{FF2B5EF4-FFF2-40B4-BE49-F238E27FC236}">
                <a16:creationId xmlns:a16="http://schemas.microsoft.com/office/drawing/2014/main" id="{646168E1-0B2A-4482-B585-756176344A54}"/>
              </a:ext>
            </a:extLst>
          </p:cNvPr>
          <p:cNvSpPr>
            <a:spLocks noGrp="1"/>
          </p:cNvSpPr>
          <p:nvPr/>
        </p:nvSpPr>
        <p:spPr>
          <a:xfrm>
            <a:off x="82090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7" name="F2_precision_recall_distributions_8371">
            <a:extLst>
              <a:ext uri="{FF2B5EF4-FFF2-40B4-BE49-F238E27FC236}">
                <a16:creationId xmlns:a16="http://schemas.microsoft.com/office/drawing/2014/main" id="{136514FE-1A79-4B2A-92E6-CB906136282B}"/>
              </a:ext>
            </a:extLst>
          </p:cNvPr>
          <p:cNvSpPr>
            <a:spLocks noGrp="1"/>
          </p:cNvSpPr>
          <p:nvPr/>
        </p:nvSpPr>
        <p:spPr>
          <a:xfrm>
            <a:off x="8174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8" name="F2_precision_recall_distributions_8372">
            <a:extLst>
              <a:ext uri="{FF2B5EF4-FFF2-40B4-BE49-F238E27FC236}">
                <a16:creationId xmlns:a16="http://schemas.microsoft.com/office/drawing/2014/main" id="{E4302FAF-42A4-497D-BD84-B17A2D5A8786}"/>
              </a:ext>
            </a:extLst>
          </p:cNvPr>
          <p:cNvSpPr>
            <a:spLocks noGrp="1"/>
          </p:cNvSpPr>
          <p:nvPr/>
        </p:nvSpPr>
        <p:spPr>
          <a:xfrm>
            <a:off x="8453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9" name="F2_precision_recall_distributions_8373">
            <a:extLst>
              <a:ext uri="{FF2B5EF4-FFF2-40B4-BE49-F238E27FC236}">
                <a16:creationId xmlns:a16="http://schemas.microsoft.com/office/drawing/2014/main" id="{7285D5D1-4966-4493-B227-C61060910CB3}"/>
              </a:ext>
            </a:extLst>
          </p:cNvPr>
          <p:cNvSpPr>
            <a:spLocks noGrp="1"/>
          </p:cNvSpPr>
          <p:nvPr/>
        </p:nvSpPr>
        <p:spPr>
          <a:xfrm>
            <a:off x="82613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0" name="F2_precision_recall_distributions_8374">
            <a:extLst>
              <a:ext uri="{FF2B5EF4-FFF2-40B4-BE49-F238E27FC236}">
                <a16:creationId xmlns:a16="http://schemas.microsoft.com/office/drawing/2014/main" id="{A5EA3877-131E-45B7-BB7D-AB44DF14CD03}"/>
              </a:ext>
            </a:extLst>
          </p:cNvPr>
          <p:cNvSpPr>
            <a:spLocks noGrp="1"/>
          </p:cNvSpPr>
          <p:nvPr/>
        </p:nvSpPr>
        <p:spPr>
          <a:xfrm>
            <a:off x="84288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1" name="F2_precision_recall_distributions_8375">
            <a:extLst>
              <a:ext uri="{FF2B5EF4-FFF2-40B4-BE49-F238E27FC236}">
                <a16:creationId xmlns:a16="http://schemas.microsoft.com/office/drawing/2014/main" id="{0D5056E7-D628-4554-BB86-AAE397579EFB}"/>
              </a:ext>
            </a:extLst>
          </p:cNvPr>
          <p:cNvSpPr>
            <a:spLocks noGrp="1"/>
          </p:cNvSpPr>
          <p:nvPr/>
        </p:nvSpPr>
        <p:spPr>
          <a:xfrm>
            <a:off x="84059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2" name="F2_precision_recall_distributions_8376">
            <a:extLst>
              <a:ext uri="{FF2B5EF4-FFF2-40B4-BE49-F238E27FC236}">
                <a16:creationId xmlns:a16="http://schemas.microsoft.com/office/drawing/2014/main" id="{5737B9F4-6733-4C2C-B1DB-5FE441D8DC7E}"/>
              </a:ext>
            </a:extLst>
          </p:cNvPr>
          <p:cNvSpPr>
            <a:spLocks noGrp="1"/>
          </p:cNvSpPr>
          <p:nvPr/>
        </p:nvSpPr>
        <p:spPr>
          <a:xfrm>
            <a:off x="839342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3" name="F2_precision_recall_distributions_8377">
            <a:extLst>
              <a:ext uri="{FF2B5EF4-FFF2-40B4-BE49-F238E27FC236}">
                <a16:creationId xmlns:a16="http://schemas.microsoft.com/office/drawing/2014/main" id="{2EF56D85-4628-433F-91FC-D60897C9204C}"/>
              </a:ext>
            </a:extLst>
          </p:cNvPr>
          <p:cNvSpPr>
            <a:spLocks noGrp="1"/>
          </p:cNvSpPr>
          <p:nvPr/>
        </p:nvSpPr>
        <p:spPr>
          <a:xfrm>
            <a:off x="82495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4" name="F2_precision_recall_distributions_8378">
            <a:extLst>
              <a:ext uri="{FF2B5EF4-FFF2-40B4-BE49-F238E27FC236}">
                <a16:creationId xmlns:a16="http://schemas.microsoft.com/office/drawing/2014/main" id="{D7F24EC9-06F8-4118-94F6-6F8C377C2DEE}"/>
              </a:ext>
            </a:extLst>
          </p:cNvPr>
          <p:cNvSpPr>
            <a:spLocks noGrp="1"/>
          </p:cNvSpPr>
          <p:nvPr/>
        </p:nvSpPr>
        <p:spPr>
          <a:xfrm>
            <a:off x="81446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5" name="F2_precision_recall_distributions_8379">
            <a:extLst>
              <a:ext uri="{FF2B5EF4-FFF2-40B4-BE49-F238E27FC236}">
                <a16:creationId xmlns:a16="http://schemas.microsoft.com/office/drawing/2014/main" id="{A7FBD3B8-D5E2-4E28-ADE5-749162DB6159}"/>
              </a:ext>
            </a:extLst>
          </p:cNvPr>
          <p:cNvSpPr>
            <a:spLocks noGrp="1"/>
          </p:cNvSpPr>
          <p:nvPr/>
        </p:nvSpPr>
        <p:spPr>
          <a:xfrm>
            <a:off x="8218405" y="78003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6" name="F2_precision_recall_distributions_8380">
            <a:extLst>
              <a:ext uri="{FF2B5EF4-FFF2-40B4-BE49-F238E27FC236}">
                <a16:creationId xmlns:a16="http://schemas.microsoft.com/office/drawing/2014/main" id="{AC80EED4-1BFA-496A-9050-AAAF77C47EF2}"/>
              </a:ext>
            </a:extLst>
          </p:cNvPr>
          <p:cNvSpPr>
            <a:spLocks noGrp="1"/>
          </p:cNvSpPr>
          <p:nvPr/>
        </p:nvSpPr>
        <p:spPr>
          <a:xfrm>
            <a:off x="83265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7" name="F2_precision_recall_distributions_8381">
            <a:extLst>
              <a:ext uri="{FF2B5EF4-FFF2-40B4-BE49-F238E27FC236}">
                <a16:creationId xmlns:a16="http://schemas.microsoft.com/office/drawing/2014/main" id="{AEC2121C-EF59-4321-A23D-D26CC886EAE6}"/>
              </a:ext>
            </a:extLst>
          </p:cNvPr>
          <p:cNvSpPr>
            <a:spLocks noGrp="1"/>
          </p:cNvSpPr>
          <p:nvPr/>
        </p:nvSpPr>
        <p:spPr>
          <a:xfrm>
            <a:off x="8218858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8" name="F2_precision_recall_distributions_8382">
            <a:extLst>
              <a:ext uri="{FF2B5EF4-FFF2-40B4-BE49-F238E27FC236}">
                <a16:creationId xmlns:a16="http://schemas.microsoft.com/office/drawing/2014/main" id="{5D37306B-C76B-454D-BCB3-EA6DCC4E6B9D}"/>
              </a:ext>
            </a:extLst>
          </p:cNvPr>
          <p:cNvSpPr>
            <a:spLocks noGrp="1"/>
          </p:cNvSpPr>
          <p:nvPr/>
        </p:nvSpPr>
        <p:spPr>
          <a:xfrm>
            <a:off x="6002018" y="697995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69" name="F2_precision_recall_distributions_8383">
            <a:extLst>
              <a:ext uri="{FF2B5EF4-FFF2-40B4-BE49-F238E27FC236}">
                <a16:creationId xmlns:a16="http://schemas.microsoft.com/office/drawing/2014/main" id="{7E62A3A7-E49F-4CE9-AE5E-F88D6FF6BD3D}"/>
              </a:ext>
            </a:extLst>
          </p:cNvPr>
          <p:cNvSpPr>
            <a:spLocks noGrp="1"/>
          </p:cNvSpPr>
          <p:nvPr/>
        </p:nvSpPr>
        <p:spPr>
          <a:xfrm>
            <a:off x="7165978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70" name="F2_precision_recall_distributions_8384">
            <a:extLst>
              <a:ext uri="{FF2B5EF4-FFF2-40B4-BE49-F238E27FC236}">
                <a16:creationId xmlns:a16="http://schemas.microsoft.com/office/drawing/2014/main" id="{B6DEE720-8801-4FEE-881E-7D00921342B0}"/>
              </a:ext>
            </a:extLst>
          </p:cNvPr>
          <p:cNvSpPr>
            <a:spLocks noGrp="1"/>
          </p:cNvSpPr>
          <p:nvPr/>
        </p:nvSpPr>
        <p:spPr>
          <a:xfrm>
            <a:off x="8329937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71" name="F2_precision_recall_distributions_8385">
            <a:extLst>
              <a:ext uri="{FF2B5EF4-FFF2-40B4-BE49-F238E27FC236}">
                <a16:creationId xmlns:a16="http://schemas.microsoft.com/office/drawing/2014/main" id="{EEF3779E-992E-4EBB-8102-A5AFE6093B32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2" name="F2_precision_recall_distributions_8386">
            <a:extLst>
              <a:ext uri="{FF2B5EF4-FFF2-40B4-BE49-F238E27FC236}">
                <a16:creationId xmlns:a16="http://schemas.microsoft.com/office/drawing/2014/main" id="{62366AE7-8B0D-4915-9BA1-7D6F37982767}"/>
              </a:ext>
            </a:extLst>
          </p:cNvPr>
          <p:cNvSpPr>
            <a:spLocks noGrp="1"/>
          </p:cNvSpPr>
          <p:nvPr/>
        </p:nvSpPr>
        <p:spPr>
          <a:xfrm>
            <a:off x="5361841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3" name="text_8387">
            <a:extLst>
              <a:ext uri="{FF2B5EF4-FFF2-40B4-BE49-F238E27FC236}">
                <a16:creationId xmlns:a16="http://schemas.microsoft.com/office/drawing/2014/main" id="{C8101192-8B6A-49C9-81D5-E369FC56E264}"/>
              </a:ext>
            </a:extLst>
          </p:cNvPr>
          <p:cNvSpPr>
            <a:spLocks noGrp="1"/>
          </p:cNvSpPr>
          <p:nvPr/>
        </p:nvSpPr>
        <p:spPr>
          <a:xfrm>
            <a:off x="5361841" y="677801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Recall</a:t>
            </a:r>
          </a:p>
        </p:txBody>
      </p:sp>
      <p:sp>
        <p:nvSpPr>
          <p:cNvPr id="5574" name="F2_precision_recall_distributions_8388">
            <a:extLst>
              <a:ext uri="{FF2B5EF4-FFF2-40B4-BE49-F238E27FC236}">
                <a16:creationId xmlns:a16="http://schemas.microsoft.com/office/drawing/2014/main" id="{9617A2C3-F917-467D-A89A-1DA68EDF580C}"/>
              </a:ext>
            </a:extLst>
          </p:cNvPr>
          <p:cNvSpPr>
            <a:spLocks noGrp="1"/>
          </p:cNvSpPr>
          <p:nvPr/>
        </p:nvSpPr>
        <p:spPr>
          <a:xfrm>
            <a:off x="5973977" y="73763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75" name="F2_precision_recall_distributions_8389">
            <a:extLst>
              <a:ext uri="{FF2B5EF4-FFF2-40B4-BE49-F238E27FC236}">
                <a16:creationId xmlns:a16="http://schemas.microsoft.com/office/drawing/2014/main" id="{2F493342-DE22-4B70-A562-2772243B4D1D}"/>
              </a:ext>
            </a:extLst>
          </p:cNvPr>
          <p:cNvSpPr>
            <a:spLocks noGrp="1"/>
          </p:cNvSpPr>
          <p:nvPr/>
        </p:nvSpPr>
        <p:spPr>
          <a:xfrm>
            <a:off x="7137937" y="744703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576" name="F2_precision_recall_distributions_8390">
            <a:extLst>
              <a:ext uri="{FF2B5EF4-FFF2-40B4-BE49-F238E27FC236}">
                <a16:creationId xmlns:a16="http://schemas.microsoft.com/office/drawing/2014/main" id="{560BA26A-3FEB-45A9-A615-F37A3650D998}"/>
              </a:ext>
            </a:extLst>
          </p:cNvPr>
          <p:cNvSpPr>
            <a:spLocks noGrp="1"/>
          </p:cNvSpPr>
          <p:nvPr/>
        </p:nvSpPr>
        <p:spPr>
          <a:xfrm>
            <a:off x="8301896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577" name="text_8391">
            <a:extLst>
              <a:ext uri="{FF2B5EF4-FFF2-40B4-BE49-F238E27FC236}">
                <a16:creationId xmlns:a16="http://schemas.microsoft.com/office/drawing/2014/main" id="{C985A464-94CC-493A-B56E-329A41E89F87}"/>
              </a:ext>
            </a:extLst>
          </p:cNvPr>
          <p:cNvSpPr>
            <a:spLocks noGrp="1"/>
          </p:cNvSpPr>
          <p:nvPr/>
        </p:nvSpPr>
        <p:spPr>
          <a:xfrm>
            <a:off x="1212325" y="582763"/>
            <a:ext cx="3532725" cy="21136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31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31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 and recall across individual PDBs</a:t>
            </a:r>
          </a:p>
        </p:txBody>
      </p:sp>
      <p:sp>
        <p:nvSpPr>
          <p:cNvPr id="5578" name="text_8392">
            <a:extLst>
              <a:ext uri="{FF2B5EF4-FFF2-40B4-BE49-F238E27FC236}">
                <a16:creationId xmlns:a16="http://schemas.microsoft.com/office/drawing/2014/main" id="{F27EF7D8-96FE-4F27-A2C3-502E610D6CB1}"/>
              </a:ext>
            </a:extLst>
          </p:cNvPr>
          <p:cNvSpPr>
            <a:spLocks noGrp="1"/>
          </p:cNvSpPr>
          <p:nvPr/>
        </p:nvSpPr>
        <p:spPr>
          <a:xfrm>
            <a:off x="993178" y="8059975"/>
            <a:ext cx="4890250" cy="13316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39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39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Dots: individual PDBs. White centres: median. Thick lines: 25th–75th percentiles.</a:t>
            </a:r>
          </a:p>
        </p:txBody>
      </p:sp>
      <p:sp>
        <p:nvSpPr>
          <p:cNvPr id="5579" name="F2_precision_recall_distributions_8393">
            <a:extLst>
              <a:ext uri="{FF2B5EF4-FFF2-40B4-BE49-F238E27FC236}">
                <a16:creationId xmlns:a16="http://schemas.microsoft.com/office/drawing/2014/main" id="{BDAF09AD-32DC-4534-BC8A-B3DF38F1DE00}"/>
              </a:ext>
            </a:extLst>
          </p:cNvPr>
          <p:cNvSpPr>
            <a:spLocks noGrp="1"/>
          </p:cNvSpPr>
          <p:nvPr/>
        </p:nvSpPr>
        <p:spPr>
          <a:xfrm>
            <a:off x="127502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007C83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0" name="text_8394">
            <a:extLst>
              <a:ext uri="{FF2B5EF4-FFF2-40B4-BE49-F238E27FC236}">
                <a16:creationId xmlns:a16="http://schemas.microsoft.com/office/drawing/2014/main" id="{D3CA45F3-9C48-4D5C-B565-DA4D2DB5D523}"/>
              </a:ext>
            </a:extLst>
          </p:cNvPr>
          <p:cNvSpPr>
            <a:spLocks noGrp="1"/>
          </p:cNvSpPr>
          <p:nvPr/>
        </p:nvSpPr>
        <p:spPr>
          <a:xfrm>
            <a:off x="1488084" y="977868"/>
            <a:ext cx="1106978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5581" name="F2_precision_recall_distributions_8395">
            <a:extLst>
              <a:ext uri="{FF2B5EF4-FFF2-40B4-BE49-F238E27FC236}">
                <a16:creationId xmlns:a16="http://schemas.microsoft.com/office/drawing/2014/main" id="{9790844A-112B-4677-A931-6EC74158EB35}"/>
              </a:ext>
            </a:extLst>
          </p:cNvPr>
          <p:cNvSpPr>
            <a:spLocks noGrp="1"/>
          </p:cNvSpPr>
          <p:nvPr/>
        </p:nvSpPr>
        <p:spPr>
          <a:xfrm>
            <a:off x="2762056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566AB4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2" name="text_8396">
            <a:extLst>
              <a:ext uri="{FF2B5EF4-FFF2-40B4-BE49-F238E27FC236}">
                <a16:creationId xmlns:a16="http://schemas.microsoft.com/office/drawing/2014/main" id="{F0A38235-0BE7-47C5-A85F-209ED735A97D}"/>
              </a:ext>
            </a:extLst>
          </p:cNvPr>
          <p:cNvSpPr>
            <a:spLocks noGrp="1"/>
          </p:cNvSpPr>
          <p:nvPr/>
        </p:nvSpPr>
        <p:spPr>
          <a:xfrm>
            <a:off x="2975116" y="977868"/>
            <a:ext cx="1534551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5583" name="F2_precision_recall_distributions_8397">
            <a:extLst>
              <a:ext uri="{FF2B5EF4-FFF2-40B4-BE49-F238E27FC236}">
                <a16:creationId xmlns:a16="http://schemas.microsoft.com/office/drawing/2014/main" id="{8A666145-0839-4783-AF69-2089B93A59A2}"/>
              </a:ext>
            </a:extLst>
          </p:cNvPr>
          <p:cNvSpPr>
            <a:spLocks noGrp="1"/>
          </p:cNvSpPr>
          <p:nvPr/>
        </p:nvSpPr>
        <p:spPr>
          <a:xfrm>
            <a:off x="467877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92979D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4" name="text_8398">
            <a:extLst>
              <a:ext uri="{FF2B5EF4-FFF2-40B4-BE49-F238E27FC236}">
                <a16:creationId xmlns:a16="http://schemas.microsoft.com/office/drawing/2014/main" id="{BE15993A-361A-437B-A9A8-46F4F13D1484}"/>
              </a:ext>
            </a:extLst>
          </p:cNvPr>
          <p:cNvSpPr>
            <a:spLocks noGrp="1"/>
          </p:cNvSpPr>
          <p:nvPr/>
        </p:nvSpPr>
        <p:spPr>
          <a:xfrm>
            <a:off x="4891835" y="977868"/>
            <a:ext cx="501805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8735021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 69">
            <a:extLst>
              <a:ext uri="{FF2B5EF4-FFF2-40B4-BE49-F238E27FC236}">
                <a16:creationId xmlns:a16="http://schemas.microsoft.com/office/drawing/2014/main" id="{D838C12F-C369-4CAD-A27D-CDDC008453CD}"/>
              </a:ext>
            </a:extLst>
          </p:cNvPr>
          <p:cNvSpPr>
            <a:spLocks noGrp="1"/>
          </p:cNvSpPr>
          <p:nvPr/>
        </p:nvSpPr>
        <p:spPr>
          <a:xfrm>
            <a:off x="1852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Global context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834CB52-7640-42CD-BB27-53D15228C7D6}"/>
              </a:ext>
            </a:extLst>
          </p:cNvPr>
          <p:cNvSpPr>
            <a:spLocks noGrp="1"/>
          </p:cNvSpPr>
          <p:nvPr/>
        </p:nvSpPr>
        <p:spPr>
          <a:xfrm>
            <a:off x="1852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structure + map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4DAF2A8-36D6-4F43-AF63-3D8C6EA411F7}"/>
              </a:ext>
            </a:extLst>
          </p:cNvPr>
          <p:cNvSpPr>
            <a:spLocks noGrp="1"/>
          </p:cNvSpPr>
          <p:nvPr/>
        </p:nvSpPr>
        <p:spPr>
          <a:xfrm>
            <a:off x="201083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Ligand reference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A8528BD-2E22-49C9-B5B1-B743B5C0775C}"/>
              </a:ext>
            </a:extLst>
          </p:cNvPr>
          <p:cNvSpPr>
            <a:spLocks noGrp="1"/>
          </p:cNvSpPr>
          <p:nvPr/>
        </p:nvSpPr>
        <p:spPr>
          <a:xfrm>
            <a:off x="201083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20872BD-5F5B-47A9-A107-89A0343D4F20}"/>
              </a:ext>
            </a:extLst>
          </p:cNvPr>
          <p:cNvSpPr>
            <a:spLocks noGrp="1"/>
          </p:cNvSpPr>
          <p:nvPr/>
        </p:nvSpPr>
        <p:spPr>
          <a:xfrm>
            <a:off x="383645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DA73BF2-3FB1-4ED3-8527-D637AF2C8911}"/>
              </a:ext>
            </a:extLst>
          </p:cNvPr>
          <p:cNvSpPr>
            <a:spLocks noGrp="1"/>
          </p:cNvSpPr>
          <p:nvPr/>
        </p:nvSpPr>
        <p:spPr>
          <a:xfrm>
            <a:off x="383645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 · Gaussian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3A6FF7-72C0-433F-8FCF-B8C42171CF48}"/>
              </a:ext>
            </a:extLst>
          </p:cNvPr>
          <p:cNvSpPr>
            <a:spLocks noGrp="1"/>
          </p:cNvSpPr>
          <p:nvPr/>
        </p:nvSpPr>
        <p:spPr>
          <a:xfrm>
            <a:off x="566208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791628-011F-485B-B277-4F0FE6833337}"/>
              </a:ext>
            </a:extLst>
          </p:cNvPr>
          <p:cNvSpPr>
            <a:spLocks noGrp="1"/>
          </p:cNvSpPr>
          <p:nvPr/>
        </p:nvSpPr>
        <p:spPr>
          <a:xfrm>
            <a:off x="566208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CryoAtom2 receptor · Gaussian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1A65F0C-13CB-4146-B090-661CE3E269F4}"/>
              </a:ext>
            </a:extLst>
          </p:cNvPr>
          <p:cNvSpPr>
            <a:spLocks noGrp="1"/>
          </p:cNvSpPr>
          <p:nvPr/>
        </p:nvSpPr>
        <p:spPr>
          <a:xfrm>
            <a:off x="74877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78BF2D-F03A-47FF-B1D2-E58BF82DF44D}"/>
              </a:ext>
            </a:extLst>
          </p:cNvPr>
          <p:cNvSpPr>
            <a:spLocks noGrp="1"/>
          </p:cNvSpPr>
          <p:nvPr/>
        </p:nvSpPr>
        <p:spPr>
          <a:xfrm>
            <a:off x="74877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No receptor input</a:t>
            </a:r>
          </a:p>
        </p:txBody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C2F8C6C0-D9AC-4116-BEDF-6A9F57DA92A7}"/>
              </a:ext>
            </a:extLst>
          </p:cNvPr>
          <p:cNvSpPr>
            <a:spLocks noGrp="1"/>
          </p:cNvSpPr>
          <p:nvPr/>
        </p:nvSpPr>
        <p:spPr>
          <a:xfrm>
            <a:off x="185208" y="2119842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4943175-CBE4-483A-A90F-2254CEB9541F}"/>
              </a:ext>
            </a:extLst>
          </p:cNvPr>
          <p:cNvSpPr>
            <a:spLocks noGrp="1"/>
          </p:cNvSpPr>
          <p:nvPr/>
        </p:nvSpPr>
        <p:spPr>
          <a:xfrm>
            <a:off x="185208" y="2236258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EC54646-2EB4-4923-8D35-7B6F22D35CE0}"/>
              </a:ext>
            </a:extLst>
          </p:cNvPr>
          <p:cNvSpPr>
            <a:spLocks noGrp="1"/>
          </p:cNvSpPr>
          <p:nvPr/>
        </p:nvSpPr>
        <p:spPr>
          <a:xfrm>
            <a:off x="433917" y="2252133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9Z3D  |  SAH A:801  |  EMD-73784  |  2.96 Å</a:t>
            </a:r>
          </a:p>
        </p:txBody>
      </p:sp>
      <p:pic>
        <p:nvPicPr>
          <p:cNvPr id="83" name="图片 8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5208" y="2516717"/>
            <a:ext cx="1719792" cy="1433160"/>
          </a:xfrm>
          <a:prstGeom prst="rect">
            <a:avLst/>
          </a:prstGeom>
        </p:spPr>
      </p:pic>
      <p:pic>
        <p:nvPicPr>
          <p:cNvPr id="84" name="图片 8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010833" y="2516717"/>
            <a:ext cx="1719792" cy="1433160"/>
          </a:xfrm>
          <a:prstGeom prst="rect">
            <a:avLst/>
          </a:prstGeom>
        </p:spPr>
      </p:pic>
      <p:sp>
        <p:nvSpPr>
          <p:cNvPr id="16" name="任意多边形: 形状 15">
            <a:extLst>
              <a:ext uri="{FF2B5EF4-FFF2-40B4-BE49-F238E27FC236}">
                <a16:creationId xmlns:a16="http://schemas.microsoft.com/office/drawing/2014/main" id="{BFDF3A7D-92C7-4BD9-A84D-F92FC3093055}"/>
              </a:ext>
            </a:extLst>
          </p:cNvPr>
          <p:cNvSpPr>
            <a:spLocks noGrp="1"/>
          </p:cNvSpPr>
          <p:nvPr/>
        </p:nvSpPr>
        <p:spPr>
          <a:xfrm>
            <a:off x="334779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EC27007-D35D-4B29-A5EE-29896332D349}"/>
              </a:ext>
            </a:extLst>
          </p:cNvPr>
          <p:cNvSpPr>
            <a:spLocks noGrp="1"/>
          </p:cNvSpPr>
          <p:nvPr/>
        </p:nvSpPr>
        <p:spPr>
          <a:xfrm>
            <a:off x="334779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87" name="图片 86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3836458" y="2516717"/>
            <a:ext cx="1719792" cy="1433160"/>
          </a:xfrm>
          <a:prstGeom prst="rect">
            <a:avLst/>
          </a:prstGeom>
        </p:spPr>
      </p:pic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0A49A8A8-065E-4E85-8E14-D6EDA73C9A62}"/>
              </a:ext>
            </a:extLst>
          </p:cNvPr>
          <p:cNvSpPr>
            <a:spLocks noGrp="1"/>
          </p:cNvSpPr>
          <p:nvPr/>
        </p:nvSpPr>
        <p:spPr>
          <a:xfrm>
            <a:off x="517342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6860990-1C0F-4830-B0D2-DA0F1F640EFB}"/>
              </a:ext>
            </a:extLst>
          </p:cNvPr>
          <p:cNvSpPr>
            <a:spLocks noGrp="1"/>
          </p:cNvSpPr>
          <p:nvPr/>
        </p:nvSpPr>
        <p:spPr>
          <a:xfrm>
            <a:off x="517342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662083" y="2516717"/>
            <a:ext cx="1719792" cy="1433160"/>
          </a:xfrm>
          <a:prstGeom prst="rect">
            <a:avLst/>
          </a:prstGeom>
        </p:spPr>
      </p:pic>
      <p:sp>
        <p:nvSpPr>
          <p:cNvPr id="22" name="任意多边形: 形状 21">
            <a:extLst>
              <a:ext uri="{FF2B5EF4-FFF2-40B4-BE49-F238E27FC236}">
                <a16:creationId xmlns:a16="http://schemas.microsoft.com/office/drawing/2014/main" id="{FE6B7693-9B1E-4D51-83E3-4B6C0AE5E615}"/>
              </a:ext>
            </a:extLst>
          </p:cNvPr>
          <p:cNvSpPr>
            <a:spLocks noGrp="1"/>
          </p:cNvSpPr>
          <p:nvPr/>
        </p:nvSpPr>
        <p:spPr>
          <a:xfrm>
            <a:off x="699904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9E059D4-CCB0-411B-A349-4361A6CE7C9B}"/>
              </a:ext>
            </a:extLst>
          </p:cNvPr>
          <p:cNvSpPr>
            <a:spLocks noGrp="1"/>
          </p:cNvSpPr>
          <p:nvPr/>
        </p:nvSpPr>
        <p:spPr>
          <a:xfrm>
            <a:off x="699904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3" name="图片 92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7487708" y="2516717"/>
            <a:ext cx="1719792" cy="1433160"/>
          </a:xfrm>
          <a:prstGeom prst="rect">
            <a:avLst/>
          </a:prstGeom>
        </p:spPr>
      </p:pic>
      <p:sp>
        <p:nvSpPr>
          <p:cNvPr id="25" name="任意多边形: 形状 24">
            <a:extLst>
              <a:ext uri="{FF2B5EF4-FFF2-40B4-BE49-F238E27FC236}">
                <a16:creationId xmlns:a16="http://schemas.microsoft.com/office/drawing/2014/main" id="{28597C33-366A-4366-BAE4-93C8E5757F7E}"/>
              </a:ext>
            </a:extLst>
          </p:cNvPr>
          <p:cNvSpPr>
            <a:spLocks noGrp="1"/>
          </p:cNvSpPr>
          <p:nvPr/>
        </p:nvSpPr>
        <p:spPr>
          <a:xfrm>
            <a:off x="882467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4BF139F-D12A-40CA-BE7F-968A3A84529A}"/>
              </a:ext>
            </a:extLst>
          </p:cNvPr>
          <p:cNvSpPr>
            <a:spLocks noGrp="1"/>
          </p:cNvSpPr>
          <p:nvPr/>
        </p:nvSpPr>
        <p:spPr>
          <a:xfrm>
            <a:off x="882467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B0FBD3D-8D43-4315-903E-2B909BFB32A4}"/>
              </a:ext>
            </a:extLst>
          </p:cNvPr>
          <p:cNvSpPr>
            <a:spLocks noGrp="1"/>
          </p:cNvSpPr>
          <p:nvPr/>
        </p:nvSpPr>
        <p:spPr>
          <a:xfrm>
            <a:off x="937273" y="3157581"/>
            <a:ext cx="175121" cy="17207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E0C01989-849D-49A7-AE7E-EC2585978826}"/>
              </a:ext>
            </a:extLst>
          </p:cNvPr>
          <p:cNvSpPr>
            <a:spLocks noGrp="1"/>
          </p:cNvSpPr>
          <p:nvPr/>
        </p:nvSpPr>
        <p:spPr>
          <a:xfrm>
            <a:off x="1112394" y="2622550"/>
            <a:ext cx="861398" cy="535031"/>
          </a:xfrm>
          <a:custGeom>
            <a:avLst/>
            <a:gdLst/>
            <a:ahLst/>
            <a:cxnLst/>
            <a:rect l="0" t="0" r="0" b="0"/>
            <a:pathLst>
              <a:path w="1550516" h="963055">
                <a:moveTo>
                  <a:pt x="0" y="963055"/>
                </a:moveTo>
                <a:lnTo>
                  <a:pt x="1550516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AD050F78-0F5C-4B77-A382-B7D9C2CDA58B}"/>
              </a:ext>
            </a:extLst>
          </p:cNvPr>
          <p:cNvSpPr>
            <a:spLocks noGrp="1"/>
          </p:cNvSpPr>
          <p:nvPr/>
        </p:nvSpPr>
        <p:spPr>
          <a:xfrm>
            <a:off x="1112394" y="3329660"/>
            <a:ext cx="861398" cy="514383"/>
          </a:xfrm>
          <a:custGeom>
            <a:avLst/>
            <a:gdLst/>
            <a:ahLst/>
            <a:cxnLst/>
            <a:rect l="0" t="0" r="0" b="0"/>
            <a:pathLst>
              <a:path w="1550516" h="925890">
                <a:moveTo>
                  <a:pt x="0" y="0"/>
                </a:moveTo>
                <a:lnTo>
                  <a:pt x="1550516" y="92589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CDF101E-59BC-4E59-A1EF-3DA617594B78}"/>
              </a:ext>
            </a:extLst>
          </p:cNvPr>
          <p:cNvSpPr>
            <a:spLocks noGrp="1"/>
          </p:cNvSpPr>
          <p:nvPr/>
        </p:nvSpPr>
        <p:spPr>
          <a:xfrm>
            <a:off x="185208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1DEDCEF-9206-4BC1-ABC8-8C497712857D}"/>
              </a:ext>
            </a:extLst>
          </p:cNvPr>
          <p:cNvSpPr>
            <a:spLocks noGrp="1"/>
          </p:cNvSpPr>
          <p:nvPr/>
        </p:nvSpPr>
        <p:spPr>
          <a:xfrm>
            <a:off x="2010833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5D0CED8-38F7-487E-A58F-4E4CADA8DA3A}"/>
              </a:ext>
            </a:extLst>
          </p:cNvPr>
          <p:cNvSpPr>
            <a:spLocks noGrp="1"/>
          </p:cNvSpPr>
          <p:nvPr/>
        </p:nvSpPr>
        <p:spPr>
          <a:xfrm>
            <a:off x="383645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0.885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6BAACE3-D958-4F8B-9935-914DEC48AFDD}"/>
              </a:ext>
            </a:extLst>
          </p:cNvPr>
          <p:cNvSpPr>
            <a:spLocks noGrp="1"/>
          </p:cNvSpPr>
          <p:nvPr/>
        </p:nvSpPr>
        <p:spPr>
          <a:xfrm>
            <a:off x="383645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0.847     R  0.926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071AFF1B-A1ED-4647-9533-1ACB10E4CF95}"/>
              </a:ext>
            </a:extLst>
          </p:cNvPr>
          <p:cNvSpPr>
            <a:spLocks noGrp="1"/>
          </p:cNvSpPr>
          <p:nvPr/>
        </p:nvSpPr>
        <p:spPr>
          <a:xfrm>
            <a:off x="5662083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0.875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F42131E-CC6D-4AA0-BEF3-F21094BA80EC}"/>
              </a:ext>
            </a:extLst>
          </p:cNvPr>
          <p:cNvSpPr>
            <a:spLocks noGrp="1"/>
          </p:cNvSpPr>
          <p:nvPr/>
        </p:nvSpPr>
        <p:spPr>
          <a:xfrm>
            <a:off x="5662083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0.833     R  0.922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488B2B1-C8B3-4E54-B46C-75D01C7BDA21}"/>
              </a:ext>
            </a:extLst>
          </p:cNvPr>
          <p:cNvSpPr>
            <a:spLocks noGrp="1"/>
          </p:cNvSpPr>
          <p:nvPr/>
        </p:nvSpPr>
        <p:spPr>
          <a:xfrm>
            <a:off x="748770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0.633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EDCFF1B-66FB-48DB-B4EF-19CB83B2996C}"/>
              </a:ext>
            </a:extLst>
          </p:cNvPr>
          <p:cNvSpPr>
            <a:spLocks noGrp="1"/>
          </p:cNvSpPr>
          <p:nvPr/>
        </p:nvSpPr>
        <p:spPr>
          <a:xfrm>
            <a:off x="748770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 dirty="0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0.599     R  0.670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88DE36B-573E-4B38-8ABA-A48E9597A54B}"/>
              </a:ext>
            </a:extLst>
          </p:cNvPr>
          <p:cNvSpPr>
            <a:spLocks noGrp="1"/>
          </p:cNvSpPr>
          <p:nvPr/>
        </p:nvSpPr>
        <p:spPr>
          <a:xfrm>
            <a:off x="185208" y="4469342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E171612-446C-48B8-8360-86ED123EBE1D}"/>
              </a:ext>
            </a:extLst>
          </p:cNvPr>
          <p:cNvSpPr>
            <a:spLocks noGrp="1"/>
          </p:cNvSpPr>
          <p:nvPr/>
        </p:nvSpPr>
        <p:spPr>
          <a:xfrm>
            <a:off x="433917" y="4485217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9HJX  |  NAP B:500  |  EMD-52228  |  3.39 Å</a:t>
            </a:r>
          </a:p>
        </p:txBody>
      </p:sp>
      <p:pic>
        <p:nvPicPr>
          <p:cNvPr id="109" name="图片 108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185208" y="4749800"/>
            <a:ext cx="1719792" cy="1433160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2010833" y="4749800"/>
            <a:ext cx="1719792" cy="1433160"/>
          </a:xfrm>
          <a:prstGeom prst="rect">
            <a:avLst/>
          </a:prstGeom>
        </p:spPr>
      </p:pic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6C236D3F-B431-462A-96E3-F1DED8925D95}"/>
              </a:ext>
            </a:extLst>
          </p:cNvPr>
          <p:cNvSpPr>
            <a:spLocks noGrp="1"/>
          </p:cNvSpPr>
          <p:nvPr/>
        </p:nvSpPr>
        <p:spPr>
          <a:xfrm>
            <a:off x="339599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A37FBCE-9DB6-4330-9742-413EFF299BFD}"/>
              </a:ext>
            </a:extLst>
          </p:cNvPr>
          <p:cNvSpPr>
            <a:spLocks noGrp="1"/>
          </p:cNvSpPr>
          <p:nvPr/>
        </p:nvSpPr>
        <p:spPr>
          <a:xfrm>
            <a:off x="339599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3" name="图片 112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3836458" y="4749800"/>
            <a:ext cx="1719792" cy="1433160"/>
          </a:xfrm>
          <a:prstGeom prst="rect">
            <a:avLst/>
          </a:prstGeom>
        </p:spPr>
      </p:pic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5132C4DB-A7DD-4804-B441-E7E1B30246E7}"/>
              </a:ext>
            </a:extLst>
          </p:cNvPr>
          <p:cNvSpPr>
            <a:spLocks noGrp="1"/>
          </p:cNvSpPr>
          <p:nvPr/>
        </p:nvSpPr>
        <p:spPr>
          <a:xfrm>
            <a:off x="522161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AA98644-F546-44BB-8EC9-2882CFFAEE4F}"/>
              </a:ext>
            </a:extLst>
          </p:cNvPr>
          <p:cNvSpPr>
            <a:spLocks noGrp="1"/>
          </p:cNvSpPr>
          <p:nvPr/>
        </p:nvSpPr>
        <p:spPr>
          <a:xfrm>
            <a:off x="522161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6" name="图片 115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5662083" y="4749800"/>
            <a:ext cx="1719792" cy="1433160"/>
          </a:xfrm>
          <a:prstGeom prst="rect">
            <a:avLst/>
          </a:prstGeom>
        </p:spPr>
      </p:pic>
      <p:sp>
        <p:nvSpPr>
          <p:cNvPr id="48" name="任意多边形: 形状 47">
            <a:extLst>
              <a:ext uri="{FF2B5EF4-FFF2-40B4-BE49-F238E27FC236}">
                <a16:creationId xmlns:a16="http://schemas.microsoft.com/office/drawing/2014/main" id="{441F5B5C-9E7D-48A9-9CD9-2E5AA4246299}"/>
              </a:ext>
            </a:extLst>
          </p:cNvPr>
          <p:cNvSpPr>
            <a:spLocks noGrp="1"/>
          </p:cNvSpPr>
          <p:nvPr/>
        </p:nvSpPr>
        <p:spPr>
          <a:xfrm>
            <a:off x="704724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927CC7B-05F2-49A5-9D2B-22BA4B5F5ED5}"/>
              </a:ext>
            </a:extLst>
          </p:cNvPr>
          <p:cNvSpPr>
            <a:spLocks noGrp="1"/>
          </p:cNvSpPr>
          <p:nvPr/>
        </p:nvSpPr>
        <p:spPr>
          <a:xfrm>
            <a:off x="704724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9" name="图片 118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7487708" y="4749800"/>
            <a:ext cx="1719792" cy="1433160"/>
          </a:xfrm>
          <a:prstGeom prst="rect">
            <a:avLst/>
          </a:prstGeom>
        </p:spPr>
      </p:pic>
      <p:sp>
        <p:nvSpPr>
          <p:cNvPr id="51" name="任意多边形: 形状 50">
            <a:extLst>
              <a:ext uri="{FF2B5EF4-FFF2-40B4-BE49-F238E27FC236}">
                <a16:creationId xmlns:a16="http://schemas.microsoft.com/office/drawing/2014/main" id="{E10C333A-1647-4EDB-B719-983064BA2162}"/>
              </a:ext>
            </a:extLst>
          </p:cNvPr>
          <p:cNvSpPr>
            <a:spLocks noGrp="1"/>
          </p:cNvSpPr>
          <p:nvPr/>
        </p:nvSpPr>
        <p:spPr>
          <a:xfrm>
            <a:off x="887286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38ADB37E-6600-481E-8ECA-F5E4C1960477}"/>
              </a:ext>
            </a:extLst>
          </p:cNvPr>
          <p:cNvSpPr>
            <a:spLocks noGrp="1"/>
          </p:cNvSpPr>
          <p:nvPr/>
        </p:nvSpPr>
        <p:spPr>
          <a:xfrm>
            <a:off x="887286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CECCD44A-4E2F-4544-8913-6B63E7A54A07}"/>
              </a:ext>
            </a:extLst>
          </p:cNvPr>
          <p:cNvSpPr>
            <a:spLocks noGrp="1"/>
          </p:cNvSpPr>
          <p:nvPr/>
        </p:nvSpPr>
        <p:spPr>
          <a:xfrm>
            <a:off x="824746" y="5392706"/>
            <a:ext cx="183056" cy="19374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F4BC0B42-A12B-4888-9A82-CC3562D8FA80}"/>
              </a:ext>
            </a:extLst>
          </p:cNvPr>
          <p:cNvSpPr>
            <a:spLocks noGrp="1"/>
          </p:cNvSpPr>
          <p:nvPr/>
        </p:nvSpPr>
        <p:spPr>
          <a:xfrm>
            <a:off x="1007803" y="4855633"/>
            <a:ext cx="965989" cy="537072"/>
          </a:xfrm>
          <a:custGeom>
            <a:avLst/>
            <a:gdLst/>
            <a:ahLst/>
            <a:cxnLst/>
            <a:rect l="0" t="0" r="0" b="0"/>
            <a:pathLst>
              <a:path w="1738781" h="966730">
                <a:moveTo>
                  <a:pt x="0" y="966730"/>
                </a:moveTo>
                <a:lnTo>
                  <a:pt x="1738781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5" name="任意多边形: 形状 54">
            <a:extLst>
              <a:ext uri="{FF2B5EF4-FFF2-40B4-BE49-F238E27FC236}">
                <a16:creationId xmlns:a16="http://schemas.microsoft.com/office/drawing/2014/main" id="{CDA31B18-A03B-4D12-BB8A-026549408991}"/>
              </a:ext>
            </a:extLst>
          </p:cNvPr>
          <p:cNvSpPr>
            <a:spLocks noGrp="1"/>
          </p:cNvSpPr>
          <p:nvPr/>
        </p:nvSpPr>
        <p:spPr>
          <a:xfrm>
            <a:off x="1007803" y="5586455"/>
            <a:ext cx="965989" cy="490672"/>
          </a:xfrm>
          <a:custGeom>
            <a:avLst/>
            <a:gdLst/>
            <a:ahLst/>
            <a:cxnLst/>
            <a:rect l="0" t="0" r="0" b="0"/>
            <a:pathLst>
              <a:path w="1738781" h="883209">
                <a:moveTo>
                  <a:pt x="0" y="0"/>
                </a:moveTo>
                <a:lnTo>
                  <a:pt x="1738781" y="883209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5D49D4B3-DE5F-4C54-B007-134259C697A4}"/>
              </a:ext>
            </a:extLst>
          </p:cNvPr>
          <p:cNvSpPr>
            <a:spLocks noGrp="1"/>
          </p:cNvSpPr>
          <p:nvPr/>
        </p:nvSpPr>
        <p:spPr>
          <a:xfrm>
            <a:off x="185208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9C966D28-28D3-4CBC-970A-F5E2B1F98DCA}"/>
              </a:ext>
            </a:extLst>
          </p:cNvPr>
          <p:cNvSpPr>
            <a:spLocks noGrp="1"/>
          </p:cNvSpPr>
          <p:nvPr/>
        </p:nvSpPr>
        <p:spPr>
          <a:xfrm>
            <a:off x="2010833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7B53618-EA94-448D-BBAA-A6CDAF6BD6B5}"/>
              </a:ext>
            </a:extLst>
          </p:cNvPr>
          <p:cNvSpPr>
            <a:spLocks noGrp="1"/>
          </p:cNvSpPr>
          <p:nvPr/>
        </p:nvSpPr>
        <p:spPr>
          <a:xfrm>
            <a:off x="383645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0.845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07D77760-5520-421E-B5E4-FBFD2A41020B}"/>
              </a:ext>
            </a:extLst>
          </p:cNvPr>
          <p:cNvSpPr>
            <a:spLocks noGrp="1"/>
          </p:cNvSpPr>
          <p:nvPr/>
        </p:nvSpPr>
        <p:spPr>
          <a:xfrm>
            <a:off x="383645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0.803     R  0.891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6DDA8CE3-69D2-44A6-B44C-A622FD77E03D}"/>
              </a:ext>
            </a:extLst>
          </p:cNvPr>
          <p:cNvSpPr>
            <a:spLocks noGrp="1"/>
          </p:cNvSpPr>
          <p:nvPr/>
        </p:nvSpPr>
        <p:spPr>
          <a:xfrm>
            <a:off x="5662083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0.640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0616834A-EA75-4FC6-A133-B004871052DA}"/>
              </a:ext>
            </a:extLst>
          </p:cNvPr>
          <p:cNvSpPr>
            <a:spLocks noGrp="1"/>
          </p:cNvSpPr>
          <p:nvPr/>
        </p:nvSpPr>
        <p:spPr>
          <a:xfrm>
            <a:off x="5662083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0.596     R  0.691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B5025C35-354C-4E31-A845-271C1DB0FA40}"/>
              </a:ext>
            </a:extLst>
          </p:cNvPr>
          <p:cNvSpPr>
            <a:spLocks noGrp="1"/>
          </p:cNvSpPr>
          <p:nvPr/>
        </p:nvSpPr>
        <p:spPr>
          <a:xfrm>
            <a:off x="748770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0.421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059CFC3-8C63-4362-8661-478186D0C345}"/>
              </a:ext>
            </a:extLst>
          </p:cNvPr>
          <p:cNvSpPr>
            <a:spLocks noGrp="1"/>
          </p:cNvSpPr>
          <p:nvPr/>
        </p:nvSpPr>
        <p:spPr>
          <a:xfrm>
            <a:off x="748770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0.711     R  0.299</a:t>
            </a:r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40FFA23B-0DF5-417D-9604-00972A5A04B5}"/>
              </a:ext>
            </a:extLst>
          </p:cNvPr>
          <p:cNvSpPr>
            <a:spLocks noGrp="1"/>
          </p:cNvSpPr>
          <p:nvPr/>
        </p:nvSpPr>
        <p:spPr>
          <a:xfrm>
            <a:off x="185208" y="6675967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11031D44-269B-4405-A4EE-060E73C09DC8}"/>
              </a:ext>
            </a:extLst>
          </p:cNvPr>
          <p:cNvSpPr>
            <a:spLocks noGrp="1"/>
          </p:cNvSpPr>
          <p:nvPr/>
        </p:nvSpPr>
        <p:spPr>
          <a:xfrm>
            <a:off x="185208" y="6765926"/>
            <a:ext cx="1111250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DB661B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DB661B"/>
                </a:solidFill>
                <a:latin typeface="Arial"/>
                <a:ea typeface="Arial"/>
                <a:cs typeface="Arial"/>
              </a:rPr>
              <a:t>GT ligand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252AB370-56AC-4665-8540-72CEDDF66FA8}"/>
              </a:ext>
            </a:extLst>
          </p:cNvPr>
          <p:cNvSpPr>
            <a:spLocks noGrp="1"/>
          </p:cNvSpPr>
          <p:nvPr/>
        </p:nvSpPr>
        <p:spPr>
          <a:xfrm>
            <a:off x="1402292" y="6765926"/>
            <a:ext cx="1852083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1780A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1780A6"/>
                </a:solidFill>
                <a:latin typeface="Arial"/>
                <a:ea typeface="Arial"/>
                <a:cs typeface="Arial"/>
              </a:rPr>
              <a:t>Selected target blob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13C71EC-7469-4858-8050-755EBB577B52}"/>
              </a:ext>
            </a:extLst>
          </p:cNvPr>
          <p:cNvSpPr>
            <a:spLocks noGrp="1"/>
          </p:cNvSpPr>
          <p:nvPr/>
        </p:nvSpPr>
        <p:spPr>
          <a:xfrm>
            <a:off x="3386667" y="6765926"/>
            <a:ext cx="1799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87B6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87B66"/>
                </a:solidFill>
                <a:latin typeface="Arial"/>
                <a:ea typeface="Arial"/>
                <a:cs typeface="Arial"/>
              </a:rPr>
              <a:t>Receptor cartoon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AFAF3210-35E2-4D55-A2D8-0237058EB8EE}"/>
              </a:ext>
            </a:extLst>
          </p:cNvPr>
          <p:cNvSpPr>
            <a:spLocks noGrp="1"/>
          </p:cNvSpPr>
          <p:nvPr/>
        </p:nvSpPr>
        <p:spPr>
          <a:xfrm>
            <a:off x="5265208" y="6765926"/>
            <a:ext cx="3704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36273"/>
                </a:solidFill>
                <a:latin typeface="Arial"/>
                <a:ea typeface="Arial"/>
                <a:cs typeface="Arial"/>
              </a:rPr>
              <a:t>Experimental density (mesh)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66E8C27-E946-46AB-82FC-26688A92006C}"/>
              </a:ext>
            </a:extLst>
          </p:cNvPr>
          <p:cNvSpPr>
            <a:spLocks noGrp="1"/>
          </p:cNvSpPr>
          <p:nvPr/>
        </p:nvSpPr>
        <p:spPr>
          <a:xfrm>
            <a:off x="185209" y="7004050"/>
            <a:ext cx="915458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GT ligand is a reference only. Each prediction panel shows the selected blob with the largest GT overlap; P, R and Dice are instance-level metrics.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D838AA53-5809-466F-10A7-ACBB3E0A68EE}"/>
              </a:ext>
            </a:extLst>
          </p:cNvPr>
          <p:cNvSpPr txBox="1"/>
          <p:nvPr/>
        </p:nvSpPr>
        <p:spPr>
          <a:xfrm>
            <a:off x="2861441" y="441434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Us-align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663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_0">
            <a:extLst>
              <a:ext uri="{FF2B5EF4-FFF2-40B4-BE49-F238E27FC236}">
                <a16:creationId xmlns:a16="http://schemas.microsoft.com/office/drawing/2014/main" id="{DD7F76FE-FEFE-4715-BB11-A739A6222C7C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Semantic segmentation</a:t>
            </a:r>
          </a:p>
        </p:txBody>
      </p:sp>
      <p:graphicFrame>
        <p:nvGraphicFramePr>
          <p:cNvPr id="8" name="表格 7"/>
          <p:cNvGraphicFramePr/>
          <p:nvPr>
            <p:extLst>
              <p:ext uri="{D42A27DB-BD31-4B8C-83A1-F6EECF244321}">
                <p14:modId xmlns:p14="http://schemas.microsoft.com/office/powerpoint/2010/main" val="3534835455"/>
              </p:ext>
            </p:extLst>
          </p:nvPr>
        </p:nvGraphicFramePr>
        <p:xfrm>
          <a:off x="333375" y="3238500"/>
          <a:ext cx="8858252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Dice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Precision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Recall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0.6700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0.6455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0.4769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0.4996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0.3944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0.4284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0.4730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0.4016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0.0499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0.3440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0.1907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直接连接符 2">
            <a:extLst>
              <a:ext uri="{FF2B5EF4-FFF2-40B4-BE49-F238E27FC236}">
                <a16:creationId xmlns:a16="http://schemas.microsoft.com/office/drawing/2014/main" id="{3C644D6C-F74F-48F6-9A9F-64E9EF90F3D6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56E94DA2-D6DE-430D-87D0-4854EE9672F9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EE633706-E5B9-4964-B177-9D1A163A98C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text_1">
            <a:extLst>
              <a:ext uri="{FF2B5EF4-FFF2-40B4-BE49-F238E27FC236}">
                <a16:creationId xmlns:a16="http://schemas.microsoft.com/office/drawing/2014/main" id="{14C6C974-D16B-4AC3-9912-481DABE0D6EA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56987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2">
            <a:extLst>
              <a:ext uri="{FF2B5EF4-FFF2-40B4-BE49-F238E27FC236}">
                <a16:creationId xmlns:a16="http://schemas.microsoft.com/office/drawing/2014/main" id="{FFE6ACCE-1C60-4789-BDFA-9DF96F746A8B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0.3</a:t>
            </a:r>
          </a:p>
        </p:txBody>
      </p:sp>
      <p:sp>
        <p:nvSpPr>
          <p:cNvPr id="2" name="text_3">
            <a:extLst>
              <a:ext uri="{FF2B5EF4-FFF2-40B4-BE49-F238E27FC236}">
                <a16:creationId xmlns:a16="http://schemas.microsoft.com/office/drawing/2014/main" id="{B0800B36-E768-4930-AEA6-DF76E29762BE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4">
            <a:extLst>
              <a:ext uri="{FF2B5EF4-FFF2-40B4-BE49-F238E27FC236}">
                <a16:creationId xmlns:a16="http://schemas.microsoft.com/office/drawing/2014/main" id="{E31E19DF-F752-4E4C-A433-CEDC85D5BCD4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0.6632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0.6811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0.6873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0.6507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0.5942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0.6075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0.5364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0.5503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0.4965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0.4523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0.2552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29CB2E37-34D4-4FBE-8B4A-8391D716488D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6007041A-C77B-46B5-A6EF-BFD525C48B74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DDFC0279-B552-4C0D-8C38-B20EDD6470EE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5">
            <a:extLst>
              <a:ext uri="{FF2B5EF4-FFF2-40B4-BE49-F238E27FC236}">
                <a16:creationId xmlns:a16="http://schemas.microsoft.com/office/drawing/2014/main" id="{5A36924A-A371-499B-B45F-48453315756C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47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6">
            <a:extLst>
              <a:ext uri="{FF2B5EF4-FFF2-40B4-BE49-F238E27FC236}">
                <a16:creationId xmlns:a16="http://schemas.microsoft.com/office/drawing/2014/main" id="{7C2FF315-BCC7-4692-9CC1-F565D109A03E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0.6</a:t>
            </a:r>
          </a:p>
        </p:txBody>
      </p:sp>
      <p:sp>
        <p:nvSpPr>
          <p:cNvPr id="2" name="text_7">
            <a:extLst>
              <a:ext uri="{FF2B5EF4-FFF2-40B4-BE49-F238E27FC236}">
                <a16:creationId xmlns:a16="http://schemas.microsoft.com/office/drawing/2014/main" id="{9FA2BAD0-E87F-4614-8BE2-5B310490026F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8">
            <a:extLst>
              <a:ext uri="{FF2B5EF4-FFF2-40B4-BE49-F238E27FC236}">
                <a16:creationId xmlns:a16="http://schemas.microsoft.com/office/drawing/2014/main" id="{857B586A-3C01-4C5F-B68A-D610595A48E7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083E7FE0-64C9-4625-B560-FF2E34BD8FC4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55E0EC2F-70B8-4B56-A737-2B3E12DCDC40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F261FAAB-F986-417A-80FA-5B31ADBD4AF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9">
            <a:extLst>
              <a:ext uri="{FF2B5EF4-FFF2-40B4-BE49-F238E27FC236}">
                <a16:creationId xmlns:a16="http://schemas.microsoft.com/office/drawing/2014/main" id="{BFCAE875-5A24-4EE6-8011-BC048E19F3DD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8298770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GT_9357">
            <a:extLst>
              <a:ext uri="{FF2B5EF4-FFF2-40B4-BE49-F238E27FC236}">
                <a16:creationId xmlns:a16="http://schemas.microsoft.com/office/drawing/2014/main" id="{AEF05CC2-58B7-4B04-94C3-FD2343472909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GT_9358">
            <a:extLst>
              <a:ext uri="{FF2B5EF4-FFF2-40B4-BE49-F238E27FC236}">
                <a16:creationId xmlns:a16="http://schemas.microsoft.com/office/drawing/2014/main" id="{28227253-0C30-4696-B2C9-57D5E0F8A145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GT_9359">
            <a:extLst>
              <a:ext uri="{FF2B5EF4-FFF2-40B4-BE49-F238E27FC236}">
                <a16:creationId xmlns:a16="http://schemas.microsoft.com/office/drawing/2014/main" id="{93BEB1EA-AFE0-4395-BD57-4221E70EF9EB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9360">
            <a:extLst>
              <a:ext uri="{FF2B5EF4-FFF2-40B4-BE49-F238E27FC236}">
                <a16:creationId xmlns:a16="http://schemas.microsoft.com/office/drawing/2014/main" id="{F94D7BC6-5E1B-4C55-8691-61D385E69266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GT_9361">
            <a:extLst>
              <a:ext uri="{FF2B5EF4-FFF2-40B4-BE49-F238E27FC236}">
                <a16:creationId xmlns:a16="http://schemas.microsoft.com/office/drawing/2014/main" id="{C3955F83-1723-473A-8CFD-B910A5C7E54F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9362">
            <a:extLst>
              <a:ext uri="{FF2B5EF4-FFF2-40B4-BE49-F238E27FC236}">
                <a16:creationId xmlns:a16="http://schemas.microsoft.com/office/drawing/2014/main" id="{50B86F3B-6C8A-4375-94F9-3D013CF83BB0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9363">
            <a:extLst>
              <a:ext uri="{FF2B5EF4-FFF2-40B4-BE49-F238E27FC236}">
                <a16:creationId xmlns:a16="http://schemas.microsoft.com/office/drawing/2014/main" id="{F05889FF-0F93-4612-B620-4734D028EE49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GT_9364">
            <a:extLst>
              <a:ext uri="{FF2B5EF4-FFF2-40B4-BE49-F238E27FC236}">
                <a16:creationId xmlns:a16="http://schemas.microsoft.com/office/drawing/2014/main" id="{F6D964FE-486F-4E5B-AC8E-B604FF27F92F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9365">
            <a:extLst>
              <a:ext uri="{FF2B5EF4-FFF2-40B4-BE49-F238E27FC236}">
                <a16:creationId xmlns:a16="http://schemas.microsoft.com/office/drawing/2014/main" id="{DB6FFD23-0368-4FFD-9874-A76505BC6D8A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9366">
            <a:extLst>
              <a:ext uri="{FF2B5EF4-FFF2-40B4-BE49-F238E27FC236}">
                <a16:creationId xmlns:a16="http://schemas.microsoft.com/office/drawing/2014/main" id="{1FE7B40C-C854-4080-AB81-07738161DF30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GT_9367">
            <a:extLst>
              <a:ext uri="{FF2B5EF4-FFF2-40B4-BE49-F238E27FC236}">
                <a16:creationId xmlns:a16="http://schemas.microsoft.com/office/drawing/2014/main" id="{EE867167-E8A5-4616-BDA1-8A0E9AA034C7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9368">
            <a:extLst>
              <a:ext uri="{FF2B5EF4-FFF2-40B4-BE49-F238E27FC236}">
                <a16:creationId xmlns:a16="http://schemas.microsoft.com/office/drawing/2014/main" id="{AD434E4A-E3E3-40D0-A5FE-24AEDA8279F7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9369">
            <a:extLst>
              <a:ext uri="{FF2B5EF4-FFF2-40B4-BE49-F238E27FC236}">
                <a16:creationId xmlns:a16="http://schemas.microsoft.com/office/drawing/2014/main" id="{FBF55E90-2379-4ADC-BB67-6084342851D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GT_9370">
            <a:extLst>
              <a:ext uri="{FF2B5EF4-FFF2-40B4-BE49-F238E27FC236}">
                <a16:creationId xmlns:a16="http://schemas.microsoft.com/office/drawing/2014/main" id="{F254B25C-7397-459E-BCD4-78C4EA31FECA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9371">
            <a:extLst>
              <a:ext uri="{FF2B5EF4-FFF2-40B4-BE49-F238E27FC236}">
                <a16:creationId xmlns:a16="http://schemas.microsoft.com/office/drawing/2014/main" id="{3CDC21C7-7CDF-439F-9AF6-6E99E7FBB2C3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9372">
            <a:extLst>
              <a:ext uri="{FF2B5EF4-FFF2-40B4-BE49-F238E27FC236}">
                <a16:creationId xmlns:a16="http://schemas.microsoft.com/office/drawing/2014/main" id="{D6226A03-6F81-4602-9C4A-7EB61BCE6A44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GT_9373">
            <a:extLst>
              <a:ext uri="{FF2B5EF4-FFF2-40B4-BE49-F238E27FC236}">
                <a16:creationId xmlns:a16="http://schemas.microsoft.com/office/drawing/2014/main" id="{41D198B4-1408-4DE2-85D3-A365833B4986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GT_9374">
            <a:extLst>
              <a:ext uri="{FF2B5EF4-FFF2-40B4-BE49-F238E27FC236}">
                <a16:creationId xmlns:a16="http://schemas.microsoft.com/office/drawing/2014/main" id="{6E55F85A-0BB5-459C-A75A-2D32D7660F26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9375">
            <a:extLst>
              <a:ext uri="{FF2B5EF4-FFF2-40B4-BE49-F238E27FC236}">
                <a16:creationId xmlns:a16="http://schemas.microsoft.com/office/drawing/2014/main" id="{A7101031-BDBA-41AC-AB09-A3E946C53624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GT_9376">
            <a:extLst>
              <a:ext uri="{FF2B5EF4-FFF2-40B4-BE49-F238E27FC236}">
                <a16:creationId xmlns:a16="http://schemas.microsoft.com/office/drawing/2014/main" id="{48BEF83C-66B4-4715-BB17-C6C3D7E93E54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GT_9377">
            <a:extLst>
              <a:ext uri="{FF2B5EF4-FFF2-40B4-BE49-F238E27FC236}">
                <a16:creationId xmlns:a16="http://schemas.microsoft.com/office/drawing/2014/main" id="{13CAD763-29DC-4EF1-AB08-4CC8696F4ADA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9378">
            <a:extLst>
              <a:ext uri="{FF2B5EF4-FFF2-40B4-BE49-F238E27FC236}">
                <a16:creationId xmlns:a16="http://schemas.microsoft.com/office/drawing/2014/main" id="{FE6061BB-71AA-42FA-8DBE-BC2E6EC64A40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GT_9379">
            <a:extLst>
              <a:ext uri="{FF2B5EF4-FFF2-40B4-BE49-F238E27FC236}">
                <a16:creationId xmlns:a16="http://schemas.microsoft.com/office/drawing/2014/main" id="{791BEB94-07EA-4689-AD61-3D74E5C1FBF2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GT_9380">
            <a:extLst>
              <a:ext uri="{FF2B5EF4-FFF2-40B4-BE49-F238E27FC236}">
                <a16:creationId xmlns:a16="http://schemas.microsoft.com/office/drawing/2014/main" id="{8787675D-1F83-4B59-8DDC-8441064A91D7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9381">
            <a:extLst>
              <a:ext uri="{FF2B5EF4-FFF2-40B4-BE49-F238E27FC236}">
                <a16:creationId xmlns:a16="http://schemas.microsoft.com/office/drawing/2014/main" id="{304F62E1-41CF-4217-A238-F717C66F3009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GT_9382">
            <a:extLst>
              <a:ext uri="{FF2B5EF4-FFF2-40B4-BE49-F238E27FC236}">
                <a16:creationId xmlns:a16="http://schemas.microsoft.com/office/drawing/2014/main" id="{122D27B0-A76D-4BAC-8231-F4B2DB7C22FE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GT_9383">
            <a:extLst>
              <a:ext uri="{FF2B5EF4-FFF2-40B4-BE49-F238E27FC236}">
                <a16:creationId xmlns:a16="http://schemas.microsoft.com/office/drawing/2014/main" id="{E2D601E4-87F8-449A-AFB7-CE7F41333673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9384">
            <a:extLst>
              <a:ext uri="{FF2B5EF4-FFF2-40B4-BE49-F238E27FC236}">
                <a16:creationId xmlns:a16="http://schemas.microsoft.com/office/drawing/2014/main" id="{DBCB6F55-9E88-48FD-BCA4-640EA470025C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GT_9385">
            <a:extLst>
              <a:ext uri="{FF2B5EF4-FFF2-40B4-BE49-F238E27FC236}">
                <a16:creationId xmlns:a16="http://schemas.microsoft.com/office/drawing/2014/main" id="{86B7C42D-768E-4698-B24E-EC071CD7DDAB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GT_9386">
            <a:extLst>
              <a:ext uri="{FF2B5EF4-FFF2-40B4-BE49-F238E27FC236}">
                <a16:creationId xmlns:a16="http://schemas.microsoft.com/office/drawing/2014/main" id="{5F9F4697-BBD1-4733-B156-70C188F54F34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9387">
            <a:extLst>
              <a:ext uri="{FF2B5EF4-FFF2-40B4-BE49-F238E27FC236}">
                <a16:creationId xmlns:a16="http://schemas.microsoft.com/office/drawing/2014/main" id="{D95EF8E3-A2C9-4464-928D-3BFA78273CF3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GT_9388">
            <a:extLst>
              <a:ext uri="{FF2B5EF4-FFF2-40B4-BE49-F238E27FC236}">
                <a16:creationId xmlns:a16="http://schemas.microsoft.com/office/drawing/2014/main" id="{BE0F4C3D-053B-417A-9CEC-C08E3C7CDAD4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GT_9389">
            <a:extLst>
              <a:ext uri="{FF2B5EF4-FFF2-40B4-BE49-F238E27FC236}">
                <a16:creationId xmlns:a16="http://schemas.microsoft.com/office/drawing/2014/main" id="{ABA190C6-63CE-42EF-8AC1-8DEEB14496D0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9390">
            <a:extLst>
              <a:ext uri="{FF2B5EF4-FFF2-40B4-BE49-F238E27FC236}">
                <a16:creationId xmlns:a16="http://schemas.microsoft.com/office/drawing/2014/main" id="{51B35B18-C3B0-4C93-9ADA-73324072D6E8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9391">
            <a:extLst>
              <a:ext uri="{FF2B5EF4-FFF2-40B4-BE49-F238E27FC236}">
                <a16:creationId xmlns:a16="http://schemas.microsoft.com/office/drawing/2014/main" id="{BBCE1751-50D8-49B9-B624-BA6C6B086485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GT_9392">
            <a:extLst>
              <a:ext uri="{FF2B5EF4-FFF2-40B4-BE49-F238E27FC236}">
                <a16:creationId xmlns:a16="http://schemas.microsoft.com/office/drawing/2014/main" id="{8D0587F8-5B80-47A4-A74E-D7D9168F27EF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A1_bar_GT_9393">
            <a:extLst>
              <a:ext uri="{FF2B5EF4-FFF2-40B4-BE49-F238E27FC236}">
                <a16:creationId xmlns:a16="http://schemas.microsoft.com/office/drawing/2014/main" id="{5FA93B5E-EF78-45B2-BD68-DC94489975BE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A1_bar_GT_9394">
            <a:extLst>
              <a:ext uri="{FF2B5EF4-FFF2-40B4-BE49-F238E27FC236}">
                <a16:creationId xmlns:a16="http://schemas.microsoft.com/office/drawing/2014/main" id="{46907CDB-6338-468E-8DCF-1FC17C3392E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A1_bar_GT_9395">
            <a:extLst>
              <a:ext uri="{FF2B5EF4-FFF2-40B4-BE49-F238E27FC236}">
                <a16:creationId xmlns:a16="http://schemas.microsoft.com/office/drawing/2014/main" id="{85B991FD-D524-42D7-8EFD-852C2E5DC0B3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A1_bar_GT_9396">
            <a:extLst>
              <a:ext uri="{FF2B5EF4-FFF2-40B4-BE49-F238E27FC236}">
                <a16:creationId xmlns:a16="http://schemas.microsoft.com/office/drawing/2014/main" id="{95286742-7853-4E09-A378-2AF8F0843088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A1_bar_GT_9397">
            <a:extLst>
              <a:ext uri="{FF2B5EF4-FFF2-40B4-BE49-F238E27FC236}">
                <a16:creationId xmlns:a16="http://schemas.microsoft.com/office/drawing/2014/main" id="{CC14D27A-15F4-4276-BEE2-1252EE1C34B6}"/>
              </a:ext>
            </a:extLst>
          </p:cNvPr>
          <p:cNvSpPr>
            <a:spLocks noGrp="1"/>
          </p:cNvSpPr>
          <p:nvPr/>
        </p:nvSpPr>
        <p:spPr>
          <a:xfrm>
            <a:off x="1749143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2" name="A1_bar_GT_9398">
            <a:extLst>
              <a:ext uri="{FF2B5EF4-FFF2-40B4-BE49-F238E27FC236}">
                <a16:creationId xmlns:a16="http://schemas.microsoft.com/office/drawing/2014/main" id="{4030E252-0B08-4FE5-ACF2-21D280715FEE}"/>
              </a:ext>
            </a:extLst>
          </p:cNvPr>
          <p:cNvSpPr>
            <a:spLocks noGrp="1"/>
          </p:cNvSpPr>
          <p:nvPr/>
        </p:nvSpPr>
        <p:spPr>
          <a:xfrm>
            <a:off x="3322966" y="4067119"/>
            <a:ext cx="325781" cy="2047931"/>
          </a:xfrm>
          <a:custGeom>
            <a:avLst/>
            <a:gdLst/>
            <a:ahLst/>
            <a:cxnLst/>
            <a:rect l="0" t="0" r="0" b="0"/>
            <a:pathLst>
              <a:path w="325781" h="2047931">
                <a:moveTo>
                  <a:pt x="0" y="2047931"/>
                </a:moveTo>
                <a:lnTo>
                  <a:pt x="325781" y="2047931"/>
                </a:lnTo>
                <a:lnTo>
                  <a:pt x="325781" y="0"/>
                </a:lnTo>
                <a:lnTo>
                  <a:pt x="0" y="0"/>
                </a:lnTo>
                <a:lnTo>
                  <a:pt x="0" y="204793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3" name="A1_bar_GT_9399">
            <a:extLst>
              <a:ext uri="{FF2B5EF4-FFF2-40B4-BE49-F238E27FC236}">
                <a16:creationId xmlns:a16="http://schemas.microsoft.com/office/drawing/2014/main" id="{AA0D1E38-F2B4-424F-87A8-356656618311}"/>
              </a:ext>
            </a:extLst>
          </p:cNvPr>
          <p:cNvSpPr>
            <a:spLocks noGrp="1"/>
          </p:cNvSpPr>
          <p:nvPr/>
        </p:nvSpPr>
        <p:spPr>
          <a:xfrm>
            <a:off x="4896789" y="4123379"/>
            <a:ext cx="325781" cy="1991671"/>
          </a:xfrm>
          <a:custGeom>
            <a:avLst/>
            <a:gdLst/>
            <a:ahLst/>
            <a:cxnLst/>
            <a:rect l="0" t="0" r="0" b="0"/>
            <a:pathLst>
              <a:path w="325781" h="1991671">
                <a:moveTo>
                  <a:pt x="0" y="1991671"/>
                </a:moveTo>
                <a:lnTo>
                  <a:pt x="325781" y="1991671"/>
                </a:lnTo>
                <a:lnTo>
                  <a:pt x="325781" y="0"/>
                </a:lnTo>
                <a:lnTo>
                  <a:pt x="0" y="0"/>
                </a:lnTo>
                <a:lnTo>
                  <a:pt x="0" y="199167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4" name="A1_bar_GT_9400">
            <a:extLst>
              <a:ext uri="{FF2B5EF4-FFF2-40B4-BE49-F238E27FC236}">
                <a16:creationId xmlns:a16="http://schemas.microsoft.com/office/drawing/2014/main" id="{9BD03034-37C1-4565-9C5A-6FC3DDF3407E}"/>
              </a:ext>
            </a:extLst>
          </p:cNvPr>
          <p:cNvSpPr>
            <a:spLocks noGrp="1"/>
          </p:cNvSpPr>
          <p:nvPr/>
        </p:nvSpPr>
        <p:spPr>
          <a:xfrm>
            <a:off x="6470612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5" name="A1_bar_GT_9401">
            <a:extLst>
              <a:ext uri="{FF2B5EF4-FFF2-40B4-BE49-F238E27FC236}">
                <a16:creationId xmlns:a16="http://schemas.microsoft.com/office/drawing/2014/main" id="{D6714545-A74E-47F2-89ED-FDB0C3CC6AA2}"/>
              </a:ext>
            </a:extLst>
          </p:cNvPr>
          <p:cNvSpPr>
            <a:spLocks noGrp="1"/>
          </p:cNvSpPr>
          <p:nvPr/>
        </p:nvSpPr>
        <p:spPr>
          <a:xfrm>
            <a:off x="8044435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6" name="A1_bar_GT_9402">
            <a:extLst>
              <a:ext uri="{FF2B5EF4-FFF2-40B4-BE49-F238E27FC236}">
                <a16:creationId xmlns:a16="http://schemas.microsoft.com/office/drawing/2014/main" id="{42AC4526-7D84-4097-BBBD-E368BE9AE597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GT_9403">
            <a:extLst>
              <a:ext uri="{FF2B5EF4-FFF2-40B4-BE49-F238E27FC236}">
                <a16:creationId xmlns:a16="http://schemas.microsoft.com/office/drawing/2014/main" id="{38286105-A2F4-436A-9687-4C37E9476562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GT_9404">
            <a:extLst>
              <a:ext uri="{FF2B5EF4-FFF2-40B4-BE49-F238E27FC236}">
                <a16:creationId xmlns:a16="http://schemas.microsoft.com/office/drawing/2014/main" id="{04B8275E-8EDF-4754-8D1C-998677BA3B42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GT_9405">
            <a:extLst>
              <a:ext uri="{FF2B5EF4-FFF2-40B4-BE49-F238E27FC236}">
                <a16:creationId xmlns:a16="http://schemas.microsoft.com/office/drawing/2014/main" id="{FD9BBCCC-D2D9-4275-BD4C-143305FDA36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GT_9406">
            <a:extLst>
              <a:ext uri="{FF2B5EF4-FFF2-40B4-BE49-F238E27FC236}">
                <a16:creationId xmlns:a16="http://schemas.microsoft.com/office/drawing/2014/main" id="{5ACE6C46-D3B2-421D-BED8-BAE73CFB4986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GT_9407">
            <a:extLst>
              <a:ext uri="{FF2B5EF4-FFF2-40B4-BE49-F238E27FC236}">
                <a16:creationId xmlns:a16="http://schemas.microsoft.com/office/drawing/2014/main" id="{EAEAF813-DD64-4F87-AFFA-139B9E82843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GT_9408">
            <a:extLst>
              <a:ext uri="{FF2B5EF4-FFF2-40B4-BE49-F238E27FC236}">
                <a16:creationId xmlns:a16="http://schemas.microsoft.com/office/drawing/2014/main" id="{E303CB6A-E74B-40A9-97AA-D2DF332F01A9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GT_9409">
            <a:extLst>
              <a:ext uri="{FF2B5EF4-FFF2-40B4-BE49-F238E27FC236}">
                <a16:creationId xmlns:a16="http://schemas.microsoft.com/office/drawing/2014/main" id="{BD32E0EC-09E1-4907-AF70-C216F0EBEDB6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GT_9410">
            <a:extLst>
              <a:ext uri="{FF2B5EF4-FFF2-40B4-BE49-F238E27FC236}">
                <a16:creationId xmlns:a16="http://schemas.microsoft.com/office/drawing/2014/main" id="{17C4D121-7B73-401D-B0D7-3E5B2978047D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GT_9411">
            <a:extLst>
              <a:ext uri="{FF2B5EF4-FFF2-40B4-BE49-F238E27FC236}">
                <a16:creationId xmlns:a16="http://schemas.microsoft.com/office/drawing/2014/main" id="{0FB0C0FD-7F6A-45B7-97A7-92963E42195A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GT_9412">
            <a:extLst>
              <a:ext uri="{FF2B5EF4-FFF2-40B4-BE49-F238E27FC236}">
                <a16:creationId xmlns:a16="http://schemas.microsoft.com/office/drawing/2014/main" id="{7EB4DCF0-5821-4062-B2C7-5C90A9128502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GT_9413">
            <a:extLst>
              <a:ext uri="{FF2B5EF4-FFF2-40B4-BE49-F238E27FC236}">
                <a16:creationId xmlns:a16="http://schemas.microsoft.com/office/drawing/2014/main" id="{21C9D426-DC71-4823-A4CE-F3E607ABA92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GT_9414">
            <a:extLst>
              <a:ext uri="{FF2B5EF4-FFF2-40B4-BE49-F238E27FC236}">
                <a16:creationId xmlns:a16="http://schemas.microsoft.com/office/drawing/2014/main" id="{00CCF167-149F-4E53-9BEB-A921B1370430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GT_9415">
            <a:extLst>
              <a:ext uri="{FF2B5EF4-FFF2-40B4-BE49-F238E27FC236}">
                <a16:creationId xmlns:a16="http://schemas.microsoft.com/office/drawing/2014/main" id="{E3834977-DA8B-4A77-A59A-8814BFCBA566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GT_9416">
            <a:extLst>
              <a:ext uri="{FF2B5EF4-FFF2-40B4-BE49-F238E27FC236}">
                <a16:creationId xmlns:a16="http://schemas.microsoft.com/office/drawing/2014/main" id="{3877868C-29BF-45C1-B269-8BD52D0E86A8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GT_9417">
            <a:extLst>
              <a:ext uri="{FF2B5EF4-FFF2-40B4-BE49-F238E27FC236}">
                <a16:creationId xmlns:a16="http://schemas.microsoft.com/office/drawing/2014/main" id="{025C3659-F453-42F4-8478-209E391F2FC0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GT_9418">
            <a:extLst>
              <a:ext uri="{FF2B5EF4-FFF2-40B4-BE49-F238E27FC236}">
                <a16:creationId xmlns:a16="http://schemas.microsoft.com/office/drawing/2014/main" id="{ADF0537D-B3AB-41DF-AB6D-1EF8A329656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GT_9419">
            <a:extLst>
              <a:ext uri="{FF2B5EF4-FFF2-40B4-BE49-F238E27FC236}">
                <a16:creationId xmlns:a16="http://schemas.microsoft.com/office/drawing/2014/main" id="{22B4CD50-8135-4EDA-A99E-F7D74EEF5AD8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GT_9420">
            <a:extLst>
              <a:ext uri="{FF2B5EF4-FFF2-40B4-BE49-F238E27FC236}">
                <a16:creationId xmlns:a16="http://schemas.microsoft.com/office/drawing/2014/main" id="{DF79EC38-F2E3-4B82-9D64-F42676AD1264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GT_9421">
            <a:extLst>
              <a:ext uri="{FF2B5EF4-FFF2-40B4-BE49-F238E27FC236}">
                <a16:creationId xmlns:a16="http://schemas.microsoft.com/office/drawing/2014/main" id="{CFE9F498-0D12-4E21-9D6B-9B375D3D8B0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GT_9422">
            <a:extLst>
              <a:ext uri="{FF2B5EF4-FFF2-40B4-BE49-F238E27FC236}">
                <a16:creationId xmlns:a16="http://schemas.microsoft.com/office/drawing/2014/main" id="{B254C9DB-7C48-4E45-B261-920050420C82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GT_9423">
            <a:extLst>
              <a:ext uri="{FF2B5EF4-FFF2-40B4-BE49-F238E27FC236}">
                <a16:creationId xmlns:a16="http://schemas.microsoft.com/office/drawing/2014/main" id="{297C0FDE-5899-4F7D-86E6-D4345E14F3EE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GT_9424">
            <a:extLst>
              <a:ext uri="{FF2B5EF4-FFF2-40B4-BE49-F238E27FC236}">
                <a16:creationId xmlns:a16="http://schemas.microsoft.com/office/drawing/2014/main" id="{75612659-F704-421D-8616-BF52350A3F4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GT_9425">
            <a:extLst>
              <a:ext uri="{FF2B5EF4-FFF2-40B4-BE49-F238E27FC236}">
                <a16:creationId xmlns:a16="http://schemas.microsoft.com/office/drawing/2014/main" id="{B06E730B-7C99-432F-8081-B235E1D238F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GT_9426">
            <a:extLst>
              <a:ext uri="{FF2B5EF4-FFF2-40B4-BE49-F238E27FC236}">
                <a16:creationId xmlns:a16="http://schemas.microsoft.com/office/drawing/2014/main" id="{6F413565-A912-4B13-9283-1D98A923C93A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GT_9427">
            <a:extLst>
              <a:ext uri="{FF2B5EF4-FFF2-40B4-BE49-F238E27FC236}">
                <a16:creationId xmlns:a16="http://schemas.microsoft.com/office/drawing/2014/main" id="{C031FFB4-3702-462D-A88D-50D0558FAC0E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GT_9428">
            <a:extLst>
              <a:ext uri="{FF2B5EF4-FFF2-40B4-BE49-F238E27FC236}">
                <a16:creationId xmlns:a16="http://schemas.microsoft.com/office/drawing/2014/main" id="{F0D20C36-18AD-4636-A890-FB48CC492F03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GT_9429">
            <a:extLst>
              <a:ext uri="{FF2B5EF4-FFF2-40B4-BE49-F238E27FC236}">
                <a16:creationId xmlns:a16="http://schemas.microsoft.com/office/drawing/2014/main" id="{1D4CFAC7-C57C-4A9B-B072-A09141C7CBD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GT_9430">
            <a:extLst>
              <a:ext uri="{FF2B5EF4-FFF2-40B4-BE49-F238E27FC236}">
                <a16:creationId xmlns:a16="http://schemas.microsoft.com/office/drawing/2014/main" id="{91860519-5A4D-4269-AFF3-84F5EF9A8F72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GT_9431">
            <a:extLst>
              <a:ext uri="{FF2B5EF4-FFF2-40B4-BE49-F238E27FC236}">
                <a16:creationId xmlns:a16="http://schemas.microsoft.com/office/drawing/2014/main" id="{5B932313-C063-4403-9696-11A992D42D4F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GT_9432">
            <a:extLst>
              <a:ext uri="{FF2B5EF4-FFF2-40B4-BE49-F238E27FC236}">
                <a16:creationId xmlns:a16="http://schemas.microsoft.com/office/drawing/2014/main" id="{8E46AE35-1B8E-407C-96BC-0EA1044C2B54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GT_9433">
            <a:extLst>
              <a:ext uri="{FF2B5EF4-FFF2-40B4-BE49-F238E27FC236}">
                <a16:creationId xmlns:a16="http://schemas.microsoft.com/office/drawing/2014/main" id="{22A6E221-9328-4649-BF75-853B1CFD998C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GT_9434">
            <a:extLst>
              <a:ext uri="{FF2B5EF4-FFF2-40B4-BE49-F238E27FC236}">
                <a16:creationId xmlns:a16="http://schemas.microsoft.com/office/drawing/2014/main" id="{17A393D9-B04C-4466-B618-2D68A4A231EC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GT_9435">
            <a:extLst>
              <a:ext uri="{FF2B5EF4-FFF2-40B4-BE49-F238E27FC236}">
                <a16:creationId xmlns:a16="http://schemas.microsoft.com/office/drawing/2014/main" id="{A6BDC81D-6400-4DDC-B1C3-6334443B902A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GT_9436">
            <a:extLst>
              <a:ext uri="{FF2B5EF4-FFF2-40B4-BE49-F238E27FC236}">
                <a16:creationId xmlns:a16="http://schemas.microsoft.com/office/drawing/2014/main" id="{E58F425A-A8E8-4A0C-A1D1-9A647B695F10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GT_9437">
            <a:extLst>
              <a:ext uri="{FF2B5EF4-FFF2-40B4-BE49-F238E27FC236}">
                <a16:creationId xmlns:a16="http://schemas.microsoft.com/office/drawing/2014/main" id="{F5285FC3-4659-463D-85A8-F5A8A22768B0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GT_9438">
            <a:extLst>
              <a:ext uri="{FF2B5EF4-FFF2-40B4-BE49-F238E27FC236}">
                <a16:creationId xmlns:a16="http://schemas.microsoft.com/office/drawing/2014/main" id="{DE77341E-3297-4C99-B9AD-FE923252C18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GT_9439">
            <a:extLst>
              <a:ext uri="{FF2B5EF4-FFF2-40B4-BE49-F238E27FC236}">
                <a16:creationId xmlns:a16="http://schemas.microsoft.com/office/drawing/2014/main" id="{49A652A4-B9FC-453F-B09F-2E15C45ACFC7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GT_9440">
            <a:extLst>
              <a:ext uri="{FF2B5EF4-FFF2-40B4-BE49-F238E27FC236}">
                <a16:creationId xmlns:a16="http://schemas.microsoft.com/office/drawing/2014/main" id="{A71E0A28-8182-4F03-A113-A90E7E1EC5A2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GT_9441">
            <a:extLst>
              <a:ext uri="{FF2B5EF4-FFF2-40B4-BE49-F238E27FC236}">
                <a16:creationId xmlns:a16="http://schemas.microsoft.com/office/drawing/2014/main" id="{4209FA2D-D243-4E51-93A2-81A0F619EDBD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GT_9442">
            <a:extLst>
              <a:ext uri="{FF2B5EF4-FFF2-40B4-BE49-F238E27FC236}">
                <a16:creationId xmlns:a16="http://schemas.microsoft.com/office/drawing/2014/main" id="{36B9300F-FE1C-47A5-B36B-266C5F63147C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GT_9443">
            <a:extLst>
              <a:ext uri="{FF2B5EF4-FFF2-40B4-BE49-F238E27FC236}">
                <a16:creationId xmlns:a16="http://schemas.microsoft.com/office/drawing/2014/main" id="{AFA83E6B-A678-4867-9316-6C3B40BB1B5F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GT_9444">
            <a:extLst>
              <a:ext uri="{FF2B5EF4-FFF2-40B4-BE49-F238E27FC236}">
                <a16:creationId xmlns:a16="http://schemas.microsoft.com/office/drawing/2014/main" id="{5A13F32C-547A-4E99-B5E8-46959CB490A7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GT_9445">
            <a:extLst>
              <a:ext uri="{FF2B5EF4-FFF2-40B4-BE49-F238E27FC236}">
                <a16:creationId xmlns:a16="http://schemas.microsoft.com/office/drawing/2014/main" id="{23A0ECFA-8EAE-4926-AD05-D9510A37BEFD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GT_9446">
            <a:extLst>
              <a:ext uri="{FF2B5EF4-FFF2-40B4-BE49-F238E27FC236}">
                <a16:creationId xmlns:a16="http://schemas.microsoft.com/office/drawing/2014/main" id="{DA724945-AA75-47F4-BD50-7B29AFD8796C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GT_9447">
            <a:extLst>
              <a:ext uri="{FF2B5EF4-FFF2-40B4-BE49-F238E27FC236}">
                <a16:creationId xmlns:a16="http://schemas.microsoft.com/office/drawing/2014/main" id="{D69C1F1C-1D70-45D0-B094-774C620BABAF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GT_9448">
            <a:extLst>
              <a:ext uri="{FF2B5EF4-FFF2-40B4-BE49-F238E27FC236}">
                <a16:creationId xmlns:a16="http://schemas.microsoft.com/office/drawing/2014/main" id="{1867B065-2E4D-4CBE-B6F6-0A6F32C73CC6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GT_9449">
            <a:extLst>
              <a:ext uri="{FF2B5EF4-FFF2-40B4-BE49-F238E27FC236}">
                <a16:creationId xmlns:a16="http://schemas.microsoft.com/office/drawing/2014/main" id="{82DC51FF-6A4E-4F91-B647-386F08E8ADEA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GT_9450">
            <a:extLst>
              <a:ext uri="{FF2B5EF4-FFF2-40B4-BE49-F238E27FC236}">
                <a16:creationId xmlns:a16="http://schemas.microsoft.com/office/drawing/2014/main" id="{D03734D0-631C-436F-99D1-5F222E7F6058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GT_9451">
            <a:extLst>
              <a:ext uri="{FF2B5EF4-FFF2-40B4-BE49-F238E27FC236}">
                <a16:creationId xmlns:a16="http://schemas.microsoft.com/office/drawing/2014/main" id="{286A655E-4F83-4516-87FB-6133B6919083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GT_9452">
            <a:extLst>
              <a:ext uri="{FF2B5EF4-FFF2-40B4-BE49-F238E27FC236}">
                <a16:creationId xmlns:a16="http://schemas.microsoft.com/office/drawing/2014/main" id="{8158388D-3A53-45DA-AB85-3B8843D793C1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GT_9453">
            <a:extLst>
              <a:ext uri="{FF2B5EF4-FFF2-40B4-BE49-F238E27FC236}">
                <a16:creationId xmlns:a16="http://schemas.microsoft.com/office/drawing/2014/main" id="{8BE00F9C-EC22-4807-9A64-CBC22B9709CB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GT_9454">
            <a:extLst>
              <a:ext uri="{FF2B5EF4-FFF2-40B4-BE49-F238E27FC236}">
                <a16:creationId xmlns:a16="http://schemas.microsoft.com/office/drawing/2014/main" id="{AE53D63E-F0CD-43DE-978D-510893AA77C3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GT_9455">
            <a:extLst>
              <a:ext uri="{FF2B5EF4-FFF2-40B4-BE49-F238E27FC236}">
                <a16:creationId xmlns:a16="http://schemas.microsoft.com/office/drawing/2014/main" id="{4696DD66-9886-4D49-8D2B-FBD8177CA8B0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GT_9456">
            <a:extLst>
              <a:ext uri="{FF2B5EF4-FFF2-40B4-BE49-F238E27FC236}">
                <a16:creationId xmlns:a16="http://schemas.microsoft.com/office/drawing/2014/main" id="{BFC0C1C3-C9C2-4BC9-AA5E-720D73FDEAAE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GT_9457">
            <a:extLst>
              <a:ext uri="{FF2B5EF4-FFF2-40B4-BE49-F238E27FC236}">
                <a16:creationId xmlns:a16="http://schemas.microsoft.com/office/drawing/2014/main" id="{6DF8712B-66AA-4734-800B-384E8DDC520C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GT_9458">
            <a:extLst>
              <a:ext uri="{FF2B5EF4-FFF2-40B4-BE49-F238E27FC236}">
                <a16:creationId xmlns:a16="http://schemas.microsoft.com/office/drawing/2014/main" id="{2BCB92F9-189B-4913-9ECF-65894658C644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GT_9459">
            <a:extLst>
              <a:ext uri="{FF2B5EF4-FFF2-40B4-BE49-F238E27FC236}">
                <a16:creationId xmlns:a16="http://schemas.microsoft.com/office/drawing/2014/main" id="{AB61CAF0-4CAC-4B50-8D0A-223DA28D50A6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GT_9460">
            <a:extLst>
              <a:ext uri="{FF2B5EF4-FFF2-40B4-BE49-F238E27FC236}">
                <a16:creationId xmlns:a16="http://schemas.microsoft.com/office/drawing/2014/main" id="{847C52E3-4D75-494C-A6BC-ED8C0526EF37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GT_9461">
            <a:extLst>
              <a:ext uri="{FF2B5EF4-FFF2-40B4-BE49-F238E27FC236}">
                <a16:creationId xmlns:a16="http://schemas.microsoft.com/office/drawing/2014/main" id="{A7C96173-995B-4E74-BDDE-45E5C366AA54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GT_9462">
            <a:extLst>
              <a:ext uri="{FF2B5EF4-FFF2-40B4-BE49-F238E27FC236}">
                <a16:creationId xmlns:a16="http://schemas.microsoft.com/office/drawing/2014/main" id="{E9F0013A-AD0A-4610-A138-92949EB2306E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GT_9463">
            <a:extLst>
              <a:ext uri="{FF2B5EF4-FFF2-40B4-BE49-F238E27FC236}">
                <a16:creationId xmlns:a16="http://schemas.microsoft.com/office/drawing/2014/main" id="{7FF3F5EF-B4FD-4B6C-AEF3-9448CFDAA85C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GT_9464">
            <a:extLst>
              <a:ext uri="{FF2B5EF4-FFF2-40B4-BE49-F238E27FC236}">
                <a16:creationId xmlns:a16="http://schemas.microsoft.com/office/drawing/2014/main" id="{AF1C157E-0E57-42E7-98D5-221A367EC684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GT_9465">
            <a:extLst>
              <a:ext uri="{FF2B5EF4-FFF2-40B4-BE49-F238E27FC236}">
                <a16:creationId xmlns:a16="http://schemas.microsoft.com/office/drawing/2014/main" id="{E3845CB3-5F6C-44D7-A30A-6ABD26CF538D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GT_9466">
            <a:extLst>
              <a:ext uri="{FF2B5EF4-FFF2-40B4-BE49-F238E27FC236}">
                <a16:creationId xmlns:a16="http://schemas.microsoft.com/office/drawing/2014/main" id="{4B015C09-5FB6-471D-BC21-236E4D15B74C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GT_9467">
            <a:extLst>
              <a:ext uri="{FF2B5EF4-FFF2-40B4-BE49-F238E27FC236}">
                <a16:creationId xmlns:a16="http://schemas.microsoft.com/office/drawing/2014/main" id="{C52F7FD9-C32A-4DB8-B40A-10564A548EFE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GT_9468">
            <a:extLst>
              <a:ext uri="{FF2B5EF4-FFF2-40B4-BE49-F238E27FC236}">
                <a16:creationId xmlns:a16="http://schemas.microsoft.com/office/drawing/2014/main" id="{AD589241-65F0-4569-B106-19167643AD1D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GT_9469">
            <a:extLst>
              <a:ext uri="{FF2B5EF4-FFF2-40B4-BE49-F238E27FC236}">
                <a16:creationId xmlns:a16="http://schemas.microsoft.com/office/drawing/2014/main" id="{A06E69DA-0860-4217-91D0-E75501406EE3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GT_9470">
            <a:extLst>
              <a:ext uri="{FF2B5EF4-FFF2-40B4-BE49-F238E27FC236}">
                <a16:creationId xmlns:a16="http://schemas.microsoft.com/office/drawing/2014/main" id="{7C806C42-572D-469E-9E2C-DCDAB4F74D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GT_9471">
            <a:extLst>
              <a:ext uri="{FF2B5EF4-FFF2-40B4-BE49-F238E27FC236}">
                <a16:creationId xmlns:a16="http://schemas.microsoft.com/office/drawing/2014/main" id="{022F98E6-81C0-4B63-B471-A079D5259BDE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GT_9472">
            <a:extLst>
              <a:ext uri="{FF2B5EF4-FFF2-40B4-BE49-F238E27FC236}">
                <a16:creationId xmlns:a16="http://schemas.microsoft.com/office/drawing/2014/main" id="{8ABE3220-3E26-45D6-914D-23CC5195FAC6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GT_9473">
            <a:extLst>
              <a:ext uri="{FF2B5EF4-FFF2-40B4-BE49-F238E27FC236}">
                <a16:creationId xmlns:a16="http://schemas.microsoft.com/office/drawing/2014/main" id="{20B8A568-22F0-4592-894B-BE79A3096D23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GT_9474">
            <a:extLst>
              <a:ext uri="{FF2B5EF4-FFF2-40B4-BE49-F238E27FC236}">
                <a16:creationId xmlns:a16="http://schemas.microsoft.com/office/drawing/2014/main" id="{5A66C5EE-4741-4238-82F4-6A6C78B9ACA0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GT_9475">
            <a:extLst>
              <a:ext uri="{FF2B5EF4-FFF2-40B4-BE49-F238E27FC236}">
                <a16:creationId xmlns:a16="http://schemas.microsoft.com/office/drawing/2014/main" id="{05BD4012-AC61-4B63-8F02-41F165C468B3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GT_9476">
            <a:extLst>
              <a:ext uri="{FF2B5EF4-FFF2-40B4-BE49-F238E27FC236}">
                <a16:creationId xmlns:a16="http://schemas.microsoft.com/office/drawing/2014/main" id="{32A98070-B94C-4F63-8884-327B968008D5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GT_9477">
            <a:extLst>
              <a:ext uri="{FF2B5EF4-FFF2-40B4-BE49-F238E27FC236}">
                <a16:creationId xmlns:a16="http://schemas.microsoft.com/office/drawing/2014/main" id="{760B8424-B95F-407F-9571-2E470B3D835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GT_9478">
            <a:extLst>
              <a:ext uri="{FF2B5EF4-FFF2-40B4-BE49-F238E27FC236}">
                <a16:creationId xmlns:a16="http://schemas.microsoft.com/office/drawing/2014/main" id="{543D0054-C8E8-42F4-8C83-A221FEF7185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GT_9479">
            <a:extLst>
              <a:ext uri="{FF2B5EF4-FFF2-40B4-BE49-F238E27FC236}">
                <a16:creationId xmlns:a16="http://schemas.microsoft.com/office/drawing/2014/main" id="{B80A72E7-8CA6-465D-8474-AFDE814B5905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GT_9480">
            <a:extLst>
              <a:ext uri="{FF2B5EF4-FFF2-40B4-BE49-F238E27FC236}">
                <a16:creationId xmlns:a16="http://schemas.microsoft.com/office/drawing/2014/main" id="{42224AAC-A12E-4173-9B70-9C6A73CBF424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GT_9481">
            <a:extLst>
              <a:ext uri="{FF2B5EF4-FFF2-40B4-BE49-F238E27FC236}">
                <a16:creationId xmlns:a16="http://schemas.microsoft.com/office/drawing/2014/main" id="{38F258F5-B613-49D5-A156-CD74A2B2C551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GT_9482">
            <a:extLst>
              <a:ext uri="{FF2B5EF4-FFF2-40B4-BE49-F238E27FC236}">
                <a16:creationId xmlns:a16="http://schemas.microsoft.com/office/drawing/2014/main" id="{B160042B-E35F-4FB0-BDFD-F51A92A88C83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GT_9483">
            <a:extLst>
              <a:ext uri="{FF2B5EF4-FFF2-40B4-BE49-F238E27FC236}">
                <a16:creationId xmlns:a16="http://schemas.microsoft.com/office/drawing/2014/main" id="{C25E1EDF-075E-4353-83FC-FEC7DCD74F13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GT_9484">
            <a:extLst>
              <a:ext uri="{FF2B5EF4-FFF2-40B4-BE49-F238E27FC236}">
                <a16:creationId xmlns:a16="http://schemas.microsoft.com/office/drawing/2014/main" id="{E41B42DE-E797-498E-A27B-4E86D2CB4F19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GT_9485">
            <a:extLst>
              <a:ext uri="{FF2B5EF4-FFF2-40B4-BE49-F238E27FC236}">
                <a16:creationId xmlns:a16="http://schemas.microsoft.com/office/drawing/2014/main" id="{77BC26E3-82D0-45ED-A04E-57C0DEFABA37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GT_9486">
            <a:extLst>
              <a:ext uri="{FF2B5EF4-FFF2-40B4-BE49-F238E27FC236}">
                <a16:creationId xmlns:a16="http://schemas.microsoft.com/office/drawing/2014/main" id="{E5AE62F8-7BF5-405E-B167-EBBBC7B8A7AE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GT_9487">
            <a:extLst>
              <a:ext uri="{FF2B5EF4-FFF2-40B4-BE49-F238E27FC236}">
                <a16:creationId xmlns:a16="http://schemas.microsoft.com/office/drawing/2014/main" id="{28161F96-1F27-41A2-A795-097D5A03CA1C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GT_9488">
            <a:extLst>
              <a:ext uri="{FF2B5EF4-FFF2-40B4-BE49-F238E27FC236}">
                <a16:creationId xmlns:a16="http://schemas.microsoft.com/office/drawing/2014/main" id="{7807B904-F9D4-46FD-93E5-416AB87CCDB4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GT_9489">
            <a:extLst>
              <a:ext uri="{FF2B5EF4-FFF2-40B4-BE49-F238E27FC236}">
                <a16:creationId xmlns:a16="http://schemas.microsoft.com/office/drawing/2014/main" id="{68F03066-FC9C-44BC-AE8B-C738ED12992C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GT_9490">
            <a:extLst>
              <a:ext uri="{FF2B5EF4-FFF2-40B4-BE49-F238E27FC236}">
                <a16:creationId xmlns:a16="http://schemas.microsoft.com/office/drawing/2014/main" id="{00E41C2E-2697-4156-815B-8CE0D0447F47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GT_9491">
            <a:extLst>
              <a:ext uri="{FF2B5EF4-FFF2-40B4-BE49-F238E27FC236}">
                <a16:creationId xmlns:a16="http://schemas.microsoft.com/office/drawing/2014/main" id="{AA7D3463-A5CE-4897-A8DE-FFEE4E5FFD38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GT_9492">
            <a:extLst>
              <a:ext uri="{FF2B5EF4-FFF2-40B4-BE49-F238E27FC236}">
                <a16:creationId xmlns:a16="http://schemas.microsoft.com/office/drawing/2014/main" id="{3B9F2C82-9071-4B81-BC69-54C0CA21F036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GT_9493">
            <a:extLst>
              <a:ext uri="{FF2B5EF4-FFF2-40B4-BE49-F238E27FC236}">
                <a16:creationId xmlns:a16="http://schemas.microsoft.com/office/drawing/2014/main" id="{4CD8537D-A672-4BCB-920B-D016E81F1F65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GT_9494">
            <a:extLst>
              <a:ext uri="{FF2B5EF4-FFF2-40B4-BE49-F238E27FC236}">
                <a16:creationId xmlns:a16="http://schemas.microsoft.com/office/drawing/2014/main" id="{29279C35-A833-4CCC-BBA1-B8FDEBE8C6CC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GT_9495">
            <a:extLst>
              <a:ext uri="{FF2B5EF4-FFF2-40B4-BE49-F238E27FC236}">
                <a16:creationId xmlns:a16="http://schemas.microsoft.com/office/drawing/2014/main" id="{84D1D965-7555-41ED-AA12-6FDF27E79FE3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GT_9496">
            <a:extLst>
              <a:ext uri="{FF2B5EF4-FFF2-40B4-BE49-F238E27FC236}">
                <a16:creationId xmlns:a16="http://schemas.microsoft.com/office/drawing/2014/main" id="{52F3E6F6-3CB9-4BFB-B7D5-456B76BCE112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GT_9497">
            <a:extLst>
              <a:ext uri="{FF2B5EF4-FFF2-40B4-BE49-F238E27FC236}">
                <a16:creationId xmlns:a16="http://schemas.microsoft.com/office/drawing/2014/main" id="{E6178A96-2534-4641-AECF-CD56CA9AC5E4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GT_9498">
            <a:extLst>
              <a:ext uri="{FF2B5EF4-FFF2-40B4-BE49-F238E27FC236}">
                <a16:creationId xmlns:a16="http://schemas.microsoft.com/office/drawing/2014/main" id="{65E6083D-023F-46B4-BB93-65B4ECCB9EC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GT_9499">
            <a:extLst>
              <a:ext uri="{FF2B5EF4-FFF2-40B4-BE49-F238E27FC236}">
                <a16:creationId xmlns:a16="http://schemas.microsoft.com/office/drawing/2014/main" id="{9EC9D931-6233-4CFB-A26C-1D64D74BF20F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GT_9500">
            <a:extLst>
              <a:ext uri="{FF2B5EF4-FFF2-40B4-BE49-F238E27FC236}">
                <a16:creationId xmlns:a16="http://schemas.microsoft.com/office/drawing/2014/main" id="{D6EBB546-BE1F-4EAC-B583-0B00A1527343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GT_9501">
            <a:extLst>
              <a:ext uri="{FF2B5EF4-FFF2-40B4-BE49-F238E27FC236}">
                <a16:creationId xmlns:a16="http://schemas.microsoft.com/office/drawing/2014/main" id="{6ACCB4C5-727B-4999-8516-AE3CE47E5503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GT_9502">
            <a:extLst>
              <a:ext uri="{FF2B5EF4-FFF2-40B4-BE49-F238E27FC236}">
                <a16:creationId xmlns:a16="http://schemas.microsoft.com/office/drawing/2014/main" id="{EFF0EAD2-97FB-41BC-BF0D-11E8E0C2D8D6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GT_9503">
            <a:extLst>
              <a:ext uri="{FF2B5EF4-FFF2-40B4-BE49-F238E27FC236}">
                <a16:creationId xmlns:a16="http://schemas.microsoft.com/office/drawing/2014/main" id="{B167E356-942E-4295-9E9D-645EC8546C95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GT_9504">
            <a:extLst>
              <a:ext uri="{FF2B5EF4-FFF2-40B4-BE49-F238E27FC236}">
                <a16:creationId xmlns:a16="http://schemas.microsoft.com/office/drawing/2014/main" id="{682FAA45-B113-451F-B5B1-C5FE7463AF3D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GT_9505">
            <a:extLst>
              <a:ext uri="{FF2B5EF4-FFF2-40B4-BE49-F238E27FC236}">
                <a16:creationId xmlns:a16="http://schemas.microsoft.com/office/drawing/2014/main" id="{0B5289C4-6819-4C81-9AD0-275B9B4AFD18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GT_9506">
            <a:extLst>
              <a:ext uri="{FF2B5EF4-FFF2-40B4-BE49-F238E27FC236}">
                <a16:creationId xmlns:a16="http://schemas.microsoft.com/office/drawing/2014/main" id="{A92D5829-A640-45BB-A5AF-E720D10CAECA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GT_9507">
            <a:extLst>
              <a:ext uri="{FF2B5EF4-FFF2-40B4-BE49-F238E27FC236}">
                <a16:creationId xmlns:a16="http://schemas.microsoft.com/office/drawing/2014/main" id="{AA8411E4-DEA0-4C93-9578-BF39C4D79014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GT_9508">
            <a:extLst>
              <a:ext uri="{FF2B5EF4-FFF2-40B4-BE49-F238E27FC236}">
                <a16:creationId xmlns:a16="http://schemas.microsoft.com/office/drawing/2014/main" id="{48021933-63EE-4656-9C98-DDFFE81DFCD9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GT_9509">
            <a:extLst>
              <a:ext uri="{FF2B5EF4-FFF2-40B4-BE49-F238E27FC236}">
                <a16:creationId xmlns:a16="http://schemas.microsoft.com/office/drawing/2014/main" id="{B13B94C0-FE52-48CB-9A65-A43404799E96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GT_9510">
            <a:extLst>
              <a:ext uri="{FF2B5EF4-FFF2-40B4-BE49-F238E27FC236}">
                <a16:creationId xmlns:a16="http://schemas.microsoft.com/office/drawing/2014/main" id="{6903C9C1-871C-4560-91B7-AC9F606FDA40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GT_9511">
            <a:extLst>
              <a:ext uri="{FF2B5EF4-FFF2-40B4-BE49-F238E27FC236}">
                <a16:creationId xmlns:a16="http://schemas.microsoft.com/office/drawing/2014/main" id="{19BC5412-AB44-47A0-94BC-AE0248B55EBF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GT_9512">
            <a:extLst>
              <a:ext uri="{FF2B5EF4-FFF2-40B4-BE49-F238E27FC236}">
                <a16:creationId xmlns:a16="http://schemas.microsoft.com/office/drawing/2014/main" id="{ACE5D3B9-B5C8-40D2-A6DD-BFB522CBE618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GT_9513">
            <a:extLst>
              <a:ext uri="{FF2B5EF4-FFF2-40B4-BE49-F238E27FC236}">
                <a16:creationId xmlns:a16="http://schemas.microsoft.com/office/drawing/2014/main" id="{7036E4A1-FBFE-4FFE-82D5-28E766ECE690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GT_9514">
            <a:extLst>
              <a:ext uri="{FF2B5EF4-FFF2-40B4-BE49-F238E27FC236}">
                <a16:creationId xmlns:a16="http://schemas.microsoft.com/office/drawing/2014/main" id="{8FC1C18B-6A87-4C89-9294-059F381D9EC3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GT_9515">
            <a:extLst>
              <a:ext uri="{FF2B5EF4-FFF2-40B4-BE49-F238E27FC236}">
                <a16:creationId xmlns:a16="http://schemas.microsoft.com/office/drawing/2014/main" id="{719591C6-7DA2-4135-98C8-BA352EDC3881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GT_9516">
            <a:extLst>
              <a:ext uri="{FF2B5EF4-FFF2-40B4-BE49-F238E27FC236}">
                <a16:creationId xmlns:a16="http://schemas.microsoft.com/office/drawing/2014/main" id="{C4D016A1-2096-402C-B5CB-403E9E1706B6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GT_9517">
            <a:extLst>
              <a:ext uri="{FF2B5EF4-FFF2-40B4-BE49-F238E27FC236}">
                <a16:creationId xmlns:a16="http://schemas.microsoft.com/office/drawing/2014/main" id="{BFB1E6B4-BB7C-450F-92B4-8EA056898FB0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GT_9518">
            <a:extLst>
              <a:ext uri="{FF2B5EF4-FFF2-40B4-BE49-F238E27FC236}">
                <a16:creationId xmlns:a16="http://schemas.microsoft.com/office/drawing/2014/main" id="{10E09C86-5D69-4195-B478-116D6B88C5AA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GT_9519">
            <a:extLst>
              <a:ext uri="{FF2B5EF4-FFF2-40B4-BE49-F238E27FC236}">
                <a16:creationId xmlns:a16="http://schemas.microsoft.com/office/drawing/2014/main" id="{BC176747-3CAE-4FE3-B31D-A40D26DB0A7C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GT_9520">
            <a:extLst>
              <a:ext uri="{FF2B5EF4-FFF2-40B4-BE49-F238E27FC236}">
                <a16:creationId xmlns:a16="http://schemas.microsoft.com/office/drawing/2014/main" id="{B27FE75F-C608-428A-BC50-6252D978859F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GT_9521">
            <a:extLst>
              <a:ext uri="{FF2B5EF4-FFF2-40B4-BE49-F238E27FC236}">
                <a16:creationId xmlns:a16="http://schemas.microsoft.com/office/drawing/2014/main" id="{1BDA121F-95C4-46F7-B9BB-687F24641097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GT_9522">
            <a:extLst>
              <a:ext uri="{FF2B5EF4-FFF2-40B4-BE49-F238E27FC236}">
                <a16:creationId xmlns:a16="http://schemas.microsoft.com/office/drawing/2014/main" id="{80066C97-BC67-42B9-A047-A91621E5893A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GT_9523">
            <a:extLst>
              <a:ext uri="{FF2B5EF4-FFF2-40B4-BE49-F238E27FC236}">
                <a16:creationId xmlns:a16="http://schemas.microsoft.com/office/drawing/2014/main" id="{E613348F-F84A-447A-9FC8-E69E6AAA0135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GT_9524">
            <a:extLst>
              <a:ext uri="{FF2B5EF4-FFF2-40B4-BE49-F238E27FC236}">
                <a16:creationId xmlns:a16="http://schemas.microsoft.com/office/drawing/2014/main" id="{E3B9B2EB-0BB4-4DC6-9B5C-B9CC7AE9C7FA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GT_9525">
            <a:extLst>
              <a:ext uri="{FF2B5EF4-FFF2-40B4-BE49-F238E27FC236}">
                <a16:creationId xmlns:a16="http://schemas.microsoft.com/office/drawing/2014/main" id="{633D1B95-F4EF-47A5-9E29-559EC914780A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GT_9526">
            <a:extLst>
              <a:ext uri="{FF2B5EF4-FFF2-40B4-BE49-F238E27FC236}">
                <a16:creationId xmlns:a16="http://schemas.microsoft.com/office/drawing/2014/main" id="{E8FA8E11-BE91-4627-AA89-A60657F5BB9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GT_9527">
            <a:extLst>
              <a:ext uri="{FF2B5EF4-FFF2-40B4-BE49-F238E27FC236}">
                <a16:creationId xmlns:a16="http://schemas.microsoft.com/office/drawing/2014/main" id="{B9B7604C-33BD-4D49-ACDF-AC0AE7A98CA1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GT_9528">
            <a:extLst>
              <a:ext uri="{FF2B5EF4-FFF2-40B4-BE49-F238E27FC236}">
                <a16:creationId xmlns:a16="http://schemas.microsoft.com/office/drawing/2014/main" id="{FC044984-DB84-49B8-AD43-0A864BBA23DF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GT_9529">
            <a:extLst>
              <a:ext uri="{FF2B5EF4-FFF2-40B4-BE49-F238E27FC236}">
                <a16:creationId xmlns:a16="http://schemas.microsoft.com/office/drawing/2014/main" id="{98D6DC18-3895-4C88-89F6-A50F8AD59E91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GT_9530">
            <a:extLst>
              <a:ext uri="{FF2B5EF4-FFF2-40B4-BE49-F238E27FC236}">
                <a16:creationId xmlns:a16="http://schemas.microsoft.com/office/drawing/2014/main" id="{76CA81E0-5993-4D71-8827-009B6C597E4F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GT_9531">
            <a:extLst>
              <a:ext uri="{FF2B5EF4-FFF2-40B4-BE49-F238E27FC236}">
                <a16:creationId xmlns:a16="http://schemas.microsoft.com/office/drawing/2014/main" id="{6EC56036-BE15-41F8-A6B5-7DDACF77811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GT_9532">
            <a:extLst>
              <a:ext uri="{FF2B5EF4-FFF2-40B4-BE49-F238E27FC236}">
                <a16:creationId xmlns:a16="http://schemas.microsoft.com/office/drawing/2014/main" id="{E9B43FAA-D57E-470E-8436-3A05B7C8AEA4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GT_9533">
            <a:extLst>
              <a:ext uri="{FF2B5EF4-FFF2-40B4-BE49-F238E27FC236}">
                <a16:creationId xmlns:a16="http://schemas.microsoft.com/office/drawing/2014/main" id="{553C38FC-AC7B-47A5-AFEC-E5FD4122D9AD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GT_9534">
            <a:extLst>
              <a:ext uri="{FF2B5EF4-FFF2-40B4-BE49-F238E27FC236}">
                <a16:creationId xmlns:a16="http://schemas.microsoft.com/office/drawing/2014/main" id="{99A8DB30-2ACA-40BA-B08F-6202B84E43B5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GT_9535">
            <a:extLst>
              <a:ext uri="{FF2B5EF4-FFF2-40B4-BE49-F238E27FC236}">
                <a16:creationId xmlns:a16="http://schemas.microsoft.com/office/drawing/2014/main" id="{1BD4AC19-DA0F-4FD0-89E1-710D919A30DC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GT_9536">
            <a:extLst>
              <a:ext uri="{FF2B5EF4-FFF2-40B4-BE49-F238E27FC236}">
                <a16:creationId xmlns:a16="http://schemas.microsoft.com/office/drawing/2014/main" id="{0C6F8381-19E0-4DCC-808B-72DCDF1D00D5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GT_9537">
            <a:extLst>
              <a:ext uri="{FF2B5EF4-FFF2-40B4-BE49-F238E27FC236}">
                <a16:creationId xmlns:a16="http://schemas.microsoft.com/office/drawing/2014/main" id="{80E3B86A-09CC-4241-8951-DA6BC1288432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GT_9538">
            <a:extLst>
              <a:ext uri="{FF2B5EF4-FFF2-40B4-BE49-F238E27FC236}">
                <a16:creationId xmlns:a16="http://schemas.microsoft.com/office/drawing/2014/main" id="{631013E1-F435-4B15-8EAA-0B8F02D9247A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GT_9539">
            <a:extLst>
              <a:ext uri="{FF2B5EF4-FFF2-40B4-BE49-F238E27FC236}">
                <a16:creationId xmlns:a16="http://schemas.microsoft.com/office/drawing/2014/main" id="{9EB54EB3-1D63-4645-9BFC-E0133F50490C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GT_9540">
            <a:extLst>
              <a:ext uri="{FF2B5EF4-FFF2-40B4-BE49-F238E27FC236}">
                <a16:creationId xmlns:a16="http://schemas.microsoft.com/office/drawing/2014/main" id="{0E97A115-AE53-4EB8-97A8-6D98D6D98117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GT_9541">
            <a:extLst>
              <a:ext uri="{FF2B5EF4-FFF2-40B4-BE49-F238E27FC236}">
                <a16:creationId xmlns:a16="http://schemas.microsoft.com/office/drawing/2014/main" id="{B6CFEE5D-647B-48D3-B932-A3DBDA1132CA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GT_9542">
            <a:extLst>
              <a:ext uri="{FF2B5EF4-FFF2-40B4-BE49-F238E27FC236}">
                <a16:creationId xmlns:a16="http://schemas.microsoft.com/office/drawing/2014/main" id="{9DBDD11A-AF17-4A7F-8AB4-00C3DAFDBB61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GT_9543">
            <a:extLst>
              <a:ext uri="{FF2B5EF4-FFF2-40B4-BE49-F238E27FC236}">
                <a16:creationId xmlns:a16="http://schemas.microsoft.com/office/drawing/2014/main" id="{52CA18D2-9319-4873-B080-3BC80E654013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GT_9544">
            <a:extLst>
              <a:ext uri="{FF2B5EF4-FFF2-40B4-BE49-F238E27FC236}">
                <a16:creationId xmlns:a16="http://schemas.microsoft.com/office/drawing/2014/main" id="{9B23B32C-917D-4610-9BA4-35E878D1BCAE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GT_9545">
            <a:extLst>
              <a:ext uri="{FF2B5EF4-FFF2-40B4-BE49-F238E27FC236}">
                <a16:creationId xmlns:a16="http://schemas.microsoft.com/office/drawing/2014/main" id="{195FB497-DF49-4832-AE0E-47D0D215385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GT_9546">
            <a:extLst>
              <a:ext uri="{FF2B5EF4-FFF2-40B4-BE49-F238E27FC236}">
                <a16:creationId xmlns:a16="http://schemas.microsoft.com/office/drawing/2014/main" id="{196C06EF-E04C-4B36-AB56-C0E911332BA3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GT_9547">
            <a:extLst>
              <a:ext uri="{FF2B5EF4-FFF2-40B4-BE49-F238E27FC236}">
                <a16:creationId xmlns:a16="http://schemas.microsoft.com/office/drawing/2014/main" id="{97EE8CDE-41D4-4102-A4BB-F23BD5D48BC7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GT_9548">
            <a:extLst>
              <a:ext uri="{FF2B5EF4-FFF2-40B4-BE49-F238E27FC236}">
                <a16:creationId xmlns:a16="http://schemas.microsoft.com/office/drawing/2014/main" id="{880D5478-A62B-40A4-BC16-90CFA7F5B4D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GT_9549">
            <a:extLst>
              <a:ext uri="{FF2B5EF4-FFF2-40B4-BE49-F238E27FC236}">
                <a16:creationId xmlns:a16="http://schemas.microsoft.com/office/drawing/2014/main" id="{583CE186-D641-4660-B85D-2079F4B69F4E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GT_9550">
            <a:extLst>
              <a:ext uri="{FF2B5EF4-FFF2-40B4-BE49-F238E27FC236}">
                <a16:creationId xmlns:a16="http://schemas.microsoft.com/office/drawing/2014/main" id="{0FB17380-1818-4C18-AA4D-A0018345C56E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GT_9551">
            <a:extLst>
              <a:ext uri="{FF2B5EF4-FFF2-40B4-BE49-F238E27FC236}">
                <a16:creationId xmlns:a16="http://schemas.microsoft.com/office/drawing/2014/main" id="{2EC8A8C0-20B9-4D18-9293-5545E611897E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GT_9552">
            <a:extLst>
              <a:ext uri="{FF2B5EF4-FFF2-40B4-BE49-F238E27FC236}">
                <a16:creationId xmlns:a16="http://schemas.microsoft.com/office/drawing/2014/main" id="{2368498E-CC20-4AC8-A305-85A7A505FEB9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GT_9553">
            <a:extLst>
              <a:ext uri="{FF2B5EF4-FFF2-40B4-BE49-F238E27FC236}">
                <a16:creationId xmlns:a16="http://schemas.microsoft.com/office/drawing/2014/main" id="{43EE5233-13EB-45AA-98F1-18E6BE07BB54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GT_9554">
            <a:extLst>
              <a:ext uri="{FF2B5EF4-FFF2-40B4-BE49-F238E27FC236}">
                <a16:creationId xmlns:a16="http://schemas.microsoft.com/office/drawing/2014/main" id="{3AB87FB5-993A-4005-9126-F45993AFB66A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GT_9555">
            <a:extLst>
              <a:ext uri="{FF2B5EF4-FFF2-40B4-BE49-F238E27FC236}">
                <a16:creationId xmlns:a16="http://schemas.microsoft.com/office/drawing/2014/main" id="{E8A7F580-847C-424B-B43F-9A44C9165AD5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GT_9556">
            <a:extLst>
              <a:ext uri="{FF2B5EF4-FFF2-40B4-BE49-F238E27FC236}">
                <a16:creationId xmlns:a16="http://schemas.microsoft.com/office/drawing/2014/main" id="{4D1B4E90-3558-43AB-ACB3-3322A32E3829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GT_9557">
            <a:extLst>
              <a:ext uri="{FF2B5EF4-FFF2-40B4-BE49-F238E27FC236}">
                <a16:creationId xmlns:a16="http://schemas.microsoft.com/office/drawing/2014/main" id="{BFA4EB63-DFC7-4BAE-9227-63C903555306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GT_9558">
            <a:extLst>
              <a:ext uri="{FF2B5EF4-FFF2-40B4-BE49-F238E27FC236}">
                <a16:creationId xmlns:a16="http://schemas.microsoft.com/office/drawing/2014/main" id="{50FE03EA-FA90-4C39-B478-F2005B56DC0E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GT_9559">
            <a:extLst>
              <a:ext uri="{FF2B5EF4-FFF2-40B4-BE49-F238E27FC236}">
                <a16:creationId xmlns:a16="http://schemas.microsoft.com/office/drawing/2014/main" id="{E0D269F1-8277-48D4-B697-01DB617093CA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GT_9560">
            <a:extLst>
              <a:ext uri="{FF2B5EF4-FFF2-40B4-BE49-F238E27FC236}">
                <a16:creationId xmlns:a16="http://schemas.microsoft.com/office/drawing/2014/main" id="{55A43214-45D8-41C5-A818-A0CAFE571364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GT_9561">
            <a:extLst>
              <a:ext uri="{FF2B5EF4-FFF2-40B4-BE49-F238E27FC236}">
                <a16:creationId xmlns:a16="http://schemas.microsoft.com/office/drawing/2014/main" id="{7B85A9D7-6085-44AC-97C3-685A442E93C5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GT_9562">
            <a:extLst>
              <a:ext uri="{FF2B5EF4-FFF2-40B4-BE49-F238E27FC236}">
                <a16:creationId xmlns:a16="http://schemas.microsoft.com/office/drawing/2014/main" id="{3C7E562C-9EC0-473C-B3FF-7B4EC7DB0C2F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GT_9563">
            <a:extLst>
              <a:ext uri="{FF2B5EF4-FFF2-40B4-BE49-F238E27FC236}">
                <a16:creationId xmlns:a16="http://schemas.microsoft.com/office/drawing/2014/main" id="{932002EE-E4E1-4005-ACD9-9818F41AEFA5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GT_9564">
            <a:extLst>
              <a:ext uri="{FF2B5EF4-FFF2-40B4-BE49-F238E27FC236}">
                <a16:creationId xmlns:a16="http://schemas.microsoft.com/office/drawing/2014/main" id="{0132D025-6BED-45FA-91AD-BBC264902D8F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GT_9565">
            <a:extLst>
              <a:ext uri="{FF2B5EF4-FFF2-40B4-BE49-F238E27FC236}">
                <a16:creationId xmlns:a16="http://schemas.microsoft.com/office/drawing/2014/main" id="{F17CC855-9200-4098-A3C8-72909C92C0C2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GT_9566">
            <a:extLst>
              <a:ext uri="{FF2B5EF4-FFF2-40B4-BE49-F238E27FC236}">
                <a16:creationId xmlns:a16="http://schemas.microsoft.com/office/drawing/2014/main" id="{AE4C5BBE-7EB3-46CD-B5E3-984A5996806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GT_9567">
            <a:extLst>
              <a:ext uri="{FF2B5EF4-FFF2-40B4-BE49-F238E27FC236}">
                <a16:creationId xmlns:a16="http://schemas.microsoft.com/office/drawing/2014/main" id="{D9DF4506-41DE-43BB-AE5A-D322854BBF10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GT_9568">
            <a:extLst>
              <a:ext uri="{FF2B5EF4-FFF2-40B4-BE49-F238E27FC236}">
                <a16:creationId xmlns:a16="http://schemas.microsoft.com/office/drawing/2014/main" id="{DCF999B9-81BF-42C9-A7C9-663257432BC6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GT_9569">
            <a:extLst>
              <a:ext uri="{FF2B5EF4-FFF2-40B4-BE49-F238E27FC236}">
                <a16:creationId xmlns:a16="http://schemas.microsoft.com/office/drawing/2014/main" id="{DB07AC9B-C744-48DA-84CF-77BDCEA36C69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GT_9570">
            <a:extLst>
              <a:ext uri="{FF2B5EF4-FFF2-40B4-BE49-F238E27FC236}">
                <a16:creationId xmlns:a16="http://schemas.microsoft.com/office/drawing/2014/main" id="{1E868836-2E53-410C-A9DC-5000A775F211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GT_9571">
            <a:extLst>
              <a:ext uri="{FF2B5EF4-FFF2-40B4-BE49-F238E27FC236}">
                <a16:creationId xmlns:a16="http://schemas.microsoft.com/office/drawing/2014/main" id="{E6998876-2AE0-40A7-94B0-4E5CA64131ED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GT_9572">
            <a:extLst>
              <a:ext uri="{FF2B5EF4-FFF2-40B4-BE49-F238E27FC236}">
                <a16:creationId xmlns:a16="http://schemas.microsoft.com/office/drawing/2014/main" id="{01546DC0-C034-4EA2-8904-339199A1AACB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GT_9573">
            <a:extLst>
              <a:ext uri="{FF2B5EF4-FFF2-40B4-BE49-F238E27FC236}">
                <a16:creationId xmlns:a16="http://schemas.microsoft.com/office/drawing/2014/main" id="{5AE92308-0756-4C1B-8CDD-08BE282D9B6B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GT_9574">
            <a:extLst>
              <a:ext uri="{FF2B5EF4-FFF2-40B4-BE49-F238E27FC236}">
                <a16:creationId xmlns:a16="http://schemas.microsoft.com/office/drawing/2014/main" id="{988EC174-F27B-4736-BCC8-9EC7D7F5543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GT_9575">
            <a:extLst>
              <a:ext uri="{FF2B5EF4-FFF2-40B4-BE49-F238E27FC236}">
                <a16:creationId xmlns:a16="http://schemas.microsoft.com/office/drawing/2014/main" id="{CF3B4369-F562-4B04-BB3D-226AFD8D727B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GT_9576">
            <a:extLst>
              <a:ext uri="{FF2B5EF4-FFF2-40B4-BE49-F238E27FC236}">
                <a16:creationId xmlns:a16="http://schemas.microsoft.com/office/drawing/2014/main" id="{2352153D-1CE9-4509-9374-B104647DDBEE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GT_9577">
            <a:extLst>
              <a:ext uri="{FF2B5EF4-FFF2-40B4-BE49-F238E27FC236}">
                <a16:creationId xmlns:a16="http://schemas.microsoft.com/office/drawing/2014/main" id="{C98A2A2A-AE03-46DB-BEB8-D901942AB08F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GT_9578">
            <a:extLst>
              <a:ext uri="{FF2B5EF4-FFF2-40B4-BE49-F238E27FC236}">
                <a16:creationId xmlns:a16="http://schemas.microsoft.com/office/drawing/2014/main" id="{FF536319-4EA9-4A6D-9DA3-E747AAFAE62B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GT_9579">
            <a:extLst>
              <a:ext uri="{FF2B5EF4-FFF2-40B4-BE49-F238E27FC236}">
                <a16:creationId xmlns:a16="http://schemas.microsoft.com/office/drawing/2014/main" id="{24F496FB-2FFB-4CC0-A0D4-F35A0EC8524D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GT_9580">
            <a:extLst>
              <a:ext uri="{FF2B5EF4-FFF2-40B4-BE49-F238E27FC236}">
                <a16:creationId xmlns:a16="http://schemas.microsoft.com/office/drawing/2014/main" id="{60DA56AA-49FC-4495-9055-FB095AA20D8B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GT_9581">
            <a:extLst>
              <a:ext uri="{FF2B5EF4-FFF2-40B4-BE49-F238E27FC236}">
                <a16:creationId xmlns:a16="http://schemas.microsoft.com/office/drawing/2014/main" id="{5A9B76AF-2F1F-4E52-A36B-E4EE98733ABF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GT_9582">
            <a:extLst>
              <a:ext uri="{FF2B5EF4-FFF2-40B4-BE49-F238E27FC236}">
                <a16:creationId xmlns:a16="http://schemas.microsoft.com/office/drawing/2014/main" id="{8AE7798A-646E-4A7E-9243-D3B72F72A781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GT_9583">
            <a:extLst>
              <a:ext uri="{FF2B5EF4-FFF2-40B4-BE49-F238E27FC236}">
                <a16:creationId xmlns:a16="http://schemas.microsoft.com/office/drawing/2014/main" id="{E51FC4FF-E169-442F-9E31-361BAD381E08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GT_9584">
            <a:extLst>
              <a:ext uri="{FF2B5EF4-FFF2-40B4-BE49-F238E27FC236}">
                <a16:creationId xmlns:a16="http://schemas.microsoft.com/office/drawing/2014/main" id="{C9E5F22B-CA26-41DA-A763-363BF2FB647C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GT_9585">
            <a:extLst>
              <a:ext uri="{FF2B5EF4-FFF2-40B4-BE49-F238E27FC236}">
                <a16:creationId xmlns:a16="http://schemas.microsoft.com/office/drawing/2014/main" id="{369CFBEE-F831-4934-917C-04071EE608A7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GT_9586">
            <a:extLst>
              <a:ext uri="{FF2B5EF4-FFF2-40B4-BE49-F238E27FC236}">
                <a16:creationId xmlns:a16="http://schemas.microsoft.com/office/drawing/2014/main" id="{E8C518B6-DBFD-4947-8A93-064AC830B2F4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GT_9587">
            <a:extLst>
              <a:ext uri="{FF2B5EF4-FFF2-40B4-BE49-F238E27FC236}">
                <a16:creationId xmlns:a16="http://schemas.microsoft.com/office/drawing/2014/main" id="{879972CC-B02B-4AB9-96B7-0396BF782A8C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GT_9588">
            <a:extLst>
              <a:ext uri="{FF2B5EF4-FFF2-40B4-BE49-F238E27FC236}">
                <a16:creationId xmlns:a16="http://schemas.microsoft.com/office/drawing/2014/main" id="{B06F956D-0CCB-4DD3-B8E8-5872279DDC45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GT_9589">
            <a:extLst>
              <a:ext uri="{FF2B5EF4-FFF2-40B4-BE49-F238E27FC236}">
                <a16:creationId xmlns:a16="http://schemas.microsoft.com/office/drawing/2014/main" id="{73B773C4-813B-40B9-937F-D0B18B3730FD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GT_9590">
            <a:extLst>
              <a:ext uri="{FF2B5EF4-FFF2-40B4-BE49-F238E27FC236}">
                <a16:creationId xmlns:a16="http://schemas.microsoft.com/office/drawing/2014/main" id="{175831F7-AA28-456F-9AB2-27C9602F9691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GT_9591">
            <a:extLst>
              <a:ext uri="{FF2B5EF4-FFF2-40B4-BE49-F238E27FC236}">
                <a16:creationId xmlns:a16="http://schemas.microsoft.com/office/drawing/2014/main" id="{5E0D62E4-4770-4F2B-9F38-A70C66DC188C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GT_9592">
            <a:extLst>
              <a:ext uri="{FF2B5EF4-FFF2-40B4-BE49-F238E27FC236}">
                <a16:creationId xmlns:a16="http://schemas.microsoft.com/office/drawing/2014/main" id="{C1A4A699-8A68-4D0C-8DAC-D7061349687D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GT_9593">
            <a:extLst>
              <a:ext uri="{FF2B5EF4-FFF2-40B4-BE49-F238E27FC236}">
                <a16:creationId xmlns:a16="http://schemas.microsoft.com/office/drawing/2014/main" id="{623BC86B-507C-4085-8209-4D86DA81B3CC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GT_9594">
            <a:extLst>
              <a:ext uri="{FF2B5EF4-FFF2-40B4-BE49-F238E27FC236}">
                <a16:creationId xmlns:a16="http://schemas.microsoft.com/office/drawing/2014/main" id="{A2FFAB14-73F6-40A0-9F26-6814D04CE892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GT_9595">
            <a:extLst>
              <a:ext uri="{FF2B5EF4-FFF2-40B4-BE49-F238E27FC236}">
                <a16:creationId xmlns:a16="http://schemas.microsoft.com/office/drawing/2014/main" id="{6AB42211-8D07-40A4-B262-B5E386654745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GT_9596">
            <a:extLst>
              <a:ext uri="{FF2B5EF4-FFF2-40B4-BE49-F238E27FC236}">
                <a16:creationId xmlns:a16="http://schemas.microsoft.com/office/drawing/2014/main" id="{819ED337-8AF4-42D4-AD9F-A3A81DB0B4EE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GT_9597">
            <a:extLst>
              <a:ext uri="{FF2B5EF4-FFF2-40B4-BE49-F238E27FC236}">
                <a16:creationId xmlns:a16="http://schemas.microsoft.com/office/drawing/2014/main" id="{B9E7D9D0-0437-46D5-8B2B-18CD440FAC90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GT_9598">
            <a:extLst>
              <a:ext uri="{FF2B5EF4-FFF2-40B4-BE49-F238E27FC236}">
                <a16:creationId xmlns:a16="http://schemas.microsoft.com/office/drawing/2014/main" id="{F298D3FF-5DC3-4340-9C0A-F4CF80CFBF4D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GT_9599">
            <a:extLst>
              <a:ext uri="{FF2B5EF4-FFF2-40B4-BE49-F238E27FC236}">
                <a16:creationId xmlns:a16="http://schemas.microsoft.com/office/drawing/2014/main" id="{2B3668B9-F40F-43AF-8CDB-90C90B812039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GT_9600">
            <a:extLst>
              <a:ext uri="{FF2B5EF4-FFF2-40B4-BE49-F238E27FC236}">
                <a16:creationId xmlns:a16="http://schemas.microsoft.com/office/drawing/2014/main" id="{BE48017D-0EC1-414A-9FAF-1A78A805299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GT_9601">
            <a:extLst>
              <a:ext uri="{FF2B5EF4-FFF2-40B4-BE49-F238E27FC236}">
                <a16:creationId xmlns:a16="http://schemas.microsoft.com/office/drawing/2014/main" id="{32069A1F-E2CF-47BD-BD67-862BFE460C69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GT_9602">
            <a:extLst>
              <a:ext uri="{FF2B5EF4-FFF2-40B4-BE49-F238E27FC236}">
                <a16:creationId xmlns:a16="http://schemas.microsoft.com/office/drawing/2014/main" id="{545C442D-5479-4F36-811C-B47CE652C7C7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GT_9603">
            <a:extLst>
              <a:ext uri="{FF2B5EF4-FFF2-40B4-BE49-F238E27FC236}">
                <a16:creationId xmlns:a16="http://schemas.microsoft.com/office/drawing/2014/main" id="{363BEEB1-FF59-418F-A108-D5C0F8A0CF42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GT_9604">
            <a:extLst>
              <a:ext uri="{FF2B5EF4-FFF2-40B4-BE49-F238E27FC236}">
                <a16:creationId xmlns:a16="http://schemas.microsoft.com/office/drawing/2014/main" id="{C4A8ED1B-6399-4DCA-A3E9-980E8EBEE8CB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GT_9605">
            <a:extLst>
              <a:ext uri="{FF2B5EF4-FFF2-40B4-BE49-F238E27FC236}">
                <a16:creationId xmlns:a16="http://schemas.microsoft.com/office/drawing/2014/main" id="{475B3CFF-EB25-4AE9-8657-D8ED6D13AC40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GT_9606">
            <a:extLst>
              <a:ext uri="{FF2B5EF4-FFF2-40B4-BE49-F238E27FC236}">
                <a16:creationId xmlns:a16="http://schemas.microsoft.com/office/drawing/2014/main" id="{8604DA6B-5AE2-41E8-B3EA-32C238853F70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GT_9607">
            <a:extLst>
              <a:ext uri="{FF2B5EF4-FFF2-40B4-BE49-F238E27FC236}">
                <a16:creationId xmlns:a16="http://schemas.microsoft.com/office/drawing/2014/main" id="{08730F13-FFCC-4479-A501-0A546A36907B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GT_9608">
            <a:extLst>
              <a:ext uri="{FF2B5EF4-FFF2-40B4-BE49-F238E27FC236}">
                <a16:creationId xmlns:a16="http://schemas.microsoft.com/office/drawing/2014/main" id="{9189F4DE-9EC2-4BEC-8633-FEA9F50DC905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GT_9609">
            <a:extLst>
              <a:ext uri="{FF2B5EF4-FFF2-40B4-BE49-F238E27FC236}">
                <a16:creationId xmlns:a16="http://schemas.microsoft.com/office/drawing/2014/main" id="{E2F2D73C-541F-419C-AF41-C2A6BB063278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GT_9610">
            <a:extLst>
              <a:ext uri="{FF2B5EF4-FFF2-40B4-BE49-F238E27FC236}">
                <a16:creationId xmlns:a16="http://schemas.microsoft.com/office/drawing/2014/main" id="{FED3517E-122C-4565-A554-B8A3CDD8B666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GT_9611">
            <a:extLst>
              <a:ext uri="{FF2B5EF4-FFF2-40B4-BE49-F238E27FC236}">
                <a16:creationId xmlns:a16="http://schemas.microsoft.com/office/drawing/2014/main" id="{2B0C26FE-1696-4AB0-8E5D-4ADA4E0FC7A3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GT_9612">
            <a:extLst>
              <a:ext uri="{FF2B5EF4-FFF2-40B4-BE49-F238E27FC236}">
                <a16:creationId xmlns:a16="http://schemas.microsoft.com/office/drawing/2014/main" id="{D3F262F4-7046-4EF3-BBDA-98B95B050DF0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GT_9613">
            <a:extLst>
              <a:ext uri="{FF2B5EF4-FFF2-40B4-BE49-F238E27FC236}">
                <a16:creationId xmlns:a16="http://schemas.microsoft.com/office/drawing/2014/main" id="{65A3FE41-1229-4CBD-B8C9-79E86C83CC79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GT_9614">
            <a:extLst>
              <a:ext uri="{FF2B5EF4-FFF2-40B4-BE49-F238E27FC236}">
                <a16:creationId xmlns:a16="http://schemas.microsoft.com/office/drawing/2014/main" id="{F440FB76-6DAF-4F3B-ADB0-0249A22F6BB5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GT_9615">
            <a:extLst>
              <a:ext uri="{FF2B5EF4-FFF2-40B4-BE49-F238E27FC236}">
                <a16:creationId xmlns:a16="http://schemas.microsoft.com/office/drawing/2014/main" id="{879FCEB4-27D3-45D2-8266-EF723EA7520E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GT_9616">
            <a:extLst>
              <a:ext uri="{FF2B5EF4-FFF2-40B4-BE49-F238E27FC236}">
                <a16:creationId xmlns:a16="http://schemas.microsoft.com/office/drawing/2014/main" id="{3B628A5A-AB02-40B4-88C7-C5333BE2EA1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GT_9617">
            <a:extLst>
              <a:ext uri="{FF2B5EF4-FFF2-40B4-BE49-F238E27FC236}">
                <a16:creationId xmlns:a16="http://schemas.microsoft.com/office/drawing/2014/main" id="{82DF0BD9-F07A-4B13-9C43-2D757069518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GT_9618">
            <a:extLst>
              <a:ext uri="{FF2B5EF4-FFF2-40B4-BE49-F238E27FC236}">
                <a16:creationId xmlns:a16="http://schemas.microsoft.com/office/drawing/2014/main" id="{9BE81265-902A-4DE8-8AF1-6CDE4216D699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GT_9619">
            <a:extLst>
              <a:ext uri="{FF2B5EF4-FFF2-40B4-BE49-F238E27FC236}">
                <a16:creationId xmlns:a16="http://schemas.microsoft.com/office/drawing/2014/main" id="{0E8311D6-A0CA-4935-B42A-AA47CBA2908D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GT_9620">
            <a:extLst>
              <a:ext uri="{FF2B5EF4-FFF2-40B4-BE49-F238E27FC236}">
                <a16:creationId xmlns:a16="http://schemas.microsoft.com/office/drawing/2014/main" id="{8C3F0AFC-5680-411B-9BA0-DC79FC0A5C39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GT_9621">
            <a:extLst>
              <a:ext uri="{FF2B5EF4-FFF2-40B4-BE49-F238E27FC236}">
                <a16:creationId xmlns:a16="http://schemas.microsoft.com/office/drawing/2014/main" id="{3722493B-3539-4300-A736-966C6202175C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GT_9622">
            <a:extLst>
              <a:ext uri="{FF2B5EF4-FFF2-40B4-BE49-F238E27FC236}">
                <a16:creationId xmlns:a16="http://schemas.microsoft.com/office/drawing/2014/main" id="{1030E753-4374-459B-8081-9ABCE6D870EA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GT_9623">
            <a:extLst>
              <a:ext uri="{FF2B5EF4-FFF2-40B4-BE49-F238E27FC236}">
                <a16:creationId xmlns:a16="http://schemas.microsoft.com/office/drawing/2014/main" id="{FD204386-92C3-4686-8316-E947D4C677FB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GT_9624">
            <a:extLst>
              <a:ext uri="{FF2B5EF4-FFF2-40B4-BE49-F238E27FC236}">
                <a16:creationId xmlns:a16="http://schemas.microsoft.com/office/drawing/2014/main" id="{B8A51411-C9EC-4B95-A6CD-C73994ED0CFA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GT_9625">
            <a:extLst>
              <a:ext uri="{FF2B5EF4-FFF2-40B4-BE49-F238E27FC236}">
                <a16:creationId xmlns:a16="http://schemas.microsoft.com/office/drawing/2014/main" id="{8D428790-3FC6-469A-82A3-2C404A4351CB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GT_9626">
            <a:extLst>
              <a:ext uri="{FF2B5EF4-FFF2-40B4-BE49-F238E27FC236}">
                <a16:creationId xmlns:a16="http://schemas.microsoft.com/office/drawing/2014/main" id="{49464737-005B-4B6F-ABC2-D7AC507B7E7A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GT_9627">
            <a:extLst>
              <a:ext uri="{FF2B5EF4-FFF2-40B4-BE49-F238E27FC236}">
                <a16:creationId xmlns:a16="http://schemas.microsoft.com/office/drawing/2014/main" id="{5C4E040B-A03F-433C-8C8A-1BFA76D12288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GT_9628">
            <a:extLst>
              <a:ext uri="{FF2B5EF4-FFF2-40B4-BE49-F238E27FC236}">
                <a16:creationId xmlns:a16="http://schemas.microsoft.com/office/drawing/2014/main" id="{5AF6D236-7EC7-454A-895D-EF87A890FB3B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GT_9629">
            <a:extLst>
              <a:ext uri="{FF2B5EF4-FFF2-40B4-BE49-F238E27FC236}">
                <a16:creationId xmlns:a16="http://schemas.microsoft.com/office/drawing/2014/main" id="{F329AE02-7901-4236-9C25-CC030D5CB6B7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GT_9630">
            <a:extLst>
              <a:ext uri="{FF2B5EF4-FFF2-40B4-BE49-F238E27FC236}">
                <a16:creationId xmlns:a16="http://schemas.microsoft.com/office/drawing/2014/main" id="{14D38C4A-E570-4A16-8A4D-1E132DBB964A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GT_9631">
            <a:extLst>
              <a:ext uri="{FF2B5EF4-FFF2-40B4-BE49-F238E27FC236}">
                <a16:creationId xmlns:a16="http://schemas.microsoft.com/office/drawing/2014/main" id="{28DF2ABA-9F87-4817-939E-9E5B4A01D3E4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GT_9632">
            <a:extLst>
              <a:ext uri="{FF2B5EF4-FFF2-40B4-BE49-F238E27FC236}">
                <a16:creationId xmlns:a16="http://schemas.microsoft.com/office/drawing/2014/main" id="{6E9D125C-2D18-4B0B-8B3A-339CCACAFE4C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GT_9633">
            <a:extLst>
              <a:ext uri="{FF2B5EF4-FFF2-40B4-BE49-F238E27FC236}">
                <a16:creationId xmlns:a16="http://schemas.microsoft.com/office/drawing/2014/main" id="{908DB35F-AAA2-44EC-8056-FCE9503A2F0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GT_9634">
            <a:extLst>
              <a:ext uri="{FF2B5EF4-FFF2-40B4-BE49-F238E27FC236}">
                <a16:creationId xmlns:a16="http://schemas.microsoft.com/office/drawing/2014/main" id="{CCB44D75-3D81-4E0D-8418-827F97A53A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GT_9635">
            <a:extLst>
              <a:ext uri="{FF2B5EF4-FFF2-40B4-BE49-F238E27FC236}">
                <a16:creationId xmlns:a16="http://schemas.microsoft.com/office/drawing/2014/main" id="{F7D6D271-7569-42E4-8DB8-1A6F4BDB8EEE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GT_9636">
            <a:extLst>
              <a:ext uri="{FF2B5EF4-FFF2-40B4-BE49-F238E27FC236}">
                <a16:creationId xmlns:a16="http://schemas.microsoft.com/office/drawing/2014/main" id="{F4B29BCA-268F-4276-8DCB-666909D98464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GT_9637">
            <a:extLst>
              <a:ext uri="{FF2B5EF4-FFF2-40B4-BE49-F238E27FC236}">
                <a16:creationId xmlns:a16="http://schemas.microsoft.com/office/drawing/2014/main" id="{2A35C5E6-60D1-48F7-93F3-375D24C4BC42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GT_9638">
            <a:extLst>
              <a:ext uri="{FF2B5EF4-FFF2-40B4-BE49-F238E27FC236}">
                <a16:creationId xmlns:a16="http://schemas.microsoft.com/office/drawing/2014/main" id="{87CBBBC5-461A-4612-9BB3-3DD19BB79841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GT_9639">
            <a:extLst>
              <a:ext uri="{FF2B5EF4-FFF2-40B4-BE49-F238E27FC236}">
                <a16:creationId xmlns:a16="http://schemas.microsoft.com/office/drawing/2014/main" id="{B418D017-0ADA-43AD-811A-4CA5C025161F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GT_9640">
            <a:extLst>
              <a:ext uri="{FF2B5EF4-FFF2-40B4-BE49-F238E27FC236}">
                <a16:creationId xmlns:a16="http://schemas.microsoft.com/office/drawing/2014/main" id="{10C93E12-0C3B-4889-A15A-BA484AE8660F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GT_9641">
            <a:extLst>
              <a:ext uri="{FF2B5EF4-FFF2-40B4-BE49-F238E27FC236}">
                <a16:creationId xmlns:a16="http://schemas.microsoft.com/office/drawing/2014/main" id="{F180FFF9-3CBF-479A-8613-8FD454BC4FA5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GT_9642">
            <a:extLst>
              <a:ext uri="{FF2B5EF4-FFF2-40B4-BE49-F238E27FC236}">
                <a16:creationId xmlns:a16="http://schemas.microsoft.com/office/drawing/2014/main" id="{ACF32BBE-4457-4800-A57D-5FF4292D2BA1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GT_9643">
            <a:extLst>
              <a:ext uri="{FF2B5EF4-FFF2-40B4-BE49-F238E27FC236}">
                <a16:creationId xmlns:a16="http://schemas.microsoft.com/office/drawing/2014/main" id="{77167957-B6D6-4284-B051-FE2897ABD8EF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GT_9644">
            <a:extLst>
              <a:ext uri="{FF2B5EF4-FFF2-40B4-BE49-F238E27FC236}">
                <a16:creationId xmlns:a16="http://schemas.microsoft.com/office/drawing/2014/main" id="{C937CDE1-AD6D-4525-B140-738FB3D913C2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GT_9645">
            <a:extLst>
              <a:ext uri="{FF2B5EF4-FFF2-40B4-BE49-F238E27FC236}">
                <a16:creationId xmlns:a16="http://schemas.microsoft.com/office/drawing/2014/main" id="{73686086-1DEA-4325-A73F-1973CEAA35A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GT_9646">
            <a:extLst>
              <a:ext uri="{FF2B5EF4-FFF2-40B4-BE49-F238E27FC236}">
                <a16:creationId xmlns:a16="http://schemas.microsoft.com/office/drawing/2014/main" id="{0F066A1C-2B00-4500-86D0-C12F9DC465F2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GT_9647">
            <a:extLst>
              <a:ext uri="{FF2B5EF4-FFF2-40B4-BE49-F238E27FC236}">
                <a16:creationId xmlns:a16="http://schemas.microsoft.com/office/drawing/2014/main" id="{EC23BBE4-0F78-40EF-9A4B-B1B248114390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GT_9648">
            <a:extLst>
              <a:ext uri="{FF2B5EF4-FFF2-40B4-BE49-F238E27FC236}">
                <a16:creationId xmlns:a16="http://schemas.microsoft.com/office/drawing/2014/main" id="{1DB02ADC-62A5-49D2-A9F0-32421F68D01E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GT_9649">
            <a:extLst>
              <a:ext uri="{FF2B5EF4-FFF2-40B4-BE49-F238E27FC236}">
                <a16:creationId xmlns:a16="http://schemas.microsoft.com/office/drawing/2014/main" id="{5C261AA7-0440-47FF-B1AF-636632D6901D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GT_9650">
            <a:extLst>
              <a:ext uri="{FF2B5EF4-FFF2-40B4-BE49-F238E27FC236}">
                <a16:creationId xmlns:a16="http://schemas.microsoft.com/office/drawing/2014/main" id="{26D4F26B-EE3F-43B0-9D6B-6CDCCB2743C3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GT_9651">
            <a:extLst>
              <a:ext uri="{FF2B5EF4-FFF2-40B4-BE49-F238E27FC236}">
                <a16:creationId xmlns:a16="http://schemas.microsoft.com/office/drawing/2014/main" id="{2D4D069C-76CE-4ACE-9CA9-C53A037E71F4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GT_9652">
            <a:extLst>
              <a:ext uri="{FF2B5EF4-FFF2-40B4-BE49-F238E27FC236}">
                <a16:creationId xmlns:a16="http://schemas.microsoft.com/office/drawing/2014/main" id="{6678E9C8-002E-462E-A4F8-71E89C8A9E2C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GT_9653">
            <a:extLst>
              <a:ext uri="{FF2B5EF4-FFF2-40B4-BE49-F238E27FC236}">
                <a16:creationId xmlns:a16="http://schemas.microsoft.com/office/drawing/2014/main" id="{EF631402-EE35-4640-833A-03066D3D5466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GT_9654">
            <a:extLst>
              <a:ext uri="{FF2B5EF4-FFF2-40B4-BE49-F238E27FC236}">
                <a16:creationId xmlns:a16="http://schemas.microsoft.com/office/drawing/2014/main" id="{72806931-1BCE-4F1F-A34A-7EFEBCFD84E6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GT_9655">
            <a:extLst>
              <a:ext uri="{FF2B5EF4-FFF2-40B4-BE49-F238E27FC236}">
                <a16:creationId xmlns:a16="http://schemas.microsoft.com/office/drawing/2014/main" id="{E447532D-0B78-4DD2-9C04-D661CC413EA7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GT_9656">
            <a:extLst>
              <a:ext uri="{FF2B5EF4-FFF2-40B4-BE49-F238E27FC236}">
                <a16:creationId xmlns:a16="http://schemas.microsoft.com/office/drawing/2014/main" id="{341C3043-3CBC-4972-AE6A-90EEE7D974C5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GT_9657">
            <a:extLst>
              <a:ext uri="{FF2B5EF4-FFF2-40B4-BE49-F238E27FC236}">
                <a16:creationId xmlns:a16="http://schemas.microsoft.com/office/drawing/2014/main" id="{04237C0E-93D7-4F9C-8F3A-2CEA72552D75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GT_9658">
            <a:extLst>
              <a:ext uri="{FF2B5EF4-FFF2-40B4-BE49-F238E27FC236}">
                <a16:creationId xmlns:a16="http://schemas.microsoft.com/office/drawing/2014/main" id="{1A7019BB-1CF0-40CB-A18C-1671D0AE25DB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GT_9659">
            <a:extLst>
              <a:ext uri="{FF2B5EF4-FFF2-40B4-BE49-F238E27FC236}">
                <a16:creationId xmlns:a16="http://schemas.microsoft.com/office/drawing/2014/main" id="{34E05855-BDA2-410D-9386-91684F7FD9DD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GT_9660">
            <a:extLst>
              <a:ext uri="{FF2B5EF4-FFF2-40B4-BE49-F238E27FC236}">
                <a16:creationId xmlns:a16="http://schemas.microsoft.com/office/drawing/2014/main" id="{7798A20C-EA2E-48B0-B2BA-E2E171A47D68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GT_9661">
            <a:extLst>
              <a:ext uri="{FF2B5EF4-FFF2-40B4-BE49-F238E27FC236}">
                <a16:creationId xmlns:a16="http://schemas.microsoft.com/office/drawing/2014/main" id="{70C5FDC4-C3A8-4FB9-848B-4991FAC2E6A8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GT_9662">
            <a:extLst>
              <a:ext uri="{FF2B5EF4-FFF2-40B4-BE49-F238E27FC236}">
                <a16:creationId xmlns:a16="http://schemas.microsoft.com/office/drawing/2014/main" id="{4F8CACEF-BC8A-4F45-B49C-7E4518E19E27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GT_9663">
            <a:extLst>
              <a:ext uri="{FF2B5EF4-FFF2-40B4-BE49-F238E27FC236}">
                <a16:creationId xmlns:a16="http://schemas.microsoft.com/office/drawing/2014/main" id="{EBE37269-F913-48F5-900F-30AD4C57A6ED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GT_9664">
            <a:extLst>
              <a:ext uri="{FF2B5EF4-FFF2-40B4-BE49-F238E27FC236}">
                <a16:creationId xmlns:a16="http://schemas.microsoft.com/office/drawing/2014/main" id="{A678303F-3AC6-4425-A71E-2F02E61BF3BE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GT_9665">
            <a:extLst>
              <a:ext uri="{FF2B5EF4-FFF2-40B4-BE49-F238E27FC236}">
                <a16:creationId xmlns:a16="http://schemas.microsoft.com/office/drawing/2014/main" id="{5871D3C5-1524-432E-AA1D-643F408A062E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GT_9666">
            <a:extLst>
              <a:ext uri="{FF2B5EF4-FFF2-40B4-BE49-F238E27FC236}">
                <a16:creationId xmlns:a16="http://schemas.microsoft.com/office/drawing/2014/main" id="{DBEF96D5-7253-4002-8606-BE22503BDB9F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GT_9667">
            <a:extLst>
              <a:ext uri="{FF2B5EF4-FFF2-40B4-BE49-F238E27FC236}">
                <a16:creationId xmlns:a16="http://schemas.microsoft.com/office/drawing/2014/main" id="{7311C043-66BE-469A-83C0-C8F7336CBC65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GT_9668">
            <a:extLst>
              <a:ext uri="{FF2B5EF4-FFF2-40B4-BE49-F238E27FC236}">
                <a16:creationId xmlns:a16="http://schemas.microsoft.com/office/drawing/2014/main" id="{67A43D38-14B6-4373-981D-ADF8D3EB64B6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GT_9669">
            <a:extLst>
              <a:ext uri="{FF2B5EF4-FFF2-40B4-BE49-F238E27FC236}">
                <a16:creationId xmlns:a16="http://schemas.microsoft.com/office/drawing/2014/main" id="{047ED193-142A-4340-A4DF-EE77D799E88B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GT_9670">
            <a:extLst>
              <a:ext uri="{FF2B5EF4-FFF2-40B4-BE49-F238E27FC236}">
                <a16:creationId xmlns:a16="http://schemas.microsoft.com/office/drawing/2014/main" id="{9ED0E490-2DFC-41B9-90C2-CD94A3E3F2FA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GT_9671">
            <a:extLst>
              <a:ext uri="{FF2B5EF4-FFF2-40B4-BE49-F238E27FC236}">
                <a16:creationId xmlns:a16="http://schemas.microsoft.com/office/drawing/2014/main" id="{494502CD-7155-4BCC-BD08-1B58FB2F36AE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GT_9672">
            <a:extLst>
              <a:ext uri="{FF2B5EF4-FFF2-40B4-BE49-F238E27FC236}">
                <a16:creationId xmlns:a16="http://schemas.microsoft.com/office/drawing/2014/main" id="{D2812949-DFE3-4FD6-90D8-95BD5B5F92B7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GT_9673">
            <a:extLst>
              <a:ext uri="{FF2B5EF4-FFF2-40B4-BE49-F238E27FC236}">
                <a16:creationId xmlns:a16="http://schemas.microsoft.com/office/drawing/2014/main" id="{61AA39CF-A7BF-4CB2-AC3B-248BED898AEF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GT_9674">
            <a:extLst>
              <a:ext uri="{FF2B5EF4-FFF2-40B4-BE49-F238E27FC236}">
                <a16:creationId xmlns:a16="http://schemas.microsoft.com/office/drawing/2014/main" id="{E62893D4-8DD9-401D-9112-BC6D378BEDE0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GT_9675">
            <a:extLst>
              <a:ext uri="{FF2B5EF4-FFF2-40B4-BE49-F238E27FC236}">
                <a16:creationId xmlns:a16="http://schemas.microsoft.com/office/drawing/2014/main" id="{A845FDD6-592C-4EE8-A950-0B9D8B2AFA28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GT_9676">
            <a:extLst>
              <a:ext uri="{FF2B5EF4-FFF2-40B4-BE49-F238E27FC236}">
                <a16:creationId xmlns:a16="http://schemas.microsoft.com/office/drawing/2014/main" id="{7B9FA982-0CAC-4E50-89D5-7D21F4A617BB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GT_9677">
            <a:extLst>
              <a:ext uri="{FF2B5EF4-FFF2-40B4-BE49-F238E27FC236}">
                <a16:creationId xmlns:a16="http://schemas.microsoft.com/office/drawing/2014/main" id="{A0451B77-D822-416B-BF94-A61693DE2EA1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GT_9678">
            <a:extLst>
              <a:ext uri="{FF2B5EF4-FFF2-40B4-BE49-F238E27FC236}">
                <a16:creationId xmlns:a16="http://schemas.microsoft.com/office/drawing/2014/main" id="{A92D8213-AF8C-4C2C-AAA5-EAFCCEBE0672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GT_9679">
            <a:extLst>
              <a:ext uri="{FF2B5EF4-FFF2-40B4-BE49-F238E27FC236}">
                <a16:creationId xmlns:a16="http://schemas.microsoft.com/office/drawing/2014/main" id="{BF96173F-DC2D-436A-AD22-3068419CAA97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GT_9680">
            <a:extLst>
              <a:ext uri="{FF2B5EF4-FFF2-40B4-BE49-F238E27FC236}">
                <a16:creationId xmlns:a16="http://schemas.microsoft.com/office/drawing/2014/main" id="{A62809AD-D01C-4E2C-9303-4C138A8833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GT_9681">
            <a:extLst>
              <a:ext uri="{FF2B5EF4-FFF2-40B4-BE49-F238E27FC236}">
                <a16:creationId xmlns:a16="http://schemas.microsoft.com/office/drawing/2014/main" id="{79908538-FAAB-45DC-BA23-EB30DF7E0DEF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GT_9682">
            <a:extLst>
              <a:ext uri="{FF2B5EF4-FFF2-40B4-BE49-F238E27FC236}">
                <a16:creationId xmlns:a16="http://schemas.microsoft.com/office/drawing/2014/main" id="{52877A67-1B21-4088-A5BB-3E978139463D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GT_9683">
            <a:extLst>
              <a:ext uri="{FF2B5EF4-FFF2-40B4-BE49-F238E27FC236}">
                <a16:creationId xmlns:a16="http://schemas.microsoft.com/office/drawing/2014/main" id="{7E37C472-FDCA-42EE-AE8D-A85F2248E9FF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GT_9684">
            <a:extLst>
              <a:ext uri="{FF2B5EF4-FFF2-40B4-BE49-F238E27FC236}">
                <a16:creationId xmlns:a16="http://schemas.microsoft.com/office/drawing/2014/main" id="{53C2E3D0-643C-4DCF-B763-4EB92609B77B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GT_9685">
            <a:extLst>
              <a:ext uri="{FF2B5EF4-FFF2-40B4-BE49-F238E27FC236}">
                <a16:creationId xmlns:a16="http://schemas.microsoft.com/office/drawing/2014/main" id="{66B4C5BD-71F0-496F-B9F1-C5071BA8F882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GT_9686">
            <a:extLst>
              <a:ext uri="{FF2B5EF4-FFF2-40B4-BE49-F238E27FC236}">
                <a16:creationId xmlns:a16="http://schemas.microsoft.com/office/drawing/2014/main" id="{EF3E319A-D151-41D4-AFFC-3668AAD47676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GT_9687">
            <a:extLst>
              <a:ext uri="{FF2B5EF4-FFF2-40B4-BE49-F238E27FC236}">
                <a16:creationId xmlns:a16="http://schemas.microsoft.com/office/drawing/2014/main" id="{52B0C154-FF5C-41B4-A12E-DE7B9440AED1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GT_9688">
            <a:extLst>
              <a:ext uri="{FF2B5EF4-FFF2-40B4-BE49-F238E27FC236}">
                <a16:creationId xmlns:a16="http://schemas.microsoft.com/office/drawing/2014/main" id="{2F676BD3-D3D3-4AD9-8A75-2C3D42F14A1C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GT_9689">
            <a:extLst>
              <a:ext uri="{FF2B5EF4-FFF2-40B4-BE49-F238E27FC236}">
                <a16:creationId xmlns:a16="http://schemas.microsoft.com/office/drawing/2014/main" id="{97224120-93E1-4B8A-B010-732D1DF2CFDC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GT_9690">
            <a:extLst>
              <a:ext uri="{FF2B5EF4-FFF2-40B4-BE49-F238E27FC236}">
                <a16:creationId xmlns:a16="http://schemas.microsoft.com/office/drawing/2014/main" id="{6AE8B205-F488-42E3-8C20-D0D374A14F18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GT_9691">
            <a:extLst>
              <a:ext uri="{FF2B5EF4-FFF2-40B4-BE49-F238E27FC236}">
                <a16:creationId xmlns:a16="http://schemas.microsoft.com/office/drawing/2014/main" id="{2818E28C-7842-44A0-A677-FB2791D976FF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GT_9692">
            <a:extLst>
              <a:ext uri="{FF2B5EF4-FFF2-40B4-BE49-F238E27FC236}">
                <a16:creationId xmlns:a16="http://schemas.microsoft.com/office/drawing/2014/main" id="{C1078612-472A-43C2-BC2B-A19EEE5C75DD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GT_9693">
            <a:extLst>
              <a:ext uri="{FF2B5EF4-FFF2-40B4-BE49-F238E27FC236}">
                <a16:creationId xmlns:a16="http://schemas.microsoft.com/office/drawing/2014/main" id="{E1B52917-60DC-4864-A816-888743281717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GT_9694">
            <a:extLst>
              <a:ext uri="{FF2B5EF4-FFF2-40B4-BE49-F238E27FC236}">
                <a16:creationId xmlns:a16="http://schemas.microsoft.com/office/drawing/2014/main" id="{098B92D3-D5ED-43C0-8EC5-269DC3303895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GT_9695">
            <a:extLst>
              <a:ext uri="{FF2B5EF4-FFF2-40B4-BE49-F238E27FC236}">
                <a16:creationId xmlns:a16="http://schemas.microsoft.com/office/drawing/2014/main" id="{9BB57CD1-CB21-404B-888D-99B9EAF1BF3D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GT_9696">
            <a:extLst>
              <a:ext uri="{FF2B5EF4-FFF2-40B4-BE49-F238E27FC236}">
                <a16:creationId xmlns:a16="http://schemas.microsoft.com/office/drawing/2014/main" id="{A3E35E14-8C7B-42AD-B468-B473A00E598D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GT_9697">
            <a:extLst>
              <a:ext uri="{FF2B5EF4-FFF2-40B4-BE49-F238E27FC236}">
                <a16:creationId xmlns:a16="http://schemas.microsoft.com/office/drawing/2014/main" id="{37735770-D7AB-4017-9086-9EBEA932EBA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GT_9698">
            <a:extLst>
              <a:ext uri="{FF2B5EF4-FFF2-40B4-BE49-F238E27FC236}">
                <a16:creationId xmlns:a16="http://schemas.microsoft.com/office/drawing/2014/main" id="{414E08A2-A102-4634-985E-EA72BDF13E9B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GT_9699">
            <a:extLst>
              <a:ext uri="{FF2B5EF4-FFF2-40B4-BE49-F238E27FC236}">
                <a16:creationId xmlns:a16="http://schemas.microsoft.com/office/drawing/2014/main" id="{E1DDABE9-0C8B-4DE9-B872-AFCF52F9CFF4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GT_9700">
            <a:extLst>
              <a:ext uri="{FF2B5EF4-FFF2-40B4-BE49-F238E27FC236}">
                <a16:creationId xmlns:a16="http://schemas.microsoft.com/office/drawing/2014/main" id="{B1339440-565D-4BF6-8E7C-DA827CB49FF1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GT_9701">
            <a:extLst>
              <a:ext uri="{FF2B5EF4-FFF2-40B4-BE49-F238E27FC236}">
                <a16:creationId xmlns:a16="http://schemas.microsoft.com/office/drawing/2014/main" id="{921F7B30-7B9B-4582-AC24-5FC624494D4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GT_9702">
            <a:extLst>
              <a:ext uri="{FF2B5EF4-FFF2-40B4-BE49-F238E27FC236}">
                <a16:creationId xmlns:a16="http://schemas.microsoft.com/office/drawing/2014/main" id="{91D1962B-F901-441C-ADD4-C6942155E5AF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GT_9703">
            <a:extLst>
              <a:ext uri="{FF2B5EF4-FFF2-40B4-BE49-F238E27FC236}">
                <a16:creationId xmlns:a16="http://schemas.microsoft.com/office/drawing/2014/main" id="{8BB2FF12-EE07-4150-9667-7A610CF00989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GT_9704">
            <a:extLst>
              <a:ext uri="{FF2B5EF4-FFF2-40B4-BE49-F238E27FC236}">
                <a16:creationId xmlns:a16="http://schemas.microsoft.com/office/drawing/2014/main" id="{84D0D097-ACE2-406B-B496-63A8681FF752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GT_9705">
            <a:extLst>
              <a:ext uri="{FF2B5EF4-FFF2-40B4-BE49-F238E27FC236}">
                <a16:creationId xmlns:a16="http://schemas.microsoft.com/office/drawing/2014/main" id="{D599463D-A117-47CD-AFC8-5DE9E1A4204A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GT_9706">
            <a:extLst>
              <a:ext uri="{FF2B5EF4-FFF2-40B4-BE49-F238E27FC236}">
                <a16:creationId xmlns:a16="http://schemas.microsoft.com/office/drawing/2014/main" id="{3FB59095-B558-4792-9620-58DF7E153DDB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GT_9707">
            <a:extLst>
              <a:ext uri="{FF2B5EF4-FFF2-40B4-BE49-F238E27FC236}">
                <a16:creationId xmlns:a16="http://schemas.microsoft.com/office/drawing/2014/main" id="{86D7A9EE-DC74-41D1-9368-4228845AB2B1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GT_9708">
            <a:extLst>
              <a:ext uri="{FF2B5EF4-FFF2-40B4-BE49-F238E27FC236}">
                <a16:creationId xmlns:a16="http://schemas.microsoft.com/office/drawing/2014/main" id="{DAED014D-5969-43E6-905F-BE2A78D9E1FA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GT_9709">
            <a:extLst>
              <a:ext uri="{FF2B5EF4-FFF2-40B4-BE49-F238E27FC236}">
                <a16:creationId xmlns:a16="http://schemas.microsoft.com/office/drawing/2014/main" id="{687F9175-7780-496E-9CDE-9D38D2B2D4AC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GT_9710">
            <a:extLst>
              <a:ext uri="{FF2B5EF4-FFF2-40B4-BE49-F238E27FC236}">
                <a16:creationId xmlns:a16="http://schemas.microsoft.com/office/drawing/2014/main" id="{040E1BC1-0F10-4BD1-A64D-80C4346D74F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GT_9711">
            <a:extLst>
              <a:ext uri="{FF2B5EF4-FFF2-40B4-BE49-F238E27FC236}">
                <a16:creationId xmlns:a16="http://schemas.microsoft.com/office/drawing/2014/main" id="{884E615C-D1C9-421C-ACAF-53B2EF49BFA0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GT_9712">
            <a:extLst>
              <a:ext uri="{FF2B5EF4-FFF2-40B4-BE49-F238E27FC236}">
                <a16:creationId xmlns:a16="http://schemas.microsoft.com/office/drawing/2014/main" id="{145B990B-3548-48CE-81D3-E3AB8CED895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GT_9713">
            <a:extLst>
              <a:ext uri="{FF2B5EF4-FFF2-40B4-BE49-F238E27FC236}">
                <a16:creationId xmlns:a16="http://schemas.microsoft.com/office/drawing/2014/main" id="{19DED8EC-9847-4E13-A04A-42992AD3149F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GT_9714">
            <a:extLst>
              <a:ext uri="{FF2B5EF4-FFF2-40B4-BE49-F238E27FC236}">
                <a16:creationId xmlns:a16="http://schemas.microsoft.com/office/drawing/2014/main" id="{4052D4D8-A6C0-4465-98F1-21165182C4CF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GT_9715">
            <a:extLst>
              <a:ext uri="{FF2B5EF4-FFF2-40B4-BE49-F238E27FC236}">
                <a16:creationId xmlns:a16="http://schemas.microsoft.com/office/drawing/2014/main" id="{5146389B-C8B5-489D-BDEE-16B40C4DF9A6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GT_9716">
            <a:extLst>
              <a:ext uri="{FF2B5EF4-FFF2-40B4-BE49-F238E27FC236}">
                <a16:creationId xmlns:a16="http://schemas.microsoft.com/office/drawing/2014/main" id="{99AD061E-3EE6-43EB-AF91-401D59A9F8FA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GT_9717">
            <a:extLst>
              <a:ext uri="{FF2B5EF4-FFF2-40B4-BE49-F238E27FC236}">
                <a16:creationId xmlns:a16="http://schemas.microsoft.com/office/drawing/2014/main" id="{49E73BD1-CDC1-47B6-A2F9-5072D48E9A1A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GT_9718">
            <a:extLst>
              <a:ext uri="{FF2B5EF4-FFF2-40B4-BE49-F238E27FC236}">
                <a16:creationId xmlns:a16="http://schemas.microsoft.com/office/drawing/2014/main" id="{3942BECD-1415-40D0-B1EB-40F4224DC803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GT_9719">
            <a:extLst>
              <a:ext uri="{FF2B5EF4-FFF2-40B4-BE49-F238E27FC236}">
                <a16:creationId xmlns:a16="http://schemas.microsoft.com/office/drawing/2014/main" id="{5C578C42-0EB8-4972-A11A-A8FD1FD483F5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GT_9720">
            <a:extLst>
              <a:ext uri="{FF2B5EF4-FFF2-40B4-BE49-F238E27FC236}">
                <a16:creationId xmlns:a16="http://schemas.microsoft.com/office/drawing/2014/main" id="{3CE61C8C-BED3-45CA-AF70-4CA8EFA3BB6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GT_9721">
            <a:extLst>
              <a:ext uri="{FF2B5EF4-FFF2-40B4-BE49-F238E27FC236}">
                <a16:creationId xmlns:a16="http://schemas.microsoft.com/office/drawing/2014/main" id="{4A6C6B10-2C25-4F90-8924-4A3DF5A8C191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GT_9722">
            <a:extLst>
              <a:ext uri="{FF2B5EF4-FFF2-40B4-BE49-F238E27FC236}">
                <a16:creationId xmlns:a16="http://schemas.microsoft.com/office/drawing/2014/main" id="{C891C895-7DFF-4C06-BF7F-49B23F08DA94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GT_9723">
            <a:extLst>
              <a:ext uri="{FF2B5EF4-FFF2-40B4-BE49-F238E27FC236}">
                <a16:creationId xmlns:a16="http://schemas.microsoft.com/office/drawing/2014/main" id="{CD7C85BC-685C-4E13-AFC4-321F3B59DAA1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GT_9724">
            <a:extLst>
              <a:ext uri="{FF2B5EF4-FFF2-40B4-BE49-F238E27FC236}">
                <a16:creationId xmlns:a16="http://schemas.microsoft.com/office/drawing/2014/main" id="{088D0984-5EA2-44FE-A15C-02E354B09CB4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GT_9725">
            <a:extLst>
              <a:ext uri="{FF2B5EF4-FFF2-40B4-BE49-F238E27FC236}">
                <a16:creationId xmlns:a16="http://schemas.microsoft.com/office/drawing/2014/main" id="{8077878C-FE73-463B-A133-AA55A9A7D3E2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GT_9726">
            <a:extLst>
              <a:ext uri="{FF2B5EF4-FFF2-40B4-BE49-F238E27FC236}">
                <a16:creationId xmlns:a16="http://schemas.microsoft.com/office/drawing/2014/main" id="{28A9D4B0-E310-40AD-BE10-F95D8D299989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GT_9727">
            <a:extLst>
              <a:ext uri="{FF2B5EF4-FFF2-40B4-BE49-F238E27FC236}">
                <a16:creationId xmlns:a16="http://schemas.microsoft.com/office/drawing/2014/main" id="{748D9BEC-FC20-4DE9-92AA-2F95D869DC2A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GT_9728">
            <a:extLst>
              <a:ext uri="{FF2B5EF4-FFF2-40B4-BE49-F238E27FC236}">
                <a16:creationId xmlns:a16="http://schemas.microsoft.com/office/drawing/2014/main" id="{88D2EA4F-A697-43E6-96D2-916B0AEF7723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GT_9729">
            <a:extLst>
              <a:ext uri="{FF2B5EF4-FFF2-40B4-BE49-F238E27FC236}">
                <a16:creationId xmlns:a16="http://schemas.microsoft.com/office/drawing/2014/main" id="{62ACC167-4475-4ABF-970E-57187CCA8BBA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GT_9730">
            <a:extLst>
              <a:ext uri="{FF2B5EF4-FFF2-40B4-BE49-F238E27FC236}">
                <a16:creationId xmlns:a16="http://schemas.microsoft.com/office/drawing/2014/main" id="{EC7502AB-E20A-4698-8F99-AE73A37C5465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GT_9731">
            <a:extLst>
              <a:ext uri="{FF2B5EF4-FFF2-40B4-BE49-F238E27FC236}">
                <a16:creationId xmlns:a16="http://schemas.microsoft.com/office/drawing/2014/main" id="{487203F9-AADD-4FA3-86C9-E5803C07195E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GT_9732">
            <a:extLst>
              <a:ext uri="{FF2B5EF4-FFF2-40B4-BE49-F238E27FC236}">
                <a16:creationId xmlns:a16="http://schemas.microsoft.com/office/drawing/2014/main" id="{98B5B0A0-D8A7-49FB-A90E-E24F3F3DEF7F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GT_9733">
            <a:extLst>
              <a:ext uri="{FF2B5EF4-FFF2-40B4-BE49-F238E27FC236}">
                <a16:creationId xmlns:a16="http://schemas.microsoft.com/office/drawing/2014/main" id="{05BD61DB-C0AB-47DD-8CFB-FD27E2A594E4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GT_9734">
            <a:extLst>
              <a:ext uri="{FF2B5EF4-FFF2-40B4-BE49-F238E27FC236}">
                <a16:creationId xmlns:a16="http://schemas.microsoft.com/office/drawing/2014/main" id="{AA13F504-CF16-4F68-A5A7-A5755135BE5D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GT_9735">
            <a:extLst>
              <a:ext uri="{FF2B5EF4-FFF2-40B4-BE49-F238E27FC236}">
                <a16:creationId xmlns:a16="http://schemas.microsoft.com/office/drawing/2014/main" id="{93C4B7FE-13CF-4E7E-83D4-56DDAEC36A21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GT_9736">
            <a:extLst>
              <a:ext uri="{FF2B5EF4-FFF2-40B4-BE49-F238E27FC236}">
                <a16:creationId xmlns:a16="http://schemas.microsoft.com/office/drawing/2014/main" id="{24E51D7B-19D8-4B70-96B7-024E2AF5EEDD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GT_9737">
            <a:extLst>
              <a:ext uri="{FF2B5EF4-FFF2-40B4-BE49-F238E27FC236}">
                <a16:creationId xmlns:a16="http://schemas.microsoft.com/office/drawing/2014/main" id="{D4BF64AF-D309-43C0-A9F8-329407B432D6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GT_9738">
            <a:extLst>
              <a:ext uri="{FF2B5EF4-FFF2-40B4-BE49-F238E27FC236}">
                <a16:creationId xmlns:a16="http://schemas.microsoft.com/office/drawing/2014/main" id="{BE2FB592-E698-45E1-B3EA-7FAA831C216D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GT_9739">
            <a:extLst>
              <a:ext uri="{FF2B5EF4-FFF2-40B4-BE49-F238E27FC236}">
                <a16:creationId xmlns:a16="http://schemas.microsoft.com/office/drawing/2014/main" id="{5B4FAA90-ADFB-4344-86F2-BB762C677885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GT_9740">
            <a:extLst>
              <a:ext uri="{FF2B5EF4-FFF2-40B4-BE49-F238E27FC236}">
                <a16:creationId xmlns:a16="http://schemas.microsoft.com/office/drawing/2014/main" id="{F5086A5A-4201-4D64-AD8D-58E75F84247A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GT_9741">
            <a:extLst>
              <a:ext uri="{FF2B5EF4-FFF2-40B4-BE49-F238E27FC236}">
                <a16:creationId xmlns:a16="http://schemas.microsoft.com/office/drawing/2014/main" id="{F866D0AE-E7CA-469E-9D4A-8D2B8514A174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GT_9742">
            <a:extLst>
              <a:ext uri="{FF2B5EF4-FFF2-40B4-BE49-F238E27FC236}">
                <a16:creationId xmlns:a16="http://schemas.microsoft.com/office/drawing/2014/main" id="{09324EE8-ED6C-4AF0-8C3D-D8E221E3C9AE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GT_9743">
            <a:extLst>
              <a:ext uri="{FF2B5EF4-FFF2-40B4-BE49-F238E27FC236}">
                <a16:creationId xmlns:a16="http://schemas.microsoft.com/office/drawing/2014/main" id="{E3D81956-8B3D-486E-BFB8-304EBB0AC33B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GT_9744">
            <a:extLst>
              <a:ext uri="{FF2B5EF4-FFF2-40B4-BE49-F238E27FC236}">
                <a16:creationId xmlns:a16="http://schemas.microsoft.com/office/drawing/2014/main" id="{3039FF7E-41E7-4178-8A5E-F26C60B836F7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GT_9745">
            <a:extLst>
              <a:ext uri="{FF2B5EF4-FFF2-40B4-BE49-F238E27FC236}">
                <a16:creationId xmlns:a16="http://schemas.microsoft.com/office/drawing/2014/main" id="{B7BDBF31-E95F-420C-97B8-C019A714146A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GT_9746">
            <a:extLst>
              <a:ext uri="{FF2B5EF4-FFF2-40B4-BE49-F238E27FC236}">
                <a16:creationId xmlns:a16="http://schemas.microsoft.com/office/drawing/2014/main" id="{5DB8F197-9506-47AA-AD91-447746FD6542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GT_9747">
            <a:extLst>
              <a:ext uri="{FF2B5EF4-FFF2-40B4-BE49-F238E27FC236}">
                <a16:creationId xmlns:a16="http://schemas.microsoft.com/office/drawing/2014/main" id="{2A4E2FD2-98A2-462A-87EA-316056734742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GT_9748">
            <a:extLst>
              <a:ext uri="{FF2B5EF4-FFF2-40B4-BE49-F238E27FC236}">
                <a16:creationId xmlns:a16="http://schemas.microsoft.com/office/drawing/2014/main" id="{0458501F-0970-45E1-A4D5-D3AFEC3F3F19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GT_9749">
            <a:extLst>
              <a:ext uri="{FF2B5EF4-FFF2-40B4-BE49-F238E27FC236}">
                <a16:creationId xmlns:a16="http://schemas.microsoft.com/office/drawing/2014/main" id="{711DB270-D117-4127-B3F5-33E7F6D16967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GT_9750">
            <a:extLst>
              <a:ext uri="{FF2B5EF4-FFF2-40B4-BE49-F238E27FC236}">
                <a16:creationId xmlns:a16="http://schemas.microsoft.com/office/drawing/2014/main" id="{8840BB3C-6CEC-4A72-B6F8-CCFC7C9E043D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GT_9751">
            <a:extLst>
              <a:ext uri="{FF2B5EF4-FFF2-40B4-BE49-F238E27FC236}">
                <a16:creationId xmlns:a16="http://schemas.microsoft.com/office/drawing/2014/main" id="{E797E504-A580-49EB-AF57-F29676769898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GT_9752">
            <a:extLst>
              <a:ext uri="{FF2B5EF4-FFF2-40B4-BE49-F238E27FC236}">
                <a16:creationId xmlns:a16="http://schemas.microsoft.com/office/drawing/2014/main" id="{4F9636A6-5A72-4D6E-B13B-90098AFF01C7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GT_9753">
            <a:extLst>
              <a:ext uri="{FF2B5EF4-FFF2-40B4-BE49-F238E27FC236}">
                <a16:creationId xmlns:a16="http://schemas.microsoft.com/office/drawing/2014/main" id="{B3F52493-9A3F-4EC0-B9AE-7721327D634F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GT_9754">
            <a:extLst>
              <a:ext uri="{FF2B5EF4-FFF2-40B4-BE49-F238E27FC236}">
                <a16:creationId xmlns:a16="http://schemas.microsoft.com/office/drawing/2014/main" id="{A6425688-125B-492E-A048-2CD6F1166B8F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GT_9755">
            <a:extLst>
              <a:ext uri="{FF2B5EF4-FFF2-40B4-BE49-F238E27FC236}">
                <a16:creationId xmlns:a16="http://schemas.microsoft.com/office/drawing/2014/main" id="{5F2C6BF8-D210-4056-BC3A-7C37E5E08574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GT_9756">
            <a:extLst>
              <a:ext uri="{FF2B5EF4-FFF2-40B4-BE49-F238E27FC236}">
                <a16:creationId xmlns:a16="http://schemas.microsoft.com/office/drawing/2014/main" id="{E9DE0EA6-B85C-4E02-9265-B95FFA905465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GT_9757">
            <a:extLst>
              <a:ext uri="{FF2B5EF4-FFF2-40B4-BE49-F238E27FC236}">
                <a16:creationId xmlns:a16="http://schemas.microsoft.com/office/drawing/2014/main" id="{AC1AEAAB-658F-4E6C-ADEA-24DE911BA96F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GT_9758">
            <a:extLst>
              <a:ext uri="{FF2B5EF4-FFF2-40B4-BE49-F238E27FC236}">
                <a16:creationId xmlns:a16="http://schemas.microsoft.com/office/drawing/2014/main" id="{9979A05F-4128-4098-80EF-2A5E438EE0B3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GT_9759">
            <a:extLst>
              <a:ext uri="{FF2B5EF4-FFF2-40B4-BE49-F238E27FC236}">
                <a16:creationId xmlns:a16="http://schemas.microsoft.com/office/drawing/2014/main" id="{80232336-4007-48FE-9BF0-1949296E71B3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GT_9760">
            <a:extLst>
              <a:ext uri="{FF2B5EF4-FFF2-40B4-BE49-F238E27FC236}">
                <a16:creationId xmlns:a16="http://schemas.microsoft.com/office/drawing/2014/main" id="{493590C7-87EB-4B3E-968C-0FFDB78B1173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GT_9761">
            <a:extLst>
              <a:ext uri="{FF2B5EF4-FFF2-40B4-BE49-F238E27FC236}">
                <a16:creationId xmlns:a16="http://schemas.microsoft.com/office/drawing/2014/main" id="{2BDA75CB-1592-4334-83F0-781929ACD389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GT_9762">
            <a:extLst>
              <a:ext uri="{FF2B5EF4-FFF2-40B4-BE49-F238E27FC236}">
                <a16:creationId xmlns:a16="http://schemas.microsoft.com/office/drawing/2014/main" id="{C54690D1-B2CC-4275-8FA6-ECD3E6C1371C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GT_9763">
            <a:extLst>
              <a:ext uri="{FF2B5EF4-FFF2-40B4-BE49-F238E27FC236}">
                <a16:creationId xmlns:a16="http://schemas.microsoft.com/office/drawing/2014/main" id="{082A1F8B-B3E2-4BD1-8BB7-2C9BC5EC17CB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GT_9764">
            <a:extLst>
              <a:ext uri="{FF2B5EF4-FFF2-40B4-BE49-F238E27FC236}">
                <a16:creationId xmlns:a16="http://schemas.microsoft.com/office/drawing/2014/main" id="{BB23F4A0-C7A6-4153-8443-2487587907A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GT_9765">
            <a:extLst>
              <a:ext uri="{FF2B5EF4-FFF2-40B4-BE49-F238E27FC236}">
                <a16:creationId xmlns:a16="http://schemas.microsoft.com/office/drawing/2014/main" id="{334FCD70-AFA4-4126-AAE5-CA37FBCA6421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GT_9766">
            <a:extLst>
              <a:ext uri="{FF2B5EF4-FFF2-40B4-BE49-F238E27FC236}">
                <a16:creationId xmlns:a16="http://schemas.microsoft.com/office/drawing/2014/main" id="{FC20F4E8-1CE7-4444-B04F-5F50E7532DAB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GT_9767">
            <a:extLst>
              <a:ext uri="{FF2B5EF4-FFF2-40B4-BE49-F238E27FC236}">
                <a16:creationId xmlns:a16="http://schemas.microsoft.com/office/drawing/2014/main" id="{F0D8613C-02E7-4714-A4E6-8171A5EF83AE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GT_9768">
            <a:extLst>
              <a:ext uri="{FF2B5EF4-FFF2-40B4-BE49-F238E27FC236}">
                <a16:creationId xmlns:a16="http://schemas.microsoft.com/office/drawing/2014/main" id="{22AFFE14-B736-4D94-B4EA-E17F7531E88D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GT_9769">
            <a:extLst>
              <a:ext uri="{FF2B5EF4-FFF2-40B4-BE49-F238E27FC236}">
                <a16:creationId xmlns:a16="http://schemas.microsoft.com/office/drawing/2014/main" id="{2E99C2BD-C749-43F8-AB1D-92CA7CD4B17B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GT_9770">
            <a:extLst>
              <a:ext uri="{FF2B5EF4-FFF2-40B4-BE49-F238E27FC236}">
                <a16:creationId xmlns:a16="http://schemas.microsoft.com/office/drawing/2014/main" id="{835F2346-26BD-4D9B-8367-EA5F2BAC8E23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GT_9771">
            <a:extLst>
              <a:ext uri="{FF2B5EF4-FFF2-40B4-BE49-F238E27FC236}">
                <a16:creationId xmlns:a16="http://schemas.microsoft.com/office/drawing/2014/main" id="{2DBC23BE-03BC-435D-A0D5-E2361E5D844E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GT_9772">
            <a:extLst>
              <a:ext uri="{FF2B5EF4-FFF2-40B4-BE49-F238E27FC236}">
                <a16:creationId xmlns:a16="http://schemas.microsoft.com/office/drawing/2014/main" id="{62080B14-45C8-4943-921A-A2B250D16745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GT_9773">
            <a:extLst>
              <a:ext uri="{FF2B5EF4-FFF2-40B4-BE49-F238E27FC236}">
                <a16:creationId xmlns:a16="http://schemas.microsoft.com/office/drawing/2014/main" id="{A355B8B2-1C36-4F29-82AD-8D1C0DBA3DB9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GT_9774">
            <a:extLst>
              <a:ext uri="{FF2B5EF4-FFF2-40B4-BE49-F238E27FC236}">
                <a16:creationId xmlns:a16="http://schemas.microsoft.com/office/drawing/2014/main" id="{8D456B2C-8018-498C-AD21-FF2657EB1C8B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GT_9775">
            <a:extLst>
              <a:ext uri="{FF2B5EF4-FFF2-40B4-BE49-F238E27FC236}">
                <a16:creationId xmlns:a16="http://schemas.microsoft.com/office/drawing/2014/main" id="{AB0EC2AC-76E1-4447-AFF5-645A4AFDBE7D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GT_9776">
            <a:extLst>
              <a:ext uri="{FF2B5EF4-FFF2-40B4-BE49-F238E27FC236}">
                <a16:creationId xmlns:a16="http://schemas.microsoft.com/office/drawing/2014/main" id="{F977BE5D-8255-4A7A-BD37-B8C6A0EC32EB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GT_9777">
            <a:extLst>
              <a:ext uri="{FF2B5EF4-FFF2-40B4-BE49-F238E27FC236}">
                <a16:creationId xmlns:a16="http://schemas.microsoft.com/office/drawing/2014/main" id="{6AB3D4F7-8A8C-4837-86E3-09C232295BF4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GT_9778">
            <a:extLst>
              <a:ext uri="{FF2B5EF4-FFF2-40B4-BE49-F238E27FC236}">
                <a16:creationId xmlns:a16="http://schemas.microsoft.com/office/drawing/2014/main" id="{9D654723-4BAB-47E9-AE4C-F1D59695B773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GT_9779">
            <a:extLst>
              <a:ext uri="{FF2B5EF4-FFF2-40B4-BE49-F238E27FC236}">
                <a16:creationId xmlns:a16="http://schemas.microsoft.com/office/drawing/2014/main" id="{5BF30CD3-4D0B-4784-A370-D7F2153D1197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GT_9780">
            <a:extLst>
              <a:ext uri="{FF2B5EF4-FFF2-40B4-BE49-F238E27FC236}">
                <a16:creationId xmlns:a16="http://schemas.microsoft.com/office/drawing/2014/main" id="{5A61B3DF-4DD9-4ED6-BD7A-17776B2A09DD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GT_9781">
            <a:extLst>
              <a:ext uri="{FF2B5EF4-FFF2-40B4-BE49-F238E27FC236}">
                <a16:creationId xmlns:a16="http://schemas.microsoft.com/office/drawing/2014/main" id="{B34A2C9A-8890-4CEB-9580-EC943A3EBCA7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GT_9782">
            <a:extLst>
              <a:ext uri="{FF2B5EF4-FFF2-40B4-BE49-F238E27FC236}">
                <a16:creationId xmlns:a16="http://schemas.microsoft.com/office/drawing/2014/main" id="{1226D13E-BE74-4104-B8A1-02B74C1E5533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GT_9783">
            <a:extLst>
              <a:ext uri="{FF2B5EF4-FFF2-40B4-BE49-F238E27FC236}">
                <a16:creationId xmlns:a16="http://schemas.microsoft.com/office/drawing/2014/main" id="{D58487CC-9005-4717-9A63-4C027552882B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GT_9784">
            <a:extLst>
              <a:ext uri="{FF2B5EF4-FFF2-40B4-BE49-F238E27FC236}">
                <a16:creationId xmlns:a16="http://schemas.microsoft.com/office/drawing/2014/main" id="{89751B75-E26D-4C28-B921-EDEFC4870718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GT_9785">
            <a:extLst>
              <a:ext uri="{FF2B5EF4-FFF2-40B4-BE49-F238E27FC236}">
                <a16:creationId xmlns:a16="http://schemas.microsoft.com/office/drawing/2014/main" id="{884F5CB8-1145-45D5-91E9-69C5179F5DC9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GT_9786">
            <a:extLst>
              <a:ext uri="{FF2B5EF4-FFF2-40B4-BE49-F238E27FC236}">
                <a16:creationId xmlns:a16="http://schemas.microsoft.com/office/drawing/2014/main" id="{D706372E-50D5-41A8-AA5A-747A1079F7A8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GT_9787">
            <a:extLst>
              <a:ext uri="{FF2B5EF4-FFF2-40B4-BE49-F238E27FC236}">
                <a16:creationId xmlns:a16="http://schemas.microsoft.com/office/drawing/2014/main" id="{2BDFB10D-7842-4E64-8FCB-EB512261C96C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GT_9788">
            <a:extLst>
              <a:ext uri="{FF2B5EF4-FFF2-40B4-BE49-F238E27FC236}">
                <a16:creationId xmlns:a16="http://schemas.microsoft.com/office/drawing/2014/main" id="{CF909B94-852E-4AB6-A2BA-C6999D6C2C73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GT_9789">
            <a:extLst>
              <a:ext uri="{FF2B5EF4-FFF2-40B4-BE49-F238E27FC236}">
                <a16:creationId xmlns:a16="http://schemas.microsoft.com/office/drawing/2014/main" id="{CC2DBC5B-926E-41F0-AE60-D73D69FA22DC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GT_9790">
            <a:extLst>
              <a:ext uri="{FF2B5EF4-FFF2-40B4-BE49-F238E27FC236}">
                <a16:creationId xmlns:a16="http://schemas.microsoft.com/office/drawing/2014/main" id="{BF3FE4E2-93AE-4755-9EDD-91405C36DF79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GT_9791">
            <a:extLst>
              <a:ext uri="{FF2B5EF4-FFF2-40B4-BE49-F238E27FC236}">
                <a16:creationId xmlns:a16="http://schemas.microsoft.com/office/drawing/2014/main" id="{80677E2D-6C15-45DB-8A2F-16717C2DA11E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GT_9792">
            <a:extLst>
              <a:ext uri="{FF2B5EF4-FFF2-40B4-BE49-F238E27FC236}">
                <a16:creationId xmlns:a16="http://schemas.microsoft.com/office/drawing/2014/main" id="{40B0EED0-1DD4-4A20-802C-9BD9443ED899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GT_9793">
            <a:extLst>
              <a:ext uri="{FF2B5EF4-FFF2-40B4-BE49-F238E27FC236}">
                <a16:creationId xmlns:a16="http://schemas.microsoft.com/office/drawing/2014/main" id="{AA1B9F41-0CC1-40D7-9605-0E156D8909C7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GT_9794">
            <a:extLst>
              <a:ext uri="{FF2B5EF4-FFF2-40B4-BE49-F238E27FC236}">
                <a16:creationId xmlns:a16="http://schemas.microsoft.com/office/drawing/2014/main" id="{522CFC82-941A-4A91-88ED-90FBD26A3156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GT_9795">
            <a:extLst>
              <a:ext uri="{FF2B5EF4-FFF2-40B4-BE49-F238E27FC236}">
                <a16:creationId xmlns:a16="http://schemas.microsoft.com/office/drawing/2014/main" id="{290BBB1D-03B7-4883-85C8-8F38637B7584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GT_9796">
            <a:extLst>
              <a:ext uri="{FF2B5EF4-FFF2-40B4-BE49-F238E27FC236}">
                <a16:creationId xmlns:a16="http://schemas.microsoft.com/office/drawing/2014/main" id="{F39EF04C-014B-49B5-B101-6ED14E6E7F26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GT_9797">
            <a:extLst>
              <a:ext uri="{FF2B5EF4-FFF2-40B4-BE49-F238E27FC236}">
                <a16:creationId xmlns:a16="http://schemas.microsoft.com/office/drawing/2014/main" id="{91BFB732-290C-46AA-9A9C-AF779A4BF47C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GT_9798">
            <a:extLst>
              <a:ext uri="{FF2B5EF4-FFF2-40B4-BE49-F238E27FC236}">
                <a16:creationId xmlns:a16="http://schemas.microsoft.com/office/drawing/2014/main" id="{BE0736E2-CFAC-482B-950E-DC5B4DE851FC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GT_9799">
            <a:extLst>
              <a:ext uri="{FF2B5EF4-FFF2-40B4-BE49-F238E27FC236}">
                <a16:creationId xmlns:a16="http://schemas.microsoft.com/office/drawing/2014/main" id="{4D7C1BB2-ED22-4AB5-8EEA-B34F634D9D97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GT_9800">
            <a:extLst>
              <a:ext uri="{FF2B5EF4-FFF2-40B4-BE49-F238E27FC236}">
                <a16:creationId xmlns:a16="http://schemas.microsoft.com/office/drawing/2014/main" id="{6B2C636C-04AF-474A-A780-CBA3F2F8EF9B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GT_9801">
            <a:extLst>
              <a:ext uri="{FF2B5EF4-FFF2-40B4-BE49-F238E27FC236}">
                <a16:creationId xmlns:a16="http://schemas.microsoft.com/office/drawing/2014/main" id="{B182D498-5D50-4369-927A-256C65FA158B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GT_9802">
            <a:extLst>
              <a:ext uri="{FF2B5EF4-FFF2-40B4-BE49-F238E27FC236}">
                <a16:creationId xmlns:a16="http://schemas.microsoft.com/office/drawing/2014/main" id="{E74EF81E-FE37-405B-A735-023D7B868D7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GT_9803">
            <a:extLst>
              <a:ext uri="{FF2B5EF4-FFF2-40B4-BE49-F238E27FC236}">
                <a16:creationId xmlns:a16="http://schemas.microsoft.com/office/drawing/2014/main" id="{B5879F2C-79C9-43BA-8C31-C17742932390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GT_9804">
            <a:extLst>
              <a:ext uri="{FF2B5EF4-FFF2-40B4-BE49-F238E27FC236}">
                <a16:creationId xmlns:a16="http://schemas.microsoft.com/office/drawing/2014/main" id="{1321185D-EF4F-4C0C-8EAE-D5FF0741F3A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GT_9805">
            <a:extLst>
              <a:ext uri="{FF2B5EF4-FFF2-40B4-BE49-F238E27FC236}">
                <a16:creationId xmlns:a16="http://schemas.microsoft.com/office/drawing/2014/main" id="{8A8936A2-FB24-46C6-A090-63C9D4531EC7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GT_9806">
            <a:extLst>
              <a:ext uri="{FF2B5EF4-FFF2-40B4-BE49-F238E27FC236}">
                <a16:creationId xmlns:a16="http://schemas.microsoft.com/office/drawing/2014/main" id="{FC590560-07F6-4E2F-B1A1-B3B31BD45EFE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GT_9807">
            <a:extLst>
              <a:ext uri="{FF2B5EF4-FFF2-40B4-BE49-F238E27FC236}">
                <a16:creationId xmlns:a16="http://schemas.microsoft.com/office/drawing/2014/main" id="{854A14F4-CFE2-4A1C-8F8E-3A43C3590507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GT_9808">
            <a:extLst>
              <a:ext uri="{FF2B5EF4-FFF2-40B4-BE49-F238E27FC236}">
                <a16:creationId xmlns:a16="http://schemas.microsoft.com/office/drawing/2014/main" id="{B0DEE0B0-3059-42A1-8150-4D02E0CED460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GT_9809">
            <a:extLst>
              <a:ext uri="{FF2B5EF4-FFF2-40B4-BE49-F238E27FC236}">
                <a16:creationId xmlns:a16="http://schemas.microsoft.com/office/drawing/2014/main" id="{4AD78C84-8834-4D90-9BEE-A531DC9861CC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GT_9810">
            <a:extLst>
              <a:ext uri="{FF2B5EF4-FFF2-40B4-BE49-F238E27FC236}">
                <a16:creationId xmlns:a16="http://schemas.microsoft.com/office/drawing/2014/main" id="{F7BEAD33-8731-4E00-850D-C3690A12DE5E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GT_9811">
            <a:extLst>
              <a:ext uri="{FF2B5EF4-FFF2-40B4-BE49-F238E27FC236}">
                <a16:creationId xmlns:a16="http://schemas.microsoft.com/office/drawing/2014/main" id="{EEABB4D4-6919-4C4B-9604-80721AE2A01A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GT_9812">
            <a:extLst>
              <a:ext uri="{FF2B5EF4-FFF2-40B4-BE49-F238E27FC236}">
                <a16:creationId xmlns:a16="http://schemas.microsoft.com/office/drawing/2014/main" id="{9F3136B9-915C-4145-A988-B29B5E564BC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GT_9813">
            <a:extLst>
              <a:ext uri="{FF2B5EF4-FFF2-40B4-BE49-F238E27FC236}">
                <a16:creationId xmlns:a16="http://schemas.microsoft.com/office/drawing/2014/main" id="{4FA6938D-6759-48C2-94F9-7725069DEA11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GT_9814">
            <a:extLst>
              <a:ext uri="{FF2B5EF4-FFF2-40B4-BE49-F238E27FC236}">
                <a16:creationId xmlns:a16="http://schemas.microsoft.com/office/drawing/2014/main" id="{15A6197D-7538-45B2-8D98-10103E24EC01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GT_9815">
            <a:extLst>
              <a:ext uri="{FF2B5EF4-FFF2-40B4-BE49-F238E27FC236}">
                <a16:creationId xmlns:a16="http://schemas.microsoft.com/office/drawing/2014/main" id="{892BB129-DCF6-46BA-BB17-38B753B626CF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GT_9816">
            <a:extLst>
              <a:ext uri="{FF2B5EF4-FFF2-40B4-BE49-F238E27FC236}">
                <a16:creationId xmlns:a16="http://schemas.microsoft.com/office/drawing/2014/main" id="{5565D556-C6B6-460B-8AA3-9C276E456025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GT_9817">
            <a:extLst>
              <a:ext uri="{FF2B5EF4-FFF2-40B4-BE49-F238E27FC236}">
                <a16:creationId xmlns:a16="http://schemas.microsoft.com/office/drawing/2014/main" id="{C00572D6-A2FB-48DB-966F-74793FC9C082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GT_9818">
            <a:extLst>
              <a:ext uri="{FF2B5EF4-FFF2-40B4-BE49-F238E27FC236}">
                <a16:creationId xmlns:a16="http://schemas.microsoft.com/office/drawing/2014/main" id="{DBC310DE-210B-4CE0-B64D-8E6BAC80A6DD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GT_9819">
            <a:extLst>
              <a:ext uri="{FF2B5EF4-FFF2-40B4-BE49-F238E27FC236}">
                <a16:creationId xmlns:a16="http://schemas.microsoft.com/office/drawing/2014/main" id="{6BFC09D6-A11C-4E93-BA53-0EA24B8EB4B0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GT_9820">
            <a:extLst>
              <a:ext uri="{FF2B5EF4-FFF2-40B4-BE49-F238E27FC236}">
                <a16:creationId xmlns:a16="http://schemas.microsoft.com/office/drawing/2014/main" id="{53EBEB8D-861E-4842-9F72-2A34DED5F6F7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GT_9821">
            <a:extLst>
              <a:ext uri="{FF2B5EF4-FFF2-40B4-BE49-F238E27FC236}">
                <a16:creationId xmlns:a16="http://schemas.microsoft.com/office/drawing/2014/main" id="{C7648B7F-6207-4FD1-9B45-CB04786A5A68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GT_9822">
            <a:extLst>
              <a:ext uri="{FF2B5EF4-FFF2-40B4-BE49-F238E27FC236}">
                <a16:creationId xmlns:a16="http://schemas.microsoft.com/office/drawing/2014/main" id="{AC89D713-B0E4-4610-9116-8347322436CD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GT_9823">
            <a:extLst>
              <a:ext uri="{FF2B5EF4-FFF2-40B4-BE49-F238E27FC236}">
                <a16:creationId xmlns:a16="http://schemas.microsoft.com/office/drawing/2014/main" id="{1588F642-44D9-49C7-937E-051FEE010805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GT_9824">
            <a:extLst>
              <a:ext uri="{FF2B5EF4-FFF2-40B4-BE49-F238E27FC236}">
                <a16:creationId xmlns:a16="http://schemas.microsoft.com/office/drawing/2014/main" id="{FD153060-BB37-459E-812D-B73FF84846F2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GT_9825">
            <a:extLst>
              <a:ext uri="{FF2B5EF4-FFF2-40B4-BE49-F238E27FC236}">
                <a16:creationId xmlns:a16="http://schemas.microsoft.com/office/drawing/2014/main" id="{A2E956D9-B1FF-4131-AFE1-8E5126FE46E7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GT_9826">
            <a:extLst>
              <a:ext uri="{FF2B5EF4-FFF2-40B4-BE49-F238E27FC236}">
                <a16:creationId xmlns:a16="http://schemas.microsoft.com/office/drawing/2014/main" id="{F196B9B8-F106-4FCB-B32C-FCDFE23F3E9C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GT_9827">
            <a:extLst>
              <a:ext uri="{FF2B5EF4-FFF2-40B4-BE49-F238E27FC236}">
                <a16:creationId xmlns:a16="http://schemas.microsoft.com/office/drawing/2014/main" id="{DE4BD36D-385B-4A01-8B5E-BCBE7F784431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GT_9828">
            <a:extLst>
              <a:ext uri="{FF2B5EF4-FFF2-40B4-BE49-F238E27FC236}">
                <a16:creationId xmlns:a16="http://schemas.microsoft.com/office/drawing/2014/main" id="{8EB07EA9-8EDE-4C14-B1F4-4F72E16D2C49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GT_9829">
            <a:extLst>
              <a:ext uri="{FF2B5EF4-FFF2-40B4-BE49-F238E27FC236}">
                <a16:creationId xmlns:a16="http://schemas.microsoft.com/office/drawing/2014/main" id="{298C7B4E-CB4D-49E7-A820-0F525B13935A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GT_9830">
            <a:extLst>
              <a:ext uri="{FF2B5EF4-FFF2-40B4-BE49-F238E27FC236}">
                <a16:creationId xmlns:a16="http://schemas.microsoft.com/office/drawing/2014/main" id="{030174D1-F15D-41AA-83E4-E71A2AC3002F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GT_9831">
            <a:extLst>
              <a:ext uri="{FF2B5EF4-FFF2-40B4-BE49-F238E27FC236}">
                <a16:creationId xmlns:a16="http://schemas.microsoft.com/office/drawing/2014/main" id="{018A977B-1604-41D2-B43E-B8856161FB32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GT_9832">
            <a:extLst>
              <a:ext uri="{FF2B5EF4-FFF2-40B4-BE49-F238E27FC236}">
                <a16:creationId xmlns:a16="http://schemas.microsoft.com/office/drawing/2014/main" id="{282F595D-3AC9-4504-93E8-653CBA142BA2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GT_9833">
            <a:extLst>
              <a:ext uri="{FF2B5EF4-FFF2-40B4-BE49-F238E27FC236}">
                <a16:creationId xmlns:a16="http://schemas.microsoft.com/office/drawing/2014/main" id="{C645986D-ED26-418A-8FBB-C6D879C4A3D6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GT_9834">
            <a:extLst>
              <a:ext uri="{FF2B5EF4-FFF2-40B4-BE49-F238E27FC236}">
                <a16:creationId xmlns:a16="http://schemas.microsoft.com/office/drawing/2014/main" id="{72F21426-A4B7-433B-8EA1-A37B7D2E632B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GT_9835">
            <a:extLst>
              <a:ext uri="{FF2B5EF4-FFF2-40B4-BE49-F238E27FC236}">
                <a16:creationId xmlns:a16="http://schemas.microsoft.com/office/drawing/2014/main" id="{32D5B9E9-038B-4B34-8A40-49AE80D6545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GT_9836">
            <a:extLst>
              <a:ext uri="{FF2B5EF4-FFF2-40B4-BE49-F238E27FC236}">
                <a16:creationId xmlns:a16="http://schemas.microsoft.com/office/drawing/2014/main" id="{8E4C8987-257B-4DE3-966D-52FF0B12B01D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GT_9837">
            <a:extLst>
              <a:ext uri="{FF2B5EF4-FFF2-40B4-BE49-F238E27FC236}">
                <a16:creationId xmlns:a16="http://schemas.microsoft.com/office/drawing/2014/main" id="{D422F51C-F9EF-4A10-B518-F8F489D532C4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GT_9838">
            <a:extLst>
              <a:ext uri="{FF2B5EF4-FFF2-40B4-BE49-F238E27FC236}">
                <a16:creationId xmlns:a16="http://schemas.microsoft.com/office/drawing/2014/main" id="{6B5E912D-23A6-4561-9E09-EEDEADD05C7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GT_9839">
            <a:extLst>
              <a:ext uri="{FF2B5EF4-FFF2-40B4-BE49-F238E27FC236}">
                <a16:creationId xmlns:a16="http://schemas.microsoft.com/office/drawing/2014/main" id="{D2F981D5-F405-467F-AD78-018F2A88DD74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GT_9840">
            <a:extLst>
              <a:ext uri="{FF2B5EF4-FFF2-40B4-BE49-F238E27FC236}">
                <a16:creationId xmlns:a16="http://schemas.microsoft.com/office/drawing/2014/main" id="{F9CBFFAE-2878-4732-A8E4-D1B80D770119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GT_9841">
            <a:extLst>
              <a:ext uri="{FF2B5EF4-FFF2-40B4-BE49-F238E27FC236}">
                <a16:creationId xmlns:a16="http://schemas.microsoft.com/office/drawing/2014/main" id="{75A4E51A-02A5-469C-9FAA-F38150129731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GT_9842">
            <a:extLst>
              <a:ext uri="{FF2B5EF4-FFF2-40B4-BE49-F238E27FC236}">
                <a16:creationId xmlns:a16="http://schemas.microsoft.com/office/drawing/2014/main" id="{4757001D-0A19-4EE2-8A60-CA41227FB84D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GT_9843">
            <a:extLst>
              <a:ext uri="{FF2B5EF4-FFF2-40B4-BE49-F238E27FC236}">
                <a16:creationId xmlns:a16="http://schemas.microsoft.com/office/drawing/2014/main" id="{268E8FAD-DD21-4618-B239-EA42BA680EC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GT_9844">
            <a:extLst>
              <a:ext uri="{FF2B5EF4-FFF2-40B4-BE49-F238E27FC236}">
                <a16:creationId xmlns:a16="http://schemas.microsoft.com/office/drawing/2014/main" id="{FEC07159-AC9C-4F30-8005-CE6BF0F46CF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GT_9845">
            <a:extLst>
              <a:ext uri="{FF2B5EF4-FFF2-40B4-BE49-F238E27FC236}">
                <a16:creationId xmlns:a16="http://schemas.microsoft.com/office/drawing/2014/main" id="{5F14E8A1-5037-4F59-96DC-B354BD1B313D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GT_9846">
            <a:extLst>
              <a:ext uri="{FF2B5EF4-FFF2-40B4-BE49-F238E27FC236}">
                <a16:creationId xmlns:a16="http://schemas.microsoft.com/office/drawing/2014/main" id="{9F531628-721C-4CA4-BF2F-79A30CA2F6A4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GT_9847">
            <a:extLst>
              <a:ext uri="{FF2B5EF4-FFF2-40B4-BE49-F238E27FC236}">
                <a16:creationId xmlns:a16="http://schemas.microsoft.com/office/drawing/2014/main" id="{DFB7525E-F1F7-4609-AA2F-ECEF897BFA64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GT_9848">
            <a:extLst>
              <a:ext uri="{FF2B5EF4-FFF2-40B4-BE49-F238E27FC236}">
                <a16:creationId xmlns:a16="http://schemas.microsoft.com/office/drawing/2014/main" id="{9CC36DAA-BC2B-4236-88B8-22A7F00C2604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GT_9849">
            <a:extLst>
              <a:ext uri="{FF2B5EF4-FFF2-40B4-BE49-F238E27FC236}">
                <a16:creationId xmlns:a16="http://schemas.microsoft.com/office/drawing/2014/main" id="{7E2170B4-1622-4C20-AAFC-415011B7D9C1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GT_9850">
            <a:extLst>
              <a:ext uri="{FF2B5EF4-FFF2-40B4-BE49-F238E27FC236}">
                <a16:creationId xmlns:a16="http://schemas.microsoft.com/office/drawing/2014/main" id="{07D97249-AB3E-4528-A94B-8427593D491D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GT_9851">
            <a:extLst>
              <a:ext uri="{FF2B5EF4-FFF2-40B4-BE49-F238E27FC236}">
                <a16:creationId xmlns:a16="http://schemas.microsoft.com/office/drawing/2014/main" id="{417EBA66-CC72-4ACC-8C23-31CAC43DC710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GT_9852">
            <a:extLst>
              <a:ext uri="{FF2B5EF4-FFF2-40B4-BE49-F238E27FC236}">
                <a16:creationId xmlns:a16="http://schemas.microsoft.com/office/drawing/2014/main" id="{1E069362-18FC-4A84-A497-ADF99E2EEC4B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GT_9853">
            <a:extLst>
              <a:ext uri="{FF2B5EF4-FFF2-40B4-BE49-F238E27FC236}">
                <a16:creationId xmlns:a16="http://schemas.microsoft.com/office/drawing/2014/main" id="{A6E14755-978E-4D5E-B717-3C7E43522FAC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GT_9854">
            <a:extLst>
              <a:ext uri="{FF2B5EF4-FFF2-40B4-BE49-F238E27FC236}">
                <a16:creationId xmlns:a16="http://schemas.microsoft.com/office/drawing/2014/main" id="{8B586889-2F52-4C6E-8330-A0DC8A6A2293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GT_9855">
            <a:extLst>
              <a:ext uri="{FF2B5EF4-FFF2-40B4-BE49-F238E27FC236}">
                <a16:creationId xmlns:a16="http://schemas.microsoft.com/office/drawing/2014/main" id="{959A022D-39AC-4910-B9A7-DA3567AEF3C9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GT_9856">
            <a:extLst>
              <a:ext uri="{FF2B5EF4-FFF2-40B4-BE49-F238E27FC236}">
                <a16:creationId xmlns:a16="http://schemas.microsoft.com/office/drawing/2014/main" id="{374152AF-EB83-409F-BB5D-3EE367822E1D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GT_9857">
            <a:extLst>
              <a:ext uri="{FF2B5EF4-FFF2-40B4-BE49-F238E27FC236}">
                <a16:creationId xmlns:a16="http://schemas.microsoft.com/office/drawing/2014/main" id="{C07EB09A-ADC4-4602-A7EE-0C857D3908BA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GT_9858">
            <a:extLst>
              <a:ext uri="{FF2B5EF4-FFF2-40B4-BE49-F238E27FC236}">
                <a16:creationId xmlns:a16="http://schemas.microsoft.com/office/drawing/2014/main" id="{52C5A4AE-032B-4D08-80E7-743010BE935E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GT_9859">
            <a:extLst>
              <a:ext uri="{FF2B5EF4-FFF2-40B4-BE49-F238E27FC236}">
                <a16:creationId xmlns:a16="http://schemas.microsoft.com/office/drawing/2014/main" id="{DFF590FB-865E-4855-95E5-29A759B6644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GT_9860">
            <a:extLst>
              <a:ext uri="{FF2B5EF4-FFF2-40B4-BE49-F238E27FC236}">
                <a16:creationId xmlns:a16="http://schemas.microsoft.com/office/drawing/2014/main" id="{73AF2671-88AE-45B1-AB42-8D08C860D3D6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GT_9861">
            <a:extLst>
              <a:ext uri="{FF2B5EF4-FFF2-40B4-BE49-F238E27FC236}">
                <a16:creationId xmlns:a16="http://schemas.microsoft.com/office/drawing/2014/main" id="{7BDFAABD-B76C-47E1-A2DA-C1B7DC9195A1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GT_9862">
            <a:extLst>
              <a:ext uri="{FF2B5EF4-FFF2-40B4-BE49-F238E27FC236}">
                <a16:creationId xmlns:a16="http://schemas.microsoft.com/office/drawing/2014/main" id="{77F35187-9E22-4E76-9A2C-ADAF00BBE47A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GT_9863">
            <a:extLst>
              <a:ext uri="{FF2B5EF4-FFF2-40B4-BE49-F238E27FC236}">
                <a16:creationId xmlns:a16="http://schemas.microsoft.com/office/drawing/2014/main" id="{A759EFFA-3BE6-4181-946D-79816635BE93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GT_9864">
            <a:extLst>
              <a:ext uri="{FF2B5EF4-FFF2-40B4-BE49-F238E27FC236}">
                <a16:creationId xmlns:a16="http://schemas.microsoft.com/office/drawing/2014/main" id="{C08FF55A-0A6E-4765-B74A-55D19ACF3C80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GT_9865">
            <a:extLst>
              <a:ext uri="{FF2B5EF4-FFF2-40B4-BE49-F238E27FC236}">
                <a16:creationId xmlns:a16="http://schemas.microsoft.com/office/drawing/2014/main" id="{97E0DD02-356E-489A-A884-8D6D15BFDF66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GT_9866">
            <a:extLst>
              <a:ext uri="{FF2B5EF4-FFF2-40B4-BE49-F238E27FC236}">
                <a16:creationId xmlns:a16="http://schemas.microsoft.com/office/drawing/2014/main" id="{CFBF3B34-9338-4C47-9697-A894FC0A1504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GT_9867">
            <a:extLst>
              <a:ext uri="{FF2B5EF4-FFF2-40B4-BE49-F238E27FC236}">
                <a16:creationId xmlns:a16="http://schemas.microsoft.com/office/drawing/2014/main" id="{5FA46965-4C97-40A4-A0AA-31C6F6734EBE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GT_9868">
            <a:extLst>
              <a:ext uri="{FF2B5EF4-FFF2-40B4-BE49-F238E27FC236}">
                <a16:creationId xmlns:a16="http://schemas.microsoft.com/office/drawing/2014/main" id="{B8D5A1C8-B49F-4AEE-9BC2-7A93E8047095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GT_9869">
            <a:extLst>
              <a:ext uri="{FF2B5EF4-FFF2-40B4-BE49-F238E27FC236}">
                <a16:creationId xmlns:a16="http://schemas.microsoft.com/office/drawing/2014/main" id="{BDDD3435-ADFB-4B73-8213-B0DB6344509A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GT_9870">
            <a:extLst>
              <a:ext uri="{FF2B5EF4-FFF2-40B4-BE49-F238E27FC236}">
                <a16:creationId xmlns:a16="http://schemas.microsoft.com/office/drawing/2014/main" id="{E4981BC2-F747-491A-9C53-3EF031C0DDAF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GT_9871">
            <a:extLst>
              <a:ext uri="{FF2B5EF4-FFF2-40B4-BE49-F238E27FC236}">
                <a16:creationId xmlns:a16="http://schemas.microsoft.com/office/drawing/2014/main" id="{A6A10F16-074D-4D4F-8088-28B02B800D72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GT_9872">
            <a:extLst>
              <a:ext uri="{FF2B5EF4-FFF2-40B4-BE49-F238E27FC236}">
                <a16:creationId xmlns:a16="http://schemas.microsoft.com/office/drawing/2014/main" id="{A6F960E3-258D-4013-A2D0-7FB5DF71AC9B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GT_9873">
            <a:extLst>
              <a:ext uri="{FF2B5EF4-FFF2-40B4-BE49-F238E27FC236}">
                <a16:creationId xmlns:a16="http://schemas.microsoft.com/office/drawing/2014/main" id="{4645335A-26F5-46C9-9652-7E44CE350179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GT_9874">
            <a:extLst>
              <a:ext uri="{FF2B5EF4-FFF2-40B4-BE49-F238E27FC236}">
                <a16:creationId xmlns:a16="http://schemas.microsoft.com/office/drawing/2014/main" id="{CFFE7283-FA27-4CF3-9DD9-4ADBA7D37DD4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GT_9875">
            <a:extLst>
              <a:ext uri="{FF2B5EF4-FFF2-40B4-BE49-F238E27FC236}">
                <a16:creationId xmlns:a16="http://schemas.microsoft.com/office/drawing/2014/main" id="{32AA599E-6CDB-4871-B468-32061505677D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GT_9876">
            <a:extLst>
              <a:ext uri="{FF2B5EF4-FFF2-40B4-BE49-F238E27FC236}">
                <a16:creationId xmlns:a16="http://schemas.microsoft.com/office/drawing/2014/main" id="{BD8E83D7-79D1-49C6-9939-6122CAE40A64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GT_9877">
            <a:extLst>
              <a:ext uri="{FF2B5EF4-FFF2-40B4-BE49-F238E27FC236}">
                <a16:creationId xmlns:a16="http://schemas.microsoft.com/office/drawing/2014/main" id="{64C63D61-CFFD-42F0-A9A8-66C90F1A7BF1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GT_9878">
            <a:extLst>
              <a:ext uri="{FF2B5EF4-FFF2-40B4-BE49-F238E27FC236}">
                <a16:creationId xmlns:a16="http://schemas.microsoft.com/office/drawing/2014/main" id="{FFA160E6-AB40-4C17-969C-A461FA4C0FFC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GT_9879">
            <a:extLst>
              <a:ext uri="{FF2B5EF4-FFF2-40B4-BE49-F238E27FC236}">
                <a16:creationId xmlns:a16="http://schemas.microsoft.com/office/drawing/2014/main" id="{5DAD6E27-3C88-4EC4-B2E2-3626EDF02237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GT_9880">
            <a:extLst>
              <a:ext uri="{FF2B5EF4-FFF2-40B4-BE49-F238E27FC236}">
                <a16:creationId xmlns:a16="http://schemas.microsoft.com/office/drawing/2014/main" id="{26A7C784-CC31-4584-8565-93792BB6554C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GT_9881">
            <a:extLst>
              <a:ext uri="{FF2B5EF4-FFF2-40B4-BE49-F238E27FC236}">
                <a16:creationId xmlns:a16="http://schemas.microsoft.com/office/drawing/2014/main" id="{30AF1042-AA90-4CF4-88FC-E6ECD0D05CC2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GT_9882">
            <a:extLst>
              <a:ext uri="{FF2B5EF4-FFF2-40B4-BE49-F238E27FC236}">
                <a16:creationId xmlns:a16="http://schemas.microsoft.com/office/drawing/2014/main" id="{5129E97A-F31D-4D41-ACB7-E99E4C4B907C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GT_9883">
            <a:extLst>
              <a:ext uri="{FF2B5EF4-FFF2-40B4-BE49-F238E27FC236}">
                <a16:creationId xmlns:a16="http://schemas.microsoft.com/office/drawing/2014/main" id="{864ABC59-7845-4800-B2F1-46E78295ECDD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GT_9884">
            <a:extLst>
              <a:ext uri="{FF2B5EF4-FFF2-40B4-BE49-F238E27FC236}">
                <a16:creationId xmlns:a16="http://schemas.microsoft.com/office/drawing/2014/main" id="{53F87DED-9AE8-433B-85DB-2AA42056E010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GT_9885">
            <a:extLst>
              <a:ext uri="{FF2B5EF4-FFF2-40B4-BE49-F238E27FC236}">
                <a16:creationId xmlns:a16="http://schemas.microsoft.com/office/drawing/2014/main" id="{146676D1-EE70-4C03-8F1A-679778F78327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GT_9886">
            <a:extLst>
              <a:ext uri="{FF2B5EF4-FFF2-40B4-BE49-F238E27FC236}">
                <a16:creationId xmlns:a16="http://schemas.microsoft.com/office/drawing/2014/main" id="{B31D099C-06DE-47A7-B9DE-2C398D0BA8FC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GT_9887">
            <a:extLst>
              <a:ext uri="{FF2B5EF4-FFF2-40B4-BE49-F238E27FC236}">
                <a16:creationId xmlns:a16="http://schemas.microsoft.com/office/drawing/2014/main" id="{792ED7DA-1D8D-4AA6-9A17-08F42901299B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GT_9888">
            <a:extLst>
              <a:ext uri="{FF2B5EF4-FFF2-40B4-BE49-F238E27FC236}">
                <a16:creationId xmlns:a16="http://schemas.microsoft.com/office/drawing/2014/main" id="{F9C15E89-F642-41E8-A2B3-5C4F9FA3DB9C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GT_9889">
            <a:extLst>
              <a:ext uri="{FF2B5EF4-FFF2-40B4-BE49-F238E27FC236}">
                <a16:creationId xmlns:a16="http://schemas.microsoft.com/office/drawing/2014/main" id="{4353DD7B-443B-402B-9E7F-04F8354A0DCC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GT_9890">
            <a:extLst>
              <a:ext uri="{FF2B5EF4-FFF2-40B4-BE49-F238E27FC236}">
                <a16:creationId xmlns:a16="http://schemas.microsoft.com/office/drawing/2014/main" id="{14A8187D-8E2F-4B3B-8AF5-75F5289DA228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GT_9891">
            <a:extLst>
              <a:ext uri="{FF2B5EF4-FFF2-40B4-BE49-F238E27FC236}">
                <a16:creationId xmlns:a16="http://schemas.microsoft.com/office/drawing/2014/main" id="{F0BD6B33-A2BE-447B-AF6F-42DCA0B98650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GT_9892">
            <a:extLst>
              <a:ext uri="{FF2B5EF4-FFF2-40B4-BE49-F238E27FC236}">
                <a16:creationId xmlns:a16="http://schemas.microsoft.com/office/drawing/2014/main" id="{63EBBF85-FB7E-4C19-BAC1-EB1A03786E2C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GT_9893">
            <a:extLst>
              <a:ext uri="{FF2B5EF4-FFF2-40B4-BE49-F238E27FC236}">
                <a16:creationId xmlns:a16="http://schemas.microsoft.com/office/drawing/2014/main" id="{BC256EC4-DC1C-4EDE-B6AD-95FAA28DBC09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GT_9894">
            <a:extLst>
              <a:ext uri="{FF2B5EF4-FFF2-40B4-BE49-F238E27FC236}">
                <a16:creationId xmlns:a16="http://schemas.microsoft.com/office/drawing/2014/main" id="{EF1A15A3-EBF5-44D8-AAE7-7A38554E820F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GT_9895">
            <a:extLst>
              <a:ext uri="{FF2B5EF4-FFF2-40B4-BE49-F238E27FC236}">
                <a16:creationId xmlns:a16="http://schemas.microsoft.com/office/drawing/2014/main" id="{FB503E10-1DA1-4D66-A50F-028FC786A5C3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GT_9896">
            <a:extLst>
              <a:ext uri="{FF2B5EF4-FFF2-40B4-BE49-F238E27FC236}">
                <a16:creationId xmlns:a16="http://schemas.microsoft.com/office/drawing/2014/main" id="{A1D65843-FD02-4000-8FF6-4422FDA9B75C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GT_9897">
            <a:extLst>
              <a:ext uri="{FF2B5EF4-FFF2-40B4-BE49-F238E27FC236}">
                <a16:creationId xmlns:a16="http://schemas.microsoft.com/office/drawing/2014/main" id="{2BE2826C-FB9F-436D-9081-D34560017D05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GT_9898">
            <a:extLst>
              <a:ext uri="{FF2B5EF4-FFF2-40B4-BE49-F238E27FC236}">
                <a16:creationId xmlns:a16="http://schemas.microsoft.com/office/drawing/2014/main" id="{39F1356D-D111-49E7-9A17-D1A9BAEF7CCA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GT_9899">
            <a:extLst>
              <a:ext uri="{FF2B5EF4-FFF2-40B4-BE49-F238E27FC236}">
                <a16:creationId xmlns:a16="http://schemas.microsoft.com/office/drawing/2014/main" id="{624327CE-E5F9-4614-A4B4-795C1E29E2FB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GT_9900">
            <a:extLst>
              <a:ext uri="{FF2B5EF4-FFF2-40B4-BE49-F238E27FC236}">
                <a16:creationId xmlns:a16="http://schemas.microsoft.com/office/drawing/2014/main" id="{39208543-37FB-457D-937E-EC4053113DF3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GT_9901">
            <a:extLst>
              <a:ext uri="{FF2B5EF4-FFF2-40B4-BE49-F238E27FC236}">
                <a16:creationId xmlns:a16="http://schemas.microsoft.com/office/drawing/2014/main" id="{44199911-1A8D-4527-B374-1E8ADDCC5633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GT_9902">
            <a:extLst>
              <a:ext uri="{FF2B5EF4-FFF2-40B4-BE49-F238E27FC236}">
                <a16:creationId xmlns:a16="http://schemas.microsoft.com/office/drawing/2014/main" id="{E8AF6309-B5F3-4BF3-91EB-C924A060F357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GT_9903">
            <a:extLst>
              <a:ext uri="{FF2B5EF4-FFF2-40B4-BE49-F238E27FC236}">
                <a16:creationId xmlns:a16="http://schemas.microsoft.com/office/drawing/2014/main" id="{AC8B2ABB-864D-4567-951C-F81664707FD8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GT_9904">
            <a:extLst>
              <a:ext uri="{FF2B5EF4-FFF2-40B4-BE49-F238E27FC236}">
                <a16:creationId xmlns:a16="http://schemas.microsoft.com/office/drawing/2014/main" id="{ECC44AC2-0E57-437E-8C44-D9E5F64D1166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GT_9905">
            <a:extLst>
              <a:ext uri="{FF2B5EF4-FFF2-40B4-BE49-F238E27FC236}">
                <a16:creationId xmlns:a16="http://schemas.microsoft.com/office/drawing/2014/main" id="{702DC00C-5058-4FE3-B3AC-473B84CCA687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GT_9906">
            <a:extLst>
              <a:ext uri="{FF2B5EF4-FFF2-40B4-BE49-F238E27FC236}">
                <a16:creationId xmlns:a16="http://schemas.microsoft.com/office/drawing/2014/main" id="{A647E485-F05F-4C52-BD1B-30C9FBBD2A6B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GT_9907">
            <a:extLst>
              <a:ext uri="{FF2B5EF4-FFF2-40B4-BE49-F238E27FC236}">
                <a16:creationId xmlns:a16="http://schemas.microsoft.com/office/drawing/2014/main" id="{3EA5DD02-EFC2-41B0-BD2E-52234FA169C8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GT_9908">
            <a:extLst>
              <a:ext uri="{FF2B5EF4-FFF2-40B4-BE49-F238E27FC236}">
                <a16:creationId xmlns:a16="http://schemas.microsoft.com/office/drawing/2014/main" id="{79796663-2B59-4E24-B07C-525F4F056A57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GT_9909">
            <a:extLst>
              <a:ext uri="{FF2B5EF4-FFF2-40B4-BE49-F238E27FC236}">
                <a16:creationId xmlns:a16="http://schemas.microsoft.com/office/drawing/2014/main" id="{68E60DDF-C97C-4B67-910F-F0E88AE7DD59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GT_9910">
            <a:extLst>
              <a:ext uri="{FF2B5EF4-FFF2-40B4-BE49-F238E27FC236}">
                <a16:creationId xmlns:a16="http://schemas.microsoft.com/office/drawing/2014/main" id="{CF453A11-5486-459F-A97F-CAEFC355785E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GT_9911">
            <a:extLst>
              <a:ext uri="{FF2B5EF4-FFF2-40B4-BE49-F238E27FC236}">
                <a16:creationId xmlns:a16="http://schemas.microsoft.com/office/drawing/2014/main" id="{25C2A1EE-8633-4B9D-B2AC-A409EE3F175B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GT_9912">
            <a:extLst>
              <a:ext uri="{FF2B5EF4-FFF2-40B4-BE49-F238E27FC236}">
                <a16:creationId xmlns:a16="http://schemas.microsoft.com/office/drawing/2014/main" id="{B977B490-F914-4423-A042-9D246A420629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GT_9913">
            <a:extLst>
              <a:ext uri="{FF2B5EF4-FFF2-40B4-BE49-F238E27FC236}">
                <a16:creationId xmlns:a16="http://schemas.microsoft.com/office/drawing/2014/main" id="{DCF0EF16-909C-4B9D-BDB6-2A8170B6B5B7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GT_9914">
            <a:extLst>
              <a:ext uri="{FF2B5EF4-FFF2-40B4-BE49-F238E27FC236}">
                <a16:creationId xmlns:a16="http://schemas.microsoft.com/office/drawing/2014/main" id="{3674AA23-D480-4F0F-BE4D-485ECAED044C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GT_9915">
            <a:extLst>
              <a:ext uri="{FF2B5EF4-FFF2-40B4-BE49-F238E27FC236}">
                <a16:creationId xmlns:a16="http://schemas.microsoft.com/office/drawing/2014/main" id="{5BCEA8E3-EBCF-4726-832A-80FA3BED15E9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GT_9916">
            <a:extLst>
              <a:ext uri="{FF2B5EF4-FFF2-40B4-BE49-F238E27FC236}">
                <a16:creationId xmlns:a16="http://schemas.microsoft.com/office/drawing/2014/main" id="{AE095A7E-B7D4-4EA2-B936-8D7510C76ABC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GT_9917">
            <a:extLst>
              <a:ext uri="{FF2B5EF4-FFF2-40B4-BE49-F238E27FC236}">
                <a16:creationId xmlns:a16="http://schemas.microsoft.com/office/drawing/2014/main" id="{5638C51E-1DE0-44BF-8B1A-E98C57C1126C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GT_9918">
            <a:extLst>
              <a:ext uri="{FF2B5EF4-FFF2-40B4-BE49-F238E27FC236}">
                <a16:creationId xmlns:a16="http://schemas.microsoft.com/office/drawing/2014/main" id="{6F8D8189-5A8C-460F-BF01-3A721C992B3A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GT_9919">
            <a:extLst>
              <a:ext uri="{FF2B5EF4-FFF2-40B4-BE49-F238E27FC236}">
                <a16:creationId xmlns:a16="http://schemas.microsoft.com/office/drawing/2014/main" id="{D4458BB5-1799-4B19-B1B1-718C014AC3AB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GT_9920">
            <a:extLst>
              <a:ext uri="{FF2B5EF4-FFF2-40B4-BE49-F238E27FC236}">
                <a16:creationId xmlns:a16="http://schemas.microsoft.com/office/drawing/2014/main" id="{FFFF7CBE-82CB-42CD-95BE-BE199F5C4CBA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GT_9921">
            <a:extLst>
              <a:ext uri="{FF2B5EF4-FFF2-40B4-BE49-F238E27FC236}">
                <a16:creationId xmlns:a16="http://schemas.microsoft.com/office/drawing/2014/main" id="{99748193-C73F-4AD3-A19F-D0C555A95C17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GT_9922">
            <a:extLst>
              <a:ext uri="{FF2B5EF4-FFF2-40B4-BE49-F238E27FC236}">
                <a16:creationId xmlns:a16="http://schemas.microsoft.com/office/drawing/2014/main" id="{3B99853E-684A-41A9-9C23-F3D0686669BD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GT_9923">
            <a:extLst>
              <a:ext uri="{FF2B5EF4-FFF2-40B4-BE49-F238E27FC236}">
                <a16:creationId xmlns:a16="http://schemas.microsoft.com/office/drawing/2014/main" id="{8D2526DF-C811-4721-A911-677CEFF3995B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GT_9924">
            <a:extLst>
              <a:ext uri="{FF2B5EF4-FFF2-40B4-BE49-F238E27FC236}">
                <a16:creationId xmlns:a16="http://schemas.microsoft.com/office/drawing/2014/main" id="{55B698D4-ACB3-4AE1-A96D-850647BE83F8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GT_9925">
            <a:extLst>
              <a:ext uri="{FF2B5EF4-FFF2-40B4-BE49-F238E27FC236}">
                <a16:creationId xmlns:a16="http://schemas.microsoft.com/office/drawing/2014/main" id="{C565D183-3FF1-4263-9D8E-51AF4820C32A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GT_9926">
            <a:extLst>
              <a:ext uri="{FF2B5EF4-FFF2-40B4-BE49-F238E27FC236}">
                <a16:creationId xmlns:a16="http://schemas.microsoft.com/office/drawing/2014/main" id="{D964EC50-5E7F-4CF4-A673-04418B529F5A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GT_9927">
            <a:extLst>
              <a:ext uri="{FF2B5EF4-FFF2-40B4-BE49-F238E27FC236}">
                <a16:creationId xmlns:a16="http://schemas.microsoft.com/office/drawing/2014/main" id="{C93C23F3-B362-4713-9C47-95D3739501E5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GT_9928">
            <a:extLst>
              <a:ext uri="{FF2B5EF4-FFF2-40B4-BE49-F238E27FC236}">
                <a16:creationId xmlns:a16="http://schemas.microsoft.com/office/drawing/2014/main" id="{D7D4B684-BE8C-41FA-A1AB-D8DA10F65FF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GT_9929">
            <a:extLst>
              <a:ext uri="{FF2B5EF4-FFF2-40B4-BE49-F238E27FC236}">
                <a16:creationId xmlns:a16="http://schemas.microsoft.com/office/drawing/2014/main" id="{1FCD0684-FE8B-42C2-89E8-0BE3FC7B1324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GT_9930">
            <a:extLst>
              <a:ext uri="{FF2B5EF4-FFF2-40B4-BE49-F238E27FC236}">
                <a16:creationId xmlns:a16="http://schemas.microsoft.com/office/drawing/2014/main" id="{5CD039F0-96D0-4405-96E9-2DEADB3F6FE5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GT_9931">
            <a:extLst>
              <a:ext uri="{FF2B5EF4-FFF2-40B4-BE49-F238E27FC236}">
                <a16:creationId xmlns:a16="http://schemas.microsoft.com/office/drawing/2014/main" id="{300E0663-23FB-43D8-83B3-BBC0B7EEB009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GT_9932">
            <a:extLst>
              <a:ext uri="{FF2B5EF4-FFF2-40B4-BE49-F238E27FC236}">
                <a16:creationId xmlns:a16="http://schemas.microsoft.com/office/drawing/2014/main" id="{46CABC57-3335-4A7B-934B-24F63149D69C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GT_9933">
            <a:extLst>
              <a:ext uri="{FF2B5EF4-FFF2-40B4-BE49-F238E27FC236}">
                <a16:creationId xmlns:a16="http://schemas.microsoft.com/office/drawing/2014/main" id="{EEA7D810-4CB3-4E23-A21B-343D1AE0B37E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GT_9934">
            <a:extLst>
              <a:ext uri="{FF2B5EF4-FFF2-40B4-BE49-F238E27FC236}">
                <a16:creationId xmlns:a16="http://schemas.microsoft.com/office/drawing/2014/main" id="{0CE9B3BC-39A8-4858-B945-B31456076BC6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GT_9935">
            <a:extLst>
              <a:ext uri="{FF2B5EF4-FFF2-40B4-BE49-F238E27FC236}">
                <a16:creationId xmlns:a16="http://schemas.microsoft.com/office/drawing/2014/main" id="{B9D4DF6A-7DB0-4D8C-8093-D636834CDC2F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GT_9936">
            <a:extLst>
              <a:ext uri="{FF2B5EF4-FFF2-40B4-BE49-F238E27FC236}">
                <a16:creationId xmlns:a16="http://schemas.microsoft.com/office/drawing/2014/main" id="{9761612F-6F81-45CB-A7A5-18E166FD652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GT_9937">
            <a:extLst>
              <a:ext uri="{FF2B5EF4-FFF2-40B4-BE49-F238E27FC236}">
                <a16:creationId xmlns:a16="http://schemas.microsoft.com/office/drawing/2014/main" id="{9AC85B29-E7F9-4F9C-97E6-ACCCF5E531A5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GT_9938">
            <a:extLst>
              <a:ext uri="{FF2B5EF4-FFF2-40B4-BE49-F238E27FC236}">
                <a16:creationId xmlns:a16="http://schemas.microsoft.com/office/drawing/2014/main" id="{64BD0309-709D-4EFE-877F-9679AFACBEE6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GT_9939">
            <a:extLst>
              <a:ext uri="{FF2B5EF4-FFF2-40B4-BE49-F238E27FC236}">
                <a16:creationId xmlns:a16="http://schemas.microsoft.com/office/drawing/2014/main" id="{01676569-BC5B-4B34-8957-49D2E186FF11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GT_9940">
            <a:extLst>
              <a:ext uri="{FF2B5EF4-FFF2-40B4-BE49-F238E27FC236}">
                <a16:creationId xmlns:a16="http://schemas.microsoft.com/office/drawing/2014/main" id="{35AFFC25-221F-485A-B1CD-419A72321689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GT_9941">
            <a:extLst>
              <a:ext uri="{FF2B5EF4-FFF2-40B4-BE49-F238E27FC236}">
                <a16:creationId xmlns:a16="http://schemas.microsoft.com/office/drawing/2014/main" id="{885D85A8-AD2D-446E-B8B1-949CA7C92C65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GT_9942">
            <a:extLst>
              <a:ext uri="{FF2B5EF4-FFF2-40B4-BE49-F238E27FC236}">
                <a16:creationId xmlns:a16="http://schemas.microsoft.com/office/drawing/2014/main" id="{9B7D85BB-07F9-4D6A-9B1D-6137A2195A61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GT_9943">
            <a:extLst>
              <a:ext uri="{FF2B5EF4-FFF2-40B4-BE49-F238E27FC236}">
                <a16:creationId xmlns:a16="http://schemas.microsoft.com/office/drawing/2014/main" id="{34573DC2-BD9C-44DA-9373-C93A07CF8913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GT_9944">
            <a:extLst>
              <a:ext uri="{FF2B5EF4-FFF2-40B4-BE49-F238E27FC236}">
                <a16:creationId xmlns:a16="http://schemas.microsoft.com/office/drawing/2014/main" id="{2B93F399-B85F-4E8E-B4AC-55B1D36784C9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GT_9945">
            <a:extLst>
              <a:ext uri="{FF2B5EF4-FFF2-40B4-BE49-F238E27FC236}">
                <a16:creationId xmlns:a16="http://schemas.microsoft.com/office/drawing/2014/main" id="{7953730B-EB12-4C21-B4BB-E7CA8B589E04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GT_9946">
            <a:extLst>
              <a:ext uri="{FF2B5EF4-FFF2-40B4-BE49-F238E27FC236}">
                <a16:creationId xmlns:a16="http://schemas.microsoft.com/office/drawing/2014/main" id="{52A198DE-F485-4D33-8EF1-E0AEA30F84CD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GT_9947">
            <a:extLst>
              <a:ext uri="{FF2B5EF4-FFF2-40B4-BE49-F238E27FC236}">
                <a16:creationId xmlns:a16="http://schemas.microsoft.com/office/drawing/2014/main" id="{9ED8E7A0-D66A-4B9D-820A-9148D37BFA16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GT_9948">
            <a:extLst>
              <a:ext uri="{FF2B5EF4-FFF2-40B4-BE49-F238E27FC236}">
                <a16:creationId xmlns:a16="http://schemas.microsoft.com/office/drawing/2014/main" id="{CCFD7CFE-13B3-496F-9D45-6B84087CDB18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GT_9949">
            <a:extLst>
              <a:ext uri="{FF2B5EF4-FFF2-40B4-BE49-F238E27FC236}">
                <a16:creationId xmlns:a16="http://schemas.microsoft.com/office/drawing/2014/main" id="{C659C4A3-8B25-45D9-96D6-A77FCDE3D3A9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GT_9950">
            <a:extLst>
              <a:ext uri="{FF2B5EF4-FFF2-40B4-BE49-F238E27FC236}">
                <a16:creationId xmlns:a16="http://schemas.microsoft.com/office/drawing/2014/main" id="{434FF4B5-CE45-4D68-B29C-747BFBEFFDD4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GT_9951">
            <a:extLst>
              <a:ext uri="{FF2B5EF4-FFF2-40B4-BE49-F238E27FC236}">
                <a16:creationId xmlns:a16="http://schemas.microsoft.com/office/drawing/2014/main" id="{E8EEF5C7-E562-44BB-AAEA-8D7FC002F38B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GT_9952">
            <a:extLst>
              <a:ext uri="{FF2B5EF4-FFF2-40B4-BE49-F238E27FC236}">
                <a16:creationId xmlns:a16="http://schemas.microsoft.com/office/drawing/2014/main" id="{475C02BD-7DC7-4732-A473-004F31830D6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GT_9953">
            <a:extLst>
              <a:ext uri="{FF2B5EF4-FFF2-40B4-BE49-F238E27FC236}">
                <a16:creationId xmlns:a16="http://schemas.microsoft.com/office/drawing/2014/main" id="{254666EC-5B22-4D80-B93A-8DFE60AAFFD4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GT_9954">
            <a:extLst>
              <a:ext uri="{FF2B5EF4-FFF2-40B4-BE49-F238E27FC236}">
                <a16:creationId xmlns:a16="http://schemas.microsoft.com/office/drawing/2014/main" id="{04D35465-71F9-4F36-AE53-5AA7D1EDF68C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GT_9955">
            <a:extLst>
              <a:ext uri="{FF2B5EF4-FFF2-40B4-BE49-F238E27FC236}">
                <a16:creationId xmlns:a16="http://schemas.microsoft.com/office/drawing/2014/main" id="{CD50CEC2-19C4-463F-BFE6-95781D836377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GT_9956">
            <a:extLst>
              <a:ext uri="{FF2B5EF4-FFF2-40B4-BE49-F238E27FC236}">
                <a16:creationId xmlns:a16="http://schemas.microsoft.com/office/drawing/2014/main" id="{7668A615-3213-4805-837F-86B8A624EF55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GT_9957">
            <a:extLst>
              <a:ext uri="{FF2B5EF4-FFF2-40B4-BE49-F238E27FC236}">
                <a16:creationId xmlns:a16="http://schemas.microsoft.com/office/drawing/2014/main" id="{2B3D9DD7-DBEA-48BE-A15F-B50C4C7638A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GT_9958">
            <a:extLst>
              <a:ext uri="{FF2B5EF4-FFF2-40B4-BE49-F238E27FC236}">
                <a16:creationId xmlns:a16="http://schemas.microsoft.com/office/drawing/2014/main" id="{4490E459-93D7-42A7-9924-22F031CC06C5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GT_9959">
            <a:extLst>
              <a:ext uri="{FF2B5EF4-FFF2-40B4-BE49-F238E27FC236}">
                <a16:creationId xmlns:a16="http://schemas.microsoft.com/office/drawing/2014/main" id="{9FB4C92F-77DF-470C-8BC8-3248F8DC94A2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GT_9960">
            <a:extLst>
              <a:ext uri="{FF2B5EF4-FFF2-40B4-BE49-F238E27FC236}">
                <a16:creationId xmlns:a16="http://schemas.microsoft.com/office/drawing/2014/main" id="{D9DFD2E3-895C-4F7F-866B-7A88919F4FEB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GT_9961">
            <a:extLst>
              <a:ext uri="{FF2B5EF4-FFF2-40B4-BE49-F238E27FC236}">
                <a16:creationId xmlns:a16="http://schemas.microsoft.com/office/drawing/2014/main" id="{553C8402-CDFF-4BA1-A6E6-7683365A632F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GT_9962">
            <a:extLst>
              <a:ext uri="{FF2B5EF4-FFF2-40B4-BE49-F238E27FC236}">
                <a16:creationId xmlns:a16="http://schemas.microsoft.com/office/drawing/2014/main" id="{F9D8C64A-8DF3-4456-8615-AE4A6838EBC7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GT_9963">
            <a:extLst>
              <a:ext uri="{FF2B5EF4-FFF2-40B4-BE49-F238E27FC236}">
                <a16:creationId xmlns:a16="http://schemas.microsoft.com/office/drawing/2014/main" id="{4A7B3033-FCD3-4B5A-BAB4-2330D86F9C03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GT_9964">
            <a:extLst>
              <a:ext uri="{FF2B5EF4-FFF2-40B4-BE49-F238E27FC236}">
                <a16:creationId xmlns:a16="http://schemas.microsoft.com/office/drawing/2014/main" id="{B7FA9BF6-8E27-4651-9282-37604FF64165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GT_9965">
            <a:extLst>
              <a:ext uri="{FF2B5EF4-FFF2-40B4-BE49-F238E27FC236}">
                <a16:creationId xmlns:a16="http://schemas.microsoft.com/office/drawing/2014/main" id="{982CB113-1F2D-40BF-A05E-9D0975EDFF99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GT_9966">
            <a:extLst>
              <a:ext uri="{FF2B5EF4-FFF2-40B4-BE49-F238E27FC236}">
                <a16:creationId xmlns:a16="http://schemas.microsoft.com/office/drawing/2014/main" id="{CC2A787B-3F54-437A-B8BE-6C2F740D98D5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GT_9967">
            <a:extLst>
              <a:ext uri="{FF2B5EF4-FFF2-40B4-BE49-F238E27FC236}">
                <a16:creationId xmlns:a16="http://schemas.microsoft.com/office/drawing/2014/main" id="{171EC0EC-BC1A-4EE3-8795-7C8A2C3039C3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GT_9968">
            <a:extLst>
              <a:ext uri="{FF2B5EF4-FFF2-40B4-BE49-F238E27FC236}">
                <a16:creationId xmlns:a16="http://schemas.microsoft.com/office/drawing/2014/main" id="{9C823729-F56B-4EAD-9C60-700B7297A7AE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GT_9969">
            <a:extLst>
              <a:ext uri="{FF2B5EF4-FFF2-40B4-BE49-F238E27FC236}">
                <a16:creationId xmlns:a16="http://schemas.microsoft.com/office/drawing/2014/main" id="{77EC353F-32D8-4540-B6D9-D5D561B44856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GT_9970">
            <a:extLst>
              <a:ext uri="{FF2B5EF4-FFF2-40B4-BE49-F238E27FC236}">
                <a16:creationId xmlns:a16="http://schemas.microsoft.com/office/drawing/2014/main" id="{BDE44BC1-AB5F-4066-9410-F843E2CB2F58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GT_9971">
            <a:extLst>
              <a:ext uri="{FF2B5EF4-FFF2-40B4-BE49-F238E27FC236}">
                <a16:creationId xmlns:a16="http://schemas.microsoft.com/office/drawing/2014/main" id="{3D273CA1-A51F-4D22-8219-489D4257DC8B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GT_9972">
            <a:extLst>
              <a:ext uri="{FF2B5EF4-FFF2-40B4-BE49-F238E27FC236}">
                <a16:creationId xmlns:a16="http://schemas.microsoft.com/office/drawing/2014/main" id="{4C0D7306-8D04-4B42-9F45-0E0D0F107AAF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GT_9973">
            <a:extLst>
              <a:ext uri="{FF2B5EF4-FFF2-40B4-BE49-F238E27FC236}">
                <a16:creationId xmlns:a16="http://schemas.microsoft.com/office/drawing/2014/main" id="{6632BF4C-CF0D-48D6-8E57-334993DFCABE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GT_9974">
            <a:extLst>
              <a:ext uri="{FF2B5EF4-FFF2-40B4-BE49-F238E27FC236}">
                <a16:creationId xmlns:a16="http://schemas.microsoft.com/office/drawing/2014/main" id="{8ADCA9B0-517D-4F4A-9E35-E3C880C8040A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GT_9975">
            <a:extLst>
              <a:ext uri="{FF2B5EF4-FFF2-40B4-BE49-F238E27FC236}">
                <a16:creationId xmlns:a16="http://schemas.microsoft.com/office/drawing/2014/main" id="{03765365-16A5-4917-9962-A0D924C61A10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GT_9976">
            <a:extLst>
              <a:ext uri="{FF2B5EF4-FFF2-40B4-BE49-F238E27FC236}">
                <a16:creationId xmlns:a16="http://schemas.microsoft.com/office/drawing/2014/main" id="{2C445EFC-D065-46D8-9C21-ECBE3814097F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GT_9977">
            <a:extLst>
              <a:ext uri="{FF2B5EF4-FFF2-40B4-BE49-F238E27FC236}">
                <a16:creationId xmlns:a16="http://schemas.microsoft.com/office/drawing/2014/main" id="{06E195EA-0C4F-4301-9159-C9C0253F955F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GT_9978">
            <a:extLst>
              <a:ext uri="{FF2B5EF4-FFF2-40B4-BE49-F238E27FC236}">
                <a16:creationId xmlns:a16="http://schemas.microsoft.com/office/drawing/2014/main" id="{89C40BE5-0654-46D8-8640-F1741D6D08FF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GT_9979">
            <a:extLst>
              <a:ext uri="{FF2B5EF4-FFF2-40B4-BE49-F238E27FC236}">
                <a16:creationId xmlns:a16="http://schemas.microsoft.com/office/drawing/2014/main" id="{8EFC22FE-710C-4680-AF96-B3669223EDA1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GT_9980">
            <a:extLst>
              <a:ext uri="{FF2B5EF4-FFF2-40B4-BE49-F238E27FC236}">
                <a16:creationId xmlns:a16="http://schemas.microsoft.com/office/drawing/2014/main" id="{274FAD72-723F-4B59-8F05-7F95883BC793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GT_9981">
            <a:extLst>
              <a:ext uri="{FF2B5EF4-FFF2-40B4-BE49-F238E27FC236}">
                <a16:creationId xmlns:a16="http://schemas.microsoft.com/office/drawing/2014/main" id="{91D1FA4F-000F-4EAA-B610-585473D1CD5A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GT_9982">
            <a:extLst>
              <a:ext uri="{FF2B5EF4-FFF2-40B4-BE49-F238E27FC236}">
                <a16:creationId xmlns:a16="http://schemas.microsoft.com/office/drawing/2014/main" id="{4776CEF5-E965-4ECD-BD7A-AD8771888D44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GT_9983">
            <a:extLst>
              <a:ext uri="{FF2B5EF4-FFF2-40B4-BE49-F238E27FC236}">
                <a16:creationId xmlns:a16="http://schemas.microsoft.com/office/drawing/2014/main" id="{D040F309-1385-44D4-8B26-ED50394D3A5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GT_9984">
            <a:extLst>
              <a:ext uri="{FF2B5EF4-FFF2-40B4-BE49-F238E27FC236}">
                <a16:creationId xmlns:a16="http://schemas.microsoft.com/office/drawing/2014/main" id="{87654472-9EA3-493E-9AC6-4C84A43A11C7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GT_9985">
            <a:extLst>
              <a:ext uri="{FF2B5EF4-FFF2-40B4-BE49-F238E27FC236}">
                <a16:creationId xmlns:a16="http://schemas.microsoft.com/office/drawing/2014/main" id="{5A3E5258-C6D8-4CAE-A640-FE288ED1C787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GT_9986">
            <a:extLst>
              <a:ext uri="{FF2B5EF4-FFF2-40B4-BE49-F238E27FC236}">
                <a16:creationId xmlns:a16="http://schemas.microsoft.com/office/drawing/2014/main" id="{FCDC71CF-3691-41CE-98B7-1BBB0508EF28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GT_9987">
            <a:extLst>
              <a:ext uri="{FF2B5EF4-FFF2-40B4-BE49-F238E27FC236}">
                <a16:creationId xmlns:a16="http://schemas.microsoft.com/office/drawing/2014/main" id="{C1141E1B-5033-4F05-B112-63091DDD5538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GT_9988">
            <a:extLst>
              <a:ext uri="{FF2B5EF4-FFF2-40B4-BE49-F238E27FC236}">
                <a16:creationId xmlns:a16="http://schemas.microsoft.com/office/drawing/2014/main" id="{29619F41-DB0D-466B-B360-4B253CDA2C93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GT_9989">
            <a:extLst>
              <a:ext uri="{FF2B5EF4-FFF2-40B4-BE49-F238E27FC236}">
                <a16:creationId xmlns:a16="http://schemas.microsoft.com/office/drawing/2014/main" id="{32F001FF-86FD-4BF5-8139-7453ECBEF4A8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GT_9990">
            <a:extLst>
              <a:ext uri="{FF2B5EF4-FFF2-40B4-BE49-F238E27FC236}">
                <a16:creationId xmlns:a16="http://schemas.microsoft.com/office/drawing/2014/main" id="{63672704-4D6C-4FA4-9A1A-8C7F5CE7EE98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GT_9991">
            <a:extLst>
              <a:ext uri="{FF2B5EF4-FFF2-40B4-BE49-F238E27FC236}">
                <a16:creationId xmlns:a16="http://schemas.microsoft.com/office/drawing/2014/main" id="{331C75FE-74CB-4BBC-9FC3-8D2EEF339253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GT_9992">
            <a:extLst>
              <a:ext uri="{FF2B5EF4-FFF2-40B4-BE49-F238E27FC236}">
                <a16:creationId xmlns:a16="http://schemas.microsoft.com/office/drawing/2014/main" id="{849F21E0-DB9F-4122-87E8-4B9762BB12EC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GT_9993">
            <a:extLst>
              <a:ext uri="{FF2B5EF4-FFF2-40B4-BE49-F238E27FC236}">
                <a16:creationId xmlns:a16="http://schemas.microsoft.com/office/drawing/2014/main" id="{D0A499BB-141D-44E2-800F-8906B316E4D2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GT_9994">
            <a:extLst>
              <a:ext uri="{FF2B5EF4-FFF2-40B4-BE49-F238E27FC236}">
                <a16:creationId xmlns:a16="http://schemas.microsoft.com/office/drawing/2014/main" id="{3C977653-4121-46B1-AAE6-BBFC956E0A74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GT_9995">
            <a:extLst>
              <a:ext uri="{FF2B5EF4-FFF2-40B4-BE49-F238E27FC236}">
                <a16:creationId xmlns:a16="http://schemas.microsoft.com/office/drawing/2014/main" id="{8C1E86AF-8076-482A-BFD2-8E554F4A56B0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GT_9996">
            <a:extLst>
              <a:ext uri="{FF2B5EF4-FFF2-40B4-BE49-F238E27FC236}">
                <a16:creationId xmlns:a16="http://schemas.microsoft.com/office/drawing/2014/main" id="{0658DAEB-DB92-4D2A-948E-408883D06AFA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GT_9997">
            <a:extLst>
              <a:ext uri="{FF2B5EF4-FFF2-40B4-BE49-F238E27FC236}">
                <a16:creationId xmlns:a16="http://schemas.microsoft.com/office/drawing/2014/main" id="{FA9A4F67-632D-4812-A9E3-D0D5499963FD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GT_9998">
            <a:extLst>
              <a:ext uri="{FF2B5EF4-FFF2-40B4-BE49-F238E27FC236}">
                <a16:creationId xmlns:a16="http://schemas.microsoft.com/office/drawing/2014/main" id="{8169E82B-9E9A-4F16-8863-388B0672D8EA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GT_9999">
            <a:extLst>
              <a:ext uri="{FF2B5EF4-FFF2-40B4-BE49-F238E27FC236}">
                <a16:creationId xmlns:a16="http://schemas.microsoft.com/office/drawing/2014/main" id="{5356D47F-2964-453A-9D00-E0EA000EF4BF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GT_10000">
            <a:extLst>
              <a:ext uri="{FF2B5EF4-FFF2-40B4-BE49-F238E27FC236}">
                <a16:creationId xmlns:a16="http://schemas.microsoft.com/office/drawing/2014/main" id="{2E9807A4-7646-44C3-8FD0-87F4A4962C5D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GT_10001">
            <a:extLst>
              <a:ext uri="{FF2B5EF4-FFF2-40B4-BE49-F238E27FC236}">
                <a16:creationId xmlns:a16="http://schemas.microsoft.com/office/drawing/2014/main" id="{8F847A43-CEEE-42E3-9B7A-F25F4EFB837C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GT_10002">
            <a:extLst>
              <a:ext uri="{FF2B5EF4-FFF2-40B4-BE49-F238E27FC236}">
                <a16:creationId xmlns:a16="http://schemas.microsoft.com/office/drawing/2014/main" id="{C5627657-48F8-455C-B4FD-FF5C0683F0AF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GT_10003">
            <a:extLst>
              <a:ext uri="{FF2B5EF4-FFF2-40B4-BE49-F238E27FC236}">
                <a16:creationId xmlns:a16="http://schemas.microsoft.com/office/drawing/2014/main" id="{B99D0867-0C01-46C6-A792-143E654EAD5F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GT_10004">
            <a:extLst>
              <a:ext uri="{FF2B5EF4-FFF2-40B4-BE49-F238E27FC236}">
                <a16:creationId xmlns:a16="http://schemas.microsoft.com/office/drawing/2014/main" id="{165E6F06-7BB6-4A97-9373-AE308C9E430D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GT_10005">
            <a:extLst>
              <a:ext uri="{FF2B5EF4-FFF2-40B4-BE49-F238E27FC236}">
                <a16:creationId xmlns:a16="http://schemas.microsoft.com/office/drawing/2014/main" id="{79440CE9-865E-4BB5-87DE-5C39EC1EC2F4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GT_10006">
            <a:extLst>
              <a:ext uri="{FF2B5EF4-FFF2-40B4-BE49-F238E27FC236}">
                <a16:creationId xmlns:a16="http://schemas.microsoft.com/office/drawing/2014/main" id="{2312D6EB-95A8-4157-9F23-B3ECEF50507C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GT_10007">
            <a:extLst>
              <a:ext uri="{FF2B5EF4-FFF2-40B4-BE49-F238E27FC236}">
                <a16:creationId xmlns:a16="http://schemas.microsoft.com/office/drawing/2014/main" id="{85397568-7566-441B-8DD9-BE26D2B2398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GT_10008">
            <a:extLst>
              <a:ext uri="{FF2B5EF4-FFF2-40B4-BE49-F238E27FC236}">
                <a16:creationId xmlns:a16="http://schemas.microsoft.com/office/drawing/2014/main" id="{24EDC710-AFD6-4C67-ADFC-6E913DC6A5A0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GT_10009">
            <a:extLst>
              <a:ext uri="{FF2B5EF4-FFF2-40B4-BE49-F238E27FC236}">
                <a16:creationId xmlns:a16="http://schemas.microsoft.com/office/drawing/2014/main" id="{F22A4B3F-2BE7-4F4B-980E-7E0CB9F41888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GT_10010">
            <a:extLst>
              <a:ext uri="{FF2B5EF4-FFF2-40B4-BE49-F238E27FC236}">
                <a16:creationId xmlns:a16="http://schemas.microsoft.com/office/drawing/2014/main" id="{31900FA7-70B6-4084-8548-A5CFFDCDFEA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GT_10011">
            <a:extLst>
              <a:ext uri="{FF2B5EF4-FFF2-40B4-BE49-F238E27FC236}">
                <a16:creationId xmlns:a16="http://schemas.microsoft.com/office/drawing/2014/main" id="{7F273240-CE72-499D-8AD9-70343D9B0B88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GT_10012">
            <a:extLst>
              <a:ext uri="{FF2B5EF4-FFF2-40B4-BE49-F238E27FC236}">
                <a16:creationId xmlns:a16="http://schemas.microsoft.com/office/drawing/2014/main" id="{DBE5676F-6565-4DBA-8A0A-910952F29146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GT_10013">
            <a:extLst>
              <a:ext uri="{FF2B5EF4-FFF2-40B4-BE49-F238E27FC236}">
                <a16:creationId xmlns:a16="http://schemas.microsoft.com/office/drawing/2014/main" id="{06AB6BEB-F66D-415D-BB18-2A8050FA8852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GT_10014">
            <a:extLst>
              <a:ext uri="{FF2B5EF4-FFF2-40B4-BE49-F238E27FC236}">
                <a16:creationId xmlns:a16="http://schemas.microsoft.com/office/drawing/2014/main" id="{CF36D045-BDD0-46FE-8912-47AE1056C20E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GT_10015">
            <a:extLst>
              <a:ext uri="{FF2B5EF4-FFF2-40B4-BE49-F238E27FC236}">
                <a16:creationId xmlns:a16="http://schemas.microsoft.com/office/drawing/2014/main" id="{4BD41556-3DE0-4F50-B4D3-CD59BB614A97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GT_10016">
            <a:extLst>
              <a:ext uri="{FF2B5EF4-FFF2-40B4-BE49-F238E27FC236}">
                <a16:creationId xmlns:a16="http://schemas.microsoft.com/office/drawing/2014/main" id="{B34A94DC-263B-40AF-8CD1-4A884E587955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GT_10017">
            <a:extLst>
              <a:ext uri="{FF2B5EF4-FFF2-40B4-BE49-F238E27FC236}">
                <a16:creationId xmlns:a16="http://schemas.microsoft.com/office/drawing/2014/main" id="{C628B8C8-EC9C-40BD-B574-80FA8AB84FC5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GT_10018">
            <a:extLst>
              <a:ext uri="{FF2B5EF4-FFF2-40B4-BE49-F238E27FC236}">
                <a16:creationId xmlns:a16="http://schemas.microsoft.com/office/drawing/2014/main" id="{FE362941-107C-434A-885E-5D9DECEEE81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GT_10019">
            <a:extLst>
              <a:ext uri="{FF2B5EF4-FFF2-40B4-BE49-F238E27FC236}">
                <a16:creationId xmlns:a16="http://schemas.microsoft.com/office/drawing/2014/main" id="{911F0E22-F974-4C64-AB3B-31ABA70608C2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GT_10020">
            <a:extLst>
              <a:ext uri="{FF2B5EF4-FFF2-40B4-BE49-F238E27FC236}">
                <a16:creationId xmlns:a16="http://schemas.microsoft.com/office/drawing/2014/main" id="{90E53CEA-8A2E-424D-A935-C5A8F21DAA1F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GT_10021">
            <a:extLst>
              <a:ext uri="{FF2B5EF4-FFF2-40B4-BE49-F238E27FC236}">
                <a16:creationId xmlns:a16="http://schemas.microsoft.com/office/drawing/2014/main" id="{6B0BA526-4624-490E-8EFB-2AFC575A75F6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GT_10022">
            <a:extLst>
              <a:ext uri="{FF2B5EF4-FFF2-40B4-BE49-F238E27FC236}">
                <a16:creationId xmlns:a16="http://schemas.microsoft.com/office/drawing/2014/main" id="{A15BF069-5D45-4905-804E-334D1441311B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GT_10023">
            <a:extLst>
              <a:ext uri="{FF2B5EF4-FFF2-40B4-BE49-F238E27FC236}">
                <a16:creationId xmlns:a16="http://schemas.microsoft.com/office/drawing/2014/main" id="{59D60357-A0AB-4CBF-9743-B8544F2E2121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GT_10024">
            <a:extLst>
              <a:ext uri="{FF2B5EF4-FFF2-40B4-BE49-F238E27FC236}">
                <a16:creationId xmlns:a16="http://schemas.microsoft.com/office/drawing/2014/main" id="{A329A5A6-F0C7-4407-8FF7-1EA28212B862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GT_10025">
            <a:extLst>
              <a:ext uri="{FF2B5EF4-FFF2-40B4-BE49-F238E27FC236}">
                <a16:creationId xmlns:a16="http://schemas.microsoft.com/office/drawing/2014/main" id="{0298E1E0-A618-4E4C-8A8E-4954FC186534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GT_10026">
            <a:extLst>
              <a:ext uri="{FF2B5EF4-FFF2-40B4-BE49-F238E27FC236}">
                <a16:creationId xmlns:a16="http://schemas.microsoft.com/office/drawing/2014/main" id="{1AD968AD-BA2F-4967-9CA8-08FEB40C3114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GT_10027">
            <a:extLst>
              <a:ext uri="{FF2B5EF4-FFF2-40B4-BE49-F238E27FC236}">
                <a16:creationId xmlns:a16="http://schemas.microsoft.com/office/drawing/2014/main" id="{61175438-48AD-4562-A6CC-5CB5E7033A6F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GT_10028">
            <a:extLst>
              <a:ext uri="{FF2B5EF4-FFF2-40B4-BE49-F238E27FC236}">
                <a16:creationId xmlns:a16="http://schemas.microsoft.com/office/drawing/2014/main" id="{F18F3071-90D8-4EB4-92B3-5EE550A74F9E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GT_10029">
            <a:extLst>
              <a:ext uri="{FF2B5EF4-FFF2-40B4-BE49-F238E27FC236}">
                <a16:creationId xmlns:a16="http://schemas.microsoft.com/office/drawing/2014/main" id="{6F159E74-09E0-403A-9035-0E467D844A5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GT_10030">
            <a:extLst>
              <a:ext uri="{FF2B5EF4-FFF2-40B4-BE49-F238E27FC236}">
                <a16:creationId xmlns:a16="http://schemas.microsoft.com/office/drawing/2014/main" id="{0DFAB95E-5354-4D94-A0FB-012D89E2A46E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GT_10031">
            <a:extLst>
              <a:ext uri="{FF2B5EF4-FFF2-40B4-BE49-F238E27FC236}">
                <a16:creationId xmlns:a16="http://schemas.microsoft.com/office/drawing/2014/main" id="{033C81F2-8C5C-46FE-BED6-236B39D6CBA3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GT_10032">
            <a:extLst>
              <a:ext uri="{FF2B5EF4-FFF2-40B4-BE49-F238E27FC236}">
                <a16:creationId xmlns:a16="http://schemas.microsoft.com/office/drawing/2014/main" id="{F6B6CC75-4DC2-4160-8598-2FC508DC364C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GT_10033">
            <a:extLst>
              <a:ext uri="{FF2B5EF4-FFF2-40B4-BE49-F238E27FC236}">
                <a16:creationId xmlns:a16="http://schemas.microsoft.com/office/drawing/2014/main" id="{E8BCD7DE-A326-4436-ACE6-68E9700C9DD9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GT_10034">
            <a:extLst>
              <a:ext uri="{FF2B5EF4-FFF2-40B4-BE49-F238E27FC236}">
                <a16:creationId xmlns:a16="http://schemas.microsoft.com/office/drawing/2014/main" id="{5C2949CA-AC17-4D8B-86E3-4099AD6764C3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GT_10035">
            <a:extLst>
              <a:ext uri="{FF2B5EF4-FFF2-40B4-BE49-F238E27FC236}">
                <a16:creationId xmlns:a16="http://schemas.microsoft.com/office/drawing/2014/main" id="{A05E3A1B-6D28-4C49-AD5B-5C461135407A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GT_10036">
            <a:extLst>
              <a:ext uri="{FF2B5EF4-FFF2-40B4-BE49-F238E27FC236}">
                <a16:creationId xmlns:a16="http://schemas.microsoft.com/office/drawing/2014/main" id="{6A3149E8-954A-4DF1-92B3-DB310EECA329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GT_10037">
            <a:extLst>
              <a:ext uri="{FF2B5EF4-FFF2-40B4-BE49-F238E27FC236}">
                <a16:creationId xmlns:a16="http://schemas.microsoft.com/office/drawing/2014/main" id="{367F4761-0D6E-4BB8-B9AA-BCA156626137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GT_10038">
            <a:extLst>
              <a:ext uri="{FF2B5EF4-FFF2-40B4-BE49-F238E27FC236}">
                <a16:creationId xmlns:a16="http://schemas.microsoft.com/office/drawing/2014/main" id="{0F6DD774-CB3E-4849-AEEF-6AE79BE6DF31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GT_10039">
            <a:extLst>
              <a:ext uri="{FF2B5EF4-FFF2-40B4-BE49-F238E27FC236}">
                <a16:creationId xmlns:a16="http://schemas.microsoft.com/office/drawing/2014/main" id="{2C320E90-0196-4D8F-8D62-157EE22A5524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GT_10040">
            <a:extLst>
              <a:ext uri="{FF2B5EF4-FFF2-40B4-BE49-F238E27FC236}">
                <a16:creationId xmlns:a16="http://schemas.microsoft.com/office/drawing/2014/main" id="{F5E91D02-CE4F-41A0-A434-17512F245B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GT_10041">
            <a:extLst>
              <a:ext uri="{FF2B5EF4-FFF2-40B4-BE49-F238E27FC236}">
                <a16:creationId xmlns:a16="http://schemas.microsoft.com/office/drawing/2014/main" id="{219832F6-9920-4F9C-B0BC-70BD3031B429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GT_10042">
            <a:extLst>
              <a:ext uri="{FF2B5EF4-FFF2-40B4-BE49-F238E27FC236}">
                <a16:creationId xmlns:a16="http://schemas.microsoft.com/office/drawing/2014/main" id="{4E7D46B4-1F50-4AF1-BC6A-F0BC62D3F5B1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GT_10043">
            <a:extLst>
              <a:ext uri="{FF2B5EF4-FFF2-40B4-BE49-F238E27FC236}">
                <a16:creationId xmlns:a16="http://schemas.microsoft.com/office/drawing/2014/main" id="{7B3E2349-8384-42D2-9137-EE3B28768C4C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GT_10044">
            <a:extLst>
              <a:ext uri="{FF2B5EF4-FFF2-40B4-BE49-F238E27FC236}">
                <a16:creationId xmlns:a16="http://schemas.microsoft.com/office/drawing/2014/main" id="{F310B6F1-C5C8-4DE8-A3DD-D7FDE40EDDC5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GT_10045">
            <a:extLst>
              <a:ext uri="{FF2B5EF4-FFF2-40B4-BE49-F238E27FC236}">
                <a16:creationId xmlns:a16="http://schemas.microsoft.com/office/drawing/2014/main" id="{0A9F351B-6607-4158-9E35-EFC67E75106B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GT_10046">
            <a:extLst>
              <a:ext uri="{FF2B5EF4-FFF2-40B4-BE49-F238E27FC236}">
                <a16:creationId xmlns:a16="http://schemas.microsoft.com/office/drawing/2014/main" id="{E23DF805-CA15-48ED-B377-FD76B4F2C946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GT_10047">
            <a:extLst>
              <a:ext uri="{FF2B5EF4-FFF2-40B4-BE49-F238E27FC236}">
                <a16:creationId xmlns:a16="http://schemas.microsoft.com/office/drawing/2014/main" id="{658D0243-A5F2-4B57-A33B-F16F1A0705EA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GT_10048">
            <a:extLst>
              <a:ext uri="{FF2B5EF4-FFF2-40B4-BE49-F238E27FC236}">
                <a16:creationId xmlns:a16="http://schemas.microsoft.com/office/drawing/2014/main" id="{9960A385-12B6-46AE-96AF-43C421A56233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GT_10049">
            <a:extLst>
              <a:ext uri="{FF2B5EF4-FFF2-40B4-BE49-F238E27FC236}">
                <a16:creationId xmlns:a16="http://schemas.microsoft.com/office/drawing/2014/main" id="{54E4EFB7-5055-477F-A409-D583660CAF91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GT_10050">
            <a:extLst>
              <a:ext uri="{FF2B5EF4-FFF2-40B4-BE49-F238E27FC236}">
                <a16:creationId xmlns:a16="http://schemas.microsoft.com/office/drawing/2014/main" id="{4ED306E9-EC29-4978-BACF-0EFC9FB20692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GT_10051">
            <a:extLst>
              <a:ext uri="{FF2B5EF4-FFF2-40B4-BE49-F238E27FC236}">
                <a16:creationId xmlns:a16="http://schemas.microsoft.com/office/drawing/2014/main" id="{C018B6AC-2642-4AEA-94EC-05E01E169F79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GT_10052">
            <a:extLst>
              <a:ext uri="{FF2B5EF4-FFF2-40B4-BE49-F238E27FC236}">
                <a16:creationId xmlns:a16="http://schemas.microsoft.com/office/drawing/2014/main" id="{272CA936-D67D-41D3-A14E-C01D0B5617B4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GT_10053">
            <a:extLst>
              <a:ext uri="{FF2B5EF4-FFF2-40B4-BE49-F238E27FC236}">
                <a16:creationId xmlns:a16="http://schemas.microsoft.com/office/drawing/2014/main" id="{91565037-10A4-441A-A8F2-9EC81588A5E8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GT_10054">
            <a:extLst>
              <a:ext uri="{FF2B5EF4-FFF2-40B4-BE49-F238E27FC236}">
                <a16:creationId xmlns:a16="http://schemas.microsoft.com/office/drawing/2014/main" id="{8008BAEE-232A-4BC5-A51A-5B0EF3395420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GT_10055">
            <a:extLst>
              <a:ext uri="{FF2B5EF4-FFF2-40B4-BE49-F238E27FC236}">
                <a16:creationId xmlns:a16="http://schemas.microsoft.com/office/drawing/2014/main" id="{CBD4BFD8-E5FF-442A-A715-1C6DA6E1AA3D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GT_10056">
            <a:extLst>
              <a:ext uri="{FF2B5EF4-FFF2-40B4-BE49-F238E27FC236}">
                <a16:creationId xmlns:a16="http://schemas.microsoft.com/office/drawing/2014/main" id="{EDD968F9-DE1C-48C5-A489-3B4D93057B66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GT_10057">
            <a:extLst>
              <a:ext uri="{FF2B5EF4-FFF2-40B4-BE49-F238E27FC236}">
                <a16:creationId xmlns:a16="http://schemas.microsoft.com/office/drawing/2014/main" id="{B688959A-3524-4675-B0D3-C268C90D656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GT_10058">
            <a:extLst>
              <a:ext uri="{FF2B5EF4-FFF2-40B4-BE49-F238E27FC236}">
                <a16:creationId xmlns:a16="http://schemas.microsoft.com/office/drawing/2014/main" id="{BBA4CD22-1465-4FCA-95A9-28F9204206F1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GT_10059">
            <a:extLst>
              <a:ext uri="{FF2B5EF4-FFF2-40B4-BE49-F238E27FC236}">
                <a16:creationId xmlns:a16="http://schemas.microsoft.com/office/drawing/2014/main" id="{816F7883-B91C-44BD-A7A0-739B4CDB7FDB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GT_10060">
            <a:extLst>
              <a:ext uri="{FF2B5EF4-FFF2-40B4-BE49-F238E27FC236}">
                <a16:creationId xmlns:a16="http://schemas.microsoft.com/office/drawing/2014/main" id="{79B3EE7E-897F-4F17-BDA8-A5A5D66A63EC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GT_10061">
            <a:extLst>
              <a:ext uri="{FF2B5EF4-FFF2-40B4-BE49-F238E27FC236}">
                <a16:creationId xmlns:a16="http://schemas.microsoft.com/office/drawing/2014/main" id="{853F86F7-AA02-4636-B422-720D275EB629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GT_10062">
            <a:extLst>
              <a:ext uri="{FF2B5EF4-FFF2-40B4-BE49-F238E27FC236}">
                <a16:creationId xmlns:a16="http://schemas.microsoft.com/office/drawing/2014/main" id="{A6D123DB-B34D-478B-8A57-9D335778EC3E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GT_10063">
            <a:extLst>
              <a:ext uri="{FF2B5EF4-FFF2-40B4-BE49-F238E27FC236}">
                <a16:creationId xmlns:a16="http://schemas.microsoft.com/office/drawing/2014/main" id="{D46ED28F-ACD3-44D0-B4FB-CD121BADC838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GT_10064">
            <a:extLst>
              <a:ext uri="{FF2B5EF4-FFF2-40B4-BE49-F238E27FC236}">
                <a16:creationId xmlns:a16="http://schemas.microsoft.com/office/drawing/2014/main" id="{A6C3A89A-372E-451E-8DA7-502103459A76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GT_10065">
            <a:extLst>
              <a:ext uri="{FF2B5EF4-FFF2-40B4-BE49-F238E27FC236}">
                <a16:creationId xmlns:a16="http://schemas.microsoft.com/office/drawing/2014/main" id="{0D0DE5F2-8C33-45E2-B29E-826D87F0AC3E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GT_10066">
            <a:extLst>
              <a:ext uri="{FF2B5EF4-FFF2-40B4-BE49-F238E27FC236}">
                <a16:creationId xmlns:a16="http://schemas.microsoft.com/office/drawing/2014/main" id="{6B8A47D9-DFFB-44B8-8CB6-5DF1B32643C2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GT_10067">
            <a:extLst>
              <a:ext uri="{FF2B5EF4-FFF2-40B4-BE49-F238E27FC236}">
                <a16:creationId xmlns:a16="http://schemas.microsoft.com/office/drawing/2014/main" id="{C020994E-15C1-45EC-A9C0-CCE12E6961A2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GT_10068">
            <a:extLst>
              <a:ext uri="{FF2B5EF4-FFF2-40B4-BE49-F238E27FC236}">
                <a16:creationId xmlns:a16="http://schemas.microsoft.com/office/drawing/2014/main" id="{A50C77C5-FC65-454D-8CA2-16B5561CD65C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GT_10069">
            <a:extLst>
              <a:ext uri="{FF2B5EF4-FFF2-40B4-BE49-F238E27FC236}">
                <a16:creationId xmlns:a16="http://schemas.microsoft.com/office/drawing/2014/main" id="{B25D0764-818F-4B7A-ACB7-1230FD0EDB11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GT_10070">
            <a:extLst>
              <a:ext uri="{FF2B5EF4-FFF2-40B4-BE49-F238E27FC236}">
                <a16:creationId xmlns:a16="http://schemas.microsoft.com/office/drawing/2014/main" id="{26C60929-9D81-4066-BE9B-2C03A9C962E6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GT_10071">
            <a:extLst>
              <a:ext uri="{FF2B5EF4-FFF2-40B4-BE49-F238E27FC236}">
                <a16:creationId xmlns:a16="http://schemas.microsoft.com/office/drawing/2014/main" id="{C8446B4A-8A5B-41F9-9F87-2132B266012E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GT_10072">
            <a:extLst>
              <a:ext uri="{FF2B5EF4-FFF2-40B4-BE49-F238E27FC236}">
                <a16:creationId xmlns:a16="http://schemas.microsoft.com/office/drawing/2014/main" id="{5AB2C66D-949B-40DA-9A02-A063DBC2374A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GT_10073">
            <a:extLst>
              <a:ext uri="{FF2B5EF4-FFF2-40B4-BE49-F238E27FC236}">
                <a16:creationId xmlns:a16="http://schemas.microsoft.com/office/drawing/2014/main" id="{B8A31321-80D2-4EBF-A4C1-62E319968EAD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GT_10074">
            <a:extLst>
              <a:ext uri="{FF2B5EF4-FFF2-40B4-BE49-F238E27FC236}">
                <a16:creationId xmlns:a16="http://schemas.microsoft.com/office/drawing/2014/main" id="{2E4BE500-3ECF-4886-A4F5-62D2EB2C5AEE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GT_10075">
            <a:extLst>
              <a:ext uri="{FF2B5EF4-FFF2-40B4-BE49-F238E27FC236}">
                <a16:creationId xmlns:a16="http://schemas.microsoft.com/office/drawing/2014/main" id="{9A03CDCE-7CA4-43F9-A58F-19F46F595107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GT_10076">
            <a:extLst>
              <a:ext uri="{FF2B5EF4-FFF2-40B4-BE49-F238E27FC236}">
                <a16:creationId xmlns:a16="http://schemas.microsoft.com/office/drawing/2014/main" id="{85471B77-F44C-460F-B73F-1C7DA0A2C200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GT_10077">
            <a:extLst>
              <a:ext uri="{FF2B5EF4-FFF2-40B4-BE49-F238E27FC236}">
                <a16:creationId xmlns:a16="http://schemas.microsoft.com/office/drawing/2014/main" id="{D912336A-2FF8-418E-8E16-764E0A4B36E9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GT_10078">
            <a:extLst>
              <a:ext uri="{FF2B5EF4-FFF2-40B4-BE49-F238E27FC236}">
                <a16:creationId xmlns:a16="http://schemas.microsoft.com/office/drawing/2014/main" id="{0524557C-592F-4F33-A628-8080E1BB19CB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GT_10079">
            <a:extLst>
              <a:ext uri="{FF2B5EF4-FFF2-40B4-BE49-F238E27FC236}">
                <a16:creationId xmlns:a16="http://schemas.microsoft.com/office/drawing/2014/main" id="{2E319772-0DC1-4598-8217-30B888206AB7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GT_10080">
            <a:extLst>
              <a:ext uri="{FF2B5EF4-FFF2-40B4-BE49-F238E27FC236}">
                <a16:creationId xmlns:a16="http://schemas.microsoft.com/office/drawing/2014/main" id="{96A8F5BD-C68B-4393-88BA-CB40396E74C3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GT_10081">
            <a:extLst>
              <a:ext uri="{FF2B5EF4-FFF2-40B4-BE49-F238E27FC236}">
                <a16:creationId xmlns:a16="http://schemas.microsoft.com/office/drawing/2014/main" id="{C61EA3E3-77D1-4C78-A4BB-685E146A0E24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GT_10082">
            <a:extLst>
              <a:ext uri="{FF2B5EF4-FFF2-40B4-BE49-F238E27FC236}">
                <a16:creationId xmlns:a16="http://schemas.microsoft.com/office/drawing/2014/main" id="{AFBC68EF-7539-4977-8FF3-70FB61F2979C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GT_10083">
            <a:extLst>
              <a:ext uri="{FF2B5EF4-FFF2-40B4-BE49-F238E27FC236}">
                <a16:creationId xmlns:a16="http://schemas.microsoft.com/office/drawing/2014/main" id="{757AA040-E15A-4F4D-857D-9350AECB14DB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GT_10084">
            <a:extLst>
              <a:ext uri="{FF2B5EF4-FFF2-40B4-BE49-F238E27FC236}">
                <a16:creationId xmlns:a16="http://schemas.microsoft.com/office/drawing/2014/main" id="{9DFC633B-4669-4E50-80E6-39D6FB30212E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GT_10085">
            <a:extLst>
              <a:ext uri="{FF2B5EF4-FFF2-40B4-BE49-F238E27FC236}">
                <a16:creationId xmlns:a16="http://schemas.microsoft.com/office/drawing/2014/main" id="{13625539-06D4-4B5F-96E4-CFE0A1DCEEB5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GT_10086">
            <a:extLst>
              <a:ext uri="{FF2B5EF4-FFF2-40B4-BE49-F238E27FC236}">
                <a16:creationId xmlns:a16="http://schemas.microsoft.com/office/drawing/2014/main" id="{7B55DBDE-AFDE-4B41-B132-6176E7A20487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GT_10087">
            <a:extLst>
              <a:ext uri="{FF2B5EF4-FFF2-40B4-BE49-F238E27FC236}">
                <a16:creationId xmlns:a16="http://schemas.microsoft.com/office/drawing/2014/main" id="{A8E3F942-6EC9-446B-A316-D8F054FBF715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GT_10088">
            <a:extLst>
              <a:ext uri="{FF2B5EF4-FFF2-40B4-BE49-F238E27FC236}">
                <a16:creationId xmlns:a16="http://schemas.microsoft.com/office/drawing/2014/main" id="{00BE11D5-0FCC-41CD-B6CD-076282192E13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GT_10089">
            <a:extLst>
              <a:ext uri="{FF2B5EF4-FFF2-40B4-BE49-F238E27FC236}">
                <a16:creationId xmlns:a16="http://schemas.microsoft.com/office/drawing/2014/main" id="{575A721E-5DBD-47BB-8D3A-E0B6947A0ACD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GT_10090">
            <a:extLst>
              <a:ext uri="{FF2B5EF4-FFF2-40B4-BE49-F238E27FC236}">
                <a16:creationId xmlns:a16="http://schemas.microsoft.com/office/drawing/2014/main" id="{5ED6D1A2-48C1-4DDB-9688-E7C4FCA1ECB4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GT_10091">
            <a:extLst>
              <a:ext uri="{FF2B5EF4-FFF2-40B4-BE49-F238E27FC236}">
                <a16:creationId xmlns:a16="http://schemas.microsoft.com/office/drawing/2014/main" id="{08474AB3-487E-4ADF-83DA-6D47FD0FB672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GT_10092">
            <a:extLst>
              <a:ext uri="{FF2B5EF4-FFF2-40B4-BE49-F238E27FC236}">
                <a16:creationId xmlns:a16="http://schemas.microsoft.com/office/drawing/2014/main" id="{E9C900D8-49AE-47B1-A78F-2E1DABF42E8D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GT_10093">
            <a:extLst>
              <a:ext uri="{FF2B5EF4-FFF2-40B4-BE49-F238E27FC236}">
                <a16:creationId xmlns:a16="http://schemas.microsoft.com/office/drawing/2014/main" id="{186F21E1-7FF0-42A4-A004-8EA181C832E7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GT_10094">
            <a:extLst>
              <a:ext uri="{FF2B5EF4-FFF2-40B4-BE49-F238E27FC236}">
                <a16:creationId xmlns:a16="http://schemas.microsoft.com/office/drawing/2014/main" id="{0454ADCE-A9D2-44FF-80D5-04264091CFA8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GT_10095">
            <a:extLst>
              <a:ext uri="{FF2B5EF4-FFF2-40B4-BE49-F238E27FC236}">
                <a16:creationId xmlns:a16="http://schemas.microsoft.com/office/drawing/2014/main" id="{009655A1-C6DB-4071-9BB9-C31C6E5B067B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GT_10096">
            <a:extLst>
              <a:ext uri="{FF2B5EF4-FFF2-40B4-BE49-F238E27FC236}">
                <a16:creationId xmlns:a16="http://schemas.microsoft.com/office/drawing/2014/main" id="{CD0306A9-759C-4C45-B344-9740E127B5F5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GT_10097">
            <a:extLst>
              <a:ext uri="{FF2B5EF4-FFF2-40B4-BE49-F238E27FC236}">
                <a16:creationId xmlns:a16="http://schemas.microsoft.com/office/drawing/2014/main" id="{EBCF20C0-AFB2-4C56-AE1E-1CB1707328D4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GT_10098">
            <a:extLst>
              <a:ext uri="{FF2B5EF4-FFF2-40B4-BE49-F238E27FC236}">
                <a16:creationId xmlns:a16="http://schemas.microsoft.com/office/drawing/2014/main" id="{19E5307E-7353-482C-AA12-229CCAED08DA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GT_10099">
            <a:extLst>
              <a:ext uri="{FF2B5EF4-FFF2-40B4-BE49-F238E27FC236}">
                <a16:creationId xmlns:a16="http://schemas.microsoft.com/office/drawing/2014/main" id="{1A5B2FE0-E893-4086-A570-A94651B1E41D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GT_10100">
            <a:extLst>
              <a:ext uri="{FF2B5EF4-FFF2-40B4-BE49-F238E27FC236}">
                <a16:creationId xmlns:a16="http://schemas.microsoft.com/office/drawing/2014/main" id="{9A54FFFF-9D44-4D2E-8B62-BF8F896A12D7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GT_10101">
            <a:extLst>
              <a:ext uri="{FF2B5EF4-FFF2-40B4-BE49-F238E27FC236}">
                <a16:creationId xmlns:a16="http://schemas.microsoft.com/office/drawing/2014/main" id="{F4B52658-C237-4DC1-B3C8-F777E403E7B4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GT_10102">
            <a:extLst>
              <a:ext uri="{FF2B5EF4-FFF2-40B4-BE49-F238E27FC236}">
                <a16:creationId xmlns:a16="http://schemas.microsoft.com/office/drawing/2014/main" id="{D50D22E5-0EFB-4661-A775-03D4AA22EE08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GT_10103">
            <a:extLst>
              <a:ext uri="{FF2B5EF4-FFF2-40B4-BE49-F238E27FC236}">
                <a16:creationId xmlns:a16="http://schemas.microsoft.com/office/drawing/2014/main" id="{3E9BD851-AF88-41C7-A23E-2EB3FC37E0CD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GT_10104">
            <a:extLst>
              <a:ext uri="{FF2B5EF4-FFF2-40B4-BE49-F238E27FC236}">
                <a16:creationId xmlns:a16="http://schemas.microsoft.com/office/drawing/2014/main" id="{E2B20947-DC7A-4FC1-BCD0-C0D535647D98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GT_10105">
            <a:extLst>
              <a:ext uri="{FF2B5EF4-FFF2-40B4-BE49-F238E27FC236}">
                <a16:creationId xmlns:a16="http://schemas.microsoft.com/office/drawing/2014/main" id="{88FB575F-D681-4D0C-8E84-CE46767A7EFA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GT_10106">
            <a:extLst>
              <a:ext uri="{FF2B5EF4-FFF2-40B4-BE49-F238E27FC236}">
                <a16:creationId xmlns:a16="http://schemas.microsoft.com/office/drawing/2014/main" id="{B161169A-7933-4F2D-8A81-041C50EA2094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GT_10107">
            <a:extLst>
              <a:ext uri="{FF2B5EF4-FFF2-40B4-BE49-F238E27FC236}">
                <a16:creationId xmlns:a16="http://schemas.microsoft.com/office/drawing/2014/main" id="{A183A648-6535-4D48-9178-933EFA66DBD5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GT_10108">
            <a:extLst>
              <a:ext uri="{FF2B5EF4-FFF2-40B4-BE49-F238E27FC236}">
                <a16:creationId xmlns:a16="http://schemas.microsoft.com/office/drawing/2014/main" id="{076AB93B-8903-4078-B5C5-FF01C5B1315A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GT_10109">
            <a:extLst>
              <a:ext uri="{FF2B5EF4-FFF2-40B4-BE49-F238E27FC236}">
                <a16:creationId xmlns:a16="http://schemas.microsoft.com/office/drawing/2014/main" id="{92C3B8E3-47C6-474D-A654-70A6E6E5558A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GT_10110">
            <a:extLst>
              <a:ext uri="{FF2B5EF4-FFF2-40B4-BE49-F238E27FC236}">
                <a16:creationId xmlns:a16="http://schemas.microsoft.com/office/drawing/2014/main" id="{8DCE921B-8678-4CA1-99D7-3B3575BC44FA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GT_10111">
            <a:extLst>
              <a:ext uri="{FF2B5EF4-FFF2-40B4-BE49-F238E27FC236}">
                <a16:creationId xmlns:a16="http://schemas.microsoft.com/office/drawing/2014/main" id="{A3C39256-19CD-43ED-B2A3-B7094F7B7CF6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GT_10112">
            <a:extLst>
              <a:ext uri="{FF2B5EF4-FFF2-40B4-BE49-F238E27FC236}">
                <a16:creationId xmlns:a16="http://schemas.microsoft.com/office/drawing/2014/main" id="{ED35D8F8-2482-4448-BE12-8A6FE4F284D3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GT_10113">
            <a:extLst>
              <a:ext uri="{FF2B5EF4-FFF2-40B4-BE49-F238E27FC236}">
                <a16:creationId xmlns:a16="http://schemas.microsoft.com/office/drawing/2014/main" id="{5C795056-A321-4D23-95B1-4655397607AD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GT_10114">
            <a:extLst>
              <a:ext uri="{FF2B5EF4-FFF2-40B4-BE49-F238E27FC236}">
                <a16:creationId xmlns:a16="http://schemas.microsoft.com/office/drawing/2014/main" id="{62654F7C-66F8-4C59-8973-D96FEED8201C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GT_10115">
            <a:extLst>
              <a:ext uri="{FF2B5EF4-FFF2-40B4-BE49-F238E27FC236}">
                <a16:creationId xmlns:a16="http://schemas.microsoft.com/office/drawing/2014/main" id="{ACE9E28E-05CB-43F8-9445-04F9F3CB9C22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GT_10116">
            <a:extLst>
              <a:ext uri="{FF2B5EF4-FFF2-40B4-BE49-F238E27FC236}">
                <a16:creationId xmlns:a16="http://schemas.microsoft.com/office/drawing/2014/main" id="{53409159-220A-4CFB-B613-4B51FA179FEE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GT_10117">
            <a:extLst>
              <a:ext uri="{FF2B5EF4-FFF2-40B4-BE49-F238E27FC236}">
                <a16:creationId xmlns:a16="http://schemas.microsoft.com/office/drawing/2014/main" id="{E18A8194-102C-4D08-B162-33A587FD7B7E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GT_10118">
            <a:extLst>
              <a:ext uri="{FF2B5EF4-FFF2-40B4-BE49-F238E27FC236}">
                <a16:creationId xmlns:a16="http://schemas.microsoft.com/office/drawing/2014/main" id="{85A75BEA-47B7-442B-BEF5-E47E24CCDC5C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GT_10119">
            <a:extLst>
              <a:ext uri="{FF2B5EF4-FFF2-40B4-BE49-F238E27FC236}">
                <a16:creationId xmlns:a16="http://schemas.microsoft.com/office/drawing/2014/main" id="{5DD186E1-D829-4AE3-9E31-47163668244B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GT_10120">
            <a:extLst>
              <a:ext uri="{FF2B5EF4-FFF2-40B4-BE49-F238E27FC236}">
                <a16:creationId xmlns:a16="http://schemas.microsoft.com/office/drawing/2014/main" id="{F141E6D9-5C16-489C-BA3D-384352104EF5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GT_10121">
            <a:extLst>
              <a:ext uri="{FF2B5EF4-FFF2-40B4-BE49-F238E27FC236}">
                <a16:creationId xmlns:a16="http://schemas.microsoft.com/office/drawing/2014/main" id="{EBF9D6B8-6187-4A84-8252-544F66027FCA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GT_10122">
            <a:extLst>
              <a:ext uri="{FF2B5EF4-FFF2-40B4-BE49-F238E27FC236}">
                <a16:creationId xmlns:a16="http://schemas.microsoft.com/office/drawing/2014/main" id="{5C70A479-B60B-44D6-A9DD-74230335CC11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GT_10123">
            <a:extLst>
              <a:ext uri="{FF2B5EF4-FFF2-40B4-BE49-F238E27FC236}">
                <a16:creationId xmlns:a16="http://schemas.microsoft.com/office/drawing/2014/main" id="{45CCA59A-9A03-454C-B637-3C580ED791EE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GT_10124">
            <a:extLst>
              <a:ext uri="{FF2B5EF4-FFF2-40B4-BE49-F238E27FC236}">
                <a16:creationId xmlns:a16="http://schemas.microsoft.com/office/drawing/2014/main" id="{C2BAF986-88B7-45B5-B7AB-20DB6BA37316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GT_10125">
            <a:extLst>
              <a:ext uri="{FF2B5EF4-FFF2-40B4-BE49-F238E27FC236}">
                <a16:creationId xmlns:a16="http://schemas.microsoft.com/office/drawing/2014/main" id="{D5950004-A65B-4A48-B582-052C8425593F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GT_10126">
            <a:extLst>
              <a:ext uri="{FF2B5EF4-FFF2-40B4-BE49-F238E27FC236}">
                <a16:creationId xmlns:a16="http://schemas.microsoft.com/office/drawing/2014/main" id="{58B94421-B6FD-45DA-8209-F6055238C86C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GT_10127">
            <a:extLst>
              <a:ext uri="{FF2B5EF4-FFF2-40B4-BE49-F238E27FC236}">
                <a16:creationId xmlns:a16="http://schemas.microsoft.com/office/drawing/2014/main" id="{B90583D2-7C64-45FC-B0B8-ED7AE480CFC9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GT_10128">
            <a:extLst>
              <a:ext uri="{FF2B5EF4-FFF2-40B4-BE49-F238E27FC236}">
                <a16:creationId xmlns:a16="http://schemas.microsoft.com/office/drawing/2014/main" id="{A239BF80-090D-4515-BCB6-0D236C7726F6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GT_10129">
            <a:extLst>
              <a:ext uri="{FF2B5EF4-FFF2-40B4-BE49-F238E27FC236}">
                <a16:creationId xmlns:a16="http://schemas.microsoft.com/office/drawing/2014/main" id="{BF4C6AB5-646A-4AC7-8E52-EEC2A8151520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GT_10130">
            <a:extLst>
              <a:ext uri="{FF2B5EF4-FFF2-40B4-BE49-F238E27FC236}">
                <a16:creationId xmlns:a16="http://schemas.microsoft.com/office/drawing/2014/main" id="{B32BAD95-F9A0-421F-8C97-E4A2FE772ED4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GT_10131">
            <a:extLst>
              <a:ext uri="{FF2B5EF4-FFF2-40B4-BE49-F238E27FC236}">
                <a16:creationId xmlns:a16="http://schemas.microsoft.com/office/drawing/2014/main" id="{F63CD8CE-251B-401D-8A2B-B1DA0F8C687B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GT_10132">
            <a:extLst>
              <a:ext uri="{FF2B5EF4-FFF2-40B4-BE49-F238E27FC236}">
                <a16:creationId xmlns:a16="http://schemas.microsoft.com/office/drawing/2014/main" id="{6CAC2164-8A5F-4138-BB03-A10A4ABDC9AB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GT_10133">
            <a:extLst>
              <a:ext uri="{FF2B5EF4-FFF2-40B4-BE49-F238E27FC236}">
                <a16:creationId xmlns:a16="http://schemas.microsoft.com/office/drawing/2014/main" id="{54B8FCB3-ABB9-4455-AC68-155F5D27E884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GT_10134">
            <a:extLst>
              <a:ext uri="{FF2B5EF4-FFF2-40B4-BE49-F238E27FC236}">
                <a16:creationId xmlns:a16="http://schemas.microsoft.com/office/drawing/2014/main" id="{699BAD71-6A0B-4D51-BFB8-26443A7EDEDE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GT_10135">
            <a:extLst>
              <a:ext uri="{FF2B5EF4-FFF2-40B4-BE49-F238E27FC236}">
                <a16:creationId xmlns:a16="http://schemas.microsoft.com/office/drawing/2014/main" id="{373D9DEB-886A-45C3-832F-6D1F457A5FD5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GT_10136">
            <a:extLst>
              <a:ext uri="{FF2B5EF4-FFF2-40B4-BE49-F238E27FC236}">
                <a16:creationId xmlns:a16="http://schemas.microsoft.com/office/drawing/2014/main" id="{AF2DC3A5-CD79-461E-99BC-47E645FD05D5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GT_10137">
            <a:extLst>
              <a:ext uri="{FF2B5EF4-FFF2-40B4-BE49-F238E27FC236}">
                <a16:creationId xmlns:a16="http://schemas.microsoft.com/office/drawing/2014/main" id="{8BA797F5-D5B5-4856-BD1F-37BF12DFFF3A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GT_10138">
            <a:extLst>
              <a:ext uri="{FF2B5EF4-FFF2-40B4-BE49-F238E27FC236}">
                <a16:creationId xmlns:a16="http://schemas.microsoft.com/office/drawing/2014/main" id="{B5F39AB4-57A3-43EE-8F8E-4953C5248F77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GT_10139">
            <a:extLst>
              <a:ext uri="{FF2B5EF4-FFF2-40B4-BE49-F238E27FC236}">
                <a16:creationId xmlns:a16="http://schemas.microsoft.com/office/drawing/2014/main" id="{6EE89BF1-AB0F-4A9D-960D-FB43A63E68BC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GT_10140">
            <a:extLst>
              <a:ext uri="{FF2B5EF4-FFF2-40B4-BE49-F238E27FC236}">
                <a16:creationId xmlns:a16="http://schemas.microsoft.com/office/drawing/2014/main" id="{9597606F-FC7A-45E1-9980-A24A1A57F15B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GT_10141">
            <a:extLst>
              <a:ext uri="{FF2B5EF4-FFF2-40B4-BE49-F238E27FC236}">
                <a16:creationId xmlns:a16="http://schemas.microsoft.com/office/drawing/2014/main" id="{2A930A10-F938-4EE4-881B-88D441884828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GT_10142">
            <a:extLst>
              <a:ext uri="{FF2B5EF4-FFF2-40B4-BE49-F238E27FC236}">
                <a16:creationId xmlns:a16="http://schemas.microsoft.com/office/drawing/2014/main" id="{E688035E-89AF-46E2-8D81-F159EC95945D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GT_10143">
            <a:extLst>
              <a:ext uri="{FF2B5EF4-FFF2-40B4-BE49-F238E27FC236}">
                <a16:creationId xmlns:a16="http://schemas.microsoft.com/office/drawing/2014/main" id="{597D6B75-5D8E-4C5D-8039-81DB5F16679E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GT_10144">
            <a:extLst>
              <a:ext uri="{FF2B5EF4-FFF2-40B4-BE49-F238E27FC236}">
                <a16:creationId xmlns:a16="http://schemas.microsoft.com/office/drawing/2014/main" id="{DD14C758-044B-4860-88E3-23D2658E45CF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GT_10145">
            <a:extLst>
              <a:ext uri="{FF2B5EF4-FFF2-40B4-BE49-F238E27FC236}">
                <a16:creationId xmlns:a16="http://schemas.microsoft.com/office/drawing/2014/main" id="{06BE327A-1F2E-4D3B-B518-6C08A6F6E268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GT_10146">
            <a:extLst>
              <a:ext uri="{FF2B5EF4-FFF2-40B4-BE49-F238E27FC236}">
                <a16:creationId xmlns:a16="http://schemas.microsoft.com/office/drawing/2014/main" id="{69FF35D2-5B1B-48DC-B350-148BAD7C7271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GT_10147">
            <a:extLst>
              <a:ext uri="{FF2B5EF4-FFF2-40B4-BE49-F238E27FC236}">
                <a16:creationId xmlns:a16="http://schemas.microsoft.com/office/drawing/2014/main" id="{32957D29-E3F0-4648-92A9-B17909E589B5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GT_10148">
            <a:extLst>
              <a:ext uri="{FF2B5EF4-FFF2-40B4-BE49-F238E27FC236}">
                <a16:creationId xmlns:a16="http://schemas.microsoft.com/office/drawing/2014/main" id="{2C14AF9D-0317-47AB-AF01-B9C5A8409EE0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GT_10149">
            <a:extLst>
              <a:ext uri="{FF2B5EF4-FFF2-40B4-BE49-F238E27FC236}">
                <a16:creationId xmlns:a16="http://schemas.microsoft.com/office/drawing/2014/main" id="{D9B1B97F-EC62-40C3-A356-DDA33CC30007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GT_10150">
            <a:extLst>
              <a:ext uri="{FF2B5EF4-FFF2-40B4-BE49-F238E27FC236}">
                <a16:creationId xmlns:a16="http://schemas.microsoft.com/office/drawing/2014/main" id="{71B49A09-424F-4EC2-A465-7438AE2E5BFE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GT_10151">
            <a:extLst>
              <a:ext uri="{FF2B5EF4-FFF2-40B4-BE49-F238E27FC236}">
                <a16:creationId xmlns:a16="http://schemas.microsoft.com/office/drawing/2014/main" id="{3D1B15F8-2219-4CE8-AE2F-E2E84A264D41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GT_10152">
            <a:extLst>
              <a:ext uri="{FF2B5EF4-FFF2-40B4-BE49-F238E27FC236}">
                <a16:creationId xmlns:a16="http://schemas.microsoft.com/office/drawing/2014/main" id="{B66820AE-5842-48C3-9DC5-D8CED73104E2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GT_10153">
            <a:extLst>
              <a:ext uri="{FF2B5EF4-FFF2-40B4-BE49-F238E27FC236}">
                <a16:creationId xmlns:a16="http://schemas.microsoft.com/office/drawing/2014/main" id="{414AD2EA-A449-4003-B87C-B591C7723968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GT_10154">
            <a:extLst>
              <a:ext uri="{FF2B5EF4-FFF2-40B4-BE49-F238E27FC236}">
                <a16:creationId xmlns:a16="http://schemas.microsoft.com/office/drawing/2014/main" id="{D2391C0D-5284-47C7-ADD5-7CB974CDD7E3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GT_10155">
            <a:extLst>
              <a:ext uri="{FF2B5EF4-FFF2-40B4-BE49-F238E27FC236}">
                <a16:creationId xmlns:a16="http://schemas.microsoft.com/office/drawing/2014/main" id="{80B9DA5F-C7D2-4B9E-8FED-6390FF65851F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GT_10156">
            <a:extLst>
              <a:ext uri="{FF2B5EF4-FFF2-40B4-BE49-F238E27FC236}">
                <a16:creationId xmlns:a16="http://schemas.microsoft.com/office/drawing/2014/main" id="{D8C390AC-23E7-4161-81A4-E855D5751DF1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GT_10157">
            <a:extLst>
              <a:ext uri="{FF2B5EF4-FFF2-40B4-BE49-F238E27FC236}">
                <a16:creationId xmlns:a16="http://schemas.microsoft.com/office/drawing/2014/main" id="{2E0CD59F-8759-4C3C-B875-F20A4A872956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GT_10158">
            <a:extLst>
              <a:ext uri="{FF2B5EF4-FFF2-40B4-BE49-F238E27FC236}">
                <a16:creationId xmlns:a16="http://schemas.microsoft.com/office/drawing/2014/main" id="{084E1634-3234-43F7-BE00-D8C6B1A00F48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GT_10159">
            <a:extLst>
              <a:ext uri="{FF2B5EF4-FFF2-40B4-BE49-F238E27FC236}">
                <a16:creationId xmlns:a16="http://schemas.microsoft.com/office/drawing/2014/main" id="{9A8469A0-4F8B-4F47-B35B-58FEB6ADA34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GT_10160">
            <a:extLst>
              <a:ext uri="{FF2B5EF4-FFF2-40B4-BE49-F238E27FC236}">
                <a16:creationId xmlns:a16="http://schemas.microsoft.com/office/drawing/2014/main" id="{E9D56840-4C54-461F-9752-E1DD7C072EDC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GT_10161">
            <a:extLst>
              <a:ext uri="{FF2B5EF4-FFF2-40B4-BE49-F238E27FC236}">
                <a16:creationId xmlns:a16="http://schemas.microsoft.com/office/drawing/2014/main" id="{1EF15017-587F-4719-A6A7-38DEA245D3BD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GT_10162">
            <a:extLst>
              <a:ext uri="{FF2B5EF4-FFF2-40B4-BE49-F238E27FC236}">
                <a16:creationId xmlns:a16="http://schemas.microsoft.com/office/drawing/2014/main" id="{B56511D2-BDD6-4EBF-BDA5-3B5906DF4B6F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GT_10163">
            <a:extLst>
              <a:ext uri="{FF2B5EF4-FFF2-40B4-BE49-F238E27FC236}">
                <a16:creationId xmlns:a16="http://schemas.microsoft.com/office/drawing/2014/main" id="{3A6472E5-D3E1-471A-8D78-DB0EB4C79076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GT_10164">
            <a:extLst>
              <a:ext uri="{FF2B5EF4-FFF2-40B4-BE49-F238E27FC236}">
                <a16:creationId xmlns:a16="http://schemas.microsoft.com/office/drawing/2014/main" id="{A76F4AD3-6795-4BC4-A11B-E4F866E6570F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GT_10165">
            <a:extLst>
              <a:ext uri="{FF2B5EF4-FFF2-40B4-BE49-F238E27FC236}">
                <a16:creationId xmlns:a16="http://schemas.microsoft.com/office/drawing/2014/main" id="{5D1D08A2-BA13-4E03-837C-1740BB55326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GT_10166">
            <a:extLst>
              <a:ext uri="{FF2B5EF4-FFF2-40B4-BE49-F238E27FC236}">
                <a16:creationId xmlns:a16="http://schemas.microsoft.com/office/drawing/2014/main" id="{BAB93BC3-1A67-49F2-B738-45403D51E76E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GT_10167">
            <a:extLst>
              <a:ext uri="{FF2B5EF4-FFF2-40B4-BE49-F238E27FC236}">
                <a16:creationId xmlns:a16="http://schemas.microsoft.com/office/drawing/2014/main" id="{2DA52BA3-42AA-424C-8204-B37570F1DDC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GT_10168">
            <a:extLst>
              <a:ext uri="{FF2B5EF4-FFF2-40B4-BE49-F238E27FC236}">
                <a16:creationId xmlns:a16="http://schemas.microsoft.com/office/drawing/2014/main" id="{B127E10F-3D22-4925-AB8B-56157B62F49F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GT_10169">
            <a:extLst>
              <a:ext uri="{FF2B5EF4-FFF2-40B4-BE49-F238E27FC236}">
                <a16:creationId xmlns:a16="http://schemas.microsoft.com/office/drawing/2014/main" id="{941EDF4F-5C53-48D0-B1F9-502560A795D4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GT_10170">
            <a:extLst>
              <a:ext uri="{FF2B5EF4-FFF2-40B4-BE49-F238E27FC236}">
                <a16:creationId xmlns:a16="http://schemas.microsoft.com/office/drawing/2014/main" id="{6E3A48E3-BAC4-4467-B8B5-2B9E06C728E0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GT_10171">
            <a:extLst>
              <a:ext uri="{FF2B5EF4-FFF2-40B4-BE49-F238E27FC236}">
                <a16:creationId xmlns:a16="http://schemas.microsoft.com/office/drawing/2014/main" id="{DC0B7027-0A16-4624-B5CC-7133A13DB920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GT_10172">
            <a:extLst>
              <a:ext uri="{FF2B5EF4-FFF2-40B4-BE49-F238E27FC236}">
                <a16:creationId xmlns:a16="http://schemas.microsoft.com/office/drawing/2014/main" id="{147D9AD0-6B58-40F2-89DA-320D03DB40D7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GT_10173">
            <a:extLst>
              <a:ext uri="{FF2B5EF4-FFF2-40B4-BE49-F238E27FC236}">
                <a16:creationId xmlns:a16="http://schemas.microsoft.com/office/drawing/2014/main" id="{D07822A1-932B-4A09-97AA-E717032CA908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GT_10174">
            <a:extLst>
              <a:ext uri="{FF2B5EF4-FFF2-40B4-BE49-F238E27FC236}">
                <a16:creationId xmlns:a16="http://schemas.microsoft.com/office/drawing/2014/main" id="{B5625FE3-7224-4DF3-9D73-A080FDEAA2CB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GT_10175">
            <a:extLst>
              <a:ext uri="{FF2B5EF4-FFF2-40B4-BE49-F238E27FC236}">
                <a16:creationId xmlns:a16="http://schemas.microsoft.com/office/drawing/2014/main" id="{9B020A83-82D5-434C-9028-F84E073ABB8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GT_10176">
            <a:extLst>
              <a:ext uri="{FF2B5EF4-FFF2-40B4-BE49-F238E27FC236}">
                <a16:creationId xmlns:a16="http://schemas.microsoft.com/office/drawing/2014/main" id="{C19EB116-8E9E-48A6-8532-30C3392EFC68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GT_10177">
            <a:extLst>
              <a:ext uri="{FF2B5EF4-FFF2-40B4-BE49-F238E27FC236}">
                <a16:creationId xmlns:a16="http://schemas.microsoft.com/office/drawing/2014/main" id="{14F87D1D-215D-4BF5-93D7-9816E912C9F6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GT_10178">
            <a:extLst>
              <a:ext uri="{FF2B5EF4-FFF2-40B4-BE49-F238E27FC236}">
                <a16:creationId xmlns:a16="http://schemas.microsoft.com/office/drawing/2014/main" id="{F2E5BF05-1F3E-431C-8D04-A5E31033E5EC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GT_10179">
            <a:extLst>
              <a:ext uri="{FF2B5EF4-FFF2-40B4-BE49-F238E27FC236}">
                <a16:creationId xmlns:a16="http://schemas.microsoft.com/office/drawing/2014/main" id="{809F0F71-61F0-4198-A4DB-B8895048ECAE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GT_10180">
            <a:extLst>
              <a:ext uri="{FF2B5EF4-FFF2-40B4-BE49-F238E27FC236}">
                <a16:creationId xmlns:a16="http://schemas.microsoft.com/office/drawing/2014/main" id="{23C1E7B8-A97B-44A6-80C5-4776C202F454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GT_10181">
            <a:extLst>
              <a:ext uri="{FF2B5EF4-FFF2-40B4-BE49-F238E27FC236}">
                <a16:creationId xmlns:a16="http://schemas.microsoft.com/office/drawing/2014/main" id="{C547CB3B-EB8C-4605-A413-DA760A121CB1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GT_10182">
            <a:extLst>
              <a:ext uri="{FF2B5EF4-FFF2-40B4-BE49-F238E27FC236}">
                <a16:creationId xmlns:a16="http://schemas.microsoft.com/office/drawing/2014/main" id="{EEA676B6-9316-46E6-B289-9E7C8EACBDEB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GT_10183">
            <a:extLst>
              <a:ext uri="{FF2B5EF4-FFF2-40B4-BE49-F238E27FC236}">
                <a16:creationId xmlns:a16="http://schemas.microsoft.com/office/drawing/2014/main" id="{9260A8D8-1E8D-45F6-BECA-CA7C7D1289EE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GT_10184">
            <a:extLst>
              <a:ext uri="{FF2B5EF4-FFF2-40B4-BE49-F238E27FC236}">
                <a16:creationId xmlns:a16="http://schemas.microsoft.com/office/drawing/2014/main" id="{AF8BFF55-6FEF-43B6-953B-642E0A9C5A0A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GT_10185">
            <a:extLst>
              <a:ext uri="{FF2B5EF4-FFF2-40B4-BE49-F238E27FC236}">
                <a16:creationId xmlns:a16="http://schemas.microsoft.com/office/drawing/2014/main" id="{89145943-CF9F-41BD-A4B8-487F55063896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GT_10186">
            <a:extLst>
              <a:ext uri="{FF2B5EF4-FFF2-40B4-BE49-F238E27FC236}">
                <a16:creationId xmlns:a16="http://schemas.microsoft.com/office/drawing/2014/main" id="{B6A80436-AFA9-4752-91AC-8623D4CC9B50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GT_10187">
            <a:extLst>
              <a:ext uri="{FF2B5EF4-FFF2-40B4-BE49-F238E27FC236}">
                <a16:creationId xmlns:a16="http://schemas.microsoft.com/office/drawing/2014/main" id="{FC004C77-C513-44EB-8118-03DC8EDD67E9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GT_10188">
            <a:extLst>
              <a:ext uri="{FF2B5EF4-FFF2-40B4-BE49-F238E27FC236}">
                <a16:creationId xmlns:a16="http://schemas.microsoft.com/office/drawing/2014/main" id="{A81393D1-4826-4571-9BCE-95DA9AEA0460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GT_10189">
            <a:extLst>
              <a:ext uri="{FF2B5EF4-FFF2-40B4-BE49-F238E27FC236}">
                <a16:creationId xmlns:a16="http://schemas.microsoft.com/office/drawing/2014/main" id="{540B1E72-31AF-484B-8B7C-D62F7C6DD259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GT_10190">
            <a:extLst>
              <a:ext uri="{FF2B5EF4-FFF2-40B4-BE49-F238E27FC236}">
                <a16:creationId xmlns:a16="http://schemas.microsoft.com/office/drawing/2014/main" id="{BC8B4124-7AA2-4114-8547-D54083829CCF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GT_10191">
            <a:extLst>
              <a:ext uri="{FF2B5EF4-FFF2-40B4-BE49-F238E27FC236}">
                <a16:creationId xmlns:a16="http://schemas.microsoft.com/office/drawing/2014/main" id="{62CC6526-096E-4DB1-AC22-8FD41DD80118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GT_10192">
            <a:extLst>
              <a:ext uri="{FF2B5EF4-FFF2-40B4-BE49-F238E27FC236}">
                <a16:creationId xmlns:a16="http://schemas.microsoft.com/office/drawing/2014/main" id="{543DEC95-E8A8-48FC-8D9B-7152C50EE36F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GT_10193">
            <a:extLst>
              <a:ext uri="{FF2B5EF4-FFF2-40B4-BE49-F238E27FC236}">
                <a16:creationId xmlns:a16="http://schemas.microsoft.com/office/drawing/2014/main" id="{1E13213C-27FE-4578-BB4C-972A8427F58D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GT_10194">
            <a:extLst>
              <a:ext uri="{FF2B5EF4-FFF2-40B4-BE49-F238E27FC236}">
                <a16:creationId xmlns:a16="http://schemas.microsoft.com/office/drawing/2014/main" id="{AE7B7E8C-71A9-4CB2-9ED5-DFCB540084A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GT_10195">
            <a:extLst>
              <a:ext uri="{FF2B5EF4-FFF2-40B4-BE49-F238E27FC236}">
                <a16:creationId xmlns:a16="http://schemas.microsoft.com/office/drawing/2014/main" id="{BBFAEFF9-16C3-4F8D-BC99-9D6A7979F29B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GT_10196">
            <a:extLst>
              <a:ext uri="{FF2B5EF4-FFF2-40B4-BE49-F238E27FC236}">
                <a16:creationId xmlns:a16="http://schemas.microsoft.com/office/drawing/2014/main" id="{153C8209-1C55-4C7A-B222-1BD3D40A3C33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GT_10197">
            <a:extLst>
              <a:ext uri="{FF2B5EF4-FFF2-40B4-BE49-F238E27FC236}">
                <a16:creationId xmlns:a16="http://schemas.microsoft.com/office/drawing/2014/main" id="{23881B60-D1FF-4436-896A-C445F318E6C4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GT_10198">
            <a:extLst>
              <a:ext uri="{FF2B5EF4-FFF2-40B4-BE49-F238E27FC236}">
                <a16:creationId xmlns:a16="http://schemas.microsoft.com/office/drawing/2014/main" id="{8D096F00-5510-48F2-AE19-B325327168FE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GT_10199">
            <a:extLst>
              <a:ext uri="{FF2B5EF4-FFF2-40B4-BE49-F238E27FC236}">
                <a16:creationId xmlns:a16="http://schemas.microsoft.com/office/drawing/2014/main" id="{1212BC74-A9F3-4AC8-95F0-C0C5C2DB26AC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GT_10200">
            <a:extLst>
              <a:ext uri="{FF2B5EF4-FFF2-40B4-BE49-F238E27FC236}">
                <a16:creationId xmlns:a16="http://schemas.microsoft.com/office/drawing/2014/main" id="{6C1ABE54-5650-4285-83CF-11A65449CD90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GT_10201">
            <a:extLst>
              <a:ext uri="{FF2B5EF4-FFF2-40B4-BE49-F238E27FC236}">
                <a16:creationId xmlns:a16="http://schemas.microsoft.com/office/drawing/2014/main" id="{0FFE5576-010F-442A-A1AE-9EAE6BF296FD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GT_10202">
            <a:extLst>
              <a:ext uri="{FF2B5EF4-FFF2-40B4-BE49-F238E27FC236}">
                <a16:creationId xmlns:a16="http://schemas.microsoft.com/office/drawing/2014/main" id="{17E46378-CB15-48B5-8976-9ED57C2C1B1E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GT_10203">
            <a:extLst>
              <a:ext uri="{FF2B5EF4-FFF2-40B4-BE49-F238E27FC236}">
                <a16:creationId xmlns:a16="http://schemas.microsoft.com/office/drawing/2014/main" id="{826D8BA9-FCEA-4B9F-AC8E-247439D6DDA8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GT_10204">
            <a:extLst>
              <a:ext uri="{FF2B5EF4-FFF2-40B4-BE49-F238E27FC236}">
                <a16:creationId xmlns:a16="http://schemas.microsoft.com/office/drawing/2014/main" id="{23D08D56-B185-4217-8B7C-5899C255F056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GT_10205">
            <a:extLst>
              <a:ext uri="{FF2B5EF4-FFF2-40B4-BE49-F238E27FC236}">
                <a16:creationId xmlns:a16="http://schemas.microsoft.com/office/drawing/2014/main" id="{B2181151-99B5-4D16-A207-3FCF809CE75A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GT_10206">
            <a:extLst>
              <a:ext uri="{FF2B5EF4-FFF2-40B4-BE49-F238E27FC236}">
                <a16:creationId xmlns:a16="http://schemas.microsoft.com/office/drawing/2014/main" id="{F6071063-490A-478B-A8FA-F31B2617EC6D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GT_10207">
            <a:extLst>
              <a:ext uri="{FF2B5EF4-FFF2-40B4-BE49-F238E27FC236}">
                <a16:creationId xmlns:a16="http://schemas.microsoft.com/office/drawing/2014/main" id="{26AB2725-3689-481E-B44A-AB7034825545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GT_10208">
            <a:extLst>
              <a:ext uri="{FF2B5EF4-FFF2-40B4-BE49-F238E27FC236}">
                <a16:creationId xmlns:a16="http://schemas.microsoft.com/office/drawing/2014/main" id="{08AA66A2-4B1D-486B-B69F-03A4B08A699D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GT_10209">
            <a:extLst>
              <a:ext uri="{FF2B5EF4-FFF2-40B4-BE49-F238E27FC236}">
                <a16:creationId xmlns:a16="http://schemas.microsoft.com/office/drawing/2014/main" id="{6AECD466-835C-43F0-8EE3-1069A907F055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GT_10210">
            <a:extLst>
              <a:ext uri="{FF2B5EF4-FFF2-40B4-BE49-F238E27FC236}">
                <a16:creationId xmlns:a16="http://schemas.microsoft.com/office/drawing/2014/main" id="{D3E8A22D-330B-42A1-8591-555AC0663B30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GT_10211">
            <a:extLst>
              <a:ext uri="{FF2B5EF4-FFF2-40B4-BE49-F238E27FC236}">
                <a16:creationId xmlns:a16="http://schemas.microsoft.com/office/drawing/2014/main" id="{04DAD5D4-9B0C-4334-B208-585165F3085C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GT_10212">
            <a:extLst>
              <a:ext uri="{FF2B5EF4-FFF2-40B4-BE49-F238E27FC236}">
                <a16:creationId xmlns:a16="http://schemas.microsoft.com/office/drawing/2014/main" id="{FF56C3C6-DC8B-4DEA-8E74-0BE7F47A4D22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GT_10213">
            <a:extLst>
              <a:ext uri="{FF2B5EF4-FFF2-40B4-BE49-F238E27FC236}">
                <a16:creationId xmlns:a16="http://schemas.microsoft.com/office/drawing/2014/main" id="{C9EF291F-9614-47EC-93FA-C04AEB6DD18B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GT_10214">
            <a:extLst>
              <a:ext uri="{FF2B5EF4-FFF2-40B4-BE49-F238E27FC236}">
                <a16:creationId xmlns:a16="http://schemas.microsoft.com/office/drawing/2014/main" id="{5BAFE0A2-AD08-4A18-819A-A2D949C57BC3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GT_10215">
            <a:extLst>
              <a:ext uri="{FF2B5EF4-FFF2-40B4-BE49-F238E27FC236}">
                <a16:creationId xmlns:a16="http://schemas.microsoft.com/office/drawing/2014/main" id="{99DCCE15-5C2B-4915-93E0-ABBFE3E03349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GT_10216">
            <a:extLst>
              <a:ext uri="{FF2B5EF4-FFF2-40B4-BE49-F238E27FC236}">
                <a16:creationId xmlns:a16="http://schemas.microsoft.com/office/drawing/2014/main" id="{BAEEE1B4-2F24-4946-B4B8-5D5EB03DF5A2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GT_10217">
            <a:extLst>
              <a:ext uri="{FF2B5EF4-FFF2-40B4-BE49-F238E27FC236}">
                <a16:creationId xmlns:a16="http://schemas.microsoft.com/office/drawing/2014/main" id="{8A6DCF80-5AE7-4072-A31B-D8895D91E467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GT_10218">
            <a:extLst>
              <a:ext uri="{FF2B5EF4-FFF2-40B4-BE49-F238E27FC236}">
                <a16:creationId xmlns:a16="http://schemas.microsoft.com/office/drawing/2014/main" id="{8B75F07B-959E-4075-83B9-3E6FF23AD8EE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GT_10219">
            <a:extLst>
              <a:ext uri="{FF2B5EF4-FFF2-40B4-BE49-F238E27FC236}">
                <a16:creationId xmlns:a16="http://schemas.microsoft.com/office/drawing/2014/main" id="{4C83D26B-C900-47B6-A194-413BF7268D11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GT_10220">
            <a:extLst>
              <a:ext uri="{FF2B5EF4-FFF2-40B4-BE49-F238E27FC236}">
                <a16:creationId xmlns:a16="http://schemas.microsoft.com/office/drawing/2014/main" id="{AABEDFB9-5C66-46D1-9C82-F7BE8ADFC68A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GT_10221">
            <a:extLst>
              <a:ext uri="{FF2B5EF4-FFF2-40B4-BE49-F238E27FC236}">
                <a16:creationId xmlns:a16="http://schemas.microsoft.com/office/drawing/2014/main" id="{B2D18BE7-B653-4E18-9C32-536663622966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GT_10222">
            <a:extLst>
              <a:ext uri="{FF2B5EF4-FFF2-40B4-BE49-F238E27FC236}">
                <a16:creationId xmlns:a16="http://schemas.microsoft.com/office/drawing/2014/main" id="{E0154859-B6FB-4A07-B778-6C1CBEC3AA1D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GT_10223">
            <a:extLst>
              <a:ext uri="{FF2B5EF4-FFF2-40B4-BE49-F238E27FC236}">
                <a16:creationId xmlns:a16="http://schemas.microsoft.com/office/drawing/2014/main" id="{1A9F7FC1-E4D5-4B8C-B80D-C5D4A8BA1A04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GT_10224">
            <a:extLst>
              <a:ext uri="{FF2B5EF4-FFF2-40B4-BE49-F238E27FC236}">
                <a16:creationId xmlns:a16="http://schemas.microsoft.com/office/drawing/2014/main" id="{73C20CEB-ACF2-4AC6-9CD9-BA51FA03F097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GT_10225">
            <a:extLst>
              <a:ext uri="{FF2B5EF4-FFF2-40B4-BE49-F238E27FC236}">
                <a16:creationId xmlns:a16="http://schemas.microsoft.com/office/drawing/2014/main" id="{6B1D0F78-8D10-48BF-AFC1-B0D0F5CA1741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GT_10226">
            <a:extLst>
              <a:ext uri="{FF2B5EF4-FFF2-40B4-BE49-F238E27FC236}">
                <a16:creationId xmlns:a16="http://schemas.microsoft.com/office/drawing/2014/main" id="{95A79410-AFF3-4C7B-9309-5ED033BB2254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GT_10227">
            <a:extLst>
              <a:ext uri="{FF2B5EF4-FFF2-40B4-BE49-F238E27FC236}">
                <a16:creationId xmlns:a16="http://schemas.microsoft.com/office/drawing/2014/main" id="{165005ED-5AEC-4110-B3EE-253FC837DEA0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GT_10228">
            <a:extLst>
              <a:ext uri="{FF2B5EF4-FFF2-40B4-BE49-F238E27FC236}">
                <a16:creationId xmlns:a16="http://schemas.microsoft.com/office/drawing/2014/main" id="{66FD28D8-5221-4781-B4F8-3C9EC2DA74B7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GT_10229">
            <a:extLst>
              <a:ext uri="{FF2B5EF4-FFF2-40B4-BE49-F238E27FC236}">
                <a16:creationId xmlns:a16="http://schemas.microsoft.com/office/drawing/2014/main" id="{DAECA7D4-CBB4-426C-A04C-770649F52741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GT_10230">
            <a:extLst>
              <a:ext uri="{FF2B5EF4-FFF2-40B4-BE49-F238E27FC236}">
                <a16:creationId xmlns:a16="http://schemas.microsoft.com/office/drawing/2014/main" id="{924C5D59-14BE-4B51-B901-BBCD12D33B45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GT_10231">
            <a:extLst>
              <a:ext uri="{FF2B5EF4-FFF2-40B4-BE49-F238E27FC236}">
                <a16:creationId xmlns:a16="http://schemas.microsoft.com/office/drawing/2014/main" id="{ADA20C93-C682-438F-AEF3-FF028DC65C79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GT_10232">
            <a:extLst>
              <a:ext uri="{FF2B5EF4-FFF2-40B4-BE49-F238E27FC236}">
                <a16:creationId xmlns:a16="http://schemas.microsoft.com/office/drawing/2014/main" id="{92070A3B-B9B3-4197-9684-2A5F99433EB9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GT_10233">
            <a:extLst>
              <a:ext uri="{FF2B5EF4-FFF2-40B4-BE49-F238E27FC236}">
                <a16:creationId xmlns:a16="http://schemas.microsoft.com/office/drawing/2014/main" id="{1D4DE2F9-38F8-4357-81B4-7C66381347E6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GT_10234">
            <a:extLst>
              <a:ext uri="{FF2B5EF4-FFF2-40B4-BE49-F238E27FC236}">
                <a16:creationId xmlns:a16="http://schemas.microsoft.com/office/drawing/2014/main" id="{EB3468DD-70CF-40DB-9C4A-E21967C8D6FA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GT_10235">
            <a:extLst>
              <a:ext uri="{FF2B5EF4-FFF2-40B4-BE49-F238E27FC236}">
                <a16:creationId xmlns:a16="http://schemas.microsoft.com/office/drawing/2014/main" id="{4B6E2A17-D8A1-485F-AF37-37E43DDB2EC8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GT_10236">
            <a:extLst>
              <a:ext uri="{FF2B5EF4-FFF2-40B4-BE49-F238E27FC236}">
                <a16:creationId xmlns:a16="http://schemas.microsoft.com/office/drawing/2014/main" id="{2A958806-0CD8-49FB-AC85-13A32247AC4E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GT_10237">
            <a:extLst>
              <a:ext uri="{FF2B5EF4-FFF2-40B4-BE49-F238E27FC236}">
                <a16:creationId xmlns:a16="http://schemas.microsoft.com/office/drawing/2014/main" id="{463C3A6A-438B-4C34-A0EF-AD958ECA691E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GT_10238">
            <a:extLst>
              <a:ext uri="{FF2B5EF4-FFF2-40B4-BE49-F238E27FC236}">
                <a16:creationId xmlns:a16="http://schemas.microsoft.com/office/drawing/2014/main" id="{C57875E1-3643-435A-8BFA-35E6FD1F8A8A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GT_10239">
            <a:extLst>
              <a:ext uri="{FF2B5EF4-FFF2-40B4-BE49-F238E27FC236}">
                <a16:creationId xmlns:a16="http://schemas.microsoft.com/office/drawing/2014/main" id="{731C8D09-D1DB-40E8-ADE4-500720D3C5EE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GT_10240">
            <a:extLst>
              <a:ext uri="{FF2B5EF4-FFF2-40B4-BE49-F238E27FC236}">
                <a16:creationId xmlns:a16="http://schemas.microsoft.com/office/drawing/2014/main" id="{C94650B1-41B0-47A7-A44F-4C80CD68B2F2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GT_10241">
            <a:extLst>
              <a:ext uri="{FF2B5EF4-FFF2-40B4-BE49-F238E27FC236}">
                <a16:creationId xmlns:a16="http://schemas.microsoft.com/office/drawing/2014/main" id="{0F9BF6B8-F8F2-486A-B205-830C86BAD760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GT_10242">
            <a:extLst>
              <a:ext uri="{FF2B5EF4-FFF2-40B4-BE49-F238E27FC236}">
                <a16:creationId xmlns:a16="http://schemas.microsoft.com/office/drawing/2014/main" id="{4BDDFD27-61FD-4B8F-A375-CE83EF222011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GT_10243">
            <a:extLst>
              <a:ext uri="{FF2B5EF4-FFF2-40B4-BE49-F238E27FC236}">
                <a16:creationId xmlns:a16="http://schemas.microsoft.com/office/drawing/2014/main" id="{B0A97A02-01C8-4A20-9566-89C4155C1292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GT_10244">
            <a:extLst>
              <a:ext uri="{FF2B5EF4-FFF2-40B4-BE49-F238E27FC236}">
                <a16:creationId xmlns:a16="http://schemas.microsoft.com/office/drawing/2014/main" id="{52497E30-5E18-469C-BCE4-FC590C284844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GT_10245">
            <a:extLst>
              <a:ext uri="{FF2B5EF4-FFF2-40B4-BE49-F238E27FC236}">
                <a16:creationId xmlns:a16="http://schemas.microsoft.com/office/drawing/2014/main" id="{46344893-4FD9-443E-BD25-803F4D9512A5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GT_10246">
            <a:extLst>
              <a:ext uri="{FF2B5EF4-FFF2-40B4-BE49-F238E27FC236}">
                <a16:creationId xmlns:a16="http://schemas.microsoft.com/office/drawing/2014/main" id="{796A7F4E-D5A9-4FA4-A96D-BE68E9DAFB05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GT_10247">
            <a:extLst>
              <a:ext uri="{FF2B5EF4-FFF2-40B4-BE49-F238E27FC236}">
                <a16:creationId xmlns:a16="http://schemas.microsoft.com/office/drawing/2014/main" id="{85B2446F-C246-46D6-A20B-E467A1B66B4F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GT_10248">
            <a:extLst>
              <a:ext uri="{FF2B5EF4-FFF2-40B4-BE49-F238E27FC236}">
                <a16:creationId xmlns:a16="http://schemas.microsoft.com/office/drawing/2014/main" id="{01ACE20F-9876-4DE5-B6CD-155C1B5F4BA7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GT_10249">
            <a:extLst>
              <a:ext uri="{FF2B5EF4-FFF2-40B4-BE49-F238E27FC236}">
                <a16:creationId xmlns:a16="http://schemas.microsoft.com/office/drawing/2014/main" id="{01947AB1-80E8-4D1C-872D-94AE8760D6CE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GT_10250">
            <a:extLst>
              <a:ext uri="{FF2B5EF4-FFF2-40B4-BE49-F238E27FC236}">
                <a16:creationId xmlns:a16="http://schemas.microsoft.com/office/drawing/2014/main" id="{B70885B7-84F5-4C3D-8407-2104608452B5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GT_10251">
            <a:extLst>
              <a:ext uri="{FF2B5EF4-FFF2-40B4-BE49-F238E27FC236}">
                <a16:creationId xmlns:a16="http://schemas.microsoft.com/office/drawing/2014/main" id="{6723A0F1-9347-40C1-B750-3A8BFD87455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GT_10252">
            <a:extLst>
              <a:ext uri="{FF2B5EF4-FFF2-40B4-BE49-F238E27FC236}">
                <a16:creationId xmlns:a16="http://schemas.microsoft.com/office/drawing/2014/main" id="{F9A76870-BC4B-4444-82ED-6891A872F719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GT_10253">
            <a:extLst>
              <a:ext uri="{FF2B5EF4-FFF2-40B4-BE49-F238E27FC236}">
                <a16:creationId xmlns:a16="http://schemas.microsoft.com/office/drawing/2014/main" id="{C1BEB699-1A88-40B5-9717-CC0DE5D8C499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GT_10254">
            <a:extLst>
              <a:ext uri="{FF2B5EF4-FFF2-40B4-BE49-F238E27FC236}">
                <a16:creationId xmlns:a16="http://schemas.microsoft.com/office/drawing/2014/main" id="{DFE63CF1-4756-4F31-9A61-1D23CD971DB6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GT_10255">
            <a:extLst>
              <a:ext uri="{FF2B5EF4-FFF2-40B4-BE49-F238E27FC236}">
                <a16:creationId xmlns:a16="http://schemas.microsoft.com/office/drawing/2014/main" id="{B46339CC-F509-45F9-878C-FDEC2B8DFAC4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GT_10256">
            <a:extLst>
              <a:ext uri="{FF2B5EF4-FFF2-40B4-BE49-F238E27FC236}">
                <a16:creationId xmlns:a16="http://schemas.microsoft.com/office/drawing/2014/main" id="{3F718189-8BD6-4234-9091-523C603B3389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GT_10257">
            <a:extLst>
              <a:ext uri="{FF2B5EF4-FFF2-40B4-BE49-F238E27FC236}">
                <a16:creationId xmlns:a16="http://schemas.microsoft.com/office/drawing/2014/main" id="{3C245E6E-CAD6-4A20-9DD9-87D7D6F4462E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GT_10258">
            <a:extLst>
              <a:ext uri="{FF2B5EF4-FFF2-40B4-BE49-F238E27FC236}">
                <a16:creationId xmlns:a16="http://schemas.microsoft.com/office/drawing/2014/main" id="{D8C05551-474E-432E-8054-26560E551AD2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GT_10259">
            <a:extLst>
              <a:ext uri="{FF2B5EF4-FFF2-40B4-BE49-F238E27FC236}">
                <a16:creationId xmlns:a16="http://schemas.microsoft.com/office/drawing/2014/main" id="{47CE83AE-31B6-48A2-9790-09AE94CB757B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GT_10260">
            <a:extLst>
              <a:ext uri="{FF2B5EF4-FFF2-40B4-BE49-F238E27FC236}">
                <a16:creationId xmlns:a16="http://schemas.microsoft.com/office/drawing/2014/main" id="{894E174F-910C-4DC2-8870-F937DF94D238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GT_10261">
            <a:extLst>
              <a:ext uri="{FF2B5EF4-FFF2-40B4-BE49-F238E27FC236}">
                <a16:creationId xmlns:a16="http://schemas.microsoft.com/office/drawing/2014/main" id="{9DA94AD3-1804-4E32-84D1-D93E047326BA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GT_10262">
            <a:extLst>
              <a:ext uri="{FF2B5EF4-FFF2-40B4-BE49-F238E27FC236}">
                <a16:creationId xmlns:a16="http://schemas.microsoft.com/office/drawing/2014/main" id="{91DE149B-9882-485F-9291-A8ED4910135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GT_10263">
            <a:extLst>
              <a:ext uri="{FF2B5EF4-FFF2-40B4-BE49-F238E27FC236}">
                <a16:creationId xmlns:a16="http://schemas.microsoft.com/office/drawing/2014/main" id="{339C5335-C240-4E25-96CF-7E9F58D24204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GT_10264">
            <a:extLst>
              <a:ext uri="{FF2B5EF4-FFF2-40B4-BE49-F238E27FC236}">
                <a16:creationId xmlns:a16="http://schemas.microsoft.com/office/drawing/2014/main" id="{28F1F931-BA2B-4095-9436-AC46A8A3F688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GT_10265">
            <a:extLst>
              <a:ext uri="{FF2B5EF4-FFF2-40B4-BE49-F238E27FC236}">
                <a16:creationId xmlns:a16="http://schemas.microsoft.com/office/drawing/2014/main" id="{0688B508-ED44-4B5D-BE27-19CB36C885FB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GT_10266">
            <a:extLst>
              <a:ext uri="{FF2B5EF4-FFF2-40B4-BE49-F238E27FC236}">
                <a16:creationId xmlns:a16="http://schemas.microsoft.com/office/drawing/2014/main" id="{48B4EC08-2AF5-4F18-87A4-1486E82C66D3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GT_10267">
            <a:extLst>
              <a:ext uri="{FF2B5EF4-FFF2-40B4-BE49-F238E27FC236}">
                <a16:creationId xmlns:a16="http://schemas.microsoft.com/office/drawing/2014/main" id="{C5C15E1C-0FA0-47E6-8252-CE2EE13F838D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GT_10268">
            <a:extLst>
              <a:ext uri="{FF2B5EF4-FFF2-40B4-BE49-F238E27FC236}">
                <a16:creationId xmlns:a16="http://schemas.microsoft.com/office/drawing/2014/main" id="{BE550CAC-AAB6-4EF2-AD0C-CABA610AC944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GT_10269">
            <a:extLst>
              <a:ext uri="{FF2B5EF4-FFF2-40B4-BE49-F238E27FC236}">
                <a16:creationId xmlns:a16="http://schemas.microsoft.com/office/drawing/2014/main" id="{9B881CD2-D952-4BB3-89BF-3D8E444F4CD1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GT_10270">
            <a:extLst>
              <a:ext uri="{FF2B5EF4-FFF2-40B4-BE49-F238E27FC236}">
                <a16:creationId xmlns:a16="http://schemas.microsoft.com/office/drawing/2014/main" id="{88441289-68E5-40F0-9376-595EE0B844B7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GT_10271">
            <a:extLst>
              <a:ext uri="{FF2B5EF4-FFF2-40B4-BE49-F238E27FC236}">
                <a16:creationId xmlns:a16="http://schemas.microsoft.com/office/drawing/2014/main" id="{FB3A4F31-30C0-4541-9943-77CED42126D5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GT_10272">
            <a:extLst>
              <a:ext uri="{FF2B5EF4-FFF2-40B4-BE49-F238E27FC236}">
                <a16:creationId xmlns:a16="http://schemas.microsoft.com/office/drawing/2014/main" id="{7A83DF4D-D7CC-43C2-AEFE-2EC345F971E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GT_10273">
            <a:extLst>
              <a:ext uri="{FF2B5EF4-FFF2-40B4-BE49-F238E27FC236}">
                <a16:creationId xmlns:a16="http://schemas.microsoft.com/office/drawing/2014/main" id="{5EE8A390-05E4-40DA-ACBA-69985A4E8DD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GT_10274">
            <a:extLst>
              <a:ext uri="{FF2B5EF4-FFF2-40B4-BE49-F238E27FC236}">
                <a16:creationId xmlns:a16="http://schemas.microsoft.com/office/drawing/2014/main" id="{A300B237-BCA2-45C8-A746-3C02A7AA0F99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GT_10275">
            <a:extLst>
              <a:ext uri="{FF2B5EF4-FFF2-40B4-BE49-F238E27FC236}">
                <a16:creationId xmlns:a16="http://schemas.microsoft.com/office/drawing/2014/main" id="{1EEBB684-8C0A-4B49-8DC2-8C132F5DAD16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GT_10276">
            <a:extLst>
              <a:ext uri="{FF2B5EF4-FFF2-40B4-BE49-F238E27FC236}">
                <a16:creationId xmlns:a16="http://schemas.microsoft.com/office/drawing/2014/main" id="{C4EC5693-C396-42CA-9150-043C20E2B59B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GT_10277">
            <a:extLst>
              <a:ext uri="{FF2B5EF4-FFF2-40B4-BE49-F238E27FC236}">
                <a16:creationId xmlns:a16="http://schemas.microsoft.com/office/drawing/2014/main" id="{15B9480C-6641-4D3D-8084-6D15411A74E5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GT_10278">
            <a:extLst>
              <a:ext uri="{FF2B5EF4-FFF2-40B4-BE49-F238E27FC236}">
                <a16:creationId xmlns:a16="http://schemas.microsoft.com/office/drawing/2014/main" id="{FDA3FDED-2849-4030-AEB7-05CD82FF91C5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GT_10279">
            <a:extLst>
              <a:ext uri="{FF2B5EF4-FFF2-40B4-BE49-F238E27FC236}">
                <a16:creationId xmlns:a16="http://schemas.microsoft.com/office/drawing/2014/main" id="{255EB324-6B30-4BC3-BD70-22A829094BEE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GT_10280">
            <a:extLst>
              <a:ext uri="{FF2B5EF4-FFF2-40B4-BE49-F238E27FC236}">
                <a16:creationId xmlns:a16="http://schemas.microsoft.com/office/drawing/2014/main" id="{56C089BE-7D50-4417-845E-1143F979F464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GT_10281">
            <a:extLst>
              <a:ext uri="{FF2B5EF4-FFF2-40B4-BE49-F238E27FC236}">
                <a16:creationId xmlns:a16="http://schemas.microsoft.com/office/drawing/2014/main" id="{6B1C93A6-03F0-4590-9710-D93517CB9766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GT_10282">
            <a:extLst>
              <a:ext uri="{FF2B5EF4-FFF2-40B4-BE49-F238E27FC236}">
                <a16:creationId xmlns:a16="http://schemas.microsoft.com/office/drawing/2014/main" id="{965C3CBA-404B-4E5C-8B1A-C0D5ABE93845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GT_10283">
            <a:extLst>
              <a:ext uri="{FF2B5EF4-FFF2-40B4-BE49-F238E27FC236}">
                <a16:creationId xmlns:a16="http://schemas.microsoft.com/office/drawing/2014/main" id="{E9899834-EF2C-4D77-9718-EF297A1B8F08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GT_10284">
            <a:extLst>
              <a:ext uri="{FF2B5EF4-FFF2-40B4-BE49-F238E27FC236}">
                <a16:creationId xmlns:a16="http://schemas.microsoft.com/office/drawing/2014/main" id="{E1E11224-252C-4FF4-9EFB-34357AA6ABF7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GT_10285">
            <a:extLst>
              <a:ext uri="{FF2B5EF4-FFF2-40B4-BE49-F238E27FC236}">
                <a16:creationId xmlns:a16="http://schemas.microsoft.com/office/drawing/2014/main" id="{1BBEE090-B5D9-428A-8CD4-1F3E8610474A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GT_10286">
            <a:extLst>
              <a:ext uri="{FF2B5EF4-FFF2-40B4-BE49-F238E27FC236}">
                <a16:creationId xmlns:a16="http://schemas.microsoft.com/office/drawing/2014/main" id="{6A5FF9D8-B9A3-4DAD-8388-F850EEE0C423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GT_10287">
            <a:extLst>
              <a:ext uri="{FF2B5EF4-FFF2-40B4-BE49-F238E27FC236}">
                <a16:creationId xmlns:a16="http://schemas.microsoft.com/office/drawing/2014/main" id="{EC4EFF6E-9F86-478C-B9CB-1AEB02CFA77B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GT_10288">
            <a:extLst>
              <a:ext uri="{FF2B5EF4-FFF2-40B4-BE49-F238E27FC236}">
                <a16:creationId xmlns:a16="http://schemas.microsoft.com/office/drawing/2014/main" id="{C4E4C79A-0CA8-41C8-9153-B5C3608AF3C7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GT_10289">
            <a:extLst>
              <a:ext uri="{FF2B5EF4-FFF2-40B4-BE49-F238E27FC236}">
                <a16:creationId xmlns:a16="http://schemas.microsoft.com/office/drawing/2014/main" id="{5B37BEB5-7FDF-4ACC-86B9-375DDD76BD80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GT_10290">
            <a:extLst>
              <a:ext uri="{FF2B5EF4-FFF2-40B4-BE49-F238E27FC236}">
                <a16:creationId xmlns:a16="http://schemas.microsoft.com/office/drawing/2014/main" id="{89587463-D2B7-4ABA-99F2-823E26FC11DD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GT_10291">
            <a:extLst>
              <a:ext uri="{FF2B5EF4-FFF2-40B4-BE49-F238E27FC236}">
                <a16:creationId xmlns:a16="http://schemas.microsoft.com/office/drawing/2014/main" id="{20DAE985-12A0-429E-A7E4-F2977CA614CA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GT_10292">
            <a:extLst>
              <a:ext uri="{FF2B5EF4-FFF2-40B4-BE49-F238E27FC236}">
                <a16:creationId xmlns:a16="http://schemas.microsoft.com/office/drawing/2014/main" id="{0485AD50-1C6F-4DEE-9A6D-F11A58CE3CF5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GT_10293">
            <a:extLst>
              <a:ext uri="{FF2B5EF4-FFF2-40B4-BE49-F238E27FC236}">
                <a16:creationId xmlns:a16="http://schemas.microsoft.com/office/drawing/2014/main" id="{08AEB262-AECE-4FE7-B24C-D0F5F414F28E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GT_10294">
            <a:extLst>
              <a:ext uri="{FF2B5EF4-FFF2-40B4-BE49-F238E27FC236}">
                <a16:creationId xmlns:a16="http://schemas.microsoft.com/office/drawing/2014/main" id="{A88F6147-35D4-4E26-8224-C005EDA13CBA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GT_10295">
            <a:extLst>
              <a:ext uri="{FF2B5EF4-FFF2-40B4-BE49-F238E27FC236}">
                <a16:creationId xmlns:a16="http://schemas.microsoft.com/office/drawing/2014/main" id="{F4D1CB8B-3240-40AB-8CBE-0FA106395BC9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GT_10296">
            <a:extLst>
              <a:ext uri="{FF2B5EF4-FFF2-40B4-BE49-F238E27FC236}">
                <a16:creationId xmlns:a16="http://schemas.microsoft.com/office/drawing/2014/main" id="{B998DE52-64F6-4CA0-A344-F4F35420FAC7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GT_10297">
            <a:extLst>
              <a:ext uri="{FF2B5EF4-FFF2-40B4-BE49-F238E27FC236}">
                <a16:creationId xmlns:a16="http://schemas.microsoft.com/office/drawing/2014/main" id="{2FDCBD68-1CBE-4392-A187-3BC3685B0FF2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GT_10298">
            <a:extLst>
              <a:ext uri="{FF2B5EF4-FFF2-40B4-BE49-F238E27FC236}">
                <a16:creationId xmlns:a16="http://schemas.microsoft.com/office/drawing/2014/main" id="{8CB09E37-2704-4EAF-8229-D57981BEE687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GT_10299">
            <a:extLst>
              <a:ext uri="{FF2B5EF4-FFF2-40B4-BE49-F238E27FC236}">
                <a16:creationId xmlns:a16="http://schemas.microsoft.com/office/drawing/2014/main" id="{CB6EFDEF-BC46-4B01-97EE-E1B2C9508F4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GT_10300">
            <a:extLst>
              <a:ext uri="{FF2B5EF4-FFF2-40B4-BE49-F238E27FC236}">
                <a16:creationId xmlns:a16="http://schemas.microsoft.com/office/drawing/2014/main" id="{4F370EFF-EE1D-41F1-9FB6-DAAE85ED465B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GT_10301">
            <a:extLst>
              <a:ext uri="{FF2B5EF4-FFF2-40B4-BE49-F238E27FC236}">
                <a16:creationId xmlns:a16="http://schemas.microsoft.com/office/drawing/2014/main" id="{BE7444F1-B431-4C9F-A724-E4A4247D60CB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GT_10302">
            <a:extLst>
              <a:ext uri="{FF2B5EF4-FFF2-40B4-BE49-F238E27FC236}">
                <a16:creationId xmlns:a16="http://schemas.microsoft.com/office/drawing/2014/main" id="{5E01CE07-D4F1-4824-957F-9BAD4701D219}"/>
              </a:ext>
            </a:extLst>
          </p:cNvPr>
          <p:cNvSpPr>
            <a:spLocks noGrp="1"/>
          </p:cNvSpPr>
          <p:nvPr/>
        </p:nvSpPr>
        <p:spPr>
          <a:xfrm>
            <a:off x="1836206" y="36800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GT_10303">
            <a:extLst>
              <a:ext uri="{FF2B5EF4-FFF2-40B4-BE49-F238E27FC236}">
                <a16:creationId xmlns:a16="http://schemas.microsoft.com/office/drawing/2014/main" id="{7F4F9462-FE3B-4820-B6D8-DA1D7C3429E9}"/>
              </a:ext>
            </a:extLst>
          </p:cNvPr>
          <p:cNvSpPr>
            <a:spLocks noGrp="1"/>
          </p:cNvSpPr>
          <p:nvPr/>
        </p:nvSpPr>
        <p:spPr>
          <a:xfrm>
            <a:off x="1957138" y="32888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GT_10304">
            <a:extLst>
              <a:ext uri="{FF2B5EF4-FFF2-40B4-BE49-F238E27FC236}">
                <a16:creationId xmlns:a16="http://schemas.microsoft.com/office/drawing/2014/main" id="{6273EA31-1612-44F0-8C30-BC9AD9325366}"/>
              </a:ext>
            </a:extLst>
          </p:cNvPr>
          <p:cNvSpPr>
            <a:spLocks noGrp="1"/>
          </p:cNvSpPr>
          <p:nvPr/>
        </p:nvSpPr>
        <p:spPr>
          <a:xfrm>
            <a:off x="1820424" y="33570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GT_10305">
            <a:extLst>
              <a:ext uri="{FF2B5EF4-FFF2-40B4-BE49-F238E27FC236}">
                <a16:creationId xmlns:a16="http://schemas.microsoft.com/office/drawing/2014/main" id="{3A0D1155-E32F-437C-9898-ABE11A5151F4}"/>
              </a:ext>
            </a:extLst>
          </p:cNvPr>
          <p:cNvSpPr>
            <a:spLocks noGrp="1"/>
          </p:cNvSpPr>
          <p:nvPr/>
        </p:nvSpPr>
        <p:spPr>
          <a:xfrm>
            <a:off x="1916807" y="59192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GT_10306">
            <a:extLst>
              <a:ext uri="{FF2B5EF4-FFF2-40B4-BE49-F238E27FC236}">
                <a16:creationId xmlns:a16="http://schemas.microsoft.com/office/drawing/2014/main" id="{20AA3AB0-D694-48B4-AC7E-B9DFABFCED38}"/>
              </a:ext>
            </a:extLst>
          </p:cNvPr>
          <p:cNvSpPr>
            <a:spLocks noGrp="1"/>
          </p:cNvSpPr>
          <p:nvPr/>
        </p:nvSpPr>
        <p:spPr>
          <a:xfrm>
            <a:off x="2017179" y="34746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GT_10307">
            <a:extLst>
              <a:ext uri="{FF2B5EF4-FFF2-40B4-BE49-F238E27FC236}">
                <a16:creationId xmlns:a16="http://schemas.microsoft.com/office/drawing/2014/main" id="{8F731694-750D-4297-BF82-F7DCCF45846E}"/>
              </a:ext>
            </a:extLst>
          </p:cNvPr>
          <p:cNvSpPr>
            <a:spLocks noGrp="1"/>
          </p:cNvSpPr>
          <p:nvPr/>
        </p:nvSpPr>
        <p:spPr>
          <a:xfrm>
            <a:off x="1933484" y="3536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GT_10308">
            <a:extLst>
              <a:ext uri="{FF2B5EF4-FFF2-40B4-BE49-F238E27FC236}">
                <a16:creationId xmlns:a16="http://schemas.microsoft.com/office/drawing/2014/main" id="{0606B34A-01A7-4E30-B007-115C6DD0622F}"/>
              </a:ext>
            </a:extLst>
          </p:cNvPr>
          <p:cNvSpPr>
            <a:spLocks noGrp="1"/>
          </p:cNvSpPr>
          <p:nvPr/>
        </p:nvSpPr>
        <p:spPr>
          <a:xfrm>
            <a:off x="1880315" y="33257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GT_10309">
            <a:extLst>
              <a:ext uri="{FF2B5EF4-FFF2-40B4-BE49-F238E27FC236}">
                <a16:creationId xmlns:a16="http://schemas.microsoft.com/office/drawing/2014/main" id="{0CBAB5BC-2101-4A85-9DA6-0A0DDD07D147}"/>
              </a:ext>
            </a:extLst>
          </p:cNvPr>
          <p:cNvSpPr>
            <a:spLocks noGrp="1"/>
          </p:cNvSpPr>
          <p:nvPr/>
        </p:nvSpPr>
        <p:spPr>
          <a:xfrm>
            <a:off x="1867920" y="34877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GT_10310">
            <a:extLst>
              <a:ext uri="{FF2B5EF4-FFF2-40B4-BE49-F238E27FC236}">
                <a16:creationId xmlns:a16="http://schemas.microsoft.com/office/drawing/2014/main" id="{3BCB7A47-3972-41EB-9B23-C89AB1206DC9}"/>
              </a:ext>
            </a:extLst>
          </p:cNvPr>
          <p:cNvSpPr>
            <a:spLocks noGrp="1"/>
          </p:cNvSpPr>
          <p:nvPr/>
        </p:nvSpPr>
        <p:spPr>
          <a:xfrm>
            <a:off x="1820950" y="53896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GT_10311">
            <a:extLst>
              <a:ext uri="{FF2B5EF4-FFF2-40B4-BE49-F238E27FC236}">
                <a16:creationId xmlns:a16="http://schemas.microsoft.com/office/drawing/2014/main" id="{2C618776-94F4-4500-B004-C8A0FDC3BA4D}"/>
              </a:ext>
            </a:extLst>
          </p:cNvPr>
          <p:cNvSpPr>
            <a:spLocks noGrp="1"/>
          </p:cNvSpPr>
          <p:nvPr/>
        </p:nvSpPr>
        <p:spPr>
          <a:xfrm>
            <a:off x="1875912" y="3516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GT_10312">
            <a:extLst>
              <a:ext uri="{FF2B5EF4-FFF2-40B4-BE49-F238E27FC236}">
                <a16:creationId xmlns:a16="http://schemas.microsoft.com/office/drawing/2014/main" id="{D7A4F456-D0EE-457B-85AC-DC308E16D155}"/>
              </a:ext>
            </a:extLst>
          </p:cNvPr>
          <p:cNvSpPr>
            <a:spLocks noGrp="1"/>
          </p:cNvSpPr>
          <p:nvPr/>
        </p:nvSpPr>
        <p:spPr>
          <a:xfrm>
            <a:off x="1823092" y="46096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GT_10313">
            <a:extLst>
              <a:ext uri="{FF2B5EF4-FFF2-40B4-BE49-F238E27FC236}">
                <a16:creationId xmlns:a16="http://schemas.microsoft.com/office/drawing/2014/main" id="{3BB734E2-2D1E-4F81-9B43-CDC0B06E5677}"/>
              </a:ext>
            </a:extLst>
          </p:cNvPr>
          <p:cNvSpPr>
            <a:spLocks noGrp="1"/>
          </p:cNvSpPr>
          <p:nvPr/>
        </p:nvSpPr>
        <p:spPr>
          <a:xfrm>
            <a:off x="1925200" y="33739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GT_10314">
            <a:extLst>
              <a:ext uri="{FF2B5EF4-FFF2-40B4-BE49-F238E27FC236}">
                <a16:creationId xmlns:a16="http://schemas.microsoft.com/office/drawing/2014/main" id="{74990607-BA8D-4BE8-AC56-BDFED678D87A}"/>
              </a:ext>
            </a:extLst>
          </p:cNvPr>
          <p:cNvSpPr>
            <a:spLocks noGrp="1"/>
          </p:cNvSpPr>
          <p:nvPr/>
        </p:nvSpPr>
        <p:spPr>
          <a:xfrm>
            <a:off x="1981699" y="3452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GT_10315">
            <a:extLst>
              <a:ext uri="{FF2B5EF4-FFF2-40B4-BE49-F238E27FC236}">
                <a16:creationId xmlns:a16="http://schemas.microsoft.com/office/drawing/2014/main" id="{43626156-E684-4A27-9347-AEE32D6A9257}"/>
              </a:ext>
            </a:extLst>
          </p:cNvPr>
          <p:cNvSpPr>
            <a:spLocks noGrp="1"/>
          </p:cNvSpPr>
          <p:nvPr/>
        </p:nvSpPr>
        <p:spPr>
          <a:xfrm>
            <a:off x="1955334" y="4632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GT_10316">
            <a:extLst>
              <a:ext uri="{FF2B5EF4-FFF2-40B4-BE49-F238E27FC236}">
                <a16:creationId xmlns:a16="http://schemas.microsoft.com/office/drawing/2014/main" id="{A15FA074-3ED0-403E-88B4-9C917D911045}"/>
              </a:ext>
            </a:extLst>
          </p:cNvPr>
          <p:cNvSpPr>
            <a:spLocks noGrp="1"/>
          </p:cNvSpPr>
          <p:nvPr/>
        </p:nvSpPr>
        <p:spPr>
          <a:xfrm>
            <a:off x="2009791" y="34685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GT_10317">
            <a:extLst>
              <a:ext uri="{FF2B5EF4-FFF2-40B4-BE49-F238E27FC236}">
                <a16:creationId xmlns:a16="http://schemas.microsoft.com/office/drawing/2014/main" id="{0BDCC227-3975-44BF-8AED-3F06D37B0DF0}"/>
              </a:ext>
            </a:extLst>
          </p:cNvPr>
          <p:cNvSpPr>
            <a:spLocks noGrp="1"/>
          </p:cNvSpPr>
          <p:nvPr/>
        </p:nvSpPr>
        <p:spPr>
          <a:xfrm>
            <a:off x="1987589" y="36428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GT_10318">
            <a:extLst>
              <a:ext uri="{FF2B5EF4-FFF2-40B4-BE49-F238E27FC236}">
                <a16:creationId xmlns:a16="http://schemas.microsoft.com/office/drawing/2014/main" id="{EEF36222-BA2E-422B-8643-78F61581E386}"/>
              </a:ext>
            </a:extLst>
          </p:cNvPr>
          <p:cNvSpPr>
            <a:spLocks noGrp="1"/>
          </p:cNvSpPr>
          <p:nvPr/>
        </p:nvSpPr>
        <p:spPr>
          <a:xfrm>
            <a:off x="1842931" y="54592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GT_10319">
            <a:extLst>
              <a:ext uri="{FF2B5EF4-FFF2-40B4-BE49-F238E27FC236}">
                <a16:creationId xmlns:a16="http://schemas.microsoft.com/office/drawing/2014/main" id="{A54446DE-3388-400C-9E26-F9CAB995FECE}"/>
              </a:ext>
            </a:extLst>
          </p:cNvPr>
          <p:cNvSpPr>
            <a:spLocks noGrp="1"/>
          </p:cNvSpPr>
          <p:nvPr/>
        </p:nvSpPr>
        <p:spPr>
          <a:xfrm>
            <a:off x="1855865" y="35960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GT_10320">
            <a:extLst>
              <a:ext uri="{FF2B5EF4-FFF2-40B4-BE49-F238E27FC236}">
                <a16:creationId xmlns:a16="http://schemas.microsoft.com/office/drawing/2014/main" id="{D6F63EE0-F651-4EA6-BB89-95BF7DAC9009}"/>
              </a:ext>
            </a:extLst>
          </p:cNvPr>
          <p:cNvSpPr>
            <a:spLocks noGrp="1"/>
          </p:cNvSpPr>
          <p:nvPr/>
        </p:nvSpPr>
        <p:spPr>
          <a:xfrm>
            <a:off x="1986169" y="3635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GT_10321">
            <a:extLst>
              <a:ext uri="{FF2B5EF4-FFF2-40B4-BE49-F238E27FC236}">
                <a16:creationId xmlns:a16="http://schemas.microsoft.com/office/drawing/2014/main" id="{05255ECB-1FDF-4D1F-A20D-18C59B741CCC}"/>
              </a:ext>
            </a:extLst>
          </p:cNvPr>
          <p:cNvSpPr>
            <a:spLocks noGrp="1"/>
          </p:cNvSpPr>
          <p:nvPr/>
        </p:nvSpPr>
        <p:spPr>
          <a:xfrm>
            <a:off x="2015714" y="40404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GT_10322">
            <a:extLst>
              <a:ext uri="{FF2B5EF4-FFF2-40B4-BE49-F238E27FC236}">
                <a16:creationId xmlns:a16="http://schemas.microsoft.com/office/drawing/2014/main" id="{4F51E30A-F92E-484F-B77A-EBBF7BFFA731}"/>
              </a:ext>
            </a:extLst>
          </p:cNvPr>
          <p:cNvSpPr>
            <a:spLocks noGrp="1"/>
          </p:cNvSpPr>
          <p:nvPr/>
        </p:nvSpPr>
        <p:spPr>
          <a:xfrm>
            <a:off x="1982942" y="4900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GT_10323">
            <a:extLst>
              <a:ext uri="{FF2B5EF4-FFF2-40B4-BE49-F238E27FC236}">
                <a16:creationId xmlns:a16="http://schemas.microsoft.com/office/drawing/2014/main" id="{669B4F64-DE90-4899-86E2-F1313840FBA9}"/>
              </a:ext>
            </a:extLst>
          </p:cNvPr>
          <p:cNvSpPr>
            <a:spLocks noGrp="1"/>
          </p:cNvSpPr>
          <p:nvPr/>
        </p:nvSpPr>
        <p:spPr>
          <a:xfrm>
            <a:off x="1817155" y="417319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GT_10324">
            <a:extLst>
              <a:ext uri="{FF2B5EF4-FFF2-40B4-BE49-F238E27FC236}">
                <a16:creationId xmlns:a16="http://schemas.microsoft.com/office/drawing/2014/main" id="{BB9A9D95-94D4-47E2-A70C-211F0684D2BE}"/>
              </a:ext>
            </a:extLst>
          </p:cNvPr>
          <p:cNvSpPr>
            <a:spLocks noGrp="1"/>
          </p:cNvSpPr>
          <p:nvPr/>
        </p:nvSpPr>
        <p:spPr>
          <a:xfrm>
            <a:off x="2017192" y="4248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GT_10325">
            <a:extLst>
              <a:ext uri="{FF2B5EF4-FFF2-40B4-BE49-F238E27FC236}">
                <a16:creationId xmlns:a16="http://schemas.microsoft.com/office/drawing/2014/main" id="{47831BF9-192C-4D2E-B80E-1FC54561B7D1}"/>
              </a:ext>
            </a:extLst>
          </p:cNvPr>
          <p:cNvSpPr>
            <a:spLocks noGrp="1"/>
          </p:cNvSpPr>
          <p:nvPr/>
        </p:nvSpPr>
        <p:spPr>
          <a:xfrm>
            <a:off x="1807516" y="33298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GT_10326">
            <a:extLst>
              <a:ext uri="{FF2B5EF4-FFF2-40B4-BE49-F238E27FC236}">
                <a16:creationId xmlns:a16="http://schemas.microsoft.com/office/drawing/2014/main" id="{DC76500C-ECF0-4B2C-9E0F-BA613327779D}"/>
              </a:ext>
            </a:extLst>
          </p:cNvPr>
          <p:cNvSpPr>
            <a:spLocks noGrp="1"/>
          </p:cNvSpPr>
          <p:nvPr/>
        </p:nvSpPr>
        <p:spPr>
          <a:xfrm>
            <a:off x="1780491" y="44555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GT_10327">
            <a:extLst>
              <a:ext uri="{FF2B5EF4-FFF2-40B4-BE49-F238E27FC236}">
                <a16:creationId xmlns:a16="http://schemas.microsoft.com/office/drawing/2014/main" id="{A012BC02-3841-43D5-B8F4-5286B8F16F23}"/>
              </a:ext>
            </a:extLst>
          </p:cNvPr>
          <p:cNvSpPr>
            <a:spLocks noGrp="1"/>
          </p:cNvSpPr>
          <p:nvPr/>
        </p:nvSpPr>
        <p:spPr>
          <a:xfrm>
            <a:off x="1919378" y="607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GT_10328">
            <a:extLst>
              <a:ext uri="{FF2B5EF4-FFF2-40B4-BE49-F238E27FC236}">
                <a16:creationId xmlns:a16="http://schemas.microsoft.com/office/drawing/2014/main" id="{F05BBC55-613F-40C0-92D6-F04DFBC1029F}"/>
              </a:ext>
            </a:extLst>
          </p:cNvPr>
          <p:cNvSpPr>
            <a:spLocks noGrp="1"/>
          </p:cNvSpPr>
          <p:nvPr/>
        </p:nvSpPr>
        <p:spPr>
          <a:xfrm>
            <a:off x="1984089" y="52943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GT_10329">
            <a:extLst>
              <a:ext uri="{FF2B5EF4-FFF2-40B4-BE49-F238E27FC236}">
                <a16:creationId xmlns:a16="http://schemas.microsoft.com/office/drawing/2014/main" id="{E025703F-A22C-41B8-BE69-EA1348E5056A}"/>
              </a:ext>
            </a:extLst>
          </p:cNvPr>
          <p:cNvSpPr>
            <a:spLocks noGrp="1"/>
          </p:cNvSpPr>
          <p:nvPr/>
        </p:nvSpPr>
        <p:spPr>
          <a:xfrm>
            <a:off x="1900491" y="4292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GT_10330">
            <a:extLst>
              <a:ext uri="{FF2B5EF4-FFF2-40B4-BE49-F238E27FC236}">
                <a16:creationId xmlns:a16="http://schemas.microsoft.com/office/drawing/2014/main" id="{8AD80E59-0E38-419F-9D34-0350E327C690}"/>
              </a:ext>
            </a:extLst>
          </p:cNvPr>
          <p:cNvSpPr>
            <a:spLocks noGrp="1"/>
          </p:cNvSpPr>
          <p:nvPr/>
        </p:nvSpPr>
        <p:spPr>
          <a:xfrm>
            <a:off x="1861773" y="32571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GT_10331">
            <a:extLst>
              <a:ext uri="{FF2B5EF4-FFF2-40B4-BE49-F238E27FC236}">
                <a16:creationId xmlns:a16="http://schemas.microsoft.com/office/drawing/2014/main" id="{348BF61E-BD01-486A-8767-93E02A7E24E8}"/>
              </a:ext>
            </a:extLst>
          </p:cNvPr>
          <p:cNvSpPr>
            <a:spLocks noGrp="1"/>
          </p:cNvSpPr>
          <p:nvPr/>
        </p:nvSpPr>
        <p:spPr>
          <a:xfrm>
            <a:off x="1893543" y="3340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GT_10332">
            <a:extLst>
              <a:ext uri="{FF2B5EF4-FFF2-40B4-BE49-F238E27FC236}">
                <a16:creationId xmlns:a16="http://schemas.microsoft.com/office/drawing/2014/main" id="{C6057D50-68F7-4CAB-9502-D19805FBCB9B}"/>
              </a:ext>
            </a:extLst>
          </p:cNvPr>
          <p:cNvSpPr>
            <a:spLocks noGrp="1"/>
          </p:cNvSpPr>
          <p:nvPr/>
        </p:nvSpPr>
        <p:spPr>
          <a:xfrm>
            <a:off x="1936885" y="55141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GT_10333">
            <a:extLst>
              <a:ext uri="{FF2B5EF4-FFF2-40B4-BE49-F238E27FC236}">
                <a16:creationId xmlns:a16="http://schemas.microsoft.com/office/drawing/2014/main" id="{B5062D09-8D02-4D00-B312-4FCFD62A9E5A}"/>
              </a:ext>
            </a:extLst>
          </p:cNvPr>
          <p:cNvSpPr>
            <a:spLocks noGrp="1"/>
          </p:cNvSpPr>
          <p:nvPr/>
        </p:nvSpPr>
        <p:spPr>
          <a:xfrm>
            <a:off x="1905356" y="4084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GT_10334">
            <a:extLst>
              <a:ext uri="{FF2B5EF4-FFF2-40B4-BE49-F238E27FC236}">
                <a16:creationId xmlns:a16="http://schemas.microsoft.com/office/drawing/2014/main" id="{55CB5D9D-03AC-4283-BAA4-0E782D424535}"/>
              </a:ext>
            </a:extLst>
          </p:cNvPr>
          <p:cNvSpPr>
            <a:spLocks noGrp="1"/>
          </p:cNvSpPr>
          <p:nvPr/>
        </p:nvSpPr>
        <p:spPr>
          <a:xfrm>
            <a:off x="1835228" y="45425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GT_10335">
            <a:extLst>
              <a:ext uri="{FF2B5EF4-FFF2-40B4-BE49-F238E27FC236}">
                <a16:creationId xmlns:a16="http://schemas.microsoft.com/office/drawing/2014/main" id="{7928C47A-1475-4119-A8DD-6B742751D556}"/>
              </a:ext>
            </a:extLst>
          </p:cNvPr>
          <p:cNvSpPr>
            <a:spLocks noGrp="1"/>
          </p:cNvSpPr>
          <p:nvPr/>
        </p:nvSpPr>
        <p:spPr>
          <a:xfrm>
            <a:off x="1910259" y="5645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GT_10336">
            <a:extLst>
              <a:ext uri="{FF2B5EF4-FFF2-40B4-BE49-F238E27FC236}">
                <a16:creationId xmlns:a16="http://schemas.microsoft.com/office/drawing/2014/main" id="{3176976C-B560-4AD5-872E-134240DE7E3F}"/>
              </a:ext>
            </a:extLst>
          </p:cNvPr>
          <p:cNvSpPr>
            <a:spLocks noGrp="1"/>
          </p:cNvSpPr>
          <p:nvPr/>
        </p:nvSpPr>
        <p:spPr>
          <a:xfrm>
            <a:off x="1939462" y="3089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GT_10337">
            <a:extLst>
              <a:ext uri="{FF2B5EF4-FFF2-40B4-BE49-F238E27FC236}">
                <a16:creationId xmlns:a16="http://schemas.microsoft.com/office/drawing/2014/main" id="{9BF6CC8C-293B-41D9-A435-F1E16C0BA05C}"/>
              </a:ext>
            </a:extLst>
          </p:cNvPr>
          <p:cNvSpPr>
            <a:spLocks noGrp="1"/>
          </p:cNvSpPr>
          <p:nvPr/>
        </p:nvSpPr>
        <p:spPr>
          <a:xfrm>
            <a:off x="1783370" y="60978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GT_10338">
            <a:extLst>
              <a:ext uri="{FF2B5EF4-FFF2-40B4-BE49-F238E27FC236}">
                <a16:creationId xmlns:a16="http://schemas.microsoft.com/office/drawing/2014/main" id="{7130E96F-71C2-4434-BB47-F7A6EB2B58B2}"/>
              </a:ext>
            </a:extLst>
          </p:cNvPr>
          <p:cNvSpPr>
            <a:spLocks noGrp="1"/>
          </p:cNvSpPr>
          <p:nvPr/>
        </p:nvSpPr>
        <p:spPr>
          <a:xfrm>
            <a:off x="1855273" y="50575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GT_10339">
            <a:extLst>
              <a:ext uri="{FF2B5EF4-FFF2-40B4-BE49-F238E27FC236}">
                <a16:creationId xmlns:a16="http://schemas.microsoft.com/office/drawing/2014/main" id="{2FE18C49-C5D6-4838-8A74-0A0C5D5D742D}"/>
              </a:ext>
            </a:extLst>
          </p:cNvPr>
          <p:cNvSpPr>
            <a:spLocks noGrp="1"/>
          </p:cNvSpPr>
          <p:nvPr/>
        </p:nvSpPr>
        <p:spPr>
          <a:xfrm>
            <a:off x="1918225" y="36827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GT_10340">
            <a:extLst>
              <a:ext uri="{FF2B5EF4-FFF2-40B4-BE49-F238E27FC236}">
                <a16:creationId xmlns:a16="http://schemas.microsoft.com/office/drawing/2014/main" id="{4B8A65BB-3DAE-4F2B-BA58-7460C57AB711}"/>
              </a:ext>
            </a:extLst>
          </p:cNvPr>
          <p:cNvSpPr>
            <a:spLocks noGrp="1"/>
          </p:cNvSpPr>
          <p:nvPr/>
        </p:nvSpPr>
        <p:spPr>
          <a:xfrm>
            <a:off x="1811299" y="312398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GT_10341">
            <a:extLst>
              <a:ext uri="{FF2B5EF4-FFF2-40B4-BE49-F238E27FC236}">
                <a16:creationId xmlns:a16="http://schemas.microsoft.com/office/drawing/2014/main" id="{F53CBE9F-9AD9-4E8F-BC05-63BBA1D84960}"/>
              </a:ext>
            </a:extLst>
          </p:cNvPr>
          <p:cNvSpPr>
            <a:spLocks noGrp="1"/>
          </p:cNvSpPr>
          <p:nvPr/>
        </p:nvSpPr>
        <p:spPr>
          <a:xfrm>
            <a:off x="1883235" y="321130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GT_10342">
            <a:extLst>
              <a:ext uri="{FF2B5EF4-FFF2-40B4-BE49-F238E27FC236}">
                <a16:creationId xmlns:a16="http://schemas.microsoft.com/office/drawing/2014/main" id="{D8A695BC-A78E-4FD2-8C6A-A73C6C86BC55}"/>
              </a:ext>
            </a:extLst>
          </p:cNvPr>
          <p:cNvSpPr>
            <a:spLocks noGrp="1"/>
          </p:cNvSpPr>
          <p:nvPr/>
        </p:nvSpPr>
        <p:spPr>
          <a:xfrm>
            <a:off x="1967074" y="41615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GT_10343">
            <a:extLst>
              <a:ext uri="{FF2B5EF4-FFF2-40B4-BE49-F238E27FC236}">
                <a16:creationId xmlns:a16="http://schemas.microsoft.com/office/drawing/2014/main" id="{391ED8B2-5513-417B-80C6-FEA1CDDBE4F8}"/>
              </a:ext>
            </a:extLst>
          </p:cNvPr>
          <p:cNvSpPr>
            <a:spLocks noGrp="1"/>
          </p:cNvSpPr>
          <p:nvPr/>
        </p:nvSpPr>
        <p:spPr>
          <a:xfrm>
            <a:off x="1829685" y="3465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GT_10344">
            <a:extLst>
              <a:ext uri="{FF2B5EF4-FFF2-40B4-BE49-F238E27FC236}">
                <a16:creationId xmlns:a16="http://schemas.microsoft.com/office/drawing/2014/main" id="{DD7EE366-B156-4865-A18E-18859B1F7B5A}"/>
              </a:ext>
            </a:extLst>
          </p:cNvPr>
          <p:cNvSpPr>
            <a:spLocks noGrp="1"/>
          </p:cNvSpPr>
          <p:nvPr/>
        </p:nvSpPr>
        <p:spPr>
          <a:xfrm>
            <a:off x="1869545" y="31673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GT_10345">
            <a:extLst>
              <a:ext uri="{FF2B5EF4-FFF2-40B4-BE49-F238E27FC236}">
                <a16:creationId xmlns:a16="http://schemas.microsoft.com/office/drawing/2014/main" id="{3BE1964E-2ABF-41AD-ACBC-601C3FA14EEB}"/>
              </a:ext>
            </a:extLst>
          </p:cNvPr>
          <p:cNvSpPr>
            <a:spLocks noGrp="1"/>
          </p:cNvSpPr>
          <p:nvPr/>
        </p:nvSpPr>
        <p:spPr>
          <a:xfrm>
            <a:off x="1902100" y="32997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GT_10346">
            <a:extLst>
              <a:ext uri="{FF2B5EF4-FFF2-40B4-BE49-F238E27FC236}">
                <a16:creationId xmlns:a16="http://schemas.microsoft.com/office/drawing/2014/main" id="{F7059E35-BB5D-450E-A584-92B2048CCA76}"/>
              </a:ext>
            </a:extLst>
          </p:cNvPr>
          <p:cNvSpPr>
            <a:spLocks noGrp="1"/>
          </p:cNvSpPr>
          <p:nvPr/>
        </p:nvSpPr>
        <p:spPr>
          <a:xfrm>
            <a:off x="1879626" y="38953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GT_10347">
            <a:extLst>
              <a:ext uri="{FF2B5EF4-FFF2-40B4-BE49-F238E27FC236}">
                <a16:creationId xmlns:a16="http://schemas.microsoft.com/office/drawing/2014/main" id="{41ED95BF-C08D-4402-842B-E3BC45137E4B}"/>
              </a:ext>
            </a:extLst>
          </p:cNvPr>
          <p:cNvSpPr>
            <a:spLocks noGrp="1"/>
          </p:cNvSpPr>
          <p:nvPr/>
        </p:nvSpPr>
        <p:spPr>
          <a:xfrm>
            <a:off x="1833191" y="3171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GT_10348">
            <a:extLst>
              <a:ext uri="{FF2B5EF4-FFF2-40B4-BE49-F238E27FC236}">
                <a16:creationId xmlns:a16="http://schemas.microsoft.com/office/drawing/2014/main" id="{657F4BB3-C1C1-451C-B244-9DF121899CDF}"/>
              </a:ext>
            </a:extLst>
          </p:cNvPr>
          <p:cNvSpPr>
            <a:spLocks noGrp="1"/>
          </p:cNvSpPr>
          <p:nvPr/>
        </p:nvSpPr>
        <p:spPr>
          <a:xfrm>
            <a:off x="1924432" y="4551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GT_10349">
            <a:extLst>
              <a:ext uri="{FF2B5EF4-FFF2-40B4-BE49-F238E27FC236}">
                <a16:creationId xmlns:a16="http://schemas.microsoft.com/office/drawing/2014/main" id="{927F5312-7D9A-4CD6-AA99-4A79E23D14ED}"/>
              </a:ext>
            </a:extLst>
          </p:cNvPr>
          <p:cNvSpPr>
            <a:spLocks noGrp="1"/>
          </p:cNvSpPr>
          <p:nvPr/>
        </p:nvSpPr>
        <p:spPr>
          <a:xfrm>
            <a:off x="1956701" y="3524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GT_10350">
            <a:extLst>
              <a:ext uri="{FF2B5EF4-FFF2-40B4-BE49-F238E27FC236}">
                <a16:creationId xmlns:a16="http://schemas.microsoft.com/office/drawing/2014/main" id="{D32C8FD4-3F78-4111-B22B-3FC9E29CBD52}"/>
              </a:ext>
            </a:extLst>
          </p:cNvPr>
          <p:cNvSpPr>
            <a:spLocks noGrp="1"/>
          </p:cNvSpPr>
          <p:nvPr/>
        </p:nvSpPr>
        <p:spPr>
          <a:xfrm>
            <a:off x="1930144" y="43192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GT_10351">
            <a:extLst>
              <a:ext uri="{FF2B5EF4-FFF2-40B4-BE49-F238E27FC236}">
                <a16:creationId xmlns:a16="http://schemas.microsoft.com/office/drawing/2014/main" id="{32079300-CE66-4609-B2BA-C689947AFEBC}"/>
              </a:ext>
            </a:extLst>
          </p:cNvPr>
          <p:cNvSpPr>
            <a:spLocks noGrp="1"/>
          </p:cNvSpPr>
          <p:nvPr/>
        </p:nvSpPr>
        <p:spPr>
          <a:xfrm>
            <a:off x="1974173" y="33838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GT_10352">
            <a:extLst>
              <a:ext uri="{FF2B5EF4-FFF2-40B4-BE49-F238E27FC236}">
                <a16:creationId xmlns:a16="http://schemas.microsoft.com/office/drawing/2014/main" id="{EB233B00-30C0-4241-8E2E-A39E1970028C}"/>
              </a:ext>
            </a:extLst>
          </p:cNvPr>
          <p:cNvSpPr>
            <a:spLocks noGrp="1"/>
          </p:cNvSpPr>
          <p:nvPr/>
        </p:nvSpPr>
        <p:spPr>
          <a:xfrm>
            <a:off x="1990081" y="3893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GT_10353">
            <a:extLst>
              <a:ext uri="{FF2B5EF4-FFF2-40B4-BE49-F238E27FC236}">
                <a16:creationId xmlns:a16="http://schemas.microsoft.com/office/drawing/2014/main" id="{34682461-AB14-496A-93AB-0B41B22FDD34}"/>
              </a:ext>
            </a:extLst>
          </p:cNvPr>
          <p:cNvSpPr>
            <a:spLocks noGrp="1"/>
          </p:cNvSpPr>
          <p:nvPr/>
        </p:nvSpPr>
        <p:spPr>
          <a:xfrm>
            <a:off x="2004455" y="4372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GT_10354">
            <a:extLst>
              <a:ext uri="{FF2B5EF4-FFF2-40B4-BE49-F238E27FC236}">
                <a16:creationId xmlns:a16="http://schemas.microsoft.com/office/drawing/2014/main" id="{6B7EF38E-0AAF-48A8-9FDA-A2EEE5721510}"/>
              </a:ext>
            </a:extLst>
          </p:cNvPr>
          <p:cNvSpPr>
            <a:spLocks noGrp="1"/>
          </p:cNvSpPr>
          <p:nvPr/>
        </p:nvSpPr>
        <p:spPr>
          <a:xfrm>
            <a:off x="1800365" y="4411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GT_10355">
            <a:extLst>
              <a:ext uri="{FF2B5EF4-FFF2-40B4-BE49-F238E27FC236}">
                <a16:creationId xmlns:a16="http://schemas.microsoft.com/office/drawing/2014/main" id="{7F29DE37-CE36-4499-A829-5ACD1FD7C5C6}"/>
              </a:ext>
            </a:extLst>
          </p:cNvPr>
          <p:cNvSpPr>
            <a:spLocks noGrp="1"/>
          </p:cNvSpPr>
          <p:nvPr/>
        </p:nvSpPr>
        <p:spPr>
          <a:xfrm>
            <a:off x="1792420" y="43752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GT_10356">
            <a:extLst>
              <a:ext uri="{FF2B5EF4-FFF2-40B4-BE49-F238E27FC236}">
                <a16:creationId xmlns:a16="http://schemas.microsoft.com/office/drawing/2014/main" id="{01079FDC-BFB7-4E56-AACB-B9DA6D14F919}"/>
              </a:ext>
            </a:extLst>
          </p:cNvPr>
          <p:cNvSpPr>
            <a:spLocks noGrp="1"/>
          </p:cNvSpPr>
          <p:nvPr/>
        </p:nvSpPr>
        <p:spPr>
          <a:xfrm>
            <a:off x="1869968" y="40828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GT_10357">
            <a:extLst>
              <a:ext uri="{FF2B5EF4-FFF2-40B4-BE49-F238E27FC236}">
                <a16:creationId xmlns:a16="http://schemas.microsoft.com/office/drawing/2014/main" id="{A60A6ADF-BAED-40BB-A86F-45F5D4B9CF81}"/>
              </a:ext>
            </a:extLst>
          </p:cNvPr>
          <p:cNvSpPr>
            <a:spLocks noGrp="1"/>
          </p:cNvSpPr>
          <p:nvPr/>
        </p:nvSpPr>
        <p:spPr>
          <a:xfrm>
            <a:off x="1988545" y="43731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GT_10358">
            <a:extLst>
              <a:ext uri="{FF2B5EF4-FFF2-40B4-BE49-F238E27FC236}">
                <a16:creationId xmlns:a16="http://schemas.microsoft.com/office/drawing/2014/main" id="{3682FED5-54EB-40E3-BC13-F7225B4B8D81}"/>
              </a:ext>
            </a:extLst>
          </p:cNvPr>
          <p:cNvSpPr>
            <a:spLocks noGrp="1"/>
          </p:cNvSpPr>
          <p:nvPr/>
        </p:nvSpPr>
        <p:spPr>
          <a:xfrm>
            <a:off x="1915571" y="42319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GT_10359">
            <a:extLst>
              <a:ext uri="{FF2B5EF4-FFF2-40B4-BE49-F238E27FC236}">
                <a16:creationId xmlns:a16="http://schemas.microsoft.com/office/drawing/2014/main" id="{05AE9BA1-69F5-458B-96A1-F45299A39660}"/>
              </a:ext>
            </a:extLst>
          </p:cNvPr>
          <p:cNvSpPr>
            <a:spLocks noGrp="1"/>
          </p:cNvSpPr>
          <p:nvPr/>
        </p:nvSpPr>
        <p:spPr>
          <a:xfrm>
            <a:off x="2004397" y="31620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GT_10360">
            <a:extLst>
              <a:ext uri="{FF2B5EF4-FFF2-40B4-BE49-F238E27FC236}">
                <a16:creationId xmlns:a16="http://schemas.microsoft.com/office/drawing/2014/main" id="{BE78CBF7-FAC9-42AB-9E1A-B55DCB4CFE69}"/>
              </a:ext>
            </a:extLst>
          </p:cNvPr>
          <p:cNvSpPr>
            <a:spLocks noGrp="1"/>
          </p:cNvSpPr>
          <p:nvPr/>
        </p:nvSpPr>
        <p:spPr>
          <a:xfrm>
            <a:off x="1975931" y="3456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GT_10361">
            <a:extLst>
              <a:ext uri="{FF2B5EF4-FFF2-40B4-BE49-F238E27FC236}">
                <a16:creationId xmlns:a16="http://schemas.microsoft.com/office/drawing/2014/main" id="{CCD1DA14-2522-495B-B801-49F0C7A885E2}"/>
              </a:ext>
            </a:extLst>
          </p:cNvPr>
          <p:cNvSpPr>
            <a:spLocks noGrp="1"/>
          </p:cNvSpPr>
          <p:nvPr/>
        </p:nvSpPr>
        <p:spPr>
          <a:xfrm>
            <a:off x="1803198" y="3436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GT_10362">
            <a:extLst>
              <a:ext uri="{FF2B5EF4-FFF2-40B4-BE49-F238E27FC236}">
                <a16:creationId xmlns:a16="http://schemas.microsoft.com/office/drawing/2014/main" id="{98843C60-DDE1-4246-8668-448F103785B9}"/>
              </a:ext>
            </a:extLst>
          </p:cNvPr>
          <p:cNvSpPr>
            <a:spLocks noGrp="1"/>
          </p:cNvSpPr>
          <p:nvPr/>
        </p:nvSpPr>
        <p:spPr>
          <a:xfrm>
            <a:off x="1819096" y="451375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GT_10363">
            <a:extLst>
              <a:ext uri="{FF2B5EF4-FFF2-40B4-BE49-F238E27FC236}">
                <a16:creationId xmlns:a16="http://schemas.microsoft.com/office/drawing/2014/main" id="{C4845219-375E-4DA9-94F6-6DC73C08FFE4}"/>
              </a:ext>
            </a:extLst>
          </p:cNvPr>
          <p:cNvSpPr>
            <a:spLocks noGrp="1"/>
          </p:cNvSpPr>
          <p:nvPr/>
        </p:nvSpPr>
        <p:spPr>
          <a:xfrm>
            <a:off x="1848217" y="31400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GT_10364">
            <a:extLst>
              <a:ext uri="{FF2B5EF4-FFF2-40B4-BE49-F238E27FC236}">
                <a16:creationId xmlns:a16="http://schemas.microsoft.com/office/drawing/2014/main" id="{584AFC2B-232D-46F4-AA43-4A10856CB08C}"/>
              </a:ext>
            </a:extLst>
          </p:cNvPr>
          <p:cNvSpPr>
            <a:spLocks noGrp="1"/>
          </p:cNvSpPr>
          <p:nvPr/>
        </p:nvSpPr>
        <p:spPr>
          <a:xfrm>
            <a:off x="1876488" y="29799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GT_10365">
            <a:extLst>
              <a:ext uri="{FF2B5EF4-FFF2-40B4-BE49-F238E27FC236}">
                <a16:creationId xmlns:a16="http://schemas.microsoft.com/office/drawing/2014/main" id="{61D57A77-48DB-40D1-B81B-571AB177457D}"/>
              </a:ext>
            </a:extLst>
          </p:cNvPr>
          <p:cNvSpPr>
            <a:spLocks noGrp="1"/>
          </p:cNvSpPr>
          <p:nvPr/>
        </p:nvSpPr>
        <p:spPr>
          <a:xfrm>
            <a:off x="1936996" y="31881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GT_10366">
            <a:extLst>
              <a:ext uri="{FF2B5EF4-FFF2-40B4-BE49-F238E27FC236}">
                <a16:creationId xmlns:a16="http://schemas.microsoft.com/office/drawing/2014/main" id="{5FAD4523-575E-46F3-A4AC-4F979520DEDC}"/>
              </a:ext>
            </a:extLst>
          </p:cNvPr>
          <p:cNvSpPr>
            <a:spLocks noGrp="1"/>
          </p:cNvSpPr>
          <p:nvPr/>
        </p:nvSpPr>
        <p:spPr>
          <a:xfrm>
            <a:off x="1927990" y="35996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GT_10367">
            <a:extLst>
              <a:ext uri="{FF2B5EF4-FFF2-40B4-BE49-F238E27FC236}">
                <a16:creationId xmlns:a16="http://schemas.microsoft.com/office/drawing/2014/main" id="{4C7DE8F9-D13D-477C-AD49-D8827FB5E37D}"/>
              </a:ext>
            </a:extLst>
          </p:cNvPr>
          <p:cNvSpPr>
            <a:spLocks noGrp="1"/>
          </p:cNvSpPr>
          <p:nvPr/>
        </p:nvSpPr>
        <p:spPr>
          <a:xfrm>
            <a:off x="1960273" y="48111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GT_10368">
            <a:extLst>
              <a:ext uri="{FF2B5EF4-FFF2-40B4-BE49-F238E27FC236}">
                <a16:creationId xmlns:a16="http://schemas.microsoft.com/office/drawing/2014/main" id="{6FF294FD-7FD8-410A-8D25-4926A60FB7D2}"/>
              </a:ext>
            </a:extLst>
          </p:cNvPr>
          <p:cNvSpPr>
            <a:spLocks noGrp="1"/>
          </p:cNvSpPr>
          <p:nvPr/>
        </p:nvSpPr>
        <p:spPr>
          <a:xfrm>
            <a:off x="1791252" y="56522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GT_10369">
            <a:extLst>
              <a:ext uri="{FF2B5EF4-FFF2-40B4-BE49-F238E27FC236}">
                <a16:creationId xmlns:a16="http://schemas.microsoft.com/office/drawing/2014/main" id="{12BEFB05-E3A9-4DE3-B1E3-E3BA2FF5F5DC}"/>
              </a:ext>
            </a:extLst>
          </p:cNvPr>
          <p:cNvSpPr>
            <a:spLocks noGrp="1"/>
          </p:cNvSpPr>
          <p:nvPr/>
        </p:nvSpPr>
        <p:spPr>
          <a:xfrm>
            <a:off x="1873754" y="4785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GT_10370">
            <a:extLst>
              <a:ext uri="{FF2B5EF4-FFF2-40B4-BE49-F238E27FC236}">
                <a16:creationId xmlns:a16="http://schemas.microsoft.com/office/drawing/2014/main" id="{9026DC9D-BCDD-456E-ADC5-3029A5CCC8FF}"/>
              </a:ext>
            </a:extLst>
          </p:cNvPr>
          <p:cNvSpPr>
            <a:spLocks noGrp="1"/>
          </p:cNvSpPr>
          <p:nvPr/>
        </p:nvSpPr>
        <p:spPr>
          <a:xfrm>
            <a:off x="1958499" y="39205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GT_10371">
            <a:extLst>
              <a:ext uri="{FF2B5EF4-FFF2-40B4-BE49-F238E27FC236}">
                <a16:creationId xmlns:a16="http://schemas.microsoft.com/office/drawing/2014/main" id="{191123B8-03E5-4B3C-8F3D-2F1479E66FEA}"/>
              </a:ext>
            </a:extLst>
          </p:cNvPr>
          <p:cNvSpPr>
            <a:spLocks noGrp="1"/>
          </p:cNvSpPr>
          <p:nvPr/>
        </p:nvSpPr>
        <p:spPr>
          <a:xfrm>
            <a:off x="1903168" y="51791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GT_10372">
            <a:extLst>
              <a:ext uri="{FF2B5EF4-FFF2-40B4-BE49-F238E27FC236}">
                <a16:creationId xmlns:a16="http://schemas.microsoft.com/office/drawing/2014/main" id="{A268DF8E-7EA8-4FB2-ACD0-F5161352EA69}"/>
              </a:ext>
            </a:extLst>
          </p:cNvPr>
          <p:cNvSpPr>
            <a:spLocks noGrp="1"/>
          </p:cNvSpPr>
          <p:nvPr/>
        </p:nvSpPr>
        <p:spPr>
          <a:xfrm>
            <a:off x="1938651" y="327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GT_10373">
            <a:extLst>
              <a:ext uri="{FF2B5EF4-FFF2-40B4-BE49-F238E27FC236}">
                <a16:creationId xmlns:a16="http://schemas.microsoft.com/office/drawing/2014/main" id="{DB477373-D227-47BE-A9F2-9B28B09A97B0}"/>
              </a:ext>
            </a:extLst>
          </p:cNvPr>
          <p:cNvSpPr>
            <a:spLocks noGrp="1"/>
          </p:cNvSpPr>
          <p:nvPr/>
        </p:nvSpPr>
        <p:spPr>
          <a:xfrm>
            <a:off x="2006189" y="4811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GT_10374">
            <a:extLst>
              <a:ext uri="{FF2B5EF4-FFF2-40B4-BE49-F238E27FC236}">
                <a16:creationId xmlns:a16="http://schemas.microsoft.com/office/drawing/2014/main" id="{53274F8A-B136-44F4-B6CE-463595BB261B}"/>
              </a:ext>
            </a:extLst>
          </p:cNvPr>
          <p:cNvSpPr>
            <a:spLocks noGrp="1"/>
          </p:cNvSpPr>
          <p:nvPr/>
        </p:nvSpPr>
        <p:spPr>
          <a:xfrm>
            <a:off x="1901356" y="40861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GT_10375">
            <a:extLst>
              <a:ext uri="{FF2B5EF4-FFF2-40B4-BE49-F238E27FC236}">
                <a16:creationId xmlns:a16="http://schemas.microsoft.com/office/drawing/2014/main" id="{DF36E3AD-E821-466E-8090-82D4325E733B}"/>
              </a:ext>
            </a:extLst>
          </p:cNvPr>
          <p:cNvSpPr>
            <a:spLocks noGrp="1"/>
          </p:cNvSpPr>
          <p:nvPr/>
        </p:nvSpPr>
        <p:spPr>
          <a:xfrm>
            <a:off x="1925207" y="3098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GT_10376">
            <a:extLst>
              <a:ext uri="{FF2B5EF4-FFF2-40B4-BE49-F238E27FC236}">
                <a16:creationId xmlns:a16="http://schemas.microsoft.com/office/drawing/2014/main" id="{C7F54DC3-F524-4E3E-ABB1-88B9A3FBDB7D}"/>
              </a:ext>
            </a:extLst>
          </p:cNvPr>
          <p:cNvSpPr>
            <a:spLocks noGrp="1"/>
          </p:cNvSpPr>
          <p:nvPr/>
        </p:nvSpPr>
        <p:spPr>
          <a:xfrm>
            <a:off x="1977626" y="52000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GT_10377">
            <a:extLst>
              <a:ext uri="{FF2B5EF4-FFF2-40B4-BE49-F238E27FC236}">
                <a16:creationId xmlns:a16="http://schemas.microsoft.com/office/drawing/2014/main" id="{C78193ED-6BE6-4B70-A865-C52096BD3498}"/>
              </a:ext>
            </a:extLst>
          </p:cNvPr>
          <p:cNvSpPr>
            <a:spLocks noGrp="1"/>
          </p:cNvSpPr>
          <p:nvPr/>
        </p:nvSpPr>
        <p:spPr>
          <a:xfrm>
            <a:off x="1800759" y="38942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GT_10378">
            <a:extLst>
              <a:ext uri="{FF2B5EF4-FFF2-40B4-BE49-F238E27FC236}">
                <a16:creationId xmlns:a16="http://schemas.microsoft.com/office/drawing/2014/main" id="{71A55D73-2568-48EC-B84B-F27E4CFAD06C}"/>
              </a:ext>
            </a:extLst>
          </p:cNvPr>
          <p:cNvSpPr>
            <a:spLocks noGrp="1"/>
          </p:cNvSpPr>
          <p:nvPr/>
        </p:nvSpPr>
        <p:spPr>
          <a:xfrm>
            <a:off x="1906987" y="5202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GT_10379">
            <a:extLst>
              <a:ext uri="{FF2B5EF4-FFF2-40B4-BE49-F238E27FC236}">
                <a16:creationId xmlns:a16="http://schemas.microsoft.com/office/drawing/2014/main" id="{D1508359-2611-45DF-8F88-40CF0D696A78}"/>
              </a:ext>
            </a:extLst>
          </p:cNvPr>
          <p:cNvSpPr>
            <a:spLocks noGrp="1"/>
          </p:cNvSpPr>
          <p:nvPr/>
        </p:nvSpPr>
        <p:spPr>
          <a:xfrm>
            <a:off x="1966785" y="320340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GT_10380">
            <a:extLst>
              <a:ext uri="{FF2B5EF4-FFF2-40B4-BE49-F238E27FC236}">
                <a16:creationId xmlns:a16="http://schemas.microsoft.com/office/drawing/2014/main" id="{A602FF5B-6BCA-42AB-AC5A-F897505433EB}"/>
              </a:ext>
            </a:extLst>
          </p:cNvPr>
          <p:cNvSpPr>
            <a:spLocks noGrp="1"/>
          </p:cNvSpPr>
          <p:nvPr/>
        </p:nvSpPr>
        <p:spPr>
          <a:xfrm>
            <a:off x="1978013" y="41988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GT_10381">
            <a:extLst>
              <a:ext uri="{FF2B5EF4-FFF2-40B4-BE49-F238E27FC236}">
                <a16:creationId xmlns:a16="http://schemas.microsoft.com/office/drawing/2014/main" id="{21BD8FE2-121B-4D3C-8FAA-4153E808B5B0}"/>
              </a:ext>
            </a:extLst>
          </p:cNvPr>
          <p:cNvSpPr>
            <a:spLocks noGrp="1"/>
          </p:cNvSpPr>
          <p:nvPr/>
        </p:nvSpPr>
        <p:spPr>
          <a:xfrm>
            <a:off x="1849371" y="35632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GT_10382">
            <a:extLst>
              <a:ext uri="{FF2B5EF4-FFF2-40B4-BE49-F238E27FC236}">
                <a16:creationId xmlns:a16="http://schemas.microsoft.com/office/drawing/2014/main" id="{A6350BF4-C017-4672-9AC1-E9FD6F8DCB5D}"/>
              </a:ext>
            </a:extLst>
          </p:cNvPr>
          <p:cNvSpPr>
            <a:spLocks noGrp="1"/>
          </p:cNvSpPr>
          <p:nvPr/>
        </p:nvSpPr>
        <p:spPr>
          <a:xfrm>
            <a:off x="1947910" y="32987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GT_10383">
            <a:extLst>
              <a:ext uri="{FF2B5EF4-FFF2-40B4-BE49-F238E27FC236}">
                <a16:creationId xmlns:a16="http://schemas.microsoft.com/office/drawing/2014/main" id="{972D3CD6-99A1-4C45-9DDF-3E8331F9C1EC}"/>
              </a:ext>
            </a:extLst>
          </p:cNvPr>
          <p:cNvSpPr>
            <a:spLocks noGrp="1"/>
          </p:cNvSpPr>
          <p:nvPr/>
        </p:nvSpPr>
        <p:spPr>
          <a:xfrm>
            <a:off x="1790978" y="38500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GT_10384">
            <a:extLst>
              <a:ext uri="{FF2B5EF4-FFF2-40B4-BE49-F238E27FC236}">
                <a16:creationId xmlns:a16="http://schemas.microsoft.com/office/drawing/2014/main" id="{8B07CCD7-0277-4ABE-87A7-50C3D7B18BFC}"/>
              </a:ext>
            </a:extLst>
          </p:cNvPr>
          <p:cNvSpPr>
            <a:spLocks noGrp="1"/>
          </p:cNvSpPr>
          <p:nvPr/>
        </p:nvSpPr>
        <p:spPr>
          <a:xfrm>
            <a:off x="1845037" y="36247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GT_10385">
            <a:extLst>
              <a:ext uri="{FF2B5EF4-FFF2-40B4-BE49-F238E27FC236}">
                <a16:creationId xmlns:a16="http://schemas.microsoft.com/office/drawing/2014/main" id="{A494C728-2A7F-411A-A07A-02A546EF67FB}"/>
              </a:ext>
            </a:extLst>
          </p:cNvPr>
          <p:cNvSpPr>
            <a:spLocks noGrp="1"/>
          </p:cNvSpPr>
          <p:nvPr/>
        </p:nvSpPr>
        <p:spPr>
          <a:xfrm>
            <a:off x="1977159" y="387625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GT_10386">
            <a:extLst>
              <a:ext uri="{FF2B5EF4-FFF2-40B4-BE49-F238E27FC236}">
                <a16:creationId xmlns:a16="http://schemas.microsoft.com/office/drawing/2014/main" id="{20130615-7ED2-41CE-8254-64573FD14A33}"/>
              </a:ext>
            </a:extLst>
          </p:cNvPr>
          <p:cNvSpPr>
            <a:spLocks noGrp="1"/>
          </p:cNvSpPr>
          <p:nvPr/>
        </p:nvSpPr>
        <p:spPr>
          <a:xfrm>
            <a:off x="2011575" y="32757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GT_10387">
            <a:extLst>
              <a:ext uri="{FF2B5EF4-FFF2-40B4-BE49-F238E27FC236}">
                <a16:creationId xmlns:a16="http://schemas.microsoft.com/office/drawing/2014/main" id="{C9C79714-22BF-493B-9EF1-6B6C7442E4CA}"/>
              </a:ext>
            </a:extLst>
          </p:cNvPr>
          <p:cNvSpPr>
            <a:spLocks noGrp="1"/>
          </p:cNvSpPr>
          <p:nvPr/>
        </p:nvSpPr>
        <p:spPr>
          <a:xfrm>
            <a:off x="1943964" y="4559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GT_10388">
            <a:extLst>
              <a:ext uri="{FF2B5EF4-FFF2-40B4-BE49-F238E27FC236}">
                <a16:creationId xmlns:a16="http://schemas.microsoft.com/office/drawing/2014/main" id="{B8D26D03-046D-495A-A0D1-49649FC6C564}"/>
              </a:ext>
            </a:extLst>
          </p:cNvPr>
          <p:cNvSpPr>
            <a:spLocks noGrp="1"/>
          </p:cNvSpPr>
          <p:nvPr/>
        </p:nvSpPr>
        <p:spPr>
          <a:xfrm>
            <a:off x="1880746" y="4738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GT_10389">
            <a:extLst>
              <a:ext uri="{FF2B5EF4-FFF2-40B4-BE49-F238E27FC236}">
                <a16:creationId xmlns:a16="http://schemas.microsoft.com/office/drawing/2014/main" id="{9819E2C3-652A-4116-A871-B44EC4005FFF}"/>
              </a:ext>
            </a:extLst>
          </p:cNvPr>
          <p:cNvSpPr>
            <a:spLocks noGrp="1"/>
          </p:cNvSpPr>
          <p:nvPr/>
        </p:nvSpPr>
        <p:spPr>
          <a:xfrm>
            <a:off x="1773720" y="29522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GT_10390">
            <a:extLst>
              <a:ext uri="{FF2B5EF4-FFF2-40B4-BE49-F238E27FC236}">
                <a16:creationId xmlns:a16="http://schemas.microsoft.com/office/drawing/2014/main" id="{CF1B1163-DB47-4DAD-A183-2BB9D0595E2C}"/>
              </a:ext>
            </a:extLst>
          </p:cNvPr>
          <p:cNvSpPr>
            <a:spLocks noGrp="1"/>
          </p:cNvSpPr>
          <p:nvPr/>
        </p:nvSpPr>
        <p:spPr>
          <a:xfrm>
            <a:off x="2005139" y="60633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GT_10391">
            <a:extLst>
              <a:ext uri="{FF2B5EF4-FFF2-40B4-BE49-F238E27FC236}">
                <a16:creationId xmlns:a16="http://schemas.microsoft.com/office/drawing/2014/main" id="{94189ED9-1CC9-4A58-AF31-50EE30F520C0}"/>
              </a:ext>
            </a:extLst>
          </p:cNvPr>
          <p:cNvSpPr>
            <a:spLocks noGrp="1"/>
          </p:cNvSpPr>
          <p:nvPr/>
        </p:nvSpPr>
        <p:spPr>
          <a:xfrm>
            <a:off x="1844107" y="33112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GT_10392">
            <a:extLst>
              <a:ext uri="{FF2B5EF4-FFF2-40B4-BE49-F238E27FC236}">
                <a16:creationId xmlns:a16="http://schemas.microsoft.com/office/drawing/2014/main" id="{47FACFCA-E1D3-4CC5-AA81-0BE422015865}"/>
              </a:ext>
            </a:extLst>
          </p:cNvPr>
          <p:cNvSpPr>
            <a:spLocks noGrp="1"/>
          </p:cNvSpPr>
          <p:nvPr/>
        </p:nvSpPr>
        <p:spPr>
          <a:xfrm>
            <a:off x="1994487" y="49674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GT_10393">
            <a:extLst>
              <a:ext uri="{FF2B5EF4-FFF2-40B4-BE49-F238E27FC236}">
                <a16:creationId xmlns:a16="http://schemas.microsoft.com/office/drawing/2014/main" id="{2F7F6E96-EF44-45E5-817D-9709F40DB60E}"/>
              </a:ext>
            </a:extLst>
          </p:cNvPr>
          <p:cNvSpPr>
            <a:spLocks noGrp="1"/>
          </p:cNvSpPr>
          <p:nvPr/>
        </p:nvSpPr>
        <p:spPr>
          <a:xfrm>
            <a:off x="1908338" y="4699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GT_10394">
            <a:extLst>
              <a:ext uri="{FF2B5EF4-FFF2-40B4-BE49-F238E27FC236}">
                <a16:creationId xmlns:a16="http://schemas.microsoft.com/office/drawing/2014/main" id="{5F237746-B223-4334-8507-C2B6CDEF08EF}"/>
              </a:ext>
            </a:extLst>
          </p:cNvPr>
          <p:cNvSpPr>
            <a:spLocks noGrp="1"/>
          </p:cNvSpPr>
          <p:nvPr/>
        </p:nvSpPr>
        <p:spPr>
          <a:xfrm>
            <a:off x="1860155" y="30558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GT_10395">
            <a:extLst>
              <a:ext uri="{FF2B5EF4-FFF2-40B4-BE49-F238E27FC236}">
                <a16:creationId xmlns:a16="http://schemas.microsoft.com/office/drawing/2014/main" id="{E7A32DE6-8096-429D-802C-9F91A0703CF3}"/>
              </a:ext>
            </a:extLst>
          </p:cNvPr>
          <p:cNvSpPr>
            <a:spLocks noGrp="1"/>
          </p:cNvSpPr>
          <p:nvPr/>
        </p:nvSpPr>
        <p:spPr>
          <a:xfrm>
            <a:off x="1983748" y="34599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GT_10396">
            <a:extLst>
              <a:ext uri="{FF2B5EF4-FFF2-40B4-BE49-F238E27FC236}">
                <a16:creationId xmlns:a16="http://schemas.microsoft.com/office/drawing/2014/main" id="{B9F2387F-9788-47C2-89E2-65A716B1B688}"/>
              </a:ext>
            </a:extLst>
          </p:cNvPr>
          <p:cNvSpPr>
            <a:spLocks noGrp="1"/>
          </p:cNvSpPr>
          <p:nvPr/>
        </p:nvSpPr>
        <p:spPr>
          <a:xfrm>
            <a:off x="1928109" y="3089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GT_10397">
            <a:extLst>
              <a:ext uri="{FF2B5EF4-FFF2-40B4-BE49-F238E27FC236}">
                <a16:creationId xmlns:a16="http://schemas.microsoft.com/office/drawing/2014/main" id="{1C0DDB5B-D151-4CE7-A103-AF42CCF71F85}"/>
              </a:ext>
            </a:extLst>
          </p:cNvPr>
          <p:cNvSpPr>
            <a:spLocks noGrp="1"/>
          </p:cNvSpPr>
          <p:nvPr/>
        </p:nvSpPr>
        <p:spPr>
          <a:xfrm>
            <a:off x="1837674" y="4958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GT_10398">
            <a:extLst>
              <a:ext uri="{FF2B5EF4-FFF2-40B4-BE49-F238E27FC236}">
                <a16:creationId xmlns:a16="http://schemas.microsoft.com/office/drawing/2014/main" id="{9993B163-90AF-4F14-AA8B-7421951C135C}"/>
              </a:ext>
            </a:extLst>
          </p:cNvPr>
          <p:cNvSpPr>
            <a:spLocks noGrp="1"/>
          </p:cNvSpPr>
          <p:nvPr/>
        </p:nvSpPr>
        <p:spPr>
          <a:xfrm>
            <a:off x="1801188" y="473757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GT_10399">
            <a:extLst>
              <a:ext uri="{FF2B5EF4-FFF2-40B4-BE49-F238E27FC236}">
                <a16:creationId xmlns:a16="http://schemas.microsoft.com/office/drawing/2014/main" id="{8A3C93EB-53EE-42A2-80B1-572BC1BAF2D1}"/>
              </a:ext>
            </a:extLst>
          </p:cNvPr>
          <p:cNvSpPr>
            <a:spLocks noGrp="1"/>
          </p:cNvSpPr>
          <p:nvPr/>
        </p:nvSpPr>
        <p:spPr>
          <a:xfrm>
            <a:off x="1947768" y="41710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GT_10400">
            <a:extLst>
              <a:ext uri="{FF2B5EF4-FFF2-40B4-BE49-F238E27FC236}">
                <a16:creationId xmlns:a16="http://schemas.microsoft.com/office/drawing/2014/main" id="{00DA8BA7-FB57-4D23-B1D9-74B87E6A64E4}"/>
              </a:ext>
            </a:extLst>
          </p:cNvPr>
          <p:cNvSpPr>
            <a:spLocks noGrp="1"/>
          </p:cNvSpPr>
          <p:nvPr/>
        </p:nvSpPr>
        <p:spPr>
          <a:xfrm>
            <a:off x="1779576" y="47237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GT_10401">
            <a:extLst>
              <a:ext uri="{FF2B5EF4-FFF2-40B4-BE49-F238E27FC236}">
                <a16:creationId xmlns:a16="http://schemas.microsoft.com/office/drawing/2014/main" id="{D6101228-3F00-4F1B-A7B3-F53E6A0EE3DE}"/>
              </a:ext>
            </a:extLst>
          </p:cNvPr>
          <p:cNvSpPr>
            <a:spLocks noGrp="1"/>
          </p:cNvSpPr>
          <p:nvPr/>
        </p:nvSpPr>
        <p:spPr>
          <a:xfrm>
            <a:off x="1865140" y="386477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GT_10402">
            <a:extLst>
              <a:ext uri="{FF2B5EF4-FFF2-40B4-BE49-F238E27FC236}">
                <a16:creationId xmlns:a16="http://schemas.microsoft.com/office/drawing/2014/main" id="{B4126D1B-9C69-45A4-A06C-8FEFA2523B18}"/>
              </a:ext>
            </a:extLst>
          </p:cNvPr>
          <p:cNvSpPr>
            <a:spLocks noGrp="1"/>
          </p:cNvSpPr>
          <p:nvPr/>
        </p:nvSpPr>
        <p:spPr>
          <a:xfrm>
            <a:off x="1871893" y="32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GT_10403">
            <a:extLst>
              <a:ext uri="{FF2B5EF4-FFF2-40B4-BE49-F238E27FC236}">
                <a16:creationId xmlns:a16="http://schemas.microsoft.com/office/drawing/2014/main" id="{EFA21DB6-100B-4192-BEE4-59BBD675C24B}"/>
              </a:ext>
            </a:extLst>
          </p:cNvPr>
          <p:cNvSpPr>
            <a:spLocks noGrp="1"/>
          </p:cNvSpPr>
          <p:nvPr/>
        </p:nvSpPr>
        <p:spPr>
          <a:xfrm>
            <a:off x="1836336" y="32810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GT_10404">
            <a:extLst>
              <a:ext uri="{FF2B5EF4-FFF2-40B4-BE49-F238E27FC236}">
                <a16:creationId xmlns:a16="http://schemas.microsoft.com/office/drawing/2014/main" id="{7DE265F5-43E0-44B0-8942-F6F603C99802}"/>
              </a:ext>
            </a:extLst>
          </p:cNvPr>
          <p:cNvSpPr>
            <a:spLocks noGrp="1"/>
          </p:cNvSpPr>
          <p:nvPr/>
        </p:nvSpPr>
        <p:spPr>
          <a:xfrm>
            <a:off x="1849911" y="56507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GT_10405">
            <a:extLst>
              <a:ext uri="{FF2B5EF4-FFF2-40B4-BE49-F238E27FC236}">
                <a16:creationId xmlns:a16="http://schemas.microsoft.com/office/drawing/2014/main" id="{22934D3D-3DBB-406F-A218-06D486AE546F}"/>
              </a:ext>
            </a:extLst>
          </p:cNvPr>
          <p:cNvSpPr>
            <a:spLocks noGrp="1"/>
          </p:cNvSpPr>
          <p:nvPr/>
        </p:nvSpPr>
        <p:spPr>
          <a:xfrm>
            <a:off x="1920239" y="4070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GT_10406">
            <a:extLst>
              <a:ext uri="{FF2B5EF4-FFF2-40B4-BE49-F238E27FC236}">
                <a16:creationId xmlns:a16="http://schemas.microsoft.com/office/drawing/2014/main" id="{C0201814-3FC1-419C-9C66-E884C35F4AD8}"/>
              </a:ext>
            </a:extLst>
          </p:cNvPr>
          <p:cNvSpPr>
            <a:spLocks noGrp="1"/>
          </p:cNvSpPr>
          <p:nvPr/>
        </p:nvSpPr>
        <p:spPr>
          <a:xfrm>
            <a:off x="1851022" y="542584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GT_10407">
            <a:extLst>
              <a:ext uri="{FF2B5EF4-FFF2-40B4-BE49-F238E27FC236}">
                <a16:creationId xmlns:a16="http://schemas.microsoft.com/office/drawing/2014/main" id="{98B8647B-1EB1-4FA2-BDD7-BE7BFBD49A6D}"/>
              </a:ext>
            </a:extLst>
          </p:cNvPr>
          <p:cNvSpPr>
            <a:spLocks noGrp="1"/>
          </p:cNvSpPr>
          <p:nvPr/>
        </p:nvSpPr>
        <p:spPr>
          <a:xfrm>
            <a:off x="1992154" y="41185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GT_10408">
            <a:extLst>
              <a:ext uri="{FF2B5EF4-FFF2-40B4-BE49-F238E27FC236}">
                <a16:creationId xmlns:a16="http://schemas.microsoft.com/office/drawing/2014/main" id="{7D8263A8-F020-4D7C-8E95-FFFC3AC5F7BC}"/>
              </a:ext>
            </a:extLst>
          </p:cNvPr>
          <p:cNvSpPr>
            <a:spLocks noGrp="1"/>
          </p:cNvSpPr>
          <p:nvPr/>
        </p:nvSpPr>
        <p:spPr>
          <a:xfrm>
            <a:off x="1903156" y="31860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GT_10409">
            <a:extLst>
              <a:ext uri="{FF2B5EF4-FFF2-40B4-BE49-F238E27FC236}">
                <a16:creationId xmlns:a16="http://schemas.microsoft.com/office/drawing/2014/main" id="{675F965B-967C-4395-956A-AA9B80B6A435}"/>
              </a:ext>
            </a:extLst>
          </p:cNvPr>
          <p:cNvSpPr>
            <a:spLocks noGrp="1"/>
          </p:cNvSpPr>
          <p:nvPr/>
        </p:nvSpPr>
        <p:spPr>
          <a:xfrm>
            <a:off x="1849637" y="3613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GT_10410">
            <a:extLst>
              <a:ext uri="{FF2B5EF4-FFF2-40B4-BE49-F238E27FC236}">
                <a16:creationId xmlns:a16="http://schemas.microsoft.com/office/drawing/2014/main" id="{406F9FB2-A01D-49F3-B6E6-698294C5F751}"/>
              </a:ext>
            </a:extLst>
          </p:cNvPr>
          <p:cNvSpPr>
            <a:spLocks noGrp="1"/>
          </p:cNvSpPr>
          <p:nvPr/>
        </p:nvSpPr>
        <p:spPr>
          <a:xfrm>
            <a:off x="1943941" y="46350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GT_10411">
            <a:extLst>
              <a:ext uri="{FF2B5EF4-FFF2-40B4-BE49-F238E27FC236}">
                <a16:creationId xmlns:a16="http://schemas.microsoft.com/office/drawing/2014/main" id="{D3E62742-03F2-4D8E-8199-89D5F9F57965}"/>
              </a:ext>
            </a:extLst>
          </p:cNvPr>
          <p:cNvSpPr>
            <a:spLocks noGrp="1"/>
          </p:cNvSpPr>
          <p:nvPr/>
        </p:nvSpPr>
        <p:spPr>
          <a:xfrm>
            <a:off x="1976124" y="4747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GT_10412">
            <a:extLst>
              <a:ext uri="{FF2B5EF4-FFF2-40B4-BE49-F238E27FC236}">
                <a16:creationId xmlns:a16="http://schemas.microsoft.com/office/drawing/2014/main" id="{DE29EC46-BE08-4168-9D7D-803C1D1DBB59}"/>
              </a:ext>
            </a:extLst>
          </p:cNvPr>
          <p:cNvSpPr>
            <a:spLocks noGrp="1"/>
          </p:cNvSpPr>
          <p:nvPr/>
        </p:nvSpPr>
        <p:spPr>
          <a:xfrm>
            <a:off x="1954168" y="42110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GT_10413">
            <a:extLst>
              <a:ext uri="{FF2B5EF4-FFF2-40B4-BE49-F238E27FC236}">
                <a16:creationId xmlns:a16="http://schemas.microsoft.com/office/drawing/2014/main" id="{E33A86D0-2C18-4BE3-94C0-E9588A9F56C4}"/>
              </a:ext>
            </a:extLst>
          </p:cNvPr>
          <p:cNvSpPr>
            <a:spLocks noGrp="1"/>
          </p:cNvSpPr>
          <p:nvPr/>
        </p:nvSpPr>
        <p:spPr>
          <a:xfrm>
            <a:off x="1890708" y="5034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GT_10414">
            <a:extLst>
              <a:ext uri="{FF2B5EF4-FFF2-40B4-BE49-F238E27FC236}">
                <a16:creationId xmlns:a16="http://schemas.microsoft.com/office/drawing/2014/main" id="{04BD1C82-C120-4C66-8FD1-23239B38E2DA}"/>
              </a:ext>
            </a:extLst>
          </p:cNvPr>
          <p:cNvSpPr>
            <a:spLocks noGrp="1"/>
          </p:cNvSpPr>
          <p:nvPr/>
        </p:nvSpPr>
        <p:spPr>
          <a:xfrm>
            <a:off x="1857102" y="37533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GT_10415">
            <a:extLst>
              <a:ext uri="{FF2B5EF4-FFF2-40B4-BE49-F238E27FC236}">
                <a16:creationId xmlns:a16="http://schemas.microsoft.com/office/drawing/2014/main" id="{A4416A2D-8D44-421C-A83C-4819A5AFB3B0}"/>
              </a:ext>
            </a:extLst>
          </p:cNvPr>
          <p:cNvSpPr>
            <a:spLocks noGrp="1"/>
          </p:cNvSpPr>
          <p:nvPr/>
        </p:nvSpPr>
        <p:spPr>
          <a:xfrm>
            <a:off x="1884989" y="3997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GT_10416">
            <a:extLst>
              <a:ext uri="{FF2B5EF4-FFF2-40B4-BE49-F238E27FC236}">
                <a16:creationId xmlns:a16="http://schemas.microsoft.com/office/drawing/2014/main" id="{FDA2AF39-41B1-47C6-8825-E64CCF649BC7}"/>
              </a:ext>
            </a:extLst>
          </p:cNvPr>
          <p:cNvSpPr>
            <a:spLocks noGrp="1"/>
          </p:cNvSpPr>
          <p:nvPr/>
        </p:nvSpPr>
        <p:spPr>
          <a:xfrm>
            <a:off x="1959611" y="4254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GT_10417">
            <a:extLst>
              <a:ext uri="{FF2B5EF4-FFF2-40B4-BE49-F238E27FC236}">
                <a16:creationId xmlns:a16="http://schemas.microsoft.com/office/drawing/2014/main" id="{9EF22BBE-5A6E-4CB6-AF61-7B0B7DE8B083}"/>
              </a:ext>
            </a:extLst>
          </p:cNvPr>
          <p:cNvSpPr>
            <a:spLocks noGrp="1"/>
          </p:cNvSpPr>
          <p:nvPr/>
        </p:nvSpPr>
        <p:spPr>
          <a:xfrm>
            <a:off x="1779716" y="50367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GT_10418">
            <a:extLst>
              <a:ext uri="{FF2B5EF4-FFF2-40B4-BE49-F238E27FC236}">
                <a16:creationId xmlns:a16="http://schemas.microsoft.com/office/drawing/2014/main" id="{30D40AAB-B238-4D45-8016-40462BF77FC8}"/>
              </a:ext>
            </a:extLst>
          </p:cNvPr>
          <p:cNvSpPr>
            <a:spLocks noGrp="1"/>
          </p:cNvSpPr>
          <p:nvPr/>
        </p:nvSpPr>
        <p:spPr>
          <a:xfrm>
            <a:off x="1814677" y="57018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GT_10419">
            <a:extLst>
              <a:ext uri="{FF2B5EF4-FFF2-40B4-BE49-F238E27FC236}">
                <a16:creationId xmlns:a16="http://schemas.microsoft.com/office/drawing/2014/main" id="{B1724FD5-8439-45FC-89E2-2E22E65E21DC}"/>
              </a:ext>
            </a:extLst>
          </p:cNvPr>
          <p:cNvSpPr>
            <a:spLocks noGrp="1"/>
          </p:cNvSpPr>
          <p:nvPr/>
        </p:nvSpPr>
        <p:spPr>
          <a:xfrm>
            <a:off x="1955070" y="35887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GT_10420">
            <a:extLst>
              <a:ext uri="{FF2B5EF4-FFF2-40B4-BE49-F238E27FC236}">
                <a16:creationId xmlns:a16="http://schemas.microsoft.com/office/drawing/2014/main" id="{C4A922C3-7E97-4420-AD73-776BC93A9FDA}"/>
              </a:ext>
            </a:extLst>
          </p:cNvPr>
          <p:cNvSpPr>
            <a:spLocks noGrp="1"/>
          </p:cNvSpPr>
          <p:nvPr/>
        </p:nvSpPr>
        <p:spPr>
          <a:xfrm>
            <a:off x="1924015" y="60978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GT_10421">
            <a:extLst>
              <a:ext uri="{FF2B5EF4-FFF2-40B4-BE49-F238E27FC236}">
                <a16:creationId xmlns:a16="http://schemas.microsoft.com/office/drawing/2014/main" id="{3A8CCE6F-9F3B-4C2D-836B-EA30B0D16C68}"/>
              </a:ext>
            </a:extLst>
          </p:cNvPr>
          <p:cNvSpPr>
            <a:spLocks noGrp="1"/>
          </p:cNvSpPr>
          <p:nvPr/>
        </p:nvSpPr>
        <p:spPr>
          <a:xfrm>
            <a:off x="1987854" y="35132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GT_10422">
            <a:extLst>
              <a:ext uri="{FF2B5EF4-FFF2-40B4-BE49-F238E27FC236}">
                <a16:creationId xmlns:a16="http://schemas.microsoft.com/office/drawing/2014/main" id="{0FC43BC0-D861-4FD4-884B-F10908F9C314}"/>
              </a:ext>
            </a:extLst>
          </p:cNvPr>
          <p:cNvSpPr>
            <a:spLocks noGrp="1"/>
          </p:cNvSpPr>
          <p:nvPr/>
        </p:nvSpPr>
        <p:spPr>
          <a:xfrm>
            <a:off x="1839461" y="52754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GT_10423">
            <a:extLst>
              <a:ext uri="{FF2B5EF4-FFF2-40B4-BE49-F238E27FC236}">
                <a16:creationId xmlns:a16="http://schemas.microsoft.com/office/drawing/2014/main" id="{6A808DFF-9F8F-45B9-8414-8B3C21DF495C}"/>
              </a:ext>
            </a:extLst>
          </p:cNvPr>
          <p:cNvSpPr>
            <a:spLocks noGrp="1"/>
          </p:cNvSpPr>
          <p:nvPr/>
        </p:nvSpPr>
        <p:spPr>
          <a:xfrm>
            <a:off x="1904657" y="42991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GT_10424">
            <a:extLst>
              <a:ext uri="{FF2B5EF4-FFF2-40B4-BE49-F238E27FC236}">
                <a16:creationId xmlns:a16="http://schemas.microsoft.com/office/drawing/2014/main" id="{D3512B9E-7A18-4B66-B548-594EC296D6B0}"/>
              </a:ext>
            </a:extLst>
          </p:cNvPr>
          <p:cNvSpPr>
            <a:spLocks noGrp="1"/>
          </p:cNvSpPr>
          <p:nvPr/>
        </p:nvSpPr>
        <p:spPr>
          <a:xfrm>
            <a:off x="2017496" y="39345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GT_10425">
            <a:extLst>
              <a:ext uri="{FF2B5EF4-FFF2-40B4-BE49-F238E27FC236}">
                <a16:creationId xmlns:a16="http://schemas.microsoft.com/office/drawing/2014/main" id="{B31A02ED-8425-45CE-B94F-7057738BCA7F}"/>
              </a:ext>
            </a:extLst>
          </p:cNvPr>
          <p:cNvSpPr>
            <a:spLocks noGrp="1"/>
          </p:cNvSpPr>
          <p:nvPr/>
        </p:nvSpPr>
        <p:spPr>
          <a:xfrm>
            <a:off x="1986862" y="43937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GT_10426">
            <a:extLst>
              <a:ext uri="{FF2B5EF4-FFF2-40B4-BE49-F238E27FC236}">
                <a16:creationId xmlns:a16="http://schemas.microsoft.com/office/drawing/2014/main" id="{F6A21F60-5288-4AFF-AAE3-52B2ABCBDE0A}"/>
              </a:ext>
            </a:extLst>
          </p:cNvPr>
          <p:cNvSpPr>
            <a:spLocks noGrp="1"/>
          </p:cNvSpPr>
          <p:nvPr/>
        </p:nvSpPr>
        <p:spPr>
          <a:xfrm>
            <a:off x="1858856" y="37340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GT_10427">
            <a:extLst>
              <a:ext uri="{FF2B5EF4-FFF2-40B4-BE49-F238E27FC236}">
                <a16:creationId xmlns:a16="http://schemas.microsoft.com/office/drawing/2014/main" id="{227C82AD-B10E-4B4C-8F89-A43D501EE6AE}"/>
              </a:ext>
            </a:extLst>
          </p:cNvPr>
          <p:cNvSpPr>
            <a:spLocks noGrp="1"/>
          </p:cNvSpPr>
          <p:nvPr/>
        </p:nvSpPr>
        <p:spPr>
          <a:xfrm>
            <a:off x="1976827" y="31262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GT_10428">
            <a:extLst>
              <a:ext uri="{FF2B5EF4-FFF2-40B4-BE49-F238E27FC236}">
                <a16:creationId xmlns:a16="http://schemas.microsoft.com/office/drawing/2014/main" id="{85456ECA-3234-4C21-8F39-5613DAF216E6}"/>
              </a:ext>
            </a:extLst>
          </p:cNvPr>
          <p:cNvSpPr>
            <a:spLocks noGrp="1"/>
          </p:cNvSpPr>
          <p:nvPr/>
        </p:nvSpPr>
        <p:spPr>
          <a:xfrm>
            <a:off x="1857396" y="33047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GT_10429">
            <a:extLst>
              <a:ext uri="{FF2B5EF4-FFF2-40B4-BE49-F238E27FC236}">
                <a16:creationId xmlns:a16="http://schemas.microsoft.com/office/drawing/2014/main" id="{295B0A26-5BA8-4559-9833-1EC45D9B8D75}"/>
              </a:ext>
            </a:extLst>
          </p:cNvPr>
          <p:cNvSpPr>
            <a:spLocks noGrp="1"/>
          </p:cNvSpPr>
          <p:nvPr/>
        </p:nvSpPr>
        <p:spPr>
          <a:xfrm>
            <a:off x="1915195" y="60978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GT_10430">
            <a:extLst>
              <a:ext uri="{FF2B5EF4-FFF2-40B4-BE49-F238E27FC236}">
                <a16:creationId xmlns:a16="http://schemas.microsoft.com/office/drawing/2014/main" id="{47EB016C-0105-4736-B57A-E686FAB7B0FB}"/>
              </a:ext>
            </a:extLst>
          </p:cNvPr>
          <p:cNvSpPr>
            <a:spLocks noGrp="1"/>
          </p:cNvSpPr>
          <p:nvPr/>
        </p:nvSpPr>
        <p:spPr>
          <a:xfrm>
            <a:off x="1933883" y="36409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GT_10431">
            <a:extLst>
              <a:ext uri="{FF2B5EF4-FFF2-40B4-BE49-F238E27FC236}">
                <a16:creationId xmlns:a16="http://schemas.microsoft.com/office/drawing/2014/main" id="{3C309BCD-93AE-4F32-AD6D-7E69F95A2A55}"/>
              </a:ext>
            </a:extLst>
          </p:cNvPr>
          <p:cNvSpPr>
            <a:spLocks noGrp="1"/>
          </p:cNvSpPr>
          <p:nvPr/>
        </p:nvSpPr>
        <p:spPr>
          <a:xfrm>
            <a:off x="1979910" y="3459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GT_10432">
            <a:extLst>
              <a:ext uri="{FF2B5EF4-FFF2-40B4-BE49-F238E27FC236}">
                <a16:creationId xmlns:a16="http://schemas.microsoft.com/office/drawing/2014/main" id="{C3B303DB-627E-400A-A841-8F864BC7B85A}"/>
              </a:ext>
            </a:extLst>
          </p:cNvPr>
          <p:cNvSpPr>
            <a:spLocks noGrp="1"/>
          </p:cNvSpPr>
          <p:nvPr/>
        </p:nvSpPr>
        <p:spPr>
          <a:xfrm>
            <a:off x="1854848" y="39981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GT_10433">
            <a:extLst>
              <a:ext uri="{FF2B5EF4-FFF2-40B4-BE49-F238E27FC236}">
                <a16:creationId xmlns:a16="http://schemas.microsoft.com/office/drawing/2014/main" id="{97816CBF-BA63-474F-8D74-80C87341081B}"/>
              </a:ext>
            </a:extLst>
          </p:cNvPr>
          <p:cNvSpPr>
            <a:spLocks noGrp="1"/>
          </p:cNvSpPr>
          <p:nvPr/>
        </p:nvSpPr>
        <p:spPr>
          <a:xfrm>
            <a:off x="1990646" y="40695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GT_10434">
            <a:extLst>
              <a:ext uri="{FF2B5EF4-FFF2-40B4-BE49-F238E27FC236}">
                <a16:creationId xmlns:a16="http://schemas.microsoft.com/office/drawing/2014/main" id="{DDA2E1AC-7C91-4FD2-974B-73BEA23C3614}"/>
              </a:ext>
            </a:extLst>
          </p:cNvPr>
          <p:cNvSpPr>
            <a:spLocks noGrp="1"/>
          </p:cNvSpPr>
          <p:nvPr/>
        </p:nvSpPr>
        <p:spPr>
          <a:xfrm>
            <a:off x="1960637" y="36205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GT_10435">
            <a:extLst>
              <a:ext uri="{FF2B5EF4-FFF2-40B4-BE49-F238E27FC236}">
                <a16:creationId xmlns:a16="http://schemas.microsoft.com/office/drawing/2014/main" id="{5E760B94-8165-4D54-B2C4-0BC9EEC031CD}"/>
              </a:ext>
            </a:extLst>
          </p:cNvPr>
          <p:cNvSpPr>
            <a:spLocks noGrp="1"/>
          </p:cNvSpPr>
          <p:nvPr/>
        </p:nvSpPr>
        <p:spPr>
          <a:xfrm>
            <a:off x="1915228" y="34812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GT_10436">
            <a:extLst>
              <a:ext uri="{FF2B5EF4-FFF2-40B4-BE49-F238E27FC236}">
                <a16:creationId xmlns:a16="http://schemas.microsoft.com/office/drawing/2014/main" id="{6A8CB648-B447-4128-BBA8-DB01CFA29F21}"/>
              </a:ext>
            </a:extLst>
          </p:cNvPr>
          <p:cNvSpPr>
            <a:spLocks noGrp="1"/>
          </p:cNvSpPr>
          <p:nvPr/>
        </p:nvSpPr>
        <p:spPr>
          <a:xfrm>
            <a:off x="1849674" y="46761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GT_10437">
            <a:extLst>
              <a:ext uri="{FF2B5EF4-FFF2-40B4-BE49-F238E27FC236}">
                <a16:creationId xmlns:a16="http://schemas.microsoft.com/office/drawing/2014/main" id="{A0A248BE-52DC-4454-B740-A7343FF96AA4}"/>
              </a:ext>
            </a:extLst>
          </p:cNvPr>
          <p:cNvSpPr>
            <a:spLocks noGrp="1"/>
          </p:cNvSpPr>
          <p:nvPr/>
        </p:nvSpPr>
        <p:spPr>
          <a:xfrm>
            <a:off x="1921591" y="32410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GT_10438">
            <a:extLst>
              <a:ext uri="{FF2B5EF4-FFF2-40B4-BE49-F238E27FC236}">
                <a16:creationId xmlns:a16="http://schemas.microsoft.com/office/drawing/2014/main" id="{04CD0C1C-21C7-482E-B29B-B45B34089275}"/>
              </a:ext>
            </a:extLst>
          </p:cNvPr>
          <p:cNvSpPr>
            <a:spLocks noGrp="1"/>
          </p:cNvSpPr>
          <p:nvPr/>
        </p:nvSpPr>
        <p:spPr>
          <a:xfrm>
            <a:off x="1949985" y="38397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GT_10439">
            <a:extLst>
              <a:ext uri="{FF2B5EF4-FFF2-40B4-BE49-F238E27FC236}">
                <a16:creationId xmlns:a16="http://schemas.microsoft.com/office/drawing/2014/main" id="{07768CAD-39CE-4C03-A82A-87B8B53F5B03}"/>
              </a:ext>
            </a:extLst>
          </p:cNvPr>
          <p:cNvSpPr>
            <a:spLocks noGrp="1"/>
          </p:cNvSpPr>
          <p:nvPr/>
        </p:nvSpPr>
        <p:spPr>
          <a:xfrm>
            <a:off x="1965830" y="37386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GT_10440">
            <a:extLst>
              <a:ext uri="{FF2B5EF4-FFF2-40B4-BE49-F238E27FC236}">
                <a16:creationId xmlns:a16="http://schemas.microsoft.com/office/drawing/2014/main" id="{315E387C-E814-4B36-97D8-40FC9F95D0B5}"/>
              </a:ext>
            </a:extLst>
          </p:cNvPr>
          <p:cNvSpPr>
            <a:spLocks noGrp="1"/>
          </p:cNvSpPr>
          <p:nvPr/>
        </p:nvSpPr>
        <p:spPr>
          <a:xfrm>
            <a:off x="1815047" y="6041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GT_10441">
            <a:extLst>
              <a:ext uri="{FF2B5EF4-FFF2-40B4-BE49-F238E27FC236}">
                <a16:creationId xmlns:a16="http://schemas.microsoft.com/office/drawing/2014/main" id="{7DBEDF2F-761D-40FC-AE86-64F62DB62D1E}"/>
              </a:ext>
            </a:extLst>
          </p:cNvPr>
          <p:cNvSpPr>
            <a:spLocks noGrp="1"/>
          </p:cNvSpPr>
          <p:nvPr/>
        </p:nvSpPr>
        <p:spPr>
          <a:xfrm>
            <a:off x="1788133" y="43358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GT_10442">
            <a:extLst>
              <a:ext uri="{FF2B5EF4-FFF2-40B4-BE49-F238E27FC236}">
                <a16:creationId xmlns:a16="http://schemas.microsoft.com/office/drawing/2014/main" id="{985E30C9-80CD-4429-8D46-5DAB8ECB5021}"/>
              </a:ext>
            </a:extLst>
          </p:cNvPr>
          <p:cNvSpPr>
            <a:spLocks noGrp="1"/>
          </p:cNvSpPr>
          <p:nvPr/>
        </p:nvSpPr>
        <p:spPr>
          <a:xfrm>
            <a:off x="1895145" y="34086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GT_10443">
            <a:extLst>
              <a:ext uri="{FF2B5EF4-FFF2-40B4-BE49-F238E27FC236}">
                <a16:creationId xmlns:a16="http://schemas.microsoft.com/office/drawing/2014/main" id="{9F2FFB6E-C92E-4587-BE20-5FBA48F00766}"/>
              </a:ext>
            </a:extLst>
          </p:cNvPr>
          <p:cNvSpPr>
            <a:spLocks noGrp="1"/>
          </p:cNvSpPr>
          <p:nvPr/>
        </p:nvSpPr>
        <p:spPr>
          <a:xfrm>
            <a:off x="1797102" y="31287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GT_10444">
            <a:extLst>
              <a:ext uri="{FF2B5EF4-FFF2-40B4-BE49-F238E27FC236}">
                <a16:creationId xmlns:a16="http://schemas.microsoft.com/office/drawing/2014/main" id="{E480EE31-E8CD-4229-9CC6-EBD58B9D95E9}"/>
              </a:ext>
            </a:extLst>
          </p:cNvPr>
          <p:cNvSpPr>
            <a:spLocks noGrp="1"/>
          </p:cNvSpPr>
          <p:nvPr/>
        </p:nvSpPr>
        <p:spPr>
          <a:xfrm>
            <a:off x="1889635" y="43792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GT_10445">
            <a:extLst>
              <a:ext uri="{FF2B5EF4-FFF2-40B4-BE49-F238E27FC236}">
                <a16:creationId xmlns:a16="http://schemas.microsoft.com/office/drawing/2014/main" id="{D0CD2E59-5ACF-4527-A0E8-8B34B8C28D8B}"/>
              </a:ext>
            </a:extLst>
          </p:cNvPr>
          <p:cNvSpPr>
            <a:spLocks noGrp="1"/>
          </p:cNvSpPr>
          <p:nvPr/>
        </p:nvSpPr>
        <p:spPr>
          <a:xfrm>
            <a:off x="1842066" y="60977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GT_10446">
            <a:extLst>
              <a:ext uri="{FF2B5EF4-FFF2-40B4-BE49-F238E27FC236}">
                <a16:creationId xmlns:a16="http://schemas.microsoft.com/office/drawing/2014/main" id="{0FA54C0A-4472-43CD-8E74-302A11794569}"/>
              </a:ext>
            </a:extLst>
          </p:cNvPr>
          <p:cNvSpPr>
            <a:spLocks noGrp="1"/>
          </p:cNvSpPr>
          <p:nvPr/>
        </p:nvSpPr>
        <p:spPr>
          <a:xfrm>
            <a:off x="2020207" y="49902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GT_10447">
            <a:extLst>
              <a:ext uri="{FF2B5EF4-FFF2-40B4-BE49-F238E27FC236}">
                <a16:creationId xmlns:a16="http://schemas.microsoft.com/office/drawing/2014/main" id="{479A9FCF-8435-47C1-A770-1B31FE4BE261}"/>
              </a:ext>
            </a:extLst>
          </p:cNvPr>
          <p:cNvSpPr>
            <a:spLocks noGrp="1"/>
          </p:cNvSpPr>
          <p:nvPr/>
        </p:nvSpPr>
        <p:spPr>
          <a:xfrm>
            <a:off x="1996249" y="39354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GT_10448">
            <a:extLst>
              <a:ext uri="{FF2B5EF4-FFF2-40B4-BE49-F238E27FC236}">
                <a16:creationId xmlns:a16="http://schemas.microsoft.com/office/drawing/2014/main" id="{FD694F79-1674-4648-B6F5-F0EAC3563970}"/>
              </a:ext>
            </a:extLst>
          </p:cNvPr>
          <p:cNvSpPr>
            <a:spLocks noGrp="1"/>
          </p:cNvSpPr>
          <p:nvPr/>
        </p:nvSpPr>
        <p:spPr>
          <a:xfrm>
            <a:off x="1781319" y="38999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GT_10449">
            <a:extLst>
              <a:ext uri="{FF2B5EF4-FFF2-40B4-BE49-F238E27FC236}">
                <a16:creationId xmlns:a16="http://schemas.microsoft.com/office/drawing/2014/main" id="{16518479-530E-47DE-8AA8-513427A38479}"/>
              </a:ext>
            </a:extLst>
          </p:cNvPr>
          <p:cNvSpPr>
            <a:spLocks noGrp="1"/>
          </p:cNvSpPr>
          <p:nvPr/>
        </p:nvSpPr>
        <p:spPr>
          <a:xfrm>
            <a:off x="2010771" y="58389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GT_10450">
            <a:extLst>
              <a:ext uri="{FF2B5EF4-FFF2-40B4-BE49-F238E27FC236}">
                <a16:creationId xmlns:a16="http://schemas.microsoft.com/office/drawing/2014/main" id="{05B2F248-07EC-4EB5-988F-9AFC0307A7EC}"/>
              </a:ext>
            </a:extLst>
          </p:cNvPr>
          <p:cNvSpPr>
            <a:spLocks noGrp="1"/>
          </p:cNvSpPr>
          <p:nvPr/>
        </p:nvSpPr>
        <p:spPr>
          <a:xfrm>
            <a:off x="1996403" y="3691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GT_10451">
            <a:extLst>
              <a:ext uri="{FF2B5EF4-FFF2-40B4-BE49-F238E27FC236}">
                <a16:creationId xmlns:a16="http://schemas.microsoft.com/office/drawing/2014/main" id="{DDF82B9A-5BC8-4EE4-B439-7FEC0EFDB59D}"/>
              </a:ext>
            </a:extLst>
          </p:cNvPr>
          <p:cNvSpPr>
            <a:spLocks noGrp="1"/>
          </p:cNvSpPr>
          <p:nvPr/>
        </p:nvSpPr>
        <p:spPr>
          <a:xfrm>
            <a:off x="1867168" y="3573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GT_10452">
            <a:extLst>
              <a:ext uri="{FF2B5EF4-FFF2-40B4-BE49-F238E27FC236}">
                <a16:creationId xmlns:a16="http://schemas.microsoft.com/office/drawing/2014/main" id="{40B09A8C-842B-475D-A629-0ACD7E0E6CD0}"/>
              </a:ext>
            </a:extLst>
          </p:cNvPr>
          <p:cNvSpPr>
            <a:spLocks noGrp="1"/>
          </p:cNvSpPr>
          <p:nvPr/>
        </p:nvSpPr>
        <p:spPr>
          <a:xfrm>
            <a:off x="1836018" y="32236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GT_10453">
            <a:extLst>
              <a:ext uri="{FF2B5EF4-FFF2-40B4-BE49-F238E27FC236}">
                <a16:creationId xmlns:a16="http://schemas.microsoft.com/office/drawing/2014/main" id="{7F39BE3E-BCB7-4314-A757-D62387C568C3}"/>
              </a:ext>
            </a:extLst>
          </p:cNvPr>
          <p:cNvSpPr>
            <a:spLocks noGrp="1"/>
          </p:cNvSpPr>
          <p:nvPr/>
        </p:nvSpPr>
        <p:spPr>
          <a:xfrm>
            <a:off x="2007719" y="34208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GT_10454">
            <a:extLst>
              <a:ext uri="{FF2B5EF4-FFF2-40B4-BE49-F238E27FC236}">
                <a16:creationId xmlns:a16="http://schemas.microsoft.com/office/drawing/2014/main" id="{744854E8-1407-44D7-AFBD-9C89501FBAAA}"/>
              </a:ext>
            </a:extLst>
          </p:cNvPr>
          <p:cNvSpPr>
            <a:spLocks noGrp="1"/>
          </p:cNvSpPr>
          <p:nvPr/>
        </p:nvSpPr>
        <p:spPr>
          <a:xfrm>
            <a:off x="1922649" y="519795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GT_10455">
            <a:extLst>
              <a:ext uri="{FF2B5EF4-FFF2-40B4-BE49-F238E27FC236}">
                <a16:creationId xmlns:a16="http://schemas.microsoft.com/office/drawing/2014/main" id="{95832A2C-4132-4F34-B1BD-124B643978AF}"/>
              </a:ext>
            </a:extLst>
          </p:cNvPr>
          <p:cNvSpPr>
            <a:spLocks noGrp="1"/>
          </p:cNvSpPr>
          <p:nvPr/>
        </p:nvSpPr>
        <p:spPr>
          <a:xfrm>
            <a:off x="2018725" y="43012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GT_10456">
            <a:extLst>
              <a:ext uri="{FF2B5EF4-FFF2-40B4-BE49-F238E27FC236}">
                <a16:creationId xmlns:a16="http://schemas.microsoft.com/office/drawing/2014/main" id="{1579F06C-1D61-4B9F-B914-A9BFF9755A58}"/>
              </a:ext>
            </a:extLst>
          </p:cNvPr>
          <p:cNvSpPr>
            <a:spLocks noGrp="1"/>
          </p:cNvSpPr>
          <p:nvPr/>
        </p:nvSpPr>
        <p:spPr>
          <a:xfrm>
            <a:off x="1988869" y="47307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GT_10457">
            <a:extLst>
              <a:ext uri="{FF2B5EF4-FFF2-40B4-BE49-F238E27FC236}">
                <a16:creationId xmlns:a16="http://schemas.microsoft.com/office/drawing/2014/main" id="{EDBCFFA3-BEC3-4A98-A949-186B2F00304B}"/>
              </a:ext>
            </a:extLst>
          </p:cNvPr>
          <p:cNvSpPr>
            <a:spLocks noGrp="1"/>
          </p:cNvSpPr>
          <p:nvPr/>
        </p:nvSpPr>
        <p:spPr>
          <a:xfrm>
            <a:off x="1980097" y="45909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GT_10458">
            <a:extLst>
              <a:ext uri="{FF2B5EF4-FFF2-40B4-BE49-F238E27FC236}">
                <a16:creationId xmlns:a16="http://schemas.microsoft.com/office/drawing/2014/main" id="{08CD7B81-1E30-4962-9406-95157A02E545}"/>
              </a:ext>
            </a:extLst>
          </p:cNvPr>
          <p:cNvSpPr>
            <a:spLocks noGrp="1"/>
          </p:cNvSpPr>
          <p:nvPr/>
        </p:nvSpPr>
        <p:spPr>
          <a:xfrm>
            <a:off x="2008286" y="37970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GT_10459">
            <a:extLst>
              <a:ext uri="{FF2B5EF4-FFF2-40B4-BE49-F238E27FC236}">
                <a16:creationId xmlns:a16="http://schemas.microsoft.com/office/drawing/2014/main" id="{F8CB3AAD-42AA-4624-9C3E-7E2DF4815003}"/>
              </a:ext>
            </a:extLst>
          </p:cNvPr>
          <p:cNvSpPr>
            <a:spLocks noGrp="1"/>
          </p:cNvSpPr>
          <p:nvPr/>
        </p:nvSpPr>
        <p:spPr>
          <a:xfrm>
            <a:off x="1928477" y="343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GT_10460">
            <a:extLst>
              <a:ext uri="{FF2B5EF4-FFF2-40B4-BE49-F238E27FC236}">
                <a16:creationId xmlns:a16="http://schemas.microsoft.com/office/drawing/2014/main" id="{F3964945-02FD-47F0-BCDC-5AA48048CE72}"/>
              </a:ext>
            </a:extLst>
          </p:cNvPr>
          <p:cNvSpPr>
            <a:spLocks noGrp="1"/>
          </p:cNvSpPr>
          <p:nvPr/>
        </p:nvSpPr>
        <p:spPr>
          <a:xfrm>
            <a:off x="1983529" y="47795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GT_10461">
            <a:extLst>
              <a:ext uri="{FF2B5EF4-FFF2-40B4-BE49-F238E27FC236}">
                <a16:creationId xmlns:a16="http://schemas.microsoft.com/office/drawing/2014/main" id="{2FCD1B95-8E1D-4A14-8589-36980522A55C}"/>
              </a:ext>
            </a:extLst>
          </p:cNvPr>
          <p:cNvSpPr>
            <a:spLocks noGrp="1"/>
          </p:cNvSpPr>
          <p:nvPr/>
        </p:nvSpPr>
        <p:spPr>
          <a:xfrm>
            <a:off x="1794427" y="35327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GT_10462">
            <a:extLst>
              <a:ext uri="{FF2B5EF4-FFF2-40B4-BE49-F238E27FC236}">
                <a16:creationId xmlns:a16="http://schemas.microsoft.com/office/drawing/2014/main" id="{E12C535A-2614-43D0-A84B-33BF52331F6B}"/>
              </a:ext>
            </a:extLst>
          </p:cNvPr>
          <p:cNvSpPr>
            <a:spLocks noGrp="1"/>
          </p:cNvSpPr>
          <p:nvPr/>
        </p:nvSpPr>
        <p:spPr>
          <a:xfrm>
            <a:off x="2004346" y="5583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GT_10463">
            <a:extLst>
              <a:ext uri="{FF2B5EF4-FFF2-40B4-BE49-F238E27FC236}">
                <a16:creationId xmlns:a16="http://schemas.microsoft.com/office/drawing/2014/main" id="{30DAB73F-39CB-49AE-8B6E-C7F42A71E023}"/>
              </a:ext>
            </a:extLst>
          </p:cNvPr>
          <p:cNvSpPr>
            <a:spLocks noGrp="1"/>
          </p:cNvSpPr>
          <p:nvPr/>
        </p:nvSpPr>
        <p:spPr>
          <a:xfrm>
            <a:off x="1899960" y="36721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GT_10464">
            <a:extLst>
              <a:ext uri="{FF2B5EF4-FFF2-40B4-BE49-F238E27FC236}">
                <a16:creationId xmlns:a16="http://schemas.microsoft.com/office/drawing/2014/main" id="{EB0AF13C-35EE-4D6C-B091-49238342C281}"/>
              </a:ext>
            </a:extLst>
          </p:cNvPr>
          <p:cNvSpPr>
            <a:spLocks noGrp="1"/>
          </p:cNvSpPr>
          <p:nvPr/>
        </p:nvSpPr>
        <p:spPr>
          <a:xfrm>
            <a:off x="1974263" y="43552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GT_10465">
            <a:extLst>
              <a:ext uri="{FF2B5EF4-FFF2-40B4-BE49-F238E27FC236}">
                <a16:creationId xmlns:a16="http://schemas.microsoft.com/office/drawing/2014/main" id="{629E823E-F024-426B-B220-4DFCE8DAB8BF}"/>
              </a:ext>
            </a:extLst>
          </p:cNvPr>
          <p:cNvSpPr>
            <a:spLocks noGrp="1"/>
          </p:cNvSpPr>
          <p:nvPr/>
        </p:nvSpPr>
        <p:spPr>
          <a:xfrm>
            <a:off x="1938067" y="3284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GT_10466">
            <a:extLst>
              <a:ext uri="{FF2B5EF4-FFF2-40B4-BE49-F238E27FC236}">
                <a16:creationId xmlns:a16="http://schemas.microsoft.com/office/drawing/2014/main" id="{34D34677-32F1-4E4C-AA50-2B2AE1357607}"/>
              </a:ext>
            </a:extLst>
          </p:cNvPr>
          <p:cNvSpPr>
            <a:spLocks noGrp="1"/>
          </p:cNvSpPr>
          <p:nvPr/>
        </p:nvSpPr>
        <p:spPr>
          <a:xfrm>
            <a:off x="1991387" y="34876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GT_10467">
            <a:extLst>
              <a:ext uri="{FF2B5EF4-FFF2-40B4-BE49-F238E27FC236}">
                <a16:creationId xmlns:a16="http://schemas.microsoft.com/office/drawing/2014/main" id="{B8F7FBC1-C800-4275-8998-CEA5C4515ADE}"/>
              </a:ext>
            </a:extLst>
          </p:cNvPr>
          <p:cNvSpPr>
            <a:spLocks noGrp="1"/>
          </p:cNvSpPr>
          <p:nvPr/>
        </p:nvSpPr>
        <p:spPr>
          <a:xfrm>
            <a:off x="1920699" y="39260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GT_10468">
            <a:extLst>
              <a:ext uri="{FF2B5EF4-FFF2-40B4-BE49-F238E27FC236}">
                <a16:creationId xmlns:a16="http://schemas.microsoft.com/office/drawing/2014/main" id="{9F1E5759-B624-436D-950A-B88A328259B4}"/>
              </a:ext>
            </a:extLst>
          </p:cNvPr>
          <p:cNvSpPr>
            <a:spLocks noGrp="1"/>
          </p:cNvSpPr>
          <p:nvPr/>
        </p:nvSpPr>
        <p:spPr>
          <a:xfrm>
            <a:off x="1871404" y="4593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GT_10469">
            <a:extLst>
              <a:ext uri="{FF2B5EF4-FFF2-40B4-BE49-F238E27FC236}">
                <a16:creationId xmlns:a16="http://schemas.microsoft.com/office/drawing/2014/main" id="{B715D97A-8C56-48E8-B7B7-13093DC7A11E}"/>
              </a:ext>
            </a:extLst>
          </p:cNvPr>
          <p:cNvSpPr>
            <a:spLocks noGrp="1"/>
          </p:cNvSpPr>
          <p:nvPr/>
        </p:nvSpPr>
        <p:spPr>
          <a:xfrm>
            <a:off x="1991285" y="488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GT_10470">
            <a:extLst>
              <a:ext uri="{FF2B5EF4-FFF2-40B4-BE49-F238E27FC236}">
                <a16:creationId xmlns:a16="http://schemas.microsoft.com/office/drawing/2014/main" id="{86E05B96-A600-40C5-8EAC-EB3C7EAAF631}"/>
              </a:ext>
            </a:extLst>
          </p:cNvPr>
          <p:cNvSpPr>
            <a:spLocks noGrp="1"/>
          </p:cNvSpPr>
          <p:nvPr/>
        </p:nvSpPr>
        <p:spPr>
          <a:xfrm>
            <a:off x="1782755" y="44504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GT_10471">
            <a:extLst>
              <a:ext uri="{FF2B5EF4-FFF2-40B4-BE49-F238E27FC236}">
                <a16:creationId xmlns:a16="http://schemas.microsoft.com/office/drawing/2014/main" id="{C6208A57-A1BC-48FB-9A23-1A3347E54B0D}"/>
              </a:ext>
            </a:extLst>
          </p:cNvPr>
          <p:cNvSpPr>
            <a:spLocks noGrp="1"/>
          </p:cNvSpPr>
          <p:nvPr/>
        </p:nvSpPr>
        <p:spPr>
          <a:xfrm>
            <a:off x="1779309" y="3814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GT_10472">
            <a:extLst>
              <a:ext uri="{FF2B5EF4-FFF2-40B4-BE49-F238E27FC236}">
                <a16:creationId xmlns:a16="http://schemas.microsoft.com/office/drawing/2014/main" id="{1556AD6B-6FE8-4DC6-BBE5-FAD64B294E99}"/>
              </a:ext>
            </a:extLst>
          </p:cNvPr>
          <p:cNvSpPr>
            <a:spLocks noGrp="1"/>
          </p:cNvSpPr>
          <p:nvPr/>
        </p:nvSpPr>
        <p:spPr>
          <a:xfrm>
            <a:off x="1968898" y="34125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GT_10473">
            <a:extLst>
              <a:ext uri="{FF2B5EF4-FFF2-40B4-BE49-F238E27FC236}">
                <a16:creationId xmlns:a16="http://schemas.microsoft.com/office/drawing/2014/main" id="{8C68A90C-569E-4BBA-B466-3AD56F31368A}"/>
              </a:ext>
            </a:extLst>
          </p:cNvPr>
          <p:cNvSpPr>
            <a:spLocks noGrp="1"/>
          </p:cNvSpPr>
          <p:nvPr/>
        </p:nvSpPr>
        <p:spPr>
          <a:xfrm>
            <a:off x="1791530" y="4532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GT_10474">
            <a:extLst>
              <a:ext uri="{FF2B5EF4-FFF2-40B4-BE49-F238E27FC236}">
                <a16:creationId xmlns:a16="http://schemas.microsoft.com/office/drawing/2014/main" id="{D98A9B58-5A3A-498E-B15D-F5B4E7452EF2}"/>
              </a:ext>
            </a:extLst>
          </p:cNvPr>
          <p:cNvSpPr>
            <a:spLocks noGrp="1"/>
          </p:cNvSpPr>
          <p:nvPr/>
        </p:nvSpPr>
        <p:spPr>
          <a:xfrm>
            <a:off x="1795855" y="3867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GT_10475">
            <a:extLst>
              <a:ext uri="{FF2B5EF4-FFF2-40B4-BE49-F238E27FC236}">
                <a16:creationId xmlns:a16="http://schemas.microsoft.com/office/drawing/2014/main" id="{D8BD2925-CC4C-45AF-A591-2EE5BBA188F3}"/>
              </a:ext>
            </a:extLst>
          </p:cNvPr>
          <p:cNvSpPr>
            <a:spLocks noGrp="1"/>
          </p:cNvSpPr>
          <p:nvPr/>
        </p:nvSpPr>
        <p:spPr>
          <a:xfrm>
            <a:off x="1926885" y="34550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GT_10476">
            <a:extLst>
              <a:ext uri="{FF2B5EF4-FFF2-40B4-BE49-F238E27FC236}">
                <a16:creationId xmlns:a16="http://schemas.microsoft.com/office/drawing/2014/main" id="{ABADF9FC-B61F-4578-9858-00C23579E233}"/>
              </a:ext>
            </a:extLst>
          </p:cNvPr>
          <p:cNvSpPr>
            <a:spLocks noGrp="1"/>
          </p:cNvSpPr>
          <p:nvPr/>
        </p:nvSpPr>
        <p:spPr>
          <a:xfrm>
            <a:off x="1872615" y="43957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GT_10477">
            <a:extLst>
              <a:ext uri="{FF2B5EF4-FFF2-40B4-BE49-F238E27FC236}">
                <a16:creationId xmlns:a16="http://schemas.microsoft.com/office/drawing/2014/main" id="{E13CACE6-13A9-4753-822A-AF46EAC64998}"/>
              </a:ext>
            </a:extLst>
          </p:cNvPr>
          <p:cNvSpPr>
            <a:spLocks noGrp="1"/>
          </p:cNvSpPr>
          <p:nvPr/>
        </p:nvSpPr>
        <p:spPr>
          <a:xfrm>
            <a:off x="1936539" y="47036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GT_10478">
            <a:extLst>
              <a:ext uri="{FF2B5EF4-FFF2-40B4-BE49-F238E27FC236}">
                <a16:creationId xmlns:a16="http://schemas.microsoft.com/office/drawing/2014/main" id="{0C4B6BDC-099D-484A-859B-D9A3AC887497}"/>
              </a:ext>
            </a:extLst>
          </p:cNvPr>
          <p:cNvSpPr>
            <a:spLocks noGrp="1"/>
          </p:cNvSpPr>
          <p:nvPr/>
        </p:nvSpPr>
        <p:spPr>
          <a:xfrm>
            <a:off x="1843268" y="47401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GT_10479">
            <a:extLst>
              <a:ext uri="{FF2B5EF4-FFF2-40B4-BE49-F238E27FC236}">
                <a16:creationId xmlns:a16="http://schemas.microsoft.com/office/drawing/2014/main" id="{6843243C-C8D2-4688-866D-FDD9D5405F92}"/>
              </a:ext>
            </a:extLst>
          </p:cNvPr>
          <p:cNvSpPr>
            <a:spLocks noGrp="1"/>
          </p:cNvSpPr>
          <p:nvPr/>
        </p:nvSpPr>
        <p:spPr>
          <a:xfrm>
            <a:off x="1895028" y="48333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GT_10480">
            <a:extLst>
              <a:ext uri="{FF2B5EF4-FFF2-40B4-BE49-F238E27FC236}">
                <a16:creationId xmlns:a16="http://schemas.microsoft.com/office/drawing/2014/main" id="{B1821FB5-0550-4B13-96A5-3D44FCD460C6}"/>
              </a:ext>
            </a:extLst>
          </p:cNvPr>
          <p:cNvSpPr>
            <a:spLocks noGrp="1"/>
          </p:cNvSpPr>
          <p:nvPr/>
        </p:nvSpPr>
        <p:spPr>
          <a:xfrm>
            <a:off x="1847617" y="46661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GT_10481">
            <a:extLst>
              <a:ext uri="{FF2B5EF4-FFF2-40B4-BE49-F238E27FC236}">
                <a16:creationId xmlns:a16="http://schemas.microsoft.com/office/drawing/2014/main" id="{9DC34C6F-458F-487C-800B-7626D043B9E9}"/>
              </a:ext>
            </a:extLst>
          </p:cNvPr>
          <p:cNvSpPr>
            <a:spLocks noGrp="1"/>
          </p:cNvSpPr>
          <p:nvPr/>
        </p:nvSpPr>
        <p:spPr>
          <a:xfrm>
            <a:off x="356490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GT_10482">
            <a:extLst>
              <a:ext uri="{FF2B5EF4-FFF2-40B4-BE49-F238E27FC236}">
                <a16:creationId xmlns:a16="http://schemas.microsoft.com/office/drawing/2014/main" id="{DF4D06B2-2A8D-4A47-B5BE-B2D3AD09A881}"/>
              </a:ext>
            </a:extLst>
          </p:cNvPr>
          <p:cNvSpPr>
            <a:spLocks noGrp="1"/>
          </p:cNvSpPr>
          <p:nvPr/>
        </p:nvSpPr>
        <p:spPr>
          <a:xfrm>
            <a:off x="354597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GT_10483">
            <a:extLst>
              <a:ext uri="{FF2B5EF4-FFF2-40B4-BE49-F238E27FC236}">
                <a16:creationId xmlns:a16="http://schemas.microsoft.com/office/drawing/2014/main" id="{C7485C31-3645-4DC1-AEF8-BDAC1272E198}"/>
              </a:ext>
            </a:extLst>
          </p:cNvPr>
          <p:cNvSpPr>
            <a:spLocks noGrp="1"/>
          </p:cNvSpPr>
          <p:nvPr/>
        </p:nvSpPr>
        <p:spPr>
          <a:xfrm>
            <a:off x="34026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GT_10484">
            <a:extLst>
              <a:ext uri="{FF2B5EF4-FFF2-40B4-BE49-F238E27FC236}">
                <a16:creationId xmlns:a16="http://schemas.microsoft.com/office/drawing/2014/main" id="{AC5E2971-6083-4BDE-8650-7B51A284D681}"/>
              </a:ext>
            </a:extLst>
          </p:cNvPr>
          <p:cNvSpPr>
            <a:spLocks noGrp="1"/>
          </p:cNvSpPr>
          <p:nvPr/>
        </p:nvSpPr>
        <p:spPr>
          <a:xfrm>
            <a:off x="347811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GT_10485">
            <a:extLst>
              <a:ext uri="{FF2B5EF4-FFF2-40B4-BE49-F238E27FC236}">
                <a16:creationId xmlns:a16="http://schemas.microsoft.com/office/drawing/2014/main" id="{3D393131-0863-4EDC-9088-6E5B4711820B}"/>
              </a:ext>
            </a:extLst>
          </p:cNvPr>
          <p:cNvSpPr>
            <a:spLocks noGrp="1"/>
          </p:cNvSpPr>
          <p:nvPr/>
        </p:nvSpPr>
        <p:spPr>
          <a:xfrm>
            <a:off x="336631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GT_10486">
            <a:extLst>
              <a:ext uri="{FF2B5EF4-FFF2-40B4-BE49-F238E27FC236}">
                <a16:creationId xmlns:a16="http://schemas.microsoft.com/office/drawing/2014/main" id="{E6C3A455-7C0D-451B-BF89-EE5619C5E2C9}"/>
              </a:ext>
            </a:extLst>
          </p:cNvPr>
          <p:cNvSpPr>
            <a:spLocks noGrp="1"/>
          </p:cNvSpPr>
          <p:nvPr/>
        </p:nvSpPr>
        <p:spPr>
          <a:xfrm>
            <a:off x="34234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GT_10487">
            <a:extLst>
              <a:ext uri="{FF2B5EF4-FFF2-40B4-BE49-F238E27FC236}">
                <a16:creationId xmlns:a16="http://schemas.microsoft.com/office/drawing/2014/main" id="{6A257170-C809-47A3-A85E-76239AA3B82D}"/>
              </a:ext>
            </a:extLst>
          </p:cNvPr>
          <p:cNvSpPr>
            <a:spLocks noGrp="1"/>
          </p:cNvSpPr>
          <p:nvPr/>
        </p:nvSpPr>
        <p:spPr>
          <a:xfrm>
            <a:off x="35363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GT_10488">
            <a:extLst>
              <a:ext uri="{FF2B5EF4-FFF2-40B4-BE49-F238E27FC236}">
                <a16:creationId xmlns:a16="http://schemas.microsoft.com/office/drawing/2014/main" id="{CF1FCBB0-9102-41F8-BF4F-644718D14A4A}"/>
              </a:ext>
            </a:extLst>
          </p:cNvPr>
          <p:cNvSpPr>
            <a:spLocks noGrp="1"/>
          </p:cNvSpPr>
          <p:nvPr/>
        </p:nvSpPr>
        <p:spPr>
          <a:xfrm>
            <a:off x="34977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GT_10489">
            <a:extLst>
              <a:ext uri="{FF2B5EF4-FFF2-40B4-BE49-F238E27FC236}">
                <a16:creationId xmlns:a16="http://schemas.microsoft.com/office/drawing/2014/main" id="{F7FA5560-9258-45AE-85A1-86580BCEB90A}"/>
              </a:ext>
            </a:extLst>
          </p:cNvPr>
          <p:cNvSpPr>
            <a:spLocks noGrp="1"/>
          </p:cNvSpPr>
          <p:nvPr/>
        </p:nvSpPr>
        <p:spPr>
          <a:xfrm>
            <a:off x="3347600" y="4419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GT_10490">
            <a:extLst>
              <a:ext uri="{FF2B5EF4-FFF2-40B4-BE49-F238E27FC236}">
                <a16:creationId xmlns:a16="http://schemas.microsoft.com/office/drawing/2014/main" id="{9822A584-C3E7-404E-9F28-5B48DB910F18}"/>
              </a:ext>
            </a:extLst>
          </p:cNvPr>
          <p:cNvSpPr>
            <a:spLocks noGrp="1"/>
          </p:cNvSpPr>
          <p:nvPr/>
        </p:nvSpPr>
        <p:spPr>
          <a:xfrm>
            <a:off x="34875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GT_10491">
            <a:extLst>
              <a:ext uri="{FF2B5EF4-FFF2-40B4-BE49-F238E27FC236}">
                <a16:creationId xmlns:a16="http://schemas.microsoft.com/office/drawing/2014/main" id="{FBE99F2D-B6B6-48CD-8F37-332D0EAA1C39}"/>
              </a:ext>
            </a:extLst>
          </p:cNvPr>
          <p:cNvSpPr>
            <a:spLocks noGrp="1"/>
          </p:cNvSpPr>
          <p:nvPr/>
        </p:nvSpPr>
        <p:spPr>
          <a:xfrm>
            <a:off x="3506567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GT_10492">
            <a:extLst>
              <a:ext uri="{FF2B5EF4-FFF2-40B4-BE49-F238E27FC236}">
                <a16:creationId xmlns:a16="http://schemas.microsoft.com/office/drawing/2014/main" id="{47F9015A-2C97-4FD2-9053-4DA8F9C0CC08}"/>
              </a:ext>
            </a:extLst>
          </p:cNvPr>
          <p:cNvSpPr>
            <a:spLocks noGrp="1"/>
          </p:cNvSpPr>
          <p:nvPr/>
        </p:nvSpPr>
        <p:spPr>
          <a:xfrm>
            <a:off x="3587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GT_10493">
            <a:extLst>
              <a:ext uri="{FF2B5EF4-FFF2-40B4-BE49-F238E27FC236}">
                <a16:creationId xmlns:a16="http://schemas.microsoft.com/office/drawing/2014/main" id="{C00B3004-F2CD-4A5C-B07A-75EAFCF3D323}"/>
              </a:ext>
            </a:extLst>
          </p:cNvPr>
          <p:cNvSpPr>
            <a:spLocks noGrp="1"/>
          </p:cNvSpPr>
          <p:nvPr/>
        </p:nvSpPr>
        <p:spPr>
          <a:xfrm>
            <a:off x="358587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GT_10494">
            <a:extLst>
              <a:ext uri="{FF2B5EF4-FFF2-40B4-BE49-F238E27FC236}">
                <a16:creationId xmlns:a16="http://schemas.microsoft.com/office/drawing/2014/main" id="{7B713206-B5F2-48AB-8CCC-4560E1FB1AF3}"/>
              </a:ext>
            </a:extLst>
          </p:cNvPr>
          <p:cNvSpPr>
            <a:spLocks noGrp="1"/>
          </p:cNvSpPr>
          <p:nvPr/>
        </p:nvSpPr>
        <p:spPr>
          <a:xfrm>
            <a:off x="3424336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GT_10495">
            <a:extLst>
              <a:ext uri="{FF2B5EF4-FFF2-40B4-BE49-F238E27FC236}">
                <a16:creationId xmlns:a16="http://schemas.microsoft.com/office/drawing/2014/main" id="{B3ABE8F0-3BE9-459A-90CF-20ADD2026498}"/>
              </a:ext>
            </a:extLst>
          </p:cNvPr>
          <p:cNvSpPr>
            <a:spLocks noGrp="1"/>
          </p:cNvSpPr>
          <p:nvPr/>
        </p:nvSpPr>
        <p:spPr>
          <a:xfrm>
            <a:off x="346199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GT_10496">
            <a:extLst>
              <a:ext uri="{FF2B5EF4-FFF2-40B4-BE49-F238E27FC236}">
                <a16:creationId xmlns:a16="http://schemas.microsoft.com/office/drawing/2014/main" id="{F61AF4A5-1CC7-4081-96FE-48424793784B}"/>
              </a:ext>
            </a:extLst>
          </p:cNvPr>
          <p:cNvSpPr>
            <a:spLocks noGrp="1"/>
          </p:cNvSpPr>
          <p:nvPr/>
        </p:nvSpPr>
        <p:spPr>
          <a:xfrm>
            <a:off x="33941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GT_10497">
            <a:extLst>
              <a:ext uri="{FF2B5EF4-FFF2-40B4-BE49-F238E27FC236}">
                <a16:creationId xmlns:a16="http://schemas.microsoft.com/office/drawing/2014/main" id="{B3D0EB48-F1F9-4A26-8669-9159F84A2F37}"/>
              </a:ext>
            </a:extLst>
          </p:cNvPr>
          <p:cNvSpPr>
            <a:spLocks noGrp="1"/>
          </p:cNvSpPr>
          <p:nvPr/>
        </p:nvSpPr>
        <p:spPr>
          <a:xfrm>
            <a:off x="337324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GT_10498">
            <a:extLst>
              <a:ext uri="{FF2B5EF4-FFF2-40B4-BE49-F238E27FC236}">
                <a16:creationId xmlns:a16="http://schemas.microsoft.com/office/drawing/2014/main" id="{3545BE7B-1ABB-4B66-B32F-D380A44B3B8F}"/>
              </a:ext>
            </a:extLst>
          </p:cNvPr>
          <p:cNvSpPr>
            <a:spLocks noGrp="1"/>
          </p:cNvSpPr>
          <p:nvPr/>
        </p:nvSpPr>
        <p:spPr>
          <a:xfrm>
            <a:off x="35036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GT_10499">
            <a:extLst>
              <a:ext uri="{FF2B5EF4-FFF2-40B4-BE49-F238E27FC236}">
                <a16:creationId xmlns:a16="http://schemas.microsoft.com/office/drawing/2014/main" id="{16646197-8238-4905-8510-DB07E0AE053D}"/>
              </a:ext>
            </a:extLst>
          </p:cNvPr>
          <p:cNvSpPr>
            <a:spLocks noGrp="1"/>
          </p:cNvSpPr>
          <p:nvPr/>
        </p:nvSpPr>
        <p:spPr>
          <a:xfrm>
            <a:off x="3431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GT_10500">
            <a:extLst>
              <a:ext uri="{FF2B5EF4-FFF2-40B4-BE49-F238E27FC236}">
                <a16:creationId xmlns:a16="http://schemas.microsoft.com/office/drawing/2014/main" id="{CA257DEA-3FF2-4314-850B-A1E6B702106C}"/>
              </a:ext>
            </a:extLst>
          </p:cNvPr>
          <p:cNvSpPr>
            <a:spLocks noGrp="1"/>
          </p:cNvSpPr>
          <p:nvPr/>
        </p:nvSpPr>
        <p:spPr>
          <a:xfrm>
            <a:off x="35757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GT_10501">
            <a:extLst>
              <a:ext uri="{FF2B5EF4-FFF2-40B4-BE49-F238E27FC236}">
                <a16:creationId xmlns:a16="http://schemas.microsoft.com/office/drawing/2014/main" id="{F4FB2B80-7C83-4B36-84C8-D0B2A7FEBBA6}"/>
              </a:ext>
            </a:extLst>
          </p:cNvPr>
          <p:cNvSpPr>
            <a:spLocks noGrp="1"/>
          </p:cNvSpPr>
          <p:nvPr/>
        </p:nvSpPr>
        <p:spPr>
          <a:xfrm>
            <a:off x="3461795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GT_10502">
            <a:extLst>
              <a:ext uri="{FF2B5EF4-FFF2-40B4-BE49-F238E27FC236}">
                <a16:creationId xmlns:a16="http://schemas.microsoft.com/office/drawing/2014/main" id="{3BBEDE01-7BE6-4989-8756-9724F95B06EB}"/>
              </a:ext>
            </a:extLst>
          </p:cNvPr>
          <p:cNvSpPr>
            <a:spLocks noGrp="1"/>
          </p:cNvSpPr>
          <p:nvPr/>
        </p:nvSpPr>
        <p:spPr>
          <a:xfrm>
            <a:off x="339835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GT_10503">
            <a:extLst>
              <a:ext uri="{FF2B5EF4-FFF2-40B4-BE49-F238E27FC236}">
                <a16:creationId xmlns:a16="http://schemas.microsoft.com/office/drawing/2014/main" id="{D564A0BC-22D4-4ECD-AC09-F155AD30692F}"/>
              </a:ext>
            </a:extLst>
          </p:cNvPr>
          <p:cNvSpPr>
            <a:spLocks noGrp="1"/>
          </p:cNvSpPr>
          <p:nvPr/>
        </p:nvSpPr>
        <p:spPr>
          <a:xfrm>
            <a:off x="3541113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GT_10504">
            <a:extLst>
              <a:ext uri="{FF2B5EF4-FFF2-40B4-BE49-F238E27FC236}">
                <a16:creationId xmlns:a16="http://schemas.microsoft.com/office/drawing/2014/main" id="{06E09F17-DB31-4C0B-8D5C-D25C0F7ED459}"/>
              </a:ext>
            </a:extLst>
          </p:cNvPr>
          <p:cNvSpPr>
            <a:spLocks noGrp="1"/>
          </p:cNvSpPr>
          <p:nvPr/>
        </p:nvSpPr>
        <p:spPr>
          <a:xfrm>
            <a:off x="3556009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GT_10505">
            <a:extLst>
              <a:ext uri="{FF2B5EF4-FFF2-40B4-BE49-F238E27FC236}">
                <a16:creationId xmlns:a16="http://schemas.microsoft.com/office/drawing/2014/main" id="{E067B0DD-EC08-4C77-A53B-B040F0AF7C6D}"/>
              </a:ext>
            </a:extLst>
          </p:cNvPr>
          <p:cNvSpPr>
            <a:spLocks noGrp="1"/>
          </p:cNvSpPr>
          <p:nvPr/>
        </p:nvSpPr>
        <p:spPr>
          <a:xfrm>
            <a:off x="3442438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GT_10506">
            <a:extLst>
              <a:ext uri="{FF2B5EF4-FFF2-40B4-BE49-F238E27FC236}">
                <a16:creationId xmlns:a16="http://schemas.microsoft.com/office/drawing/2014/main" id="{E79821FE-5ACA-449C-A253-3DBCDDA5AFCC}"/>
              </a:ext>
            </a:extLst>
          </p:cNvPr>
          <p:cNvSpPr>
            <a:spLocks noGrp="1"/>
          </p:cNvSpPr>
          <p:nvPr/>
        </p:nvSpPr>
        <p:spPr>
          <a:xfrm>
            <a:off x="33711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GT_10507">
            <a:extLst>
              <a:ext uri="{FF2B5EF4-FFF2-40B4-BE49-F238E27FC236}">
                <a16:creationId xmlns:a16="http://schemas.microsoft.com/office/drawing/2014/main" id="{72F911FE-9860-45C7-9F2A-AA533428263F}"/>
              </a:ext>
            </a:extLst>
          </p:cNvPr>
          <p:cNvSpPr>
            <a:spLocks noGrp="1"/>
          </p:cNvSpPr>
          <p:nvPr/>
        </p:nvSpPr>
        <p:spPr>
          <a:xfrm>
            <a:off x="334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GT_10508">
            <a:extLst>
              <a:ext uri="{FF2B5EF4-FFF2-40B4-BE49-F238E27FC236}">
                <a16:creationId xmlns:a16="http://schemas.microsoft.com/office/drawing/2014/main" id="{7A9A0DE8-773A-4F62-AA07-93C0FCACC0BB}"/>
              </a:ext>
            </a:extLst>
          </p:cNvPr>
          <p:cNvSpPr>
            <a:spLocks noGrp="1"/>
          </p:cNvSpPr>
          <p:nvPr/>
        </p:nvSpPr>
        <p:spPr>
          <a:xfrm>
            <a:off x="358052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GT_10509">
            <a:extLst>
              <a:ext uri="{FF2B5EF4-FFF2-40B4-BE49-F238E27FC236}">
                <a16:creationId xmlns:a16="http://schemas.microsoft.com/office/drawing/2014/main" id="{ECA48764-117B-4371-80C2-FE5BAE87342D}"/>
              </a:ext>
            </a:extLst>
          </p:cNvPr>
          <p:cNvSpPr>
            <a:spLocks noGrp="1"/>
          </p:cNvSpPr>
          <p:nvPr/>
        </p:nvSpPr>
        <p:spPr>
          <a:xfrm>
            <a:off x="3468552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GT_10510">
            <a:extLst>
              <a:ext uri="{FF2B5EF4-FFF2-40B4-BE49-F238E27FC236}">
                <a16:creationId xmlns:a16="http://schemas.microsoft.com/office/drawing/2014/main" id="{A29CA4F3-CA1C-4C1E-99A6-8A73EE85A79D}"/>
              </a:ext>
            </a:extLst>
          </p:cNvPr>
          <p:cNvSpPr>
            <a:spLocks noGrp="1"/>
          </p:cNvSpPr>
          <p:nvPr/>
        </p:nvSpPr>
        <p:spPr>
          <a:xfrm>
            <a:off x="344822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GT_10511">
            <a:extLst>
              <a:ext uri="{FF2B5EF4-FFF2-40B4-BE49-F238E27FC236}">
                <a16:creationId xmlns:a16="http://schemas.microsoft.com/office/drawing/2014/main" id="{8841DEE6-E6EC-4B16-B987-F8E75BD5D753}"/>
              </a:ext>
            </a:extLst>
          </p:cNvPr>
          <p:cNvSpPr>
            <a:spLocks noGrp="1"/>
          </p:cNvSpPr>
          <p:nvPr/>
        </p:nvSpPr>
        <p:spPr>
          <a:xfrm>
            <a:off x="358905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GT_10512">
            <a:extLst>
              <a:ext uri="{FF2B5EF4-FFF2-40B4-BE49-F238E27FC236}">
                <a16:creationId xmlns:a16="http://schemas.microsoft.com/office/drawing/2014/main" id="{82F6FB2D-0A65-4887-8B48-A2F6F1F14A4E}"/>
              </a:ext>
            </a:extLst>
          </p:cNvPr>
          <p:cNvSpPr>
            <a:spLocks noGrp="1"/>
          </p:cNvSpPr>
          <p:nvPr/>
        </p:nvSpPr>
        <p:spPr>
          <a:xfrm>
            <a:off x="3535747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GT_10513">
            <a:extLst>
              <a:ext uri="{FF2B5EF4-FFF2-40B4-BE49-F238E27FC236}">
                <a16:creationId xmlns:a16="http://schemas.microsoft.com/office/drawing/2014/main" id="{A2A489D3-4B47-4F08-A629-0AAE490BD236}"/>
              </a:ext>
            </a:extLst>
          </p:cNvPr>
          <p:cNvSpPr>
            <a:spLocks noGrp="1"/>
          </p:cNvSpPr>
          <p:nvPr/>
        </p:nvSpPr>
        <p:spPr>
          <a:xfrm>
            <a:off x="35346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GT_10514">
            <a:extLst>
              <a:ext uri="{FF2B5EF4-FFF2-40B4-BE49-F238E27FC236}">
                <a16:creationId xmlns:a16="http://schemas.microsoft.com/office/drawing/2014/main" id="{F815CD50-6949-4D7A-ADFF-2F908765541F}"/>
              </a:ext>
            </a:extLst>
          </p:cNvPr>
          <p:cNvSpPr>
            <a:spLocks noGrp="1"/>
          </p:cNvSpPr>
          <p:nvPr/>
        </p:nvSpPr>
        <p:spPr>
          <a:xfrm>
            <a:off x="338180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GT_10515">
            <a:extLst>
              <a:ext uri="{FF2B5EF4-FFF2-40B4-BE49-F238E27FC236}">
                <a16:creationId xmlns:a16="http://schemas.microsoft.com/office/drawing/2014/main" id="{D480487D-7C58-4A5E-89DD-26DEB52E77BA}"/>
              </a:ext>
            </a:extLst>
          </p:cNvPr>
          <p:cNvSpPr>
            <a:spLocks noGrp="1"/>
          </p:cNvSpPr>
          <p:nvPr/>
        </p:nvSpPr>
        <p:spPr>
          <a:xfrm>
            <a:off x="34393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GT_10516">
            <a:extLst>
              <a:ext uri="{FF2B5EF4-FFF2-40B4-BE49-F238E27FC236}">
                <a16:creationId xmlns:a16="http://schemas.microsoft.com/office/drawing/2014/main" id="{706116F4-0CD8-492A-AF9F-57F96E0C7F8F}"/>
              </a:ext>
            </a:extLst>
          </p:cNvPr>
          <p:cNvSpPr>
            <a:spLocks noGrp="1"/>
          </p:cNvSpPr>
          <p:nvPr/>
        </p:nvSpPr>
        <p:spPr>
          <a:xfrm>
            <a:off x="352739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GT_10517">
            <a:extLst>
              <a:ext uri="{FF2B5EF4-FFF2-40B4-BE49-F238E27FC236}">
                <a16:creationId xmlns:a16="http://schemas.microsoft.com/office/drawing/2014/main" id="{8AB16E41-D620-4A12-B4DA-2DD6259B034D}"/>
              </a:ext>
            </a:extLst>
          </p:cNvPr>
          <p:cNvSpPr>
            <a:spLocks noGrp="1"/>
          </p:cNvSpPr>
          <p:nvPr/>
        </p:nvSpPr>
        <p:spPr>
          <a:xfrm>
            <a:off x="345247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GT_10518">
            <a:extLst>
              <a:ext uri="{FF2B5EF4-FFF2-40B4-BE49-F238E27FC236}">
                <a16:creationId xmlns:a16="http://schemas.microsoft.com/office/drawing/2014/main" id="{03F754E4-6E6E-4F6A-9A29-7A546465F59C}"/>
              </a:ext>
            </a:extLst>
          </p:cNvPr>
          <p:cNvSpPr>
            <a:spLocks noGrp="1"/>
          </p:cNvSpPr>
          <p:nvPr/>
        </p:nvSpPr>
        <p:spPr>
          <a:xfrm>
            <a:off x="3500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GT_10519">
            <a:extLst>
              <a:ext uri="{FF2B5EF4-FFF2-40B4-BE49-F238E27FC236}">
                <a16:creationId xmlns:a16="http://schemas.microsoft.com/office/drawing/2014/main" id="{DE7118EB-894E-493F-8328-FC214947CF91}"/>
              </a:ext>
            </a:extLst>
          </p:cNvPr>
          <p:cNvSpPr>
            <a:spLocks noGrp="1"/>
          </p:cNvSpPr>
          <p:nvPr/>
        </p:nvSpPr>
        <p:spPr>
          <a:xfrm>
            <a:off x="33421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GT_10520">
            <a:extLst>
              <a:ext uri="{FF2B5EF4-FFF2-40B4-BE49-F238E27FC236}">
                <a16:creationId xmlns:a16="http://schemas.microsoft.com/office/drawing/2014/main" id="{C20BDB43-9E6B-41CA-BEB9-D397EEF855B8}"/>
              </a:ext>
            </a:extLst>
          </p:cNvPr>
          <p:cNvSpPr>
            <a:spLocks noGrp="1"/>
          </p:cNvSpPr>
          <p:nvPr/>
        </p:nvSpPr>
        <p:spPr>
          <a:xfrm>
            <a:off x="3461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GT_10521">
            <a:extLst>
              <a:ext uri="{FF2B5EF4-FFF2-40B4-BE49-F238E27FC236}">
                <a16:creationId xmlns:a16="http://schemas.microsoft.com/office/drawing/2014/main" id="{C9234160-1E84-4B89-8CB2-30F2BC368E41}"/>
              </a:ext>
            </a:extLst>
          </p:cNvPr>
          <p:cNvSpPr>
            <a:spLocks noGrp="1"/>
          </p:cNvSpPr>
          <p:nvPr/>
        </p:nvSpPr>
        <p:spPr>
          <a:xfrm>
            <a:off x="3425843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GT_10522">
            <a:extLst>
              <a:ext uri="{FF2B5EF4-FFF2-40B4-BE49-F238E27FC236}">
                <a16:creationId xmlns:a16="http://schemas.microsoft.com/office/drawing/2014/main" id="{C76AB6A6-E54F-406F-B170-B1CA253611BD}"/>
              </a:ext>
            </a:extLst>
          </p:cNvPr>
          <p:cNvSpPr>
            <a:spLocks noGrp="1"/>
          </p:cNvSpPr>
          <p:nvPr/>
        </p:nvSpPr>
        <p:spPr>
          <a:xfrm>
            <a:off x="347240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GT_10523">
            <a:extLst>
              <a:ext uri="{FF2B5EF4-FFF2-40B4-BE49-F238E27FC236}">
                <a16:creationId xmlns:a16="http://schemas.microsoft.com/office/drawing/2014/main" id="{9498D937-51C8-4BC2-BC7A-2F608ED2A466}"/>
              </a:ext>
            </a:extLst>
          </p:cNvPr>
          <p:cNvSpPr>
            <a:spLocks noGrp="1"/>
          </p:cNvSpPr>
          <p:nvPr/>
        </p:nvSpPr>
        <p:spPr>
          <a:xfrm>
            <a:off x="33946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GT_10524">
            <a:extLst>
              <a:ext uri="{FF2B5EF4-FFF2-40B4-BE49-F238E27FC236}">
                <a16:creationId xmlns:a16="http://schemas.microsoft.com/office/drawing/2014/main" id="{32200486-85D1-4ACA-AEC7-314CDFC0733E}"/>
              </a:ext>
            </a:extLst>
          </p:cNvPr>
          <p:cNvSpPr>
            <a:spLocks noGrp="1"/>
          </p:cNvSpPr>
          <p:nvPr/>
        </p:nvSpPr>
        <p:spPr>
          <a:xfrm>
            <a:off x="3379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GT_10525">
            <a:extLst>
              <a:ext uri="{FF2B5EF4-FFF2-40B4-BE49-F238E27FC236}">
                <a16:creationId xmlns:a16="http://schemas.microsoft.com/office/drawing/2014/main" id="{141BA62A-DF28-435D-8EBD-8A6048D85DC4}"/>
              </a:ext>
            </a:extLst>
          </p:cNvPr>
          <p:cNvSpPr>
            <a:spLocks noGrp="1"/>
          </p:cNvSpPr>
          <p:nvPr/>
        </p:nvSpPr>
        <p:spPr>
          <a:xfrm>
            <a:off x="35316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GT_10526">
            <a:extLst>
              <a:ext uri="{FF2B5EF4-FFF2-40B4-BE49-F238E27FC236}">
                <a16:creationId xmlns:a16="http://schemas.microsoft.com/office/drawing/2014/main" id="{442F1CF7-55D3-4446-8B2C-6A4D497E8DCC}"/>
              </a:ext>
            </a:extLst>
          </p:cNvPr>
          <p:cNvSpPr>
            <a:spLocks noGrp="1"/>
          </p:cNvSpPr>
          <p:nvPr/>
        </p:nvSpPr>
        <p:spPr>
          <a:xfrm>
            <a:off x="33752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GT_10527">
            <a:extLst>
              <a:ext uri="{FF2B5EF4-FFF2-40B4-BE49-F238E27FC236}">
                <a16:creationId xmlns:a16="http://schemas.microsoft.com/office/drawing/2014/main" id="{86FF98A8-DBF9-4B57-8141-148B9F92DD5A}"/>
              </a:ext>
            </a:extLst>
          </p:cNvPr>
          <p:cNvSpPr>
            <a:spLocks noGrp="1"/>
          </p:cNvSpPr>
          <p:nvPr/>
        </p:nvSpPr>
        <p:spPr>
          <a:xfrm>
            <a:off x="338984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GT_10528">
            <a:extLst>
              <a:ext uri="{FF2B5EF4-FFF2-40B4-BE49-F238E27FC236}">
                <a16:creationId xmlns:a16="http://schemas.microsoft.com/office/drawing/2014/main" id="{4EF62C77-A321-4513-BC47-1339951A7503}"/>
              </a:ext>
            </a:extLst>
          </p:cNvPr>
          <p:cNvSpPr>
            <a:spLocks noGrp="1"/>
          </p:cNvSpPr>
          <p:nvPr/>
        </p:nvSpPr>
        <p:spPr>
          <a:xfrm>
            <a:off x="35330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GT_10529">
            <a:extLst>
              <a:ext uri="{FF2B5EF4-FFF2-40B4-BE49-F238E27FC236}">
                <a16:creationId xmlns:a16="http://schemas.microsoft.com/office/drawing/2014/main" id="{AB0F645C-729C-4A12-91F0-7007DD70DA9A}"/>
              </a:ext>
            </a:extLst>
          </p:cNvPr>
          <p:cNvSpPr>
            <a:spLocks noGrp="1"/>
          </p:cNvSpPr>
          <p:nvPr/>
        </p:nvSpPr>
        <p:spPr>
          <a:xfrm>
            <a:off x="35899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GT_10530">
            <a:extLst>
              <a:ext uri="{FF2B5EF4-FFF2-40B4-BE49-F238E27FC236}">
                <a16:creationId xmlns:a16="http://schemas.microsoft.com/office/drawing/2014/main" id="{29802D45-762E-4409-93B1-DF6EC94223A9}"/>
              </a:ext>
            </a:extLst>
          </p:cNvPr>
          <p:cNvSpPr>
            <a:spLocks noGrp="1"/>
          </p:cNvSpPr>
          <p:nvPr/>
        </p:nvSpPr>
        <p:spPr>
          <a:xfrm>
            <a:off x="351515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GT_10531">
            <a:extLst>
              <a:ext uri="{FF2B5EF4-FFF2-40B4-BE49-F238E27FC236}">
                <a16:creationId xmlns:a16="http://schemas.microsoft.com/office/drawing/2014/main" id="{58A13802-BAFB-4873-8A77-35F21B4EED97}"/>
              </a:ext>
            </a:extLst>
          </p:cNvPr>
          <p:cNvSpPr>
            <a:spLocks noGrp="1"/>
          </p:cNvSpPr>
          <p:nvPr/>
        </p:nvSpPr>
        <p:spPr>
          <a:xfrm>
            <a:off x="345937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GT_10532">
            <a:extLst>
              <a:ext uri="{FF2B5EF4-FFF2-40B4-BE49-F238E27FC236}">
                <a16:creationId xmlns:a16="http://schemas.microsoft.com/office/drawing/2014/main" id="{4F1F7140-055D-4773-8E75-03DF415BE040}"/>
              </a:ext>
            </a:extLst>
          </p:cNvPr>
          <p:cNvSpPr>
            <a:spLocks noGrp="1"/>
          </p:cNvSpPr>
          <p:nvPr/>
        </p:nvSpPr>
        <p:spPr>
          <a:xfrm>
            <a:off x="3412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GT_10533">
            <a:extLst>
              <a:ext uri="{FF2B5EF4-FFF2-40B4-BE49-F238E27FC236}">
                <a16:creationId xmlns:a16="http://schemas.microsoft.com/office/drawing/2014/main" id="{472E8213-E1EA-4FB0-9FA5-0CA42E4B37C9}"/>
              </a:ext>
            </a:extLst>
          </p:cNvPr>
          <p:cNvSpPr>
            <a:spLocks noGrp="1"/>
          </p:cNvSpPr>
          <p:nvPr/>
        </p:nvSpPr>
        <p:spPr>
          <a:xfrm>
            <a:off x="3520831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GT_10534">
            <a:extLst>
              <a:ext uri="{FF2B5EF4-FFF2-40B4-BE49-F238E27FC236}">
                <a16:creationId xmlns:a16="http://schemas.microsoft.com/office/drawing/2014/main" id="{93E9032C-5001-45EA-8A3E-C84EA5D5A343}"/>
              </a:ext>
            </a:extLst>
          </p:cNvPr>
          <p:cNvSpPr>
            <a:spLocks noGrp="1"/>
          </p:cNvSpPr>
          <p:nvPr/>
        </p:nvSpPr>
        <p:spPr>
          <a:xfrm>
            <a:off x="3549612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GT_10535">
            <a:extLst>
              <a:ext uri="{FF2B5EF4-FFF2-40B4-BE49-F238E27FC236}">
                <a16:creationId xmlns:a16="http://schemas.microsoft.com/office/drawing/2014/main" id="{FA64141E-ED66-4234-8744-8E0E36036BD7}"/>
              </a:ext>
            </a:extLst>
          </p:cNvPr>
          <p:cNvSpPr>
            <a:spLocks noGrp="1"/>
          </p:cNvSpPr>
          <p:nvPr/>
        </p:nvSpPr>
        <p:spPr>
          <a:xfrm>
            <a:off x="3544795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GT_10536">
            <a:extLst>
              <a:ext uri="{FF2B5EF4-FFF2-40B4-BE49-F238E27FC236}">
                <a16:creationId xmlns:a16="http://schemas.microsoft.com/office/drawing/2014/main" id="{5DFE59B8-C3A9-4617-A6AA-098DAA287905}"/>
              </a:ext>
            </a:extLst>
          </p:cNvPr>
          <p:cNvSpPr>
            <a:spLocks noGrp="1"/>
          </p:cNvSpPr>
          <p:nvPr/>
        </p:nvSpPr>
        <p:spPr>
          <a:xfrm>
            <a:off x="3467940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GT_10537">
            <a:extLst>
              <a:ext uri="{FF2B5EF4-FFF2-40B4-BE49-F238E27FC236}">
                <a16:creationId xmlns:a16="http://schemas.microsoft.com/office/drawing/2014/main" id="{DCC8C6C1-0018-41EC-8C7A-775106DF8CD5}"/>
              </a:ext>
            </a:extLst>
          </p:cNvPr>
          <p:cNvSpPr>
            <a:spLocks noGrp="1"/>
          </p:cNvSpPr>
          <p:nvPr/>
        </p:nvSpPr>
        <p:spPr>
          <a:xfrm>
            <a:off x="3387650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GT_10538">
            <a:extLst>
              <a:ext uri="{FF2B5EF4-FFF2-40B4-BE49-F238E27FC236}">
                <a16:creationId xmlns:a16="http://schemas.microsoft.com/office/drawing/2014/main" id="{796B7CC8-A1C8-40F8-8D76-762FC16AFF8F}"/>
              </a:ext>
            </a:extLst>
          </p:cNvPr>
          <p:cNvSpPr>
            <a:spLocks noGrp="1"/>
          </p:cNvSpPr>
          <p:nvPr/>
        </p:nvSpPr>
        <p:spPr>
          <a:xfrm>
            <a:off x="35732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GT_10539">
            <a:extLst>
              <a:ext uri="{FF2B5EF4-FFF2-40B4-BE49-F238E27FC236}">
                <a16:creationId xmlns:a16="http://schemas.microsoft.com/office/drawing/2014/main" id="{030AF4E4-E015-43DD-AE61-BA72F75105A8}"/>
              </a:ext>
            </a:extLst>
          </p:cNvPr>
          <p:cNvSpPr>
            <a:spLocks noGrp="1"/>
          </p:cNvSpPr>
          <p:nvPr/>
        </p:nvSpPr>
        <p:spPr>
          <a:xfrm>
            <a:off x="3393961" y="5991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GT_10540">
            <a:extLst>
              <a:ext uri="{FF2B5EF4-FFF2-40B4-BE49-F238E27FC236}">
                <a16:creationId xmlns:a16="http://schemas.microsoft.com/office/drawing/2014/main" id="{E3AD6226-CB4E-40FE-8A2E-CD18EB9F9195}"/>
              </a:ext>
            </a:extLst>
          </p:cNvPr>
          <p:cNvSpPr>
            <a:spLocks noGrp="1"/>
          </p:cNvSpPr>
          <p:nvPr/>
        </p:nvSpPr>
        <p:spPr>
          <a:xfrm>
            <a:off x="341234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GT_10541">
            <a:extLst>
              <a:ext uri="{FF2B5EF4-FFF2-40B4-BE49-F238E27FC236}">
                <a16:creationId xmlns:a16="http://schemas.microsoft.com/office/drawing/2014/main" id="{D4498AE3-C505-49E5-8211-14D0B7D676D0}"/>
              </a:ext>
            </a:extLst>
          </p:cNvPr>
          <p:cNvSpPr>
            <a:spLocks noGrp="1"/>
          </p:cNvSpPr>
          <p:nvPr/>
        </p:nvSpPr>
        <p:spPr>
          <a:xfrm>
            <a:off x="335889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GT_10542">
            <a:extLst>
              <a:ext uri="{FF2B5EF4-FFF2-40B4-BE49-F238E27FC236}">
                <a16:creationId xmlns:a16="http://schemas.microsoft.com/office/drawing/2014/main" id="{8BE9C575-1F2D-4B60-AB1C-DDD139FBAA0A}"/>
              </a:ext>
            </a:extLst>
          </p:cNvPr>
          <p:cNvSpPr>
            <a:spLocks noGrp="1"/>
          </p:cNvSpPr>
          <p:nvPr/>
        </p:nvSpPr>
        <p:spPr>
          <a:xfrm>
            <a:off x="359248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GT_10543">
            <a:extLst>
              <a:ext uri="{FF2B5EF4-FFF2-40B4-BE49-F238E27FC236}">
                <a16:creationId xmlns:a16="http://schemas.microsoft.com/office/drawing/2014/main" id="{6B44FE41-D9C5-4E66-807A-0761AE42E5C3}"/>
              </a:ext>
            </a:extLst>
          </p:cNvPr>
          <p:cNvSpPr>
            <a:spLocks noGrp="1"/>
          </p:cNvSpPr>
          <p:nvPr/>
        </p:nvSpPr>
        <p:spPr>
          <a:xfrm>
            <a:off x="34462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GT_10544">
            <a:extLst>
              <a:ext uri="{FF2B5EF4-FFF2-40B4-BE49-F238E27FC236}">
                <a16:creationId xmlns:a16="http://schemas.microsoft.com/office/drawing/2014/main" id="{FCBFA771-2A00-407C-81A1-A4AAA5AB1E0E}"/>
              </a:ext>
            </a:extLst>
          </p:cNvPr>
          <p:cNvSpPr>
            <a:spLocks noGrp="1"/>
          </p:cNvSpPr>
          <p:nvPr/>
        </p:nvSpPr>
        <p:spPr>
          <a:xfrm>
            <a:off x="33499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GT_10545">
            <a:extLst>
              <a:ext uri="{FF2B5EF4-FFF2-40B4-BE49-F238E27FC236}">
                <a16:creationId xmlns:a16="http://schemas.microsoft.com/office/drawing/2014/main" id="{984EA0B3-DE43-4660-9AA6-B1F2ACE4D32D}"/>
              </a:ext>
            </a:extLst>
          </p:cNvPr>
          <p:cNvSpPr>
            <a:spLocks noGrp="1"/>
          </p:cNvSpPr>
          <p:nvPr/>
        </p:nvSpPr>
        <p:spPr>
          <a:xfrm>
            <a:off x="34569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GT_10546">
            <a:extLst>
              <a:ext uri="{FF2B5EF4-FFF2-40B4-BE49-F238E27FC236}">
                <a16:creationId xmlns:a16="http://schemas.microsoft.com/office/drawing/2014/main" id="{E461E00C-96A4-4A6E-893B-5410C57A2CDC}"/>
              </a:ext>
            </a:extLst>
          </p:cNvPr>
          <p:cNvSpPr>
            <a:spLocks noGrp="1"/>
          </p:cNvSpPr>
          <p:nvPr/>
        </p:nvSpPr>
        <p:spPr>
          <a:xfrm>
            <a:off x="3381743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GT_10547">
            <a:extLst>
              <a:ext uri="{FF2B5EF4-FFF2-40B4-BE49-F238E27FC236}">
                <a16:creationId xmlns:a16="http://schemas.microsoft.com/office/drawing/2014/main" id="{B134AA1A-DA05-41AE-869E-0D6D4884C252}"/>
              </a:ext>
            </a:extLst>
          </p:cNvPr>
          <p:cNvSpPr>
            <a:spLocks noGrp="1"/>
          </p:cNvSpPr>
          <p:nvPr/>
        </p:nvSpPr>
        <p:spPr>
          <a:xfrm>
            <a:off x="3383745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GT_10548">
            <a:extLst>
              <a:ext uri="{FF2B5EF4-FFF2-40B4-BE49-F238E27FC236}">
                <a16:creationId xmlns:a16="http://schemas.microsoft.com/office/drawing/2014/main" id="{C0F5FC42-A63C-4EE0-8DCA-D1F605BDC75A}"/>
              </a:ext>
            </a:extLst>
          </p:cNvPr>
          <p:cNvSpPr>
            <a:spLocks noGrp="1"/>
          </p:cNvSpPr>
          <p:nvPr/>
        </p:nvSpPr>
        <p:spPr>
          <a:xfrm>
            <a:off x="35315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GT_10549">
            <a:extLst>
              <a:ext uri="{FF2B5EF4-FFF2-40B4-BE49-F238E27FC236}">
                <a16:creationId xmlns:a16="http://schemas.microsoft.com/office/drawing/2014/main" id="{CBD8546A-E501-4575-968F-9E53E9484180}"/>
              </a:ext>
            </a:extLst>
          </p:cNvPr>
          <p:cNvSpPr>
            <a:spLocks noGrp="1"/>
          </p:cNvSpPr>
          <p:nvPr/>
        </p:nvSpPr>
        <p:spPr>
          <a:xfrm>
            <a:off x="342683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GT_10550">
            <a:extLst>
              <a:ext uri="{FF2B5EF4-FFF2-40B4-BE49-F238E27FC236}">
                <a16:creationId xmlns:a16="http://schemas.microsoft.com/office/drawing/2014/main" id="{43626FB1-BD24-452B-969A-F45EC4ABA41C}"/>
              </a:ext>
            </a:extLst>
          </p:cNvPr>
          <p:cNvSpPr>
            <a:spLocks noGrp="1"/>
          </p:cNvSpPr>
          <p:nvPr/>
        </p:nvSpPr>
        <p:spPr>
          <a:xfrm>
            <a:off x="3362584" y="50809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GT_10551">
            <a:extLst>
              <a:ext uri="{FF2B5EF4-FFF2-40B4-BE49-F238E27FC236}">
                <a16:creationId xmlns:a16="http://schemas.microsoft.com/office/drawing/2014/main" id="{96DE7CAF-0E9F-4447-B1BD-B3ACD8CB1353}"/>
              </a:ext>
            </a:extLst>
          </p:cNvPr>
          <p:cNvSpPr>
            <a:spLocks noGrp="1"/>
          </p:cNvSpPr>
          <p:nvPr/>
        </p:nvSpPr>
        <p:spPr>
          <a:xfrm>
            <a:off x="357937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GT_10552">
            <a:extLst>
              <a:ext uri="{FF2B5EF4-FFF2-40B4-BE49-F238E27FC236}">
                <a16:creationId xmlns:a16="http://schemas.microsoft.com/office/drawing/2014/main" id="{2450FCDA-71D3-459C-BB4A-1318518BB7EB}"/>
              </a:ext>
            </a:extLst>
          </p:cNvPr>
          <p:cNvSpPr>
            <a:spLocks noGrp="1"/>
          </p:cNvSpPr>
          <p:nvPr/>
        </p:nvSpPr>
        <p:spPr>
          <a:xfrm>
            <a:off x="3459134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GT_10553">
            <a:extLst>
              <a:ext uri="{FF2B5EF4-FFF2-40B4-BE49-F238E27FC236}">
                <a16:creationId xmlns:a16="http://schemas.microsoft.com/office/drawing/2014/main" id="{57D85E00-DDEA-4633-921F-13E27EC6BF6A}"/>
              </a:ext>
            </a:extLst>
          </p:cNvPr>
          <p:cNvSpPr>
            <a:spLocks noGrp="1"/>
          </p:cNvSpPr>
          <p:nvPr/>
        </p:nvSpPr>
        <p:spPr>
          <a:xfrm>
            <a:off x="342056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GT_10554">
            <a:extLst>
              <a:ext uri="{FF2B5EF4-FFF2-40B4-BE49-F238E27FC236}">
                <a16:creationId xmlns:a16="http://schemas.microsoft.com/office/drawing/2014/main" id="{CA4568D8-C553-461A-A695-3006718762E4}"/>
              </a:ext>
            </a:extLst>
          </p:cNvPr>
          <p:cNvSpPr>
            <a:spLocks noGrp="1"/>
          </p:cNvSpPr>
          <p:nvPr/>
        </p:nvSpPr>
        <p:spPr>
          <a:xfrm>
            <a:off x="35790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GT_10555">
            <a:extLst>
              <a:ext uri="{FF2B5EF4-FFF2-40B4-BE49-F238E27FC236}">
                <a16:creationId xmlns:a16="http://schemas.microsoft.com/office/drawing/2014/main" id="{827DC7A4-0B3B-475E-982D-D80C41291428}"/>
              </a:ext>
            </a:extLst>
          </p:cNvPr>
          <p:cNvSpPr>
            <a:spLocks noGrp="1"/>
          </p:cNvSpPr>
          <p:nvPr/>
        </p:nvSpPr>
        <p:spPr>
          <a:xfrm>
            <a:off x="3477271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GT_10556">
            <a:extLst>
              <a:ext uri="{FF2B5EF4-FFF2-40B4-BE49-F238E27FC236}">
                <a16:creationId xmlns:a16="http://schemas.microsoft.com/office/drawing/2014/main" id="{01567D93-C345-44AD-9265-541A86878539}"/>
              </a:ext>
            </a:extLst>
          </p:cNvPr>
          <p:cNvSpPr>
            <a:spLocks noGrp="1"/>
          </p:cNvSpPr>
          <p:nvPr/>
        </p:nvSpPr>
        <p:spPr>
          <a:xfrm>
            <a:off x="33480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GT_10557">
            <a:extLst>
              <a:ext uri="{FF2B5EF4-FFF2-40B4-BE49-F238E27FC236}">
                <a16:creationId xmlns:a16="http://schemas.microsoft.com/office/drawing/2014/main" id="{3F4EEF54-0662-4F90-B9B9-3398CC12CC39}"/>
              </a:ext>
            </a:extLst>
          </p:cNvPr>
          <p:cNvSpPr>
            <a:spLocks noGrp="1"/>
          </p:cNvSpPr>
          <p:nvPr/>
        </p:nvSpPr>
        <p:spPr>
          <a:xfrm>
            <a:off x="33775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GT_10558">
            <a:extLst>
              <a:ext uri="{FF2B5EF4-FFF2-40B4-BE49-F238E27FC236}">
                <a16:creationId xmlns:a16="http://schemas.microsoft.com/office/drawing/2014/main" id="{A5E63FA1-ED40-44CA-A617-2F1803338D6D}"/>
              </a:ext>
            </a:extLst>
          </p:cNvPr>
          <p:cNvSpPr>
            <a:spLocks noGrp="1"/>
          </p:cNvSpPr>
          <p:nvPr/>
        </p:nvSpPr>
        <p:spPr>
          <a:xfrm>
            <a:off x="3481202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GT_10559">
            <a:extLst>
              <a:ext uri="{FF2B5EF4-FFF2-40B4-BE49-F238E27FC236}">
                <a16:creationId xmlns:a16="http://schemas.microsoft.com/office/drawing/2014/main" id="{DF54E524-DB36-44AD-8264-0F65923D1AFA}"/>
              </a:ext>
            </a:extLst>
          </p:cNvPr>
          <p:cNvSpPr>
            <a:spLocks noGrp="1"/>
          </p:cNvSpPr>
          <p:nvPr/>
        </p:nvSpPr>
        <p:spPr>
          <a:xfrm>
            <a:off x="339301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GT_10560">
            <a:extLst>
              <a:ext uri="{FF2B5EF4-FFF2-40B4-BE49-F238E27FC236}">
                <a16:creationId xmlns:a16="http://schemas.microsoft.com/office/drawing/2014/main" id="{012F808D-1533-4C0E-9E14-62DB7CE7A818}"/>
              </a:ext>
            </a:extLst>
          </p:cNvPr>
          <p:cNvSpPr>
            <a:spLocks noGrp="1"/>
          </p:cNvSpPr>
          <p:nvPr/>
        </p:nvSpPr>
        <p:spPr>
          <a:xfrm>
            <a:off x="347506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GT_10561">
            <a:extLst>
              <a:ext uri="{FF2B5EF4-FFF2-40B4-BE49-F238E27FC236}">
                <a16:creationId xmlns:a16="http://schemas.microsoft.com/office/drawing/2014/main" id="{78C51C33-2908-4437-9672-ED06D0935F5F}"/>
              </a:ext>
            </a:extLst>
          </p:cNvPr>
          <p:cNvSpPr>
            <a:spLocks noGrp="1"/>
          </p:cNvSpPr>
          <p:nvPr/>
        </p:nvSpPr>
        <p:spPr>
          <a:xfrm>
            <a:off x="354163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GT_10562">
            <a:extLst>
              <a:ext uri="{FF2B5EF4-FFF2-40B4-BE49-F238E27FC236}">
                <a16:creationId xmlns:a16="http://schemas.microsoft.com/office/drawing/2014/main" id="{A36DE6A3-94BF-4AB0-9444-CCCEFB765B37}"/>
              </a:ext>
            </a:extLst>
          </p:cNvPr>
          <p:cNvSpPr>
            <a:spLocks noGrp="1"/>
          </p:cNvSpPr>
          <p:nvPr/>
        </p:nvSpPr>
        <p:spPr>
          <a:xfrm>
            <a:off x="34097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GT_10563">
            <a:extLst>
              <a:ext uri="{FF2B5EF4-FFF2-40B4-BE49-F238E27FC236}">
                <a16:creationId xmlns:a16="http://schemas.microsoft.com/office/drawing/2014/main" id="{D518C0F4-42E8-4CB4-B22A-76C5E54CBA44}"/>
              </a:ext>
            </a:extLst>
          </p:cNvPr>
          <p:cNvSpPr>
            <a:spLocks noGrp="1"/>
          </p:cNvSpPr>
          <p:nvPr/>
        </p:nvSpPr>
        <p:spPr>
          <a:xfrm>
            <a:off x="35808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GT_10564">
            <a:extLst>
              <a:ext uri="{FF2B5EF4-FFF2-40B4-BE49-F238E27FC236}">
                <a16:creationId xmlns:a16="http://schemas.microsoft.com/office/drawing/2014/main" id="{64EB9404-27EB-4E8B-8FDD-F7DCF2E93132}"/>
              </a:ext>
            </a:extLst>
          </p:cNvPr>
          <p:cNvSpPr>
            <a:spLocks noGrp="1"/>
          </p:cNvSpPr>
          <p:nvPr/>
        </p:nvSpPr>
        <p:spPr>
          <a:xfrm>
            <a:off x="3542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GT_10565">
            <a:extLst>
              <a:ext uri="{FF2B5EF4-FFF2-40B4-BE49-F238E27FC236}">
                <a16:creationId xmlns:a16="http://schemas.microsoft.com/office/drawing/2014/main" id="{CE2B5B66-BD4C-4ED0-A868-729A9C573C40}"/>
              </a:ext>
            </a:extLst>
          </p:cNvPr>
          <p:cNvSpPr>
            <a:spLocks noGrp="1"/>
          </p:cNvSpPr>
          <p:nvPr/>
        </p:nvSpPr>
        <p:spPr>
          <a:xfrm>
            <a:off x="335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GT_10566">
            <a:extLst>
              <a:ext uri="{FF2B5EF4-FFF2-40B4-BE49-F238E27FC236}">
                <a16:creationId xmlns:a16="http://schemas.microsoft.com/office/drawing/2014/main" id="{7E1F3477-E391-4B75-B03D-1C68BD45C591}"/>
              </a:ext>
            </a:extLst>
          </p:cNvPr>
          <p:cNvSpPr>
            <a:spLocks noGrp="1"/>
          </p:cNvSpPr>
          <p:nvPr/>
        </p:nvSpPr>
        <p:spPr>
          <a:xfrm>
            <a:off x="3511856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GT_10567">
            <a:extLst>
              <a:ext uri="{FF2B5EF4-FFF2-40B4-BE49-F238E27FC236}">
                <a16:creationId xmlns:a16="http://schemas.microsoft.com/office/drawing/2014/main" id="{8CE1A1BC-8051-4F1B-A77D-8430BC7917FE}"/>
              </a:ext>
            </a:extLst>
          </p:cNvPr>
          <p:cNvSpPr>
            <a:spLocks noGrp="1"/>
          </p:cNvSpPr>
          <p:nvPr/>
        </p:nvSpPr>
        <p:spPr>
          <a:xfrm>
            <a:off x="358590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GT_10568">
            <a:extLst>
              <a:ext uri="{FF2B5EF4-FFF2-40B4-BE49-F238E27FC236}">
                <a16:creationId xmlns:a16="http://schemas.microsoft.com/office/drawing/2014/main" id="{92C27ED3-584B-4487-8C1C-9EE5A1D5D44E}"/>
              </a:ext>
            </a:extLst>
          </p:cNvPr>
          <p:cNvSpPr>
            <a:spLocks noGrp="1"/>
          </p:cNvSpPr>
          <p:nvPr/>
        </p:nvSpPr>
        <p:spPr>
          <a:xfrm>
            <a:off x="33491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GT_10569">
            <a:extLst>
              <a:ext uri="{FF2B5EF4-FFF2-40B4-BE49-F238E27FC236}">
                <a16:creationId xmlns:a16="http://schemas.microsoft.com/office/drawing/2014/main" id="{8E60AE06-C3B7-4CCC-83FA-6330B3A5EF83}"/>
              </a:ext>
            </a:extLst>
          </p:cNvPr>
          <p:cNvSpPr>
            <a:spLocks noGrp="1"/>
          </p:cNvSpPr>
          <p:nvPr/>
        </p:nvSpPr>
        <p:spPr>
          <a:xfrm>
            <a:off x="349980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GT_10570">
            <a:extLst>
              <a:ext uri="{FF2B5EF4-FFF2-40B4-BE49-F238E27FC236}">
                <a16:creationId xmlns:a16="http://schemas.microsoft.com/office/drawing/2014/main" id="{74A5032C-CC3A-4CAB-ABC7-578845CC0803}"/>
              </a:ext>
            </a:extLst>
          </p:cNvPr>
          <p:cNvSpPr>
            <a:spLocks noGrp="1"/>
          </p:cNvSpPr>
          <p:nvPr/>
        </p:nvSpPr>
        <p:spPr>
          <a:xfrm>
            <a:off x="35484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GT_10571">
            <a:extLst>
              <a:ext uri="{FF2B5EF4-FFF2-40B4-BE49-F238E27FC236}">
                <a16:creationId xmlns:a16="http://schemas.microsoft.com/office/drawing/2014/main" id="{741B0995-228C-4F54-96A3-F9703B7006EC}"/>
              </a:ext>
            </a:extLst>
          </p:cNvPr>
          <p:cNvSpPr>
            <a:spLocks noGrp="1"/>
          </p:cNvSpPr>
          <p:nvPr/>
        </p:nvSpPr>
        <p:spPr>
          <a:xfrm>
            <a:off x="3458868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GT_10572">
            <a:extLst>
              <a:ext uri="{FF2B5EF4-FFF2-40B4-BE49-F238E27FC236}">
                <a16:creationId xmlns:a16="http://schemas.microsoft.com/office/drawing/2014/main" id="{74B3A310-2070-451B-B370-14A77E0592F7}"/>
              </a:ext>
            </a:extLst>
          </p:cNvPr>
          <p:cNvSpPr>
            <a:spLocks noGrp="1"/>
          </p:cNvSpPr>
          <p:nvPr/>
        </p:nvSpPr>
        <p:spPr>
          <a:xfrm>
            <a:off x="344371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GT_10573">
            <a:extLst>
              <a:ext uri="{FF2B5EF4-FFF2-40B4-BE49-F238E27FC236}">
                <a16:creationId xmlns:a16="http://schemas.microsoft.com/office/drawing/2014/main" id="{807A6A4B-3B69-4AE5-983B-D534CF177F10}"/>
              </a:ext>
            </a:extLst>
          </p:cNvPr>
          <p:cNvSpPr>
            <a:spLocks noGrp="1"/>
          </p:cNvSpPr>
          <p:nvPr/>
        </p:nvSpPr>
        <p:spPr>
          <a:xfrm>
            <a:off x="35268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GT_10574">
            <a:extLst>
              <a:ext uri="{FF2B5EF4-FFF2-40B4-BE49-F238E27FC236}">
                <a16:creationId xmlns:a16="http://schemas.microsoft.com/office/drawing/2014/main" id="{56316B5C-145D-451B-AE87-E971590A7475}"/>
              </a:ext>
            </a:extLst>
          </p:cNvPr>
          <p:cNvSpPr>
            <a:spLocks noGrp="1"/>
          </p:cNvSpPr>
          <p:nvPr/>
        </p:nvSpPr>
        <p:spPr>
          <a:xfrm>
            <a:off x="35461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GT_10575">
            <a:extLst>
              <a:ext uri="{FF2B5EF4-FFF2-40B4-BE49-F238E27FC236}">
                <a16:creationId xmlns:a16="http://schemas.microsoft.com/office/drawing/2014/main" id="{C8CEEE47-77E8-41E0-BD65-6F6F128C420C}"/>
              </a:ext>
            </a:extLst>
          </p:cNvPr>
          <p:cNvSpPr>
            <a:spLocks noGrp="1"/>
          </p:cNvSpPr>
          <p:nvPr/>
        </p:nvSpPr>
        <p:spPr>
          <a:xfrm>
            <a:off x="33735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GT_10576">
            <a:extLst>
              <a:ext uri="{FF2B5EF4-FFF2-40B4-BE49-F238E27FC236}">
                <a16:creationId xmlns:a16="http://schemas.microsoft.com/office/drawing/2014/main" id="{71A81531-8259-4698-95BA-23916331069E}"/>
              </a:ext>
            </a:extLst>
          </p:cNvPr>
          <p:cNvSpPr>
            <a:spLocks noGrp="1"/>
          </p:cNvSpPr>
          <p:nvPr/>
        </p:nvSpPr>
        <p:spPr>
          <a:xfrm>
            <a:off x="33651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GT_10577">
            <a:extLst>
              <a:ext uri="{FF2B5EF4-FFF2-40B4-BE49-F238E27FC236}">
                <a16:creationId xmlns:a16="http://schemas.microsoft.com/office/drawing/2014/main" id="{1C8AFC60-BE9E-4E36-A2E7-13D124FFC876}"/>
              </a:ext>
            </a:extLst>
          </p:cNvPr>
          <p:cNvSpPr>
            <a:spLocks noGrp="1"/>
          </p:cNvSpPr>
          <p:nvPr/>
        </p:nvSpPr>
        <p:spPr>
          <a:xfrm>
            <a:off x="33581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GT_10578">
            <a:extLst>
              <a:ext uri="{FF2B5EF4-FFF2-40B4-BE49-F238E27FC236}">
                <a16:creationId xmlns:a16="http://schemas.microsoft.com/office/drawing/2014/main" id="{24569456-A8F1-49BB-A0E1-5AF971619E7C}"/>
              </a:ext>
            </a:extLst>
          </p:cNvPr>
          <p:cNvSpPr>
            <a:spLocks noGrp="1"/>
          </p:cNvSpPr>
          <p:nvPr/>
        </p:nvSpPr>
        <p:spPr>
          <a:xfrm>
            <a:off x="354936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GT_10579">
            <a:extLst>
              <a:ext uri="{FF2B5EF4-FFF2-40B4-BE49-F238E27FC236}">
                <a16:creationId xmlns:a16="http://schemas.microsoft.com/office/drawing/2014/main" id="{DC9FDBA1-B2EE-4C51-A109-54F2E089E109}"/>
              </a:ext>
            </a:extLst>
          </p:cNvPr>
          <p:cNvSpPr>
            <a:spLocks noGrp="1"/>
          </p:cNvSpPr>
          <p:nvPr/>
        </p:nvSpPr>
        <p:spPr>
          <a:xfrm>
            <a:off x="3568781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GT_10580">
            <a:extLst>
              <a:ext uri="{FF2B5EF4-FFF2-40B4-BE49-F238E27FC236}">
                <a16:creationId xmlns:a16="http://schemas.microsoft.com/office/drawing/2014/main" id="{D192A862-3A95-4C46-99C8-AAE97BE558C6}"/>
              </a:ext>
            </a:extLst>
          </p:cNvPr>
          <p:cNvSpPr>
            <a:spLocks noGrp="1"/>
          </p:cNvSpPr>
          <p:nvPr/>
        </p:nvSpPr>
        <p:spPr>
          <a:xfrm>
            <a:off x="3471926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GT_10581">
            <a:extLst>
              <a:ext uri="{FF2B5EF4-FFF2-40B4-BE49-F238E27FC236}">
                <a16:creationId xmlns:a16="http://schemas.microsoft.com/office/drawing/2014/main" id="{D5660C8E-614B-40D0-9DFE-803F43BBC4BE}"/>
              </a:ext>
            </a:extLst>
          </p:cNvPr>
          <p:cNvSpPr>
            <a:spLocks noGrp="1"/>
          </p:cNvSpPr>
          <p:nvPr/>
        </p:nvSpPr>
        <p:spPr>
          <a:xfrm>
            <a:off x="3541191" y="3649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GT_10582">
            <a:extLst>
              <a:ext uri="{FF2B5EF4-FFF2-40B4-BE49-F238E27FC236}">
                <a16:creationId xmlns:a16="http://schemas.microsoft.com/office/drawing/2014/main" id="{5E0FE853-FB7A-4C2D-A96D-A3992EFC91DE}"/>
              </a:ext>
            </a:extLst>
          </p:cNvPr>
          <p:cNvSpPr>
            <a:spLocks noGrp="1"/>
          </p:cNvSpPr>
          <p:nvPr/>
        </p:nvSpPr>
        <p:spPr>
          <a:xfrm>
            <a:off x="3509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GT_10583">
            <a:extLst>
              <a:ext uri="{FF2B5EF4-FFF2-40B4-BE49-F238E27FC236}">
                <a16:creationId xmlns:a16="http://schemas.microsoft.com/office/drawing/2014/main" id="{74B0B0AC-B997-459E-8AB7-7A94E136DBCF}"/>
              </a:ext>
            </a:extLst>
          </p:cNvPr>
          <p:cNvSpPr>
            <a:spLocks noGrp="1"/>
          </p:cNvSpPr>
          <p:nvPr/>
        </p:nvSpPr>
        <p:spPr>
          <a:xfrm>
            <a:off x="33813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GT_10584">
            <a:extLst>
              <a:ext uri="{FF2B5EF4-FFF2-40B4-BE49-F238E27FC236}">
                <a16:creationId xmlns:a16="http://schemas.microsoft.com/office/drawing/2014/main" id="{55A623D0-83F6-4036-84EC-9D9DFECE61AB}"/>
              </a:ext>
            </a:extLst>
          </p:cNvPr>
          <p:cNvSpPr>
            <a:spLocks noGrp="1"/>
          </p:cNvSpPr>
          <p:nvPr/>
        </p:nvSpPr>
        <p:spPr>
          <a:xfrm>
            <a:off x="357996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GT_10585">
            <a:extLst>
              <a:ext uri="{FF2B5EF4-FFF2-40B4-BE49-F238E27FC236}">
                <a16:creationId xmlns:a16="http://schemas.microsoft.com/office/drawing/2014/main" id="{A122ED64-9356-4B1D-A552-47120B524F55}"/>
              </a:ext>
            </a:extLst>
          </p:cNvPr>
          <p:cNvSpPr>
            <a:spLocks noGrp="1"/>
          </p:cNvSpPr>
          <p:nvPr/>
        </p:nvSpPr>
        <p:spPr>
          <a:xfrm>
            <a:off x="3515814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GT_10586">
            <a:extLst>
              <a:ext uri="{FF2B5EF4-FFF2-40B4-BE49-F238E27FC236}">
                <a16:creationId xmlns:a16="http://schemas.microsoft.com/office/drawing/2014/main" id="{06292EBD-CE87-4C1A-9049-3A43EF18BB25}"/>
              </a:ext>
            </a:extLst>
          </p:cNvPr>
          <p:cNvSpPr>
            <a:spLocks noGrp="1"/>
          </p:cNvSpPr>
          <p:nvPr/>
        </p:nvSpPr>
        <p:spPr>
          <a:xfrm>
            <a:off x="356403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GT_10587">
            <a:extLst>
              <a:ext uri="{FF2B5EF4-FFF2-40B4-BE49-F238E27FC236}">
                <a16:creationId xmlns:a16="http://schemas.microsoft.com/office/drawing/2014/main" id="{7371DB23-ED18-44CF-B4FD-ACA92CE41A45}"/>
              </a:ext>
            </a:extLst>
          </p:cNvPr>
          <p:cNvSpPr>
            <a:spLocks noGrp="1"/>
          </p:cNvSpPr>
          <p:nvPr/>
        </p:nvSpPr>
        <p:spPr>
          <a:xfrm>
            <a:off x="358280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GT_10588">
            <a:extLst>
              <a:ext uri="{FF2B5EF4-FFF2-40B4-BE49-F238E27FC236}">
                <a16:creationId xmlns:a16="http://schemas.microsoft.com/office/drawing/2014/main" id="{A6C56B70-45E7-4F80-8A11-F36B6514169F}"/>
              </a:ext>
            </a:extLst>
          </p:cNvPr>
          <p:cNvSpPr>
            <a:spLocks noGrp="1"/>
          </p:cNvSpPr>
          <p:nvPr/>
        </p:nvSpPr>
        <p:spPr>
          <a:xfrm>
            <a:off x="3511986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GT_10589">
            <a:extLst>
              <a:ext uri="{FF2B5EF4-FFF2-40B4-BE49-F238E27FC236}">
                <a16:creationId xmlns:a16="http://schemas.microsoft.com/office/drawing/2014/main" id="{78F07A70-5200-44D8-B04B-FD0A48A5F001}"/>
              </a:ext>
            </a:extLst>
          </p:cNvPr>
          <p:cNvSpPr>
            <a:spLocks noGrp="1"/>
          </p:cNvSpPr>
          <p:nvPr/>
        </p:nvSpPr>
        <p:spPr>
          <a:xfrm>
            <a:off x="35284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GT_10590">
            <a:extLst>
              <a:ext uri="{FF2B5EF4-FFF2-40B4-BE49-F238E27FC236}">
                <a16:creationId xmlns:a16="http://schemas.microsoft.com/office/drawing/2014/main" id="{7B8B6562-41B1-4B8E-86F2-F55D95EC15E5}"/>
              </a:ext>
            </a:extLst>
          </p:cNvPr>
          <p:cNvSpPr>
            <a:spLocks noGrp="1"/>
          </p:cNvSpPr>
          <p:nvPr/>
        </p:nvSpPr>
        <p:spPr>
          <a:xfrm>
            <a:off x="35139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GT_10591">
            <a:extLst>
              <a:ext uri="{FF2B5EF4-FFF2-40B4-BE49-F238E27FC236}">
                <a16:creationId xmlns:a16="http://schemas.microsoft.com/office/drawing/2014/main" id="{7097B185-6446-431F-ACD9-DE856516D0A8}"/>
              </a:ext>
            </a:extLst>
          </p:cNvPr>
          <p:cNvSpPr>
            <a:spLocks noGrp="1"/>
          </p:cNvSpPr>
          <p:nvPr/>
        </p:nvSpPr>
        <p:spPr>
          <a:xfrm>
            <a:off x="33827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GT_10592">
            <a:extLst>
              <a:ext uri="{FF2B5EF4-FFF2-40B4-BE49-F238E27FC236}">
                <a16:creationId xmlns:a16="http://schemas.microsoft.com/office/drawing/2014/main" id="{67B236F1-E33F-4100-A25A-8EDB36060ADC}"/>
              </a:ext>
            </a:extLst>
          </p:cNvPr>
          <p:cNvSpPr>
            <a:spLocks noGrp="1"/>
          </p:cNvSpPr>
          <p:nvPr/>
        </p:nvSpPr>
        <p:spPr>
          <a:xfrm>
            <a:off x="3440028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GT_10593">
            <a:extLst>
              <a:ext uri="{FF2B5EF4-FFF2-40B4-BE49-F238E27FC236}">
                <a16:creationId xmlns:a16="http://schemas.microsoft.com/office/drawing/2014/main" id="{0251CBD1-72E8-49E7-826E-8497B29C1954}"/>
              </a:ext>
            </a:extLst>
          </p:cNvPr>
          <p:cNvSpPr>
            <a:spLocks noGrp="1"/>
          </p:cNvSpPr>
          <p:nvPr/>
        </p:nvSpPr>
        <p:spPr>
          <a:xfrm>
            <a:off x="3370220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GT_10594">
            <a:extLst>
              <a:ext uri="{FF2B5EF4-FFF2-40B4-BE49-F238E27FC236}">
                <a16:creationId xmlns:a16="http://schemas.microsoft.com/office/drawing/2014/main" id="{C6FAC8A3-B182-4D63-9DB2-C34AFE2DE5F7}"/>
              </a:ext>
            </a:extLst>
          </p:cNvPr>
          <p:cNvSpPr>
            <a:spLocks noGrp="1"/>
          </p:cNvSpPr>
          <p:nvPr/>
        </p:nvSpPr>
        <p:spPr>
          <a:xfrm>
            <a:off x="339838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GT_10595">
            <a:extLst>
              <a:ext uri="{FF2B5EF4-FFF2-40B4-BE49-F238E27FC236}">
                <a16:creationId xmlns:a16="http://schemas.microsoft.com/office/drawing/2014/main" id="{E9C4C46B-86A2-4610-A240-92F455673A83}"/>
              </a:ext>
            </a:extLst>
          </p:cNvPr>
          <p:cNvSpPr>
            <a:spLocks noGrp="1"/>
          </p:cNvSpPr>
          <p:nvPr/>
        </p:nvSpPr>
        <p:spPr>
          <a:xfrm>
            <a:off x="3586277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GT_10596">
            <a:extLst>
              <a:ext uri="{FF2B5EF4-FFF2-40B4-BE49-F238E27FC236}">
                <a16:creationId xmlns:a16="http://schemas.microsoft.com/office/drawing/2014/main" id="{436A50B0-56ED-4E13-B67A-B8F3EE5E66B2}"/>
              </a:ext>
            </a:extLst>
          </p:cNvPr>
          <p:cNvSpPr>
            <a:spLocks noGrp="1"/>
          </p:cNvSpPr>
          <p:nvPr/>
        </p:nvSpPr>
        <p:spPr>
          <a:xfrm>
            <a:off x="34704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GT_10597">
            <a:extLst>
              <a:ext uri="{FF2B5EF4-FFF2-40B4-BE49-F238E27FC236}">
                <a16:creationId xmlns:a16="http://schemas.microsoft.com/office/drawing/2014/main" id="{A367B8C3-7863-47FA-ACDE-1857A3671E2B}"/>
              </a:ext>
            </a:extLst>
          </p:cNvPr>
          <p:cNvSpPr>
            <a:spLocks noGrp="1"/>
          </p:cNvSpPr>
          <p:nvPr/>
        </p:nvSpPr>
        <p:spPr>
          <a:xfrm>
            <a:off x="3425642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GT_10598">
            <a:extLst>
              <a:ext uri="{FF2B5EF4-FFF2-40B4-BE49-F238E27FC236}">
                <a16:creationId xmlns:a16="http://schemas.microsoft.com/office/drawing/2014/main" id="{28D71B1E-6C27-44CB-A3B7-B1C07130C716}"/>
              </a:ext>
            </a:extLst>
          </p:cNvPr>
          <p:cNvSpPr>
            <a:spLocks noGrp="1"/>
          </p:cNvSpPr>
          <p:nvPr/>
        </p:nvSpPr>
        <p:spPr>
          <a:xfrm>
            <a:off x="33745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GT_10599">
            <a:extLst>
              <a:ext uri="{FF2B5EF4-FFF2-40B4-BE49-F238E27FC236}">
                <a16:creationId xmlns:a16="http://schemas.microsoft.com/office/drawing/2014/main" id="{1A0AD88E-B0D1-4777-8757-6F30E3C85F3F}"/>
              </a:ext>
            </a:extLst>
          </p:cNvPr>
          <p:cNvSpPr>
            <a:spLocks noGrp="1"/>
          </p:cNvSpPr>
          <p:nvPr/>
        </p:nvSpPr>
        <p:spPr>
          <a:xfrm>
            <a:off x="35395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GT_10600">
            <a:extLst>
              <a:ext uri="{FF2B5EF4-FFF2-40B4-BE49-F238E27FC236}">
                <a16:creationId xmlns:a16="http://schemas.microsoft.com/office/drawing/2014/main" id="{B0136889-8657-4238-9102-5DC858364EBA}"/>
              </a:ext>
            </a:extLst>
          </p:cNvPr>
          <p:cNvSpPr>
            <a:spLocks noGrp="1"/>
          </p:cNvSpPr>
          <p:nvPr/>
        </p:nvSpPr>
        <p:spPr>
          <a:xfrm>
            <a:off x="34648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GT_10601">
            <a:extLst>
              <a:ext uri="{FF2B5EF4-FFF2-40B4-BE49-F238E27FC236}">
                <a16:creationId xmlns:a16="http://schemas.microsoft.com/office/drawing/2014/main" id="{8566CF4D-431C-4172-806B-ED2EE4246B43}"/>
              </a:ext>
            </a:extLst>
          </p:cNvPr>
          <p:cNvSpPr>
            <a:spLocks noGrp="1"/>
          </p:cNvSpPr>
          <p:nvPr/>
        </p:nvSpPr>
        <p:spPr>
          <a:xfrm>
            <a:off x="35172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GT_10602">
            <a:extLst>
              <a:ext uri="{FF2B5EF4-FFF2-40B4-BE49-F238E27FC236}">
                <a16:creationId xmlns:a16="http://schemas.microsoft.com/office/drawing/2014/main" id="{C63A60CD-84D4-4C48-90FB-A81E66CE58D7}"/>
              </a:ext>
            </a:extLst>
          </p:cNvPr>
          <p:cNvSpPr>
            <a:spLocks noGrp="1"/>
          </p:cNvSpPr>
          <p:nvPr/>
        </p:nvSpPr>
        <p:spPr>
          <a:xfrm>
            <a:off x="3540862" y="4208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GT_10603">
            <a:extLst>
              <a:ext uri="{FF2B5EF4-FFF2-40B4-BE49-F238E27FC236}">
                <a16:creationId xmlns:a16="http://schemas.microsoft.com/office/drawing/2014/main" id="{DAAD5806-DCA1-418B-A999-134C0C5D5776}"/>
              </a:ext>
            </a:extLst>
          </p:cNvPr>
          <p:cNvSpPr>
            <a:spLocks noGrp="1"/>
          </p:cNvSpPr>
          <p:nvPr/>
        </p:nvSpPr>
        <p:spPr>
          <a:xfrm>
            <a:off x="35037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GT_10604">
            <a:extLst>
              <a:ext uri="{FF2B5EF4-FFF2-40B4-BE49-F238E27FC236}">
                <a16:creationId xmlns:a16="http://schemas.microsoft.com/office/drawing/2014/main" id="{C57310C7-628B-433A-9D0F-FF4E2ACEC3DA}"/>
              </a:ext>
            </a:extLst>
          </p:cNvPr>
          <p:cNvSpPr>
            <a:spLocks noGrp="1"/>
          </p:cNvSpPr>
          <p:nvPr/>
        </p:nvSpPr>
        <p:spPr>
          <a:xfrm>
            <a:off x="3376782" y="50907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GT_10605">
            <a:extLst>
              <a:ext uri="{FF2B5EF4-FFF2-40B4-BE49-F238E27FC236}">
                <a16:creationId xmlns:a16="http://schemas.microsoft.com/office/drawing/2014/main" id="{E563CBD1-2248-486E-8107-E3A4ABE9ECDF}"/>
              </a:ext>
            </a:extLst>
          </p:cNvPr>
          <p:cNvSpPr>
            <a:spLocks noGrp="1"/>
          </p:cNvSpPr>
          <p:nvPr/>
        </p:nvSpPr>
        <p:spPr>
          <a:xfrm>
            <a:off x="3477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GT_10606">
            <a:extLst>
              <a:ext uri="{FF2B5EF4-FFF2-40B4-BE49-F238E27FC236}">
                <a16:creationId xmlns:a16="http://schemas.microsoft.com/office/drawing/2014/main" id="{3939F347-D178-4F6B-AD7C-BF3E6819A85F}"/>
              </a:ext>
            </a:extLst>
          </p:cNvPr>
          <p:cNvSpPr>
            <a:spLocks noGrp="1"/>
          </p:cNvSpPr>
          <p:nvPr/>
        </p:nvSpPr>
        <p:spPr>
          <a:xfrm>
            <a:off x="34022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GT_10607">
            <a:extLst>
              <a:ext uri="{FF2B5EF4-FFF2-40B4-BE49-F238E27FC236}">
                <a16:creationId xmlns:a16="http://schemas.microsoft.com/office/drawing/2014/main" id="{3B2523A3-84C4-4EBD-9935-A5225EAB6088}"/>
              </a:ext>
            </a:extLst>
          </p:cNvPr>
          <p:cNvSpPr>
            <a:spLocks noGrp="1"/>
          </p:cNvSpPr>
          <p:nvPr/>
        </p:nvSpPr>
        <p:spPr>
          <a:xfrm>
            <a:off x="34830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GT_10608">
            <a:extLst>
              <a:ext uri="{FF2B5EF4-FFF2-40B4-BE49-F238E27FC236}">
                <a16:creationId xmlns:a16="http://schemas.microsoft.com/office/drawing/2014/main" id="{B50B33B9-DC81-4C21-85D7-398B5E763475}"/>
              </a:ext>
            </a:extLst>
          </p:cNvPr>
          <p:cNvSpPr>
            <a:spLocks noGrp="1"/>
          </p:cNvSpPr>
          <p:nvPr/>
        </p:nvSpPr>
        <p:spPr>
          <a:xfrm>
            <a:off x="34269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GT_10609">
            <a:extLst>
              <a:ext uri="{FF2B5EF4-FFF2-40B4-BE49-F238E27FC236}">
                <a16:creationId xmlns:a16="http://schemas.microsoft.com/office/drawing/2014/main" id="{CE448039-9BF0-47B2-8155-FC3617427BE7}"/>
              </a:ext>
            </a:extLst>
          </p:cNvPr>
          <p:cNvSpPr>
            <a:spLocks noGrp="1"/>
          </p:cNvSpPr>
          <p:nvPr/>
        </p:nvSpPr>
        <p:spPr>
          <a:xfrm>
            <a:off x="35950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GT_10610">
            <a:extLst>
              <a:ext uri="{FF2B5EF4-FFF2-40B4-BE49-F238E27FC236}">
                <a16:creationId xmlns:a16="http://schemas.microsoft.com/office/drawing/2014/main" id="{B7827375-D1BE-4858-9FC5-7CA2C9F587E0}"/>
              </a:ext>
            </a:extLst>
          </p:cNvPr>
          <p:cNvSpPr>
            <a:spLocks noGrp="1"/>
          </p:cNvSpPr>
          <p:nvPr/>
        </p:nvSpPr>
        <p:spPr>
          <a:xfrm>
            <a:off x="35546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GT_10611">
            <a:extLst>
              <a:ext uri="{FF2B5EF4-FFF2-40B4-BE49-F238E27FC236}">
                <a16:creationId xmlns:a16="http://schemas.microsoft.com/office/drawing/2014/main" id="{6C173279-0B83-4F52-AC3F-B3AAB37A7ADC}"/>
              </a:ext>
            </a:extLst>
          </p:cNvPr>
          <p:cNvSpPr>
            <a:spLocks noGrp="1"/>
          </p:cNvSpPr>
          <p:nvPr/>
        </p:nvSpPr>
        <p:spPr>
          <a:xfrm>
            <a:off x="3475385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GT_10612">
            <a:extLst>
              <a:ext uri="{FF2B5EF4-FFF2-40B4-BE49-F238E27FC236}">
                <a16:creationId xmlns:a16="http://schemas.microsoft.com/office/drawing/2014/main" id="{883CCC00-8941-4392-9F52-AD70FAE6EF77}"/>
              </a:ext>
            </a:extLst>
          </p:cNvPr>
          <p:cNvSpPr>
            <a:spLocks noGrp="1"/>
          </p:cNvSpPr>
          <p:nvPr/>
        </p:nvSpPr>
        <p:spPr>
          <a:xfrm>
            <a:off x="345503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GT_10613">
            <a:extLst>
              <a:ext uri="{FF2B5EF4-FFF2-40B4-BE49-F238E27FC236}">
                <a16:creationId xmlns:a16="http://schemas.microsoft.com/office/drawing/2014/main" id="{114BEEE4-CEB3-49AA-B6AF-7F3F2C81355F}"/>
              </a:ext>
            </a:extLst>
          </p:cNvPr>
          <p:cNvSpPr>
            <a:spLocks noGrp="1"/>
          </p:cNvSpPr>
          <p:nvPr/>
        </p:nvSpPr>
        <p:spPr>
          <a:xfrm>
            <a:off x="35116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GT_10614">
            <a:extLst>
              <a:ext uri="{FF2B5EF4-FFF2-40B4-BE49-F238E27FC236}">
                <a16:creationId xmlns:a16="http://schemas.microsoft.com/office/drawing/2014/main" id="{00DC3136-A14A-497E-B1B9-2DB4D133CF43}"/>
              </a:ext>
            </a:extLst>
          </p:cNvPr>
          <p:cNvSpPr>
            <a:spLocks noGrp="1"/>
          </p:cNvSpPr>
          <p:nvPr/>
        </p:nvSpPr>
        <p:spPr>
          <a:xfrm>
            <a:off x="33657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GT_10615">
            <a:extLst>
              <a:ext uri="{FF2B5EF4-FFF2-40B4-BE49-F238E27FC236}">
                <a16:creationId xmlns:a16="http://schemas.microsoft.com/office/drawing/2014/main" id="{12498281-EE3F-4FC7-AE90-DBC080C9B4A7}"/>
              </a:ext>
            </a:extLst>
          </p:cNvPr>
          <p:cNvSpPr>
            <a:spLocks noGrp="1"/>
          </p:cNvSpPr>
          <p:nvPr/>
        </p:nvSpPr>
        <p:spPr>
          <a:xfrm>
            <a:off x="3437888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GT_10616">
            <a:extLst>
              <a:ext uri="{FF2B5EF4-FFF2-40B4-BE49-F238E27FC236}">
                <a16:creationId xmlns:a16="http://schemas.microsoft.com/office/drawing/2014/main" id="{CE4375BD-8565-4DE6-A903-4F9E5DB1C19C}"/>
              </a:ext>
            </a:extLst>
          </p:cNvPr>
          <p:cNvSpPr>
            <a:spLocks noGrp="1"/>
          </p:cNvSpPr>
          <p:nvPr/>
        </p:nvSpPr>
        <p:spPr>
          <a:xfrm>
            <a:off x="34461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GT_10617">
            <a:extLst>
              <a:ext uri="{FF2B5EF4-FFF2-40B4-BE49-F238E27FC236}">
                <a16:creationId xmlns:a16="http://schemas.microsoft.com/office/drawing/2014/main" id="{E79CFDD1-30AF-477A-872B-E268CB049E33}"/>
              </a:ext>
            </a:extLst>
          </p:cNvPr>
          <p:cNvSpPr>
            <a:spLocks noGrp="1"/>
          </p:cNvSpPr>
          <p:nvPr/>
        </p:nvSpPr>
        <p:spPr>
          <a:xfrm>
            <a:off x="354409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GT_10618">
            <a:extLst>
              <a:ext uri="{FF2B5EF4-FFF2-40B4-BE49-F238E27FC236}">
                <a16:creationId xmlns:a16="http://schemas.microsoft.com/office/drawing/2014/main" id="{26C2759D-4D76-4C73-A17D-8841842E863D}"/>
              </a:ext>
            </a:extLst>
          </p:cNvPr>
          <p:cNvSpPr>
            <a:spLocks noGrp="1"/>
          </p:cNvSpPr>
          <p:nvPr/>
        </p:nvSpPr>
        <p:spPr>
          <a:xfrm>
            <a:off x="35141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GT_10619">
            <a:extLst>
              <a:ext uri="{FF2B5EF4-FFF2-40B4-BE49-F238E27FC236}">
                <a16:creationId xmlns:a16="http://schemas.microsoft.com/office/drawing/2014/main" id="{3A82A614-76C7-4DDA-BB1D-106082C21291}"/>
              </a:ext>
            </a:extLst>
          </p:cNvPr>
          <p:cNvSpPr>
            <a:spLocks noGrp="1"/>
          </p:cNvSpPr>
          <p:nvPr/>
        </p:nvSpPr>
        <p:spPr>
          <a:xfrm>
            <a:off x="34177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GT_10620">
            <a:extLst>
              <a:ext uri="{FF2B5EF4-FFF2-40B4-BE49-F238E27FC236}">
                <a16:creationId xmlns:a16="http://schemas.microsoft.com/office/drawing/2014/main" id="{61662D22-1290-43AA-B582-7D9B6F6F52C0}"/>
              </a:ext>
            </a:extLst>
          </p:cNvPr>
          <p:cNvSpPr>
            <a:spLocks noGrp="1"/>
          </p:cNvSpPr>
          <p:nvPr/>
        </p:nvSpPr>
        <p:spPr>
          <a:xfrm>
            <a:off x="3558750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GT_10621">
            <a:extLst>
              <a:ext uri="{FF2B5EF4-FFF2-40B4-BE49-F238E27FC236}">
                <a16:creationId xmlns:a16="http://schemas.microsoft.com/office/drawing/2014/main" id="{79F6B4E7-200E-4FFE-A6B1-F308F5BC005C}"/>
              </a:ext>
            </a:extLst>
          </p:cNvPr>
          <p:cNvSpPr>
            <a:spLocks noGrp="1"/>
          </p:cNvSpPr>
          <p:nvPr/>
        </p:nvSpPr>
        <p:spPr>
          <a:xfrm>
            <a:off x="350321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GT_10622">
            <a:extLst>
              <a:ext uri="{FF2B5EF4-FFF2-40B4-BE49-F238E27FC236}">
                <a16:creationId xmlns:a16="http://schemas.microsoft.com/office/drawing/2014/main" id="{2D687DAF-F157-4E85-94C1-B50C549B4628}"/>
              </a:ext>
            </a:extLst>
          </p:cNvPr>
          <p:cNvSpPr>
            <a:spLocks noGrp="1"/>
          </p:cNvSpPr>
          <p:nvPr/>
        </p:nvSpPr>
        <p:spPr>
          <a:xfrm>
            <a:off x="34537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GT_10623">
            <a:extLst>
              <a:ext uri="{FF2B5EF4-FFF2-40B4-BE49-F238E27FC236}">
                <a16:creationId xmlns:a16="http://schemas.microsoft.com/office/drawing/2014/main" id="{DE9FB29B-CDC6-43A2-8AA6-D745A368E25C}"/>
              </a:ext>
            </a:extLst>
          </p:cNvPr>
          <p:cNvSpPr>
            <a:spLocks noGrp="1"/>
          </p:cNvSpPr>
          <p:nvPr/>
        </p:nvSpPr>
        <p:spPr>
          <a:xfrm>
            <a:off x="3534845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GT_10624">
            <a:extLst>
              <a:ext uri="{FF2B5EF4-FFF2-40B4-BE49-F238E27FC236}">
                <a16:creationId xmlns:a16="http://schemas.microsoft.com/office/drawing/2014/main" id="{AF91B3C1-DC73-475D-ADD2-2482D5576DFB}"/>
              </a:ext>
            </a:extLst>
          </p:cNvPr>
          <p:cNvSpPr>
            <a:spLocks noGrp="1"/>
          </p:cNvSpPr>
          <p:nvPr/>
        </p:nvSpPr>
        <p:spPr>
          <a:xfrm>
            <a:off x="34407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GT_10625">
            <a:extLst>
              <a:ext uri="{FF2B5EF4-FFF2-40B4-BE49-F238E27FC236}">
                <a16:creationId xmlns:a16="http://schemas.microsoft.com/office/drawing/2014/main" id="{B8AE07F2-74F3-4D67-BBB5-3A577D0A465A}"/>
              </a:ext>
            </a:extLst>
          </p:cNvPr>
          <p:cNvSpPr>
            <a:spLocks noGrp="1"/>
          </p:cNvSpPr>
          <p:nvPr/>
        </p:nvSpPr>
        <p:spPr>
          <a:xfrm>
            <a:off x="3496020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GT_10626">
            <a:extLst>
              <a:ext uri="{FF2B5EF4-FFF2-40B4-BE49-F238E27FC236}">
                <a16:creationId xmlns:a16="http://schemas.microsoft.com/office/drawing/2014/main" id="{B906E412-998C-44E6-A83E-8D4001D7F238}"/>
              </a:ext>
            </a:extLst>
          </p:cNvPr>
          <p:cNvSpPr>
            <a:spLocks noGrp="1"/>
          </p:cNvSpPr>
          <p:nvPr/>
        </p:nvSpPr>
        <p:spPr>
          <a:xfrm>
            <a:off x="3485028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GT_10627">
            <a:extLst>
              <a:ext uri="{FF2B5EF4-FFF2-40B4-BE49-F238E27FC236}">
                <a16:creationId xmlns:a16="http://schemas.microsoft.com/office/drawing/2014/main" id="{FFB46EF5-DC2C-4310-9DA4-22EEA5B37154}"/>
              </a:ext>
            </a:extLst>
          </p:cNvPr>
          <p:cNvSpPr>
            <a:spLocks noGrp="1"/>
          </p:cNvSpPr>
          <p:nvPr/>
        </p:nvSpPr>
        <p:spPr>
          <a:xfrm>
            <a:off x="3366122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GT_10628">
            <a:extLst>
              <a:ext uri="{FF2B5EF4-FFF2-40B4-BE49-F238E27FC236}">
                <a16:creationId xmlns:a16="http://schemas.microsoft.com/office/drawing/2014/main" id="{3431D243-5991-4A04-887D-1581EA444C71}"/>
              </a:ext>
            </a:extLst>
          </p:cNvPr>
          <p:cNvSpPr>
            <a:spLocks noGrp="1"/>
          </p:cNvSpPr>
          <p:nvPr/>
        </p:nvSpPr>
        <p:spPr>
          <a:xfrm>
            <a:off x="354990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GT_10629">
            <a:extLst>
              <a:ext uri="{FF2B5EF4-FFF2-40B4-BE49-F238E27FC236}">
                <a16:creationId xmlns:a16="http://schemas.microsoft.com/office/drawing/2014/main" id="{FF832A45-DD02-46D8-B72E-A9E537126F82}"/>
              </a:ext>
            </a:extLst>
          </p:cNvPr>
          <p:cNvSpPr>
            <a:spLocks noGrp="1"/>
          </p:cNvSpPr>
          <p:nvPr/>
        </p:nvSpPr>
        <p:spPr>
          <a:xfrm>
            <a:off x="3480847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GT_10630">
            <a:extLst>
              <a:ext uri="{FF2B5EF4-FFF2-40B4-BE49-F238E27FC236}">
                <a16:creationId xmlns:a16="http://schemas.microsoft.com/office/drawing/2014/main" id="{938FE106-8C74-4010-B230-0BE7030BBB5D}"/>
              </a:ext>
            </a:extLst>
          </p:cNvPr>
          <p:cNvSpPr>
            <a:spLocks noGrp="1"/>
          </p:cNvSpPr>
          <p:nvPr/>
        </p:nvSpPr>
        <p:spPr>
          <a:xfrm>
            <a:off x="3444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GT_10631">
            <a:extLst>
              <a:ext uri="{FF2B5EF4-FFF2-40B4-BE49-F238E27FC236}">
                <a16:creationId xmlns:a16="http://schemas.microsoft.com/office/drawing/2014/main" id="{23A879E5-4CB1-4E69-8E20-40DD4A9BA0EC}"/>
              </a:ext>
            </a:extLst>
          </p:cNvPr>
          <p:cNvSpPr>
            <a:spLocks noGrp="1"/>
          </p:cNvSpPr>
          <p:nvPr/>
        </p:nvSpPr>
        <p:spPr>
          <a:xfrm>
            <a:off x="34660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GT_10632">
            <a:extLst>
              <a:ext uri="{FF2B5EF4-FFF2-40B4-BE49-F238E27FC236}">
                <a16:creationId xmlns:a16="http://schemas.microsoft.com/office/drawing/2014/main" id="{5B320815-929E-4951-BEBA-53FC966BB527}"/>
              </a:ext>
            </a:extLst>
          </p:cNvPr>
          <p:cNvSpPr>
            <a:spLocks noGrp="1"/>
          </p:cNvSpPr>
          <p:nvPr/>
        </p:nvSpPr>
        <p:spPr>
          <a:xfrm>
            <a:off x="34487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GT_10633">
            <a:extLst>
              <a:ext uri="{FF2B5EF4-FFF2-40B4-BE49-F238E27FC236}">
                <a16:creationId xmlns:a16="http://schemas.microsoft.com/office/drawing/2014/main" id="{E65FA47D-CCD6-43B5-B876-C574A14073FB}"/>
              </a:ext>
            </a:extLst>
          </p:cNvPr>
          <p:cNvSpPr>
            <a:spLocks noGrp="1"/>
          </p:cNvSpPr>
          <p:nvPr/>
        </p:nvSpPr>
        <p:spPr>
          <a:xfrm>
            <a:off x="3442594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GT_10634">
            <a:extLst>
              <a:ext uri="{FF2B5EF4-FFF2-40B4-BE49-F238E27FC236}">
                <a16:creationId xmlns:a16="http://schemas.microsoft.com/office/drawing/2014/main" id="{BB784BC7-8F26-42C8-8B71-9499910695C0}"/>
              </a:ext>
            </a:extLst>
          </p:cNvPr>
          <p:cNvSpPr>
            <a:spLocks noGrp="1"/>
          </p:cNvSpPr>
          <p:nvPr/>
        </p:nvSpPr>
        <p:spPr>
          <a:xfrm>
            <a:off x="3542500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GT_10635">
            <a:extLst>
              <a:ext uri="{FF2B5EF4-FFF2-40B4-BE49-F238E27FC236}">
                <a16:creationId xmlns:a16="http://schemas.microsoft.com/office/drawing/2014/main" id="{55D83882-355D-4D50-94EC-63039E3A8F99}"/>
              </a:ext>
            </a:extLst>
          </p:cNvPr>
          <p:cNvSpPr>
            <a:spLocks noGrp="1"/>
          </p:cNvSpPr>
          <p:nvPr/>
        </p:nvSpPr>
        <p:spPr>
          <a:xfrm>
            <a:off x="3458165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GT_10636">
            <a:extLst>
              <a:ext uri="{FF2B5EF4-FFF2-40B4-BE49-F238E27FC236}">
                <a16:creationId xmlns:a16="http://schemas.microsoft.com/office/drawing/2014/main" id="{35A7E0B8-D194-4E98-9890-FA7FF39801E4}"/>
              </a:ext>
            </a:extLst>
          </p:cNvPr>
          <p:cNvSpPr>
            <a:spLocks noGrp="1"/>
          </p:cNvSpPr>
          <p:nvPr/>
        </p:nvSpPr>
        <p:spPr>
          <a:xfrm>
            <a:off x="34411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GT_10637">
            <a:extLst>
              <a:ext uri="{FF2B5EF4-FFF2-40B4-BE49-F238E27FC236}">
                <a16:creationId xmlns:a16="http://schemas.microsoft.com/office/drawing/2014/main" id="{C34FF8A7-38D1-4F97-87E0-D6F5C11BA401}"/>
              </a:ext>
            </a:extLst>
          </p:cNvPr>
          <p:cNvSpPr>
            <a:spLocks noGrp="1"/>
          </p:cNvSpPr>
          <p:nvPr/>
        </p:nvSpPr>
        <p:spPr>
          <a:xfrm>
            <a:off x="35392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GT_10638">
            <a:extLst>
              <a:ext uri="{FF2B5EF4-FFF2-40B4-BE49-F238E27FC236}">
                <a16:creationId xmlns:a16="http://schemas.microsoft.com/office/drawing/2014/main" id="{BE14F37D-F348-4038-92A3-987D07D4EBAD}"/>
              </a:ext>
            </a:extLst>
          </p:cNvPr>
          <p:cNvSpPr>
            <a:spLocks noGrp="1"/>
          </p:cNvSpPr>
          <p:nvPr/>
        </p:nvSpPr>
        <p:spPr>
          <a:xfrm>
            <a:off x="3420090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GT_10639">
            <a:extLst>
              <a:ext uri="{FF2B5EF4-FFF2-40B4-BE49-F238E27FC236}">
                <a16:creationId xmlns:a16="http://schemas.microsoft.com/office/drawing/2014/main" id="{70662EE3-9766-411D-B5C2-5FB7ACF6936A}"/>
              </a:ext>
            </a:extLst>
          </p:cNvPr>
          <p:cNvSpPr>
            <a:spLocks noGrp="1"/>
          </p:cNvSpPr>
          <p:nvPr/>
        </p:nvSpPr>
        <p:spPr>
          <a:xfrm>
            <a:off x="34053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GT_10640">
            <a:extLst>
              <a:ext uri="{FF2B5EF4-FFF2-40B4-BE49-F238E27FC236}">
                <a16:creationId xmlns:a16="http://schemas.microsoft.com/office/drawing/2014/main" id="{2A29ECE9-3CAD-4BCB-B94A-F4706EE57639}"/>
              </a:ext>
            </a:extLst>
          </p:cNvPr>
          <p:cNvSpPr>
            <a:spLocks noGrp="1"/>
          </p:cNvSpPr>
          <p:nvPr/>
        </p:nvSpPr>
        <p:spPr>
          <a:xfrm>
            <a:off x="3344032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GT_10641">
            <a:extLst>
              <a:ext uri="{FF2B5EF4-FFF2-40B4-BE49-F238E27FC236}">
                <a16:creationId xmlns:a16="http://schemas.microsoft.com/office/drawing/2014/main" id="{586936E7-0E89-4B23-BA6B-A99C7C6449A2}"/>
              </a:ext>
            </a:extLst>
          </p:cNvPr>
          <p:cNvSpPr>
            <a:spLocks noGrp="1"/>
          </p:cNvSpPr>
          <p:nvPr/>
        </p:nvSpPr>
        <p:spPr>
          <a:xfrm>
            <a:off x="3579048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GT_10642">
            <a:extLst>
              <a:ext uri="{FF2B5EF4-FFF2-40B4-BE49-F238E27FC236}">
                <a16:creationId xmlns:a16="http://schemas.microsoft.com/office/drawing/2014/main" id="{3391A67F-3F84-4575-91E2-7B75D84E50E3}"/>
              </a:ext>
            </a:extLst>
          </p:cNvPr>
          <p:cNvSpPr>
            <a:spLocks noGrp="1"/>
          </p:cNvSpPr>
          <p:nvPr/>
        </p:nvSpPr>
        <p:spPr>
          <a:xfrm>
            <a:off x="3379991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GT_10643">
            <a:extLst>
              <a:ext uri="{FF2B5EF4-FFF2-40B4-BE49-F238E27FC236}">
                <a16:creationId xmlns:a16="http://schemas.microsoft.com/office/drawing/2014/main" id="{A70396B8-5E36-4C2D-8A1E-B3519CF13A7B}"/>
              </a:ext>
            </a:extLst>
          </p:cNvPr>
          <p:cNvSpPr>
            <a:spLocks noGrp="1"/>
          </p:cNvSpPr>
          <p:nvPr/>
        </p:nvSpPr>
        <p:spPr>
          <a:xfrm>
            <a:off x="344576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GT_10644">
            <a:extLst>
              <a:ext uri="{FF2B5EF4-FFF2-40B4-BE49-F238E27FC236}">
                <a16:creationId xmlns:a16="http://schemas.microsoft.com/office/drawing/2014/main" id="{383EE6DC-F978-482D-8574-52940034A135}"/>
              </a:ext>
            </a:extLst>
          </p:cNvPr>
          <p:cNvSpPr>
            <a:spLocks noGrp="1"/>
          </p:cNvSpPr>
          <p:nvPr/>
        </p:nvSpPr>
        <p:spPr>
          <a:xfrm>
            <a:off x="3498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GT_10645">
            <a:extLst>
              <a:ext uri="{FF2B5EF4-FFF2-40B4-BE49-F238E27FC236}">
                <a16:creationId xmlns:a16="http://schemas.microsoft.com/office/drawing/2014/main" id="{2AB54F12-7802-4966-9F35-69C7EA48B028}"/>
              </a:ext>
            </a:extLst>
          </p:cNvPr>
          <p:cNvSpPr>
            <a:spLocks noGrp="1"/>
          </p:cNvSpPr>
          <p:nvPr/>
        </p:nvSpPr>
        <p:spPr>
          <a:xfrm>
            <a:off x="347149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GT_10646">
            <a:extLst>
              <a:ext uri="{FF2B5EF4-FFF2-40B4-BE49-F238E27FC236}">
                <a16:creationId xmlns:a16="http://schemas.microsoft.com/office/drawing/2014/main" id="{7F2243DD-1138-487D-B70D-2003C22DCFA9}"/>
              </a:ext>
            </a:extLst>
          </p:cNvPr>
          <p:cNvSpPr>
            <a:spLocks noGrp="1"/>
          </p:cNvSpPr>
          <p:nvPr/>
        </p:nvSpPr>
        <p:spPr>
          <a:xfrm>
            <a:off x="3399221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GT_10647">
            <a:extLst>
              <a:ext uri="{FF2B5EF4-FFF2-40B4-BE49-F238E27FC236}">
                <a16:creationId xmlns:a16="http://schemas.microsoft.com/office/drawing/2014/main" id="{AAC94C0C-4CA5-47CC-B37D-44ED18380D15}"/>
              </a:ext>
            </a:extLst>
          </p:cNvPr>
          <p:cNvSpPr>
            <a:spLocks noGrp="1"/>
          </p:cNvSpPr>
          <p:nvPr/>
        </p:nvSpPr>
        <p:spPr>
          <a:xfrm>
            <a:off x="3473975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GT_10648">
            <a:extLst>
              <a:ext uri="{FF2B5EF4-FFF2-40B4-BE49-F238E27FC236}">
                <a16:creationId xmlns:a16="http://schemas.microsoft.com/office/drawing/2014/main" id="{5D9F6F2D-3801-4CC7-94D9-A14F539A958D}"/>
              </a:ext>
            </a:extLst>
          </p:cNvPr>
          <p:cNvSpPr>
            <a:spLocks noGrp="1"/>
          </p:cNvSpPr>
          <p:nvPr/>
        </p:nvSpPr>
        <p:spPr>
          <a:xfrm>
            <a:off x="34894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GT_10649">
            <a:extLst>
              <a:ext uri="{FF2B5EF4-FFF2-40B4-BE49-F238E27FC236}">
                <a16:creationId xmlns:a16="http://schemas.microsoft.com/office/drawing/2014/main" id="{9AFFA1A6-87EA-406F-8263-567C469F0E61}"/>
              </a:ext>
            </a:extLst>
          </p:cNvPr>
          <p:cNvSpPr>
            <a:spLocks noGrp="1"/>
          </p:cNvSpPr>
          <p:nvPr/>
        </p:nvSpPr>
        <p:spPr>
          <a:xfrm>
            <a:off x="3362213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GT_10650">
            <a:extLst>
              <a:ext uri="{FF2B5EF4-FFF2-40B4-BE49-F238E27FC236}">
                <a16:creationId xmlns:a16="http://schemas.microsoft.com/office/drawing/2014/main" id="{09532347-451B-41C1-B3EA-D5C952EE970D}"/>
              </a:ext>
            </a:extLst>
          </p:cNvPr>
          <p:cNvSpPr>
            <a:spLocks noGrp="1"/>
          </p:cNvSpPr>
          <p:nvPr/>
        </p:nvSpPr>
        <p:spPr>
          <a:xfrm>
            <a:off x="3449990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GT_10651">
            <a:extLst>
              <a:ext uri="{FF2B5EF4-FFF2-40B4-BE49-F238E27FC236}">
                <a16:creationId xmlns:a16="http://schemas.microsoft.com/office/drawing/2014/main" id="{EA2E0E01-F66B-4A72-A8AC-6D4A1A3A933E}"/>
              </a:ext>
            </a:extLst>
          </p:cNvPr>
          <p:cNvSpPr>
            <a:spLocks noGrp="1"/>
          </p:cNvSpPr>
          <p:nvPr/>
        </p:nvSpPr>
        <p:spPr>
          <a:xfrm>
            <a:off x="34428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GT_10652">
            <a:extLst>
              <a:ext uri="{FF2B5EF4-FFF2-40B4-BE49-F238E27FC236}">
                <a16:creationId xmlns:a16="http://schemas.microsoft.com/office/drawing/2014/main" id="{F5006F54-EDB1-4651-9466-11A4A62D7107}"/>
              </a:ext>
            </a:extLst>
          </p:cNvPr>
          <p:cNvSpPr>
            <a:spLocks noGrp="1"/>
          </p:cNvSpPr>
          <p:nvPr/>
        </p:nvSpPr>
        <p:spPr>
          <a:xfrm>
            <a:off x="3511435" y="54271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GT_10653">
            <a:extLst>
              <a:ext uri="{FF2B5EF4-FFF2-40B4-BE49-F238E27FC236}">
                <a16:creationId xmlns:a16="http://schemas.microsoft.com/office/drawing/2014/main" id="{DADD664D-61CB-4A1F-A7C5-0DCB2057A71F}"/>
              </a:ext>
            </a:extLst>
          </p:cNvPr>
          <p:cNvSpPr>
            <a:spLocks noGrp="1"/>
          </p:cNvSpPr>
          <p:nvPr/>
        </p:nvSpPr>
        <p:spPr>
          <a:xfrm>
            <a:off x="352186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GT_10654">
            <a:extLst>
              <a:ext uri="{FF2B5EF4-FFF2-40B4-BE49-F238E27FC236}">
                <a16:creationId xmlns:a16="http://schemas.microsoft.com/office/drawing/2014/main" id="{4E19E238-2FD0-43D9-8B22-316DEE5C4E58}"/>
              </a:ext>
            </a:extLst>
          </p:cNvPr>
          <p:cNvSpPr>
            <a:spLocks noGrp="1"/>
          </p:cNvSpPr>
          <p:nvPr/>
        </p:nvSpPr>
        <p:spPr>
          <a:xfrm>
            <a:off x="351439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GT_10655">
            <a:extLst>
              <a:ext uri="{FF2B5EF4-FFF2-40B4-BE49-F238E27FC236}">
                <a16:creationId xmlns:a16="http://schemas.microsoft.com/office/drawing/2014/main" id="{280F618D-F9A9-4AC2-8E30-7502DE13B515}"/>
              </a:ext>
            </a:extLst>
          </p:cNvPr>
          <p:cNvSpPr>
            <a:spLocks noGrp="1"/>
          </p:cNvSpPr>
          <p:nvPr/>
        </p:nvSpPr>
        <p:spPr>
          <a:xfrm>
            <a:off x="34254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GT_10656">
            <a:extLst>
              <a:ext uri="{FF2B5EF4-FFF2-40B4-BE49-F238E27FC236}">
                <a16:creationId xmlns:a16="http://schemas.microsoft.com/office/drawing/2014/main" id="{4A8315C6-8F13-4FA1-8637-AC4307D584AE}"/>
              </a:ext>
            </a:extLst>
          </p:cNvPr>
          <p:cNvSpPr>
            <a:spLocks noGrp="1"/>
          </p:cNvSpPr>
          <p:nvPr/>
        </p:nvSpPr>
        <p:spPr>
          <a:xfrm>
            <a:off x="349930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GT_10657">
            <a:extLst>
              <a:ext uri="{FF2B5EF4-FFF2-40B4-BE49-F238E27FC236}">
                <a16:creationId xmlns:a16="http://schemas.microsoft.com/office/drawing/2014/main" id="{5D16273A-6736-468B-AD47-84DF98519BC9}"/>
              </a:ext>
            </a:extLst>
          </p:cNvPr>
          <p:cNvSpPr>
            <a:spLocks noGrp="1"/>
          </p:cNvSpPr>
          <p:nvPr/>
        </p:nvSpPr>
        <p:spPr>
          <a:xfrm>
            <a:off x="349431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GT_10658">
            <a:extLst>
              <a:ext uri="{FF2B5EF4-FFF2-40B4-BE49-F238E27FC236}">
                <a16:creationId xmlns:a16="http://schemas.microsoft.com/office/drawing/2014/main" id="{20E5EB9C-0726-4DB8-B75C-11AD100E1A50}"/>
              </a:ext>
            </a:extLst>
          </p:cNvPr>
          <p:cNvSpPr>
            <a:spLocks noGrp="1"/>
          </p:cNvSpPr>
          <p:nvPr/>
        </p:nvSpPr>
        <p:spPr>
          <a:xfrm>
            <a:off x="33978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GT_10659">
            <a:extLst>
              <a:ext uri="{FF2B5EF4-FFF2-40B4-BE49-F238E27FC236}">
                <a16:creationId xmlns:a16="http://schemas.microsoft.com/office/drawing/2014/main" id="{37E04F33-BBFC-46DD-8FB4-2713F4E050F6}"/>
              </a:ext>
            </a:extLst>
          </p:cNvPr>
          <p:cNvSpPr>
            <a:spLocks noGrp="1"/>
          </p:cNvSpPr>
          <p:nvPr/>
        </p:nvSpPr>
        <p:spPr>
          <a:xfrm>
            <a:off x="35180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GT_10660">
            <a:extLst>
              <a:ext uri="{FF2B5EF4-FFF2-40B4-BE49-F238E27FC236}">
                <a16:creationId xmlns:a16="http://schemas.microsoft.com/office/drawing/2014/main" id="{DEAF58B1-C85D-4DFA-9861-B6942CB96E8C}"/>
              </a:ext>
            </a:extLst>
          </p:cNvPr>
          <p:cNvSpPr>
            <a:spLocks noGrp="1"/>
          </p:cNvSpPr>
          <p:nvPr/>
        </p:nvSpPr>
        <p:spPr>
          <a:xfrm>
            <a:off x="512869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GT_10661">
            <a:extLst>
              <a:ext uri="{FF2B5EF4-FFF2-40B4-BE49-F238E27FC236}">
                <a16:creationId xmlns:a16="http://schemas.microsoft.com/office/drawing/2014/main" id="{C70B58E5-DA93-4E4A-B6ED-FDC4D670D4B8}"/>
              </a:ext>
            </a:extLst>
          </p:cNvPr>
          <p:cNvSpPr>
            <a:spLocks noGrp="1"/>
          </p:cNvSpPr>
          <p:nvPr/>
        </p:nvSpPr>
        <p:spPr>
          <a:xfrm>
            <a:off x="497027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GT_10662">
            <a:extLst>
              <a:ext uri="{FF2B5EF4-FFF2-40B4-BE49-F238E27FC236}">
                <a16:creationId xmlns:a16="http://schemas.microsoft.com/office/drawing/2014/main" id="{3289D7A3-3003-44C9-BC9D-E86215322138}"/>
              </a:ext>
            </a:extLst>
          </p:cNvPr>
          <p:cNvSpPr>
            <a:spLocks noGrp="1"/>
          </p:cNvSpPr>
          <p:nvPr/>
        </p:nvSpPr>
        <p:spPr>
          <a:xfrm>
            <a:off x="49776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GT_10663">
            <a:extLst>
              <a:ext uri="{FF2B5EF4-FFF2-40B4-BE49-F238E27FC236}">
                <a16:creationId xmlns:a16="http://schemas.microsoft.com/office/drawing/2014/main" id="{5CAB42A2-2D5A-4336-8F5B-0277E60B95ED}"/>
              </a:ext>
            </a:extLst>
          </p:cNvPr>
          <p:cNvSpPr>
            <a:spLocks noGrp="1"/>
          </p:cNvSpPr>
          <p:nvPr/>
        </p:nvSpPr>
        <p:spPr>
          <a:xfrm>
            <a:off x="5066314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GT_10664">
            <a:extLst>
              <a:ext uri="{FF2B5EF4-FFF2-40B4-BE49-F238E27FC236}">
                <a16:creationId xmlns:a16="http://schemas.microsoft.com/office/drawing/2014/main" id="{CC0BA247-5693-454B-A49B-44DACE84BD72}"/>
              </a:ext>
            </a:extLst>
          </p:cNvPr>
          <p:cNvSpPr>
            <a:spLocks noGrp="1"/>
          </p:cNvSpPr>
          <p:nvPr/>
        </p:nvSpPr>
        <p:spPr>
          <a:xfrm>
            <a:off x="496700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GT_10665">
            <a:extLst>
              <a:ext uri="{FF2B5EF4-FFF2-40B4-BE49-F238E27FC236}">
                <a16:creationId xmlns:a16="http://schemas.microsoft.com/office/drawing/2014/main" id="{B9135B91-9848-46D3-A066-896FC4AF93E2}"/>
              </a:ext>
            </a:extLst>
          </p:cNvPr>
          <p:cNvSpPr>
            <a:spLocks noGrp="1"/>
          </p:cNvSpPr>
          <p:nvPr/>
        </p:nvSpPr>
        <p:spPr>
          <a:xfrm>
            <a:off x="49929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GT_10666">
            <a:extLst>
              <a:ext uri="{FF2B5EF4-FFF2-40B4-BE49-F238E27FC236}">
                <a16:creationId xmlns:a16="http://schemas.microsoft.com/office/drawing/2014/main" id="{167F30FA-1B3D-43A7-B35C-068D8BF0A5D0}"/>
              </a:ext>
            </a:extLst>
          </p:cNvPr>
          <p:cNvSpPr>
            <a:spLocks noGrp="1"/>
          </p:cNvSpPr>
          <p:nvPr/>
        </p:nvSpPr>
        <p:spPr>
          <a:xfrm>
            <a:off x="50998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GT_10667">
            <a:extLst>
              <a:ext uri="{FF2B5EF4-FFF2-40B4-BE49-F238E27FC236}">
                <a16:creationId xmlns:a16="http://schemas.microsoft.com/office/drawing/2014/main" id="{5C96C538-E9D6-4715-AD53-DA935A17595B}"/>
              </a:ext>
            </a:extLst>
          </p:cNvPr>
          <p:cNvSpPr>
            <a:spLocks noGrp="1"/>
          </p:cNvSpPr>
          <p:nvPr/>
        </p:nvSpPr>
        <p:spPr>
          <a:xfrm>
            <a:off x="49407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GT_10668">
            <a:extLst>
              <a:ext uri="{FF2B5EF4-FFF2-40B4-BE49-F238E27FC236}">
                <a16:creationId xmlns:a16="http://schemas.microsoft.com/office/drawing/2014/main" id="{7F8579B2-80B1-449F-81D5-02BD1FAF0B58}"/>
              </a:ext>
            </a:extLst>
          </p:cNvPr>
          <p:cNvSpPr>
            <a:spLocks noGrp="1"/>
          </p:cNvSpPr>
          <p:nvPr/>
        </p:nvSpPr>
        <p:spPr>
          <a:xfrm>
            <a:off x="50063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GT_10669">
            <a:extLst>
              <a:ext uri="{FF2B5EF4-FFF2-40B4-BE49-F238E27FC236}">
                <a16:creationId xmlns:a16="http://schemas.microsoft.com/office/drawing/2014/main" id="{FFB47B42-F2F8-458B-96C3-7B2F57766E81}"/>
              </a:ext>
            </a:extLst>
          </p:cNvPr>
          <p:cNvSpPr>
            <a:spLocks noGrp="1"/>
          </p:cNvSpPr>
          <p:nvPr/>
        </p:nvSpPr>
        <p:spPr>
          <a:xfrm>
            <a:off x="49691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GT_10670">
            <a:extLst>
              <a:ext uri="{FF2B5EF4-FFF2-40B4-BE49-F238E27FC236}">
                <a16:creationId xmlns:a16="http://schemas.microsoft.com/office/drawing/2014/main" id="{D8EF1354-7FD0-4865-B06E-60A4C84D3DE6}"/>
              </a:ext>
            </a:extLst>
          </p:cNvPr>
          <p:cNvSpPr>
            <a:spLocks noGrp="1"/>
          </p:cNvSpPr>
          <p:nvPr/>
        </p:nvSpPr>
        <p:spPr>
          <a:xfrm>
            <a:off x="4968979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GT_10671">
            <a:extLst>
              <a:ext uri="{FF2B5EF4-FFF2-40B4-BE49-F238E27FC236}">
                <a16:creationId xmlns:a16="http://schemas.microsoft.com/office/drawing/2014/main" id="{C34AB2EC-B688-49AE-AA74-5577DA956C92}"/>
              </a:ext>
            </a:extLst>
          </p:cNvPr>
          <p:cNvSpPr>
            <a:spLocks noGrp="1"/>
          </p:cNvSpPr>
          <p:nvPr/>
        </p:nvSpPr>
        <p:spPr>
          <a:xfrm>
            <a:off x="51192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GT_10672">
            <a:extLst>
              <a:ext uri="{FF2B5EF4-FFF2-40B4-BE49-F238E27FC236}">
                <a16:creationId xmlns:a16="http://schemas.microsoft.com/office/drawing/2014/main" id="{1E8695A5-684C-4D10-8DD7-60DECFDAA4A5}"/>
              </a:ext>
            </a:extLst>
          </p:cNvPr>
          <p:cNvSpPr>
            <a:spLocks noGrp="1"/>
          </p:cNvSpPr>
          <p:nvPr/>
        </p:nvSpPr>
        <p:spPr>
          <a:xfrm>
            <a:off x="50820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GT_10673">
            <a:extLst>
              <a:ext uri="{FF2B5EF4-FFF2-40B4-BE49-F238E27FC236}">
                <a16:creationId xmlns:a16="http://schemas.microsoft.com/office/drawing/2014/main" id="{3E3FE1C8-D033-4C78-B7FF-1714A46421D4}"/>
              </a:ext>
            </a:extLst>
          </p:cNvPr>
          <p:cNvSpPr>
            <a:spLocks noGrp="1"/>
          </p:cNvSpPr>
          <p:nvPr/>
        </p:nvSpPr>
        <p:spPr>
          <a:xfrm>
            <a:off x="497451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GT_10674">
            <a:extLst>
              <a:ext uri="{FF2B5EF4-FFF2-40B4-BE49-F238E27FC236}">
                <a16:creationId xmlns:a16="http://schemas.microsoft.com/office/drawing/2014/main" id="{E04A5552-0111-47EC-8138-BE9776890AE5}"/>
              </a:ext>
            </a:extLst>
          </p:cNvPr>
          <p:cNvSpPr>
            <a:spLocks noGrp="1"/>
          </p:cNvSpPr>
          <p:nvPr/>
        </p:nvSpPr>
        <p:spPr>
          <a:xfrm>
            <a:off x="491767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GT_10675">
            <a:extLst>
              <a:ext uri="{FF2B5EF4-FFF2-40B4-BE49-F238E27FC236}">
                <a16:creationId xmlns:a16="http://schemas.microsoft.com/office/drawing/2014/main" id="{C737FEAD-9C48-49F8-8767-1A405381A4DC}"/>
              </a:ext>
            </a:extLst>
          </p:cNvPr>
          <p:cNvSpPr>
            <a:spLocks noGrp="1"/>
          </p:cNvSpPr>
          <p:nvPr/>
        </p:nvSpPr>
        <p:spPr>
          <a:xfrm>
            <a:off x="511110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GT_10676">
            <a:extLst>
              <a:ext uri="{FF2B5EF4-FFF2-40B4-BE49-F238E27FC236}">
                <a16:creationId xmlns:a16="http://schemas.microsoft.com/office/drawing/2014/main" id="{914EBADB-578A-4132-937F-B0073EEC5182}"/>
              </a:ext>
            </a:extLst>
          </p:cNvPr>
          <p:cNvSpPr>
            <a:spLocks noGrp="1"/>
          </p:cNvSpPr>
          <p:nvPr/>
        </p:nvSpPr>
        <p:spPr>
          <a:xfrm>
            <a:off x="50478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GT_10677">
            <a:extLst>
              <a:ext uri="{FF2B5EF4-FFF2-40B4-BE49-F238E27FC236}">
                <a16:creationId xmlns:a16="http://schemas.microsoft.com/office/drawing/2014/main" id="{6632E2EB-16F7-4D9C-849F-B6437F57DB70}"/>
              </a:ext>
            </a:extLst>
          </p:cNvPr>
          <p:cNvSpPr>
            <a:spLocks noGrp="1"/>
          </p:cNvSpPr>
          <p:nvPr/>
        </p:nvSpPr>
        <p:spPr>
          <a:xfrm>
            <a:off x="50633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GT_10678">
            <a:extLst>
              <a:ext uri="{FF2B5EF4-FFF2-40B4-BE49-F238E27FC236}">
                <a16:creationId xmlns:a16="http://schemas.microsoft.com/office/drawing/2014/main" id="{D8FA642B-7EAE-43BF-922E-5C0BAEBD7800}"/>
              </a:ext>
            </a:extLst>
          </p:cNvPr>
          <p:cNvSpPr>
            <a:spLocks noGrp="1"/>
          </p:cNvSpPr>
          <p:nvPr/>
        </p:nvSpPr>
        <p:spPr>
          <a:xfrm>
            <a:off x="50447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GT_10679">
            <a:extLst>
              <a:ext uri="{FF2B5EF4-FFF2-40B4-BE49-F238E27FC236}">
                <a16:creationId xmlns:a16="http://schemas.microsoft.com/office/drawing/2014/main" id="{18E52CD1-8E67-4FF6-A64A-0DA9F63C0965}"/>
              </a:ext>
            </a:extLst>
          </p:cNvPr>
          <p:cNvSpPr>
            <a:spLocks noGrp="1"/>
          </p:cNvSpPr>
          <p:nvPr/>
        </p:nvSpPr>
        <p:spPr>
          <a:xfrm>
            <a:off x="49855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GT_10680">
            <a:extLst>
              <a:ext uri="{FF2B5EF4-FFF2-40B4-BE49-F238E27FC236}">
                <a16:creationId xmlns:a16="http://schemas.microsoft.com/office/drawing/2014/main" id="{492A7479-BD6C-4528-B14D-4F0D3A069FB4}"/>
              </a:ext>
            </a:extLst>
          </p:cNvPr>
          <p:cNvSpPr>
            <a:spLocks noGrp="1"/>
          </p:cNvSpPr>
          <p:nvPr/>
        </p:nvSpPr>
        <p:spPr>
          <a:xfrm>
            <a:off x="5057267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GT_10681">
            <a:extLst>
              <a:ext uri="{FF2B5EF4-FFF2-40B4-BE49-F238E27FC236}">
                <a16:creationId xmlns:a16="http://schemas.microsoft.com/office/drawing/2014/main" id="{C3F5AD32-9AAB-41CB-8147-46F488B13DBF}"/>
              </a:ext>
            </a:extLst>
          </p:cNvPr>
          <p:cNvSpPr>
            <a:spLocks noGrp="1"/>
          </p:cNvSpPr>
          <p:nvPr/>
        </p:nvSpPr>
        <p:spPr>
          <a:xfrm>
            <a:off x="500447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GT_10682">
            <a:extLst>
              <a:ext uri="{FF2B5EF4-FFF2-40B4-BE49-F238E27FC236}">
                <a16:creationId xmlns:a16="http://schemas.microsoft.com/office/drawing/2014/main" id="{7249E297-8F9B-44F5-91D8-F94C1CB6D0F8}"/>
              </a:ext>
            </a:extLst>
          </p:cNvPr>
          <p:cNvSpPr>
            <a:spLocks noGrp="1"/>
          </p:cNvSpPr>
          <p:nvPr/>
        </p:nvSpPr>
        <p:spPr>
          <a:xfrm>
            <a:off x="5099305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GT_10683">
            <a:extLst>
              <a:ext uri="{FF2B5EF4-FFF2-40B4-BE49-F238E27FC236}">
                <a16:creationId xmlns:a16="http://schemas.microsoft.com/office/drawing/2014/main" id="{63A7E284-99D8-43D5-BC06-189A3F06A92B}"/>
              </a:ext>
            </a:extLst>
          </p:cNvPr>
          <p:cNvSpPr>
            <a:spLocks noGrp="1"/>
          </p:cNvSpPr>
          <p:nvPr/>
        </p:nvSpPr>
        <p:spPr>
          <a:xfrm>
            <a:off x="505211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GT_10684">
            <a:extLst>
              <a:ext uri="{FF2B5EF4-FFF2-40B4-BE49-F238E27FC236}">
                <a16:creationId xmlns:a16="http://schemas.microsoft.com/office/drawing/2014/main" id="{E8C1F3DD-BE0F-48B0-86B2-C93E933B8251}"/>
              </a:ext>
            </a:extLst>
          </p:cNvPr>
          <p:cNvSpPr>
            <a:spLocks noGrp="1"/>
          </p:cNvSpPr>
          <p:nvPr/>
        </p:nvSpPr>
        <p:spPr>
          <a:xfrm>
            <a:off x="5128755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GT_10685">
            <a:extLst>
              <a:ext uri="{FF2B5EF4-FFF2-40B4-BE49-F238E27FC236}">
                <a16:creationId xmlns:a16="http://schemas.microsoft.com/office/drawing/2014/main" id="{213970AF-4C6B-4DB6-8ED0-3F24B5D3526E}"/>
              </a:ext>
            </a:extLst>
          </p:cNvPr>
          <p:cNvSpPr>
            <a:spLocks noGrp="1"/>
          </p:cNvSpPr>
          <p:nvPr/>
        </p:nvSpPr>
        <p:spPr>
          <a:xfrm>
            <a:off x="5117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GT_10686">
            <a:extLst>
              <a:ext uri="{FF2B5EF4-FFF2-40B4-BE49-F238E27FC236}">
                <a16:creationId xmlns:a16="http://schemas.microsoft.com/office/drawing/2014/main" id="{0B332B8C-1B1D-475D-8EDA-23174C126E52}"/>
              </a:ext>
            </a:extLst>
          </p:cNvPr>
          <p:cNvSpPr>
            <a:spLocks noGrp="1"/>
          </p:cNvSpPr>
          <p:nvPr/>
        </p:nvSpPr>
        <p:spPr>
          <a:xfrm>
            <a:off x="493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GT_10687">
            <a:extLst>
              <a:ext uri="{FF2B5EF4-FFF2-40B4-BE49-F238E27FC236}">
                <a16:creationId xmlns:a16="http://schemas.microsoft.com/office/drawing/2014/main" id="{7FF2A9D3-8DBC-4062-A5A4-306CE60E2CA7}"/>
              </a:ext>
            </a:extLst>
          </p:cNvPr>
          <p:cNvSpPr>
            <a:spLocks noGrp="1"/>
          </p:cNvSpPr>
          <p:nvPr/>
        </p:nvSpPr>
        <p:spPr>
          <a:xfrm>
            <a:off x="491926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GT_10688">
            <a:extLst>
              <a:ext uri="{FF2B5EF4-FFF2-40B4-BE49-F238E27FC236}">
                <a16:creationId xmlns:a16="http://schemas.microsoft.com/office/drawing/2014/main" id="{A73A5F64-6541-464C-AC00-1A9057DECBB7}"/>
              </a:ext>
            </a:extLst>
          </p:cNvPr>
          <p:cNvSpPr>
            <a:spLocks noGrp="1"/>
          </p:cNvSpPr>
          <p:nvPr/>
        </p:nvSpPr>
        <p:spPr>
          <a:xfrm>
            <a:off x="4929271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GT_10689">
            <a:extLst>
              <a:ext uri="{FF2B5EF4-FFF2-40B4-BE49-F238E27FC236}">
                <a16:creationId xmlns:a16="http://schemas.microsoft.com/office/drawing/2014/main" id="{575B607A-4479-48A8-80B7-BF1CAAABBC9D}"/>
              </a:ext>
            </a:extLst>
          </p:cNvPr>
          <p:cNvSpPr>
            <a:spLocks noGrp="1"/>
          </p:cNvSpPr>
          <p:nvPr/>
        </p:nvSpPr>
        <p:spPr>
          <a:xfrm>
            <a:off x="50498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GT_10690">
            <a:extLst>
              <a:ext uri="{FF2B5EF4-FFF2-40B4-BE49-F238E27FC236}">
                <a16:creationId xmlns:a16="http://schemas.microsoft.com/office/drawing/2014/main" id="{D94833D8-1EED-4A50-84F9-118C37770312}"/>
              </a:ext>
            </a:extLst>
          </p:cNvPr>
          <p:cNvSpPr>
            <a:spLocks noGrp="1"/>
          </p:cNvSpPr>
          <p:nvPr/>
        </p:nvSpPr>
        <p:spPr>
          <a:xfrm>
            <a:off x="50625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GT_10691">
            <a:extLst>
              <a:ext uri="{FF2B5EF4-FFF2-40B4-BE49-F238E27FC236}">
                <a16:creationId xmlns:a16="http://schemas.microsoft.com/office/drawing/2014/main" id="{CCDD00E2-CE99-4B33-9AAC-9293BF6FA10C}"/>
              </a:ext>
            </a:extLst>
          </p:cNvPr>
          <p:cNvSpPr>
            <a:spLocks noGrp="1"/>
          </p:cNvSpPr>
          <p:nvPr/>
        </p:nvSpPr>
        <p:spPr>
          <a:xfrm>
            <a:off x="5038682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GT_10692">
            <a:extLst>
              <a:ext uri="{FF2B5EF4-FFF2-40B4-BE49-F238E27FC236}">
                <a16:creationId xmlns:a16="http://schemas.microsoft.com/office/drawing/2014/main" id="{B61FADFE-FCA6-480B-A225-450600CC3551}"/>
              </a:ext>
            </a:extLst>
          </p:cNvPr>
          <p:cNvSpPr>
            <a:spLocks noGrp="1"/>
          </p:cNvSpPr>
          <p:nvPr/>
        </p:nvSpPr>
        <p:spPr>
          <a:xfrm>
            <a:off x="509540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GT_10693">
            <a:extLst>
              <a:ext uri="{FF2B5EF4-FFF2-40B4-BE49-F238E27FC236}">
                <a16:creationId xmlns:a16="http://schemas.microsoft.com/office/drawing/2014/main" id="{0A36888D-BAE7-4BD1-940A-09DFAD5E5520}"/>
              </a:ext>
            </a:extLst>
          </p:cNvPr>
          <p:cNvSpPr>
            <a:spLocks noGrp="1"/>
          </p:cNvSpPr>
          <p:nvPr/>
        </p:nvSpPr>
        <p:spPr>
          <a:xfrm>
            <a:off x="499243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GT_10694">
            <a:extLst>
              <a:ext uri="{FF2B5EF4-FFF2-40B4-BE49-F238E27FC236}">
                <a16:creationId xmlns:a16="http://schemas.microsoft.com/office/drawing/2014/main" id="{F16B41EB-962C-492F-923F-E2A5403683AF}"/>
              </a:ext>
            </a:extLst>
          </p:cNvPr>
          <p:cNvSpPr>
            <a:spLocks noGrp="1"/>
          </p:cNvSpPr>
          <p:nvPr/>
        </p:nvSpPr>
        <p:spPr>
          <a:xfrm>
            <a:off x="51028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GT_10695">
            <a:extLst>
              <a:ext uri="{FF2B5EF4-FFF2-40B4-BE49-F238E27FC236}">
                <a16:creationId xmlns:a16="http://schemas.microsoft.com/office/drawing/2014/main" id="{D5D79751-87A7-4CD7-BA2D-9BA3E5759748}"/>
              </a:ext>
            </a:extLst>
          </p:cNvPr>
          <p:cNvSpPr>
            <a:spLocks noGrp="1"/>
          </p:cNvSpPr>
          <p:nvPr/>
        </p:nvSpPr>
        <p:spPr>
          <a:xfrm>
            <a:off x="502979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GT_10696">
            <a:extLst>
              <a:ext uri="{FF2B5EF4-FFF2-40B4-BE49-F238E27FC236}">
                <a16:creationId xmlns:a16="http://schemas.microsoft.com/office/drawing/2014/main" id="{EBA83C09-252B-4987-92AA-86C93E71462D}"/>
              </a:ext>
            </a:extLst>
          </p:cNvPr>
          <p:cNvSpPr>
            <a:spLocks noGrp="1"/>
          </p:cNvSpPr>
          <p:nvPr/>
        </p:nvSpPr>
        <p:spPr>
          <a:xfrm>
            <a:off x="502868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GT_10697">
            <a:extLst>
              <a:ext uri="{FF2B5EF4-FFF2-40B4-BE49-F238E27FC236}">
                <a16:creationId xmlns:a16="http://schemas.microsoft.com/office/drawing/2014/main" id="{A390FFC3-7974-45FC-80A9-AFCB5AAFF142}"/>
              </a:ext>
            </a:extLst>
          </p:cNvPr>
          <p:cNvSpPr>
            <a:spLocks noGrp="1"/>
          </p:cNvSpPr>
          <p:nvPr/>
        </p:nvSpPr>
        <p:spPr>
          <a:xfrm>
            <a:off x="5160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GT_10698">
            <a:extLst>
              <a:ext uri="{FF2B5EF4-FFF2-40B4-BE49-F238E27FC236}">
                <a16:creationId xmlns:a16="http://schemas.microsoft.com/office/drawing/2014/main" id="{3602B5C5-22DC-4BF5-B097-CEA4B30BB36D}"/>
              </a:ext>
            </a:extLst>
          </p:cNvPr>
          <p:cNvSpPr>
            <a:spLocks noGrp="1"/>
          </p:cNvSpPr>
          <p:nvPr/>
        </p:nvSpPr>
        <p:spPr>
          <a:xfrm>
            <a:off x="50090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GT_10699">
            <a:extLst>
              <a:ext uri="{FF2B5EF4-FFF2-40B4-BE49-F238E27FC236}">
                <a16:creationId xmlns:a16="http://schemas.microsoft.com/office/drawing/2014/main" id="{AE3D491D-4E1E-475E-8BA0-81D6F5F7E740}"/>
              </a:ext>
            </a:extLst>
          </p:cNvPr>
          <p:cNvSpPr>
            <a:spLocks noGrp="1"/>
          </p:cNvSpPr>
          <p:nvPr/>
        </p:nvSpPr>
        <p:spPr>
          <a:xfrm>
            <a:off x="505176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GT_10700">
            <a:extLst>
              <a:ext uri="{FF2B5EF4-FFF2-40B4-BE49-F238E27FC236}">
                <a16:creationId xmlns:a16="http://schemas.microsoft.com/office/drawing/2014/main" id="{B27E4CD2-6E10-464C-8CEE-CD54CEF5156A}"/>
              </a:ext>
            </a:extLst>
          </p:cNvPr>
          <p:cNvSpPr>
            <a:spLocks noGrp="1"/>
          </p:cNvSpPr>
          <p:nvPr/>
        </p:nvSpPr>
        <p:spPr>
          <a:xfrm>
            <a:off x="501252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GT_10701">
            <a:extLst>
              <a:ext uri="{FF2B5EF4-FFF2-40B4-BE49-F238E27FC236}">
                <a16:creationId xmlns:a16="http://schemas.microsoft.com/office/drawing/2014/main" id="{EB6D2C20-C738-4324-B419-07AEFC8642A1}"/>
              </a:ext>
            </a:extLst>
          </p:cNvPr>
          <p:cNvSpPr>
            <a:spLocks noGrp="1"/>
          </p:cNvSpPr>
          <p:nvPr/>
        </p:nvSpPr>
        <p:spPr>
          <a:xfrm>
            <a:off x="499938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GT_10702">
            <a:extLst>
              <a:ext uri="{FF2B5EF4-FFF2-40B4-BE49-F238E27FC236}">
                <a16:creationId xmlns:a16="http://schemas.microsoft.com/office/drawing/2014/main" id="{197C330F-DF87-49FC-B8C7-8609FB28B649}"/>
              </a:ext>
            </a:extLst>
          </p:cNvPr>
          <p:cNvSpPr>
            <a:spLocks noGrp="1"/>
          </p:cNvSpPr>
          <p:nvPr/>
        </p:nvSpPr>
        <p:spPr>
          <a:xfrm>
            <a:off x="51384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GT_10703">
            <a:extLst>
              <a:ext uri="{FF2B5EF4-FFF2-40B4-BE49-F238E27FC236}">
                <a16:creationId xmlns:a16="http://schemas.microsoft.com/office/drawing/2014/main" id="{E398BC94-92BD-43FE-8C20-F490216CE9AF}"/>
              </a:ext>
            </a:extLst>
          </p:cNvPr>
          <p:cNvSpPr>
            <a:spLocks noGrp="1"/>
          </p:cNvSpPr>
          <p:nvPr/>
        </p:nvSpPr>
        <p:spPr>
          <a:xfrm>
            <a:off x="50336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GT_10704">
            <a:extLst>
              <a:ext uri="{FF2B5EF4-FFF2-40B4-BE49-F238E27FC236}">
                <a16:creationId xmlns:a16="http://schemas.microsoft.com/office/drawing/2014/main" id="{42BC37CE-0342-4D72-9B41-A8E38265BC49}"/>
              </a:ext>
            </a:extLst>
          </p:cNvPr>
          <p:cNvSpPr>
            <a:spLocks noGrp="1"/>
          </p:cNvSpPr>
          <p:nvPr/>
        </p:nvSpPr>
        <p:spPr>
          <a:xfrm>
            <a:off x="50429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GT_10705">
            <a:extLst>
              <a:ext uri="{FF2B5EF4-FFF2-40B4-BE49-F238E27FC236}">
                <a16:creationId xmlns:a16="http://schemas.microsoft.com/office/drawing/2014/main" id="{A202016F-D72E-4116-84C2-5F642A91AD5C}"/>
              </a:ext>
            </a:extLst>
          </p:cNvPr>
          <p:cNvSpPr>
            <a:spLocks noGrp="1"/>
          </p:cNvSpPr>
          <p:nvPr/>
        </p:nvSpPr>
        <p:spPr>
          <a:xfrm>
            <a:off x="4929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GT_10706">
            <a:extLst>
              <a:ext uri="{FF2B5EF4-FFF2-40B4-BE49-F238E27FC236}">
                <a16:creationId xmlns:a16="http://schemas.microsoft.com/office/drawing/2014/main" id="{073C16E4-9260-4D60-AEE7-4033330FE8A4}"/>
              </a:ext>
            </a:extLst>
          </p:cNvPr>
          <p:cNvSpPr>
            <a:spLocks noGrp="1"/>
          </p:cNvSpPr>
          <p:nvPr/>
        </p:nvSpPr>
        <p:spPr>
          <a:xfrm>
            <a:off x="504813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GT_10707">
            <a:extLst>
              <a:ext uri="{FF2B5EF4-FFF2-40B4-BE49-F238E27FC236}">
                <a16:creationId xmlns:a16="http://schemas.microsoft.com/office/drawing/2014/main" id="{7BC126D7-66E0-4A9A-AE06-750CBA6D612B}"/>
              </a:ext>
            </a:extLst>
          </p:cNvPr>
          <p:cNvSpPr>
            <a:spLocks noGrp="1"/>
          </p:cNvSpPr>
          <p:nvPr/>
        </p:nvSpPr>
        <p:spPr>
          <a:xfrm>
            <a:off x="50702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GT_10708">
            <a:extLst>
              <a:ext uri="{FF2B5EF4-FFF2-40B4-BE49-F238E27FC236}">
                <a16:creationId xmlns:a16="http://schemas.microsoft.com/office/drawing/2014/main" id="{6B0239ED-6F26-45E6-A03A-6367A4B50E96}"/>
              </a:ext>
            </a:extLst>
          </p:cNvPr>
          <p:cNvSpPr>
            <a:spLocks noGrp="1"/>
          </p:cNvSpPr>
          <p:nvPr/>
        </p:nvSpPr>
        <p:spPr>
          <a:xfrm>
            <a:off x="49588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GT_10709">
            <a:extLst>
              <a:ext uri="{FF2B5EF4-FFF2-40B4-BE49-F238E27FC236}">
                <a16:creationId xmlns:a16="http://schemas.microsoft.com/office/drawing/2014/main" id="{9E9F899C-DF51-4A5E-B14F-6C2BA458B122}"/>
              </a:ext>
            </a:extLst>
          </p:cNvPr>
          <p:cNvSpPr>
            <a:spLocks noGrp="1"/>
          </p:cNvSpPr>
          <p:nvPr/>
        </p:nvSpPr>
        <p:spPr>
          <a:xfrm>
            <a:off x="504200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GT_10710">
            <a:extLst>
              <a:ext uri="{FF2B5EF4-FFF2-40B4-BE49-F238E27FC236}">
                <a16:creationId xmlns:a16="http://schemas.microsoft.com/office/drawing/2014/main" id="{0858C80C-6E3F-4E01-A1F5-016EFF4684B4}"/>
              </a:ext>
            </a:extLst>
          </p:cNvPr>
          <p:cNvSpPr>
            <a:spLocks noGrp="1"/>
          </p:cNvSpPr>
          <p:nvPr/>
        </p:nvSpPr>
        <p:spPr>
          <a:xfrm>
            <a:off x="513260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GT_10711">
            <a:extLst>
              <a:ext uri="{FF2B5EF4-FFF2-40B4-BE49-F238E27FC236}">
                <a16:creationId xmlns:a16="http://schemas.microsoft.com/office/drawing/2014/main" id="{4EF1E1AE-A6FE-4495-B908-226DF7FDFC1C}"/>
              </a:ext>
            </a:extLst>
          </p:cNvPr>
          <p:cNvSpPr>
            <a:spLocks noGrp="1"/>
          </p:cNvSpPr>
          <p:nvPr/>
        </p:nvSpPr>
        <p:spPr>
          <a:xfrm>
            <a:off x="50119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GT_10712">
            <a:extLst>
              <a:ext uri="{FF2B5EF4-FFF2-40B4-BE49-F238E27FC236}">
                <a16:creationId xmlns:a16="http://schemas.microsoft.com/office/drawing/2014/main" id="{1A5B96B4-2DAD-428C-B158-46341EDC74C1}"/>
              </a:ext>
            </a:extLst>
          </p:cNvPr>
          <p:cNvSpPr>
            <a:spLocks noGrp="1"/>
          </p:cNvSpPr>
          <p:nvPr/>
        </p:nvSpPr>
        <p:spPr>
          <a:xfrm>
            <a:off x="5110468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GT_10713">
            <a:extLst>
              <a:ext uri="{FF2B5EF4-FFF2-40B4-BE49-F238E27FC236}">
                <a16:creationId xmlns:a16="http://schemas.microsoft.com/office/drawing/2014/main" id="{82AA2942-3C96-49D6-96E7-B58CFA06257E}"/>
              </a:ext>
            </a:extLst>
          </p:cNvPr>
          <p:cNvSpPr>
            <a:spLocks noGrp="1"/>
          </p:cNvSpPr>
          <p:nvPr/>
        </p:nvSpPr>
        <p:spPr>
          <a:xfrm>
            <a:off x="5043999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GT_10714">
            <a:extLst>
              <a:ext uri="{FF2B5EF4-FFF2-40B4-BE49-F238E27FC236}">
                <a16:creationId xmlns:a16="http://schemas.microsoft.com/office/drawing/2014/main" id="{15AA825C-4DDE-486C-8FCB-11119460D67E}"/>
              </a:ext>
            </a:extLst>
          </p:cNvPr>
          <p:cNvSpPr>
            <a:spLocks noGrp="1"/>
          </p:cNvSpPr>
          <p:nvPr/>
        </p:nvSpPr>
        <p:spPr>
          <a:xfrm>
            <a:off x="5063370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GT_10715">
            <a:extLst>
              <a:ext uri="{FF2B5EF4-FFF2-40B4-BE49-F238E27FC236}">
                <a16:creationId xmlns:a16="http://schemas.microsoft.com/office/drawing/2014/main" id="{AF558C7B-D1E9-4089-A147-143A409A1128}"/>
              </a:ext>
            </a:extLst>
          </p:cNvPr>
          <p:cNvSpPr>
            <a:spLocks noGrp="1"/>
          </p:cNvSpPr>
          <p:nvPr/>
        </p:nvSpPr>
        <p:spPr>
          <a:xfrm>
            <a:off x="4999338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GT_10716">
            <a:extLst>
              <a:ext uri="{FF2B5EF4-FFF2-40B4-BE49-F238E27FC236}">
                <a16:creationId xmlns:a16="http://schemas.microsoft.com/office/drawing/2014/main" id="{D3663C60-3BEA-4E42-82E3-27F0183055FE}"/>
              </a:ext>
            </a:extLst>
          </p:cNvPr>
          <p:cNvSpPr>
            <a:spLocks noGrp="1"/>
          </p:cNvSpPr>
          <p:nvPr/>
        </p:nvSpPr>
        <p:spPr>
          <a:xfrm>
            <a:off x="5078249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GT_10717">
            <a:extLst>
              <a:ext uri="{FF2B5EF4-FFF2-40B4-BE49-F238E27FC236}">
                <a16:creationId xmlns:a16="http://schemas.microsoft.com/office/drawing/2014/main" id="{E29EC112-06F1-452D-99C7-7A3845D440C4}"/>
              </a:ext>
            </a:extLst>
          </p:cNvPr>
          <p:cNvSpPr>
            <a:spLocks noGrp="1"/>
          </p:cNvSpPr>
          <p:nvPr/>
        </p:nvSpPr>
        <p:spPr>
          <a:xfrm>
            <a:off x="514694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GT_10718">
            <a:extLst>
              <a:ext uri="{FF2B5EF4-FFF2-40B4-BE49-F238E27FC236}">
                <a16:creationId xmlns:a16="http://schemas.microsoft.com/office/drawing/2014/main" id="{D125ED9F-2569-4E79-945D-2B20F669FE1F}"/>
              </a:ext>
            </a:extLst>
          </p:cNvPr>
          <p:cNvSpPr>
            <a:spLocks noGrp="1"/>
          </p:cNvSpPr>
          <p:nvPr/>
        </p:nvSpPr>
        <p:spPr>
          <a:xfrm>
            <a:off x="5077728" y="60022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GT_10719">
            <a:extLst>
              <a:ext uri="{FF2B5EF4-FFF2-40B4-BE49-F238E27FC236}">
                <a16:creationId xmlns:a16="http://schemas.microsoft.com/office/drawing/2014/main" id="{D6989B3A-B37D-484F-AD02-3BBEA0BC965A}"/>
              </a:ext>
            </a:extLst>
          </p:cNvPr>
          <p:cNvSpPr>
            <a:spLocks noGrp="1"/>
          </p:cNvSpPr>
          <p:nvPr/>
        </p:nvSpPr>
        <p:spPr>
          <a:xfrm>
            <a:off x="497473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GT_10720">
            <a:extLst>
              <a:ext uri="{FF2B5EF4-FFF2-40B4-BE49-F238E27FC236}">
                <a16:creationId xmlns:a16="http://schemas.microsoft.com/office/drawing/2014/main" id="{D79EAADB-50A3-4AC9-A4D2-038D8EBDC51E}"/>
              </a:ext>
            </a:extLst>
          </p:cNvPr>
          <p:cNvSpPr>
            <a:spLocks noGrp="1"/>
          </p:cNvSpPr>
          <p:nvPr/>
        </p:nvSpPr>
        <p:spPr>
          <a:xfrm>
            <a:off x="494882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GT_10721">
            <a:extLst>
              <a:ext uri="{FF2B5EF4-FFF2-40B4-BE49-F238E27FC236}">
                <a16:creationId xmlns:a16="http://schemas.microsoft.com/office/drawing/2014/main" id="{CD5EF7DC-5F13-4B14-BEEC-1BA2F4A3045B}"/>
              </a:ext>
            </a:extLst>
          </p:cNvPr>
          <p:cNvSpPr>
            <a:spLocks noGrp="1"/>
          </p:cNvSpPr>
          <p:nvPr/>
        </p:nvSpPr>
        <p:spPr>
          <a:xfrm>
            <a:off x="5117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GT_10722">
            <a:extLst>
              <a:ext uri="{FF2B5EF4-FFF2-40B4-BE49-F238E27FC236}">
                <a16:creationId xmlns:a16="http://schemas.microsoft.com/office/drawing/2014/main" id="{82C5614B-2590-4B74-ABE6-9B721612FDE6}"/>
              </a:ext>
            </a:extLst>
          </p:cNvPr>
          <p:cNvSpPr>
            <a:spLocks noGrp="1"/>
          </p:cNvSpPr>
          <p:nvPr/>
        </p:nvSpPr>
        <p:spPr>
          <a:xfrm>
            <a:off x="50344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GT_10723">
            <a:extLst>
              <a:ext uri="{FF2B5EF4-FFF2-40B4-BE49-F238E27FC236}">
                <a16:creationId xmlns:a16="http://schemas.microsoft.com/office/drawing/2014/main" id="{AD4CAB92-DF37-4E64-A985-02F37AA09D71}"/>
              </a:ext>
            </a:extLst>
          </p:cNvPr>
          <p:cNvSpPr>
            <a:spLocks noGrp="1"/>
          </p:cNvSpPr>
          <p:nvPr/>
        </p:nvSpPr>
        <p:spPr>
          <a:xfrm>
            <a:off x="51569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GT_10724">
            <a:extLst>
              <a:ext uri="{FF2B5EF4-FFF2-40B4-BE49-F238E27FC236}">
                <a16:creationId xmlns:a16="http://schemas.microsoft.com/office/drawing/2014/main" id="{D08B6A9C-E08F-47C7-9273-6F3697598664}"/>
              </a:ext>
            </a:extLst>
          </p:cNvPr>
          <p:cNvSpPr>
            <a:spLocks noGrp="1"/>
          </p:cNvSpPr>
          <p:nvPr/>
        </p:nvSpPr>
        <p:spPr>
          <a:xfrm>
            <a:off x="51046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GT_10725">
            <a:extLst>
              <a:ext uri="{FF2B5EF4-FFF2-40B4-BE49-F238E27FC236}">
                <a16:creationId xmlns:a16="http://schemas.microsoft.com/office/drawing/2014/main" id="{2A03425F-33A9-40A9-859A-1C64DC14A250}"/>
              </a:ext>
            </a:extLst>
          </p:cNvPr>
          <p:cNvSpPr>
            <a:spLocks noGrp="1"/>
          </p:cNvSpPr>
          <p:nvPr/>
        </p:nvSpPr>
        <p:spPr>
          <a:xfrm>
            <a:off x="5027880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GT_10726">
            <a:extLst>
              <a:ext uri="{FF2B5EF4-FFF2-40B4-BE49-F238E27FC236}">
                <a16:creationId xmlns:a16="http://schemas.microsoft.com/office/drawing/2014/main" id="{59EB1D56-6F79-41EC-B210-F84C228794BA}"/>
              </a:ext>
            </a:extLst>
          </p:cNvPr>
          <p:cNvSpPr>
            <a:spLocks noGrp="1"/>
          </p:cNvSpPr>
          <p:nvPr/>
        </p:nvSpPr>
        <p:spPr>
          <a:xfrm>
            <a:off x="5083351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GT_10727">
            <a:extLst>
              <a:ext uri="{FF2B5EF4-FFF2-40B4-BE49-F238E27FC236}">
                <a16:creationId xmlns:a16="http://schemas.microsoft.com/office/drawing/2014/main" id="{2AC7F074-2791-447D-A075-0BB4D2780120}"/>
              </a:ext>
            </a:extLst>
          </p:cNvPr>
          <p:cNvSpPr>
            <a:spLocks noGrp="1"/>
          </p:cNvSpPr>
          <p:nvPr/>
        </p:nvSpPr>
        <p:spPr>
          <a:xfrm>
            <a:off x="49526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GT_10728">
            <a:extLst>
              <a:ext uri="{FF2B5EF4-FFF2-40B4-BE49-F238E27FC236}">
                <a16:creationId xmlns:a16="http://schemas.microsoft.com/office/drawing/2014/main" id="{617BE366-1C0E-4C2B-BB61-AA0D419F49DB}"/>
              </a:ext>
            </a:extLst>
          </p:cNvPr>
          <p:cNvSpPr>
            <a:spLocks noGrp="1"/>
          </p:cNvSpPr>
          <p:nvPr/>
        </p:nvSpPr>
        <p:spPr>
          <a:xfrm>
            <a:off x="5074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GT_10729">
            <a:extLst>
              <a:ext uri="{FF2B5EF4-FFF2-40B4-BE49-F238E27FC236}">
                <a16:creationId xmlns:a16="http://schemas.microsoft.com/office/drawing/2014/main" id="{D2294549-EEC1-4F56-BC3E-A89CB5AEC139}"/>
              </a:ext>
            </a:extLst>
          </p:cNvPr>
          <p:cNvSpPr>
            <a:spLocks noGrp="1"/>
          </p:cNvSpPr>
          <p:nvPr/>
        </p:nvSpPr>
        <p:spPr>
          <a:xfrm>
            <a:off x="4990177" y="52558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GT_10730">
            <a:extLst>
              <a:ext uri="{FF2B5EF4-FFF2-40B4-BE49-F238E27FC236}">
                <a16:creationId xmlns:a16="http://schemas.microsoft.com/office/drawing/2014/main" id="{1F9A339D-FF1E-450D-882F-2D50C5692A98}"/>
              </a:ext>
            </a:extLst>
          </p:cNvPr>
          <p:cNvSpPr>
            <a:spLocks noGrp="1"/>
          </p:cNvSpPr>
          <p:nvPr/>
        </p:nvSpPr>
        <p:spPr>
          <a:xfrm>
            <a:off x="494815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GT_10731">
            <a:extLst>
              <a:ext uri="{FF2B5EF4-FFF2-40B4-BE49-F238E27FC236}">
                <a16:creationId xmlns:a16="http://schemas.microsoft.com/office/drawing/2014/main" id="{5A945FC3-E87E-4049-B62D-981733326A61}"/>
              </a:ext>
            </a:extLst>
          </p:cNvPr>
          <p:cNvSpPr>
            <a:spLocks noGrp="1"/>
          </p:cNvSpPr>
          <p:nvPr/>
        </p:nvSpPr>
        <p:spPr>
          <a:xfrm>
            <a:off x="5015441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GT_10732">
            <a:extLst>
              <a:ext uri="{FF2B5EF4-FFF2-40B4-BE49-F238E27FC236}">
                <a16:creationId xmlns:a16="http://schemas.microsoft.com/office/drawing/2014/main" id="{6EF34E5C-8411-4E72-BF57-62048873929E}"/>
              </a:ext>
            </a:extLst>
          </p:cNvPr>
          <p:cNvSpPr>
            <a:spLocks noGrp="1"/>
          </p:cNvSpPr>
          <p:nvPr/>
        </p:nvSpPr>
        <p:spPr>
          <a:xfrm>
            <a:off x="51074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GT_10733">
            <a:extLst>
              <a:ext uri="{FF2B5EF4-FFF2-40B4-BE49-F238E27FC236}">
                <a16:creationId xmlns:a16="http://schemas.microsoft.com/office/drawing/2014/main" id="{FC234FB7-3045-4309-A243-4DCAF6D654A3}"/>
              </a:ext>
            </a:extLst>
          </p:cNvPr>
          <p:cNvSpPr>
            <a:spLocks noGrp="1"/>
          </p:cNvSpPr>
          <p:nvPr/>
        </p:nvSpPr>
        <p:spPr>
          <a:xfrm>
            <a:off x="510558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GT_10734">
            <a:extLst>
              <a:ext uri="{FF2B5EF4-FFF2-40B4-BE49-F238E27FC236}">
                <a16:creationId xmlns:a16="http://schemas.microsoft.com/office/drawing/2014/main" id="{BFE845ED-B6F5-4EAB-A990-529844AB86AA}"/>
              </a:ext>
            </a:extLst>
          </p:cNvPr>
          <p:cNvSpPr>
            <a:spLocks noGrp="1"/>
          </p:cNvSpPr>
          <p:nvPr/>
        </p:nvSpPr>
        <p:spPr>
          <a:xfrm>
            <a:off x="4957630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GT_10735">
            <a:extLst>
              <a:ext uri="{FF2B5EF4-FFF2-40B4-BE49-F238E27FC236}">
                <a16:creationId xmlns:a16="http://schemas.microsoft.com/office/drawing/2014/main" id="{0A8ECA12-A3D5-4D3C-8BE4-9D797946EC19}"/>
              </a:ext>
            </a:extLst>
          </p:cNvPr>
          <p:cNvSpPr>
            <a:spLocks noGrp="1"/>
          </p:cNvSpPr>
          <p:nvPr/>
        </p:nvSpPr>
        <p:spPr>
          <a:xfrm>
            <a:off x="50560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GT_10736">
            <a:extLst>
              <a:ext uri="{FF2B5EF4-FFF2-40B4-BE49-F238E27FC236}">
                <a16:creationId xmlns:a16="http://schemas.microsoft.com/office/drawing/2014/main" id="{4F971C86-6952-4ED1-9248-7419F8D005D9}"/>
              </a:ext>
            </a:extLst>
          </p:cNvPr>
          <p:cNvSpPr>
            <a:spLocks noGrp="1"/>
          </p:cNvSpPr>
          <p:nvPr/>
        </p:nvSpPr>
        <p:spPr>
          <a:xfrm>
            <a:off x="506203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GT_10737">
            <a:extLst>
              <a:ext uri="{FF2B5EF4-FFF2-40B4-BE49-F238E27FC236}">
                <a16:creationId xmlns:a16="http://schemas.microsoft.com/office/drawing/2014/main" id="{628C3849-BC94-4C7C-BC2D-C7A41B120360}"/>
              </a:ext>
            </a:extLst>
          </p:cNvPr>
          <p:cNvSpPr>
            <a:spLocks noGrp="1"/>
          </p:cNvSpPr>
          <p:nvPr/>
        </p:nvSpPr>
        <p:spPr>
          <a:xfrm>
            <a:off x="504495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GT_10738">
            <a:extLst>
              <a:ext uri="{FF2B5EF4-FFF2-40B4-BE49-F238E27FC236}">
                <a16:creationId xmlns:a16="http://schemas.microsoft.com/office/drawing/2014/main" id="{4899E6CC-0CE7-4E8C-AC0A-7B2ED57824B6}"/>
              </a:ext>
            </a:extLst>
          </p:cNvPr>
          <p:cNvSpPr>
            <a:spLocks noGrp="1"/>
          </p:cNvSpPr>
          <p:nvPr/>
        </p:nvSpPr>
        <p:spPr>
          <a:xfrm>
            <a:off x="514507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GT_10739">
            <a:extLst>
              <a:ext uri="{FF2B5EF4-FFF2-40B4-BE49-F238E27FC236}">
                <a16:creationId xmlns:a16="http://schemas.microsoft.com/office/drawing/2014/main" id="{857FFFAD-B114-49E8-801C-5D4C95A18F9A}"/>
              </a:ext>
            </a:extLst>
          </p:cNvPr>
          <p:cNvSpPr>
            <a:spLocks noGrp="1"/>
          </p:cNvSpPr>
          <p:nvPr/>
        </p:nvSpPr>
        <p:spPr>
          <a:xfrm>
            <a:off x="508448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GT_10740">
            <a:extLst>
              <a:ext uri="{FF2B5EF4-FFF2-40B4-BE49-F238E27FC236}">
                <a16:creationId xmlns:a16="http://schemas.microsoft.com/office/drawing/2014/main" id="{22C4258E-EB7A-4E4D-9314-CE2407A297D8}"/>
              </a:ext>
            </a:extLst>
          </p:cNvPr>
          <p:cNvSpPr>
            <a:spLocks noGrp="1"/>
          </p:cNvSpPr>
          <p:nvPr/>
        </p:nvSpPr>
        <p:spPr>
          <a:xfrm>
            <a:off x="504110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GT_10741">
            <a:extLst>
              <a:ext uri="{FF2B5EF4-FFF2-40B4-BE49-F238E27FC236}">
                <a16:creationId xmlns:a16="http://schemas.microsoft.com/office/drawing/2014/main" id="{D9E6F63A-E3DB-493C-B334-29DA1A1461C0}"/>
              </a:ext>
            </a:extLst>
          </p:cNvPr>
          <p:cNvSpPr>
            <a:spLocks noGrp="1"/>
          </p:cNvSpPr>
          <p:nvPr/>
        </p:nvSpPr>
        <p:spPr>
          <a:xfrm>
            <a:off x="500368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GT_10742">
            <a:extLst>
              <a:ext uri="{FF2B5EF4-FFF2-40B4-BE49-F238E27FC236}">
                <a16:creationId xmlns:a16="http://schemas.microsoft.com/office/drawing/2014/main" id="{02A0F624-DB22-439D-B4ED-0AF82B95E60C}"/>
              </a:ext>
            </a:extLst>
          </p:cNvPr>
          <p:cNvSpPr>
            <a:spLocks noGrp="1"/>
          </p:cNvSpPr>
          <p:nvPr/>
        </p:nvSpPr>
        <p:spPr>
          <a:xfrm>
            <a:off x="5088460" y="38497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GT_10743">
            <a:extLst>
              <a:ext uri="{FF2B5EF4-FFF2-40B4-BE49-F238E27FC236}">
                <a16:creationId xmlns:a16="http://schemas.microsoft.com/office/drawing/2014/main" id="{ED475BC6-36ED-48BC-A093-C2B439095FC2}"/>
              </a:ext>
            </a:extLst>
          </p:cNvPr>
          <p:cNvSpPr>
            <a:spLocks noGrp="1"/>
          </p:cNvSpPr>
          <p:nvPr/>
        </p:nvSpPr>
        <p:spPr>
          <a:xfrm>
            <a:off x="510724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GT_10744">
            <a:extLst>
              <a:ext uri="{FF2B5EF4-FFF2-40B4-BE49-F238E27FC236}">
                <a16:creationId xmlns:a16="http://schemas.microsoft.com/office/drawing/2014/main" id="{7EC2C24C-269A-4718-88E2-919B2EE9520D}"/>
              </a:ext>
            </a:extLst>
          </p:cNvPr>
          <p:cNvSpPr>
            <a:spLocks noGrp="1"/>
          </p:cNvSpPr>
          <p:nvPr/>
        </p:nvSpPr>
        <p:spPr>
          <a:xfrm>
            <a:off x="49991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GT_10745">
            <a:extLst>
              <a:ext uri="{FF2B5EF4-FFF2-40B4-BE49-F238E27FC236}">
                <a16:creationId xmlns:a16="http://schemas.microsoft.com/office/drawing/2014/main" id="{AA6D045C-028F-499F-813E-1F7FDEE7AECD}"/>
              </a:ext>
            </a:extLst>
          </p:cNvPr>
          <p:cNvSpPr>
            <a:spLocks noGrp="1"/>
          </p:cNvSpPr>
          <p:nvPr/>
        </p:nvSpPr>
        <p:spPr>
          <a:xfrm>
            <a:off x="4949982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GT_10746">
            <a:extLst>
              <a:ext uri="{FF2B5EF4-FFF2-40B4-BE49-F238E27FC236}">
                <a16:creationId xmlns:a16="http://schemas.microsoft.com/office/drawing/2014/main" id="{11A62505-0F73-4CB1-ADF8-10FC9D55E304}"/>
              </a:ext>
            </a:extLst>
          </p:cNvPr>
          <p:cNvSpPr>
            <a:spLocks noGrp="1"/>
          </p:cNvSpPr>
          <p:nvPr/>
        </p:nvSpPr>
        <p:spPr>
          <a:xfrm>
            <a:off x="496832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GT_10747">
            <a:extLst>
              <a:ext uri="{FF2B5EF4-FFF2-40B4-BE49-F238E27FC236}">
                <a16:creationId xmlns:a16="http://schemas.microsoft.com/office/drawing/2014/main" id="{29F77EB7-93A1-4D26-ACF1-348AF362E273}"/>
              </a:ext>
            </a:extLst>
          </p:cNvPr>
          <p:cNvSpPr>
            <a:spLocks noGrp="1"/>
          </p:cNvSpPr>
          <p:nvPr/>
        </p:nvSpPr>
        <p:spPr>
          <a:xfrm>
            <a:off x="49924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GT_10748">
            <a:extLst>
              <a:ext uri="{FF2B5EF4-FFF2-40B4-BE49-F238E27FC236}">
                <a16:creationId xmlns:a16="http://schemas.microsoft.com/office/drawing/2014/main" id="{D33CFC51-4A35-4493-ACAE-77B7ED6EFDE9}"/>
              </a:ext>
            </a:extLst>
          </p:cNvPr>
          <p:cNvSpPr>
            <a:spLocks noGrp="1"/>
          </p:cNvSpPr>
          <p:nvPr/>
        </p:nvSpPr>
        <p:spPr>
          <a:xfrm>
            <a:off x="503862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GT_10749">
            <a:extLst>
              <a:ext uri="{FF2B5EF4-FFF2-40B4-BE49-F238E27FC236}">
                <a16:creationId xmlns:a16="http://schemas.microsoft.com/office/drawing/2014/main" id="{2F1EFEC9-8CE5-4484-AE47-5731A00A21A8}"/>
              </a:ext>
            </a:extLst>
          </p:cNvPr>
          <p:cNvSpPr>
            <a:spLocks noGrp="1"/>
          </p:cNvSpPr>
          <p:nvPr/>
        </p:nvSpPr>
        <p:spPr>
          <a:xfrm>
            <a:off x="513474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GT_10750">
            <a:extLst>
              <a:ext uri="{FF2B5EF4-FFF2-40B4-BE49-F238E27FC236}">
                <a16:creationId xmlns:a16="http://schemas.microsoft.com/office/drawing/2014/main" id="{137FC9BA-F3A2-49EA-A640-F9D894B36A32}"/>
              </a:ext>
            </a:extLst>
          </p:cNvPr>
          <p:cNvSpPr>
            <a:spLocks noGrp="1"/>
          </p:cNvSpPr>
          <p:nvPr/>
        </p:nvSpPr>
        <p:spPr>
          <a:xfrm>
            <a:off x="4919276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GT_10751">
            <a:extLst>
              <a:ext uri="{FF2B5EF4-FFF2-40B4-BE49-F238E27FC236}">
                <a16:creationId xmlns:a16="http://schemas.microsoft.com/office/drawing/2014/main" id="{441D6261-5BFD-4709-BD90-9A0723051262}"/>
              </a:ext>
            </a:extLst>
          </p:cNvPr>
          <p:cNvSpPr>
            <a:spLocks noGrp="1"/>
          </p:cNvSpPr>
          <p:nvPr/>
        </p:nvSpPr>
        <p:spPr>
          <a:xfrm>
            <a:off x="499215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GT_10752">
            <a:extLst>
              <a:ext uri="{FF2B5EF4-FFF2-40B4-BE49-F238E27FC236}">
                <a16:creationId xmlns:a16="http://schemas.microsoft.com/office/drawing/2014/main" id="{99A00F8B-F38D-41CE-ACC3-815198D09916}"/>
              </a:ext>
            </a:extLst>
          </p:cNvPr>
          <p:cNvSpPr>
            <a:spLocks noGrp="1"/>
          </p:cNvSpPr>
          <p:nvPr/>
        </p:nvSpPr>
        <p:spPr>
          <a:xfrm>
            <a:off x="506212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GT_10753">
            <a:extLst>
              <a:ext uri="{FF2B5EF4-FFF2-40B4-BE49-F238E27FC236}">
                <a16:creationId xmlns:a16="http://schemas.microsoft.com/office/drawing/2014/main" id="{9A6C280D-38BD-4339-A586-52D14DEA00EC}"/>
              </a:ext>
            </a:extLst>
          </p:cNvPr>
          <p:cNvSpPr>
            <a:spLocks noGrp="1"/>
          </p:cNvSpPr>
          <p:nvPr/>
        </p:nvSpPr>
        <p:spPr>
          <a:xfrm>
            <a:off x="50021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GT_10754">
            <a:extLst>
              <a:ext uri="{FF2B5EF4-FFF2-40B4-BE49-F238E27FC236}">
                <a16:creationId xmlns:a16="http://schemas.microsoft.com/office/drawing/2014/main" id="{3B4F57FD-22EB-48A8-979D-711FAB858DF6}"/>
              </a:ext>
            </a:extLst>
          </p:cNvPr>
          <p:cNvSpPr>
            <a:spLocks noGrp="1"/>
          </p:cNvSpPr>
          <p:nvPr/>
        </p:nvSpPr>
        <p:spPr>
          <a:xfrm>
            <a:off x="497415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GT_10755">
            <a:extLst>
              <a:ext uri="{FF2B5EF4-FFF2-40B4-BE49-F238E27FC236}">
                <a16:creationId xmlns:a16="http://schemas.microsoft.com/office/drawing/2014/main" id="{8045F9AC-5F70-46E7-BA3D-4006E0A06456}"/>
              </a:ext>
            </a:extLst>
          </p:cNvPr>
          <p:cNvSpPr>
            <a:spLocks noGrp="1"/>
          </p:cNvSpPr>
          <p:nvPr/>
        </p:nvSpPr>
        <p:spPr>
          <a:xfrm>
            <a:off x="514800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GT_10756">
            <a:extLst>
              <a:ext uri="{FF2B5EF4-FFF2-40B4-BE49-F238E27FC236}">
                <a16:creationId xmlns:a16="http://schemas.microsoft.com/office/drawing/2014/main" id="{B5402D2B-8597-4AD8-A2EC-FF4622D27D71}"/>
              </a:ext>
            </a:extLst>
          </p:cNvPr>
          <p:cNvSpPr>
            <a:spLocks noGrp="1"/>
          </p:cNvSpPr>
          <p:nvPr/>
        </p:nvSpPr>
        <p:spPr>
          <a:xfrm>
            <a:off x="49910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GT_10757">
            <a:extLst>
              <a:ext uri="{FF2B5EF4-FFF2-40B4-BE49-F238E27FC236}">
                <a16:creationId xmlns:a16="http://schemas.microsoft.com/office/drawing/2014/main" id="{5D2787CB-E3FD-4452-829E-91E801323FC6}"/>
              </a:ext>
            </a:extLst>
          </p:cNvPr>
          <p:cNvSpPr>
            <a:spLocks noGrp="1"/>
          </p:cNvSpPr>
          <p:nvPr/>
        </p:nvSpPr>
        <p:spPr>
          <a:xfrm>
            <a:off x="509711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GT_10758">
            <a:extLst>
              <a:ext uri="{FF2B5EF4-FFF2-40B4-BE49-F238E27FC236}">
                <a16:creationId xmlns:a16="http://schemas.microsoft.com/office/drawing/2014/main" id="{78F8467A-EB95-4200-879F-D1FEB3A7E7ED}"/>
              </a:ext>
            </a:extLst>
          </p:cNvPr>
          <p:cNvSpPr>
            <a:spLocks noGrp="1"/>
          </p:cNvSpPr>
          <p:nvPr/>
        </p:nvSpPr>
        <p:spPr>
          <a:xfrm>
            <a:off x="4934038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GT_10759">
            <a:extLst>
              <a:ext uri="{FF2B5EF4-FFF2-40B4-BE49-F238E27FC236}">
                <a16:creationId xmlns:a16="http://schemas.microsoft.com/office/drawing/2014/main" id="{B75A631D-B9BB-4AC4-AF1D-2568E6BAA1FD}"/>
              </a:ext>
            </a:extLst>
          </p:cNvPr>
          <p:cNvSpPr>
            <a:spLocks noGrp="1"/>
          </p:cNvSpPr>
          <p:nvPr/>
        </p:nvSpPr>
        <p:spPr>
          <a:xfrm>
            <a:off x="5057699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GT_10760">
            <a:extLst>
              <a:ext uri="{FF2B5EF4-FFF2-40B4-BE49-F238E27FC236}">
                <a16:creationId xmlns:a16="http://schemas.microsoft.com/office/drawing/2014/main" id="{E65C652B-2F68-4062-84B1-92BCC46818A7}"/>
              </a:ext>
            </a:extLst>
          </p:cNvPr>
          <p:cNvSpPr>
            <a:spLocks noGrp="1"/>
          </p:cNvSpPr>
          <p:nvPr/>
        </p:nvSpPr>
        <p:spPr>
          <a:xfrm>
            <a:off x="49169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GT_10761">
            <a:extLst>
              <a:ext uri="{FF2B5EF4-FFF2-40B4-BE49-F238E27FC236}">
                <a16:creationId xmlns:a16="http://schemas.microsoft.com/office/drawing/2014/main" id="{29468E48-628D-4A6E-8291-7C09F45215ED}"/>
              </a:ext>
            </a:extLst>
          </p:cNvPr>
          <p:cNvSpPr>
            <a:spLocks noGrp="1"/>
          </p:cNvSpPr>
          <p:nvPr/>
        </p:nvSpPr>
        <p:spPr>
          <a:xfrm>
            <a:off x="50175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GT_10762">
            <a:extLst>
              <a:ext uri="{FF2B5EF4-FFF2-40B4-BE49-F238E27FC236}">
                <a16:creationId xmlns:a16="http://schemas.microsoft.com/office/drawing/2014/main" id="{E634A118-7F63-482E-8F2E-6B1F3F631626}"/>
              </a:ext>
            </a:extLst>
          </p:cNvPr>
          <p:cNvSpPr>
            <a:spLocks noGrp="1"/>
          </p:cNvSpPr>
          <p:nvPr/>
        </p:nvSpPr>
        <p:spPr>
          <a:xfrm>
            <a:off x="49630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GT_10763">
            <a:extLst>
              <a:ext uri="{FF2B5EF4-FFF2-40B4-BE49-F238E27FC236}">
                <a16:creationId xmlns:a16="http://schemas.microsoft.com/office/drawing/2014/main" id="{7130D5CF-5F67-49E8-AC85-7977B5B67695}"/>
              </a:ext>
            </a:extLst>
          </p:cNvPr>
          <p:cNvSpPr>
            <a:spLocks noGrp="1"/>
          </p:cNvSpPr>
          <p:nvPr/>
        </p:nvSpPr>
        <p:spPr>
          <a:xfrm>
            <a:off x="502554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GT_10764">
            <a:extLst>
              <a:ext uri="{FF2B5EF4-FFF2-40B4-BE49-F238E27FC236}">
                <a16:creationId xmlns:a16="http://schemas.microsoft.com/office/drawing/2014/main" id="{AAC9998C-0376-44F6-BF12-EF9D0750A0DD}"/>
              </a:ext>
            </a:extLst>
          </p:cNvPr>
          <p:cNvSpPr>
            <a:spLocks noGrp="1"/>
          </p:cNvSpPr>
          <p:nvPr/>
        </p:nvSpPr>
        <p:spPr>
          <a:xfrm>
            <a:off x="5112106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GT_10765">
            <a:extLst>
              <a:ext uri="{FF2B5EF4-FFF2-40B4-BE49-F238E27FC236}">
                <a16:creationId xmlns:a16="http://schemas.microsoft.com/office/drawing/2014/main" id="{80033451-A432-4363-ABBB-59ED44ABB67C}"/>
              </a:ext>
            </a:extLst>
          </p:cNvPr>
          <p:cNvSpPr>
            <a:spLocks noGrp="1"/>
          </p:cNvSpPr>
          <p:nvPr/>
        </p:nvSpPr>
        <p:spPr>
          <a:xfrm>
            <a:off x="5072526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GT_10766">
            <a:extLst>
              <a:ext uri="{FF2B5EF4-FFF2-40B4-BE49-F238E27FC236}">
                <a16:creationId xmlns:a16="http://schemas.microsoft.com/office/drawing/2014/main" id="{62D459B4-5367-4B83-86ED-21308F36F956}"/>
              </a:ext>
            </a:extLst>
          </p:cNvPr>
          <p:cNvSpPr>
            <a:spLocks noGrp="1"/>
          </p:cNvSpPr>
          <p:nvPr/>
        </p:nvSpPr>
        <p:spPr>
          <a:xfrm>
            <a:off x="503112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GT_10767">
            <a:extLst>
              <a:ext uri="{FF2B5EF4-FFF2-40B4-BE49-F238E27FC236}">
                <a16:creationId xmlns:a16="http://schemas.microsoft.com/office/drawing/2014/main" id="{7FCEE1D2-427F-45FE-8370-BD5E204310B3}"/>
              </a:ext>
            </a:extLst>
          </p:cNvPr>
          <p:cNvSpPr>
            <a:spLocks noGrp="1"/>
          </p:cNvSpPr>
          <p:nvPr/>
        </p:nvSpPr>
        <p:spPr>
          <a:xfrm>
            <a:off x="5138373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GT_10768">
            <a:extLst>
              <a:ext uri="{FF2B5EF4-FFF2-40B4-BE49-F238E27FC236}">
                <a16:creationId xmlns:a16="http://schemas.microsoft.com/office/drawing/2014/main" id="{3DF8D8C2-5F20-4C53-9C94-966B615B75F2}"/>
              </a:ext>
            </a:extLst>
          </p:cNvPr>
          <p:cNvSpPr>
            <a:spLocks noGrp="1"/>
          </p:cNvSpPr>
          <p:nvPr/>
        </p:nvSpPr>
        <p:spPr>
          <a:xfrm>
            <a:off x="502344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GT_10769">
            <a:extLst>
              <a:ext uri="{FF2B5EF4-FFF2-40B4-BE49-F238E27FC236}">
                <a16:creationId xmlns:a16="http://schemas.microsoft.com/office/drawing/2014/main" id="{9160E226-0F25-4CC9-9DBE-C8F0F772AA25}"/>
              </a:ext>
            </a:extLst>
          </p:cNvPr>
          <p:cNvSpPr>
            <a:spLocks noGrp="1"/>
          </p:cNvSpPr>
          <p:nvPr/>
        </p:nvSpPr>
        <p:spPr>
          <a:xfrm>
            <a:off x="51488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GT_10770">
            <a:extLst>
              <a:ext uri="{FF2B5EF4-FFF2-40B4-BE49-F238E27FC236}">
                <a16:creationId xmlns:a16="http://schemas.microsoft.com/office/drawing/2014/main" id="{B25DFACB-BB72-4905-8379-78D014F251B5}"/>
              </a:ext>
            </a:extLst>
          </p:cNvPr>
          <p:cNvSpPr>
            <a:spLocks noGrp="1"/>
          </p:cNvSpPr>
          <p:nvPr/>
        </p:nvSpPr>
        <p:spPr>
          <a:xfrm>
            <a:off x="51373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GT_10771">
            <a:extLst>
              <a:ext uri="{FF2B5EF4-FFF2-40B4-BE49-F238E27FC236}">
                <a16:creationId xmlns:a16="http://schemas.microsoft.com/office/drawing/2014/main" id="{116AE0CE-776E-4292-B835-8E2EAE5284ED}"/>
              </a:ext>
            </a:extLst>
          </p:cNvPr>
          <p:cNvSpPr>
            <a:spLocks noGrp="1"/>
          </p:cNvSpPr>
          <p:nvPr/>
        </p:nvSpPr>
        <p:spPr>
          <a:xfrm>
            <a:off x="5130597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GT_10772">
            <a:extLst>
              <a:ext uri="{FF2B5EF4-FFF2-40B4-BE49-F238E27FC236}">
                <a16:creationId xmlns:a16="http://schemas.microsoft.com/office/drawing/2014/main" id="{951222D7-10A7-4B67-A532-FC058A3ACDF8}"/>
              </a:ext>
            </a:extLst>
          </p:cNvPr>
          <p:cNvSpPr>
            <a:spLocks noGrp="1"/>
          </p:cNvSpPr>
          <p:nvPr/>
        </p:nvSpPr>
        <p:spPr>
          <a:xfrm>
            <a:off x="5070903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GT_10773">
            <a:extLst>
              <a:ext uri="{FF2B5EF4-FFF2-40B4-BE49-F238E27FC236}">
                <a16:creationId xmlns:a16="http://schemas.microsoft.com/office/drawing/2014/main" id="{EF9080B8-5646-45FB-A552-B7D74811440C}"/>
              </a:ext>
            </a:extLst>
          </p:cNvPr>
          <p:cNvSpPr>
            <a:spLocks noGrp="1"/>
          </p:cNvSpPr>
          <p:nvPr/>
        </p:nvSpPr>
        <p:spPr>
          <a:xfrm>
            <a:off x="505698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GT_10774">
            <a:extLst>
              <a:ext uri="{FF2B5EF4-FFF2-40B4-BE49-F238E27FC236}">
                <a16:creationId xmlns:a16="http://schemas.microsoft.com/office/drawing/2014/main" id="{0A15BB2B-0A77-45E1-A1F4-737E8BDD1617}"/>
              </a:ext>
            </a:extLst>
          </p:cNvPr>
          <p:cNvSpPr>
            <a:spLocks noGrp="1"/>
          </p:cNvSpPr>
          <p:nvPr/>
        </p:nvSpPr>
        <p:spPr>
          <a:xfrm>
            <a:off x="496789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GT_10775">
            <a:extLst>
              <a:ext uri="{FF2B5EF4-FFF2-40B4-BE49-F238E27FC236}">
                <a16:creationId xmlns:a16="http://schemas.microsoft.com/office/drawing/2014/main" id="{25E4A393-1383-47EB-9FE0-7CE5E8C17BB8}"/>
              </a:ext>
            </a:extLst>
          </p:cNvPr>
          <p:cNvSpPr>
            <a:spLocks noGrp="1"/>
          </p:cNvSpPr>
          <p:nvPr/>
        </p:nvSpPr>
        <p:spPr>
          <a:xfrm>
            <a:off x="49370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GT_10776">
            <a:extLst>
              <a:ext uri="{FF2B5EF4-FFF2-40B4-BE49-F238E27FC236}">
                <a16:creationId xmlns:a16="http://schemas.microsoft.com/office/drawing/2014/main" id="{64F0BF8E-8A54-4BDA-94F8-041CA8245A06}"/>
              </a:ext>
            </a:extLst>
          </p:cNvPr>
          <p:cNvSpPr>
            <a:spLocks noGrp="1"/>
          </p:cNvSpPr>
          <p:nvPr/>
        </p:nvSpPr>
        <p:spPr>
          <a:xfrm>
            <a:off x="5141330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GT_10777">
            <a:extLst>
              <a:ext uri="{FF2B5EF4-FFF2-40B4-BE49-F238E27FC236}">
                <a16:creationId xmlns:a16="http://schemas.microsoft.com/office/drawing/2014/main" id="{A376CA9E-DDD8-4FF2-8A13-34B5AEAB2519}"/>
              </a:ext>
            </a:extLst>
          </p:cNvPr>
          <p:cNvSpPr>
            <a:spLocks noGrp="1"/>
          </p:cNvSpPr>
          <p:nvPr/>
        </p:nvSpPr>
        <p:spPr>
          <a:xfrm>
            <a:off x="50620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GT_10778">
            <a:extLst>
              <a:ext uri="{FF2B5EF4-FFF2-40B4-BE49-F238E27FC236}">
                <a16:creationId xmlns:a16="http://schemas.microsoft.com/office/drawing/2014/main" id="{9B4ADF29-A9F5-486A-B027-CD62E235FE3F}"/>
              </a:ext>
            </a:extLst>
          </p:cNvPr>
          <p:cNvSpPr>
            <a:spLocks noGrp="1"/>
          </p:cNvSpPr>
          <p:nvPr/>
        </p:nvSpPr>
        <p:spPr>
          <a:xfrm>
            <a:off x="50813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GT_10779">
            <a:extLst>
              <a:ext uri="{FF2B5EF4-FFF2-40B4-BE49-F238E27FC236}">
                <a16:creationId xmlns:a16="http://schemas.microsoft.com/office/drawing/2014/main" id="{25DF17D0-BE39-4EFC-92A1-F443D31D5957}"/>
              </a:ext>
            </a:extLst>
          </p:cNvPr>
          <p:cNvSpPr>
            <a:spLocks noGrp="1"/>
          </p:cNvSpPr>
          <p:nvPr/>
        </p:nvSpPr>
        <p:spPr>
          <a:xfrm>
            <a:off x="503854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GT_10780">
            <a:extLst>
              <a:ext uri="{FF2B5EF4-FFF2-40B4-BE49-F238E27FC236}">
                <a16:creationId xmlns:a16="http://schemas.microsoft.com/office/drawing/2014/main" id="{30A55767-2057-44E3-BB35-92796652E946}"/>
              </a:ext>
            </a:extLst>
          </p:cNvPr>
          <p:cNvSpPr>
            <a:spLocks noGrp="1"/>
          </p:cNvSpPr>
          <p:nvPr/>
        </p:nvSpPr>
        <p:spPr>
          <a:xfrm>
            <a:off x="498910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GT_10781">
            <a:extLst>
              <a:ext uri="{FF2B5EF4-FFF2-40B4-BE49-F238E27FC236}">
                <a16:creationId xmlns:a16="http://schemas.microsoft.com/office/drawing/2014/main" id="{8711BE3B-2DCC-451D-A93D-F7D097A3F261}"/>
              </a:ext>
            </a:extLst>
          </p:cNvPr>
          <p:cNvSpPr>
            <a:spLocks noGrp="1"/>
          </p:cNvSpPr>
          <p:nvPr/>
        </p:nvSpPr>
        <p:spPr>
          <a:xfrm>
            <a:off x="4929412" y="43457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GT_10782">
            <a:extLst>
              <a:ext uri="{FF2B5EF4-FFF2-40B4-BE49-F238E27FC236}">
                <a16:creationId xmlns:a16="http://schemas.microsoft.com/office/drawing/2014/main" id="{36136E1D-06B8-4F1D-9E5D-45749617B300}"/>
              </a:ext>
            </a:extLst>
          </p:cNvPr>
          <p:cNvSpPr>
            <a:spLocks noGrp="1"/>
          </p:cNvSpPr>
          <p:nvPr/>
        </p:nvSpPr>
        <p:spPr>
          <a:xfrm>
            <a:off x="51213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GT_10783">
            <a:extLst>
              <a:ext uri="{FF2B5EF4-FFF2-40B4-BE49-F238E27FC236}">
                <a16:creationId xmlns:a16="http://schemas.microsoft.com/office/drawing/2014/main" id="{1460CE56-452D-4459-8F47-85FC5772A8F9}"/>
              </a:ext>
            </a:extLst>
          </p:cNvPr>
          <p:cNvSpPr>
            <a:spLocks noGrp="1"/>
          </p:cNvSpPr>
          <p:nvPr/>
        </p:nvSpPr>
        <p:spPr>
          <a:xfrm>
            <a:off x="4973281" y="52437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GT_10784">
            <a:extLst>
              <a:ext uri="{FF2B5EF4-FFF2-40B4-BE49-F238E27FC236}">
                <a16:creationId xmlns:a16="http://schemas.microsoft.com/office/drawing/2014/main" id="{7BFA9100-D5F3-440C-9268-CA63233703CA}"/>
              </a:ext>
            </a:extLst>
          </p:cNvPr>
          <p:cNvSpPr>
            <a:spLocks noGrp="1"/>
          </p:cNvSpPr>
          <p:nvPr/>
        </p:nvSpPr>
        <p:spPr>
          <a:xfrm>
            <a:off x="4984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GT_10785">
            <a:extLst>
              <a:ext uri="{FF2B5EF4-FFF2-40B4-BE49-F238E27FC236}">
                <a16:creationId xmlns:a16="http://schemas.microsoft.com/office/drawing/2014/main" id="{65835AB4-6B4F-4721-84DD-78DAB2FCFC17}"/>
              </a:ext>
            </a:extLst>
          </p:cNvPr>
          <p:cNvSpPr>
            <a:spLocks noGrp="1"/>
          </p:cNvSpPr>
          <p:nvPr/>
        </p:nvSpPr>
        <p:spPr>
          <a:xfrm>
            <a:off x="49180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GT_10786">
            <a:extLst>
              <a:ext uri="{FF2B5EF4-FFF2-40B4-BE49-F238E27FC236}">
                <a16:creationId xmlns:a16="http://schemas.microsoft.com/office/drawing/2014/main" id="{D340C1BF-D737-464B-880B-12AF8171C4DF}"/>
              </a:ext>
            </a:extLst>
          </p:cNvPr>
          <p:cNvSpPr>
            <a:spLocks noGrp="1"/>
          </p:cNvSpPr>
          <p:nvPr/>
        </p:nvSpPr>
        <p:spPr>
          <a:xfrm>
            <a:off x="514065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GT_10787">
            <a:extLst>
              <a:ext uri="{FF2B5EF4-FFF2-40B4-BE49-F238E27FC236}">
                <a16:creationId xmlns:a16="http://schemas.microsoft.com/office/drawing/2014/main" id="{EA69D08E-698F-4D7E-8CBE-6DC14533B910}"/>
              </a:ext>
            </a:extLst>
          </p:cNvPr>
          <p:cNvSpPr>
            <a:spLocks noGrp="1"/>
          </p:cNvSpPr>
          <p:nvPr/>
        </p:nvSpPr>
        <p:spPr>
          <a:xfrm>
            <a:off x="50375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GT_10788">
            <a:extLst>
              <a:ext uri="{FF2B5EF4-FFF2-40B4-BE49-F238E27FC236}">
                <a16:creationId xmlns:a16="http://schemas.microsoft.com/office/drawing/2014/main" id="{C86D382B-E288-4F92-ADC3-2A242348F823}"/>
              </a:ext>
            </a:extLst>
          </p:cNvPr>
          <p:cNvSpPr>
            <a:spLocks noGrp="1"/>
          </p:cNvSpPr>
          <p:nvPr/>
        </p:nvSpPr>
        <p:spPr>
          <a:xfrm>
            <a:off x="50398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GT_10789">
            <a:extLst>
              <a:ext uri="{FF2B5EF4-FFF2-40B4-BE49-F238E27FC236}">
                <a16:creationId xmlns:a16="http://schemas.microsoft.com/office/drawing/2014/main" id="{45F5A0C7-18FC-4EF8-92FF-F3A32EFD535A}"/>
              </a:ext>
            </a:extLst>
          </p:cNvPr>
          <p:cNvSpPr>
            <a:spLocks noGrp="1"/>
          </p:cNvSpPr>
          <p:nvPr/>
        </p:nvSpPr>
        <p:spPr>
          <a:xfrm>
            <a:off x="495213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GT_10790">
            <a:extLst>
              <a:ext uri="{FF2B5EF4-FFF2-40B4-BE49-F238E27FC236}">
                <a16:creationId xmlns:a16="http://schemas.microsoft.com/office/drawing/2014/main" id="{83EF7E6A-D765-44E2-8E1B-889A51A153E6}"/>
              </a:ext>
            </a:extLst>
          </p:cNvPr>
          <p:cNvSpPr>
            <a:spLocks noGrp="1"/>
          </p:cNvSpPr>
          <p:nvPr/>
        </p:nvSpPr>
        <p:spPr>
          <a:xfrm>
            <a:off x="5089428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GT_10791">
            <a:extLst>
              <a:ext uri="{FF2B5EF4-FFF2-40B4-BE49-F238E27FC236}">
                <a16:creationId xmlns:a16="http://schemas.microsoft.com/office/drawing/2014/main" id="{C24BF4EA-CBEF-4B32-B89E-E09FACA7791A}"/>
              </a:ext>
            </a:extLst>
          </p:cNvPr>
          <p:cNvSpPr>
            <a:spLocks noGrp="1"/>
          </p:cNvSpPr>
          <p:nvPr/>
        </p:nvSpPr>
        <p:spPr>
          <a:xfrm>
            <a:off x="500525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GT_10792">
            <a:extLst>
              <a:ext uri="{FF2B5EF4-FFF2-40B4-BE49-F238E27FC236}">
                <a16:creationId xmlns:a16="http://schemas.microsoft.com/office/drawing/2014/main" id="{34A498AC-6B11-4397-863D-C3D05552E381}"/>
              </a:ext>
            </a:extLst>
          </p:cNvPr>
          <p:cNvSpPr>
            <a:spLocks noGrp="1"/>
          </p:cNvSpPr>
          <p:nvPr/>
        </p:nvSpPr>
        <p:spPr>
          <a:xfrm>
            <a:off x="49914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GT_10793">
            <a:extLst>
              <a:ext uri="{FF2B5EF4-FFF2-40B4-BE49-F238E27FC236}">
                <a16:creationId xmlns:a16="http://schemas.microsoft.com/office/drawing/2014/main" id="{80C9650D-42FA-43AD-B854-A4EDFF48AB0B}"/>
              </a:ext>
            </a:extLst>
          </p:cNvPr>
          <p:cNvSpPr>
            <a:spLocks noGrp="1"/>
          </p:cNvSpPr>
          <p:nvPr/>
        </p:nvSpPr>
        <p:spPr>
          <a:xfrm>
            <a:off x="51377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GT_10794">
            <a:extLst>
              <a:ext uri="{FF2B5EF4-FFF2-40B4-BE49-F238E27FC236}">
                <a16:creationId xmlns:a16="http://schemas.microsoft.com/office/drawing/2014/main" id="{3110C943-3434-4B3A-91C9-519DBF3B9791}"/>
              </a:ext>
            </a:extLst>
          </p:cNvPr>
          <p:cNvSpPr>
            <a:spLocks noGrp="1"/>
          </p:cNvSpPr>
          <p:nvPr/>
        </p:nvSpPr>
        <p:spPr>
          <a:xfrm>
            <a:off x="5155680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GT_10795">
            <a:extLst>
              <a:ext uri="{FF2B5EF4-FFF2-40B4-BE49-F238E27FC236}">
                <a16:creationId xmlns:a16="http://schemas.microsoft.com/office/drawing/2014/main" id="{4276594E-AB74-48EE-B591-C0C93F8FEDC2}"/>
              </a:ext>
            </a:extLst>
          </p:cNvPr>
          <p:cNvSpPr>
            <a:spLocks noGrp="1"/>
          </p:cNvSpPr>
          <p:nvPr/>
        </p:nvSpPr>
        <p:spPr>
          <a:xfrm>
            <a:off x="49603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GT_10796">
            <a:extLst>
              <a:ext uri="{FF2B5EF4-FFF2-40B4-BE49-F238E27FC236}">
                <a16:creationId xmlns:a16="http://schemas.microsoft.com/office/drawing/2014/main" id="{DC83154B-6AB6-4309-8E07-50F57B68ED64}"/>
              </a:ext>
            </a:extLst>
          </p:cNvPr>
          <p:cNvSpPr>
            <a:spLocks noGrp="1"/>
          </p:cNvSpPr>
          <p:nvPr/>
        </p:nvSpPr>
        <p:spPr>
          <a:xfrm>
            <a:off x="509976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GT_10797">
            <a:extLst>
              <a:ext uri="{FF2B5EF4-FFF2-40B4-BE49-F238E27FC236}">
                <a16:creationId xmlns:a16="http://schemas.microsoft.com/office/drawing/2014/main" id="{694031E4-D964-4A5B-B1BB-421F74E5E1A2}"/>
              </a:ext>
            </a:extLst>
          </p:cNvPr>
          <p:cNvSpPr>
            <a:spLocks noGrp="1"/>
          </p:cNvSpPr>
          <p:nvPr/>
        </p:nvSpPr>
        <p:spPr>
          <a:xfrm>
            <a:off x="516693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GT_10798">
            <a:extLst>
              <a:ext uri="{FF2B5EF4-FFF2-40B4-BE49-F238E27FC236}">
                <a16:creationId xmlns:a16="http://schemas.microsoft.com/office/drawing/2014/main" id="{E2DE7555-BC4F-46A5-8EAB-9A028F3FE49D}"/>
              </a:ext>
            </a:extLst>
          </p:cNvPr>
          <p:cNvSpPr>
            <a:spLocks noGrp="1"/>
          </p:cNvSpPr>
          <p:nvPr/>
        </p:nvSpPr>
        <p:spPr>
          <a:xfrm>
            <a:off x="50030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GT_10799">
            <a:extLst>
              <a:ext uri="{FF2B5EF4-FFF2-40B4-BE49-F238E27FC236}">
                <a16:creationId xmlns:a16="http://schemas.microsoft.com/office/drawing/2014/main" id="{7F45EB8C-8E27-4502-85A7-22A4E7DB13BE}"/>
              </a:ext>
            </a:extLst>
          </p:cNvPr>
          <p:cNvSpPr>
            <a:spLocks noGrp="1"/>
          </p:cNvSpPr>
          <p:nvPr/>
        </p:nvSpPr>
        <p:spPr>
          <a:xfrm>
            <a:off x="504521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GT_10800">
            <a:extLst>
              <a:ext uri="{FF2B5EF4-FFF2-40B4-BE49-F238E27FC236}">
                <a16:creationId xmlns:a16="http://schemas.microsoft.com/office/drawing/2014/main" id="{B807FF86-A862-4D6F-86D1-30867438A8A7}"/>
              </a:ext>
            </a:extLst>
          </p:cNvPr>
          <p:cNvSpPr>
            <a:spLocks noGrp="1"/>
          </p:cNvSpPr>
          <p:nvPr/>
        </p:nvSpPr>
        <p:spPr>
          <a:xfrm>
            <a:off x="497322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GT_10801">
            <a:extLst>
              <a:ext uri="{FF2B5EF4-FFF2-40B4-BE49-F238E27FC236}">
                <a16:creationId xmlns:a16="http://schemas.microsoft.com/office/drawing/2014/main" id="{E2301D6C-5DCE-4E38-9AA9-069B7A259FBC}"/>
              </a:ext>
            </a:extLst>
          </p:cNvPr>
          <p:cNvSpPr>
            <a:spLocks noGrp="1"/>
          </p:cNvSpPr>
          <p:nvPr/>
        </p:nvSpPr>
        <p:spPr>
          <a:xfrm>
            <a:off x="51011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GT_10802">
            <a:extLst>
              <a:ext uri="{FF2B5EF4-FFF2-40B4-BE49-F238E27FC236}">
                <a16:creationId xmlns:a16="http://schemas.microsoft.com/office/drawing/2014/main" id="{4477B37B-45E5-4A95-A83B-136744282C36}"/>
              </a:ext>
            </a:extLst>
          </p:cNvPr>
          <p:cNvSpPr>
            <a:spLocks noGrp="1"/>
          </p:cNvSpPr>
          <p:nvPr/>
        </p:nvSpPr>
        <p:spPr>
          <a:xfrm>
            <a:off x="4927661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GT_10803">
            <a:extLst>
              <a:ext uri="{FF2B5EF4-FFF2-40B4-BE49-F238E27FC236}">
                <a16:creationId xmlns:a16="http://schemas.microsoft.com/office/drawing/2014/main" id="{57D7B3D2-1155-4C49-9F56-2B4972C57FBA}"/>
              </a:ext>
            </a:extLst>
          </p:cNvPr>
          <p:cNvSpPr>
            <a:spLocks noGrp="1"/>
          </p:cNvSpPr>
          <p:nvPr/>
        </p:nvSpPr>
        <p:spPr>
          <a:xfrm>
            <a:off x="5088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GT_10804">
            <a:extLst>
              <a:ext uri="{FF2B5EF4-FFF2-40B4-BE49-F238E27FC236}">
                <a16:creationId xmlns:a16="http://schemas.microsoft.com/office/drawing/2014/main" id="{13819C07-BE0D-4144-B48F-6F16CD04E23E}"/>
              </a:ext>
            </a:extLst>
          </p:cNvPr>
          <p:cNvSpPr>
            <a:spLocks noGrp="1"/>
          </p:cNvSpPr>
          <p:nvPr/>
        </p:nvSpPr>
        <p:spPr>
          <a:xfrm>
            <a:off x="5011913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GT_10805">
            <a:extLst>
              <a:ext uri="{FF2B5EF4-FFF2-40B4-BE49-F238E27FC236}">
                <a16:creationId xmlns:a16="http://schemas.microsoft.com/office/drawing/2014/main" id="{CBBA8625-F23C-4560-9E9F-A21BE2D3CA60}"/>
              </a:ext>
            </a:extLst>
          </p:cNvPr>
          <p:cNvSpPr>
            <a:spLocks noGrp="1"/>
          </p:cNvSpPr>
          <p:nvPr/>
        </p:nvSpPr>
        <p:spPr>
          <a:xfrm>
            <a:off x="49336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GT_10806">
            <a:extLst>
              <a:ext uri="{FF2B5EF4-FFF2-40B4-BE49-F238E27FC236}">
                <a16:creationId xmlns:a16="http://schemas.microsoft.com/office/drawing/2014/main" id="{75C972BD-F18C-4D99-AB4E-FC19031CF6CA}"/>
              </a:ext>
            </a:extLst>
          </p:cNvPr>
          <p:cNvSpPr>
            <a:spLocks noGrp="1"/>
          </p:cNvSpPr>
          <p:nvPr/>
        </p:nvSpPr>
        <p:spPr>
          <a:xfrm>
            <a:off x="5016350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GT_10807">
            <a:extLst>
              <a:ext uri="{FF2B5EF4-FFF2-40B4-BE49-F238E27FC236}">
                <a16:creationId xmlns:a16="http://schemas.microsoft.com/office/drawing/2014/main" id="{545D2E87-44D4-4D45-9129-BFF74F0AB29B}"/>
              </a:ext>
            </a:extLst>
          </p:cNvPr>
          <p:cNvSpPr>
            <a:spLocks noGrp="1"/>
          </p:cNvSpPr>
          <p:nvPr/>
        </p:nvSpPr>
        <p:spPr>
          <a:xfrm>
            <a:off x="51066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GT_10808">
            <a:extLst>
              <a:ext uri="{FF2B5EF4-FFF2-40B4-BE49-F238E27FC236}">
                <a16:creationId xmlns:a16="http://schemas.microsoft.com/office/drawing/2014/main" id="{C996EF6A-7D18-4D7F-B16C-29B75EE06248}"/>
              </a:ext>
            </a:extLst>
          </p:cNvPr>
          <p:cNvSpPr>
            <a:spLocks noGrp="1"/>
          </p:cNvSpPr>
          <p:nvPr/>
        </p:nvSpPr>
        <p:spPr>
          <a:xfrm>
            <a:off x="5028376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GT_10809">
            <a:extLst>
              <a:ext uri="{FF2B5EF4-FFF2-40B4-BE49-F238E27FC236}">
                <a16:creationId xmlns:a16="http://schemas.microsoft.com/office/drawing/2014/main" id="{B32EE9A2-FA38-4E94-8F10-D7063D92326E}"/>
              </a:ext>
            </a:extLst>
          </p:cNvPr>
          <p:cNvSpPr>
            <a:spLocks noGrp="1"/>
          </p:cNvSpPr>
          <p:nvPr/>
        </p:nvSpPr>
        <p:spPr>
          <a:xfrm>
            <a:off x="50263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GT_10810">
            <a:extLst>
              <a:ext uri="{FF2B5EF4-FFF2-40B4-BE49-F238E27FC236}">
                <a16:creationId xmlns:a16="http://schemas.microsoft.com/office/drawing/2014/main" id="{34E61102-4035-4267-B2E1-6798834A4E8D}"/>
              </a:ext>
            </a:extLst>
          </p:cNvPr>
          <p:cNvSpPr>
            <a:spLocks noGrp="1"/>
          </p:cNvSpPr>
          <p:nvPr/>
        </p:nvSpPr>
        <p:spPr>
          <a:xfrm>
            <a:off x="50327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GT_10811">
            <a:extLst>
              <a:ext uri="{FF2B5EF4-FFF2-40B4-BE49-F238E27FC236}">
                <a16:creationId xmlns:a16="http://schemas.microsoft.com/office/drawing/2014/main" id="{CC0E9E52-BD83-4DFE-9FFE-ED36D9C3AA7F}"/>
              </a:ext>
            </a:extLst>
          </p:cNvPr>
          <p:cNvSpPr>
            <a:spLocks noGrp="1"/>
          </p:cNvSpPr>
          <p:nvPr/>
        </p:nvSpPr>
        <p:spPr>
          <a:xfrm>
            <a:off x="509440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GT_10812">
            <a:extLst>
              <a:ext uri="{FF2B5EF4-FFF2-40B4-BE49-F238E27FC236}">
                <a16:creationId xmlns:a16="http://schemas.microsoft.com/office/drawing/2014/main" id="{FD21EC0E-39D0-4B3B-9336-0B350431778E}"/>
              </a:ext>
            </a:extLst>
          </p:cNvPr>
          <p:cNvSpPr>
            <a:spLocks noGrp="1"/>
          </p:cNvSpPr>
          <p:nvPr/>
        </p:nvSpPr>
        <p:spPr>
          <a:xfrm>
            <a:off x="513608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GT_10813">
            <a:extLst>
              <a:ext uri="{FF2B5EF4-FFF2-40B4-BE49-F238E27FC236}">
                <a16:creationId xmlns:a16="http://schemas.microsoft.com/office/drawing/2014/main" id="{193D71C4-F252-4AA8-A2BF-F4DBC82B3ED1}"/>
              </a:ext>
            </a:extLst>
          </p:cNvPr>
          <p:cNvSpPr>
            <a:spLocks noGrp="1"/>
          </p:cNvSpPr>
          <p:nvPr/>
        </p:nvSpPr>
        <p:spPr>
          <a:xfrm>
            <a:off x="4950441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GT_10814">
            <a:extLst>
              <a:ext uri="{FF2B5EF4-FFF2-40B4-BE49-F238E27FC236}">
                <a16:creationId xmlns:a16="http://schemas.microsoft.com/office/drawing/2014/main" id="{6268BC27-ECA6-4398-A565-87AD2868D669}"/>
              </a:ext>
            </a:extLst>
          </p:cNvPr>
          <p:cNvSpPr>
            <a:spLocks noGrp="1"/>
          </p:cNvSpPr>
          <p:nvPr/>
        </p:nvSpPr>
        <p:spPr>
          <a:xfrm>
            <a:off x="5044573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GT_10815">
            <a:extLst>
              <a:ext uri="{FF2B5EF4-FFF2-40B4-BE49-F238E27FC236}">
                <a16:creationId xmlns:a16="http://schemas.microsoft.com/office/drawing/2014/main" id="{99137DE9-6FDA-417B-A0C9-4B4C145C0CFE}"/>
              </a:ext>
            </a:extLst>
          </p:cNvPr>
          <p:cNvSpPr>
            <a:spLocks noGrp="1"/>
          </p:cNvSpPr>
          <p:nvPr/>
        </p:nvSpPr>
        <p:spPr>
          <a:xfrm>
            <a:off x="4983998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GT_10816">
            <a:extLst>
              <a:ext uri="{FF2B5EF4-FFF2-40B4-BE49-F238E27FC236}">
                <a16:creationId xmlns:a16="http://schemas.microsoft.com/office/drawing/2014/main" id="{44A00B47-79D8-4A87-93B9-22BBD47F5CAB}"/>
              </a:ext>
            </a:extLst>
          </p:cNvPr>
          <p:cNvSpPr>
            <a:spLocks noGrp="1"/>
          </p:cNvSpPr>
          <p:nvPr/>
        </p:nvSpPr>
        <p:spPr>
          <a:xfrm>
            <a:off x="501416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GT_10817">
            <a:extLst>
              <a:ext uri="{FF2B5EF4-FFF2-40B4-BE49-F238E27FC236}">
                <a16:creationId xmlns:a16="http://schemas.microsoft.com/office/drawing/2014/main" id="{CDFCD30E-ADC1-4643-8B9A-D6EF261588A3}"/>
              </a:ext>
            </a:extLst>
          </p:cNvPr>
          <p:cNvSpPr>
            <a:spLocks noGrp="1"/>
          </p:cNvSpPr>
          <p:nvPr/>
        </p:nvSpPr>
        <p:spPr>
          <a:xfrm>
            <a:off x="499842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GT_10818">
            <a:extLst>
              <a:ext uri="{FF2B5EF4-FFF2-40B4-BE49-F238E27FC236}">
                <a16:creationId xmlns:a16="http://schemas.microsoft.com/office/drawing/2014/main" id="{95A122A7-D4B2-4EED-9182-7F8CFFF69145}"/>
              </a:ext>
            </a:extLst>
          </p:cNvPr>
          <p:cNvSpPr>
            <a:spLocks noGrp="1"/>
          </p:cNvSpPr>
          <p:nvPr/>
        </p:nvSpPr>
        <p:spPr>
          <a:xfrm>
            <a:off x="50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GT_10819">
            <a:extLst>
              <a:ext uri="{FF2B5EF4-FFF2-40B4-BE49-F238E27FC236}">
                <a16:creationId xmlns:a16="http://schemas.microsoft.com/office/drawing/2014/main" id="{D41CAAC7-F5E5-44AE-872C-139AD37582F4}"/>
              </a:ext>
            </a:extLst>
          </p:cNvPr>
          <p:cNvSpPr>
            <a:spLocks noGrp="1"/>
          </p:cNvSpPr>
          <p:nvPr/>
        </p:nvSpPr>
        <p:spPr>
          <a:xfrm>
            <a:off x="5017387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GT_10820">
            <a:extLst>
              <a:ext uri="{FF2B5EF4-FFF2-40B4-BE49-F238E27FC236}">
                <a16:creationId xmlns:a16="http://schemas.microsoft.com/office/drawing/2014/main" id="{E46FCB42-992D-44E7-B9E8-BC44978D6327}"/>
              </a:ext>
            </a:extLst>
          </p:cNvPr>
          <p:cNvSpPr>
            <a:spLocks noGrp="1"/>
          </p:cNvSpPr>
          <p:nvPr/>
        </p:nvSpPr>
        <p:spPr>
          <a:xfrm>
            <a:off x="4982326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GT_10821">
            <a:extLst>
              <a:ext uri="{FF2B5EF4-FFF2-40B4-BE49-F238E27FC236}">
                <a16:creationId xmlns:a16="http://schemas.microsoft.com/office/drawing/2014/main" id="{606FD974-11D8-4118-955A-6CF2062D4A9B}"/>
              </a:ext>
            </a:extLst>
          </p:cNvPr>
          <p:cNvSpPr>
            <a:spLocks noGrp="1"/>
          </p:cNvSpPr>
          <p:nvPr/>
        </p:nvSpPr>
        <p:spPr>
          <a:xfrm>
            <a:off x="51490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GT_10822">
            <a:extLst>
              <a:ext uri="{FF2B5EF4-FFF2-40B4-BE49-F238E27FC236}">
                <a16:creationId xmlns:a16="http://schemas.microsoft.com/office/drawing/2014/main" id="{E6CCA3B9-E176-48AB-90A8-8A5F9B3A7AF6}"/>
              </a:ext>
            </a:extLst>
          </p:cNvPr>
          <p:cNvSpPr>
            <a:spLocks noGrp="1"/>
          </p:cNvSpPr>
          <p:nvPr/>
        </p:nvSpPr>
        <p:spPr>
          <a:xfrm>
            <a:off x="500440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GT_10823">
            <a:extLst>
              <a:ext uri="{FF2B5EF4-FFF2-40B4-BE49-F238E27FC236}">
                <a16:creationId xmlns:a16="http://schemas.microsoft.com/office/drawing/2014/main" id="{2226BB61-DF08-4972-BC52-86E28C2E5E65}"/>
              </a:ext>
            </a:extLst>
          </p:cNvPr>
          <p:cNvSpPr>
            <a:spLocks noGrp="1"/>
          </p:cNvSpPr>
          <p:nvPr/>
        </p:nvSpPr>
        <p:spPr>
          <a:xfrm>
            <a:off x="50839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GT_10824">
            <a:extLst>
              <a:ext uri="{FF2B5EF4-FFF2-40B4-BE49-F238E27FC236}">
                <a16:creationId xmlns:a16="http://schemas.microsoft.com/office/drawing/2014/main" id="{5C9A8C8D-A8C4-4CA8-AC01-82093D4B3149}"/>
              </a:ext>
            </a:extLst>
          </p:cNvPr>
          <p:cNvSpPr>
            <a:spLocks noGrp="1"/>
          </p:cNvSpPr>
          <p:nvPr/>
        </p:nvSpPr>
        <p:spPr>
          <a:xfrm>
            <a:off x="516589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GT_10825">
            <a:extLst>
              <a:ext uri="{FF2B5EF4-FFF2-40B4-BE49-F238E27FC236}">
                <a16:creationId xmlns:a16="http://schemas.microsoft.com/office/drawing/2014/main" id="{C17C5160-BD16-4266-B6DD-6A7D0CA4604D}"/>
              </a:ext>
            </a:extLst>
          </p:cNvPr>
          <p:cNvSpPr>
            <a:spLocks noGrp="1"/>
          </p:cNvSpPr>
          <p:nvPr/>
        </p:nvSpPr>
        <p:spPr>
          <a:xfrm>
            <a:off x="516706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GT_10826">
            <a:extLst>
              <a:ext uri="{FF2B5EF4-FFF2-40B4-BE49-F238E27FC236}">
                <a16:creationId xmlns:a16="http://schemas.microsoft.com/office/drawing/2014/main" id="{39D8B1EB-17C6-4476-88B2-40A91E5AC172}"/>
              </a:ext>
            </a:extLst>
          </p:cNvPr>
          <p:cNvSpPr>
            <a:spLocks noGrp="1"/>
          </p:cNvSpPr>
          <p:nvPr/>
        </p:nvSpPr>
        <p:spPr>
          <a:xfrm>
            <a:off x="5142114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GT_10827">
            <a:extLst>
              <a:ext uri="{FF2B5EF4-FFF2-40B4-BE49-F238E27FC236}">
                <a16:creationId xmlns:a16="http://schemas.microsoft.com/office/drawing/2014/main" id="{7F5E9F3F-19DD-41F4-BD51-EB0A51C7B4C4}"/>
              </a:ext>
            </a:extLst>
          </p:cNvPr>
          <p:cNvSpPr>
            <a:spLocks noGrp="1"/>
          </p:cNvSpPr>
          <p:nvPr/>
        </p:nvSpPr>
        <p:spPr>
          <a:xfrm>
            <a:off x="508967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GT_10828">
            <a:extLst>
              <a:ext uri="{FF2B5EF4-FFF2-40B4-BE49-F238E27FC236}">
                <a16:creationId xmlns:a16="http://schemas.microsoft.com/office/drawing/2014/main" id="{5D46C33D-43EE-4BB9-837A-A301C3AB0D2E}"/>
              </a:ext>
            </a:extLst>
          </p:cNvPr>
          <p:cNvSpPr>
            <a:spLocks noGrp="1"/>
          </p:cNvSpPr>
          <p:nvPr/>
        </p:nvSpPr>
        <p:spPr>
          <a:xfrm>
            <a:off x="5017692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GT_10829">
            <a:extLst>
              <a:ext uri="{FF2B5EF4-FFF2-40B4-BE49-F238E27FC236}">
                <a16:creationId xmlns:a16="http://schemas.microsoft.com/office/drawing/2014/main" id="{71B2208D-2576-44CA-8366-A56084738DE9}"/>
              </a:ext>
            </a:extLst>
          </p:cNvPr>
          <p:cNvSpPr>
            <a:spLocks noGrp="1"/>
          </p:cNvSpPr>
          <p:nvPr/>
        </p:nvSpPr>
        <p:spPr>
          <a:xfrm>
            <a:off x="4922981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GT_10830">
            <a:extLst>
              <a:ext uri="{FF2B5EF4-FFF2-40B4-BE49-F238E27FC236}">
                <a16:creationId xmlns:a16="http://schemas.microsoft.com/office/drawing/2014/main" id="{98008F50-E58E-433A-B655-F9FEAF14E76C}"/>
              </a:ext>
            </a:extLst>
          </p:cNvPr>
          <p:cNvSpPr>
            <a:spLocks noGrp="1"/>
          </p:cNvSpPr>
          <p:nvPr/>
        </p:nvSpPr>
        <p:spPr>
          <a:xfrm>
            <a:off x="4948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GT_10831">
            <a:extLst>
              <a:ext uri="{FF2B5EF4-FFF2-40B4-BE49-F238E27FC236}">
                <a16:creationId xmlns:a16="http://schemas.microsoft.com/office/drawing/2014/main" id="{8FF54AE9-B535-4E60-A6A7-80838A23EC6A}"/>
              </a:ext>
            </a:extLst>
          </p:cNvPr>
          <p:cNvSpPr>
            <a:spLocks noGrp="1"/>
          </p:cNvSpPr>
          <p:nvPr/>
        </p:nvSpPr>
        <p:spPr>
          <a:xfrm>
            <a:off x="4972362" y="5581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GT_10832">
            <a:extLst>
              <a:ext uri="{FF2B5EF4-FFF2-40B4-BE49-F238E27FC236}">
                <a16:creationId xmlns:a16="http://schemas.microsoft.com/office/drawing/2014/main" id="{EF5E6D35-2885-40C2-8C60-47F165704995}"/>
              </a:ext>
            </a:extLst>
          </p:cNvPr>
          <p:cNvSpPr>
            <a:spLocks noGrp="1"/>
          </p:cNvSpPr>
          <p:nvPr/>
        </p:nvSpPr>
        <p:spPr>
          <a:xfrm>
            <a:off x="508830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GT_10833">
            <a:extLst>
              <a:ext uri="{FF2B5EF4-FFF2-40B4-BE49-F238E27FC236}">
                <a16:creationId xmlns:a16="http://schemas.microsoft.com/office/drawing/2014/main" id="{C34C1372-515F-4E40-B22C-5301A35F6EA1}"/>
              </a:ext>
            </a:extLst>
          </p:cNvPr>
          <p:cNvSpPr>
            <a:spLocks noGrp="1"/>
          </p:cNvSpPr>
          <p:nvPr/>
        </p:nvSpPr>
        <p:spPr>
          <a:xfrm>
            <a:off x="502047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GT_10834">
            <a:extLst>
              <a:ext uri="{FF2B5EF4-FFF2-40B4-BE49-F238E27FC236}">
                <a16:creationId xmlns:a16="http://schemas.microsoft.com/office/drawing/2014/main" id="{ACB6A75B-0C02-4C7B-92B3-3A6C74D00878}"/>
              </a:ext>
            </a:extLst>
          </p:cNvPr>
          <p:cNvSpPr>
            <a:spLocks noGrp="1"/>
          </p:cNvSpPr>
          <p:nvPr/>
        </p:nvSpPr>
        <p:spPr>
          <a:xfrm>
            <a:off x="5063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GT_10835">
            <a:extLst>
              <a:ext uri="{FF2B5EF4-FFF2-40B4-BE49-F238E27FC236}">
                <a16:creationId xmlns:a16="http://schemas.microsoft.com/office/drawing/2014/main" id="{B8E83DBF-7F45-42B1-A1BD-E4736BEABD29}"/>
              </a:ext>
            </a:extLst>
          </p:cNvPr>
          <p:cNvSpPr>
            <a:spLocks noGrp="1"/>
          </p:cNvSpPr>
          <p:nvPr/>
        </p:nvSpPr>
        <p:spPr>
          <a:xfrm>
            <a:off x="508634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GT_10836">
            <a:extLst>
              <a:ext uri="{FF2B5EF4-FFF2-40B4-BE49-F238E27FC236}">
                <a16:creationId xmlns:a16="http://schemas.microsoft.com/office/drawing/2014/main" id="{9057547A-5957-46EC-8058-925CD2113638}"/>
              </a:ext>
            </a:extLst>
          </p:cNvPr>
          <p:cNvSpPr>
            <a:spLocks noGrp="1"/>
          </p:cNvSpPr>
          <p:nvPr/>
        </p:nvSpPr>
        <p:spPr>
          <a:xfrm>
            <a:off x="515147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GT_10837">
            <a:extLst>
              <a:ext uri="{FF2B5EF4-FFF2-40B4-BE49-F238E27FC236}">
                <a16:creationId xmlns:a16="http://schemas.microsoft.com/office/drawing/2014/main" id="{15E878F1-C69A-475A-BCAA-2F65B03CDA6C}"/>
              </a:ext>
            </a:extLst>
          </p:cNvPr>
          <p:cNvSpPr>
            <a:spLocks noGrp="1"/>
          </p:cNvSpPr>
          <p:nvPr/>
        </p:nvSpPr>
        <p:spPr>
          <a:xfrm>
            <a:off x="50096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GT_10838">
            <a:extLst>
              <a:ext uri="{FF2B5EF4-FFF2-40B4-BE49-F238E27FC236}">
                <a16:creationId xmlns:a16="http://schemas.microsoft.com/office/drawing/2014/main" id="{5A311959-263B-4F40-81F2-117FC34FC80C}"/>
              </a:ext>
            </a:extLst>
          </p:cNvPr>
          <p:cNvSpPr>
            <a:spLocks noGrp="1"/>
          </p:cNvSpPr>
          <p:nvPr/>
        </p:nvSpPr>
        <p:spPr>
          <a:xfrm>
            <a:off x="49883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GT_10839">
            <a:extLst>
              <a:ext uri="{FF2B5EF4-FFF2-40B4-BE49-F238E27FC236}">
                <a16:creationId xmlns:a16="http://schemas.microsoft.com/office/drawing/2014/main" id="{2D195490-F8BD-4A1B-ADDF-2AD62857A5BC}"/>
              </a:ext>
            </a:extLst>
          </p:cNvPr>
          <p:cNvSpPr>
            <a:spLocks noGrp="1"/>
          </p:cNvSpPr>
          <p:nvPr/>
        </p:nvSpPr>
        <p:spPr>
          <a:xfrm>
            <a:off x="66817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GT_10840">
            <a:extLst>
              <a:ext uri="{FF2B5EF4-FFF2-40B4-BE49-F238E27FC236}">
                <a16:creationId xmlns:a16="http://schemas.microsoft.com/office/drawing/2014/main" id="{006869E8-FD27-4F52-81E9-D5528600DBEF}"/>
              </a:ext>
            </a:extLst>
          </p:cNvPr>
          <p:cNvSpPr>
            <a:spLocks noGrp="1"/>
          </p:cNvSpPr>
          <p:nvPr/>
        </p:nvSpPr>
        <p:spPr>
          <a:xfrm>
            <a:off x="66477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GT_10841">
            <a:extLst>
              <a:ext uri="{FF2B5EF4-FFF2-40B4-BE49-F238E27FC236}">
                <a16:creationId xmlns:a16="http://schemas.microsoft.com/office/drawing/2014/main" id="{8D1A8CB2-9F3E-4688-A3DE-5825BAC41A6A}"/>
              </a:ext>
            </a:extLst>
          </p:cNvPr>
          <p:cNvSpPr>
            <a:spLocks noGrp="1"/>
          </p:cNvSpPr>
          <p:nvPr/>
        </p:nvSpPr>
        <p:spPr>
          <a:xfrm>
            <a:off x="65747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GT_10842">
            <a:extLst>
              <a:ext uri="{FF2B5EF4-FFF2-40B4-BE49-F238E27FC236}">
                <a16:creationId xmlns:a16="http://schemas.microsoft.com/office/drawing/2014/main" id="{E613A8DD-E21B-4486-B9CC-B122DF7BFE6E}"/>
              </a:ext>
            </a:extLst>
          </p:cNvPr>
          <p:cNvSpPr>
            <a:spLocks noGrp="1"/>
          </p:cNvSpPr>
          <p:nvPr/>
        </p:nvSpPr>
        <p:spPr>
          <a:xfrm>
            <a:off x="6532293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GT_10843">
            <a:extLst>
              <a:ext uri="{FF2B5EF4-FFF2-40B4-BE49-F238E27FC236}">
                <a16:creationId xmlns:a16="http://schemas.microsoft.com/office/drawing/2014/main" id="{198229F2-0331-44EA-A0D2-C035C1D30848}"/>
              </a:ext>
            </a:extLst>
          </p:cNvPr>
          <p:cNvSpPr>
            <a:spLocks noGrp="1"/>
          </p:cNvSpPr>
          <p:nvPr/>
        </p:nvSpPr>
        <p:spPr>
          <a:xfrm>
            <a:off x="654526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GT_10844">
            <a:extLst>
              <a:ext uri="{FF2B5EF4-FFF2-40B4-BE49-F238E27FC236}">
                <a16:creationId xmlns:a16="http://schemas.microsoft.com/office/drawing/2014/main" id="{A003F18D-CF98-4409-97A9-66229B700411}"/>
              </a:ext>
            </a:extLst>
          </p:cNvPr>
          <p:cNvSpPr>
            <a:spLocks noGrp="1"/>
          </p:cNvSpPr>
          <p:nvPr/>
        </p:nvSpPr>
        <p:spPr>
          <a:xfrm>
            <a:off x="65468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GT_10845">
            <a:extLst>
              <a:ext uri="{FF2B5EF4-FFF2-40B4-BE49-F238E27FC236}">
                <a16:creationId xmlns:a16="http://schemas.microsoft.com/office/drawing/2014/main" id="{E73ABFA5-D579-43CE-85D0-2785098584CB}"/>
              </a:ext>
            </a:extLst>
          </p:cNvPr>
          <p:cNvSpPr>
            <a:spLocks noGrp="1"/>
          </p:cNvSpPr>
          <p:nvPr/>
        </p:nvSpPr>
        <p:spPr>
          <a:xfrm>
            <a:off x="66048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GT_10846">
            <a:extLst>
              <a:ext uri="{FF2B5EF4-FFF2-40B4-BE49-F238E27FC236}">
                <a16:creationId xmlns:a16="http://schemas.microsoft.com/office/drawing/2014/main" id="{8E1152AB-AAE6-4BC7-A807-1E1B5C068961}"/>
              </a:ext>
            </a:extLst>
          </p:cNvPr>
          <p:cNvSpPr>
            <a:spLocks noGrp="1"/>
          </p:cNvSpPr>
          <p:nvPr/>
        </p:nvSpPr>
        <p:spPr>
          <a:xfrm>
            <a:off x="64976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GT_10847">
            <a:extLst>
              <a:ext uri="{FF2B5EF4-FFF2-40B4-BE49-F238E27FC236}">
                <a16:creationId xmlns:a16="http://schemas.microsoft.com/office/drawing/2014/main" id="{929BA8C4-4AA7-4C6C-A902-3C0EFAF22F09}"/>
              </a:ext>
            </a:extLst>
          </p:cNvPr>
          <p:cNvSpPr>
            <a:spLocks noGrp="1"/>
          </p:cNvSpPr>
          <p:nvPr/>
        </p:nvSpPr>
        <p:spPr>
          <a:xfrm>
            <a:off x="666404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GT_10848">
            <a:extLst>
              <a:ext uri="{FF2B5EF4-FFF2-40B4-BE49-F238E27FC236}">
                <a16:creationId xmlns:a16="http://schemas.microsoft.com/office/drawing/2014/main" id="{4E394C78-E2A5-4A89-831B-7C055990BB9F}"/>
              </a:ext>
            </a:extLst>
          </p:cNvPr>
          <p:cNvSpPr>
            <a:spLocks noGrp="1"/>
          </p:cNvSpPr>
          <p:nvPr/>
        </p:nvSpPr>
        <p:spPr>
          <a:xfrm>
            <a:off x="66828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GT_10849">
            <a:extLst>
              <a:ext uri="{FF2B5EF4-FFF2-40B4-BE49-F238E27FC236}">
                <a16:creationId xmlns:a16="http://schemas.microsoft.com/office/drawing/2014/main" id="{A60A286E-F1BC-45FB-843A-0133D515B3F7}"/>
              </a:ext>
            </a:extLst>
          </p:cNvPr>
          <p:cNvSpPr>
            <a:spLocks noGrp="1"/>
          </p:cNvSpPr>
          <p:nvPr/>
        </p:nvSpPr>
        <p:spPr>
          <a:xfrm>
            <a:off x="6516663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GT_10850">
            <a:extLst>
              <a:ext uri="{FF2B5EF4-FFF2-40B4-BE49-F238E27FC236}">
                <a16:creationId xmlns:a16="http://schemas.microsoft.com/office/drawing/2014/main" id="{A06D3438-4B9D-4849-B7D2-CD93BAA60F1E}"/>
              </a:ext>
            </a:extLst>
          </p:cNvPr>
          <p:cNvSpPr>
            <a:spLocks noGrp="1"/>
          </p:cNvSpPr>
          <p:nvPr/>
        </p:nvSpPr>
        <p:spPr>
          <a:xfrm>
            <a:off x="66257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GT_10851">
            <a:extLst>
              <a:ext uri="{FF2B5EF4-FFF2-40B4-BE49-F238E27FC236}">
                <a16:creationId xmlns:a16="http://schemas.microsoft.com/office/drawing/2014/main" id="{85150FBC-511D-4AED-8E8C-9B0E0AC1DB3B}"/>
              </a:ext>
            </a:extLst>
          </p:cNvPr>
          <p:cNvSpPr>
            <a:spLocks noGrp="1"/>
          </p:cNvSpPr>
          <p:nvPr/>
        </p:nvSpPr>
        <p:spPr>
          <a:xfrm>
            <a:off x="6726096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GT_10852">
            <a:extLst>
              <a:ext uri="{FF2B5EF4-FFF2-40B4-BE49-F238E27FC236}">
                <a16:creationId xmlns:a16="http://schemas.microsoft.com/office/drawing/2014/main" id="{5296AECD-6414-4A64-A090-D7ADEAB46870}"/>
              </a:ext>
            </a:extLst>
          </p:cNvPr>
          <p:cNvSpPr>
            <a:spLocks noGrp="1"/>
          </p:cNvSpPr>
          <p:nvPr/>
        </p:nvSpPr>
        <p:spPr>
          <a:xfrm>
            <a:off x="672118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GT_10853">
            <a:extLst>
              <a:ext uri="{FF2B5EF4-FFF2-40B4-BE49-F238E27FC236}">
                <a16:creationId xmlns:a16="http://schemas.microsoft.com/office/drawing/2014/main" id="{1F505461-9DB2-40B0-A732-9F3CFBA9B516}"/>
              </a:ext>
            </a:extLst>
          </p:cNvPr>
          <p:cNvSpPr>
            <a:spLocks noGrp="1"/>
          </p:cNvSpPr>
          <p:nvPr/>
        </p:nvSpPr>
        <p:spPr>
          <a:xfrm>
            <a:off x="653380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GT_10854">
            <a:extLst>
              <a:ext uri="{FF2B5EF4-FFF2-40B4-BE49-F238E27FC236}">
                <a16:creationId xmlns:a16="http://schemas.microsoft.com/office/drawing/2014/main" id="{CCF77BB4-2A0F-4990-A073-83E21A9AE69F}"/>
              </a:ext>
            </a:extLst>
          </p:cNvPr>
          <p:cNvSpPr>
            <a:spLocks noGrp="1"/>
          </p:cNvSpPr>
          <p:nvPr/>
        </p:nvSpPr>
        <p:spPr>
          <a:xfrm>
            <a:off x="65333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GT_10855">
            <a:extLst>
              <a:ext uri="{FF2B5EF4-FFF2-40B4-BE49-F238E27FC236}">
                <a16:creationId xmlns:a16="http://schemas.microsoft.com/office/drawing/2014/main" id="{E9667383-0B57-424D-81D0-1C265A9A4518}"/>
              </a:ext>
            </a:extLst>
          </p:cNvPr>
          <p:cNvSpPr>
            <a:spLocks noGrp="1"/>
          </p:cNvSpPr>
          <p:nvPr/>
        </p:nvSpPr>
        <p:spPr>
          <a:xfrm>
            <a:off x="652207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GT_10856">
            <a:extLst>
              <a:ext uri="{FF2B5EF4-FFF2-40B4-BE49-F238E27FC236}">
                <a16:creationId xmlns:a16="http://schemas.microsoft.com/office/drawing/2014/main" id="{F74B9A6D-5C56-4534-BAC2-983790B8CE26}"/>
              </a:ext>
            </a:extLst>
          </p:cNvPr>
          <p:cNvSpPr>
            <a:spLocks noGrp="1"/>
          </p:cNvSpPr>
          <p:nvPr/>
        </p:nvSpPr>
        <p:spPr>
          <a:xfrm>
            <a:off x="66509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GT_10857">
            <a:extLst>
              <a:ext uri="{FF2B5EF4-FFF2-40B4-BE49-F238E27FC236}">
                <a16:creationId xmlns:a16="http://schemas.microsoft.com/office/drawing/2014/main" id="{0502FCF5-BD95-430B-BFD0-CD911CEB5683}"/>
              </a:ext>
            </a:extLst>
          </p:cNvPr>
          <p:cNvSpPr>
            <a:spLocks noGrp="1"/>
          </p:cNvSpPr>
          <p:nvPr/>
        </p:nvSpPr>
        <p:spPr>
          <a:xfrm>
            <a:off x="6630203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GT_10858">
            <a:extLst>
              <a:ext uri="{FF2B5EF4-FFF2-40B4-BE49-F238E27FC236}">
                <a16:creationId xmlns:a16="http://schemas.microsoft.com/office/drawing/2014/main" id="{05074913-FD68-4283-9E80-864A20E07EEF}"/>
              </a:ext>
            </a:extLst>
          </p:cNvPr>
          <p:cNvSpPr>
            <a:spLocks noGrp="1"/>
          </p:cNvSpPr>
          <p:nvPr/>
        </p:nvSpPr>
        <p:spPr>
          <a:xfrm>
            <a:off x="6538517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GT_10859">
            <a:extLst>
              <a:ext uri="{FF2B5EF4-FFF2-40B4-BE49-F238E27FC236}">
                <a16:creationId xmlns:a16="http://schemas.microsoft.com/office/drawing/2014/main" id="{F764E050-ECD2-4646-B798-A7D9EB6276BA}"/>
              </a:ext>
            </a:extLst>
          </p:cNvPr>
          <p:cNvSpPr>
            <a:spLocks noGrp="1"/>
          </p:cNvSpPr>
          <p:nvPr/>
        </p:nvSpPr>
        <p:spPr>
          <a:xfrm>
            <a:off x="67269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GT_10860">
            <a:extLst>
              <a:ext uri="{FF2B5EF4-FFF2-40B4-BE49-F238E27FC236}">
                <a16:creationId xmlns:a16="http://schemas.microsoft.com/office/drawing/2014/main" id="{D89E6DBD-8E9D-4C7E-8600-281072E102A5}"/>
              </a:ext>
            </a:extLst>
          </p:cNvPr>
          <p:cNvSpPr>
            <a:spLocks noGrp="1"/>
          </p:cNvSpPr>
          <p:nvPr/>
        </p:nvSpPr>
        <p:spPr>
          <a:xfrm>
            <a:off x="655591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GT_10861">
            <a:extLst>
              <a:ext uri="{FF2B5EF4-FFF2-40B4-BE49-F238E27FC236}">
                <a16:creationId xmlns:a16="http://schemas.microsoft.com/office/drawing/2014/main" id="{108EDD00-4E89-4EC4-A3E4-C46223A911EB}"/>
              </a:ext>
            </a:extLst>
          </p:cNvPr>
          <p:cNvSpPr>
            <a:spLocks noGrp="1"/>
          </p:cNvSpPr>
          <p:nvPr/>
        </p:nvSpPr>
        <p:spPr>
          <a:xfrm>
            <a:off x="6629111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GT_10862">
            <a:extLst>
              <a:ext uri="{FF2B5EF4-FFF2-40B4-BE49-F238E27FC236}">
                <a16:creationId xmlns:a16="http://schemas.microsoft.com/office/drawing/2014/main" id="{F6F8865F-CCD7-4048-8096-0FE17B1DFD6F}"/>
              </a:ext>
            </a:extLst>
          </p:cNvPr>
          <p:cNvSpPr>
            <a:spLocks noGrp="1"/>
          </p:cNvSpPr>
          <p:nvPr/>
        </p:nvSpPr>
        <p:spPr>
          <a:xfrm>
            <a:off x="6574768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GT_10863">
            <a:extLst>
              <a:ext uri="{FF2B5EF4-FFF2-40B4-BE49-F238E27FC236}">
                <a16:creationId xmlns:a16="http://schemas.microsoft.com/office/drawing/2014/main" id="{66C43672-5F28-4031-9A5A-D91C274368DF}"/>
              </a:ext>
            </a:extLst>
          </p:cNvPr>
          <p:cNvSpPr>
            <a:spLocks noGrp="1"/>
          </p:cNvSpPr>
          <p:nvPr/>
        </p:nvSpPr>
        <p:spPr>
          <a:xfrm>
            <a:off x="6644963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GT_10864">
            <a:extLst>
              <a:ext uri="{FF2B5EF4-FFF2-40B4-BE49-F238E27FC236}">
                <a16:creationId xmlns:a16="http://schemas.microsoft.com/office/drawing/2014/main" id="{CEDD0904-8954-4F14-8203-74669D59BC21}"/>
              </a:ext>
            </a:extLst>
          </p:cNvPr>
          <p:cNvSpPr>
            <a:spLocks noGrp="1"/>
          </p:cNvSpPr>
          <p:nvPr/>
        </p:nvSpPr>
        <p:spPr>
          <a:xfrm>
            <a:off x="6731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GT_10865">
            <a:extLst>
              <a:ext uri="{FF2B5EF4-FFF2-40B4-BE49-F238E27FC236}">
                <a16:creationId xmlns:a16="http://schemas.microsoft.com/office/drawing/2014/main" id="{D3E4BEE2-FBF5-4016-809E-C64A7693DF8E}"/>
              </a:ext>
            </a:extLst>
          </p:cNvPr>
          <p:cNvSpPr>
            <a:spLocks noGrp="1"/>
          </p:cNvSpPr>
          <p:nvPr/>
        </p:nvSpPr>
        <p:spPr>
          <a:xfrm>
            <a:off x="6698904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GT_10866">
            <a:extLst>
              <a:ext uri="{FF2B5EF4-FFF2-40B4-BE49-F238E27FC236}">
                <a16:creationId xmlns:a16="http://schemas.microsoft.com/office/drawing/2014/main" id="{BD0DF3E0-3D39-4502-B7B0-A248FA707DCE}"/>
              </a:ext>
            </a:extLst>
          </p:cNvPr>
          <p:cNvSpPr>
            <a:spLocks noGrp="1"/>
          </p:cNvSpPr>
          <p:nvPr/>
        </p:nvSpPr>
        <p:spPr>
          <a:xfrm>
            <a:off x="652161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GT_10867">
            <a:extLst>
              <a:ext uri="{FF2B5EF4-FFF2-40B4-BE49-F238E27FC236}">
                <a16:creationId xmlns:a16="http://schemas.microsoft.com/office/drawing/2014/main" id="{FF935178-901C-46E9-B925-544501C4D121}"/>
              </a:ext>
            </a:extLst>
          </p:cNvPr>
          <p:cNvSpPr>
            <a:spLocks noGrp="1"/>
          </p:cNvSpPr>
          <p:nvPr/>
        </p:nvSpPr>
        <p:spPr>
          <a:xfrm>
            <a:off x="6716575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GT_10868">
            <a:extLst>
              <a:ext uri="{FF2B5EF4-FFF2-40B4-BE49-F238E27FC236}">
                <a16:creationId xmlns:a16="http://schemas.microsoft.com/office/drawing/2014/main" id="{F9C3E782-4DA2-497E-973A-99551589F704}"/>
              </a:ext>
            </a:extLst>
          </p:cNvPr>
          <p:cNvSpPr>
            <a:spLocks noGrp="1"/>
          </p:cNvSpPr>
          <p:nvPr/>
        </p:nvSpPr>
        <p:spPr>
          <a:xfrm>
            <a:off x="6561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GT_10869">
            <a:extLst>
              <a:ext uri="{FF2B5EF4-FFF2-40B4-BE49-F238E27FC236}">
                <a16:creationId xmlns:a16="http://schemas.microsoft.com/office/drawing/2014/main" id="{B6BF9CF2-45A8-44AC-92CF-1669BA5F37CF}"/>
              </a:ext>
            </a:extLst>
          </p:cNvPr>
          <p:cNvSpPr>
            <a:spLocks noGrp="1"/>
          </p:cNvSpPr>
          <p:nvPr/>
        </p:nvSpPr>
        <p:spPr>
          <a:xfrm>
            <a:off x="67177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GT_10870">
            <a:extLst>
              <a:ext uri="{FF2B5EF4-FFF2-40B4-BE49-F238E27FC236}">
                <a16:creationId xmlns:a16="http://schemas.microsoft.com/office/drawing/2014/main" id="{E155BC6E-F65A-42A3-9831-6425D45CDF34}"/>
              </a:ext>
            </a:extLst>
          </p:cNvPr>
          <p:cNvSpPr>
            <a:spLocks noGrp="1"/>
          </p:cNvSpPr>
          <p:nvPr/>
        </p:nvSpPr>
        <p:spPr>
          <a:xfrm>
            <a:off x="6702344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GT_10871">
            <a:extLst>
              <a:ext uri="{FF2B5EF4-FFF2-40B4-BE49-F238E27FC236}">
                <a16:creationId xmlns:a16="http://schemas.microsoft.com/office/drawing/2014/main" id="{F2DDDEB2-84B5-4348-A258-9F306F161D4B}"/>
              </a:ext>
            </a:extLst>
          </p:cNvPr>
          <p:cNvSpPr>
            <a:spLocks noGrp="1"/>
          </p:cNvSpPr>
          <p:nvPr/>
        </p:nvSpPr>
        <p:spPr>
          <a:xfrm>
            <a:off x="6558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GT_10872">
            <a:extLst>
              <a:ext uri="{FF2B5EF4-FFF2-40B4-BE49-F238E27FC236}">
                <a16:creationId xmlns:a16="http://schemas.microsoft.com/office/drawing/2014/main" id="{03091ED3-E118-43E1-947D-FCCF342EEF43}"/>
              </a:ext>
            </a:extLst>
          </p:cNvPr>
          <p:cNvSpPr>
            <a:spLocks noGrp="1"/>
          </p:cNvSpPr>
          <p:nvPr/>
        </p:nvSpPr>
        <p:spPr>
          <a:xfrm>
            <a:off x="6576263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GT_10873">
            <a:extLst>
              <a:ext uri="{FF2B5EF4-FFF2-40B4-BE49-F238E27FC236}">
                <a16:creationId xmlns:a16="http://schemas.microsoft.com/office/drawing/2014/main" id="{43F5F881-3968-4138-8090-AC2E5036EFCA}"/>
              </a:ext>
            </a:extLst>
          </p:cNvPr>
          <p:cNvSpPr>
            <a:spLocks noGrp="1"/>
          </p:cNvSpPr>
          <p:nvPr/>
        </p:nvSpPr>
        <p:spPr>
          <a:xfrm>
            <a:off x="65716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GT_10874">
            <a:extLst>
              <a:ext uri="{FF2B5EF4-FFF2-40B4-BE49-F238E27FC236}">
                <a16:creationId xmlns:a16="http://schemas.microsoft.com/office/drawing/2014/main" id="{86BAEA3C-6DCA-4B70-A78E-A19BE790427A}"/>
              </a:ext>
            </a:extLst>
          </p:cNvPr>
          <p:cNvSpPr>
            <a:spLocks noGrp="1"/>
          </p:cNvSpPr>
          <p:nvPr/>
        </p:nvSpPr>
        <p:spPr>
          <a:xfrm>
            <a:off x="667347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GT_10875">
            <a:extLst>
              <a:ext uri="{FF2B5EF4-FFF2-40B4-BE49-F238E27FC236}">
                <a16:creationId xmlns:a16="http://schemas.microsoft.com/office/drawing/2014/main" id="{65FE2578-54E3-4D95-BAF3-7EAEC4477C68}"/>
              </a:ext>
            </a:extLst>
          </p:cNvPr>
          <p:cNvSpPr>
            <a:spLocks noGrp="1"/>
          </p:cNvSpPr>
          <p:nvPr/>
        </p:nvSpPr>
        <p:spPr>
          <a:xfrm>
            <a:off x="65247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GT_10876">
            <a:extLst>
              <a:ext uri="{FF2B5EF4-FFF2-40B4-BE49-F238E27FC236}">
                <a16:creationId xmlns:a16="http://schemas.microsoft.com/office/drawing/2014/main" id="{EDA5D6D0-D313-4202-935B-2C9D926B4183}"/>
              </a:ext>
            </a:extLst>
          </p:cNvPr>
          <p:cNvSpPr>
            <a:spLocks noGrp="1"/>
          </p:cNvSpPr>
          <p:nvPr/>
        </p:nvSpPr>
        <p:spPr>
          <a:xfrm>
            <a:off x="6727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GT_10877">
            <a:extLst>
              <a:ext uri="{FF2B5EF4-FFF2-40B4-BE49-F238E27FC236}">
                <a16:creationId xmlns:a16="http://schemas.microsoft.com/office/drawing/2014/main" id="{D5F554CA-8464-408D-8B04-BC915F6C81D3}"/>
              </a:ext>
            </a:extLst>
          </p:cNvPr>
          <p:cNvSpPr>
            <a:spLocks noGrp="1"/>
          </p:cNvSpPr>
          <p:nvPr/>
        </p:nvSpPr>
        <p:spPr>
          <a:xfrm>
            <a:off x="655725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GT_10878">
            <a:extLst>
              <a:ext uri="{FF2B5EF4-FFF2-40B4-BE49-F238E27FC236}">
                <a16:creationId xmlns:a16="http://schemas.microsoft.com/office/drawing/2014/main" id="{8177E4E4-6E8D-4860-B935-EDF1C1DF386D}"/>
              </a:ext>
            </a:extLst>
          </p:cNvPr>
          <p:cNvSpPr>
            <a:spLocks noGrp="1"/>
          </p:cNvSpPr>
          <p:nvPr/>
        </p:nvSpPr>
        <p:spPr>
          <a:xfrm>
            <a:off x="6517232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GT_10879">
            <a:extLst>
              <a:ext uri="{FF2B5EF4-FFF2-40B4-BE49-F238E27FC236}">
                <a16:creationId xmlns:a16="http://schemas.microsoft.com/office/drawing/2014/main" id="{9F052276-8050-4E3E-887D-505C46BFB575}"/>
              </a:ext>
            </a:extLst>
          </p:cNvPr>
          <p:cNvSpPr>
            <a:spLocks noGrp="1"/>
          </p:cNvSpPr>
          <p:nvPr/>
        </p:nvSpPr>
        <p:spPr>
          <a:xfrm>
            <a:off x="650711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GT_10880">
            <a:extLst>
              <a:ext uri="{FF2B5EF4-FFF2-40B4-BE49-F238E27FC236}">
                <a16:creationId xmlns:a16="http://schemas.microsoft.com/office/drawing/2014/main" id="{D22E77A9-4F86-4179-A2A4-358961AFBACF}"/>
              </a:ext>
            </a:extLst>
          </p:cNvPr>
          <p:cNvSpPr>
            <a:spLocks noGrp="1"/>
          </p:cNvSpPr>
          <p:nvPr/>
        </p:nvSpPr>
        <p:spPr>
          <a:xfrm>
            <a:off x="663817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GT_10881">
            <a:extLst>
              <a:ext uri="{FF2B5EF4-FFF2-40B4-BE49-F238E27FC236}">
                <a16:creationId xmlns:a16="http://schemas.microsoft.com/office/drawing/2014/main" id="{65B2538A-5E26-4171-822F-F424CFB71E58}"/>
              </a:ext>
            </a:extLst>
          </p:cNvPr>
          <p:cNvSpPr>
            <a:spLocks noGrp="1"/>
          </p:cNvSpPr>
          <p:nvPr/>
        </p:nvSpPr>
        <p:spPr>
          <a:xfrm>
            <a:off x="65168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GT_10882">
            <a:extLst>
              <a:ext uri="{FF2B5EF4-FFF2-40B4-BE49-F238E27FC236}">
                <a16:creationId xmlns:a16="http://schemas.microsoft.com/office/drawing/2014/main" id="{F8ED61B4-3035-43A5-AE39-420368BEA1FD}"/>
              </a:ext>
            </a:extLst>
          </p:cNvPr>
          <p:cNvSpPr>
            <a:spLocks noGrp="1"/>
          </p:cNvSpPr>
          <p:nvPr/>
        </p:nvSpPr>
        <p:spPr>
          <a:xfrm>
            <a:off x="6540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GT_10883">
            <a:extLst>
              <a:ext uri="{FF2B5EF4-FFF2-40B4-BE49-F238E27FC236}">
                <a16:creationId xmlns:a16="http://schemas.microsoft.com/office/drawing/2014/main" id="{2A43DD60-5FF1-4448-96B1-B0191ADABC10}"/>
              </a:ext>
            </a:extLst>
          </p:cNvPr>
          <p:cNvSpPr>
            <a:spLocks noGrp="1"/>
          </p:cNvSpPr>
          <p:nvPr/>
        </p:nvSpPr>
        <p:spPr>
          <a:xfrm>
            <a:off x="67290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GT_10884">
            <a:extLst>
              <a:ext uri="{FF2B5EF4-FFF2-40B4-BE49-F238E27FC236}">
                <a16:creationId xmlns:a16="http://schemas.microsoft.com/office/drawing/2014/main" id="{A2D431A3-8C00-4801-924D-954605DF00A4}"/>
              </a:ext>
            </a:extLst>
          </p:cNvPr>
          <p:cNvSpPr>
            <a:spLocks noGrp="1"/>
          </p:cNvSpPr>
          <p:nvPr/>
        </p:nvSpPr>
        <p:spPr>
          <a:xfrm>
            <a:off x="6497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GT_10885">
            <a:extLst>
              <a:ext uri="{FF2B5EF4-FFF2-40B4-BE49-F238E27FC236}">
                <a16:creationId xmlns:a16="http://schemas.microsoft.com/office/drawing/2014/main" id="{6A5CB667-9449-479E-AC1C-ABE8EDA22063}"/>
              </a:ext>
            </a:extLst>
          </p:cNvPr>
          <p:cNvSpPr>
            <a:spLocks noGrp="1"/>
          </p:cNvSpPr>
          <p:nvPr/>
        </p:nvSpPr>
        <p:spPr>
          <a:xfrm>
            <a:off x="6737829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GT_10886">
            <a:extLst>
              <a:ext uri="{FF2B5EF4-FFF2-40B4-BE49-F238E27FC236}">
                <a16:creationId xmlns:a16="http://schemas.microsoft.com/office/drawing/2014/main" id="{8A111F4C-E949-441B-9F75-3141045AD6CC}"/>
              </a:ext>
            </a:extLst>
          </p:cNvPr>
          <p:cNvSpPr>
            <a:spLocks noGrp="1"/>
          </p:cNvSpPr>
          <p:nvPr/>
        </p:nvSpPr>
        <p:spPr>
          <a:xfrm>
            <a:off x="66321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GT_10887">
            <a:extLst>
              <a:ext uri="{FF2B5EF4-FFF2-40B4-BE49-F238E27FC236}">
                <a16:creationId xmlns:a16="http://schemas.microsoft.com/office/drawing/2014/main" id="{2974E635-6287-4147-A552-5B4CBBDD20BE}"/>
              </a:ext>
            </a:extLst>
          </p:cNvPr>
          <p:cNvSpPr>
            <a:spLocks noGrp="1"/>
          </p:cNvSpPr>
          <p:nvPr/>
        </p:nvSpPr>
        <p:spPr>
          <a:xfrm>
            <a:off x="652086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GT_10888">
            <a:extLst>
              <a:ext uri="{FF2B5EF4-FFF2-40B4-BE49-F238E27FC236}">
                <a16:creationId xmlns:a16="http://schemas.microsoft.com/office/drawing/2014/main" id="{DF1D1007-7602-40FC-A887-22881C8EE5FA}"/>
              </a:ext>
            </a:extLst>
          </p:cNvPr>
          <p:cNvSpPr>
            <a:spLocks noGrp="1"/>
          </p:cNvSpPr>
          <p:nvPr/>
        </p:nvSpPr>
        <p:spPr>
          <a:xfrm>
            <a:off x="6679456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GT_10889">
            <a:extLst>
              <a:ext uri="{FF2B5EF4-FFF2-40B4-BE49-F238E27FC236}">
                <a16:creationId xmlns:a16="http://schemas.microsoft.com/office/drawing/2014/main" id="{CB4407FE-C1FB-4F17-8EEE-42B3461D6AD3}"/>
              </a:ext>
            </a:extLst>
          </p:cNvPr>
          <p:cNvSpPr>
            <a:spLocks noGrp="1"/>
          </p:cNvSpPr>
          <p:nvPr/>
        </p:nvSpPr>
        <p:spPr>
          <a:xfrm>
            <a:off x="66174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GT_10890">
            <a:extLst>
              <a:ext uri="{FF2B5EF4-FFF2-40B4-BE49-F238E27FC236}">
                <a16:creationId xmlns:a16="http://schemas.microsoft.com/office/drawing/2014/main" id="{F57CFE28-1F7F-4E3C-91F6-3F49A31F25B5}"/>
              </a:ext>
            </a:extLst>
          </p:cNvPr>
          <p:cNvSpPr>
            <a:spLocks noGrp="1"/>
          </p:cNvSpPr>
          <p:nvPr/>
        </p:nvSpPr>
        <p:spPr>
          <a:xfrm>
            <a:off x="66736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GT_10891">
            <a:extLst>
              <a:ext uri="{FF2B5EF4-FFF2-40B4-BE49-F238E27FC236}">
                <a16:creationId xmlns:a16="http://schemas.microsoft.com/office/drawing/2014/main" id="{F5666DDB-F4CC-4695-B139-B4A8AD32C029}"/>
              </a:ext>
            </a:extLst>
          </p:cNvPr>
          <p:cNvSpPr>
            <a:spLocks noGrp="1"/>
          </p:cNvSpPr>
          <p:nvPr/>
        </p:nvSpPr>
        <p:spPr>
          <a:xfrm>
            <a:off x="6604766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GT_10892">
            <a:extLst>
              <a:ext uri="{FF2B5EF4-FFF2-40B4-BE49-F238E27FC236}">
                <a16:creationId xmlns:a16="http://schemas.microsoft.com/office/drawing/2014/main" id="{F305BA0C-C11E-4B63-B239-E7F665853714}"/>
              </a:ext>
            </a:extLst>
          </p:cNvPr>
          <p:cNvSpPr>
            <a:spLocks noGrp="1"/>
          </p:cNvSpPr>
          <p:nvPr/>
        </p:nvSpPr>
        <p:spPr>
          <a:xfrm>
            <a:off x="6664491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GT_10893">
            <a:extLst>
              <a:ext uri="{FF2B5EF4-FFF2-40B4-BE49-F238E27FC236}">
                <a16:creationId xmlns:a16="http://schemas.microsoft.com/office/drawing/2014/main" id="{F48086D3-DCDD-4824-BB69-304FC4EE4985}"/>
              </a:ext>
            </a:extLst>
          </p:cNvPr>
          <p:cNvSpPr>
            <a:spLocks noGrp="1"/>
          </p:cNvSpPr>
          <p:nvPr/>
        </p:nvSpPr>
        <p:spPr>
          <a:xfrm>
            <a:off x="6556916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GT_10894">
            <a:extLst>
              <a:ext uri="{FF2B5EF4-FFF2-40B4-BE49-F238E27FC236}">
                <a16:creationId xmlns:a16="http://schemas.microsoft.com/office/drawing/2014/main" id="{B864BDF2-C25F-4EEE-AE5C-B2417B6AAEB9}"/>
              </a:ext>
            </a:extLst>
          </p:cNvPr>
          <p:cNvSpPr>
            <a:spLocks noGrp="1"/>
          </p:cNvSpPr>
          <p:nvPr/>
        </p:nvSpPr>
        <p:spPr>
          <a:xfrm>
            <a:off x="6662936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GT_10895">
            <a:extLst>
              <a:ext uri="{FF2B5EF4-FFF2-40B4-BE49-F238E27FC236}">
                <a16:creationId xmlns:a16="http://schemas.microsoft.com/office/drawing/2014/main" id="{013FE8BD-77DE-4E83-B967-B8599147657E}"/>
              </a:ext>
            </a:extLst>
          </p:cNvPr>
          <p:cNvSpPr>
            <a:spLocks noGrp="1"/>
          </p:cNvSpPr>
          <p:nvPr/>
        </p:nvSpPr>
        <p:spPr>
          <a:xfrm>
            <a:off x="6692219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GT_10896">
            <a:extLst>
              <a:ext uri="{FF2B5EF4-FFF2-40B4-BE49-F238E27FC236}">
                <a16:creationId xmlns:a16="http://schemas.microsoft.com/office/drawing/2014/main" id="{3D39220C-4FAF-4A12-A313-EC4B1F9437EC}"/>
              </a:ext>
            </a:extLst>
          </p:cNvPr>
          <p:cNvSpPr>
            <a:spLocks noGrp="1"/>
          </p:cNvSpPr>
          <p:nvPr/>
        </p:nvSpPr>
        <p:spPr>
          <a:xfrm>
            <a:off x="674252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GT_10897">
            <a:extLst>
              <a:ext uri="{FF2B5EF4-FFF2-40B4-BE49-F238E27FC236}">
                <a16:creationId xmlns:a16="http://schemas.microsoft.com/office/drawing/2014/main" id="{C9BC046E-2BD6-4436-BADB-15B63F1F32EA}"/>
              </a:ext>
            </a:extLst>
          </p:cNvPr>
          <p:cNvSpPr>
            <a:spLocks noGrp="1"/>
          </p:cNvSpPr>
          <p:nvPr/>
        </p:nvSpPr>
        <p:spPr>
          <a:xfrm>
            <a:off x="6491042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GT_10898">
            <a:extLst>
              <a:ext uri="{FF2B5EF4-FFF2-40B4-BE49-F238E27FC236}">
                <a16:creationId xmlns:a16="http://schemas.microsoft.com/office/drawing/2014/main" id="{89BF1609-14EA-4DCE-8E87-226ABF1D1FA3}"/>
              </a:ext>
            </a:extLst>
          </p:cNvPr>
          <p:cNvSpPr>
            <a:spLocks noGrp="1"/>
          </p:cNvSpPr>
          <p:nvPr/>
        </p:nvSpPr>
        <p:spPr>
          <a:xfrm>
            <a:off x="663428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GT_10899">
            <a:extLst>
              <a:ext uri="{FF2B5EF4-FFF2-40B4-BE49-F238E27FC236}">
                <a16:creationId xmlns:a16="http://schemas.microsoft.com/office/drawing/2014/main" id="{2414D0C8-2C11-4D2D-AD26-0CB425669BD0}"/>
              </a:ext>
            </a:extLst>
          </p:cNvPr>
          <p:cNvSpPr>
            <a:spLocks noGrp="1"/>
          </p:cNvSpPr>
          <p:nvPr/>
        </p:nvSpPr>
        <p:spPr>
          <a:xfrm>
            <a:off x="650590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GT_10900">
            <a:extLst>
              <a:ext uri="{FF2B5EF4-FFF2-40B4-BE49-F238E27FC236}">
                <a16:creationId xmlns:a16="http://schemas.microsoft.com/office/drawing/2014/main" id="{76FBD10C-4532-4270-8CF0-EF62B6B4A4BD}"/>
              </a:ext>
            </a:extLst>
          </p:cNvPr>
          <p:cNvSpPr>
            <a:spLocks noGrp="1"/>
          </p:cNvSpPr>
          <p:nvPr/>
        </p:nvSpPr>
        <p:spPr>
          <a:xfrm>
            <a:off x="669299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GT_10901">
            <a:extLst>
              <a:ext uri="{FF2B5EF4-FFF2-40B4-BE49-F238E27FC236}">
                <a16:creationId xmlns:a16="http://schemas.microsoft.com/office/drawing/2014/main" id="{A6702544-B47B-49BF-ABC7-76D6AC16452A}"/>
              </a:ext>
            </a:extLst>
          </p:cNvPr>
          <p:cNvSpPr>
            <a:spLocks noGrp="1"/>
          </p:cNvSpPr>
          <p:nvPr/>
        </p:nvSpPr>
        <p:spPr>
          <a:xfrm>
            <a:off x="65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GT_10902">
            <a:extLst>
              <a:ext uri="{FF2B5EF4-FFF2-40B4-BE49-F238E27FC236}">
                <a16:creationId xmlns:a16="http://schemas.microsoft.com/office/drawing/2014/main" id="{5F6FF399-5CA1-4E31-B439-9C00FD51B72C}"/>
              </a:ext>
            </a:extLst>
          </p:cNvPr>
          <p:cNvSpPr>
            <a:spLocks noGrp="1"/>
          </p:cNvSpPr>
          <p:nvPr/>
        </p:nvSpPr>
        <p:spPr>
          <a:xfrm>
            <a:off x="66240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GT_10903">
            <a:extLst>
              <a:ext uri="{FF2B5EF4-FFF2-40B4-BE49-F238E27FC236}">
                <a16:creationId xmlns:a16="http://schemas.microsoft.com/office/drawing/2014/main" id="{5EF956A0-DF00-4ABA-B299-13DDC7577A17}"/>
              </a:ext>
            </a:extLst>
          </p:cNvPr>
          <p:cNvSpPr>
            <a:spLocks noGrp="1"/>
          </p:cNvSpPr>
          <p:nvPr/>
        </p:nvSpPr>
        <p:spPr>
          <a:xfrm>
            <a:off x="6718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GT_10904">
            <a:extLst>
              <a:ext uri="{FF2B5EF4-FFF2-40B4-BE49-F238E27FC236}">
                <a16:creationId xmlns:a16="http://schemas.microsoft.com/office/drawing/2014/main" id="{22AD3856-F6FD-4FD6-A099-51E9892C16B0}"/>
              </a:ext>
            </a:extLst>
          </p:cNvPr>
          <p:cNvSpPr>
            <a:spLocks noGrp="1"/>
          </p:cNvSpPr>
          <p:nvPr/>
        </p:nvSpPr>
        <p:spPr>
          <a:xfrm>
            <a:off x="6490601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GT_10905">
            <a:extLst>
              <a:ext uri="{FF2B5EF4-FFF2-40B4-BE49-F238E27FC236}">
                <a16:creationId xmlns:a16="http://schemas.microsoft.com/office/drawing/2014/main" id="{1E194829-1025-442B-9E96-72E532D36376}"/>
              </a:ext>
            </a:extLst>
          </p:cNvPr>
          <p:cNvSpPr>
            <a:spLocks noGrp="1"/>
          </p:cNvSpPr>
          <p:nvPr/>
        </p:nvSpPr>
        <p:spPr>
          <a:xfrm>
            <a:off x="6531040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GT_10906">
            <a:extLst>
              <a:ext uri="{FF2B5EF4-FFF2-40B4-BE49-F238E27FC236}">
                <a16:creationId xmlns:a16="http://schemas.microsoft.com/office/drawing/2014/main" id="{5E4DAB2B-F7E0-4018-80EB-8640E11DB9FE}"/>
              </a:ext>
            </a:extLst>
          </p:cNvPr>
          <p:cNvSpPr>
            <a:spLocks noGrp="1"/>
          </p:cNvSpPr>
          <p:nvPr/>
        </p:nvSpPr>
        <p:spPr>
          <a:xfrm>
            <a:off x="657287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GT_10907">
            <a:extLst>
              <a:ext uri="{FF2B5EF4-FFF2-40B4-BE49-F238E27FC236}">
                <a16:creationId xmlns:a16="http://schemas.microsoft.com/office/drawing/2014/main" id="{EA0D4693-85DE-4583-8ED6-B18AC9B47B17}"/>
              </a:ext>
            </a:extLst>
          </p:cNvPr>
          <p:cNvSpPr>
            <a:spLocks noGrp="1"/>
          </p:cNvSpPr>
          <p:nvPr/>
        </p:nvSpPr>
        <p:spPr>
          <a:xfrm>
            <a:off x="6512401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GT_10908">
            <a:extLst>
              <a:ext uri="{FF2B5EF4-FFF2-40B4-BE49-F238E27FC236}">
                <a16:creationId xmlns:a16="http://schemas.microsoft.com/office/drawing/2014/main" id="{72337030-0F16-4770-8E6D-8DB45215FF09}"/>
              </a:ext>
            </a:extLst>
          </p:cNvPr>
          <p:cNvSpPr>
            <a:spLocks noGrp="1"/>
          </p:cNvSpPr>
          <p:nvPr/>
        </p:nvSpPr>
        <p:spPr>
          <a:xfrm>
            <a:off x="6652555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GT_10909">
            <a:extLst>
              <a:ext uri="{FF2B5EF4-FFF2-40B4-BE49-F238E27FC236}">
                <a16:creationId xmlns:a16="http://schemas.microsoft.com/office/drawing/2014/main" id="{CF93FADF-BB4F-4F2E-AFBE-42EFA477D97F}"/>
              </a:ext>
            </a:extLst>
          </p:cNvPr>
          <p:cNvSpPr>
            <a:spLocks noGrp="1"/>
          </p:cNvSpPr>
          <p:nvPr/>
        </p:nvSpPr>
        <p:spPr>
          <a:xfrm>
            <a:off x="6707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GT_10910">
            <a:extLst>
              <a:ext uri="{FF2B5EF4-FFF2-40B4-BE49-F238E27FC236}">
                <a16:creationId xmlns:a16="http://schemas.microsoft.com/office/drawing/2014/main" id="{BC36E763-5363-4D49-BE4C-E130B25E1BE7}"/>
              </a:ext>
            </a:extLst>
          </p:cNvPr>
          <p:cNvSpPr>
            <a:spLocks noGrp="1"/>
          </p:cNvSpPr>
          <p:nvPr/>
        </p:nvSpPr>
        <p:spPr>
          <a:xfrm>
            <a:off x="659957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GT_10911">
            <a:extLst>
              <a:ext uri="{FF2B5EF4-FFF2-40B4-BE49-F238E27FC236}">
                <a16:creationId xmlns:a16="http://schemas.microsoft.com/office/drawing/2014/main" id="{71D3FD32-F3F9-4C46-B209-FF7D0E4244AD}"/>
              </a:ext>
            </a:extLst>
          </p:cNvPr>
          <p:cNvSpPr>
            <a:spLocks noGrp="1"/>
          </p:cNvSpPr>
          <p:nvPr/>
        </p:nvSpPr>
        <p:spPr>
          <a:xfrm>
            <a:off x="66061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GT_10912">
            <a:extLst>
              <a:ext uri="{FF2B5EF4-FFF2-40B4-BE49-F238E27FC236}">
                <a16:creationId xmlns:a16="http://schemas.microsoft.com/office/drawing/2014/main" id="{EEAF946F-221A-4F67-863A-E89B3DE8CFC2}"/>
              </a:ext>
            </a:extLst>
          </p:cNvPr>
          <p:cNvSpPr>
            <a:spLocks noGrp="1"/>
          </p:cNvSpPr>
          <p:nvPr/>
        </p:nvSpPr>
        <p:spPr>
          <a:xfrm>
            <a:off x="64976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GT_10913">
            <a:extLst>
              <a:ext uri="{FF2B5EF4-FFF2-40B4-BE49-F238E27FC236}">
                <a16:creationId xmlns:a16="http://schemas.microsoft.com/office/drawing/2014/main" id="{29409D21-3563-4C94-8860-A295F57802C9}"/>
              </a:ext>
            </a:extLst>
          </p:cNvPr>
          <p:cNvSpPr>
            <a:spLocks noGrp="1"/>
          </p:cNvSpPr>
          <p:nvPr/>
        </p:nvSpPr>
        <p:spPr>
          <a:xfrm>
            <a:off x="673637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GT_10914">
            <a:extLst>
              <a:ext uri="{FF2B5EF4-FFF2-40B4-BE49-F238E27FC236}">
                <a16:creationId xmlns:a16="http://schemas.microsoft.com/office/drawing/2014/main" id="{CE76AB02-EC4C-45D3-B11A-9947B14035DD}"/>
              </a:ext>
            </a:extLst>
          </p:cNvPr>
          <p:cNvSpPr>
            <a:spLocks noGrp="1"/>
          </p:cNvSpPr>
          <p:nvPr/>
        </p:nvSpPr>
        <p:spPr>
          <a:xfrm>
            <a:off x="6644746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GT_10915">
            <a:extLst>
              <a:ext uri="{FF2B5EF4-FFF2-40B4-BE49-F238E27FC236}">
                <a16:creationId xmlns:a16="http://schemas.microsoft.com/office/drawing/2014/main" id="{93139AAD-77F6-43BC-A990-A208364AB6BD}"/>
              </a:ext>
            </a:extLst>
          </p:cNvPr>
          <p:cNvSpPr>
            <a:spLocks noGrp="1"/>
          </p:cNvSpPr>
          <p:nvPr/>
        </p:nvSpPr>
        <p:spPr>
          <a:xfrm>
            <a:off x="657949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GT_10916">
            <a:extLst>
              <a:ext uri="{FF2B5EF4-FFF2-40B4-BE49-F238E27FC236}">
                <a16:creationId xmlns:a16="http://schemas.microsoft.com/office/drawing/2014/main" id="{5FE28FA8-049A-44BD-8323-9DBC635EA534}"/>
              </a:ext>
            </a:extLst>
          </p:cNvPr>
          <p:cNvSpPr>
            <a:spLocks noGrp="1"/>
          </p:cNvSpPr>
          <p:nvPr/>
        </p:nvSpPr>
        <p:spPr>
          <a:xfrm>
            <a:off x="666682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GT_10917">
            <a:extLst>
              <a:ext uri="{FF2B5EF4-FFF2-40B4-BE49-F238E27FC236}">
                <a16:creationId xmlns:a16="http://schemas.microsoft.com/office/drawing/2014/main" id="{FC7B442E-DBD7-4D51-876D-65D1A66DCDB7}"/>
              </a:ext>
            </a:extLst>
          </p:cNvPr>
          <p:cNvSpPr>
            <a:spLocks noGrp="1"/>
          </p:cNvSpPr>
          <p:nvPr/>
        </p:nvSpPr>
        <p:spPr>
          <a:xfrm>
            <a:off x="66061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GT_10918">
            <a:extLst>
              <a:ext uri="{FF2B5EF4-FFF2-40B4-BE49-F238E27FC236}">
                <a16:creationId xmlns:a16="http://schemas.microsoft.com/office/drawing/2014/main" id="{736A3B60-4FA2-4147-A674-96F6121D8875}"/>
              </a:ext>
            </a:extLst>
          </p:cNvPr>
          <p:cNvSpPr>
            <a:spLocks noGrp="1"/>
          </p:cNvSpPr>
          <p:nvPr/>
        </p:nvSpPr>
        <p:spPr>
          <a:xfrm>
            <a:off x="6631778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GT_10919">
            <a:extLst>
              <a:ext uri="{FF2B5EF4-FFF2-40B4-BE49-F238E27FC236}">
                <a16:creationId xmlns:a16="http://schemas.microsoft.com/office/drawing/2014/main" id="{701309DA-4053-4F00-83E2-3D6B13696253}"/>
              </a:ext>
            </a:extLst>
          </p:cNvPr>
          <p:cNvSpPr>
            <a:spLocks noGrp="1"/>
          </p:cNvSpPr>
          <p:nvPr/>
        </p:nvSpPr>
        <p:spPr>
          <a:xfrm>
            <a:off x="650865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GT_10920">
            <a:extLst>
              <a:ext uri="{FF2B5EF4-FFF2-40B4-BE49-F238E27FC236}">
                <a16:creationId xmlns:a16="http://schemas.microsoft.com/office/drawing/2014/main" id="{415F1025-E129-4FD2-BCBA-25305ECD107D}"/>
              </a:ext>
            </a:extLst>
          </p:cNvPr>
          <p:cNvSpPr>
            <a:spLocks noGrp="1"/>
          </p:cNvSpPr>
          <p:nvPr/>
        </p:nvSpPr>
        <p:spPr>
          <a:xfrm>
            <a:off x="6625519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GT_10921">
            <a:extLst>
              <a:ext uri="{FF2B5EF4-FFF2-40B4-BE49-F238E27FC236}">
                <a16:creationId xmlns:a16="http://schemas.microsoft.com/office/drawing/2014/main" id="{F7DD4DD8-5AC7-47A5-AE98-5C132C60348F}"/>
              </a:ext>
            </a:extLst>
          </p:cNvPr>
          <p:cNvSpPr>
            <a:spLocks noGrp="1"/>
          </p:cNvSpPr>
          <p:nvPr/>
        </p:nvSpPr>
        <p:spPr>
          <a:xfrm>
            <a:off x="6687750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GT_10922">
            <a:extLst>
              <a:ext uri="{FF2B5EF4-FFF2-40B4-BE49-F238E27FC236}">
                <a16:creationId xmlns:a16="http://schemas.microsoft.com/office/drawing/2014/main" id="{5C503756-8C00-468D-A9F6-41734B8231E0}"/>
              </a:ext>
            </a:extLst>
          </p:cNvPr>
          <p:cNvSpPr>
            <a:spLocks noGrp="1"/>
          </p:cNvSpPr>
          <p:nvPr/>
        </p:nvSpPr>
        <p:spPr>
          <a:xfrm>
            <a:off x="651041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GT_10923">
            <a:extLst>
              <a:ext uri="{FF2B5EF4-FFF2-40B4-BE49-F238E27FC236}">
                <a16:creationId xmlns:a16="http://schemas.microsoft.com/office/drawing/2014/main" id="{4719A61F-92AB-4F52-BADB-98FF5CBD8FBD}"/>
              </a:ext>
            </a:extLst>
          </p:cNvPr>
          <p:cNvSpPr>
            <a:spLocks noGrp="1"/>
          </p:cNvSpPr>
          <p:nvPr/>
        </p:nvSpPr>
        <p:spPr>
          <a:xfrm>
            <a:off x="66469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GT_10924">
            <a:extLst>
              <a:ext uri="{FF2B5EF4-FFF2-40B4-BE49-F238E27FC236}">
                <a16:creationId xmlns:a16="http://schemas.microsoft.com/office/drawing/2014/main" id="{67BAAF24-01C9-4F93-B000-8352F8759EFA}"/>
              </a:ext>
            </a:extLst>
          </p:cNvPr>
          <p:cNvSpPr>
            <a:spLocks noGrp="1"/>
          </p:cNvSpPr>
          <p:nvPr/>
        </p:nvSpPr>
        <p:spPr>
          <a:xfrm>
            <a:off x="6579513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GT_10925">
            <a:extLst>
              <a:ext uri="{FF2B5EF4-FFF2-40B4-BE49-F238E27FC236}">
                <a16:creationId xmlns:a16="http://schemas.microsoft.com/office/drawing/2014/main" id="{7E420F7B-4E72-4623-B067-FDB58EBD278B}"/>
              </a:ext>
            </a:extLst>
          </p:cNvPr>
          <p:cNvSpPr>
            <a:spLocks noGrp="1"/>
          </p:cNvSpPr>
          <p:nvPr/>
        </p:nvSpPr>
        <p:spPr>
          <a:xfrm>
            <a:off x="662589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GT_10926">
            <a:extLst>
              <a:ext uri="{FF2B5EF4-FFF2-40B4-BE49-F238E27FC236}">
                <a16:creationId xmlns:a16="http://schemas.microsoft.com/office/drawing/2014/main" id="{4F02344B-30AC-49CE-98C9-B48D2451BE87}"/>
              </a:ext>
            </a:extLst>
          </p:cNvPr>
          <p:cNvSpPr>
            <a:spLocks noGrp="1"/>
          </p:cNvSpPr>
          <p:nvPr/>
        </p:nvSpPr>
        <p:spPr>
          <a:xfrm>
            <a:off x="666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GT_10927">
            <a:extLst>
              <a:ext uri="{FF2B5EF4-FFF2-40B4-BE49-F238E27FC236}">
                <a16:creationId xmlns:a16="http://schemas.microsoft.com/office/drawing/2014/main" id="{26474510-1428-43D1-901E-BBFB39499223}"/>
              </a:ext>
            </a:extLst>
          </p:cNvPr>
          <p:cNvSpPr>
            <a:spLocks noGrp="1"/>
          </p:cNvSpPr>
          <p:nvPr/>
        </p:nvSpPr>
        <p:spPr>
          <a:xfrm>
            <a:off x="66788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GT_10928">
            <a:extLst>
              <a:ext uri="{FF2B5EF4-FFF2-40B4-BE49-F238E27FC236}">
                <a16:creationId xmlns:a16="http://schemas.microsoft.com/office/drawing/2014/main" id="{3A316A6B-AFEA-4529-9902-F7EAB1211A93}"/>
              </a:ext>
            </a:extLst>
          </p:cNvPr>
          <p:cNvSpPr>
            <a:spLocks noGrp="1"/>
          </p:cNvSpPr>
          <p:nvPr/>
        </p:nvSpPr>
        <p:spPr>
          <a:xfrm>
            <a:off x="6584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GT_10929">
            <a:extLst>
              <a:ext uri="{FF2B5EF4-FFF2-40B4-BE49-F238E27FC236}">
                <a16:creationId xmlns:a16="http://schemas.microsoft.com/office/drawing/2014/main" id="{9A6B2872-3AA7-47A9-B018-306DE221A755}"/>
              </a:ext>
            </a:extLst>
          </p:cNvPr>
          <p:cNvSpPr>
            <a:spLocks noGrp="1"/>
          </p:cNvSpPr>
          <p:nvPr/>
        </p:nvSpPr>
        <p:spPr>
          <a:xfrm>
            <a:off x="652232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GT_10930">
            <a:extLst>
              <a:ext uri="{FF2B5EF4-FFF2-40B4-BE49-F238E27FC236}">
                <a16:creationId xmlns:a16="http://schemas.microsoft.com/office/drawing/2014/main" id="{22DC5E98-1677-4B5E-9EB9-66AE607A60DB}"/>
              </a:ext>
            </a:extLst>
          </p:cNvPr>
          <p:cNvSpPr>
            <a:spLocks noGrp="1"/>
          </p:cNvSpPr>
          <p:nvPr/>
        </p:nvSpPr>
        <p:spPr>
          <a:xfrm>
            <a:off x="653648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GT_10931">
            <a:extLst>
              <a:ext uri="{FF2B5EF4-FFF2-40B4-BE49-F238E27FC236}">
                <a16:creationId xmlns:a16="http://schemas.microsoft.com/office/drawing/2014/main" id="{E11513F7-5DF1-4DB0-A854-3AE2BF5D7AE4}"/>
              </a:ext>
            </a:extLst>
          </p:cNvPr>
          <p:cNvSpPr>
            <a:spLocks noGrp="1"/>
          </p:cNvSpPr>
          <p:nvPr/>
        </p:nvSpPr>
        <p:spPr>
          <a:xfrm>
            <a:off x="66392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GT_10932">
            <a:extLst>
              <a:ext uri="{FF2B5EF4-FFF2-40B4-BE49-F238E27FC236}">
                <a16:creationId xmlns:a16="http://schemas.microsoft.com/office/drawing/2014/main" id="{588A71CC-4FA3-4A08-9FD6-A684DE0AE61A}"/>
              </a:ext>
            </a:extLst>
          </p:cNvPr>
          <p:cNvSpPr>
            <a:spLocks noGrp="1"/>
          </p:cNvSpPr>
          <p:nvPr/>
        </p:nvSpPr>
        <p:spPr>
          <a:xfrm>
            <a:off x="66066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GT_10933">
            <a:extLst>
              <a:ext uri="{FF2B5EF4-FFF2-40B4-BE49-F238E27FC236}">
                <a16:creationId xmlns:a16="http://schemas.microsoft.com/office/drawing/2014/main" id="{856C4E24-39C7-4428-92B3-728603162C5C}"/>
              </a:ext>
            </a:extLst>
          </p:cNvPr>
          <p:cNvSpPr>
            <a:spLocks noGrp="1"/>
          </p:cNvSpPr>
          <p:nvPr/>
        </p:nvSpPr>
        <p:spPr>
          <a:xfrm>
            <a:off x="672992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GT_10934">
            <a:extLst>
              <a:ext uri="{FF2B5EF4-FFF2-40B4-BE49-F238E27FC236}">
                <a16:creationId xmlns:a16="http://schemas.microsoft.com/office/drawing/2014/main" id="{5AB4000E-ED04-4BE9-A9F2-E85FF560E4BF}"/>
              </a:ext>
            </a:extLst>
          </p:cNvPr>
          <p:cNvSpPr>
            <a:spLocks noGrp="1"/>
          </p:cNvSpPr>
          <p:nvPr/>
        </p:nvSpPr>
        <p:spPr>
          <a:xfrm>
            <a:off x="65905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GT_10935">
            <a:extLst>
              <a:ext uri="{FF2B5EF4-FFF2-40B4-BE49-F238E27FC236}">
                <a16:creationId xmlns:a16="http://schemas.microsoft.com/office/drawing/2014/main" id="{BC8469D9-1161-45C0-BB24-E834BD0C536C}"/>
              </a:ext>
            </a:extLst>
          </p:cNvPr>
          <p:cNvSpPr>
            <a:spLocks noGrp="1"/>
          </p:cNvSpPr>
          <p:nvPr/>
        </p:nvSpPr>
        <p:spPr>
          <a:xfrm>
            <a:off x="66095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GT_10936">
            <a:extLst>
              <a:ext uri="{FF2B5EF4-FFF2-40B4-BE49-F238E27FC236}">
                <a16:creationId xmlns:a16="http://schemas.microsoft.com/office/drawing/2014/main" id="{03736862-3A85-4B4F-A51A-741C7CA6C777}"/>
              </a:ext>
            </a:extLst>
          </p:cNvPr>
          <p:cNvSpPr>
            <a:spLocks noGrp="1"/>
          </p:cNvSpPr>
          <p:nvPr/>
        </p:nvSpPr>
        <p:spPr>
          <a:xfrm>
            <a:off x="67182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GT_10937">
            <a:extLst>
              <a:ext uri="{FF2B5EF4-FFF2-40B4-BE49-F238E27FC236}">
                <a16:creationId xmlns:a16="http://schemas.microsoft.com/office/drawing/2014/main" id="{C7D35A18-949D-4844-B5BC-914F84A05EB8}"/>
              </a:ext>
            </a:extLst>
          </p:cNvPr>
          <p:cNvSpPr>
            <a:spLocks noGrp="1"/>
          </p:cNvSpPr>
          <p:nvPr/>
        </p:nvSpPr>
        <p:spPr>
          <a:xfrm>
            <a:off x="6625675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GT_10938">
            <a:extLst>
              <a:ext uri="{FF2B5EF4-FFF2-40B4-BE49-F238E27FC236}">
                <a16:creationId xmlns:a16="http://schemas.microsoft.com/office/drawing/2014/main" id="{28878DF4-5F3A-4574-8009-BDB25B6EE518}"/>
              </a:ext>
            </a:extLst>
          </p:cNvPr>
          <p:cNvSpPr>
            <a:spLocks noGrp="1"/>
          </p:cNvSpPr>
          <p:nvPr/>
        </p:nvSpPr>
        <p:spPr>
          <a:xfrm>
            <a:off x="6638840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GT_10939">
            <a:extLst>
              <a:ext uri="{FF2B5EF4-FFF2-40B4-BE49-F238E27FC236}">
                <a16:creationId xmlns:a16="http://schemas.microsoft.com/office/drawing/2014/main" id="{3BF8CE19-CE24-45FB-8F31-D7D314682E71}"/>
              </a:ext>
            </a:extLst>
          </p:cNvPr>
          <p:cNvSpPr>
            <a:spLocks noGrp="1"/>
          </p:cNvSpPr>
          <p:nvPr/>
        </p:nvSpPr>
        <p:spPr>
          <a:xfrm>
            <a:off x="6505162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GT_10940">
            <a:extLst>
              <a:ext uri="{FF2B5EF4-FFF2-40B4-BE49-F238E27FC236}">
                <a16:creationId xmlns:a16="http://schemas.microsoft.com/office/drawing/2014/main" id="{6485D79C-1798-4BF6-ADAE-0A95E8FA0A6E}"/>
              </a:ext>
            </a:extLst>
          </p:cNvPr>
          <p:cNvSpPr>
            <a:spLocks noGrp="1"/>
          </p:cNvSpPr>
          <p:nvPr/>
        </p:nvSpPr>
        <p:spPr>
          <a:xfrm>
            <a:off x="6505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GT_10941">
            <a:extLst>
              <a:ext uri="{FF2B5EF4-FFF2-40B4-BE49-F238E27FC236}">
                <a16:creationId xmlns:a16="http://schemas.microsoft.com/office/drawing/2014/main" id="{C26BE733-959E-4A36-838E-D3FB368B9466}"/>
              </a:ext>
            </a:extLst>
          </p:cNvPr>
          <p:cNvSpPr>
            <a:spLocks noGrp="1"/>
          </p:cNvSpPr>
          <p:nvPr/>
        </p:nvSpPr>
        <p:spPr>
          <a:xfrm>
            <a:off x="669474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GT_10942">
            <a:extLst>
              <a:ext uri="{FF2B5EF4-FFF2-40B4-BE49-F238E27FC236}">
                <a16:creationId xmlns:a16="http://schemas.microsoft.com/office/drawing/2014/main" id="{1A8C5F9A-8643-467C-9192-5E726A0F9311}"/>
              </a:ext>
            </a:extLst>
          </p:cNvPr>
          <p:cNvSpPr>
            <a:spLocks noGrp="1"/>
          </p:cNvSpPr>
          <p:nvPr/>
        </p:nvSpPr>
        <p:spPr>
          <a:xfrm>
            <a:off x="657748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GT_10943">
            <a:extLst>
              <a:ext uri="{FF2B5EF4-FFF2-40B4-BE49-F238E27FC236}">
                <a16:creationId xmlns:a16="http://schemas.microsoft.com/office/drawing/2014/main" id="{3E46029E-8407-46EB-AF30-92484F4B9DD5}"/>
              </a:ext>
            </a:extLst>
          </p:cNvPr>
          <p:cNvSpPr>
            <a:spLocks noGrp="1"/>
          </p:cNvSpPr>
          <p:nvPr/>
        </p:nvSpPr>
        <p:spPr>
          <a:xfrm>
            <a:off x="653235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GT_10944">
            <a:extLst>
              <a:ext uri="{FF2B5EF4-FFF2-40B4-BE49-F238E27FC236}">
                <a16:creationId xmlns:a16="http://schemas.microsoft.com/office/drawing/2014/main" id="{10DAB3F5-55AA-4A3E-9BA5-9D25DF010123}"/>
              </a:ext>
            </a:extLst>
          </p:cNvPr>
          <p:cNvSpPr>
            <a:spLocks noGrp="1"/>
          </p:cNvSpPr>
          <p:nvPr/>
        </p:nvSpPr>
        <p:spPr>
          <a:xfrm>
            <a:off x="661197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GT_10945">
            <a:extLst>
              <a:ext uri="{FF2B5EF4-FFF2-40B4-BE49-F238E27FC236}">
                <a16:creationId xmlns:a16="http://schemas.microsoft.com/office/drawing/2014/main" id="{B3512675-6F8E-4526-B7DE-C5043D685E1D}"/>
              </a:ext>
            </a:extLst>
          </p:cNvPr>
          <p:cNvSpPr>
            <a:spLocks noGrp="1"/>
          </p:cNvSpPr>
          <p:nvPr/>
        </p:nvSpPr>
        <p:spPr>
          <a:xfrm>
            <a:off x="66057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GT_10946">
            <a:extLst>
              <a:ext uri="{FF2B5EF4-FFF2-40B4-BE49-F238E27FC236}">
                <a16:creationId xmlns:a16="http://schemas.microsoft.com/office/drawing/2014/main" id="{0106BA4B-3E10-4FD4-A938-667E48C1D30E}"/>
              </a:ext>
            </a:extLst>
          </p:cNvPr>
          <p:cNvSpPr>
            <a:spLocks noGrp="1"/>
          </p:cNvSpPr>
          <p:nvPr/>
        </p:nvSpPr>
        <p:spPr>
          <a:xfrm>
            <a:off x="6636541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GT_10947">
            <a:extLst>
              <a:ext uri="{FF2B5EF4-FFF2-40B4-BE49-F238E27FC236}">
                <a16:creationId xmlns:a16="http://schemas.microsoft.com/office/drawing/2014/main" id="{2887C709-E0F5-4816-A56C-FC3226D4D687}"/>
              </a:ext>
            </a:extLst>
          </p:cNvPr>
          <p:cNvSpPr>
            <a:spLocks noGrp="1"/>
          </p:cNvSpPr>
          <p:nvPr/>
        </p:nvSpPr>
        <p:spPr>
          <a:xfrm>
            <a:off x="653375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GT_10948">
            <a:extLst>
              <a:ext uri="{FF2B5EF4-FFF2-40B4-BE49-F238E27FC236}">
                <a16:creationId xmlns:a16="http://schemas.microsoft.com/office/drawing/2014/main" id="{378AFED4-8E67-41D6-8071-749B5FEBAB9F}"/>
              </a:ext>
            </a:extLst>
          </p:cNvPr>
          <p:cNvSpPr>
            <a:spLocks noGrp="1"/>
          </p:cNvSpPr>
          <p:nvPr/>
        </p:nvSpPr>
        <p:spPr>
          <a:xfrm>
            <a:off x="654372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GT_10949">
            <a:extLst>
              <a:ext uri="{FF2B5EF4-FFF2-40B4-BE49-F238E27FC236}">
                <a16:creationId xmlns:a16="http://schemas.microsoft.com/office/drawing/2014/main" id="{659D54D1-47D4-4399-9969-F152CF3684DD}"/>
              </a:ext>
            </a:extLst>
          </p:cNvPr>
          <p:cNvSpPr>
            <a:spLocks noGrp="1"/>
          </p:cNvSpPr>
          <p:nvPr/>
        </p:nvSpPr>
        <p:spPr>
          <a:xfrm>
            <a:off x="651844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GT_10950">
            <a:extLst>
              <a:ext uri="{FF2B5EF4-FFF2-40B4-BE49-F238E27FC236}">
                <a16:creationId xmlns:a16="http://schemas.microsoft.com/office/drawing/2014/main" id="{A149B914-0A19-4820-B895-A82F66229174}"/>
              </a:ext>
            </a:extLst>
          </p:cNvPr>
          <p:cNvSpPr>
            <a:spLocks noGrp="1"/>
          </p:cNvSpPr>
          <p:nvPr/>
        </p:nvSpPr>
        <p:spPr>
          <a:xfrm>
            <a:off x="6491476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GT_10951">
            <a:extLst>
              <a:ext uri="{FF2B5EF4-FFF2-40B4-BE49-F238E27FC236}">
                <a16:creationId xmlns:a16="http://schemas.microsoft.com/office/drawing/2014/main" id="{3C2821E3-6F31-4956-81DC-F89CE66BA9E4}"/>
              </a:ext>
            </a:extLst>
          </p:cNvPr>
          <p:cNvSpPr>
            <a:spLocks noGrp="1"/>
          </p:cNvSpPr>
          <p:nvPr/>
        </p:nvSpPr>
        <p:spPr>
          <a:xfrm>
            <a:off x="6561876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GT_10952">
            <a:extLst>
              <a:ext uri="{FF2B5EF4-FFF2-40B4-BE49-F238E27FC236}">
                <a16:creationId xmlns:a16="http://schemas.microsoft.com/office/drawing/2014/main" id="{A1F62A66-BD25-42EE-94FF-0B0F9A6E8339}"/>
              </a:ext>
            </a:extLst>
          </p:cNvPr>
          <p:cNvSpPr>
            <a:spLocks noGrp="1"/>
          </p:cNvSpPr>
          <p:nvPr/>
        </p:nvSpPr>
        <p:spPr>
          <a:xfrm>
            <a:off x="673414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GT_10953">
            <a:extLst>
              <a:ext uri="{FF2B5EF4-FFF2-40B4-BE49-F238E27FC236}">
                <a16:creationId xmlns:a16="http://schemas.microsoft.com/office/drawing/2014/main" id="{9477E946-C1B5-4272-9EB3-2D5F9552AE07}"/>
              </a:ext>
            </a:extLst>
          </p:cNvPr>
          <p:cNvSpPr>
            <a:spLocks noGrp="1"/>
          </p:cNvSpPr>
          <p:nvPr/>
        </p:nvSpPr>
        <p:spPr>
          <a:xfrm>
            <a:off x="652913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GT_10954">
            <a:extLst>
              <a:ext uri="{FF2B5EF4-FFF2-40B4-BE49-F238E27FC236}">
                <a16:creationId xmlns:a16="http://schemas.microsoft.com/office/drawing/2014/main" id="{87F736BC-3710-45F6-A6B0-A817C80D35AF}"/>
              </a:ext>
            </a:extLst>
          </p:cNvPr>
          <p:cNvSpPr>
            <a:spLocks noGrp="1"/>
          </p:cNvSpPr>
          <p:nvPr/>
        </p:nvSpPr>
        <p:spPr>
          <a:xfrm>
            <a:off x="6571373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GT_10955">
            <a:extLst>
              <a:ext uri="{FF2B5EF4-FFF2-40B4-BE49-F238E27FC236}">
                <a16:creationId xmlns:a16="http://schemas.microsoft.com/office/drawing/2014/main" id="{02536D7B-FA74-4C6B-9E3A-33001B83ECCB}"/>
              </a:ext>
            </a:extLst>
          </p:cNvPr>
          <p:cNvSpPr>
            <a:spLocks noGrp="1"/>
          </p:cNvSpPr>
          <p:nvPr/>
        </p:nvSpPr>
        <p:spPr>
          <a:xfrm>
            <a:off x="660237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GT_10956">
            <a:extLst>
              <a:ext uri="{FF2B5EF4-FFF2-40B4-BE49-F238E27FC236}">
                <a16:creationId xmlns:a16="http://schemas.microsoft.com/office/drawing/2014/main" id="{F116ED85-EAC0-4992-A1BC-F950E151ECC8}"/>
              </a:ext>
            </a:extLst>
          </p:cNvPr>
          <p:cNvSpPr>
            <a:spLocks noGrp="1"/>
          </p:cNvSpPr>
          <p:nvPr/>
        </p:nvSpPr>
        <p:spPr>
          <a:xfrm>
            <a:off x="66670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GT_10957">
            <a:extLst>
              <a:ext uri="{FF2B5EF4-FFF2-40B4-BE49-F238E27FC236}">
                <a16:creationId xmlns:a16="http://schemas.microsoft.com/office/drawing/2014/main" id="{03B4015A-5C4E-4754-B437-16F6D03524F9}"/>
              </a:ext>
            </a:extLst>
          </p:cNvPr>
          <p:cNvSpPr>
            <a:spLocks noGrp="1"/>
          </p:cNvSpPr>
          <p:nvPr/>
        </p:nvSpPr>
        <p:spPr>
          <a:xfrm>
            <a:off x="662051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GT_10958">
            <a:extLst>
              <a:ext uri="{FF2B5EF4-FFF2-40B4-BE49-F238E27FC236}">
                <a16:creationId xmlns:a16="http://schemas.microsoft.com/office/drawing/2014/main" id="{27AC51A6-3AD3-419F-ADC0-0BB16D0CBE41}"/>
              </a:ext>
            </a:extLst>
          </p:cNvPr>
          <p:cNvSpPr>
            <a:spLocks noGrp="1"/>
          </p:cNvSpPr>
          <p:nvPr/>
        </p:nvSpPr>
        <p:spPr>
          <a:xfrm>
            <a:off x="66568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GT_10959">
            <a:extLst>
              <a:ext uri="{FF2B5EF4-FFF2-40B4-BE49-F238E27FC236}">
                <a16:creationId xmlns:a16="http://schemas.microsoft.com/office/drawing/2014/main" id="{ED20F6F5-95BA-4772-A871-20BE328A46D4}"/>
              </a:ext>
            </a:extLst>
          </p:cNvPr>
          <p:cNvSpPr>
            <a:spLocks noGrp="1"/>
          </p:cNvSpPr>
          <p:nvPr/>
        </p:nvSpPr>
        <p:spPr>
          <a:xfrm>
            <a:off x="65369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GT_10960">
            <a:extLst>
              <a:ext uri="{FF2B5EF4-FFF2-40B4-BE49-F238E27FC236}">
                <a16:creationId xmlns:a16="http://schemas.microsoft.com/office/drawing/2014/main" id="{DFEE2A56-4B68-48D5-AD64-022C40858BB0}"/>
              </a:ext>
            </a:extLst>
          </p:cNvPr>
          <p:cNvSpPr>
            <a:spLocks noGrp="1"/>
          </p:cNvSpPr>
          <p:nvPr/>
        </p:nvSpPr>
        <p:spPr>
          <a:xfrm>
            <a:off x="6585626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GT_10961">
            <a:extLst>
              <a:ext uri="{FF2B5EF4-FFF2-40B4-BE49-F238E27FC236}">
                <a16:creationId xmlns:a16="http://schemas.microsoft.com/office/drawing/2014/main" id="{E69550EC-8680-4CA5-A8DA-CE6D2BF39641}"/>
              </a:ext>
            </a:extLst>
          </p:cNvPr>
          <p:cNvSpPr>
            <a:spLocks noGrp="1"/>
          </p:cNvSpPr>
          <p:nvPr/>
        </p:nvSpPr>
        <p:spPr>
          <a:xfrm>
            <a:off x="653690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GT_10962">
            <a:extLst>
              <a:ext uri="{FF2B5EF4-FFF2-40B4-BE49-F238E27FC236}">
                <a16:creationId xmlns:a16="http://schemas.microsoft.com/office/drawing/2014/main" id="{F0F60214-0185-4D36-BFC2-F6F02D2921F9}"/>
              </a:ext>
            </a:extLst>
          </p:cNvPr>
          <p:cNvSpPr>
            <a:spLocks noGrp="1"/>
          </p:cNvSpPr>
          <p:nvPr/>
        </p:nvSpPr>
        <p:spPr>
          <a:xfrm>
            <a:off x="6602891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GT_10963">
            <a:extLst>
              <a:ext uri="{FF2B5EF4-FFF2-40B4-BE49-F238E27FC236}">
                <a16:creationId xmlns:a16="http://schemas.microsoft.com/office/drawing/2014/main" id="{AC585557-2C5C-45C4-B71F-91172D187091}"/>
              </a:ext>
            </a:extLst>
          </p:cNvPr>
          <p:cNvSpPr>
            <a:spLocks noGrp="1"/>
          </p:cNvSpPr>
          <p:nvPr/>
        </p:nvSpPr>
        <p:spPr>
          <a:xfrm>
            <a:off x="65764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GT_10964">
            <a:extLst>
              <a:ext uri="{FF2B5EF4-FFF2-40B4-BE49-F238E27FC236}">
                <a16:creationId xmlns:a16="http://schemas.microsoft.com/office/drawing/2014/main" id="{CD099B7D-4DAC-46F3-A6CC-DA85A0FFEDB1}"/>
              </a:ext>
            </a:extLst>
          </p:cNvPr>
          <p:cNvSpPr>
            <a:spLocks noGrp="1"/>
          </p:cNvSpPr>
          <p:nvPr/>
        </p:nvSpPr>
        <p:spPr>
          <a:xfrm>
            <a:off x="66822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GT_10965">
            <a:extLst>
              <a:ext uri="{FF2B5EF4-FFF2-40B4-BE49-F238E27FC236}">
                <a16:creationId xmlns:a16="http://schemas.microsoft.com/office/drawing/2014/main" id="{0966FE9E-FB05-4F73-B2D7-01A98FB5EE91}"/>
              </a:ext>
            </a:extLst>
          </p:cNvPr>
          <p:cNvSpPr>
            <a:spLocks noGrp="1"/>
          </p:cNvSpPr>
          <p:nvPr/>
        </p:nvSpPr>
        <p:spPr>
          <a:xfrm>
            <a:off x="670622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GT_10966">
            <a:extLst>
              <a:ext uri="{FF2B5EF4-FFF2-40B4-BE49-F238E27FC236}">
                <a16:creationId xmlns:a16="http://schemas.microsoft.com/office/drawing/2014/main" id="{04FF4E0E-AA2C-4C0A-93E0-33B854FDD018}"/>
              </a:ext>
            </a:extLst>
          </p:cNvPr>
          <p:cNvSpPr>
            <a:spLocks noGrp="1"/>
          </p:cNvSpPr>
          <p:nvPr/>
        </p:nvSpPr>
        <p:spPr>
          <a:xfrm>
            <a:off x="67371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GT_10967">
            <a:extLst>
              <a:ext uri="{FF2B5EF4-FFF2-40B4-BE49-F238E27FC236}">
                <a16:creationId xmlns:a16="http://schemas.microsoft.com/office/drawing/2014/main" id="{8D5CE595-6840-4B8C-A5C8-127A87F98882}"/>
              </a:ext>
            </a:extLst>
          </p:cNvPr>
          <p:cNvSpPr>
            <a:spLocks noGrp="1"/>
          </p:cNvSpPr>
          <p:nvPr/>
        </p:nvSpPr>
        <p:spPr>
          <a:xfrm>
            <a:off x="66726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GT_10968">
            <a:extLst>
              <a:ext uri="{FF2B5EF4-FFF2-40B4-BE49-F238E27FC236}">
                <a16:creationId xmlns:a16="http://schemas.microsoft.com/office/drawing/2014/main" id="{ACB0A99A-2916-41D1-BDCB-C84D277F9230}"/>
              </a:ext>
            </a:extLst>
          </p:cNvPr>
          <p:cNvSpPr>
            <a:spLocks noGrp="1"/>
          </p:cNvSpPr>
          <p:nvPr/>
        </p:nvSpPr>
        <p:spPr>
          <a:xfrm>
            <a:off x="65079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GT_10969">
            <a:extLst>
              <a:ext uri="{FF2B5EF4-FFF2-40B4-BE49-F238E27FC236}">
                <a16:creationId xmlns:a16="http://schemas.microsoft.com/office/drawing/2014/main" id="{410F7296-51EB-4726-80D8-12C85AD721BF}"/>
              </a:ext>
            </a:extLst>
          </p:cNvPr>
          <p:cNvSpPr>
            <a:spLocks noGrp="1"/>
          </p:cNvSpPr>
          <p:nvPr/>
        </p:nvSpPr>
        <p:spPr>
          <a:xfrm>
            <a:off x="658038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GT_10970">
            <a:extLst>
              <a:ext uri="{FF2B5EF4-FFF2-40B4-BE49-F238E27FC236}">
                <a16:creationId xmlns:a16="http://schemas.microsoft.com/office/drawing/2014/main" id="{58F8E496-149F-44B8-B96F-C5063B695516}"/>
              </a:ext>
            </a:extLst>
          </p:cNvPr>
          <p:cNvSpPr>
            <a:spLocks noGrp="1"/>
          </p:cNvSpPr>
          <p:nvPr/>
        </p:nvSpPr>
        <p:spPr>
          <a:xfrm>
            <a:off x="66285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GT_10971">
            <a:extLst>
              <a:ext uri="{FF2B5EF4-FFF2-40B4-BE49-F238E27FC236}">
                <a16:creationId xmlns:a16="http://schemas.microsoft.com/office/drawing/2014/main" id="{CAD8C59F-B295-42A0-BF58-7D4869CF7CE4}"/>
              </a:ext>
            </a:extLst>
          </p:cNvPr>
          <p:cNvSpPr>
            <a:spLocks noGrp="1"/>
          </p:cNvSpPr>
          <p:nvPr/>
        </p:nvSpPr>
        <p:spPr>
          <a:xfrm>
            <a:off x="65958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GT_10972">
            <a:extLst>
              <a:ext uri="{FF2B5EF4-FFF2-40B4-BE49-F238E27FC236}">
                <a16:creationId xmlns:a16="http://schemas.microsoft.com/office/drawing/2014/main" id="{AD8AB9F6-1A0E-488C-9443-807189EB9F54}"/>
              </a:ext>
            </a:extLst>
          </p:cNvPr>
          <p:cNvSpPr>
            <a:spLocks noGrp="1"/>
          </p:cNvSpPr>
          <p:nvPr/>
        </p:nvSpPr>
        <p:spPr>
          <a:xfrm>
            <a:off x="664091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GT_10973">
            <a:extLst>
              <a:ext uri="{FF2B5EF4-FFF2-40B4-BE49-F238E27FC236}">
                <a16:creationId xmlns:a16="http://schemas.microsoft.com/office/drawing/2014/main" id="{C5DC350F-DB02-4521-AC48-395AA470595C}"/>
              </a:ext>
            </a:extLst>
          </p:cNvPr>
          <p:cNvSpPr>
            <a:spLocks noGrp="1"/>
          </p:cNvSpPr>
          <p:nvPr/>
        </p:nvSpPr>
        <p:spPr>
          <a:xfrm>
            <a:off x="65875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GT_10974">
            <a:extLst>
              <a:ext uri="{FF2B5EF4-FFF2-40B4-BE49-F238E27FC236}">
                <a16:creationId xmlns:a16="http://schemas.microsoft.com/office/drawing/2014/main" id="{F63706DA-BC48-4CC1-B94E-160CBB6A5CFC}"/>
              </a:ext>
            </a:extLst>
          </p:cNvPr>
          <p:cNvSpPr>
            <a:spLocks noGrp="1"/>
          </p:cNvSpPr>
          <p:nvPr/>
        </p:nvSpPr>
        <p:spPr>
          <a:xfrm>
            <a:off x="66025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GT_10975">
            <a:extLst>
              <a:ext uri="{FF2B5EF4-FFF2-40B4-BE49-F238E27FC236}">
                <a16:creationId xmlns:a16="http://schemas.microsoft.com/office/drawing/2014/main" id="{B0F67F06-4285-405C-AAE1-287E45C260A6}"/>
              </a:ext>
            </a:extLst>
          </p:cNvPr>
          <p:cNvSpPr>
            <a:spLocks noGrp="1"/>
          </p:cNvSpPr>
          <p:nvPr/>
        </p:nvSpPr>
        <p:spPr>
          <a:xfrm>
            <a:off x="670339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GT_10976">
            <a:extLst>
              <a:ext uri="{FF2B5EF4-FFF2-40B4-BE49-F238E27FC236}">
                <a16:creationId xmlns:a16="http://schemas.microsoft.com/office/drawing/2014/main" id="{E9878FEA-F49C-4D5F-85EA-DF447B8A3213}"/>
              </a:ext>
            </a:extLst>
          </p:cNvPr>
          <p:cNvSpPr>
            <a:spLocks noGrp="1"/>
          </p:cNvSpPr>
          <p:nvPr/>
        </p:nvSpPr>
        <p:spPr>
          <a:xfrm>
            <a:off x="651471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GT_10977">
            <a:extLst>
              <a:ext uri="{FF2B5EF4-FFF2-40B4-BE49-F238E27FC236}">
                <a16:creationId xmlns:a16="http://schemas.microsoft.com/office/drawing/2014/main" id="{46FA692D-B268-4707-B343-D14E6B532D28}"/>
              </a:ext>
            </a:extLst>
          </p:cNvPr>
          <p:cNvSpPr>
            <a:spLocks noGrp="1"/>
          </p:cNvSpPr>
          <p:nvPr/>
        </p:nvSpPr>
        <p:spPr>
          <a:xfrm>
            <a:off x="6614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GT_10978">
            <a:extLst>
              <a:ext uri="{FF2B5EF4-FFF2-40B4-BE49-F238E27FC236}">
                <a16:creationId xmlns:a16="http://schemas.microsoft.com/office/drawing/2014/main" id="{60C83908-11C8-4B2F-A96F-F43CA576E097}"/>
              </a:ext>
            </a:extLst>
          </p:cNvPr>
          <p:cNvSpPr>
            <a:spLocks noGrp="1"/>
          </p:cNvSpPr>
          <p:nvPr/>
        </p:nvSpPr>
        <p:spPr>
          <a:xfrm>
            <a:off x="661691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GT_10979">
            <a:extLst>
              <a:ext uri="{FF2B5EF4-FFF2-40B4-BE49-F238E27FC236}">
                <a16:creationId xmlns:a16="http://schemas.microsoft.com/office/drawing/2014/main" id="{13AB8B6D-EBDC-4341-AB14-C21619B9141F}"/>
              </a:ext>
            </a:extLst>
          </p:cNvPr>
          <p:cNvSpPr>
            <a:spLocks noGrp="1"/>
          </p:cNvSpPr>
          <p:nvPr/>
        </p:nvSpPr>
        <p:spPr>
          <a:xfrm>
            <a:off x="653487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GT_10980">
            <a:extLst>
              <a:ext uri="{FF2B5EF4-FFF2-40B4-BE49-F238E27FC236}">
                <a16:creationId xmlns:a16="http://schemas.microsoft.com/office/drawing/2014/main" id="{7AE2742B-EBA5-48B1-B064-F7499C0C1A92}"/>
              </a:ext>
            </a:extLst>
          </p:cNvPr>
          <p:cNvSpPr>
            <a:spLocks noGrp="1"/>
          </p:cNvSpPr>
          <p:nvPr/>
        </p:nvSpPr>
        <p:spPr>
          <a:xfrm>
            <a:off x="661717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GT_10981">
            <a:extLst>
              <a:ext uri="{FF2B5EF4-FFF2-40B4-BE49-F238E27FC236}">
                <a16:creationId xmlns:a16="http://schemas.microsoft.com/office/drawing/2014/main" id="{E9C4E960-6B3D-4A75-ADBF-B67B543A766E}"/>
              </a:ext>
            </a:extLst>
          </p:cNvPr>
          <p:cNvSpPr>
            <a:spLocks noGrp="1"/>
          </p:cNvSpPr>
          <p:nvPr/>
        </p:nvSpPr>
        <p:spPr>
          <a:xfrm>
            <a:off x="6684556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GT_10982">
            <a:extLst>
              <a:ext uri="{FF2B5EF4-FFF2-40B4-BE49-F238E27FC236}">
                <a16:creationId xmlns:a16="http://schemas.microsoft.com/office/drawing/2014/main" id="{1142AC4C-26E4-4D62-95DD-7F828E8ECEF0}"/>
              </a:ext>
            </a:extLst>
          </p:cNvPr>
          <p:cNvSpPr>
            <a:spLocks noGrp="1"/>
          </p:cNvSpPr>
          <p:nvPr/>
        </p:nvSpPr>
        <p:spPr>
          <a:xfrm>
            <a:off x="66276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GT_10983">
            <a:extLst>
              <a:ext uri="{FF2B5EF4-FFF2-40B4-BE49-F238E27FC236}">
                <a16:creationId xmlns:a16="http://schemas.microsoft.com/office/drawing/2014/main" id="{A609B6E3-08C1-4DF9-82B0-75F7B0647793}"/>
              </a:ext>
            </a:extLst>
          </p:cNvPr>
          <p:cNvSpPr>
            <a:spLocks noGrp="1"/>
          </p:cNvSpPr>
          <p:nvPr/>
        </p:nvSpPr>
        <p:spPr>
          <a:xfrm>
            <a:off x="6704775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GT_10984">
            <a:extLst>
              <a:ext uri="{FF2B5EF4-FFF2-40B4-BE49-F238E27FC236}">
                <a16:creationId xmlns:a16="http://schemas.microsoft.com/office/drawing/2014/main" id="{F0BF188E-3130-4F42-AB9B-63384ADE1ABF}"/>
              </a:ext>
            </a:extLst>
          </p:cNvPr>
          <p:cNvSpPr>
            <a:spLocks noGrp="1"/>
          </p:cNvSpPr>
          <p:nvPr/>
        </p:nvSpPr>
        <p:spPr>
          <a:xfrm>
            <a:off x="6585805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GT_10985">
            <a:extLst>
              <a:ext uri="{FF2B5EF4-FFF2-40B4-BE49-F238E27FC236}">
                <a16:creationId xmlns:a16="http://schemas.microsoft.com/office/drawing/2014/main" id="{8F20CCB5-6364-4285-8F6A-2AEE99B46FC6}"/>
              </a:ext>
            </a:extLst>
          </p:cNvPr>
          <p:cNvSpPr>
            <a:spLocks noGrp="1"/>
          </p:cNvSpPr>
          <p:nvPr/>
        </p:nvSpPr>
        <p:spPr>
          <a:xfrm>
            <a:off x="6541156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GT_10986">
            <a:extLst>
              <a:ext uri="{FF2B5EF4-FFF2-40B4-BE49-F238E27FC236}">
                <a16:creationId xmlns:a16="http://schemas.microsoft.com/office/drawing/2014/main" id="{BAE860A5-5714-4965-A40B-88C963F3EF24}"/>
              </a:ext>
            </a:extLst>
          </p:cNvPr>
          <p:cNvSpPr>
            <a:spLocks noGrp="1"/>
          </p:cNvSpPr>
          <p:nvPr/>
        </p:nvSpPr>
        <p:spPr>
          <a:xfrm>
            <a:off x="67190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GT_10987">
            <a:extLst>
              <a:ext uri="{FF2B5EF4-FFF2-40B4-BE49-F238E27FC236}">
                <a16:creationId xmlns:a16="http://schemas.microsoft.com/office/drawing/2014/main" id="{2BFCEC53-49ED-4F3A-9E1F-97B0ADA7EB73}"/>
              </a:ext>
            </a:extLst>
          </p:cNvPr>
          <p:cNvSpPr>
            <a:spLocks noGrp="1"/>
          </p:cNvSpPr>
          <p:nvPr/>
        </p:nvSpPr>
        <p:spPr>
          <a:xfrm>
            <a:off x="6579031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GT_10988">
            <a:extLst>
              <a:ext uri="{FF2B5EF4-FFF2-40B4-BE49-F238E27FC236}">
                <a16:creationId xmlns:a16="http://schemas.microsoft.com/office/drawing/2014/main" id="{DB9927AC-FF72-4B3E-AF8D-23E88215B993}"/>
              </a:ext>
            </a:extLst>
          </p:cNvPr>
          <p:cNvSpPr>
            <a:spLocks noGrp="1"/>
          </p:cNvSpPr>
          <p:nvPr/>
        </p:nvSpPr>
        <p:spPr>
          <a:xfrm>
            <a:off x="6491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GT_10989">
            <a:extLst>
              <a:ext uri="{FF2B5EF4-FFF2-40B4-BE49-F238E27FC236}">
                <a16:creationId xmlns:a16="http://schemas.microsoft.com/office/drawing/2014/main" id="{B4F86F8A-C3F3-41C2-85F3-33F5819357F6}"/>
              </a:ext>
            </a:extLst>
          </p:cNvPr>
          <p:cNvSpPr>
            <a:spLocks noGrp="1"/>
          </p:cNvSpPr>
          <p:nvPr/>
        </p:nvSpPr>
        <p:spPr>
          <a:xfrm>
            <a:off x="671819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GT_10990">
            <a:extLst>
              <a:ext uri="{FF2B5EF4-FFF2-40B4-BE49-F238E27FC236}">
                <a16:creationId xmlns:a16="http://schemas.microsoft.com/office/drawing/2014/main" id="{64CF6813-0C15-48BA-8F48-CA31B723B088}"/>
              </a:ext>
            </a:extLst>
          </p:cNvPr>
          <p:cNvSpPr>
            <a:spLocks noGrp="1"/>
          </p:cNvSpPr>
          <p:nvPr/>
        </p:nvSpPr>
        <p:spPr>
          <a:xfrm>
            <a:off x="67028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GT_10991">
            <a:extLst>
              <a:ext uri="{FF2B5EF4-FFF2-40B4-BE49-F238E27FC236}">
                <a16:creationId xmlns:a16="http://schemas.microsoft.com/office/drawing/2014/main" id="{50FC2467-8FCF-45CE-B2C4-08979985410E}"/>
              </a:ext>
            </a:extLst>
          </p:cNvPr>
          <p:cNvSpPr>
            <a:spLocks noGrp="1"/>
          </p:cNvSpPr>
          <p:nvPr/>
        </p:nvSpPr>
        <p:spPr>
          <a:xfrm>
            <a:off x="669325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GT_10992">
            <a:extLst>
              <a:ext uri="{FF2B5EF4-FFF2-40B4-BE49-F238E27FC236}">
                <a16:creationId xmlns:a16="http://schemas.microsoft.com/office/drawing/2014/main" id="{8D7CE1D3-A4A1-4CF4-BAE2-FF3A9311D554}"/>
              </a:ext>
            </a:extLst>
          </p:cNvPr>
          <p:cNvSpPr>
            <a:spLocks noGrp="1"/>
          </p:cNvSpPr>
          <p:nvPr/>
        </p:nvSpPr>
        <p:spPr>
          <a:xfrm>
            <a:off x="6687892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GT_10993">
            <a:extLst>
              <a:ext uri="{FF2B5EF4-FFF2-40B4-BE49-F238E27FC236}">
                <a16:creationId xmlns:a16="http://schemas.microsoft.com/office/drawing/2014/main" id="{0A1D11E9-E624-47C1-BC70-DA680925CDBB}"/>
              </a:ext>
            </a:extLst>
          </p:cNvPr>
          <p:cNvSpPr>
            <a:spLocks noGrp="1"/>
          </p:cNvSpPr>
          <p:nvPr/>
        </p:nvSpPr>
        <p:spPr>
          <a:xfrm>
            <a:off x="673863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GT_10994">
            <a:extLst>
              <a:ext uri="{FF2B5EF4-FFF2-40B4-BE49-F238E27FC236}">
                <a16:creationId xmlns:a16="http://schemas.microsoft.com/office/drawing/2014/main" id="{180EBC65-43CD-4A2F-8525-5C3D333B8069}"/>
              </a:ext>
            </a:extLst>
          </p:cNvPr>
          <p:cNvSpPr>
            <a:spLocks noGrp="1"/>
          </p:cNvSpPr>
          <p:nvPr/>
        </p:nvSpPr>
        <p:spPr>
          <a:xfrm>
            <a:off x="6700004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GT_10995">
            <a:extLst>
              <a:ext uri="{FF2B5EF4-FFF2-40B4-BE49-F238E27FC236}">
                <a16:creationId xmlns:a16="http://schemas.microsoft.com/office/drawing/2014/main" id="{6BF22901-3157-4C37-BE8C-6D24FFD3FB6D}"/>
              </a:ext>
            </a:extLst>
          </p:cNvPr>
          <p:cNvSpPr>
            <a:spLocks noGrp="1"/>
          </p:cNvSpPr>
          <p:nvPr/>
        </p:nvSpPr>
        <p:spPr>
          <a:xfrm>
            <a:off x="66462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GT_10996">
            <a:extLst>
              <a:ext uri="{FF2B5EF4-FFF2-40B4-BE49-F238E27FC236}">
                <a16:creationId xmlns:a16="http://schemas.microsoft.com/office/drawing/2014/main" id="{4F451AEA-601D-458E-A895-D6943F046D65}"/>
              </a:ext>
            </a:extLst>
          </p:cNvPr>
          <p:cNvSpPr>
            <a:spLocks noGrp="1"/>
          </p:cNvSpPr>
          <p:nvPr/>
        </p:nvSpPr>
        <p:spPr>
          <a:xfrm>
            <a:off x="6494699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GT_10997">
            <a:extLst>
              <a:ext uri="{FF2B5EF4-FFF2-40B4-BE49-F238E27FC236}">
                <a16:creationId xmlns:a16="http://schemas.microsoft.com/office/drawing/2014/main" id="{9B5DEFFE-829A-4F90-BE7E-2585B7ECED90}"/>
              </a:ext>
            </a:extLst>
          </p:cNvPr>
          <p:cNvSpPr>
            <a:spLocks noGrp="1"/>
          </p:cNvSpPr>
          <p:nvPr/>
        </p:nvSpPr>
        <p:spPr>
          <a:xfrm>
            <a:off x="65105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GT_10998">
            <a:extLst>
              <a:ext uri="{FF2B5EF4-FFF2-40B4-BE49-F238E27FC236}">
                <a16:creationId xmlns:a16="http://schemas.microsoft.com/office/drawing/2014/main" id="{F4ECD0CE-0AC4-4867-945B-86A3FCDF7272}"/>
              </a:ext>
            </a:extLst>
          </p:cNvPr>
          <p:cNvSpPr>
            <a:spLocks noGrp="1"/>
          </p:cNvSpPr>
          <p:nvPr/>
        </p:nvSpPr>
        <p:spPr>
          <a:xfrm>
            <a:off x="6556371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GT_10999">
            <a:extLst>
              <a:ext uri="{FF2B5EF4-FFF2-40B4-BE49-F238E27FC236}">
                <a16:creationId xmlns:a16="http://schemas.microsoft.com/office/drawing/2014/main" id="{7650A8D4-DC8B-4478-974B-E3A246A8A6D4}"/>
              </a:ext>
            </a:extLst>
          </p:cNvPr>
          <p:cNvSpPr>
            <a:spLocks noGrp="1"/>
          </p:cNvSpPr>
          <p:nvPr/>
        </p:nvSpPr>
        <p:spPr>
          <a:xfrm>
            <a:off x="6545807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GT_11000">
            <a:extLst>
              <a:ext uri="{FF2B5EF4-FFF2-40B4-BE49-F238E27FC236}">
                <a16:creationId xmlns:a16="http://schemas.microsoft.com/office/drawing/2014/main" id="{A6AC549F-FB2A-4E46-A6E2-C21EB8DE120A}"/>
              </a:ext>
            </a:extLst>
          </p:cNvPr>
          <p:cNvSpPr>
            <a:spLocks noGrp="1"/>
          </p:cNvSpPr>
          <p:nvPr/>
        </p:nvSpPr>
        <p:spPr>
          <a:xfrm>
            <a:off x="6500617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GT_11001">
            <a:extLst>
              <a:ext uri="{FF2B5EF4-FFF2-40B4-BE49-F238E27FC236}">
                <a16:creationId xmlns:a16="http://schemas.microsoft.com/office/drawing/2014/main" id="{585226D9-A83C-4F26-B12B-543C64B5DC16}"/>
              </a:ext>
            </a:extLst>
          </p:cNvPr>
          <p:cNvSpPr>
            <a:spLocks noGrp="1"/>
          </p:cNvSpPr>
          <p:nvPr/>
        </p:nvSpPr>
        <p:spPr>
          <a:xfrm>
            <a:off x="656709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GT_11002">
            <a:extLst>
              <a:ext uri="{FF2B5EF4-FFF2-40B4-BE49-F238E27FC236}">
                <a16:creationId xmlns:a16="http://schemas.microsoft.com/office/drawing/2014/main" id="{EC5190F4-0AF6-4C9B-A764-B26A3BB9E3AB}"/>
              </a:ext>
            </a:extLst>
          </p:cNvPr>
          <p:cNvSpPr>
            <a:spLocks noGrp="1"/>
          </p:cNvSpPr>
          <p:nvPr/>
        </p:nvSpPr>
        <p:spPr>
          <a:xfrm>
            <a:off x="672372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GT_11003">
            <a:extLst>
              <a:ext uri="{FF2B5EF4-FFF2-40B4-BE49-F238E27FC236}">
                <a16:creationId xmlns:a16="http://schemas.microsoft.com/office/drawing/2014/main" id="{37E4A70E-67D6-41E3-BED9-C6C35A6FF408}"/>
              </a:ext>
            </a:extLst>
          </p:cNvPr>
          <p:cNvSpPr>
            <a:spLocks noGrp="1"/>
          </p:cNvSpPr>
          <p:nvPr/>
        </p:nvSpPr>
        <p:spPr>
          <a:xfrm>
            <a:off x="663927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GT_11004">
            <a:extLst>
              <a:ext uri="{FF2B5EF4-FFF2-40B4-BE49-F238E27FC236}">
                <a16:creationId xmlns:a16="http://schemas.microsoft.com/office/drawing/2014/main" id="{EA783EE4-9ABC-40D1-B690-AFA7A8A76EAC}"/>
              </a:ext>
            </a:extLst>
          </p:cNvPr>
          <p:cNvSpPr>
            <a:spLocks noGrp="1"/>
          </p:cNvSpPr>
          <p:nvPr/>
        </p:nvSpPr>
        <p:spPr>
          <a:xfrm>
            <a:off x="650268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GT_11005">
            <a:extLst>
              <a:ext uri="{FF2B5EF4-FFF2-40B4-BE49-F238E27FC236}">
                <a16:creationId xmlns:a16="http://schemas.microsoft.com/office/drawing/2014/main" id="{5FCE54B8-63CA-476E-9F70-526BD82AD0F5}"/>
              </a:ext>
            </a:extLst>
          </p:cNvPr>
          <p:cNvSpPr>
            <a:spLocks noGrp="1"/>
          </p:cNvSpPr>
          <p:nvPr/>
        </p:nvSpPr>
        <p:spPr>
          <a:xfrm>
            <a:off x="6659500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GT_11006">
            <a:extLst>
              <a:ext uri="{FF2B5EF4-FFF2-40B4-BE49-F238E27FC236}">
                <a16:creationId xmlns:a16="http://schemas.microsoft.com/office/drawing/2014/main" id="{4E39727A-629E-4D91-A56F-8BC628103570}"/>
              </a:ext>
            </a:extLst>
          </p:cNvPr>
          <p:cNvSpPr>
            <a:spLocks noGrp="1"/>
          </p:cNvSpPr>
          <p:nvPr/>
        </p:nvSpPr>
        <p:spPr>
          <a:xfrm>
            <a:off x="655696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GT_11007">
            <a:extLst>
              <a:ext uri="{FF2B5EF4-FFF2-40B4-BE49-F238E27FC236}">
                <a16:creationId xmlns:a16="http://schemas.microsoft.com/office/drawing/2014/main" id="{55FEB072-ECB3-41F5-AB6C-007175219E48}"/>
              </a:ext>
            </a:extLst>
          </p:cNvPr>
          <p:cNvSpPr>
            <a:spLocks noGrp="1"/>
          </p:cNvSpPr>
          <p:nvPr/>
        </p:nvSpPr>
        <p:spPr>
          <a:xfrm>
            <a:off x="6691019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GT_11008">
            <a:extLst>
              <a:ext uri="{FF2B5EF4-FFF2-40B4-BE49-F238E27FC236}">
                <a16:creationId xmlns:a16="http://schemas.microsoft.com/office/drawing/2014/main" id="{8C4ABD82-EC8C-4D5E-AB2D-6370ABC246E9}"/>
              </a:ext>
            </a:extLst>
          </p:cNvPr>
          <p:cNvSpPr>
            <a:spLocks noGrp="1"/>
          </p:cNvSpPr>
          <p:nvPr/>
        </p:nvSpPr>
        <p:spPr>
          <a:xfrm>
            <a:off x="67256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GT_11009">
            <a:extLst>
              <a:ext uri="{FF2B5EF4-FFF2-40B4-BE49-F238E27FC236}">
                <a16:creationId xmlns:a16="http://schemas.microsoft.com/office/drawing/2014/main" id="{1E997F32-1485-481F-AC09-894884FFC0EE}"/>
              </a:ext>
            </a:extLst>
          </p:cNvPr>
          <p:cNvSpPr>
            <a:spLocks noGrp="1"/>
          </p:cNvSpPr>
          <p:nvPr/>
        </p:nvSpPr>
        <p:spPr>
          <a:xfrm>
            <a:off x="66987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GT_11010">
            <a:extLst>
              <a:ext uri="{FF2B5EF4-FFF2-40B4-BE49-F238E27FC236}">
                <a16:creationId xmlns:a16="http://schemas.microsoft.com/office/drawing/2014/main" id="{3AD750C4-507E-44AA-AC01-3D0B2DD3AFEC}"/>
              </a:ext>
            </a:extLst>
          </p:cNvPr>
          <p:cNvSpPr>
            <a:spLocks noGrp="1"/>
          </p:cNvSpPr>
          <p:nvPr/>
        </p:nvSpPr>
        <p:spPr>
          <a:xfrm>
            <a:off x="6622687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GT_11011">
            <a:extLst>
              <a:ext uri="{FF2B5EF4-FFF2-40B4-BE49-F238E27FC236}">
                <a16:creationId xmlns:a16="http://schemas.microsoft.com/office/drawing/2014/main" id="{7F50AC27-2263-437B-9372-78A77FDBA67C}"/>
              </a:ext>
            </a:extLst>
          </p:cNvPr>
          <p:cNvSpPr>
            <a:spLocks noGrp="1"/>
          </p:cNvSpPr>
          <p:nvPr/>
        </p:nvSpPr>
        <p:spPr>
          <a:xfrm>
            <a:off x="649554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GT_11012">
            <a:extLst>
              <a:ext uri="{FF2B5EF4-FFF2-40B4-BE49-F238E27FC236}">
                <a16:creationId xmlns:a16="http://schemas.microsoft.com/office/drawing/2014/main" id="{D73F50DC-378F-4EA1-B7BB-5FDC53B3E262}"/>
              </a:ext>
            </a:extLst>
          </p:cNvPr>
          <p:cNvSpPr>
            <a:spLocks noGrp="1"/>
          </p:cNvSpPr>
          <p:nvPr/>
        </p:nvSpPr>
        <p:spPr>
          <a:xfrm>
            <a:off x="650256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GT_11013">
            <a:extLst>
              <a:ext uri="{FF2B5EF4-FFF2-40B4-BE49-F238E27FC236}">
                <a16:creationId xmlns:a16="http://schemas.microsoft.com/office/drawing/2014/main" id="{B9911ECC-7B95-4CA5-A079-94755DDD7EE1}"/>
              </a:ext>
            </a:extLst>
          </p:cNvPr>
          <p:cNvSpPr>
            <a:spLocks noGrp="1"/>
          </p:cNvSpPr>
          <p:nvPr/>
        </p:nvSpPr>
        <p:spPr>
          <a:xfrm>
            <a:off x="67009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GT_11014">
            <a:extLst>
              <a:ext uri="{FF2B5EF4-FFF2-40B4-BE49-F238E27FC236}">
                <a16:creationId xmlns:a16="http://schemas.microsoft.com/office/drawing/2014/main" id="{A994F833-5D61-4DEB-9097-29EE9DEC8E8F}"/>
              </a:ext>
            </a:extLst>
          </p:cNvPr>
          <p:cNvSpPr>
            <a:spLocks noGrp="1"/>
          </p:cNvSpPr>
          <p:nvPr/>
        </p:nvSpPr>
        <p:spPr>
          <a:xfrm>
            <a:off x="664285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GT_11015">
            <a:extLst>
              <a:ext uri="{FF2B5EF4-FFF2-40B4-BE49-F238E27FC236}">
                <a16:creationId xmlns:a16="http://schemas.microsoft.com/office/drawing/2014/main" id="{571A583E-FAB4-4530-9DFE-137C9057064B}"/>
              </a:ext>
            </a:extLst>
          </p:cNvPr>
          <p:cNvSpPr>
            <a:spLocks noGrp="1"/>
          </p:cNvSpPr>
          <p:nvPr/>
        </p:nvSpPr>
        <p:spPr>
          <a:xfrm>
            <a:off x="6537470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GT_11016">
            <a:extLst>
              <a:ext uri="{FF2B5EF4-FFF2-40B4-BE49-F238E27FC236}">
                <a16:creationId xmlns:a16="http://schemas.microsoft.com/office/drawing/2014/main" id="{361294CC-5E7B-4995-8F48-D683C779FBC8}"/>
              </a:ext>
            </a:extLst>
          </p:cNvPr>
          <p:cNvSpPr>
            <a:spLocks noGrp="1"/>
          </p:cNvSpPr>
          <p:nvPr/>
        </p:nvSpPr>
        <p:spPr>
          <a:xfrm>
            <a:off x="66292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GT_11017">
            <a:extLst>
              <a:ext uri="{FF2B5EF4-FFF2-40B4-BE49-F238E27FC236}">
                <a16:creationId xmlns:a16="http://schemas.microsoft.com/office/drawing/2014/main" id="{B1EC1B33-6FFF-4F08-84DF-7DE13DDDCA8A}"/>
              </a:ext>
            </a:extLst>
          </p:cNvPr>
          <p:cNvSpPr>
            <a:spLocks noGrp="1"/>
          </p:cNvSpPr>
          <p:nvPr/>
        </p:nvSpPr>
        <p:spPr>
          <a:xfrm>
            <a:off x="653443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GT_11018">
            <a:extLst>
              <a:ext uri="{FF2B5EF4-FFF2-40B4-BE49-F238E27FC236}">
                <a16:creationId xmlns:a16="http://schemas.microsoft.com/office/drawing/2014/main" id="{C94751B7-0303-452E-9E99-2FC2329C52FC}"/>
              </a:ext>
            </a:extLst>
          </p:cNvPr>
          <p:cNvSpPr>
            <a:spLocks noGrp="1"/>
          </p:cNvSpPr>
          <p:nvPr/>
        </p:nvSpPr>
        <p:spPr>
          <a:xfrm>
            <a:off x="82871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GT_11019">
            <a:extLst>
              <a:ext uri="{FF2B5EF4-FFF2-40B4-BE49-F238E27FC236}">
                <a16:creationId xmlns:a16="http://schemas.microsoft.com/office/drawing/2014/main" id="{5D01B4EA-2950-4557-908A-FBE0A682B0E2}"/>
              </a:ext>
            </a:extLst>
          </p:cNvPr>
          <p:cNvSpPr>
            <a:spLocks noGrp="1"/>
          </p:cNvSpPr>
          <p:nvPr/>
        </p:nvSpPr>
        <p:spPr>
          <a:xfrm>
            <a:off x="816987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GT_11020">
            <a:extLst>
              <a:ext uri="{FF2B5EF4-FFF2-40B4-BE49-F238E27FC236}">
                <a16:creationId xmlns:a16="http://schemas.microsoft.com/office/drawing/2014/main" id="{C35C562D-87E1-4EF1-9B03-25CB3C351E62}"/>
              </a:ext>
            </a:extLst>
          </p:cNvPr>
          <p:cNvSpPr>
            <a:spLocks noGrp="1"/>
          </p:cNvSpPr>
          <p:nvPr/>
        </p:nvSpPr>
        <p:spPr>
          <a:xfrm>
            <a:off x="8169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GT_11021">
            <a:extLst>
              <a:ext uri="{FF2B5EF4-FFF2-40B4-BE49-F238E27FC236}">
                <a16:creationId xmlns:a16="http://schemas.microsoft.com/office/drawing/2014/main" id="{5B9F63B5-F85D-44F0-A0C0-05EF193227BB}"/>
              </a:ext>
            </a:extLst>
          </p:cNvPr>
          <p:cNvSpPr>
            <a:spLocks noGrp="1"/>
          </p:cNvSpPr>
          <p:nvPr/>
        </p:nvSpPr>
        <p:spPr>
          <a:xfrm>
            <a:off x="808664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GT_11022">
            <a:extLst>
              <a:ext uri="{FF2B5EF4-FFF2-40B4-BE49-F238E27FC236}">
                <a16:creationId xmlns:a16="http://schemas.microsoft.com/office/drawing/2014/main" id="{1555E2E5-D79C-4291-BB22-324C8D2B117E}"/>
              </a:ext>
            </a:extLst>
          </p:cNvPr>
          <p:cNvSpPr>
            <a:spLocks noGrp="1"/>
          </p:cNvSpPr>
          <p:nvPr/>
        </p:nvSpPr>
        <p:spPr>
          <a:xfrm>
            <a:off x="8190196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GT_11023">
            <a:extLst>
              <a:ext uri="{FF2B5EF4-FFF2-40B4-BE49-F238E27FC236}">
                <a16:creationId xmlns:a16="http://schemas.microsoft.com/office/drawing/2014/main" id="{DDD4755F-C599-4BC8-867D-F332F68A67DF}"/>
              </a:ext>
            </a:extLst>
          </p:cNvPr>
          <p:cNvSpPr>
            <a:spLocks noGrp="1"/>
          </p:cNvSpPr>
          <p:nvPr/>
        </p:nvSpPr>
        <p:spPr>
          <a:xfrm>
            <a:off x="81124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GT_11024">
            <a:extLst>
              <a:ext uri="{FF2B5EF4-FFF2-40B4-BE49-F238E27FC236}">
                <a16:creationId xmlns:a16="http://schemas.microsoft.com/office/drawing/2014/main" id="{7A7CE86D-4E53-48F8-BD35-C704C4E4844A}"/>
              </a:ext>
            </a:extLst>
          </p:cNvPr>
          <p:cNvSpPr>
            <a:spLocks noGrp="1"/>
          </p:cNvSpPr>
          <p:nvPr/>
        </p:nvSpPr>
        <p:spPr>
          <a:xfrm>
            <a:off x="83150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GT_11025">
            <a:extLst>
              <a:ext uri="{FF2B5EF4-FFF2-40B4-BE49-F238E27FC236}">
                <a16:creationId xmlns:a16="http://schemas.microsoft.com/office/drawing/2014/main" id="{F79382FF-1B1F-4D94-B162-198A808496CB}"/>
              </a:ext>
            </a:extLst>
          </p:cNvPr>
          <p:cNvSpPr>
            <a:spLocks noGrp="1"/>
          </p:cNvSpPr>
          <p:nvPr/>
        </p:nvSpPr>
        <p:spPr>
          <a:xfrm>
            <a:off x="8195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GT_11026">
            <a:extLst>
              <a:ext uri="{FF2B5EF4-FFF2-40B4-BE49-F238E27FC236}">
                <a16:creationId xmlns:a16="http://schemas.microsoft.com/office/drawing/2014/main" id="{6549BEA7-03A3-4F08-AFDD-2B812DFCAC2B}"/>
              </a:ext>
            </a:extLst>
          </p:cNvPr>
          <p:cNvSpPr>
            <a:spLocks noGrp="1"/>
          </p:cNvSpPr>
          <p:nvPr/>
        </p:nvSpPr>
        <p:spPr>
          <a:xfrm>
            <a:off x="827405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GT_11027">
            <a:extLst>
              <a:ext uri="{FF2B5EF4-FFF2-40B4-BE49-F238E27FC236}">
                <a16:creationId xmlns:a16="http://schemas.microsoft.com/office/drawing/2014/main" id="{D17DC787-2BDB-44C1-B748-01ED518C1322}"/>
              </a:ext>
            </a:extLst>
          </p:cNvPr>
          <p:cNvSpPr>
            <a:spLocks noGrp="1"/>
          </p:cNvSpPr>
          <p:nvPr/>
        </p:nvSpPr>
        <p:spPr>
          <a:xfrm>
            <a:off x="830866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GT_11028">
            <a:extLst>
              <a:ext uri="{FF2B5EF4-FFF2-40B4-BE49-F238E27FC236}">
                <a16:creationId xmlns:a16="http://schemas.microsoft.com/office/drawing/2014/main" id="{6F43A3BD-E2CC-4BCA-8F9D-2C5D4F93CFF7}"/>
              </a:ext>
            </a:extLst>
          </p:cNvPr>
          <p:cNvSpPr>
            <a:spLocks noGrp="1"/>
          </p:cNvSpPr>
          <p:nvPr/>
        </p:nvSpPr>
        <p:spPr>
          <a:xfrm>
            <a:off x="8091379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GT_11029">
            <a:extLst>
              <a:ext uri="{FF2B5EF4-FFF2-40B4-BE49-F238E27FC236}">
                <a16:creationId xmlns:a16="http://schemas.microsoft.com/office/drawing/2014/main" id="{9637C429-9595-4D60-A038-F4643CAA7785}"/>
              </a:ext>
            </a:extLst>
          </p:cNvPr>
          <p:cNvSpPr>
            <a:spLocks noGrp="1"/>
          </p:cNvSpPr>
          <p:nvPr/>
        </p:nvSpPr>
        <p:spPr>
          <a:xfrm>
            <a:off x="8152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GT_11030">
            <a:extLst>
              <a:ext uri="{FF2B5EF4-FFF2-40B4-BE49-F238E27FC236}">
                <a16:creationId xmlns:a16="http://schemas.microsoft.com/office/drawing/2014/main" id="{9F08B1F1-F62B-4CD2-A2F5-831C8BC2C8E4}"/>
              </a:ext>
            </a:extLst>
          </p:cNvPr>
          <p:cNvSpPr>
            <a:spLocks noGrp="1"/>
          </p:cNvSpPr>
          <p:nvPr/>
        </p:nvSpPr>
        <p:spPr>
          <a:xfrm>
            <a:off x="8134364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GT_11031">
            <a:extLst>
              <a:ext uri="{FF2B5EF4-FFF2-40B4-BE49-F238E27FC236}">
                <a16:creationId xmlns:a16="http://schemas.microsoft.com/office/drawing/2014/main" id="{C9BBFB57-1598-46DC-90C4-245C51FC43F8}"/>
              </a:ext>
            </a:extLst>
          </p:cNvPr>
          <p:cNvSpPr>
            <a:spLocks noGrp="1"/>
          </p:cNvSpPr>
          <p:nvPr/>
        </p:nvSpPr>
        <p:spPr>
          <a:xfrm>
            <a:off x="820745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GT_11032">
            <a:extLst>
              <a:ext uri="{FF2B5EF4-FFF2-40B4-BE49-F238E27FC236}">
                <a16:creationId xmlns:a16="http://schemas.microsoft.com/office/drawing/2014/main" id="{730062DD-7863-4581-B110-5D5EEB025C7F}"/>
              </a:ext>
            </a:extLst>
          </p:cNvPr>
          <p:cNvSpPr>
            <a:spLocks noGrp="1"/>
          </p:cNvSpPr>
          <p:nvPr/>
        </p:nvSpPr>
        <p:spPr>
          <a:xfrm>
            <a:off x="81178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GT_11033">
            <a:extLst>
              <a:ext uri="{FF2B5EF4-FFF2-40B4-BE49-F238E27FC236}">
                <a16:creationId xmlns:a16="http://schemas.microsoft.com/office/drawing/2014/main" id="{CBA53126-B75B-4A0C-9C5A-4016D8A1EB26}"/>
              </a:ext>
            </a:extLst>
          </p:cNvPr>
          <p:cNvSpPr>
            <a:spLocks noGrp="1"/>
          </p:cNvSpPr>
          <p:nvPr/>
        </p:nvSpPr>
        <p:spPr>
          <a:xfrm>
            <a:off x="82192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GT_11034">
            <a:extLst>
              <a:ext uri="{FF2B5EF4-FFF2-40B4-BE49-F238E27FC236}">
                <a16:creationId xmlns:a16="http://schemas.microsoft.com/office/drawing/2014/main" id="{FDA3DAB9-2DC5-477D-BBB0-D66885732A00}"/>
              </a:ext>
            </a:extLst>
          </p:cNvPr>
          <p:cNvSpPr>
            <a:spLocks noGrp="1"/>
          </p:cNvSpPr>
          <p:nvPr/>
        </p:nvSpPr>
        <p:spPr>
          <a:xfrm>
            <a:off x="829541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GT_11035">
            <a:extLst>
              <a:ext uri="{FF2B5EF4-FFF2-40B4-BE49-F238E27FC236}">
                <a16:creationId xmlns:a16="http://schemas.microsoft.com/office/drawing/2014/main" id="{A5FDA602-0992-47A6-BCD0-D23848008405}"/>
              </a:ext>
            </a:extLst>
          </p:cNvPr>
          <p:cNvSpPr>
            <a:spLocks noGrp="1"/>
          </p:cNvSpPr>
          <p:nvPr/>
        </p:nvSpPr>
        <p:spPr>
          <a:xfrm>
            <a:off x="82719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GT_11036">
            <a:extLst>
              <a:ext uri="{FF2B5EF4-FFF2-40B4-BE49-F238E27FC236}">
                <a16:creationId xmlns:a16="http://schemas.microsoft.com/office/drawing/2014/main" id="{A3968729-1AEA-42C5-89E6-340136F4322C}"/>
              </a:ext>
            </a:extLst>
          </p:cNvPr>
          <p:cNvSpPr>
            <a:spLocks noGrp="1"/>
          </p:cNvSpPr>
          <p:nvPr/>
        </p:nvSpPr>
        <p:spPr>
          <a:xfrm>
            <a:off x="8281740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GT_11037">
            <a:extLst>
              <a:ext uri="{FF2B5EF4-FFF2-40B4-BE49-F238E27FC236}">
                <a16:creationId xmlns:a16="http://schemas.microsoft.com/office/drawing/2014/main" id="{50800DEA-F68D-456F-88B0-17BCE8F22603}"/>
              </a:ext>
            </a:extLst>
          </p:cNvPr>
          <p:cNvSpPr>
            <a:spLocks noGrp="1"/>
          </p:cNvSpPr>
          <p:nvPr/>
        </p:nvSpPr>
        <p:spPr>
          <a:xfrm>
            <a:off x="8166549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GT_11038">
            <a:extLst>
              <a:ext uri="{FF2B5EF4-FFF2-40B4-BE49-F238E27FC236}">
                <a16:creationId xmlns:a16="http://schemas.microsoft.com/office/drawing/2014/main" id="{61EDB365-983F-48EE-AB9B-E53248C5989D}"/>
              </a:ext>
            </a:extLst>
          </p:cNvPr>
          <p:cNvSpPr>
            <a:spLocks noGrp="1"/>
          </p:cNvSpPr>
          <p:nvPr/>
        </p:nvSpPr>
        <p:spPr>
          <a:xfrm>
            <a:off x="8290152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GT_11039">
            <a:extLst>
              <a:ext uri="{FF2B5EF4-FFF2-40B4-BE49-F238E27FC236}">
                <a16:creationId xmlns:a16="http://schemas.microsoft.com/office/drawing/2014/main" id="{E54C4F4A-EEAB-407B-9AE4-DC55364BAC1F}"/>
              </a:ext>
            </a:extLst>
          </p:cNvPr>
          <p:cNvSpPr>
            <a:spLocks noGrp="1"/>
          </p:cNvSpPr>
          <p:nvPr/>
        </p:nvSpPr>
        <p:spPr>
          <a:xfrm>
            <a:off x="819836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GT_11040">
            <a:extLst>
              <a:ext uri="{FF2B5EF4-FFF2-40B4-BE49-F238E27FC236}">
                <a16:creationId xmlns:a16="http://schemas.microsoft.com/office/drawing/2014/main" id="{1B3B3611-02F9-49E7-9142-FDB44C20481E}"/>
              </a:ext>
            </a:extLst>
          </p:cNvPr>
          <p:cNvSpPr>
            <a:spLocks noGrp="1"/>
          </p:cNvSpPr>
          <p:nvPr/>
        </p:nvSpPr>
        <p:spPr>
          <a:xfrm>
            <a:off x="8227339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GT_11041">
            <a:extLst>
              <a:ext uri="{FF2B5EF4-FFF2-40B4-BE49-F238E27FC236}">
                <a16:creationId xmlns:a16="http://schemas.microsoft.com/office/drawing/2014/main" id="{A4B88697-C04D-474A-8B67-8E29A93F47C6}"/>
              </a:ext>
            </a:extLst>
          </p:cNvPr>
          <p:cNvSpPr>
            <a:spLocks noGrp="1"/>
          </p:cNvSpPr>
          <p:nvPr/>
        </p:nvSpPr>
        <p:spPr>
          <a:xfrm>
            <a:off x="816632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GT_11042">
            <a:extLst>
              <a:ext uri="{FF2B5EF4-FFF2-40B4-BE49-F238E27FC236}">
                <a16:creationId xmlns:a16="http://schemas.microsoft.com/office/drawing/2014/main" id="{3B4BFC45-5E18-486A-B8CE-1B8458AAE855}"/>
              </a:ext>
            </a:extLst>
          </p:cNvPr>
          <p:cNvSpPr>
            <a:spLocks noGrp="1"/>
          </p:cNvSpPr>
          <p:nvPr/>
        </p:nvSpPr>
        <p:spPr>
          <a:xfrm>
            <a:off x="8303281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GT_11043">
            <a:extLst>
              <a:ext uri="{FF2B5EF4-FFF2-40B4-BE49-F238E27FC236}">
                <a16:creationId xmlns:a16="http://schemas.microsoft.com/office/drawing/2014/main" id="{5D1432FA-288D-4D15-8D04-59D8F51B4744}"/>
              </a:ext>
            </a:extLst>
          </p:cNvPr>
          <p:cNvSpPr>
            <a:spLocks noGrp="1"/>
          </p:cNvSpPr>
          <p:nvPr/>
        </p:nvSpPr>
        <p:spPr>
          <a:xfrm>
            <a:off x="82517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GT_11044">
            <a:extLst>
              <a:ext uri="{FF2B5EF4-FFF2-40B4-BE49-F238E27FC236}">
                <a16:creationId xmlns:a16="http://schemas.microsoft.com/office/drawing/2014/main" id="{1BA97041-921B-4471-AD82-555431B05D40}"/>
              </a:ext>
            </a:extLst>
          </p:cNvPr>
          <p:cNvSpPr>
            <a:spLocks noGrp="1"/>
          </p:cNvSpPr>
          <p:nvPr/>
        </p:nvSpPr>
        <p:spPr>
          <a:xfrm>
            <a:off x="8095702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GT_11045">
            <a:extLst>
              <a:ext uri="{FF2B5EF4-FFF2-40B4-BE49-F238E27FC236}">
                <a16:creationId xmlns:a16="http://schemas.microsoft.com/office/drawing/2014/main" id="{1B18A3BC-F3CF-47C1-8106-D2DCE1A4DFD6}"/>
              </a:ext>
            </a:extLst>
          </p:cNvPr>
          <p:cNvSpPr>
            <a:spLocks noGrp="1"/>
          </p:cNvSpPr>
          <p:nvPr/>
        </p:nvSpPr>
        <p:spPr>
          <a:xfrm>
            <a:off x="829124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GT_11046">
            <a:extLst>
              <a:ext uri="{FF2B5EF4-FFF2-40B4-BE49-F238E27FC236}">
                <a16:creationId xmlns:a16="http://schemas.microsoft.com/office/drawing/2014/main" id="{A0A9967E-B35F-474B-84DB-41CD315FC2B7}"/>
              </a:ext>
            </a:extLst>
          </p:cNvPr>
          <p:cNvSpPr>
            <a:spLocks noGrp="1"/>
          </p:cNvSpPr>
          <p:nvPr/>
        </p:nvSpPr>
        <p:spPr>
          <a:xfrm>
            <a:off x="8283198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GT_11047">
            <a:extLst>
              <a:ext uri="{FF2B5EF4-FFF2-40B4-BE49-F238E27FC236}">
                <a16:creationId xmlns:a16="http://schemas.microsoft.com/office/drawing/2014/main" id="{D78C778A-7AC3-4A77-AC22-D4D0B94F38CB}"/>
              </a:ext>
            </a:extLst>
          </p:cNvPr>
          <p:cNvSpPr>
            <a:spLocks noGrp="1"/>
          </p:cNvSpPr>
          <p:nvPr/>
        </p:nvSpPr>
        <p:spPr>
          <a:xfrm>
            <a:off x="81971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GT_11048">
            <a:extLst>
              <a:ext uri="{FF2B5EF4-FFF2-40B4-BE49-F238E27FC236}">
                <a16:creationId xmlns:a16="http://schemas.microsoft.com/office/drawing/2014/main" id="{333B23C4-D1B6-40C7-8FE6-CDAEF30FA7C0}"/>
              </a:ext>
            </a:extLst>
          </p:cNvPr>
          <p:cNvSpPr>
            <a:spLocks noGrp="1"/>
          </p:cNvSpPr>
          <p:nvPr/>
        </p:nvSpPr>
        <p:spPr>
          <a:xfrm>
            <a:off x="82301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GT_11049">
            <a:extLst>
              <a:ext uri="{FF2B5EF4-FFF2-40B4-BE49-F238E27FC236}">
                <a16:creationId xmlns:a16="http://schemas.microsoft.com/office/drawing/2014/main" id="{650D94B4-A758-448C-A64C-75D0030E0658}"/>
              </a:ext>
            </a:extLst>
          </p:cNvPr>
          <p:cNvSpPr>
            <a:spLocks noGrp="1"/>
          </p:cNvSpPr>
          <p:nvPr/>
        </p:nvSpPr>
        <p:spPr>
          <a:xfrm>
            <a:off x="8147433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GT_11050">
            <a:extLst>
              <a:ext uri="{FF2B5EF4-FFF2-40B4-BE49-F238E27FC236}">
                <a16:creationId xmlns:a16="http://schemas.microsoft.com/office/drawing/2014/main" id="{554B622A-4279-4444-91BD-A9FD2BDCB135}"/>
              </a:ext>
            </a:extLst>
          </p:cNvPr>
          <p:cNvSpPr>
            <a:spLocks noGrp="1"/>
          </p:cNvSpPr>
          <p:nvPr/>
        </p:nvSpPr>
        <p:spPr>
          <a:xfrm>
            <a:off x="807988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GT_11051">
            <a:extLst>
              <a:ext uri="{FF2B5EF4-FFF2-40B4-BE49-F238E27FC236}">
                <a16:creationId xmlns:a16="http://schemas.microsoft.com/office/drawing/2014/main" id="{48CA8C8F-BCA2-4F70-8E1C-7DC57B492E44}"/>
              </a:ext>
            </a:extLst>
          </p:cNvPr>
          <p:cNvSpPr>
            <a:spLocks noGrp="1"/>
          </p:cNvSpPr>
          <p:nvPr/>
        </p:nvSpPr>
        <p:spPr>
          <a:xfrm>
            <a:off x="827525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GT_11052">
            <a:extLst>
              <a:ext uri="{FF2B5EF4-FFF2-40B4-BE49-F238E27FC236}">
                <a16:creationId xmlns:a16="http://schemas.microsoft.com/office/drawing/2014/main" id="{5F4987AF-2088-4E09-AAB0-7716728398FA}"/>
              </a:ext>
            </a:extLst>
          </p:cNvPr>
          <p:cNvSpPr>
            <a:spLocks noGrp="1"/>
          </p:cNvSpPr>
          <p:nvPr/>
        </p:nvSpPr>
        <p:spPr>
          <a:xfrm>
            <a:off x="82905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GT_11053">
            <a:extLst>
              <a:ext uri="{FF2B5EF4-FFF2-40B4-BE49-F238E27FC236}">
                <a16:creationId xmlns:a16="http://schemas.microsoft.com/office/drawing/2014/main" id="{0177ED12-B531-49F2-9311-D5CD466F2793}"/>
              </a:ext>
            </a:extLst>
          </p:cNvPr>
          <p:cNvSpPr>
            <a:spLocks noGrp="1"/>
          </p:cNvSpPr>
          <p:nvPr/>
        </p:nvSpPr>
        <p:spPr>
          <a:xfrm>
            <a:off x="823519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GT_11054">
            <a:extLst>
              <a:ext uri="{FF2B5EF4-FFF2-40B4-BE49-F238E27FC236}">
                <a16:creationId xmlns:a16="http://schemas.microsoft.com/office/drawing/2014/main" id="{57CE234A-4E50-439E-912B-3CC786C9C930}"/>
              </a:ext>
            </a:extLst>
          </p:cNvPr>
          <p:cNvSpPr>
            <a:spLocks noGrp="1"/>
          </p:cNvSpPr>
          <p:nvPr/>
        </p:nvSpPr>
        <p:spPr>
          <a:xfrm>
            <a:off x="825933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GT_11055">
            <a:extLst>
              <a:ext uri="{FF2B5EF4-FFF2-40B4-BE49-F238E27FC236}">
                <a16:creationId xmlns:a16="http://schemas.microsoft.com/office/drawing/2014/main" id="{34B26582-4FD5-4B15-83B0-0B578BE6F215}"/>
              </a:ext>
            </a:extLst>
          </p:cNvPr>
          <p:cNvSpPr>
            <a:spLocks noGrp="1"/>
          </p:cNvSpPr>
          <p:nvPr/>
        </p:nvSpPr>
        <p:spPr>
          <a:xfrm>
            <a:off x="81808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GT_11056">
            <a:extLst>
              <a:ext uri="{FF2B5EF4-FFF2-40B4-BE49-F238E27FC236}">
                <a16:creationId xmlns:a16="http://schemas.microsoft.com/office/drawing/2014/main" id="{01BBF365-31F2-4B70-B9A0-B08251CBA840}"/>
              </a:ext>
            </a:extLst>
          </p:cNvPr>
          <p:cNvSpPr>
            <a:spLocks noGrp="1"/>
          </p:cNvSpPr>
          <p:nvPr/>
        </p:nvSpPr>
        <p:spPr>
          <a:xfrm>
            <a:off x="82219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GT_11057">
            <a:extLst>
              <a:ext uri="{FF2B5EF4-FFF2-40B4-BE49-F238E27FC236}">
                <a16:creationId xmlns:a16="http://schemas.microsoft.com/office/drawing/2014/main" id="{7B4CBCA8-F8BE-4551-BE8E-BE171867AD41}"/>
              </a:ext>
            </a:extLst>
          </p:cNvPr>
          <p:cNvSpPr>
            <a:spLocks noGrp="1"/>
          </p:cNvSpPr>
          <p:nvPr/>
        </p:nvSpPr>
        <p:spPr>
          <a:xfrm>
            <a:off x="8148906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GT_11058">
            <a:extLst>
              <a:ext uri="{FF2B5EF4-FFF2-40B4-BE49-F238E27FC236}">
                <a16:creationId xmlns:a16="http://schemas.microsoft.com/office/drawing/2014/main" id="{21B322F2-EB71-4916-9685-203A7F96B707}"/>
              </a:ext>
            </a:extLst>
          </p:cNvPr>
          <p:cNvSpPr>
            <a:spLocks noGrp="1"/>
          </p:cNvSpPr>
          <p:nvPr/>
        </p:nvSpPr>
        <p:spPr>
          <a:xfrm>
            <a:off x="831083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GT_11059">
            <a:extLst>
              <a:ext uri="{FF2B5EF4-FFF2-40B4-BE49-F238E27FC236}">
                <a16:creationId xmlns:a16="http://schemas.microsoft.com/office/drawing/2014/main" id="{7A07556A-3EED-4F30-A81A-F9D4AAC019D5}"/>
              </a:ext>
            </a:extLst>
          </p:cNvPr>
          <p:cNvSpPr>
            <a:spLocks noGrp="1"/>
          </p:cNvSpPr>
          <p:nvPr/>
        </p:nvSpPr>
        <p:spPr>
          <a:xfrm>
            <a:off x="82612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GT_11060">
            <a:extLst>
              <a:ext uri="{FF2B5EF4-FFF2-40B4-BE49-F238E27FC236}">
                <a16:creationId xmlns:a16="http://schemas.microsoft.com/office/drawing/2014/main" id="{AEE671BB-ED30-4F3B-9884-1C53FBCC03BC}"/>
              </a:ext>
            </a:extLst>
          </p:cNvPr>
          <p:cNvSpPr>
            <a:spLocks noGrp="1"/>
          </p:cNvSpPr>
          <p:nvPr/>
        </p:nvSpPr>
        <p:spPr>
          <a:xfrm>
            <a:off x="816682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GT_11061">
            <a:extLst>
              <a:ext uri="{FF2B5EF4-FFF2-40B4-BE49-F238E27FC236}">
                <a16:creationId xmlns:a16="http://schemas.microsoft.com/office/drawing/2014/main" id="{477AE6E7-9EB7-497E-828A-D944FA7E1201}"/>
              </a:ext>
            </a:extLst>
          </p:cNvPr>
          <p:cNvSpPr>
            <a:spLocks noGrp="1"/>
          </p:cNvSpPr>
          <p:nvPr/>
        </p:nvSpPr>
        <p:spPr>
          <a:xfrm>
            <a:off x="82413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GT_11062">
            <a:extLst>
              <a:ext uri="{FF2B5EF4-FFF2-40B4-BE49-F238E27FC236}">
                <a16:creationId xmlns:a16="http://schemas.microsoft.com/office/drawing/2014/main" id="{2CD51DCB-3D55-40F4-B2B7-279A8E2BDB86}"/>
              </a:ext>
            </a:extLst>
          </p:cNvPr>
          <p:cNvSpPr>
            <a:spLocks noGrp="1"/>
          </p:cNvSpPr>
          <p:nvPr/>
        </p:nvSpPr>
        <p:spPr>
          <a:xfrm>
            <a:off x="82485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GT_11063">
            <a:extLst>
              <a:ext uri="{FF2B5EF4-FFF2-40B4-BE49-F238E27FC236}">
                <a16:creationId xmlns:a16="http://schemas.microsoft.com/office/drawing/2014/main" id="{44292D17-FC84-47CC-91B9-5A21F4455167}"/>
              </a:ext>
            </a:extLst>
          </p:cNvPr>
          <p:cNvSpPr>
            <a:spLocks noGrp="1"/>
          </p:cNvSpPr>
          <p:nvPr/>
        </p:nvSpPr>
        <p:spPr>
          <a:xfrm>
            <a:off x="80752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GT_11064">
            <a:extLst>
              <a:ext uri="{FF2B5EF4-FFF2-40B4-BE49-F238E27FC236}">
                <a16:creationId xmlns:a16="http://schemas.microsoft.com/office/drawing/2014/main" id="{61066105-AF1F-4B00-8B07-12AB60D661BB}"/>
              </a:ext>
            </a:extLst>
          </p:cNvPr>
          <p:cNvSpPr>
            <a:spLocks noGrp="1"/>
          </p:cNvSpPr>
          <p:nvPr/>
        </p:nvSpPr>
        <p:spPr>
          <a:xfrm>
            <a:off x="8244515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GT_11065">
            <a:extLst>
              <a:ext uri="{FF2B5EF4-FFF2-40B4-BE49-F238E27FC236}">
                <a16:creationId xmlns:a16="http://schemas.microsoft.com/office/drawing/2014/main" id="{1C943F24-7B85-4F4A-9C53-598631EF7317}"/>
              </a:ext>
            </a:extLst>
          </p:cNvPr>
          <p:cNvSpPr>
            <a:spLocks noGrp="1"/>
          </p:cNvSpPr>
          <p:nvPr/>
        </p:nvSpPr>
        <p:spPr>
          <a:xfrm>
            <a:off x="8302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GT_11066">
            <a:extLst>
              <a:ext uri="{FF2B5EF4-FFF2-40B4-BE49-F238E27FC236}">
                <a16:creationId xmlns:a16="http://schemas.microsoft.com/office/drawing/2014/main" id="{D3F6D91E-B757-4071-9671-BF198DED1B8E}"/>
              </a:ext>
            </a:extLst>
          </p:cNvPr>
          <p:cNvSpPr>
            <a:spLocks noGrp="1"/>
          </p:cNvSpPr>
          <p:nvPr/>
        </p:nvSpPr>
        <p:spPr>
          <a:xfrm>
            <a:off x="81527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GT_11067">
            <a:extLst>
              <a:ext uri="{FF2B5EF4-FFF2-40B4-BE49-F238E27FC236}">
                <a16:creationId xmlns:a16="http://schemas.microsoft.com/office/drawing/2014/main" id="{0EF9CBB4-88D0-4164-971B-2A79C34457DD}"/>
              </a:ext>
            </a:extLst>
          </p:cNvPr>
          <p:cNvSpPr>
            <a:spLocks noGrp="1"/>
          </p:cNvSpPr>
          <p:nvPr/>
        </p:nvSpPr>
        <p:spPr>
          <a:xfrm>
            <a:off x="8270631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GT_11068">
            <a:extLst>
              <a:ext uri="{FF2B5EF4-FFF2-40B4-BE49-F238E27FC236}">
                <a16:creationId xmlns:a16="http://schemas.microsoft.com/office/drawing/2014/main" id="{E818109F-664A-45E9-A561-9FEEDF357088}"/>
              </a:ext>
            </a:extLst>
          </p:cNvPr>
          <p:cNvSpPr>
            <a:spLocks noGrp="1"/>
          </p:cNvSpPr>
          <p:nvPr/>
        </p:nvSpPr>
        <p:spPr>
          <a:xfrm>
            <a:off x="825260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GT_11069">
            <a:extLst>
              <a:ext uri="{FF2B5EF4-FFF2-40B4-BE49-F238E27FC236}">
                <a16:creationId xmlns:a16="http://schemas.microsoft.com/office/drawing/2014/main" id="{2F8B1261-EBA0-494F-8830-7B95CF6DA681}"/>
              </a:ext>
            </a:extLst>
          </p:cNvPr>
          <p:cNvSpPr>
            <a:spLocks noGrp="1"/>
          </p:cNvSpPr>
          <p:nvPr/>
        </p:nvSpPr>
        <p:spPr>
          <a:xfrm>
            <a:off x="82122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GT_11070">
            <a:extLst>
              <a:ext uri="{FF2B5EF4-FFF2-40B4-BE49-F238E27FC236}">
                <a16:creationId xmlns:a16="http://schemas.microsoft.com/office/drawing/2014/main" id="{EB8090A4-A711-4DA1-B7F3-49D70837614F}"/>
              </a:ext>
            </a:extLst>
          </p:cNvPr>
          <p:cNvSpPr>
            <a:spLocks noGrp="1"/>
          </p:cNvSpPr>
          <p:nvPr/>
        </p:nvSpPr>
        <p:spPr>
          <a:xfrm>
            <a:off x="8263119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GT_11071">
            <a:extLst>
              <a:ext uri="{FF2B5EF4-FFF2-40B4-BE49-F238E27FC236}">
                <a16:creationId xmlns:a16="http://schemas.microsoft.com/office/drawing/2014/main" id="{1F67FB1B-62FB-4683-B6F4-B269F9F43753}"/>
              </a:ext>
            </a:extLst>
          </p:cNvPr>
          <p:cNvSpPr>
            <a:spLocks noGrp="1"/>
          </p:cNvSpPr>
          <p:nvPr/>
        </p:nvSpPr>
        <p:spPr>
          <a:xfrm>
            <a:off x="8147648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GT_11072">
            <a:extLst>
              <a:ext uri="{FF2B5EF4-FFF2-40B4-BE49-F238E27FC236}">
                <a16:creationId xmlns:a16="http://schemas.microsoft.com/office/drawing/2014/main" id="{373266BA-D9C9-42F5-A8EB-B740785ECD83}"/>
              </a:ext>
            </a:extLst>
          </p:cNvPr>
          <p:cNvSpPr>
            <a:spLocks noGrp="1"/>
          </p:cNvSpPr>
          <p:nvPr/>
        </p:nvSpPr>
        <p:spPr>
          <a:xfrm>
            <a:off x="8172488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GT_11073">
            <a:extLst>
              <a:ext uri="{FF2B5EF4-FFF2-40B4-BE49-F238E27FC236}">
                <a16:creationId xmlns:a16="http://schemas.microsoft.com/office/drawing/2014/main" id="{69B6075B-B7D8-4518-AA07-72E9105082E3}"/>
              </a:ext>
            </a:extLst>
          </p:cNvPr>
          <p:cNvSpPr>
            <a:spLocks noGrp="1"/>
          </p:cNvSpPr>
          <p:nvPr/>
        </p:nvSpPr>
        <p:spPr>
          <a:xfrm>
            <a:off x="8098088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GT_11074">
            <a:extLst>
              <a:ext uri="{FF2B5EF4-FFF2-40B4-BE49-F238E27FC236}">
                <a16:creationId xmlns:a16="http://schemas.microsoft.com/office/drawing/2014/main" id="{988C8152-6BD3-4C39-A691-641AA8AAE4FB}"/>
              </a:ext>
            </a:extLst>
          </p:cNvPr>
          <p:cNvSpPr>
            <a:spLocks noGrp="1"/>
          </p:cNvSpPr>
          <p:nvPr/>
        </p:nvSpPr>
        <p:spPr>
          <a:xfrm>
            <a:off x="8243767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GT_11075">
            <a:extLst>
              <a:ext uri="{FF2B5EF4-FFF2-40B4-BE49-F238E27FC236}">
                <a16:creationId xmlns:a16="http://schemas.microsoft.com/office/drawing/2014/main" id="{F531F99B-DCC4-41E3-89A9-E99457689F50}"/>
              </a:ext>
            </a:extLst>
          </p:cNvPr>
          <p:cNvSpPr>
            <a:spLocks noGrp="1"/>
          </p:cNvSpPr>
          <p:nvPr/>
        </p:nvSpPr>
        <p:spPr>
          <a:xfrm>
            <a:off x="826465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GT_11076">
            <a:extLst>
              <a:ext uri="{FF2B5EF4-FFF2-40B4-BE49-F238E27FC236}">
                <a16:creationId xmlns:a16="http://schemas.microsoft.com/office/drawing/2014/main" id="{697A4911-6A66-402E-9B7B-A37FEB379A4D}"/>
              </a:ext>
            </a:extLst>
          </p:cNvPr>
          <p:cNvSpPr>
            <a:spLocks noGrp="1"/>
          </p:cNvSpPr>
          <p:nvPr/>
        </p:nvSpPr>
        <p:spPr>
          <a:xfrm>
            <a:off x="8170020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GT_11077">
            <a:extLst>
              <a:ext uri="{FF2B5EF4-FFF2-40B4-BE49-F238E27FC236}">
                <a16:creationId xmlns:a16="http://schemas.microsoft.com/office/drawing/2014/main" id="{2A6BE3B8-5422-4048-89ED-2FCE3A22FDD4}"/>
              </a:ext>
            </a:extLst>
          </p:cNvPr>
          <p:cNvSpPr>
            <a:spLocks noGrp="1"/>
          </p:cNvSpPr>
          <p:nvPr/>
        </p:nvSpPr>
        <p:spPr>
          <a:xfrm>
            <a:off x="827867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GT_11078">
            <a:extLst>
              <a:ext uri="{FF2B5EF4-FFF2-40B4-BE49-F238E27FC236}">
                <a16:creationId xmlns:a16="http://schemas.microsoft.com/office/drawing/2014/main" id="{68B01D1F-C9F7-418C-99C4-33119C0A4FD0}"/>
              </a:ext>
            </a:extLst>
          </p:cNvPr>
          <p:cNvSpPr>
            <a:spLocks noGrp="1"/>
          </p:cNvSpPr>
          <p:nvPr/>
        </p:nvSpPr>
        <p:spPr>
          <a:xfrm>
            <a:off x="82615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GT_11079">
            <a:extLst>
              <a:ext uri="{FF2B5EF4-FFF2-40B4-BE49-F238E27FC236}">
                <a16:creationId xmlns:a16="http://schemas.microsoft.com/office/drawing/2014/main" id="{E4F6101A-3F38-4054-9A17-259A32DFE988}"/>
              </a:ext>
            </a:extLst>
          </p:cNvPr>
          <p:cNvSpPr>
            <a:spLocks noGrp="1"/>
          </p:cNvSpPr>
          <p:nvPr/>
        </p:nvSpPr>
        <p:spPr>
          <a:xfrm>
            <a:off x="82952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GT_11080">
            <a:extLst>
              <a:ext uri="{FF2B5EF4-FFF2-40B4-BE49-F238E27FC236}">
                <a16:creationId xmlns:a16="http://schemas.microsoft.com/office/drawing/2014/main" id="{93D5648F-6658-4AF9-B33E-2BDAAAB838AB}"/>
              </a:ext>
            </a:extLst>
          </p:cNvPr>
          <p:cNvSpPr>
            <a:spLocks noGrp="1"/>
          </p:cNvSpPr>
          <p:nvPr/>
        </p:nvSpPr>
        <p:spPr>
          <a:xfrm>
            <a:off x="83104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GT_11081">
            <a:extLst>
              <a:ext uri="{FF2B5EF4-FFF2-40B4-BE49-F238E27FC236}">
                <a16:creationId xmlns:a16="http://schemas.microsoft.com/office/drawing/2014/main" id="{3712013B-5C21-4191-AE0F-A2A6C26F120D}"/>
              </a:ext>
            </a:extLst>
          </p:cNvPr>
          <p:cNvSpPr>
            <a:spLocks noGrp="1"/>
          </p:cNvSpPr>
          <p:nvPr/>
        </p:nvSpPr>
        <p:spPr>
          <a:xfrm>
            <a:off x="829991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GT_11082">
            <a:extLst>
              <a:ext uri="{FF2B5EF4-FFF2-40B4-BE49-F238E27FC236}">
                <a16:creationId xmlns:a16="http://schemas.microsoft.com/office/drawing/2014/main" id="{E23D5E1C-F0EA-414D-9E32-98EF6B3A2CC1}"/>
              </a:ext>
            </a:extLst>
          </p:cNvPr>
          <p:cNvSpPr>
            <a:spLocks noGrp="1"/>
          </p:cNvSpPr>
          <p:nvPr/>
        </p:nvSpPr>
        <p:spPr>
          <a:xfrm>
            <a:off x="82512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GT_11083">
            <a:extLst>
              <a:ext uri="{FF2B5EF4-FFF2-40B4-BE49-F238E27FC236}">
                <a16:creationId xmlns:a16="http://schemas.microsoft.com/office/drawing/2014/main" id="{46C7415E-4764-4E7E-A4D5-4264D717D865}"/>
              </a:ext>
            </a:extLst>
          </p:cNvPr>
          <p:cNvSpPr>
            <a:spLocks noGrp="1"/>
          </p:cNvSpPr>
          <p:nvPr/>
        </p:nvSpPr>
        <p:spPr>
          <a:xfrm>
            <a:off x="8295022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GT_11084">
            <a:extLst>
              <a:ext uri="{FF2B5EF4-FFF2-40B4-BE49-F238E27FC236}">
                <a16:creationId xmlns:a16="http://schemas.microsoft.com/office/drawing/2014/main" id="{2B63BAAD-BB98-45B1-A7FC-E7EF8E4A1074}"/>
              </a:ext>
            </a:extLst>
          </p:cNvPr>
          <p:cNvSpPr>
            <a:spLocks noGrp="1"/>
          </p:cNvSpPr>
          <p:nvPr/>
        </p:nvSpPr>
        <p:spPr>
          <a:xfrm>
            <a:off x="8105336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GT_11085">
            <a:extLst>
              <a:ext uri="{FF2B5EF4-FFF2-40B4-BE49-F238E27FC236}">
                <a16:creationId xmlns:a16="http://schemas.microsoft.com/office/drawing/2014/main" id="{046F819D-369E-4928-B96B-D655F4073C22}"/>
              </a:ext>
            </a:extLst>
          </p:cNvPr>
          <p:cNvSpPr>
            <a:spLocks noGrp="1"/>
          </p:cNvSpPr>
          <p:nvPr/>
        </p:nvSpPr>
        <p:spPr>
          <a:xfrm>
            <a:off x="8142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GT_11086">
            <a:extLst>
              <a:ext uri="{FF2B5EF4-FFF2-40B4-BE49-F238E27FC236}">
                <a16:creationId xmlns:a16="http://schemas.microsoft.com/office/drawing/2014/main" id="{8F7C404B-C035-43BB-93C1-0F75EA404236}"/>
              </a:ext>
            </a:extLst>
          </p:cNvPr>
          <p:cNvSpPr>
            <a:spLocks noGrp="1"/>
          </p:cNvSpPr>
          <p:nvPr/>
        </p:nvSpPr>
        <p:spPr>
          <a:xfrm>
            <a:off x="8086528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GT_11087">
            <a:extLst>
              <a:ext uri="{FF2B5EF4-FFF2-40B4-BE49-F238E27FC236}">
                <a16:creationId xmlns:a16="http://schemas.microsoft.com/office/drawing/2014/main" id="{9DEA2A74-403B-4E0D-89C7-E48E9BFE1256}"/>
              </a:ext>
            </a:extLst>
          </p:cNvPr>
          <p:cNvSpPr>
            <a:spLocks noGrp="1"/>
          </p:cNvSpPr>
          <p:nvPr/>
        </p:nvSpPr>
        <p:spPr>
          <a:xfrm>
            <a:off x="8250190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GT_11088">
            <a:extLst>
              <a:ext uri="{FF2B5EF4-FFF2-40B4-BE49-F238E27FC236}">
                <a16:creationId xmlns:a16="http://schemas.microsoft.com/office/drawing/2014/main" id="{C69E0AEB-59F1-44E2-A0B0-EEAB8461FE5A}"/>
              </a:ext>
            </a:extLst>
          </p:cNvPr>
          <p:cNvSpPr>
            <a:spLocks noGrp="1"/>
          </p:cNvSpPr>
          <p:nvPr/>
        </p:nvSpPr>
        <p:spPr>
          <a:xfrm>
            <a:off x="812616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GT_11089">
            <a:extLst>
              <a:ext uri="{FF2B5EF4-FFF2-40B4-BE49-F238E27FC236}">
                <a16:creationId xmlns:a16="http://schemas.microsoft.com/office/drawing/2014/main" id="{51C7269F-84D3-414C-91C2-BBD1B9DBA714}"/>
              </a:ext>
            </a:extLst>
          </p:cNvPr>
          <p:cNvSpPr>
            <a:spLocks noGrp="1"/>
          </p:cNvSpPr>
          <p:nvPr/>
        </p:nvSpPr>
        <p:spPr>
          <a:xfrm>
            <a:off x="8151913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GT_11090">
            <a:extLst>
              <a:ext uri="{FF2B5EF4-FFF2-40B4-BE49-F238E27FC236}">
                <a16:creationId xmlns:a16="http://schemas.microsoft.com/office/drawing/2014/main" id="{CEC54C87-5165-415A-97EA-F6F2076E53DB}"/>
              </a:ext>
            </a:extLst>
          </p:cNvPr>
          <p:cNvSpPr>
            <a:spLocks noGrp="1"/>
          </p:cNvSpPr>
          <p:nvPr/>
        </p:nvSpPr>
        <p:spPr>
          <a:xfrm>
            <a:off x="80882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GT_11091">
            <a:extLst>
              <a:ext uri="{FF2B5EF4-FFF2-40B4-BE49-F238E27FC236}">
                <a16:creationId xmlns:a16="http://schemas.microsoft.com/office/drawing/2014/main" id="{6F148F47-B622-4ACD-8207-B6FC485BDF81}"/>
              </a:ext>
            </a:extLst>
          </p:cNvPr>
          <p:cNvSpPr>
            <a:spLocks noGrp="1"/>
          </p:cNvSpPr>
          <p:nvPr/>
        </p:nvSpPr>
        <p:spPr>
          <a:xfrm>
            <a:off x="814669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GT_11092">
            <a:extLst>
              <a:ext uri="{FF2B5EF4-FFF2-40B4-BE49-F238E27FC236}">
                <a16:creationId xmlns:a16="http://schemas.microsoft.com/office/drawing/2014/main" id="{F010FE5E-6080-4F25-98BB-3D455598D6DB}"/>
              </a:ext>
            </a:extLst>
          </p:cNvPr>
          <p:cNvSpPr>
            <a:spLocks noGrp="1"/>
          </p:cNvSpPr>
          <p:nvPr/>
        </p:nvSpPr>
        <p:spPr>
          <a:xfrm>
            <a:off x="81813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GT_11093">
            <a:extLst>
              <a:ext uri="{FF2B5EF4-FFF2-40B4-BE49-F238E27FC236}">
                <a16:creationId xmlns:a16="http://schemas.microsoft.com/office/drawing/2014/main" id="{48906279-F866-492A-B0D8-08D17A7FF992}"/>
              </a:ext>
            </a:extLst>
          </p:cNvPr>
          <p:cNvSpPr>
            <a:spLocks noGrp="1"/>
          </p:cNvSpPr>
          <p:nvPr/>
        </p:nvSpPr>
        <p:spPr>
          <a:xfrm>
            <a:off x="8063545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GT_11094">
            <a:extLst>
              <a:ext uri="{FF2B5EF4-FFF2-40B4-BE49-F238E27FC236}">
                <a16:creationId xmlns:a16="http://schemas.microsoft.com/office/drawing/2014/main" id="{019061DB-02E9-4D78-8C08-DBD3D552BCE3}"/>
              </a:ext>
            </a:extLst>
          </p:cNvPr>
          <p:cNvSpPr>
            <a:spLocks noGrp="1"/>
          </p:cNvSpPr>
          <p:nvPr/>
        </p:nvSpPr>
        <p:spPr>
          <a:xfrm>
            <a:off x="82713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GT_11095">
            <a:extLst>
              <a:ext uri="{FF2B5EF4-FFF2-40B4-BE49-F238E27FC236}">
                <a16:creationId xmlns:a16="http://schemas.microsoft.com/office/drawing/2014/main" id="{6982B77E-D782-4B1E-82CC-9C5479882ABF}"/>
              </a:ext>
            </a:extLst>
          </p:cNvPr>
          <p:cNvSpPr>
            <a:spLocks noGrp="1"/>
          </p:cNvSpPr>
          <p:nvPr/>
        </p:nvSpPr>
        <p:spPr>
          <a:xfrm>
            <a:off x="8167281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GT_11096">
            <a:extLst>
              <a:ext uri="{FF2B5EF4-FFF2-40B4-BE49-F238E27FC236}">
                <a16:creationId xmlns:a16="http://schemas.microsoft.com/office/drawing/2014/main" id="{21363FEE-24FE-4B7F-8260-8F7B932E16F1}"/>
              </a:ext>
            </a:extLst>
          </p:cNvPr>
          <p:cNvSpPr>
            <a:spLocks noGrp="1"/>
          </p:cNvSpPr>
          <p:nvPr/>
        </p:nvSpPr>
        <p:spPr>
          <a:xfrm>
            <a:off x="81303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GT_11097">
            <a:extLst>
              <a:ext uri="{FF2B5EF4-FFF2-40B4-BE49-F238E27FC236}">
                <a16:creationId xmlns:a16="http://schemas.microsoft.com/office/drawing/2014/main" id="{559C0EFF-1B77-4779-8A28-2C89D54DEC89}"/>
              </a:ext>
            </a:extLst>
          </p:cNvPr>
          <p:cNvSpPr>
            <a:spLocks noGrp="1"/>
          </p:cNvSpPr>
          <p:nvPr/>
        </p:nvSpPr>
        <p:spPr>
          <a:xfrm>
            <a:off x="815865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GT_11098">
            <a:extLst>
              <a:ext uri="{FF2B5EF4-FFF2-40B4-BE49-F238E27FC236}">
                <a16:creationId xmlns:a16="http://schemas.microsoft.com/office/drawing/2014/main" id="{A625F288-2B53-4FA6-AE12-AB92436885EA}"/>
              </a:ext>
            </a:extLst>
          </p:cNvPr>
          <p:cNvSpPr>
            <a:spLocks noGrp="1"/>
          </p:cNvSpPr>
          <p:nvPr/>
        </p:nvSpPr>
        <p:spPr>
          <a:xfrm>
            <a:off x="826036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GT_11099">
            <a:extLst>
              <a:ext uri="{FF2B5EF4-FFF2-40B4-BE49-F238E27FC236}">
                <a16:creationId xmlns:a16="http://schemas.microsoft.com/office/drawing/2014/main" id="{DB48BE83-D88A-45B6-989C-A34980EA3778}"/>
              </a:ext>
            </a:extLst>
          </p:cNvPr>
          <p:cNvSpPr>
            <a:spLocks noGrp="1"/>
          </p:cNvSpPr>
          <p:nvPr/>
        </p:nvSpPr>
        <p:spPr>
          <a:xfrm>
            <a:off x="826544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GT_11100">
            <a:extLst>
              <a:ext uri="{FF2B5EF4-FFF2-40B4-BE49-F238E27FC236}">
                <a16:creationId xmlns:a16="http://schemas.microsoft.com/office/drawing/2014/main" id="{FD28F7EA-FC30-40C4-91BE-D8378C049775}"/>
              </a:ext>
            </a:extLst>
          </p:cNvPr>
          <p:cNvSpPr>
            <a:spLocks noGrp="1"/>
          </p:cNvSpPr>
          <p:nvPr/>
        </p:nvSpPr>
        <p:spPr>
          <a:xfrm>
            <a:off x="8187995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GT_11101">
            <a:extLst>
              <a:ext uri="{FF2B5EF4-FFF2-40B4-BE49-F238E27FC236}">
                <a16:creationId xmlns:a16="http://schemas.microsoft.com/office/drawing/2014/main" id="{30392230-F761-47A7-86AB-8070E30CA1D5}"/>
              </a:ext>
            </a:extLst>
          </p:cNvPr>
          <p:cNvSpPr>
            <a:spLocks noGrp="1"/>
          </p:cNvSpPr>
          <p:nvPr/>
        </p:nvSpPr>
        <p:spPr>
          <a:xfrm>
            <a:off x="822713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GT_11102">
            <a:extLst>
              <a:ext uri="{FF2B5EF4-FFF2-40B4-BE49-F238E27FC236}">
                <a16:creationId xmlns:a16="http://schemas.microsoft.com/office/drawing/2014/main" id="{5217D6E0-B6B0-4C64-96DC-6B72521352D1}"/>
              </a:ext>
            </a:extLst>
          </p:cNvPr>
          <p:cNvSpPr>
            <a:spLocks noGrp="1"/>
          </p:cNvSpPr>
          <p:nvPr/>
        </p:nvSpPr>
        <p:spPr>
          <a:xfrm>
            <a:off x="818992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GT_11103">
            <a:extLst>
              <a:ext uri="{FF2B5EF4-FFF2-40B4-BE49-F238E27FC236}">
                <a16:creationId xmlns:a16="http://schemas.microsoft.com/office/drawing/2014/main" id="{36FACADB-62BE-47B1-899A-2D11CF823005}"/>
              </a:ext>
            </a:extLst>
          </p:cNvPr>
          <p:cNvSpPr>
            <a:spLocks noGrp="1"/>
          </p:cNvSpPr>
          <p:nvPr/>
        </p:nvSpPr>
        <p:spPr>
          <a:xfrm>
            <a:off x="8125522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GT_11104">
            <a:extLst>
              <a:ext uri="{FF2B5EF4-FFF2-40B4-BE49-F238E27FC236}">
                <a16:creationId xmlns:a16="http://schemas.microsoft.com/office/drawing/2014/main" id="{90F247AF-5E1B-482F-B032-894B2D5799BD}"/>
              </a:ext>
            </a:extLst>
          </p:cNvPr>
          <p:cNvSpPr>
            <a:spLocks noGrp="1"/>
          </p:cNvSpPr>
          <p:nvPr/>
        </p:nvSpPr>
        <p:spPr>
          <a:xfrm>
            <a:off x="8200744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GT_11105">
            <a:extLst>
              <a:ext uri="{FF2B5EF4-FFF2-40B4-BE49-F238E27FC236}">
                <a16:creationId xmlns:a16="http://schemas.microsoft.com/office/drawing/2014/main" id="{CEAB9C97-42D9-4070-9DA9-FD8990A7A338}"/>
              </a:ext>
            </a:extLst>
          </p:cNvPr>
          <p:cNvSpPr>
            <a:spLocks noGrp="1"/>
          </p:cNvSpPr>
          <p:nvPr/>
        </p:nvSpPr>
        <p:spPr>
          <a:xfrm>
            <a:off x="8107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GT_11106">
            <a:extLst>
              <a:ext uri="{FF2B5EF4-FFF2-40B4-BE49-F238E27FC236}">
                <a16:creationId xmlns:a16="http://schemas.microsoft.com/office/drawing/2014/main" id="{F77A29E5-EFB1-4C10-909E-B2F1755641DE}"/>
              </a:ext>
            </a:extLst>
          </p:cNvPr>
          <p:cNvSpPr>
            <a:spLocks noGrp="1"/>
          </p:cNvSpPr>
          <p:nvPr/>
        </p:nvSpPr>
        <p:spPr>
          <a:xfrm>
            <a:off x="829694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GT_11107">
            <a:extLst>
              <a:ext uri="{FF2B5EF4-FFF2-40B4-BE49-F238E27FC236}">
                <a16:creationId xmlns:a16="http://schemas.microsoft.com/office/drawing/2014/main" id="{5E1C0BD4-96B8-4697-9BC6-1C423E74BEDD}"/>
              </a:ext>
            </a:extLst>
          </p:cNvPr>
          <p:cNvSpPr>
            <a:spLocks noGrp="1"/>
          </p:cNvSpPr>
          <p:nvPr/>
        </p:nvSpPr>
        <p:spPr>
          <a:xfrm>
            <a:off x="8078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GT_11108">
            <a:extLst>
              <a:ext uri="{FF2B5EF4-FFF2-40B4-BE49-F238E27FC236}">
                <a16:creationId xmlns:a16="http://schemas.microsoft.com/office/drawing/2014/main" id="{00C38652-CE85-46C4-9B1B-D06B7B94DDE0}"/>
              </a:ext>
            </a:extLst>
          </p:cNvPr>
          <p:cNvSpPr>
            <a:spLocks noGrp="1"/>
          </p:cNvSpPr>
          <p:nvPr/>
        </p:nvSpPr>
        <p:spPr>
          <a:xfrm>
            <a:off x="828729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GT_11109">
            <a:extLst>
              <a:ext uri="{FF2B5EF4-FFF2-40B4-BE49-F238E27FC236}">
                <a16:creationId xmlns:a16="http://schemas.microsoft.com/office/drawing/2014/main" id="{C90C8E4B-0EC4-4817-BEEF-39AC11EB6792}"/>
              </a:ext>
            </a:extLst>
          </p:cNvPr>
          <p:cNvSpPr>
            <a:spLocks noGrp="1"/>
          </p:cNvSpPr>
          <p:nvPr/>
        </p:nvSpPr>
        <p:spPr>
          <a:xfrm>
            <a:off x="819935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GT_11110">
            <a:extLst>
              <a:ext uri="{FF2B5EF4-FFF2-40B4-BE49-F238E27FC236}">
                <a16:creationId xmlns:a16="http://schemas.microsoft.com/office/drawing/2014/main" id="{662265ED-B6DD-432B-9932-9427E3775888}"/>
              </a:ext>
            </a:extLst>
          </p:cNvPr>
          <p:cNvSpPr>
            <a:spLocks noGrp="1"/>
          </p:cNvSpPr>
          <p:nvPr/>
        </p:nvSpPr>
        <p:spPr>
          <a:xfrm>
            <a:off x="81621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GT_11111">
            <a:extLst>
              <a:ext uri="{FF2B5EF4-FFF2-40B4-BE49-F238E27FC236}">
                <a16:creationId xmlns:a16="http://schemas.microsoft.com/office/drawing/2014/main" id="{23F8EC52-DBDA-4B45-8305-027B88ABC5D9}"/>
              </a:ext>
            </a:extLst>
          </p:cNvPr>
          <p:cNvSpPr>
            <a:spLocks noGrp="1"/>
          </p:cNvSpPr>
          <p:nvPr/>
        </p:nvSpPr>
        <p:spPr>
          <a:xfrm>
            <a:off x="814598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GT_11112">
            <a:extLst>
              <a:ext uri="{FF2B5EF4-FFF2-40B4-BE49-F238E27FC236}">
                <a16:creationId xmlns:a16="http://schemas.microsoft.com/office/drawing/2014/main" id="{63D860C5-7DE3-452F-A93C-2F2365485A53}"/>
              </a:ext>
            </a:extLst>
          </p:cNvPr>
          <p:cNvSpPr>
            <a:spLocks noGrp="1"/>
          </p:cNvSpPr>
          <p:nvPr/>
        </p:nvSpPr>
        <p:spPr>
          <a:xfrm>
            <a:off x="80776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GT_11113">
            <a:extLst>
              <a:ext uri="{FF2B5EF4-FFF2-40B4-BE49-F238E27FC236}">
                <a16:creationId xmlns:a16="http://schemas.microsoft.com/office/drawing/2014/main" id="{33052F07-A757-4374-87FD-9540CAF6AA34}"/>
              </a:ext>
            </a:extLst>
          </p:cNvPr>
          <p:cNvSpPr>
            <a:spLocks noGrp="1"/>
          </p:cNvSpPr>
          <p:nvPr/>
        </p:nvSpPr>
        <p:spPr>
          <a:xfrm>
            <a:off x="80903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GT_11114">
            <a:extLst>
              <a:ext uri="{FF2B5EF4-FFF2-40B4-BE49-F238E27FC236}">
                <a16:creationId xmlns:a16="http://schemas.microsoft.com/office/drawing/2014/main" id="{30029EB1-0564-4B1F-877A-4EC5F1AF264A}"/>
              </a:ext>
            </a:extLst>
          </p:cNvPr>
          <p:cNvSpPr>
            <a:spLocks noGrp="1"/>
          </p:cNvSpPr>
          <p:nvPr/>
        </p:nvSpPr>
        <p:spPr>
          <a:xfrm>
            <a:off x="8103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GT_11115">
            <a:extLst>
              <a:ext uri="{FF2B5EF4-FFF2-40B4-BE49-F238E27FC236}">
                <a16:creationId xmlns:a16="http://schemas.microsoft.com/office/drawing/2014/main" id="{EEF8DF0E-37F5-459E-89ED-FDA0E058131F}"/>
              </a:ext>
            </a:extLst>
          </p:cNvPr>
          <p:cNvSpPr>
            <a:spLocks noGrp="1"/>
          </p:cNvSpPr>
          <p:nvPr/>
        </p:nvSpPr>
        <p:spPr>
          <a:xfrm>
            <a:off x="826590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GT_11116">
            <a:extLst>
              <a:ext uri="{FF2B5EF4-FFF2-40B4-BE49-F238E27FC236}">
                <a16:creationId xmlns:a16="http://schemas.microsoft.com/office/drawing/2014/main" id="{1011AE59-2138-4CE6-81C4-4604F731FE14}"/>
              </a:ext>
            </a:extLst>
          </p:cNvPr>
          <p:cNvSpPr>
            <a:spLocks noGrp="1"/>
          </p:cNvSpPr>
          <p:nvPr/>
        </p:nvSpPr>
        <p:spPr>
          <a:xfrm>
            <a:off x="810921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GT_11117">
            <a:extLst>
              <a:ext uri="{FF2B5EF4-FFF2-40B4-BE49-F238E27FC236}">
                <a16:creationId xmlns:a16="http://schemas.microsoft.com/office/drawing/2014/main" id="{978C55D9-3BD4-4DF7-858D-FAF44553E8D5}"/>
              </a:ext>
            </a:extLst>
          </p:cNvPr>
          <p:cNvSpPr>
            <a:spLocks noGrp="1"/>
          </p:cNvSpPr>
          <p:nvPr/>
        </p:nvSpPr>
        <p:spPr>
          <a:xfrm>
            <a:off x="8312086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GT_11118">
            <a:extLst>
              <a:ext uri="{FF2B5EF4-FFF2-40B4-BE49-F238E27FC236}">
                <a16:creationId xmlns:a16="http://schemas.microsoft.com/office/drawing/2014/main" id="{CEC9730E-D3EF-40D3-8172-EEEB43DD51AD}"/>
              </a:ext>
            </a:extLst>
          </p:cNvPr>
          <p:cNvSpPr>
            <a:spLocks noGrp="1"/>
          </p:cNvSpPr>
          <p:nvPr/>
        </p:nvSpPr>
        <p:spPr>
          <a:xfrm>
            <a:off x="8311623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GT_11119">
            <a:extLst>
              <a:ext uri="{FF2B5EF4-FFF2-40B4-BE49-F238E27FC236}">
                <a16:creationId xmlns:a16="http://schemas.microsoft.com/office/drawing/2014/main" id="{C3407B7A-E26B-4D75-B805-7E5396C2D49E}"/>
              </a:ext>
            </a:extLst>
          </p:cNvPr>
          <p:cNvSpPr>
            <a:spLocks noGrp="1"/>
          </p:cNvSpPr>
          <p:nvPr/>
        </p:nvSpPr>
        <p:spPr>
          <a:xfrm>
            <a:off x="81526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GT_11120">
            <a:extLst>
              <a:ext uri="{FF2B5EF4-FFF2-40B4-BE49-F238E27FC236}">
                <a16:creationId xmlns:a16="http://schemas.microsoft.com/office/drawing/2014/main" id="{86746C11-A364-4FBC-A72A-C1A400328545}"/>
              </a:ext>
            </a:extLst>
          </p:cNvPr>
          <p:cNvSpPr>
            <a:spLocks noGrp="1"/>
          </p:cNvSpPr>
          <p:nvPr/>
        </p:nvSpPr>
        <p:spPr>
          <a:xfrm>
            <a:off x="812012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GT_11121">
            <a:extLst>
              <a:ext uri="{FF2B5EF4-FFF2-40B4-BE49-F238E27FC236}">
                <a16:creationId xmlns:a16="http://schemas.microsoft.com/office/drawing/2014/main" id="{8399423D-D8FD-4349-9351-BDF3C84DADE8}"/>
              </a:ext>
            </a:extLst>
          </p:cNvPr>
          <p:cNvSpPr>
            <a:spLocks noGrp="1"/>
          </p:cNvSpPr>
          <p:nvPr/>
        </p:nvSpPr>
        <p:spPr>
          <a:xfrm>
            <a:off x="825149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GT_11122">
            <a:extLst>
              <a:ext uri="{FF2B5EF4-FFF2-40B4-BE49-F238E27FC236}">
                <a16:creationId xmlns:a16="http://schemas.microsoft.com/office/drawing/2014/main" id="{9DADC732-A8B3-4413-AFE9-B973E870FFFC}"/>
              </a:ext>
            </a:extLst>
          </p:cNvPr>
          <p:cNvSpPr>
            <a:spLocks noGrp="1"/>
          </p:cNvSpPr>
          <p:nvPr/>
        </p:nvSpPr>
        <p:spPr>
          <a:xfrm>
            <a:off x="83086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GT_11123">
            <a:extLst>
              <a:ext uri="{FF2B5EF4-FFF2-40B4-BE49-F238E27FC236}">
                <a16:creationId xmlns:a16="http://schemas.microsoft.com/office/drawing/2014/main" id="{7CD6D618-218C-4A3F-AB57-31B61FA7D550}"/>
              </a:ext>
            </a:extLst>
          </p:cNvPr>
          <p:cNvSpPr>
            <a:spLocks noGrp="1"/>
          </p:cNvSpPr>
          <p:nvPr/>
        </p:nvSpPr>
        <p:spPr>
          <a:xfrm>
            <a:off x="8081531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GT_11124">
            <a:extLst>
              <a:ext uri="{FF2B5EF4-FFF2-40B4-BE49-F238E27FC236}">
                <a16:creationId xmlns:a16="http://schemas.microsoft.com/office/drawing/2014/main" id="{BD2B4750-44D7-4508-A751-1DCFFD1C79B0}"/>
              </a:ext>
            </a:extLst>
          </p:cNvPr>
          <p:cNvSpPr>
            <a:spLocks noGrp="1"/>
          </p:cNvSpPr>
          <p:nvPr/>
        </p:nvSpPr>
        <p:spPr>
          <a:xfrm>
            <a:off x="80842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GT_11125">
            <a:extLst>
              <a:ext uri="{FF2B5EF4-FFF2-40B4-BE49-F238E27FC236}">
                <a16:creationId xmlns:a16="http://schemas.microsoft.com/office/drawing/2014/main" id="{EE0FF368-1B2F-4542-94AB-60AE2F254B4D}"/>
              </a:ext>
            </a:extLst>
          </p:cNvPr>
          <p:cNvSpPr>
            <a:spLocks noGrp="1"/>
          </p:cNvSpPr>
          <p:nvPr/>
        </p:nvSpPr>
        <p:spPr>
          <a:xfrm>
            <a:off x="8141102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GT_11126">
            <a:extLst>
              <a:ext uri="{FF2B5EF4-FFF2-40B4-BE49-F238E27FC236}">
                <a16:creationId xmlns:a16="http://schemas.microsoft.com/office/drawing/2014/main" id="{8490291C-7001-4653-9C82-77B1F75DF2DB}"/>
              </a:ext>
            </a:extLst>
          </p:cNvPr>
          <p:cNvSpPr>
            <a:spLocks noGrp="1"/>
          </p:cNvSpPr>
          <p:nvPr/>
        </p:nvSpPr>
        <p:spPr>
          <a:xfrm>
            <a:off x="820236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GT_11127">
            <a:extLst>
              <a:ext uri="{FF2B5EF4-FFF2-40B4-BE49-F238E27FC236}">
                <a16:creationId xmlns:a16="http://schemas.microsoft.com/office/drawing/2014/main" id="{80BDEF09-87B5-4385-A49A-DED04DC366B6}"/>
              </a:ext>
            </a:extLst>
          </p:cNvPr>
          <p:cNvSpPr>
            <a:spLocks noGrp="1"/>
          </p:cNvSpPr>
          <p:nvPr/>
        </p:nvSpPr>
        <p:spPr>
          <a:xfrm>
            <a:off x="80694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GT_11128">
            <a:extLst>
              <a:ext uri="{FF2B5EF4-FFF2-40B4-BE49-F238E27FC236}">
                <a16:creationId xmlns:a16="http://schemas.microsoft.com/office/drawing/2014/main" id="{9B511B2F-376F-4CD0-B57F-0B19BB86A52B}"/>
              </a:ext>
            </a:extLst>
          </p:cNvPr>
          <p:cNvSpPr>
            <a:spLocks noGrp="1"/>
          </p:cNvSpPr>
          <p:nvPr/>
        </p:nvSpPr>
        <p:spPr>
          <a:xfrm>
            <a:off x="819738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GT_11129">
            <a:extLst>
              <a:ext uri="{FF2B5EF4-FFF2-40B4-BE49-F238E27FC236}">
                <a16:creationId xmlns:a16="http://schemas.microsoft.com/office/drawing/2014/main" id="{91B97D86-27C6-4E58-8B8E-9F4E31CDCEDC}"/>
              </a:ext>
            </a:extLst>
          </p:cNvPr>
          <p:cNvSpPr>
            <a:spLocks noGrp="1"/>
          </p:cNvSpPr>
          <p:nvPr/>
        </p:nvSpPr>
        <p:spPr>
          <a:xfrm>
            <a:off x="822139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GT_11130">
            <a:extLst>
              <a:ext uri="{FF2B5EF4-FFF2-40B4-BE49-F238E27FC236}">
                <a16:creationId xmlns:a16="http://schemas.microsoft.com/office/drawing/2014/main" id="{BEA37030-6A14-4585-BE7A-CD769A09E6DA}"/>
              </a:ext>
            </a:extLst>
          </p:cNvPr>
          <p:cNvSpPr>
            <a:spLocks noGrp="1"/>
          </p:cNvSpPr>
          <p:nvPr/>
        </p:nvSpPr>
        <p:spPr>
          <a:xfrm>
            <a:off x="8137703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GT_11131">
            <a:extLst>
              <a:ext uri="{FF2B5EF4-FFF2-40B4-BE49-F238E27FC236}">
                <a16:creationId xmlns:a16="http://schemas.microsoft.com/office/drawing/2014/main" id="{1464981E-8905-49C7-9650-DA21AF25DCF7}"/>
              </a:ext>
            </a:extLst>
          </p:cNvPr>
          <p:cNvSpPr>
            <a:spLocks noGrp="1"/>
          </p:cNvSpPr>
          <p:nvPr/>
        </p:nvSpPr>
        <p:spPr>
          <a:xfrm>
            <a:off x="81201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GT_11132">
            <a:extLst>
              <a:ext uri="{FF2B5EF4-FFF2-40B4-BE49-F238E27FC236}">
                <a16:creationId xmlns:a16="http://schemas.microsoft.com/office/drawing/2014/main" id="{8EACF2CE-7D83-4956-8B46-B6942C7D895F}"/>
              </a:ext>
            </a:extLst>
          </p:cNvPr>
          <p:cNvSpPr>
            <a:spLocks noGrp="1"/>
          </p:cNvSpPr>
          <p:nvPr/>
        </p:nvSpPr>
        <p:spPr>
          <a:xfrm>
            <a:off x="81313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GT_11133">
            <a:extLst>
              <a:ext uri="{FF2B5EF4-FFF2-40B4-BE49-F238E27FC236}">
                <a16:creationId xmlns:a16="http://schemas.microsoft.com/office/drawing/2014/main" id="{CAEAECEE-827F-4FF0-876D-B8289AD3E7EB}"/>
              </a:ext>
            </a:extLst>
          </p:cNvPr>
          <p:cNvSpPr>
            <a:spLocks noGrp="1"/>
          </p:cNvSpPr>
          <p:nvPr/>
        </p:nvSpPr>
        <p:spPr>
          <a:xfrm>
            <a:off x="8136567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GT_11134">
            <a:extLst>
              <a:ext uri="{FF2B5EF4-FFF2-40B4-BE49-F238E27FC236}">
                <a16:creationId xmlns:a16="http://schemas.microsoft.com/office/drawing/2014/main" id="{4711C918-A647-4221-8297-C624092020A6}"/>
              </a:ext>
            </a:extLst>
          </p:cNvPr>
          <p:cNvSpPr>
            <a:spLocks noGrp="1"/>
          </p:cNvSpPr>
          <p:nvPr/>
        </p:nvSpPr>
        <p:spPr>
          <a:xfrm>
            <a:off x="816589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GT_11135">
            <a:extLst>
              <a:ext uri="{FF2B5EF4-FFF2-40B4-BE49-F238E27FC236}">
                <a16:creationId xmlns:a16="http://schemas.microsoft.com/office/drawing/2014/main" id="{C5125964-CCFF-4F1A-B4D6-D3B95BB14F97}"/>
              </a:ext>
            </a:extLst>
          </p:cNvPr>
          <p:cNvSpPr>
            <a:spLocks noGrp="1"/>
          </p:cNvSpPr>
          <p:nvPr/>
        </p:nvSpPr>
        <p:spPr>
          <a:xfrm>
            <a:off x="8280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GT_11136">
            <a:extLst>
              <a:ext uri="{FF2B5EF4-FFF2-40B4-BE49-F238E27FC236}">
                <a16:creationId xmlns:a16="http://schemas.microsoft.com/office/drawing/2014/main" id="{145F564F-C7B7-4A31-A31A-65B5A200B673}"/>
              </a:ext>
            </a:extLst>
          </p:cNvPr>
          <p:cNvSpPr>
            <a:spLocks noGrp="1"/>
          </p:cNvSpPr>
          <p:nvPr/>
        </p:nvSpPr>
        <p:spPr>
          <a:xfrm>
            <a:off x="80742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GT_11137">
            <a:extLst>
              <a:ext uri="{FF2B5EF4-FFF2-40B4-BE49-F238E27FC236}">
                <a16:creationId xmlns:a16="http://schemas.microsoft.com/office/drawing/2014/main" id="{711D129E-94C6-440F-B8FE-2C015F211A90}"/>
              </a:ext>
            </a:extLst>
          </p:cNvPr>
          <p:cNvSpPr>
            <a:spLocks noGrp="1"/>
          </p:cNvSpPr>
          <p:nvPr/>
        </p:nvSpPr>
        <p:spPr>
          <a:xfrm>
            <a:off x="808516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GT_11138">
            <a:extLst>
              <a:ext uri="{FF2B5EF4-FFF2-40B4-BE49-F238E27FC236}">
                <a16:creationId xmlns:a16="http://schemas.microsoft.com/office/drawing/2014/main" id="{781FC55B-4331-4B3A-8B9A-87BA4E846242}"/>
              </a:ext>
            </a:extLst>
          </p:cNvPr>
          <p:cNvSpPr>
            <a:spLocks noGrp="1"/>
          </p:cNvSpPr>
          <p:nvPr/>
        </p:nvSpPr>
        <p:spPr>
          <a:xfrm>
            <a:off x="82442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GT_11139">
            <a:extLst>
              <a:ext uri="{FF2B5EF4-FFF2-40B4-BE49-F238E27FC236}">
                <a16:creationId xmlns:a16="http://schemas.microsoft.com/office/drawing/2014/main" id="{B7150E13-7C25-4A16-8689-954706A5A9F3}"/>
              </a:ext>
            </a:extLst>
          </p:cNvPr>
          <p:cNvSpPr>
            <a:spLocks noGrp="1"/>
          </p:cNvSpPr>
          <p:nvPr/>
        </p:nvSpPr>
        <p:spPr>
          <a:xfrm>
            <a:off x="8244474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GT_11140">
            <a:extLst>
              <a:ext uri="{FF2B5EF4-FFF2-40B4-BE49-F238E27FC236}">
                <a16:creationId xmlns:a16="http://schemas.microsoft.com/office/drawing/2014/main" id="{458671AE-3FF0-4A72-A1D8-61DE0EB3A350}"/>
              </a:ext>
            </a:extLst>
          </p:cNvPr>
          <p:cNvSpPr>
            <a:spLocks noGrp="1"/>
          </p:cNvSpPr>
          <p:nvPr/>
        </p:nvSpPr>
        <p:spPr>
          <a:xfrm>
            <a:off x="80751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GT_11141">
            <a:extLst>
              <a:ext uri="{FF2B5EF4-FFF2-40B4-BE49-F238E27FC236}">
                <a16:creationId xmlns:a16="http://schemas.microsoft.com/office/drawing/2014/main" id="{3B76DA21-B279-47C7-BE1F-0CD571666971}"/>
              </a:ext>
            </a:extLst>
          </p:cNvPr>
          <p:cNvSpPr>
            <a:spLocks noGrp="1"/>
          </p:cNvSpPr>
          <p:nvPr/>
        </p:nvSpPr>
        <p:spPr>
          <a:xfrm>
            <a:off x="8192920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GT_11142">
            <a:extLst>
              <a:ext uri="{FF2B5EF4-FFF2-40B4-BE49-F238E27FC236}">
                <a16:creationId xmlns:a16="http://schemas.microsoft.com/office/drawing/2014/main" id="{7F3A3AB4-699E-4B56-8891-EED425C24BEE}"/>
              </a:ext>
            </a:extLst>
          </p:cNvPr>
          <p:cNvSpPr>
            <a:spLocks noGrp="1"/>
          </p:cNvSpPr>
          <p:nvPr/>
        </p:nvSpPr>
        <p:spPr>
          <a:xfrm>
            <a:off x="8134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GT_11143">
            <a:extLst>
              <a:ext uri="{FF2B5EF4-FFF2-40B4-BE49-F238E27FC236}">
                <a16:creationId xmlns:a16="http://schemas.microsoft.com/office/drawing/2014/main" id="{F118FA14-6485-42A7-A1A6-DFFE6E514298}"/>
              </a:ext>
            </a:extLst>
          </p:cNvPr>
          <p:cNvSpPr>
            <a:spLocks noGrp="1"/>
          </p:cNvSpPr>
          <p:nvPr/>
        </p:nvSpPr>
        <p:spPr>
          <a:xfrm>
            <a:off x="82827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GT_11144">
            <a:extLst>
              <a:ext uri="{FF2B5EF4-FFF2-40B4-BE49-F238E27FC236}">
                <a16:creationId xmlns:a16="http://schemas.microsoft.com/office/drawing/2014/main" id="{CC34B353-9967-405F-82C3-13D388BA271F}"/>
              </a:ext>
            </a:extLst>
          </p:cNvPr>
          <p:cNvSpPr>
            <a:spLocks noGrp="1"/>
          </p:cNvSpPr>
          <p:nvPr/>
        </p:nvSpPr>
        <p:spPr>
          <a:xfrm>
            <a:off x="814880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GT_11145">
            <a:extLst>
              <a:ext uri="{FF2B5EF4-FFF2-40B4-BE49-F238E27FC236}">
                <a16:creationId xmlns:a16="http://schemas.microsoft.com/office/drawing/2014/main" id="{BAD42F53-45AB-4C66-90F5-ADD032E4236C}"/>
              </a:ext>
            </a:extLst>
          </p:cNvPr>
          <p:cNvSpPr>
            <a:spLocks noGrp="1"/>
          </p:cNvSpPr>
          <p:nvPr/>
        </p:nvSpPr>
        <p:spPr>
          <a:xfrm>
            <a:off x="814961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GT_11146">
            <a:extLst>
              <a:ext uri="{FF2B5EF4-FFF2-40B4-BE49-F238E27FC236}">
                <a16:creationId xmlns:a16="http://schemas.microsoft.com/office/drawing/2014/main" id="{DFE15E3C-5DA6-4ADC-A3D4-201FED08C4A1}"/>
              </a:ext>
            </a:extLst>
          </p:cNvPr>
          <p:cNvSpPr>
            <a:spLocks noGrp="1"/>
          </p:cNvSpPr>
          <p:nvPr/>
        </p:nvSpPr>
        <p:spPr>
          <a:xfrm>
            <a:off x="82593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GT_11147">
            <a:extLst>
              <a:ext uri="{FF2B5EF4-FFF2-40B4-BE49-F238E27FC236}">
                <a16:creationId xmlns:a16="http://schemas.microsoft.com/office/drawing/2014/main" id="{8C2C2054-54B4-4F16-B7F6-E3D4B0967011}"/>
              </a:ext>
            </a:extLst>
          </p:cNvPr>
          <p:cNvSpPr>
            <a:spLocks noGrp="1"/>
          </p:cNvSpPr>
          <p:nvPr/>
        </p:nvSpPr>
        <p:spPr>
          <a:xfrm>
            <a:off x="82559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GT_11148">
            <a:extLst>
              <a:ext uri="{FF2B5EF4-FFF2-40B4-BE49-F238E27FC236}">
                <a16:creationId xmlns:a16="http://schemas.microsoft.com/office/drawing/2014/main" id="{C7ABFA5F-BF14-45A4-B0F1-41A8A96110B6}"/>
              </a:ext>
            </a:extLst>
          </p:cNvPr>
          <p:cNvSpPr>
            <a:spLocks noGrp="1"/>
          </p:cNvSpPr>
          <p:nvPr/>
        </p:nvSpPr>
        <p:spPr>
          <a:xfrm>
            <a:off x="82392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GT_11149">
            <a:extLst>
              <a:ext uri="{FF2B5EF4-FFF2-40B4-BE49-F238E27FC236}">
                <a16:creationId xmlns:a16="http://schemas.microsoft.com/office/drawing/2014/main" id="{BB1E359F-7426-4127-8940-80613793BB40}"/>
              </a:ext>
            </a:extLst>
          </p:cNvPr>
          <p:cNvSpPr>
            <a:spLocks noGrp="1"/>
          </p:cNvSpPr>
          <p:nvPr/>
        </p:nvSpPr>
        <p:spPr>
          <a:xfrm>
            <a:off x="82019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GT_11150">
            <a:extLst>
              <a:ext uri="{FF2B5EF4-FFF2-40B4-BE49-F238E27FC236}">
                <a16:creationId xmlns:a16="http://schemas.microsoft.com/office/drawing/2014/main" id="{07BEBB34-B1D2-4559-A963-EACB4D1E619A}"/>
              </a:ext>
            </a:extLst>
          </p:cNvPr>
          <p:cNvSpPr>
            <a:spLocks noGrp="1"/>
          </p:cNvSpPr>
          <p:nvPr/>
        </p:nvSpPr>
        <p:spPr>
          <a:xfrm>
            <a:off x="8087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GT_11151">
            <a:extLst>
              <a:ext uri="{FF2B5EF4-FFF2-40B4-BE49-F238E27FC236}">
                <a16:creationId xmlns:a16="http://schemas.microsoft.com/office/drawing/2014/main" id="{FC67D4B0-0954-4EF7-BDE3-1A04B54A1576}"/>
              </a:ext>
            </a:extLst>
          </p:cNvPr>
          <p:cNvSpPr>
            <a:spLocks noGrp="1"/>
          </p:cNvSpPr>
          <p:nvPr/>
        </p:nvSpPr>
        <p:spPr>
          <a:xfrm>
            <a:off x="824311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GT_11152">
            <a:extLst>
              <a:ext uri="{FF2B5EF4-FFF2-40B4-BE49-F238E27FC236}">
                <a16:creationId xmlns:a16="http://schemas.microsoft.com/office/drawing/2014/main" id="{77156321-57D9-4066-99C3-7F32A3B98293}"/>
              </a:ext>
            </a:extLst>
          </p:cNvPr>
          <p:cNvSpPr>
            <a:spLocks noGrp="1"/>
          </p:cNvSpPr>
          <p:nvPr/>
        </p:nvSpPr>
        <p:spPr>
          <a:xfrm>
            <a:off x="819107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GT_11153">
            <a:extLst>
              <a:ext uri="{FF2B5EF4-FFF2-40B4-BE49-F238E27FC236}">
                <a16:creationId xmlns:a16="http://schemas.microsoft.com/office/drawing/2014/main" id="{3F8A2B15-D9E8-4208-B7E0-92236F35220F}"/>
              </a:ext>
            </a:extLst>
          </p:cNvPr>
          <p:cNvSpPr>
            <a:spLocks noGrp="1"/>
          </p:cNvSpPr>
          <p:nvPr/>
        </p:nvSpPr>
        <p:spPr>
          <a:xfrm>
            <a:off x="8068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GT_11154">
            <a:extLst>
              <a:ext uri="{FF2B5EF4-FFF2-40B4-BE49-F238E27FC236}">
                <a16:creationId xmlns:a16="http://schemas.microsoft.com/office/drawing/2014/main" id="{49BAB97D-54B1-4A9C-89D3-7578CB270C5D}"/>
              </a:ext>
            </a:extLst>
          </p:cNvPr>
          <p:cNvSpPr>
            <a:spLocks noGrp="1"/>
          </p:cNvSpPr>
          <p:nvPr/>
        </p:nvSpPr>
        <p:spPr>
          <a:xfrm>
            <a:off x="808756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GT_11155">
            <a:extLst>
              <a:ext uri="{FF2B5EF4-FFF2-40B4-BE49-F238E27FC236}">
                <a16:creationId xmlns:a16="http://schemas.microsoft.com/office/drawing/2014/main" id="{FE2AB980-FF64-401C-B813-313A41D44CAF}"/>
              </a:ext>
            </a:extLst>
          </p:cNvPr>
          <p:cNvSpPr>
            <a:spLocks noGrp="1"/>
          </p:cNvSpPr>
          <p:nvPr/>
        </p:nvSpPr>
        <p:spPr>
          <a:xfrm>
            <a:off x="824501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GT_11156">
            <a:extLst>
              <a:ext uri="{FF2B5EF4-FFF2-40B4-BE49-F238E27FC236}">
                <a16:creationId xmlns:a16="http://schemas.microsoft.com/office/drawing/2014/main" id="{3E240361-05CE-4094-B6B7-FA4A4000ACCE}"/>
              </a:ext>
            </a:extLst>
          </p:cNvPr>
          <p:cNvSpPr>
            <a:spLocks noGrp="1"/>
          </p:cNvSpPr>
          <p:nvPr/>
        </p:nvSpPr>
        <p:spPr>
          <a:xfrm>
            <a:off x="8119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GT_11157">
            <a:extLst>
              <a:ext uri="{FF2B5EF4-FFF2-40B4-BE49-F238E27FC236}">
                <a16:creationId xmlns:a16="http://schemas.microsoft.com/office/drawing/2014/main" id="{283D021B-3A52-49CA-A1A2-020500141DDD}"/>
              </a:ext>
            </a:extLst>
          </p:cNvPr>
          <p:cNvSpPr>
            <a:spLocks noGrp="1"/>
          </p:cNvSpPr>
          <p:nvPr/>
        </p:nvSpPr>
        <p:spPr>
          <a:xfrm>
            <a:off x="811826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GT_11158">
            <a:extLst>
              <a:ext uri="{FF2B5EF4-FFF2-40B4-BE49-F238E27FC236}">
                <a16:creationId xmlns:a16="http://schemas.microsoft.com/office/drawing/2014/main" id="{D8DE87F6-7696-4EE6-94D4-E8FA3E6B5D58}"/>
              </a:ext>
            </a:extLst>
          </p:cNvPr>
          <p:cNvSpPr>
            <a:spLocks noGrp="1"/>
          </p:cNvSpPr>
          <p:nvPr/>
        </p:nvSpPr>
        <p:spPr>
          <a:xfrm>
            <a:off x="813020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GT_11159">
            <a:extLst>
              <a:ext uri="{FF2B5EF4-FFF2-40B4-BE49-F238E27FC236}">
                <a16:creationId xmlns:a16="http://schemas.microsoft.com/office/drawing/2014/main" id="{53A638DB-286F-45A0-95D4-21FFFC902E98}"/>
              </a:ext>
            </a:extLst>
          </p:cNvPr>
          <p:cNvSpPr>
            <a:spLocks noGrp="1"/>
          </p:cNvSpPr>
          <p:nvPr/>
        </p:nvSpPr>
        <p:spPr>
          <a:xfrm>
            <a:off x="80846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GT_11160">
            <a:extLst>
              <a:ext uri="{FF2B5EF4-FFF2-40B4-BE49-F238E27FC236}">
                <a16:creationId xmlns:a16="http://schemas.microsoft.com/office/drawing/2014/main" id="{7CFE4241-5009-420D-8535-DACE537D3689}"/>
              </a:ext>
            </a:extLst>
          </p:cNvPr>
          <p:cNvSpPr>
            <a:spLocks noGrp="1"/>
          </p:cNvSpPr>
          <p:nvPr/>
        </p:nvSpPr>
        <p:spPr>
          <a:xfrm>
            <a:off x="8146528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GT_11161">
            <a:extLst>
              <a:ext uri="{FF2B5EF4-FFF2-40B4-BE49-F238E27FC236}">
                <a16:creationId xmlns:a16="http://schemas.microsoft.com/office/drawing/2014/main" id="{990ACB9F-935E-46B5-B485-31D02BE77BA7}"/>
              </a:ext>
            </a:extLst>
          </p:cNvPr>
          <p:cNvSpPr>
            <a:spLocks noGrp="1"/>
          </p:cNvSpPr>
          <p:nvPr/>
        </p:nvSpPr>
        <p:spPr>
          <a:xfrm>
            <a:off x="82914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GT_11162">
            <a:extLst>
              <a:ext uri="{FF2B5EF4-FFF2-40B4-BE49-F238E27FC236}">
                <a16:creationId xmlns:a16="http://schemas.microsoft.com/office/drawing/2014/main" id="{EA11650F-88E3-4580-B61A-CCCFBDF8F219}"/>
              </a:ext>
            </a:extLst>
          </p:cNvPr>
          <p:cNvSpPr>
            <a:spLocks noGrp="1"/>
          </p:cNvSpPr>
          <p:nvPr/>
        </p:nvSpPr>
        <p:spPr>
          <a:xfrm>
            <a:off x="8084776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GT_11163">
            <a:extLst>
              <a:ext uri="{FF2B5EF4-FFF2-40B4-BE49-F238E27FC236}">
                <a16:creationId xmlns:a16="http://schemas.microsoft.com/office/drawing/2014/main" id="{F7B691D4-15FE-4FD5-8EB1-EC85AA184A14}"/>
              </a:ext>
            </a:extLst>
          </p:cNvPr>
          <p:cNvSpPr>
            <a:spLocks noGrp="1"/>
          </p:cNvSpPr>
          <p:nvPr/>
        </p:nvSpPr>
        <p:spPr>
          <a:xfrm>
            <a:off x="8169351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GT_11164">
            <a:extLst>
              <a:ext uri="{FF2B5EF4-FFF2-40B4-BE49-F238E27FC236}">
                <a16:creationId xmlns:a16="http://schemas.microsoft.com/office/drawing/2014/main" id="{AA2DC285-86F9-4F11-8032-835FA151662A}"/>
              </a:ext>
            </a:extLst>
          </p:cNvPr>
          <p:cNvSpPr>
            <a:spLocks noGrp="1"/>
          </p:cNvSpPr>
          <p:nvPr/>
        </p:nvSpPr>
        <p:spPr>
          <a:xfrm>
            <a:off x="8132884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GT_11165">
            <a:extLst>
              <a:ext uri="{FF2B5EF4-FFF2-40B4-BE49-F238E27FC236}">
                <a16:creationId xmlns:a16="http://schemas.microsoft.com/office/drawing/2014/main" id="{C7ED54D9-734E-42A3-9643-162AB285B65B}"/>
              </a:ext>
            </a:extLst>
          </p:cNvPr>
          <p:cNvSpPr>
            <a:spLocks noGrp="1"/>
          </p:cNvSpPr>
          <p:nvPr/>
        </p:nvSpPr>
        <p:spPr>
          <a:xfrm>
            <a:off x="82941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GT_11166">
            <a:extLst>
              <a:ext uri="{FF2B5EF4-FFF2-40B4-BE49-F238E27FC236}">
                <a16:creationId xmlns:a16="http://schemas.microsoft.com/office/drawing/2014/main" id="{548916DA-D9F9-4538-98EB-9C1C2D0AF6CA}"/>
              </a:ext>
            </a:extLst>
          </p:cNvPr>
          <p:cNvSpPr>
            <a:spLocks noGrp="1"/>
          </p:cNvSpPr>
          <p:nvPr/>
        </p:nvSpPr>
        <p:spPr>
          <a:xfrm>
            <a:off x="8080833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GT_11167">
            <a:extLst>
              <a:ext uri="{FF2B5EF4-FFF2-40B4-BE49-F238E27FC236}">
                <a16:creationId xmlns:a16="http://schemas.microsoft.com/office/drawing/2014/main" id="{C898EDE5-582C-43A9-A4F2-D1F15C3F81C3}"/>
              </a:ext>
            </a:extLst>
          </p:cNvPr>
          <p:cNvSpPr>
            <a:spLocks noGrp="1"/>
          </p:cNvSpPr>
          <p:nvPr/>
        </p:nvSpPr>
        <p:spPr>
          <a:xfrm>
            <a:off x="8202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GT_11168">
            <a:extLst>
              <a:ext uri="{FF2B5EF4-FFF2-40B4-BE49-F238E27FC236}">
                <a16:creationId xmlns:a16="http://schemas.microsoft.com/office/drawing/2014/main" id="{466CF54E-A9A2-478A-9F6F-FF5D9CDDE553}"/>
              </a:ext>
            </a:extLst>
          </p:cNvPr>
          <p:cNvSpPr>
            <a:spLocks noGrp="1"/>
          </p:cNvSpPr>
          <p:nvPr/>
        </p:nvSpPr>
        <p:spPr>
          <a:xfrm>
            <a:off x="822498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GT_11169">
            <a:extLst>
              <a:ext uri="{FF2B5EF4-FFF2-40B4-BE49-F238E27FC236}">
                <a16:creationId xmlns:a16="http://schemas.microsoft.com/office/drawing/2014/main" id="{65C67D4D-EE04-44A9-8201-0DA260B96F10}"/>
              </a:ext>
            </a:extLst>
          </p:cNvPr>
          <p:cNvSpPr>
            <a:spLocks noGrp="1"/>
          </p:cNvSpPr>
          <p:nvPr/>
        </p:nvSpPr>
        <p:spPr>
          <a:xfrm>
            <a:off x="82832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GT_11170">
            <a:extLst>
              <a:ext uri="{FF2B5EF4-FFF2-40B4-BE49-F238E27FC236}">
                <a16:creationId xmlns:a16="http://schemas.microsoft.com/office/drawing/2014/main" id="{5FD2DCB4-1A50-4175-87E0-D7686A3C4BC4}"/>
              </a:ext>
            </a:extLst>
          </p:cNvPr>
          <p:cNvSpPr>
            <a:spLocks noGrp="1"/>
          </p:cNvSpPr>
          <p:nvPr/>
        </p:nvSpPr>
        <p:spPr>
          <a:xfrm>
            <a:off x="828046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GT_11171">
            <a:extLst>
              <a:ext uri="{FF2B5EF4-FFF2-40B4-BE49-F238E27FC236}">
                <a16:creationId xmlns:a16="http://schemas.microsoft.com/office/drawing/2014/main" id="{D5566AA3-F607-4B4C-B6EE-530DE1F96762}"/>
              </a:ext>
            </a:extLst>
          </p:cNvPr>
          <p:cNvSpPr>
            <a:spLocks noGrp="1"/>
          </p:cNvSpPr>
          <p:nvPr/>
        </p:nvSpPr>
        <p:spPr>
          <a:xfrm>
            <a:off x="8305769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GT_11172">
            <a:extLst>
              <a:ext uri="{FF2B5EF4-FFF2-40B4-BE49-F238E27FC236}">
                <a16:creationId xmlns:a16="http://schemas.microsoft.com/office/drawing/2014/main" id="{E7C7464C-B4A4-41D0-885E-19F685349683}"/>
              </a:ext>
            </a:extLst>
          </p:cNvPr>
          <p:cNvSpPr>
            <a:spLocks noGrp="1"/>
          </p:cNvSpPr>
          <p:nvPr/>
        </p:nvSpPr>
        <p:spPr>
          <a:xfrm>
            <a:off x="821109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GT_11173">
            <a:extLst>
              <a:ext uri="{FF2B5EF4-FFF2-40B4-BE49-F238E27FC236}">
                <a16:creationId xmlns:a16="http://schemas.microsoft.com/office/drawing/2014/main" id="{DF147ECA-BD9E-4614-B089-9E62A4056923}"/>
              </a:ext>
            </a:extLst>
          </p:cNvPr>
          <p:cNvSpPr>
            <a:spLocks noGrp="1"/>
          </p:cNvSpPr>
          <p:nvPr/>
        </p:nvSpPr>
        <p:spPr>
          <a:xfrm>
            <a:off x="82554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GT_11174">
            <a:extLst>
              <a:ext uri="{FF2B5EF4-FFF2-40B4-BE49-F238E27FC236}">
                <a16:creationId xmlns:a16="http://schemas.microsoft.com/office/drawing/2014/main" id="{BCC8698F-D43E-433F-9811-BA5A62968B72}"/>
              </a:ext>
            </a:extLst>
          </p:cNvPr>
          <p:cNvSpPr>
            <a:spLocks noGrp="1"/>
          </p:cNvSpPr>
          <p:nvPr/>
        </p:nvSpPr>
        <p:spPr>
          <a:xfrm>
            <a:off x="81452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GT_11175">
            <a:extLst>
              <a:ext uri="{FF2B5EF4-FFF2-40B4-BE49-F238E27FC236}">
                <a16:creationId xmlns:a16="http://schemas.microsoft.com/office/drawing/2014/main" id="{343D33B0-9B3C-43A4-BF26-E4227EB70D0F}"/>
              </a:ext>
            </a:extLst>
          </p:cNvPr>
          <p:cNvSpPr>
            <a:spLocks noGrp="1"/>
          </p:cNvSpPr>
          <p:nvPr/>
        </p:nvSpPr>
        <p:spPr>
          <a:xfrm>
            <a:off x="8242693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GT_11176">
            <a:extLst>
              <a:ext uri="{FF2B5EF4-FFF2-40B4-BE49-F238E27FC236}">
                <a16:creationId xmlns:a16="http://schemas.microsoft.com/office/drawing/2014/main" id="{BB9F0A68-66B3-4059-A70C-7D5D059B05DD}"/>
              </a:ext>
            </a:extLst>
          </p:cNvPr>
          <p:cNvSpPr>
            <a:spLocks noGrp="1"/>
          </p:cNvSpPr>
          <p:nvPr/>
        </p:nvSpPr>
        <p:spPr>
          <a:xfrm>
            <a:off x="808532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GT_11177">
            <a:extLst>
              <a:ext uri="{FF2B5EF4-FFF2-40B4-BE49-F238E27FC236}">
                <a16:creationId xmlns:a16="http://schemas.microsoft.com/office/drawing/2014/main" id="{4C98C12C-F821-4CB9-9880-CEEDD2275ABA}"/>
              </a:ext>
            </a:extLst>
          </p:cNvPr>
          <p:cNvSpPr>
            <a:spLocks noGrp="1"/>
          </p:cNvSpPr>
          <p:nvPr/>
        </p:nvSpPr>
        <p:spPr>
          <a:xfrm>
            <a:off x="8088750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GT_11178">
            <a:extLst>
              <a:ext uri="{FF2B5EF4-FFF2-40B4-BE49-F238E27FC236}">
                <a16:creationId xmlns:a16="http://schemas.microsoft.com/office/drawing/2014/main" id="{227936BA-41B6-4A32-A815-F5B3DF0DB1F3}"/>
              </a:ext>
            </a:extLst>
          </p:cNvPr>
          <p:cNvSpPr>
            <a:spLocks noGrp="1"/>
          </p:cNvSpPr>
          <p:nvPr/>
        </p:nvSpPr>
        <p:spPr>
          <a:xfrm>
            <a:off x="8112183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GT_11179">
            <a:extLst>
              <a:ext uri="{FF2B5EF4-FFF2-40B4-BE49-F238E27FC236}">
                <a16:creationId xmlns:a16="http://schemas.microsoft.com/office/drawing/2014/main" id="{8D8A88CF-B21E-4E82-B530-72A8ED48EBC8}"/>
              </a:ext>
            </a:extLst>
          </p:cNvPr>
          <p:cNvSpPr>
            <a:spLocks noGrp="1"/>
          </p:cNvSpPr>
          <p:nvPr/>
        </p:nvSpPr>
        <p:spPr>
          <a:xfrm>
            <a:off x="82432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GT_11180">
            <a:extLst>
              <a:ext uri="{FF2B5EF4-FFF2-40B4-BE49-F238E27FC236}">
                <a16:creationId xmlns:a16="http://schemas.microsoft.com/office/drawing/2014/main" id="{341D9247-98C1-44C7-A9A2-333D10D6D5C5}"/>
              </a:ext>
            </a:extLst>
          </p:cNvPr>
          <p:cNvSpPr>
            <a:spLocks noGrp="1"/>
          </p:cNvSpPr>
          <p:nvPr/>
        </p:nvSpPr>
        <p:spPr>
          <a:xfrm>
            <a:off x="822868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GT_11181">
            <a:extLst>
              <a:ext uri="{FF2B5EF4-FFF2-40B4-BE49-F238E27FC236}">
                <a16:creationId xmlns:a16="http://schemas.microsoft.com/office/drawing/2014/main" id="{8AD78B70-F5E9-48BF-B0F8-CE0BCC91B15C}"/>
              </a:ext>
            </a:extLst>
          </p:cNvPr>
          <p:cNvSpPr>
            <a:spLocks noGrp="1"/>
          </p:cNvSpPr>
          <p:nvPr/>
        </p:nvSpPr>
        <p:spPr>
          <a:xfrm>
            <a:off x="8304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GT_11182">
            <a:extLst>
              <a:ext uri="{FF2B5EF4-FFF2-40B4-BE49-F238E27FC236}">
                <a16:creationId xmlns:a16="http://schemas.microsoft.com/office/drawing/2014/main" id="{8A15FC21-2EF8-4C41-94B2-0363ABA7C308}"/>
              </a:ext>
            </a:extLst>
          </p:cNvPr>
          <p:cNvSpPr>
            <a:spLocks noGrp="1"/>
          </p:cNvSpPr>
          <p:nvPr/>
        </p:nvSpPr>
        <p:spPr>
          <a:xfrm>
            <a:off x="813401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GT_11183">
            <a:extLst>
              <a:ext uri="{FF2B5EF4-FFF2-40B4-BE49-F238E27FC236}">
                <a16:creationId xmlns:a16="http://schemas.microsoft.com/office/drawing/2014/main" id="{5180BBA5-01FA-4D91-992E-C364980F2B4D}"/>
              </a:ext>
            </a:extLst>
          </p:cNvPr>
          <p:cNvSpPr>
            <a:spLocks noGrp="1"/>
          </p:cNvSpPr>
          <p:nvPr/>
        </p:nvSpPr>
        <p:spPr>
          <a:xfrm>
            <a:off x="817380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GT_11184">
            <a:extLst>
              <a:ext uri="{FF2B5EF4-FFF2-40B4-BE49-F238E27FC236}">
                <a16:creationId xmlns:a16="http://schemas.microsoft.com/office/drawing/2014/main" id="{D05B5BB9-1AA8-4B24-819A-FB2ACD3C7171}"/>
              </a:ext>
            </a:extLst>
          </p:cNvPr>
          <p:cNvSpPr>
            <a:spLocks noGrp="1"/>
          </p:cNvSpPr>
          <p:nvPr/>
        </p:nvSpPr>
        <p:spPr>
          <a:xfrm>
            <a:off x="8223601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GT_11185">
            <a:extLst>
              <a:ext uri="{FF2B5EF4-FFF2-40B4-BE49-F238E27FC236}">
                <a16:creationId xmlns:a16="http://schemas.microsoft.com/office/drawing/2014/main" id="{434F408F-082E-4C06-8D12-F8149E1FE9D6}"/>
              </a:ext>
            </a:extLst>
          </p:cNvPr>
          <p:cNvSpPr>
            <a:spLocks noGrp="1"/>
          </p:cNvSpPr>
          <p:nvPr/>
        </p:nvSpPr>
        <p:spPr>
          <a:xfrm>
            <a:off x="83160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GT_11186">
            <a:extLst>
              <a:ext uri="{FF2B5EF4-FFF2-40B4-BE49-F238E27FC236}">
                <a16:creationId xmlns:a16="http://schemas.microsoft.com/office/drawing/2014/main" id="{3186831A-C892-4570-9DA4-59E9B95294FF}"/>
              </a:ext>
            </a:extLst>
          </p:cNvPr>
          <p:cNvSpPr>
            <a:spLocks noGrp="1"/>
          </p:cNvSpPr>
          <p:nvPr/>
        </p:nvSpPr>
        <p:spPr>
          <a:xfrm>
            <a:off x="8292520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GT_11187">
            <a:extLst>
              <a:ext uri="{FF2B5EF4-FFF2-40B4-BE49-F238E27FC236}">
                <a16:creationId xmlns:a16="http://schemas.microsoft.com/office/drawing/2014/main" id="{8874A6D3-F423-4A62-9192-0714382F063B}"/>
              </a:ext>
            </a:extLst>
          </p:cNvPr>
          <p:cNvSpPr>
            <a:spLocks noGrp="1"/>
          </p:cNvSpPr>
          <p:nvPr/>
        </p:nvSpPr>
        <p:spPr>
          <a:xfrm>
            <a:off x="8180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GT_11188">
            <a:extLst>
              <a:ext uri="{FF2B5EF4-FFF2-40B4-BE49-F238E27FC236}">
                <a16:creationId xmlns:a16="http://schemas.microsoft.com/office/drawing/2014/main" id="{53D302CF-1F58-4A27-9893-79F0F7B678F6}"/>
              </a:ext>
            </a:extLst>
          </p:cNvPr>
          <p:cNvSpPr>
            <a:spLocks noGrp="1"/>
          </p:cNvSpPr>
          <p:nvPr/>
        </p:nvSpPr>
        <p:spPr>
          <a:xfrm>
            <a:off x="80944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GT_11189">
            <a:extLst>
              <a:ext uri="{FF2B5EF4-FFF2-40B4-BE49-F238E27FC236}">
                <a16:creationId xmlns:a16="http://schemas.microsoft.com/office/drawing/2014/main" id="{06E34FAC-176A-4929-8C45-6D8F736D4020}"/>
              </a:ext>
            </a:extLst>
          </p:cNvPr>
          <p:cNvSpPr>
            <a:spLocks noGrp="1"/>
          </p:cNvSpPr>
          <p:nvPr/>
        </p:nvSpPr>
        <p:spPr>
          <a:xfrm>
            <a:off x="8251375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GT_11190">
            <a:extLst>
              <a:ext uri="{FF2B5EF4-FFF2-40B4-BE49-F238E27FC236}">
                <a16:creationId xmlns:a16="http://schemas.microsoft.com/office/drawing/2014/main" id="{6F4831C2-EA91-4FD0-A674-BCCC0597EED3}"/>
              </a:ext>
            </a:extLst>
          </p:cNvPr>
          <p:cNvSpPr>
            <a:spLocks noGrp="1"/>
          </p:cNvSpPr>
          <p:nvPr/>
        </p:nvSpPr>
        <p:spPr>
          <a:xfrm>
            <a:off x="826726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GT_11191">
            <a:extLst>
              <a:ext uri="{FF2B5EF4-FFF2-40B4-BE49-F238E27FC236}">
                <a16:creationId xmlns:a16="http://schemas.microsoft.com/office/drawing/2014/main" id="{533CDC4E-7342-4F79-8F92-2D5472A23714}"/>
              </a:ext>
            </a:extLst>
          </p:cNvPr>
          <p:cNvSpPr>
            <a:spLocks noGrp="1"/>
          </p:cNvSpPr>
          <p:nvPr/>
        </p:nvSpPr>
        <p:spPr>
          <a:xfrm>
            <a:off x="818058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GT_11192">
            <a:extLst>
              <a:ext uri="{FF2B5EF4-FFF2-40B4-BE49-F238E27FC236}">
                <a16:creationId xmlns:a16="http://schemas.microsoft.com/office/drawing/2014/main" id="{DCF888E3-9D04-4DB0-9E25-AA2E570ECB67}"/>
              </a:ext>
            </a:extLst>
          </p:cNvPr>
          <p:cNvSpPr>
            <a:spLocks noGrp="1"/>
          </p:cNvSpPr>
          <p:nvPr/>
        </p:nvSpPr>
        <p:spPr>
          <a:xfrm>
            <a:off x="82905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GT_11193">
            <a:extLst>
              <a:ext uri="{FF2B5EF4-FFF2-40B4-BE49-F238E27FC236}">
                <a16:creationId xmlns:a16="http://schemas.microsoft.com/office/drawing/2014/main" id="{7111A471-1A69-48D6-ACAA-855FE2CA2BCF}"/>
              </a:ext>
            </a:extLst>
          </p:cNvPr>
          <p:cNvSpPr>
            <a:spLocks noGrp="1"/>
          </p:cNvSpPr>
          <p:nvPr/>
        </p:nvSpPr>
        <p:spPr>
          <a:xfrm>
            <a:off x="82157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GT_11194">
            <a:extLst>
              <a:ext uri="{FF2B5EF4-FFF2-40B4-BE49-F238E27FC236}">
                <a16:creationId xmlns:a16="http://schemas.microsoft.com/office/drawing/2014/main" id="{991234F0-2012-4DD9-BC22-A71D618F0209}"/>
              </a:ext>
            </a:extLst>
          </p:cNvPr>
          <p:cNvSpPr>
            <a:spLocks noGrp="1"/>
          </p:cNvSpPr>
          <p:nvPr/>
        </p:nvSpPr>
        <p:spPr>
          <a:xfrm>
            <a:off x="8082881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GT_11195">
            <a:extLst>
              <a:ext uri="{FF2B5EF4-FFF2-40B4-BE49-F238E27FC236}">
                <a16:creationId xmlns:a16="http://schemas.microsoft.com/office/drawing/2014/main" id="{F9C3450F-5849-43B8-9BC0-F627C6E93295}"/>
              </a:ext>
            </a:extLst>
          </p:cNvPr>
          <p:cNvSpPr>
            <a:spLocks noGrp="1"/>
          </p:cNvSpPr>
          <p:nvPr/>
        </p:nvSpPr>
        <p:spPr>
          <a:xfrm>
            <a:off x="827624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GT_11196">
            <a:extLst>
              <a:ext uri="{FF2B5EF4-FFF2-40B4-BE49-F238E27FC236}">
                <a16:creationId xmlns:a16="http://schemas.microsoft.com/office/drawing/2014/main" id="{B259019A-43B9-4BE7-AE66-648F3056DE22}"/>
              </a:ext>
            </a:extLst>
          </p:cNvPr>
          <p:cNvSpPr>
            <a:spLocks noGrp="1"/>
          </p:cNvSpPr>
          <p:nvPr/>
        </p:nvSpPr>
        <p:spPr>
          <a:xfrm>
            <a:off x="821226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GT_11197">
            <a:extLst>
              <a:ext uri="{FF2B5EF4-FFF2-40B4-BE49-F238E27FC236}">
                <a16:creationId xmlns:a16="http://schemas.microsoft.com/office/drawing/2014/main" id="{322737D2-377F-42EA-A0E9-FA82F97C75CD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GT_11198">
            <a:extLst>
              <a:ext uri="{FF2B5EF4-FFF2-40B4-BE49-F238E27FC236}">
                <a16:creationId xmlns:a16="http://schemas.microsoft.com/office/drawing/2014/main" id="{AF8E15A5-93BB-4D70-A5C8-01CE2666E6B0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GT_11199">
            <a:extLst>
              <a:ext uri="{FF2B5EF4-FFF2-40B4-BE49-F238E27FC236}">
                <a16:creationId xmlns:a16="http://schemas.microsoft.com/office/drawing/2014/main" id="{EACE7D48-B3B2-4588-9FBA-1B99F5C75667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GT_11200">
            <a:extLst>
              <a:ext uri="{FF2B5EF4-FFF2-40B4-BE49-F238E27FC236}">
                <a16:creationId xmlns:a16="http://schemas.microsoft.com/office/drawing/2014/main" id="{02D5CF56-9827-46DF-99ED-2F47B0D3B490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GT_11201">
            <a:extLst>
              <a:ext uri="{FF2B5EF4-FFF2-40B4-BE49-F238E27FC236}">
                <a16:creationId xmlns:a16="http://schemas.microsoft.com/office/drawing/2014/main" id="{DEFD8C82-AC02-4150-BEF2-5E3DF78F09F4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GT_11202">
            <a:extLst>
              <a:ext uri="{FF2B5EF4-FFF2-40B4-BE49-F238E27FC236}">
                <a16:creationId xmlns:a16="http://schemas.microsoft.com/office/drawing/2014/main" id="{DEA8C5E2-CA49-4335-8A51-1329BB0100B5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GT_11203">
            <a:extLst>
              <a:ext uri="{FF2B5EF4-FFF2-40B4-BE49-F238E27FC236}">
                <a16:creationId xmlns:a16="http://schemas.microsoft.com/office/drawing/2014/main" id="{D7382D7F-0AD6-4641-B52C-7058A6A8C2BE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GT_11204">
            <a:extLst>
              <a:ext uri="{FF2B5EF4-FFF2-40B4-BE49-F238E27FC236}">
                <a16:creationId xmlns:a16="http://schemas.microsoft.com/office/drawing/2014/main" id="{A643EE85-B3EB-4B7A-9D2A-6151279AD4F8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GT_11205">
            <a:extLst>
              <a:ext uri="{FF2B5EF4-FFF2-40B4-BE49-F238E27FC236}">
                <a16:creationId xmlns:a16="http://schemas.microsoft.com/office/drawing/2014/main" id="{845EC547-718C-4E68-899E-07899A6330E5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GT_11206">
            <a:extLst>
              <a:ext uri="{FF2B5EF4-FFF2-40B4-BE49-F238E27FC236}">
                <a16:creationId xmlns:a16="http://schemas.microsoft.com/office/drawing/2014/main" id="{75B5D357-9BB5-48C3-A75F-BF5E54634F9A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GT_11207">
            <a:extLst>
              <a:ext uri="{FF2B5EF4-FFF2-40B4-BE49-F238E27FC236}">
                <a16:creationId xmlns:a16="http://schemas.microsoft.com/office/drawing/2014/main" id="{2BC2D726-6419-4C63-B218-41886489553A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GT_11208">
            <a:extLst>
              <a:ext uri="{FF2B5EF4-FFF2-40B4-BE49-F238E27FC236}">
                <a16:creationId xmlns:a16="http://schemas.microsoft.com/office/drawing/2014/main" id="{C8EABE95-D396-486D-8752-99E7AA98B91D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GT_11209">
            <a:extLst>
              <a:ext uri="{FF2B5EF4-FFF2-40B4-BE49-F238E27FC236}">
                <a16:creationId xmlns:a16="http://schemas.microsoft.com/office/drawing/2014/main" id="{DB3FE28E-5FD7-44EC-925D-A85654317679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GT_11210">
            <a:extLst>
              <a:ext uri="{FF2B5EF4-FFF2-40B4-BE49-F238E27FC236}">
                <a16:creationId xmlns:a16="http://schemas.microsoft.com/office/drawing/2014/main" id="{B9B9C747-23FE-4801-AC8F-08AD652D1A46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GT_11211">
            <a:extLst>
              <a:ext uri="{FF2B5EF4-FFF2-40B4-BE49-F238E27FC236}">
                <a16:creationId xmlns:a16="http://schemas.microsoft.com/office/drawing/2014/main" id="{80A774B2-5447-4B24-BA13-E3691EA05FC4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GT_11212">
            <a:extLst>
              <a:ext uri="{FF2B5EF4-FFF2-40B4-BE49-F238E27FC236}">
                <a16:creationId xmlns:a16="http://schemas.microsoft.com/office/drawing/2014/main" id="{E752CBF8-9CD6-42CF-88EE-280208542F87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GT_11213">
            <a:extLst>
              <a:ext uri="{FF2B5EF4-FFF2-40B4-BE49-F238E27FC236}">
                <a16:creationId xmlns:a16="http://schemas.microsoft.com/office/drawing/2014/main" id="{EE7FBCD3-76CA-413E-915D-594F31086C1A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GT_11214">
            <a:extLst>
              <a:ext uri="{FF2B5EF4-FFF2-40B4-BE49-F238E27FC236}">
                <a16:creationId xmlns:a16="http://schemas.microsoft.com/office/drawing/2014/main" id="{E2FB5D7D-70B9-46B2-AA0C-EF6370C6F976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GT_11215">
            <a:extLst>
              <a:ext uri="{FF2B5EF4-FFF2-40B4-BE49-F238E27FC236}">
                <a16:creationId xmlns:a16="http://schemas.microsoft.com/office/drawing/2014/main" id="{886ED31D-ED00-4AC5-8219-EA95E8E62987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GT_11216">
            <a:extLst>
              <a:ext uri="{FF2B5EF4-FFF2-40B4-BE49-F238E27FC236}">
                <a16:creationId xmlns:a16="http://schemas.microsoft.com/office/drawing/2014/main" id="{2C47C69C-13CB-4B2D-A35E-873AB61B664C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GT_11217">
            <a:extLst>
              <a:ext uri="{FF2B5EF4-FFF2-40B4-BE49-F238E27FC236}">
                <a16:creationId xmlns:a16="http://schemas.microsoft.com/office/drawing/2014/main" id="{66A88BD0-8E5A-49E5-A644-FD28EA73C528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GT_11218">
            <a:extLst>
              <a:ext uri="{FF2B5EF4-FFF2-40B4-BE49-F238E27FC236}">
                <a16:creationId xmlns:a16="http://schemas.microsoft.com/office/drawing/2014/main" id="{611F88E9-437C-4B65-AE0D-E2569AA834EA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GT_11219">
            <a:extLst>
              <a:ext uri="{FF2B5EF4-FFF2-40B4-BE49-F238E27FC236}">
                <a16:creationId xmlns:a16="http://schemas.microsoft.com/office/drawing/2014/main" id="{71D7EC7F-E092-4C68-B8EA-63E4F7E27258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GT_11220">
            <a:extLst>
              <a:ext uri="{FF2B5EF4-FFF2-40B4-BE49-F238E27FC236}">
                <a16:creationId xmlns:a16="http://schemas.microsoft.com/office/drawing/2014/main" id="{56AE494D-C754-4768-B399-B2D9802B46FC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GT_11221">
            <a:extLst>
              <a:ext uri="{FF2B5EF4-FFF2-40B4-BE49-F238E27FC236}">
                <a16:creationId xmlns:a16="http://schemas.microsoft.com/office/drawing/2014/main" id="{1C90FD0D-C149-4E80-A3AB-4C9301507879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GT_11222">
            <a:extLst>
              <a:ext uri="{FF2B5EF4-FFF2-40B4-BE49-F238E27FC236}">
                <a16:creationId xmlns:a16="http://schemas.microsoft.com/office/drawing/2014/main" id="{2AC72168-82A4-4D97-A6F3-129CD73563C2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GT_11223">
            <a:extLst>
              <a:ext uri="{FF2B5EF4-FFF2-40B4-BE49-F238E27FC236}">
                <a16:creationId xmlns:a16="http://schemas.microsoft.com/office/drawing/2014/main" id="{72BDEBE9-41B3-4490-A1F7-17C508BA0128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GT_11224">
            <a:extLst>
              <a:ext uri="{FF2B5EF4-FFF2-40B4-BE49-F238E27FC236}">
                <a16:creationId xmlns:a16="http://schemas.microsoft.com/office/drawing/2014/main" id="{F7AD1416-69AE-4C43-B9D0-F4C449A722C9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GT_11225">
            <a:extLst>
              <a:ext uri="{FF2B5EF4-FFF2-40B4-BE49-F238E27FC236}">
                <a16:creationId xmlns:a16="http://schemas.microsoft.com/office/drawing/2014/main" id="{3689B4B7-8AFD-4A2F-855E-C6785C5F7F88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GT_11226">
            <a:extLst>
              <a:ext uri="{FF2B5EF4-FFF2-40B4-BE49-F238E27FC236}">
                <a16:creationId xmlns:a16="http://schemas.microsoft.com/office/drawing/2014/main" id="{73DD8088-95B7-4C8C-BEE1-1F4CE0A3742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GT_11227">
            <a:extLst>
              <a:ext uri="{FF2B5EF4-FFF2-40B4-BE49-F238E27FC236}">
                <a16:creationId xmlns:a16="http://schemas.microsoft.com/office/drawing/2014/main" id="{3B9C6CD1-F59D-419C-81FE-96BDC1DB3D35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GT_11228">
            <a:extLst>
              <a:ext uri="{FF2B5EF4-FFF2-40B4-BE49-F238E27FC236}">
                <a16:creationId xmlns:a16="http://schemas.microsoft.com/office/drawing/2014/main" id="{6CD007EC-ADF4-4208-893E-A9C15F0D89B0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GT_11229">
            <a:extLst>
              <a:ext uri="{FF2B5EF4-FFF2-40B4-BE49-F238E27FC236}">
                <a16:creationId xmlns:a16="http://schemas.microsoft.com/office/drawing/2014/main" id="{56E987ED-2D26-4A75-85C7-CEB354B531B1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GT_11230">
            <a:extLst>
              <a:ext uri="{FF2B5EF4-FFF2-40B4-BE49-F238E27FC236}">
                <a16:creationId xmlns:a16="http://schemas.microsoft.com/office/drawing/2014/main" id="{28A63103-BAB2-4D82-8621-A521E8D684B2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GT_11231">
            <a:extLst>
              <a:ext uri="{FF2B5EF4-FFF2-40B4-BE49-F238E27FC236}">
                <a16:creationId xmlns:a16="http://schemas.microsoft.com/office/drawing/2014/main" id="{9A3A3700-2292-4D19-8019-049F2094AE23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GT_11232">
            <a:extLst>
              <a:ext uri="{FF2B5EF4-FFF2-40B4-BE49-F238E27FC236}">
                <a16:creationId xmlns:a16="http://schemas.microsoft.com/office/drawing/2014/main" id="{77696AC7-18AB-43D4-904C-98824CE7900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GT_11233">
            <a:extLst>
              <a:ext uri="{FF2B5EF4-FFF2-40B4-BE49-F238E27FC236}">
                <a16:creationId xmlns:a16="http://schemas.microsoft.com/office/drawing/2014/main" id="{00C23AE0-D079-4A0D-B3F0-F3F20957A207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GT_11234">
            <a:extLst>
              <a:ext uri="{FF2B5EF4-FFF2-40B4-BE49-F238E27FC236}">
                <a16:creationId xmlns:a16="http://schemas.microsoft.com/office/drawing/2014/main" id="{DAFADA90-C45B-4F86-BC88-43018D596EDF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GT_11235">
            <a:extLst>
              <a:ext uri="{FF2B5EF4-FFF2-40B4-BE49-F238E27FC236}">
                <a16:creationId xmlns:a16="http://schemas.microsoft.com/office/drawing/2014/main" id="{10CC0F90-0833-4E4D-A90A-D100D27A7599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GT_11236">
            <a:extLst>
              <a:ext uri="{FF2B5EF4-FFF2-40B4-BE49-F238E27FC236}">
                <a16:creationId xmlns:a16="http://schemas.microsoft.com/office/drawing/2014/main" id="{705A868A-BCA7-4C31-A29F-CAD5EA173B21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GT_11237">
            <a:extLst>
              <a:ext uri="{FF2B5EF4-FFF2-40B4-BE49-F238E27FC236}">
                <a16:creationId xmlns:a16="http://schemas.microsoft.com/office/drawing/2014/main" id="{4C0ACFE5-739E-499E-A3D9-D15C8A6EC69D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GT_11238">
            <a:extLst>
              <a:ext uri="{FF2B5EF4-FFF2-40B4-BE49-F238E27FC236}">
                <a16:creationId xmlns:a16="http://schemas.microsoft.com/office/drawing/2014/main" id="{AA3E5B1D-7E91-4FF7-A3B6-5D798F640DF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GT_11239">
            <a:extLst>
              <a:ext uri="{FF2B5EF4-FFF2-40B4-BE49-F238E27FC236}">
                <a16:creationId xmlns:a16="http://schemas.microsoft.com/office/drawing/2014/main" id="{31DF66E2-DFAD-4076-BD09-4D67AB0B06C5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GT_11240">
            <a:extLst>
              <a:ext uri="{FF2B5EF4-FFF2-40B4-BE49-F238E27FC236}">
                <a16:creationId xmlns:a16="http://schemas.microsoft.com/office/drawing/2014/main" id="{3A342E60-D6A7-4005-A8FA-F0C4AEA21858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GT_11241">
            <a:extLst>
              <a:ext uri="{FF2B5EF4-FFF2-40B4-BE49-F238E27FC236}">
                <a16:creationId xmlns:a16="http://schemas.microsoft.com/office/drawing/2014/main" id="{71785B52-EBC2-4223-B6E0-2930D5EBF81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GT_11242">
            <a:extLst>
              <a:ext uri="{FF2B5EF4-FFF2-40B4-BE49-F238E27FC236}">
                <a16:creationId xmlns:a16="http://schemas.microsoft.com/office/drawing/2014/main" id="{B1C1ABE0-A529-47E4-80D6-574A46F6DB49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GT_11243">
            <a:extLst>
              <a:ext uri="{FF2B5EF4-FFF2-40B4-BE49-F238E27FC236}">
                <a16:creationId xmlns:a16="http://schemas.microsoft.com/office/drawing/2014/main" id="{DF442935-FE78-44F9-A8A8-11A3F1ED80BD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GT_11244">
            <a:extLst>
              <a:ext uri="{FF2B5EF4-FFF2-40B4-BE49-F238E27FC236}">
                <a16:creationId xmlns:a16="http://schemas.microsoft.com/office/drawing/2014/main" id="{7D1D325F-E07E-448D-A8EE-5FBA207C206D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GT_11245">
            <a:extLst>
              <a:ext uri="{FF2B5EF4-FFF2-40B4-BE49-F238E27FC236}">
                <a16:creationId xmlns:a16="http://schemas.microsoft.com/office/drawing/2014/main" id="{F885A9C2-139F-4F9B-836A-8C042AB99852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GT_11246">
            <a:extLst>
              <a:ext uri="{FF2B5EF4-FFF2-40B4-BE49-F238E27FC236}">
                <a16:creationId xmlns:a16="http://schemas.microsoft.com/office/drawing/2014/main" id="{8E7E51B5-17A7-49CB-B691-7B3D65FDB273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GT_11247">
            <a:extLst>
              <a:ext uri="{FF2B5EF4-FFF2-40B4-BE49-F238E27FC236}">
                <a16:creationId xmlns:a16="http://schemas.microsoft.com/office/drawing/2014/main" id="{991F0453-85CF-4403-9268-A5593808E014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GT_11248">
            <a:extLst>
              <a:ext uri="{FF2B5EF4-FFF2-40B4-BE49-F238E27FC236}">
                <a16:creationId xmlns:a16="http://schemas.microsoft.com/office/drawing/2014/main" id="{B8471D27-340B-47F3-BC4D-D1ACED42F34C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GT_11249">
            <a:extLst>
              <a:ext uri="{FF2B5EF4-FFF2-40B4-BE49-F238E27FC236}">
                <a16:creationId xmlns:a16="http://schemas.microsoft.com/office/drawing/2014/main" id="{A0D12B91-2D5D-4E3E-A11E-913C16199E60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GT_11250">
            <a:extLst>
              <a:ext uri="{FF2B5EF4-FFF2-40B4-BE49-F238E27FC236}">
                <a16:creationId xmlns:a16="http://schemas.microsoft.com/office/drawing/2014/main" id="{CA9A42B1-A44E-411A-8590-4E8DE6AE3334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GT_11251">
            <a:extLst>
              <a:ext uri="{FF2B5EF4-FFF2-40B4-BE49-F238E27FC236}">
                <a16:creationId xmlns:a16="http://schemas.microsoft.com/office/drawing/2014/main" id="{7883F30E-4116-4D7F-AE93-B9D55778898D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GT_11252">
            <a:extLst>
              <a:ext uri="{FF2B5EF4-FFF2-40B4-BE49-F238E27FC236}">
                <a16:creationId xmlns:a16="http://schemas.microsoft.com/office/drawing/2014/main" id="{0F83B868-E7D7-4CFD-ACA3-6E56F2F1ACF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GT_11253">
            <a:extLst>
              <a:ext uri="{FF2B5EF4-FFF2-40B4-BE49-F238E27FC236}">
                <a16:creationId xmlns:a16="http://schemas.microsoft.com/office/drawing/2014/main" id="{817E9FD4-75B2-4C5E-ABE1-88184FB62999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GT_11254">
            <a:extLst>
              <a:ext uri="{FF2B5EF4-FFF2-40B4-BE49-F238E27FC236}">
                <a16:creationId xmlns:a16="http://schemas.microsoft.com/office/drawing/2014/main" id="{2C864EEE-BFBF-4AC5-808D-0C124932E63D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GT_11255">
            <a:extLst>
              <a:ext uri="{FF2B5EF4-FFF2-40B4-BE49-F238E27FC236}">
                <a16:creationId xmlns:a16="http://schemas.microsoft.com/office/drawing/2014/main" id="{DAA24BF7-81B0-4150-BB4A-85ECC7A86495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GT_11256">
            <a:extLst>
              <a:ext uri="{FF2B5EF4-FFF2-40B4-BE49-F238E27FC236}">
                <a16:creationId xmlns:a16="http://schemas.microsoft.com/office/drawing/2014/main" id="{FDC41BC9-BEA6-442E-905C-7B34AFC46853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GT_11257">
            <a:extLst>
              <a:ext uri="{FF2B5EF4-FFF2-40B4-BE49-F238E27FC236}">
                <a16:creationId xmlns:a16="http://schemas.microsoft.com/office/drawing/2014/main" id="{4CFFBBB2-E7B2-4315-AE89-2A7C1D324216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GT_11258">
            <a:extLst>
              <a:ext uri="{FF2B5EF4-FFF2-40B4-BE49-F238E27FC236}">
                <a16:creationId xmlns:a16="http://schemas.microsoft.com/office/drawing/2014/main" id="{44E146BC-7A05-453A-A8B5-7152DE05674C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GT_11259">
            <a:extLst>
              <a:ext uri="{FF2B5EF4-FFF2-40B4-BE49-F238E27FC236}">
                <a16:creationId xmlns:a16="http://schemas.microsoft.com/office/drawing/2014/main" id="{560B447A-F5B0-414E-B7D4-2144E09BFC37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GT_11260">
            <a:extLst>
              <a:ext uri="{FF2B5EF4-FFF2-40B4-BE49-F238E27FC236}">
                <a16:creationId xmlns:a16="http://schemas.microsoft.com/office/drawing/2014/main" id="{3D5B7E93-F78F-4914-AA0A-CC877865EEA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GT_11261">
            <a:extLst>
              <a:ext uri="{FF2B5EF4-FFF2-40B4-BE49-F238E27FC236}">
                <a16:creationId xmlns:a16="http://schemas.microsoft.com/office/drawing/2014/main" id="{E5A82AED-9D4C-436C-BCE6-65BE30B67F35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GT_11262">
            <a:extLst>
              <a:ext uri="{FF2B5EF4-FFF2-40B4-BE49-F238E27FC236}">
                <a16:creationId xmlns:a16="http://schemas.microsoft.com/office/drawing/2014/main" id="{AAABE52E-1F89-44A6-9D87-B3B4FCEC577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GT_11263">
            <a:extLst>
              <a:ext uri="{FF2B5EF4-FFF2-40B4-BE49-F238E27FC236}">
                <a16:creationId xmlns:a16="http://schemas.microsoft.com/office/drawing/2014/main" id="{AF81B2B2-10A2-4425-9E1A-BBF296244E74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GT_11264">
            <a:extLst>
              <a:ext uri="{FF2B5EF4-FFF2-40B4-BE49-F238E27FC236}">
                <a16:creationId xmlns:a16="http://schemas.microsoft.com/office/drawing/2014/main" id="{5624A380-FA51-459C-A714-350DAD610FFB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GT_11265">
            <a:extLst>
              <a:ext uri="{FF2B5EF4-FFF2-40B4-BE49-F238E27FC236}">
                <a16:creationId xmlns:a16="http://schemas.microsoft.com/office/drawing/2014/main" id="{CE3F8633-6029-44F7-99DD-3AB9E3897D1C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GT_11266">
            <a:extLst>
              <a:ext uri="{FF2B5EF4-FFF2-40B4-BE49-F238E27FC236}">
                <a16:creationId xmlns:a16="http://schemas.microsoft.com/office/drawing/2014/main" id="{E9727796-B2E2-437F-9BC5-93F0DF8615A6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GT_11267">
            <a:extLst>
              <a:ext uri="{FF2B5EF4-FFF2-40B4-BE49-F238E27FC236}">
                <a16:creationId xmlns:a16="http://schemas.microsoft.com/office/drawing/2014/main" id="{04DE53F1-7F2F-42BA-A886-8849B9C6FC59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GT_11268">
            <a:extLst>
              <a:ext uri="{FF2B5EF4-FFF2-40B4-BE49-F238E27FC236}">
                <a16:creationId xmlns:a16="http://schemas.microsoft.com/office/drawing/2014/main" id="{FC5A754C-7A94-453F-BCC4-869848B71B32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GT_11269">
            <a:extLst>
              <a:ext uri="{FF2B5EF4-FFF2-40B4-BE49-F238E27FC236}">
                <a16:creationId xmlns:a16="http://schemas.microsoft.com/office/drawing/2014/main" id="{66D0CCB7-4896-441E-B9A8-73BBFBDEE2C6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GT_11270">
            <a:extLst>
              <a:ext uri="{FF2B5EF4-FFF2-40B4-BE49-F238E27FC236}">
                <a16:creationId xmlns:a16="http://schemas.microsoft.com/office/drawing/2014/main" id="{9B4A3741-05F0-4F98-8231-116BBA22BD7C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GT_11271">
            <a:extLst>
              <a:ext uri="{FF2B5EF4-FFF2-40B4-BE49-F238E27FC236}">
                <a16:creationId xmlns:a16="http://schemas.microsoft.com/office/drawing/2014/main" id="{E18F3A61-BEF0-4C9D-9C8B-98A95D79F84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GT_11272">
            <a:extLst>
              <a:ext uri="{FF2B5EF4-FFF2-40B4-BE49-F238E27FC236}">
                <a16:creationId xmlns:a16="http://schemas.microsoft.com/office/drawing/2014/main" id="{A82A7F80-EF25-4755-AB6A-504063C18ACD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GT_11273">
            <a:extLst>
              <a:ext uri="{FF2B5EF4-FFF2-40B4-BE49-F238E27FC236}">
                <a16:creationId xmlns:a16="http://schemas.microsoft.com/office/drawing/2014/main" id="{10695E94-9AE5-47BE-9AF4-01F4956F1CF5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GT_11274">
            <a:extLst>
              <a:ext uri="{FF2B5EF4-FFF2-40B4-BE49-F238E27FC236}">
                <a16:creationId xmlns:a16="http://schemas.microsoft.com/office/drawing/2014/main" id="{DB407216-7CFE-47CD-9B82-E3E0DE36D157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GT_11275">
            <a:extLst>
              <a:ext uri="{FF2B5EF4-FFF2-40B4-BE49-F238E27FC236}">
                <a16:creationId xmlns:a16="http://schemas.microsoft.com/office/drawing/2014/main" id="{38237074-516F-4EF5-A46E-397D051659E3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GT_11276">
            <a:extLst>
              <a:ext uri="{FF2B5EF4-FFF2-40B4-BE49-F238E27FC236}">
                <a16:creationId xmlns:a16="http://schemas.microsoft.com/office/drawing/2014/main" id="{3EEE06CC-2CB9-4375-819C-288BE330D768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GT_11277">
            <a:extLst>
              <a:ext uri="{FF2B5EF4-FFF2-40B4-BE49-F238E27FC236}">
                <a16:creationId xmlns:a16="http://schemas.microsoft.com/office/drawing/2014/main" id="{2B7F66F0-67A3-4AEB-A03A-90C78D601E6F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GT_11278">
            <a:extLst>
              <a:ext uri="{FF2B5EF4-FFF2-40B4-BE49-F238E27FC236}">
                <a16:creationId xmlns:a16="http://schemas.microsoft.com/office/drawing/2014/main" id="{C123950F-9F12-46CB-B476-1AEF5D7AFF4E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GT_11279">
            <a:extLst>
              <a:ext uri="{FF2B5EF4-FFF2-40B4-BE49-F238E27FC236}">
                <a16:creationId xmlns:a16="http://schemas.microsoft.com/office/drawing/2014/main" id="{4911C569-9C6C-4910-8530-AC4ABEB25B5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GT_11280">
            <a:extLst>
              <a:ext uri="{FF2B5EF4-FFF2-40B4-BE49-F238E27FC236}">
                <a16:creationId xmlns:a16="http://schemas.microsoft.com/office/drawing/2014/main" id="{F22875BE-F42E-430C-8913-2D0C48B00B61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GT_11281">
            <a:extLst>
              <a:ext uri="{FF2B5EF4-FFF2-40B4-BE49-F238E27FC236}">
                <a16:creationId xmlns:a16="http://schemas.microsoft.com/office/drawing/2014/main" id="{15708EC8-1F11-437B-8251-2785CE308838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GT_11282">
            <a:extLst>
              <a:ext uri="{FF2B5EF4-FFF2-40B4-BE49-F238E27FC236}">
                <a16:creationId xmlns:a16="http://schemas.microsoft.com/office/drawing/2014/main" id="{C3DB2642-0970-43B2-8BD2-3BC0769B5A99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GT_11283">
            <a:extLst>
              <a:ext uri="{FF2B5EF4-FFF2-40B4-BE49-F238E27FC236}">
                <a16:creationId xmlns:a16="http://schemas.microsoft.com/office/drawing/2014/main" id="{763AABCA-85EF-4B9C-A308-30EDFF01411A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GT_11284">
            <a:extLst>
              <a:ext uri="{FF2B5EF4-FFF2-40B4-BE49-F238E27FC236}">
                <a16:creationId xmlns:a16="http://schemas.microsoft.com/office/drawing/2014/main" id="{37E56810-BB73-4F47-8CA3-3483C7356D88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GT_11285">
            <a:extLst>
              <a:ext uri="{FF2B5EF4-FFF2-40B4-BE49-F238E27FC236}">
                <a16:creationId xmlns:a16="http://schemas.microsoft.com/office/drawing/2014/main" id="{D8FDDBA5-3CAB-4D96-9312-8411D778BF25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GT_11286">
            <a:extLst>
              <a:ext uri="{FF2B5EF4-FFF2-40B4-BE49-F238E27FC236}">
                <a16:creationId xmlns:a16="http://schemas.microsoft.com/office/drawing/2014/main" id="{C45F7727-3DDC-4D7C-91D6-6C73CA53FE8D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GT_11287">
            <a:extLst>
              <a:ext uri="{FF2B5EF4-FFF2-40B4-BE49-F238E27FC236}">
                <a16:creationId xmlns:a16="http://schemas.microsoft.com/office/drawing/2014/main" id="{D0F4B87C-7848-442A-92BF-2BE9C24D4DC0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GT_11288">
            <a:extLst>
              <a:ext uri="{FF2B5EF4-FFF2-40B4-BE49-F238E27FC236}">
                <a16:creationId xmlns:a16="http://schemas.microsoft.com/office/drawing/2014/main" id="{A152738A-96BE-4856-A587-FC0AE05ECA46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GT_11289">
            <a:extLst>
              <a:ext uri="{FF2B5EF4-FFF2-40B4-BE49-F238E27FC236}">
                <a16:creationId xmlns:a16="http://schemas.microsoft.com/office/drawing/2014/main" id="{40CF141A-538E-4716-98B4-462435CA4308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GT_11290">
            <a:extLst>
              <a:ext uri="{FF2B5EF4-FFF2-40B4-BE49-F238E27FC236}">
                <a16:creationId xmlns:a16="http://schemas.microsoft.com/office/drawing/2014/main" id="{5A4A1727-2258-4C94-8A9D-8D8B48D84D20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GT_11291">
            <a:extLst>
              <a:ext uri="{FF2B5EF4-FFF2-40B4-BE49-F238E27FC236}">
                <a16:creationId xmlns:a16="http://schemas.microsoft.com/office/drawing/2014/main" id="{8FA7D274-F520-499B-A5EF-3A166759F45E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GT_11292">
            <a:extLst>
              <a:ext uri="{FF2B5EF4-FFF2-40B4-BE49-F238E27FC236}">
                <a16:creationId xmlns:a16="http://schemas.microsoft.com/office/drawing/2014/main" id="{7176BB10-B6AC-4428-B072-F1ADD25F6D4D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GT_11293">
            <a:extLst>
              <a:ext uri="{FF2B5EF4-FFF2-40B4-BE49-F238E27FC236}">
                <a16:creationId xmlns:a16="http://schemas.microsoft.com/office/drawing/2014/main" id="{D40B3097-75E0-4462-85FA-3EE3A5A25206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GT_11294">
            <a:extLst>
              <a:ext uri="{FF2B5EF4-FFF2-40B4-BE49-F238E27FC236}">
                <a16:creationId xmlns:a16="http://schemas.microsoft.com/office/drawing/2014/main" id="{8EEB2453-318A-4E95-9C84-1A38DA9ECE88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GT_11295">
            <a:extLst>
              <a:ext uri="{FF2B5EF4-FFF2-40B4-BE49-F238E27FC236}">
                <a16:creationId xmlns:a16="http://schemas.microsoft.com/office/drawing/2014/main" id="{E30FB775-8085-4AC0-AF24-FE135107054D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GT_11296">
            <a:extLst>
              <a:ext uri="{FF2B5EF4-FFF2-40B4-BE49-F238E27FC236}">
                <a16:creationId xmlns:a16="http://schemas.microsoft.com/office/drawing/2014/main" id="{CE4112A8-D895-45C2-B5DD-C282EE63A628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GT_11297">
            <a:extLst>
              <a:ext uri="{FF2B5EF4-FFF2-40B4-BE49-F238E27FC236}">
                <a16:creationId xmlns:a16="http://schemas.microsoft.com/office/drawing/2014/main" id="{ED79BD10-F8A2-43BE-8614-36A415A8DEED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GT_11298">
            <a:extLst>
              <a:ext uri="{FF2B5EF4-FFF2-40B4-BE49-F238E27FC236}">
                <a16:creationId xmlns:a16="http://schemas.microsoft.com/office/drawing/2014/main" id="{619FAD05-62F8-4752-8C2C-A84B7D616370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GT_11299">
            <a:extLst>
              <a:ext uri="{FF2B5EF4-FFF2-40B4-BE49-F238E27FC236}">
                <a16:creationId xmlns:a16="http://schemas.microsoft.com/office/drawing/2014/main" id="{217CF0B2-BE4B-4E79-803D-84CC8AE6432C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GT_11300">
            <a:extLst>
              <a:ext uri="{FF2B5EF4-FFF2-40B4-BE49-F238E27FC236}">
                <a16:creationId xmlns:a16="http://schemas.microsoft.com/office/drawing/2014/main" id="{01789623-7331-4A5B-98BF-ACC83306B336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GT_11301">
            <a:extLst>
              <a:ext uri="{FF2B5EF4-FFF2-40B4-BE49-F238E27FC236}">
                <a16:creationId xmlns:a16="http://schemas.microsoft.com/office/drawing/2014/main" id="{550CDABE-2A76-4658-A19B-579BF8B60F9D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GT_11302">
            <a:extLst>
              <a:ext uri="{FF2B5EF4-FFF2-40B4-BE49-F238E27FC236}">
                <a16:creationId xmlns:a16="http://schemas.microsoft.com/office/drawing/2014/main" id="{A4E88AFF-5C16-4765-8FE2-3220F40C7926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GT_11303">
            <a:extLst>
              <a:ext uri="{FF2B5EF4-FFF2-40B4-BE49-F238E27FC236}">
                <a16:creationId xmlns:a16="http://schemas.microsoft.com/office/drawing/2014/main" id="{593BBAAC-623D-425B-8299-C2A1EFB755D9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GT_11304">
            <a:extLst>
              <a:ext uri="{FF2B5EF4-FFF2-40B4-BE49-F238E27FC236}">
                <a16:creationId xmlns:a16="http://schemas.microsoft.com/office/drawing/2014/main" id="{BF0E6389-579A-40A6-A629-2A0F5968CD35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GT_11305">
            <a:extLst>
              <a:ext uri="{FF2B5EF4-FFF2-40B4-BE49-F238E27FC236}">
                <a16:creationId xmlns:a16="http://schemas.microsoft.com/office/drawing/2014/main" id="{D004029D-58C1-424B-961C-62BE3EE222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GT_11306">
            <a:extLst>
              <a:ext uri="{FF2B5EF4-FFF2-40B4-BE49-F238E27FC236}">
                <a16:creationId xmlns:a16="http://schemas.microsoft.com/office/drawing/2014/main" id="{3B2168A4-9D65-4CF5-8F05-9C44A136B7EA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GT_11307">
            <a:extLst>
              <a:ext uri="{FF2B5EF4-FFF2-40B4-BE49-F238E27FC236}">
                <a16:creationId xmlns:a16="http://schemas.microsoft.com/office/drawing/2014/main" id="{EF80EA62-7846-4EB9-A538-3F99762972E6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GT_11308">
            <a:extLst>
              <a:ext uri="{FF2B5EF4-FFF2-40B4-BE49-F238E27FC236}">
                <a16:creationId xmlns:a16="http://schemas.microsoft.com/office/drawing/2014/main" id="{B34F1CC3-0CB4-42AB-A53C-98ED47037E42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GT_11309">
            <a:extLst>
              <a:ext uri="{FF2B5EF4-FFF2-40B4-BE49-F238E27FC236}">
                <a16:creationId xmlns:a16="http://schemas.microsoft.com/office/drawing/2014/main" id="{0E2B4275-20B9-44BD-8C32-91A532475F5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GT_11310">
            <a:extLst>
              <a:ext uri="{FF2B5EF4-FFF2-40B4-BE49-F238E27FC236}">
                <a16:creationId xmlns:a16="http://schemas.microsoft.com/office/drawing/2014/main" id="{665AA976-CB6E-4A58-9473-74A8782BFF95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GT_11311">
            <a:extLst>
              <a:ext uri="{FF2B5EF4-FFF2-40B4-BE49-F238E27FC236}">
                <a16:creationId xmlns:a16="http://schemas.microsoft.com/office/drawing/2014/main" id="{9746C480-E489-4186-9087-C058CEE6B1C0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GT_11312">
            <a:extLst>
              <a:ext uri="{FF2B5EF4-FFF2-40B4-BE49-F238E27FC236}">
                <a16:creationId xmlns:a16="http://schemas.microsoft.com/office/drawing/2014/main" id="{0EEE6877-65A3-4EDB-8E19-0FBB2A07442B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GT_11313">
            <a:extLst>
              <a:ext uri="{FF2B5EF4-FFF2-40B4-BE49-F238E27FC236}">
                <a16:creationId xmlns:a16="http://schemas.microsoft.com/office/drawing/2014/main" id="{0487FC41-F670-48DF-8A65-1AB852A7505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GT_11314">
            <a:extLst>
              <a:ext uri="{FF2B5EF4-FFF2-40B4-BE49-F238E27FC236}">
                <a16:creationId xmlns:a16="http://schemas.microsoft.com/office/drawing/2014/main" id="{C8AE03D8-03DE-4194-A06E-983E165DC32D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GT_11315">
            <a:extLst>
              <a:ext uri="{FF2B5EF4-FFF2-40B4-BE49-F238E27FC236}">
                <a16:creationId xmlns:a16="http://schemas.microsoft.com/office/drawing/2014/main" id="{ADBD6F9F-57BD-4162-AAB8-E19A8E71EE73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GT_11316">
            <a:extLst>
              <a:ext uri="{FF2B5EF4-FFF2-40B4-BE49-F238E27FC236}">
                <a16:creationId xmlns:a16="http://schemas.microsoft.com/office/drawing/2014/main" id="{13089A69-12D1-4FEC-A0F7-C35E80ADABC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GT_11317">
            <a:extLst>
              <a:ext uri="{FF2B5EF4-FFF2-40B4-BE49-F238E27FC236}">
                <a16:creationId xmlns:a16="http://schemas.microsoft.com/office/drawing/2014/main" id="{3C97EBF1-02AB-499B-ACF7-DFB63464F973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GT_11318">
            <a:extLst>
              <a:ext uri="{FF2B5EF4-FFF2-40B4-BE49-F238E27FC236}">
                <a16:creationId xmlns:a16="http://schemas.microsoft.com/office/drawing/2014/main" id="{9E884340-6AD7-4B12-8730-E40C1F0F8C4C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GT_11319">
            <a:extLst>
              <a:ext uri="{FF2B5EF4-FFF2-40B4-BE49-F238E27FC236}">
                <a16:creationId xmlns:a16="http://schemas.microsoft.com/office/drawing/2014/main" id="{30CA05F9-AC78-4277-AF08-1876AEBFA93F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GT_11320">
            <a:extLst>
              <a:ext uri="{FF2B5EF4-FFF2-40B4-BE49-F238E27FC236}">
                <a16:creationId xmlns:a16="http://schemas.microsoft.com/office/drawing/2014/main" id="{9E4D0A06-D6D8-49CB-8CB1-F9326D83259C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GT_11321">
            <a:extLst>
              <a:ext uri="{FF2B5EF4-FFF2-40B4-BE49-F238E27FC236}">
                <a16:creationId xmlns:a16="http://schemas.microsoft.com/office/drawing/2014/main" id="{DABE152C-ACEB-417D-8E43-4A6495C5B7FD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GT_11322">
            <a:extLst>
              <a:ext uri="{FF2B5EF4-FFF2-40B4-BE49-F238E27FC236}">
                <a16:creationId xmlns:a16="http://schemas.microsoft.com/office/drawing/2014/main" id="{55B9A9A5-9332-4579-9FC0-2625C7AD4A6F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GT_11323">
            <a:extLst>
              <a:ext uri="{FF2B5EF4-FFF2-40B4-BE49-F238E27FC236}">
                <a16:creationId xmlns:a16="http://schemas.microsoft.com/office/drawing/2014/main" id="{6110E70C-D6FC-4FDC-BC77-9D06B39AF2A4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GT_11324">
            <a:extLst>
              <a:ext uri="{FF2B5EF4-FFF2-40B4-BE49-F238E27FC236}">
                <a16:creationId xmlns:a16="http://schemas.microsoft.com/office/drawing/2014/main" id="{E2666C6E-1433-493A-9D1D-AE9F7D5CD7FC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GT_11325">
            <a:extLst>
              <a:ext uri="{FF2B5EF4-FFF2-40B4-BE49-F238E27FC236}">
                <a16:creationId xmlns:a16="http://schemas.microsoft.com/office/drawing/2014/main" id="{0F9A79D4-BB4E-4E73-AE6D-23F6ED51A3C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GT_11326">
            <a:extLst>
              <a:ext uri="{FF2B5EF4-FFF2-40B4-BE49-F238E27FC236}">
                <a16:creationId xmlns:a16="http://schemas.microsoft.com/office/drawing/2014/main" id="{255425AB-04F3-403A-A499-70DA404E319B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GT_11327">
            <a:extLst>
              <a:ext uri="{FF2B5EF4-FFF2-40B4-BE49-F238E27FC236}">
                <a16:creationId xmlns:a16="http://schemas.microsoft.com/office/drawing/2014/main" id="{886C1F99-5850-4D6F-A5CC-2AAE1FA567FA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GT_11328">
            <a:extLst>
              <a:ext uri="{FF2B5EF4-FFF2-40B4-BE49-F238E27FC236}">
                <a16:creationId xmlns:a16="http://schemas.microsoft.com/office/drawing/2014/main" id="{60B9E8B9-2447-406F-9C32-E765C93F876A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GT_11329">
            <a:extLst>
              <a:ext uri="{FF2B5EF4-FFF2-40B4-BE49-F238E27FC236}">
                <a16:creationId xmlns:a16="http://schemas.microsoft.com/office/drawing/2014/main" id="{43BDEBE3-9A4E-46F7-BE66-7D0C63CA62D1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GT_11330">
            <a:extLst>
              <a:ext uri="{FF2B5EF4-FFF2-40B4-BE49-F238E27FC236}">
                <a16:creationId xmlns:a16="http://schemas.microsoft.com/office/drawing/2014/main" id="{727DAEE9-9AEA-440D-BD3F-DCDBC4A418E8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GT_11331">
            <a:extLst>
              <a:ext uri="{FF2B5EF4-FFF2-40B4-BE49-F238E27FC236}">
                <a16:creationId xmlns:a16="http://schemas.microsoft.com/office/drawing/2014/main" id="{15282E1B-6491-43B3-9396-5B7FBB5C67AC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GT_11332">
            <a:extLst>
              <a:ext uri="{FF2B5EF4-FFF2-40B4-BE49-F238E27FC236}">
                <a16:creationId xmlns:a16="http://schemas.microsoft.com/office/drawing/2014/main" id="{D8F913F2-F18D-4281-AE7C-EB80C77EF243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GT_11333">
            <a:extLst>
              <a:ext uri="{FF2B5EF4-FFF2-40B4-BE49-F238E27FC236}">
                <a16:creationId xmlns:a16="http://schemas.microsoft.com/office/drawing/2014/main" id="{ADFE2072-2702-45DE-995C-045C260629A6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GT_11334">
            <a:extLst>
              <a:ext uri="{FF2B5EF4-FFF2-40B4-BE49-F238E27FC236}">
                <a16:creationId xmlns:a16="http://schemas.microsoft.com/office/drawing/2014/main" id="{42A8E2D2-6A1C-4DD7-8128-FDB75C53B0FA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GT_11335">
            <a:extLst>
              <a:ext uri="{FF2B5EF4-FFF2-40B4-BE49-F238E27FC236}">
                <a16:creationId xmlns:a16="http://schemas.microsoft.com/office/drawing/2014/main" id="{F208DFB4-C6C0-4ABD-BD79-0B54119E3312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GT_11336">
            <a:extLst>
              <a:ext uri="{FF2B5EF4-FFF2-40B4-BE49-F238E27FC236}">
                <a16:creationId xmlns:a16="http://schemas.microsoft.com/office/drawing/2014/main" id="{D0F7890B-9D65-483D-B38F-2AAE503134B7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GT_11337">
            <a:extLst>
              <a:ext uri="{FF2B5EF4-FFF2-40B4-BE49-F238E27FC236}">
                <a16:creationId xmlns:a16="http://schemas.microsoft.com/office/drawing/2014/main" id="{B496C7D8-429E-4D81-B3CF-F53675105B10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GT_11338">
            <a:extLst>
              <a:ext uri="{FF2B5EF4-FFF2-40B4-BE49-F238E27FC236}">
                <a16:creationId xmlns:a16="http://schemas.microsoft.com/office/drawing/2014/main" id="{D792CA10-B743-47F4-82AB-AE03D6D901EE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GT_11339">
            <a:extLst>
              <a:ext uri="{FF2B5EF4-FFF2-40B4-BE49-F238E27FC236}">
                <a16:creationId xmlns:a16="http://schemas.microsoft.com/office/drawing/2014/main" id="{5AFA389B-A476-4EF3-AE16-69CDF0C5719C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GT_11340">
            <a:extLst>
              <a:ext uri="{FF2B5EF4-FFF2-40B4-BE49-F238E27FC236}">
                <a16:creationId xmlns:a16="http://schemas.microsoft.com/office/drawing/2014/main" id="{EB84CE10-DFAF-40F6-A840-C37A0973551C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GT_11341">
            <a:extLst>
              <a:ext uri="{FF2B5EF4-FFF2-40B4-BE49-F238E27FC236}">
                <a16:creationId xmlns:a16="http://schemas.microsoft.com/office/drawing/2014/main" id="{97BBEFCF-2D03-47DF-B7DC-619DD1607183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GT_11342">
            <a:extLst>
              <a:ext uri="{FF2B5EF4-FFF2-40B4-BE49-F238E27FC236}">
                <a16:creationId xmlns:a16="http://schemas.microsoft.com/office/drawing/2014/main" id="{66D3ED29-5365-4668-98EA-15DCFC9C2902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GT_11343">
            <a:extLst>
              <a:ext uri="{FF2B5EF4-FFF2-40B4-BE49-F238E27FC236}">
                <a16:creationId xmlns:a16="http://schemas.microsoft.com/office/drawing/2014/main" id="{AC28B427-42FC-4A7C-864F-8B1459B203B3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GT_11344">
            <a:extLst>
              <a:ext uri="{FF2B5EF4-FFF2-40B4-BE49-F238E27FC236}">
                <a16:creationId xmlns:a16="http://schemas.microsoft.com/office/drawing/2014/main" id="{0B997425-9BB9-4A23-8AE5-F66DC17CD2EB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GT_11345">
            <a:extLst>
              <a:ext uri="{FF2B5EF4-FFF2-40B4-BE49-F238E27FC236}">
                <a16:creationId xmlns:a16="http://schemas.microsoft.com/office/drawing/2014/main" id="{0CF78860-D25B-4092-9836-50A92896976B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GT_11346">
            <a:extLst>
              <a:ext uri="{FF2B5EF4-FFF2-40B4-BE49-F238E27FC236}">
                <a16:creationId xmlns:a16="http://schemas.microsoft.com/office/drawing/2014/main" id="{3F8CF4AE-AC7C-4492-AF99-20ED20325A3B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GT_11347">
            <a:extLst>
              <a:ext uri="{FF2B5EF4-FFF2-40B4-BE49-F238E27FC236}">
                <a16:creationId xmlns:a16="http://schemas.microsoft.com/office/drawing/2014/main" id="{921DDF0F-F6E0-4769-A089-CB1AB24DE812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GT_11348">
            <a:extLst>
              <a:ext uri="{FF2B5EF4-FFF2-40B4-BE49-F238E27FC236}">
                <a16:creationId xmlns:a16="http://schemas.microsoft.com/office/drawing/2014/main" id="{E7116AB2-D651-44FB-9519-C44FE0AAB853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GT_11349">
            <a:extLst>
              <a:ext uri="{FF2B5EF4-FFF2-40B4-BE49-F238E27FC236}">
                <a16:creationId xmlns:a16="http://schemas.microsoft.com/office/drawing/2014/main" id="{EC220327-1730-4368-971A-6B807790E690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GT_11350">
            <a:extLst>
              <a:ext uri="{FF2B5EF4-FFF2-40B4-BE49-F238E27FC236}">
                <a16:creationId xmlns:a16="http://schemas.microsoft.com/office/drawing/2014/main" id="{26F3A4D2-B426-414E-A5AC-5FD066D7CD3A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GT_11351">
            <a:extLst>
              <a:ext uri="{FF2B5EF4-FFF2-40B4-BE49-F238E27FC236}">
                <a16:creationId xmlns:a16="http://schemas.microsoft.com/office/drawing/2014/main" id="{41416008-A14C-43DE-BE3B-3BFD7E975007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GT_11352">
            <a:extLst>
              <a:ext uri="{FF2B5EF4-FFF2-40B4-BE49-F238E27FC236}">
                <a16:creationId xmlns:a16="http://schemas.microsoft.com/office/drawing/2014/main" id="{C3C6CAD0-4E7C-42BB-85D1-554F7D795C50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GT_11353">
            <a:extLst>
              <a:ext uri="{FF2B5EF4-FFF2-40B4-BE49-F238E27FC236}">
                <a16:creationId xmlns:a16="http://schemas.microsoft.com/office/drawing/2014/main" id="{B85C7252-A385-40AF-B08D-73E3AA280836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GT_11354">
            <a:extLst>
              <a:ext uri="{FF2B5EF4-FFF2-40B4-BE49-F238E27FC236}">
                <a16:creationId xmlns:a16="http://schemas.microsoft.com/office/drawing/2014/main" id="{A48A9F01-0DF0-4B80-8C77-F39DF9C640F8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GT_11355">
            <a:extLst>
              <a:ext uri="{FF2B5EF4-FFF2-40B4-BE49-F238E27FC236}">
                <a16:creationId xmlns:a16="http://schemas.microsoft.com/office/drawing/2014/main" id="{5ACE7552-2E63-46E8-9C59-849E4345C9D1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GT_11356">
            <a:extLst>
              <a:ext uri="{FF2B5EF4-FFF2-40B4-BE49-F238E27FC236}">
                <a16:creationId xmlns:a16="http://schemas.microsoft.com/office/drawing/2014/main" id="{C6FD9F29-FDBF-4C7F-83C6-0E6EAB1B48B6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GT_11357">
            <a:extLst>
              <a:ext uri="{FF2B5EF4-FFF2-40B4-BE49-F238E27FC236}">
                <a16:creationId xmlns:a16="http://schemas.microsoft.com/office/drawing/2014/main" id="{D557CB3C-C52D-4B4B-A1EC-D8A4A350590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GT_11358">
            <a:extLst>
              <a:ext uri="{FF2B5EF4-FFF2-40B4-BE49-F238E27FC236}">
                <a16:creationId xmlns:a16="http://schemas.microsoft.com/office/drawing/2014/main" id="{4E843A94-21A7-4500-8E86-A0FF5E778528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GT_11359">
            <a:extLst>
              <a:ext uri="{FF2B5EF4-FFF2-40B4-BE49-F238E27FC236}">
                <a16:creationId xmlns:a16="http://schemas.microsoft.com/office/drawing/2014/main" id="{BDB4217E-2209-4F6C-AE7C-396782D364BC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GT_11360">
            <a:extLst>
              <a:ext uri="{FF2B5EF4-FFF2-40B4-BE49-F238E27FC236}">
                <a16:creationId xmlns:a16="http://schemas.microsoft.com/office/drawing/2014/main" id="{CA30E28F-8F52-410A-857F-CE071C66B7BF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GT_11361">
            <a:extLst>
              <a:ext uri="{FF2B5EF4-FFF2-40B4-BE49-F238E27FC236}">
                <a16:creationId xmlns:a16="http://schemas.microsoft.com/office/drawing/2014/main" id="{711DC391-90AB-4CC7-A871-1477A3629D92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GT_11362">
            <a:extLst>
              <a:ext uri="{FF2B5EF4-FFF2-40B4-BE49-F238E27FC236}">
                <a16:creationId xmlns:a16="http://schemas.microsoft.com/office/drawing/2014/main" id="{33323052-8F17-4DBA-BA26-3DC4E1D049AA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GT_11363">
            <a:extLst>
              <a:ext uri="{FF2B5EF4-FFF2-40B4-BE49-F238E27FC236}">
                <a16:creationId xmlns:a16="http://schemas.microsoft.com/office/drawing/2014/main" id="{4EC8A76A-F535-402F-A848-94005DE1521C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GT_11364">
            <a:extLst>
              <a:ext uri="{FF2B5EF4-FFF2-40B4-BE49-F238E27FC236}">
                <a16:creationId xmlns:a16="http://schemas.microsoft.com/office/drawing/2014/main" id="{DF757C18-662D-49B5-83DD-7A62E15BE138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GT_11365">
            <a:extLst>
              <a:ext uri="{FF2B5EF4-FFF2-40B4-BE49-F238E27FC236}">
                <a16:creationId xmlns:a16="http://schemas.microsoft.com/office/drawing/2014/main" id="{B7DA78AF-2385-4F4F-B477-0A9F229D0C9C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GT_11366">
            <a:extLst>
              <a:ext uri="{FF2B5EF4-FFF2-40B4-BE49-F238E27FC236}">
                <a16:creationId xmlns:a16="http://schemas.microsoft.com/office/drawing/2014/main" id="{4D5B5D1D-8A65-45F6-9689-D6ED26D84FE5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GT_11367">
            <a:extLst>
              <a:ext uri="{FF2B5EF4-FFF2-40B4-BE49-F238E27FC236}">
                <a16:creationId xmlns:a16="http://schemas.microsoft.com/office/drawing/2014/main" id="{D9A7D5EA-3530-44EA-91E9-6B0D2E4C668A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GT_11368">
            <a:extLst>
              <a:ext uri="{FF2B5EF4-FFF2-40B4-BE49-F238E27FC236}">
                <a16:creationId xmlns:a16="http://schemas.microsoft.com/office/drawing/2014/main" id="{7DAB8EDA-2F5E-4158-9476-FC3ED6EB4284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GT_11369">
            <a:extLst>
              <a:ext uri="{FF2B5EF4-FFF2-40B4-BE49-F238E27FC236}">
                <a16:creationId xmlns:a16="http://schemas.microsoft.com/office/drawing/2014/main" id="{2A7CE9E4-C080-4499-8852-4A9A85F09212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GT_11370">
            <a:extLst>
              <a:ext uri="{FF2B5EF4-FFF2-40B4-BE49-F238E27FC236}">
                <a16:creationId xmlns:a16="http://schemas.microsoft.com/office/drawing/2014/main" id="{F3082FF8-100E-443A-8B47-2EFCB214BF7A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GT_11371">
            <a:extLst>
              <a:ext uri="{FF2B5EF4-FFF2-40B4-BE49-F238E27FC236}">
                <a16:creationId xmlns:a16="http://schemas.microsoft.com/office/drawing/2014/main" id="{E128F49C-91B5-44BA-A81D-40AD8FF74CBB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GT_11372">
            <a:extLst>
              <a:ext uri="{FF2B5EF4-FFF2-40B4-BE49-F238E27FC236}">
                <a16:creationId xmlns:a16="http://schemas.microsoft.com/office/drawing/2014/main" id="{4A4BBAF6-7617-4B89-9403-221013CF22AF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GT_11373">
            <a:extLst>
              <a:ext uri="{FF2B5EF4-FFF2-40B4-BE49-F238E27FC236}">
                <a16:creationId xmlns:a16="http://schemas.microsoft.com/office/drawing/2014/main" id="{4B4F8BC8-F120-4400-9A95-3A637BBC5CD7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GT_11374">
            <a:extLst>
              <a:ext uri="{FF2B5EF4-FFF2-40B4-BE49-F238E27FC236}">
                <a16:creationId xmlns:a16="http://schemas.microsoft.com/office/drawing/2014/main" id="{59B26EF0-837F-41C7-A9A0-0B296BE39B31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GT_11375">
            <a:extLst>
              <a:ext uri="{FF2B5EF4-FFF2-40B4-BE49-F238E27FC236}">
                <a16:creationId xmlns:a16="http://schemas.microsoft.com/office/drawing/2014/main" id="{EC00450C-A6BE-47B4-9F9C-EA07E4773200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GT_11376">
            <a:extLst>
              <a:ext uri="{FF2B5EF4-FFF2-40B4-BE49-F238E27FC236}">
                <a16:creationId xmlns:a16="http://schemas.microsoft.com/office/drawing/2014/main" id="{E1086F54-CD6E-421A-BBAB-25E46BCD91EB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GT_11377">
            <a:extLst>
              <a:ext uri="{FF2B5EF4-FFF2-40B4-BE49-F238E27FC236}">
                <a16:creationId xmlns:a16="http://schemas.microsoft.com/office/drawing/2014/main" id="{2506DCF4-E6ED-4242-BCFC-C8504ED4B505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GT_11378">
            <a:extLst>
              <a:ext uri="{FF2B5EF4-FFF2-40B4-BE49-F238E27FC236}">
                <a16:creationId xmlns:a16="http://schemas.microsoft.com/office/drawing/2014/main" id="{22F18E2E-33C2-4F2E-BE0D-E592C32D24FC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GT_11379">
            <a:extLst>
              <a:ext uri="{FF2B5EF4-FFF2-40B4-BE49-F238E27FC236}">
                <a16:creationId xmlns:a16="http://schemas.microsoft.com/office/drawing/2014/main" id="{BC53B08F-D53E-485D-895B-D3818AB5CB32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GT_11380">
            <a:extLst>
              <a:ext uri="{FF2B5EF4-FFF2-40B4-BE49-F238E27FC236}">
                <a16:creationId xmlns:a16="http://schemas.microsoft.com/office/drawing/2014/main" id="{00893B27-0885-4362-96A8-207AE35D72CC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GT_11381">
            <a:extLst>
              <a:ext uri="{FF2B5EF4-FFF2-40B4-BE49-F238E27FC236}">
                <a16:creationId xmlns:a16="http://schemas.microsoft.com/office/drawing/2014/main" id="{3B9D6281-283D-4E68-A710-7746F07F4DB5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GT_11382">
            <a:extLst>
              <a:ext uri="{FF2B5EF4-FFF2-40B4-BE49-F238E27FC236}">
                <a16:creationId xmlns:a16="http://schemas.microsoft.com/office/drawing/2014/main" id="{334F12CD-1568-4BC3-A7B8-2F4954F9DEC7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GT_11383">
            <a:extLst>
              <a:ext uri="{FF2B5EF4-FFF2-40B4-BE49-F238E27FC236}">
                <a16:creationId xmlns:a16="http://schemas.microsoft.com/office/drawing/2014/main" id="{FA2AF401-7E8F-4A0D-A1B2-0444EC9AD9EB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GT_11384">
            <a:extLst>
              <a:ext uri="{FF2B5EF4-FFF2-40B4-BE49-F238E27FC236}">
                <a16:creationId xmlns:a16="http://schemas.microsoft.com/office/drawing/2014/main" id="{CED1CDF4-1183-4A74-903B-3CE4C18B7307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GT_11385">
            <a:extLst>
              <a:ext uri="{FF2B5EF4-FFF2-40B4-BE49-F238E27FC236}">
                <a16:creationId xmlns:a16="http://schemas.microsoft.com/office/drawing/2014/main" id="{64C6705D-0146-4BCD-A0FE-A0B9D55006C4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GT_11386">
            <a:extLst>
              <a:ext uri="{FF2B5EF4-FFF2-40B4-BE49-F238E27FC236}">
                <a16:creationId xmlns:a16="http://schemas.microsoft.com/office/drawing/2014/main" id="{BB182DB4-E0C9-47A6-AE1B-202D024F5641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GT_11387">
            <a:extLst>
              <a:ext uri="{FF2B5EF4-FFF2-40B4-BE49-F238E27FC236}">
                <a16:creationId xmlns:a16="http://schemas.microsoft.com/office/drawing/2014/main" id="{A36556E8-FB66-4E73-846D-640BBCC3CD6F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GT_11388">
            <a:extLst>
              <a:ext uri="{FF2B5EF4-FFF2-40B4-BE49-F238E27FC236}">
                <a16:creationId xmlns:a16="http://schemas.microsoft.com/office/drawing/2014/main" id="{511C6F86-EAEC-4A50-B752-CAE17A77D58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GT_11389">
            <a:extLst>
              <a:ext uri="{FF2B5EF4-FFF2-40B4-BE49-F238E27FC236}">
                <a16:creationId xmlns:a16="http://schemas.microsoft.com/office/drawing/2014/main" id="{B2CBBAED-D992-4558-B863-D87F04838A6A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GT_11390">
            <a:extLst>
              <a:ext uri="{FF2B5EF4-FFF2-40B4-BE49-F238E27FC236}">
                <a16:creationId xmlns:a16="http://schemas.microsoft.com/office/drawing/2014/main" id="{48FF8E58-D443-45AA-84C1-D2F4791D88DC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GT_11391">
            <a:extLst>
              <a:ext uri="{FF2B5EF4-FFF2-40B4-BE49-F238E27FC236}">
                <a16:creationId xmlns:a16="http://schemas.microsoft.com/office/drawing/2014/main" id="{0DB51DC0-A654-483F-87C4-8860188F40FB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GT_11392">
            <a:extLst>
              <a:ext uri="{FF2B5EF4-FFF2-40B4-BE49-F238E27FC236}">
                <a16:creationId xmlns:a16="http://schemas.microsoft.com/office/drawing/2014/main" id="{A1F395B6-2B31-4830-9B8A-4E0A09B20CA2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GT_11393">
            <a:extLst>
              <a:ext uri="{FF2B5EF4-FFF2-40B4-BE49-F238E27FC236}">
                <a16:creationId xmlns:a16="http://schemas.microsoft.com/office/drawing/2014/main" id="{7A1E3053-7FDE-45EF-9DAD-D104D203A5BF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GT_11394">
            <a:extLst>
              <a:ext uri="{FF2B5EF4-FFF2-40B4-BE49-F238E27FC236}">
                <a16:creationId xmlns:a16="http://schemas.microsoft.com/office/drawing/2014/main" id="{BDE671EA-65D3-44A7-9B04-23E74B2854F4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GT_11395">
            <a:extLst>
              <a:ext uri="{FF2B5EF4-FFF2-40B4-BE49-F238E27FC236}">
                <a16:creationId xmlns:a16="http://schemas.microsoft.com/office/drawing/2014/main" id="{017346D6-0D9A-45F7-9699-851727C95EEE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GT_11396">
            <a:extLst>
              <a:ext uri="{FF2B5EF4-FFF2-40B4-BE49-F238E27FC236}">
                <a16:creationId xmlns:a16="http://schemas.microsoft.com/office/drawing/2014/main" id="{F74EB40C-06EA-47E8-B496-49A443DB788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GT_11397">
            <a:extLst>
              <a:ext uri="{FF2B5EF4-FFF2-40B4-BE49-F238E27FC236}">
                <a16:creationId xmlns:a16="http://schemas.microsoft.com/office/drawing/2014/main" id="{F2955918-12C9-4719-8C1B-56C4229F1E65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GT_11398">
            <a:extLst>
              <a:ext uri="{FF2B5EF4-FFF2-40B4-BE49-F238E27FC236}">
                <a16:creationId xmlns:a16="http://schemas.microsoft.com/office/drawing/2014/main" id="{EA538B8A-717E-4BBE-9510-FD91243F435E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GT_11399">
            <a:extLst>
              <a:ext uri="{FF2B5EF4-FFF2-40B4-BE49-F238E27FC236}">
                <a16:creationId xmlns:a16="http://schemas.microsoft.com/office/drawing/2014/main" id="{B7DBEF8B-0016-464A-8CD5-F8C814B67CE7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GT_11400">
            <a:extLst>
              <a:ext uri="{FF2B5EF4-FFF2-40B4-BE49-F238E27FC236}">
                <a16:creationId xmlns:a16="http://schemas.microsoft.com/office/drawing/2014/main" id="{80F9555E-6D7B-4F0D-9596-266DA4161BED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GT_11401">
            <a:extLst>
              <a:ext uri="{FF2B5EF4-FFF2-40B4-BE49-F238E27FC236}">
                <a16:creationId xmlns:a16="http://schemas.microsoft.com/office/drawing/2014/main" id="{C953DAE5-7FC0-4C7F-9C3B-329589A9D3B2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GT_11402">
            <a:extLst>
              <a:ext uri="{FF2B5EF4-FFF2-40B4-BE49-F238E27FC236}">
                <a16:creationId xmlns:a16="http://schemas.microsoft.com/office/drawing/2014/main" id="{54F85464-431C-4BBB-9699-DEB23F9F23CB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GT_11403">
            <a:extLst>
              <a:ext uri="{FF2B5EF4-FFF2-40B4-BE49-F238E27FC236}">
                <a16:creationId xmlns:a16="http://schemas.microsoft.com/office/drawing/2014/main" id="{6E38E80C-342D-48F8-ADE0-17786C984EF9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GT_11404">
            <a:extLst>
              <a:ext uri="{FF2B5EF4-FFF2-40B4-BE49-F238E27FC236}">
                <a16:creationId xmlns:a16="http://schemas.microsoft.com/office/drawing/2014/main" id="{9C780E49-4053-4391-9F27-4C010E3F18D5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GT_11405">
            <a:extLst>
              <a:ext uri="{FF2B5EF4-FFF2-40B4-BE49-F238E27FC236}">
                <a16:creationId xmlns:a16="http://schemas.microsoft.com/office/drawing/2014/main" id="{F4C66D2C-B6A3-44A3-B3DE-2729F19FF3D7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GT_11406">
            <a:extLst>
              <a:ext uri="{FF2B5EF4-FFF2-40B4-BE49-F238E27FC236}">
                <a16:creationId xmlns:a16="http://schemas.microsoft.com/office/drawing/2014/main" id="{74A60E1C-5835-4245-B089-F1FE2FDAA662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GT_11407">
            <a:extLst>
              <a:ext uri="{FF2B5EF4-FFF2-40B4-BE49-F238E27FC236}">
                <a16:creationId xmlns:a16="http://schemas.microsoft.com/office/drawing/2014/main" id="{ABC69C35-D52D-42F4-9AD8-F9BCCBBA4863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GT_11408">
            <a:extLst>
              <a:ext uri="{FF2B5EF4-FFF2-40B4-BE49-F238E27FC236}">
                <a16:creationId xmlns:a16="http://schemas.microsoft.com/office/drawing/2014/main" id="{3BEE4D93-DA23-4696-8C19-A8EABE0EA7C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GT_11409">
            <a:extLst>
              <a:ext uri="{FF2B5EF4-FFF2-40B4-BE49-F238E27FC236}">
                <a16:creationId xmlns:a16="http://schemas.microsoft.com/office/drawing/2014/main" id="{F3B4C218-FE49-4A94-8CB5-DC3453B44245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GT_11410">
            <a:extLst>
              <a:ext uri="{FF2B5EF4-FFF2-40B4-BE49-F238E27FC236}">
                <a16:creationId xmlns:a16="http://schemas.microsoft.com/office/drawing/2014/main" id="{38964678-06F4-46DE-BD67-0EE52F9D4EB7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GT_11411">
            <a:extLst>
              <a:ext uri="{FF2B5EF4-FFF2-40B4-BE49-F238E27FC236}">
                <a16:creationId xmlns:a16="http://schemas.microsoft.com/office/drawing/2014/main" id="{A0271E13-40A3-471E-BD66-75877D48BD5C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GT_11412">
            <a:extLst>
              <a:ext uri="{FF2B5EF4-FFF2-40B4-BE49-F238E27FC236}">
                <a16:creationId xmlns:a16="http://schemas.microsoft.com/office/drawing/2014/main" id="{79F38565-82A1-43C2-8F16-6451A3BD7D4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GT_11413">
            <a:extLst>
              <a:ext uri="{FF2B5EF4-FFF2-40B4-BE49-F238E27FC236}">
                <a16:creationId xmlns:a16="http://schemas.microsoft.com/office/drawing/2014/main" id="{069174C4-FD46-4D3D-8DA8-66FD9E129510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GT_11414">
            <a:extLst>
              <a:ext uri="{FF2B5EF4-FFF2-40B4-BE49-F238E27FC236}">
                <a16:creationId xmlns:a16="http://schemas.microsoft.com/office/drawing/2014/main" id="{0258A8E6-BA6C-41E5-86F2-A209503BF711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GT_11415">
            <a:extLst>
              <a:ext uri="{FF2B5EF4-FFF2-40B4-BE49-F238E27FC236}">
                <a16:creationId xmlns:a16="http://schemas.microsoft.com/office/drawing/2014/main" id="{F57C9937-E32E-4BC8-ADAC-670AF15F3A98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GT_11416">
            <a:extLst>
              <a:ext uri="{FF2B5EF4-FFF2-40B4-BE49-F238E27FC236}">
                <a16:creationId xmlns:a16="http://schemas.microsoft.com/office/drawing/2014/main" id="{C356103D-5EE7-4757-A8CB-38E47667A39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GT_11417">
            <a:extLst>
              <a:ext uri="{FF2B5EF4-FFF2-40B4-BE49-F238E27FC236}">
                <a16:creationId xmlns:a16="http://schemas.microsoft.com/office/drawing/2014/main" id="{256BC9C6-42F8-45FE-A6F0-34A3688A51BC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GT_11418">
            <a:extLst>
              <a:ext uri="{FF2B5EF4-FFF2-40B4-BE49-F238E27FC236}">
                <a16:creationId xmlns:a16="http://schemas.microsoft.com/office/drawing/2014/main" id="{1CCC4634-1B15-42BF-9A68-5DB276FD2F7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GT_11419">
            <a:extLst>
              <a:ext uri="{FF2B5EF4-FFF2-40B4-BE49-F238E27FC236}">
                <a16:creationId xmlns:a16="http://schemas.microsoft.com/office/drawing/2014/main" id="{1A05E435-B7E4-4123-AF72-818C2B0108D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GT_11420">
            <a:extLst>
              <a:ext uri="{FF2B5EF4-FFF2-40B4-BE49-F238E27FC236}">
                <a16:creationId xmlns:a16="http://schemas.microsoft.com/office/drawing/2014/main" id="{8EDCF366-EC07-45CC-9EDA-A0F8E1E5CAEF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GT_11421">
            <a:extLst>
              <a:ext uri="{FF2B5EF4-FFF2-40B4-BE49-F238E27FC236}">
                <a16:creationId xmlns:a16="http://schemas.microsoft.com/office/drawing/2014/main" id="{20645DB3-ADAB-4285-99ED-D9BF238992BF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GT_11422">
            <a:extLst>
              <a:ext uri="{FF2B5EF4-FFF2-40B4-BE49-F238E27FC236}">
                <a16:creationId xmlns:a16="http://schemas.microsoft.com/office/drawing/2014/main" id="{A635004E-C307-4B07-A709-A4A007A51ADC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GT_11423">
            <a:extLst>
              <a:ext uri="{FF2B5EF4-FFF2-40B4-BE49-F238E27FC236}">
                <a16:creationId xmlns:a16="http://schemas.microsoft.com/office/drawing/2014/main" id="{93F03234-68F1-4B44-9843-3B98329C224C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GT_11424">
            <a:extLst>
              <a:ext uri="{FF2B5EF4-FFF2-40B4-BE49-F238E27FC236}">
                <a16:creationId xmlns:a16="http://schemas.microsoft.com/office/drawing/2014/main" id="{BE1AD1FB-D1BD-4295-8F36-6D2A698A330B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GT_11425">
            <a:extLst>
              <a:ext uri="{FF2B5EF4-FFF2-40B4-BE49-F238E27FC236}">
                <a16:creationId xmlns:a16="http://schemas.microsoft.com/office/drawing/2014/main" id="{AD0E3697-749E-4C5C-B7C5-1685941634E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GT_11426">
            <a:extLst>
              <a:ext uri="{FF2B5EF4-FFF2-40B4-BE49-F238E27FC236}">
                <a16:creationId xmlns:a16="http://schemas.microsoft.com/office/drawing/2014/main" id="{EC71F74D-081C-4B4F-9796-70D590DDCEBB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GT_11427">
            <a:extLst>
              <a:ext uri="{FF2B5EF4-FFF2-40B4-BE49-F238E27FC236}">
                <a16:creationId xmlns:a16="http://schemas.microsoft.com/office/drawing/2014/main" id="{2988FADB-D2DA-4A21-87B2-364D8099DB6A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GT_11428">
            <a:extLst>
              <a:ext uri="{FF2B5EF4-FFF2-40B4-BE49-F238E27FC236}">
                <a16:creationId xmlns:a16="http://schemas.microsoft.com/office/drawing/2014/main" id="{7E261527-ACDB-48D8-9903-BCBC78FA138B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GT_11429">
            <a:extLst>
              <a:ext uri="{FF2B5EF4-FFF2-40B4-BE49-F238E27FC236}">
                <a16:creationId xmlns:a16="http://schemas.microsoft.com/office/drawing/2014/main" id="{38C1D73B-A374-4734-BC50-2FFD05061401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GT_11430">
            <a:extLst>
              <a:ext uri="{FF2B5EF4-FFF2-40B4-BE49-F238E27FC236}">
                <a16:creationId xmlns:a16="http://schemas.microsoft.com/office/drawing/2014/main" id="{CEAFDE77-23C2-48C3-961B-B655D922718F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GT_11431">
            <a:extLst>
              <a:ext uri="{FF2B5EF4-FFF2-40B4-BE49-F238E27FC236}">
                <a16:creationId xmlns:a16="http://schemas.microsoft.com/office/drawing/2014/main" id="{2CBE2D06-C0B8-4BAF-9EEE-6F75964B9F76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GT_11432">
            <a:extLst>
              <a:ext uri="{FF2B5EF4-FFF2-40B4-BE49-F238E27FC236}">
                <a16:creationId xmlns:a16="http://schemas.microsoft.com/office/drawing/2014/main" id="{F8E1DB46-4E80-4A0E-90BC-BAE9FB24DBDF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GT_11433">
            <a:extLst>
              <a:ext uri="{FF2B5EF4-FFF2-40B4-BE49-F238E27FC236}">
                <a16:creationId xmlns:a16="http://schemas.microsoft.com/office/drawing/2014/main" id="{9EAC6BC2-7D08-4670-A2F1-BA2DCB0A8059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GT_11434">
            <a:extLst>
              <a:ext uri="{FF2B5EF4-FFF2-40B4-BE49-F238E27FC236}">
                <a16:creationId xmlns:a16="http://schemas.microsoft.com/office/drawing/2014/main" id="{FDC8E432-D620-4B62-8C2E-D2AF39BE1FBD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GT_11435">
            <a:extLst>
              <a:ext uri="{FF2B5EF4-FFF2-40B4-BE49-F238E27FC236}">
                <a16:creationId xmlns:a16="http://schemas.microsoft.com/office/drawing/2014/main" id="{1CC32A4C-3548-4A5E-ABAF-FAD316DE8C29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GT_11436">
            <a:extLst>
              <a:ext uri="{FF2B5EF4-FFF2-40B4-BE49-F238E27FC236}">
                <a16:creationId xmlns:a16="http://schemas.microsoft.com/office/drawing/2014/main" id="{E1387DD8-5541-453A-A6F2-9AE34CE8C24F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GT_11437">
            <a:extLst>
              <a:ext uri="{FF2B5EF4-FFF2-40B4-BE49-F238E27FC236}">
                <a16:creationId xmlns:a16="http://schemas.microsoft.com/office/drawing/2014/main" id="{F106F85B-4E4B-4B13-AD95-835625CBEAAE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GT_11438">
            <a:extLst>
              <a:ext uri="{FF2B5EF4-FFF2-40B4-BE49-F238E27FC236}">
                <a16:creationId xmlns:a16="http://schemas.microsoft.com/office/drawing/2014/main" id="{2E855D16-41E0-4E68-99FF-BAF0DF14A535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GT_11439">
            <a:extLst>
              <a:ext uri="{FF2B5EF4-FFF2-40B4-BE49-F238E27FC236}">
                <a16:creationId xmlns:a16="http://schemas.microsoft.com/office/drawing/2014/main" id="{30DAE717-9982-4982-829C-5043FE018CF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GT_11440">
            <a:extLst>
              <a:ext uri="{FF2B5EF4-FFF2-40B4-BE49-F238E27FC236}">
                <a16:creationId xmlns:a16="http://schemas.microsoft.com/office/drawing/2014/main" id="{75ED0661-B6FC-42B5-84E0-AD6E504BD046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GT_11441">
            <a:extLst>
              <a:ext uri="{FF2B5EF4-FFF2-40B4-BE49-F238E27FC236}">
                <a16:creationId xmlns:a16="http://schemas.microsoft.com/office/drawing/2014/main" id="{2AF48370-A7CC-4F39-BBE4-6E21F3BE29C1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GT_11442">
            <a:extLst>
              <a:ext uri="{FF2B5EF4-FFF2-40B4-BE49-F238E27FC236}">
                <a16:creationId xmlns:a16="http://schemas.microsoft.com/office/drawing/2014/main" id="{E110CA0C-C26F-4A79-A3C3-6DD70E8E3CCB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GT_11443">
            <a:extLst>
              <a:ext uri="{FF2B5EF4-FFF2-40B4-BE49-F238E27FC236}">
                <a16:creationId xmlns:a16="http://schemas.microsoft.com/office/drawing/2014/main" id="{CD0026E9-BC86-43D3-8476-FB855B771763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GT_11444">
            <a:extLst>
              <a:ext uri="{FF2B5EF4-FFF2-40B4-BE49-F238E27FC236}">
                <a16:creationId xmlns:a16="http://schemas.microsoft.com/office/drawing/2014/main" id="{C86A5F41-1E82-46D1-BF48-9130983D2F6B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GT_11445">
            <a:extLst>
              <a:ext uri="{FF2B5EF4-FFF2-40B4-BE49-F238E27FC236}">
                <a16:creationId xmlns:a16="http://schemas.microsoft.com/office/drawing/2014/main" id="{774E6A26-5AB3-44DD-95C0-DDE834A452ED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GT_11446">
            <a:extLst>
              <a:ext uri="{FF2B5EF4-FFF2-40B4-BE49-F238E27FC236}">
                <a16:creationId xmlns:a16="http://schemas.microsoft.com/office/drawing/2014/main" id="{E4688D8F-927E-4E64-BCD7-10074992E968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GT_11447">
            <a:extLst>
              <a:ext uri="{FF2B5EF4-FFF2-40B4-BE49-F238E27FC236}">
                <a16:creationId xmlns:a16="http://schemas.microsoft.com/office/drawing/2014/main" id="{7E55AB9A-C0D0-4072-8FCD-BB9752D996CF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GT_11448">
            <a:extLst>
              <a:ext uri="{FF2B5EF4-FFF2-40B4-BE49-F238E27FC236}">
                <a16:creationId xmlns:a16="http://schemas.microsoft.com/office/drawing/2014/main" id="{5BDD0197-8D05-4DE7-9154-219CF49DE86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GT_11449">
            <a:extLst>
              <a:ext uri="{FF2B5EF4-FFF2-40B4-BE49-F238E27FC236}">
                <a16:creationId xmlns:a16="http://schemas.microsoft.com/office/drawing/2014/main" id="{3EAE6A3E-D0EA-4D9D-A261-CF8459F7F1D1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GT_11450">
            <a:extLst>
              <a:ext uri="{FF2B5EF4-FFF2-40B4-BE49-F238E27FC236}">
                <a16:creationId xmlns:a16="http://schemas.microsoft.com/office/drawing/2014/main" id="{9EA7963E-76EF-4938-BBB3-0925389506FA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GT_11451">
            <a:extLst>
              <a:ext uri="{FF2B5EF4-FFF2-40B4-BE49-F238E27FC236}">
                <a16:creationId xmlns:a16="http://schemas.microsoft.com/office/drawing/2014/main" id="{D8D3E522-9FDA-4404-A9D9-7B8B421EFA4D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GT_11452">
            <a:extLst>
              <a:ext uri="{FF2B5EF4-FFF2-40B4-BE49-F238E27FC236}">
                <a16:creationId xmlns:a16="http://schemas.microsoft.com/office/drawing/2014/main" id="{A21DC834-DED3-4280-9E78-F9F3C7A8FCA9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GT_11453">
            <a:extLst>
              <a:ext uri="{FF2B5EF4-FFF2-40B4-BE49-F238E27FC236}">
                <a16:creationId xmlns:a16="http://schemas.microsoft.com/office/drawing/2014/main" id="{3870415A-55E9-403F-8BF4-7044A496EA66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GT_11454">
            <a:extLst>
              <a:ext uri="{FF2B5EF4-FFF2-40B4-BE49-F238E27FC236}">
                <a16:creationId xmlns:a16="http://schemas.microsoft.com/office/drawing/2014/main" id="{2781E3B5-D831-480B-BFAA-07573F3BDD4F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GT_11455">
            <a:extLst>
              <a:ext uri="{FF2B5EF4-FFF2-40B4-BE49-F238E27FC236}">
                <a16:creationId xmlns:a16="http://schemas.microsoft.com/office/drawing/2014/main" id="{358C1FEF-F929-4543-BD08-3D2C33C6E46A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GT_11456">
            <a:extLst>
              <a:ext uri="{FF2B5EF4-FFF2-40B4-BE49-F238E27FC236}">
                <a16:creationId xmlns:a16="http://schemas.microsoft.com/office/drawing/2014/main" id="{650DA90B-FFBA-44F9-B911-F502E563EBB0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GT_11457">
            <a:extLst>
              <a:ext uri="{FF2B5EF4-FFF2-40B4-BE49-F238E27FC236}">
                <a16:creationId xmlns:a16="http://schemas.microsoft.com/office/drawing/2014/main" id="{6DF849C9-C4EB-458D-9E0F-B6C960B1E1FE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GT_11458">
            <a:extLst>
              <a:ext uri="{FF2B5EF4-FFF2-40B4-BE49-F238E27FC236}">
                <a16:creationId xmlns:a16="http://schemas.microsoft.com/office/drawing/2014/main" id="{A307615E-8F16-458E-A9BD-A8910538164C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GT_11459">
            <a:extLst>
              <a:ext uri="{FF2B5EF4-FFF2-40B4-BE49-F238E27FC236}">
                <a16:creationId xmlns:a16="http://schemas.microsoft.com/office/drawing/2014/main" id="{3B1C99DD-FC2F-48F7-B22F-921920A83F69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GT_11460">
            <a:extLst>
              <a:ext uri="{FF2B5EF4-FFF2-40B4-BE49-F238E27FC236}">
                <a16:creationId xmlns:a16="http://schemas.microsoft.com/office/drawing/2014/main" id="{F5FD6C08-8FBB-4D9B-931B-A8AE075A5C26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GT_11461">
            <a:extLst>
              <a:ext uri="{FF2B5EF4-FFF2-40B4-BE49-F238E27FC236}">
                <a16:creationId xmlns:a16="http://schemas.microsoft.com/office/drawing/2014/main" id="{1245D6B3-484A-4EE8-B52A-15EA9D7A0C4C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GT_11462">
            <a:extLst>
              <a:ext uri="{FF2B5EF4-FFF2-40B4-BE49-F238E27FC236}">
                <a16:creationId xmlns:a16="http://schemas.microsoft.com/office/drawing/2014/main" id="{8A8161F9-8EE8-45EB-A26B-147E9A5B79CD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GT_11463">
            <a:extLst>
              <a:ext uri="{FF2B5EF4-FFF2-40B4-BE49-F238E27FC236}">
                <a16:creationId xmlns:a16="http://schemas.microsoft.com/office/drawing/2014/main" id="{3ADFA2B7-FE88-4F6D-9BA6-E6BADA76A77E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GT_11464">
            <a:extLst>
              <a:ext uri="{FF2B5EF4-FFF2-40B4-BE49-F238E27FC236}">
                <a16:creationId xmlns:a16="http://schemas.microsoft.com/office/drawing/2014/main" id="{75DF192A-C4CD-4E97-B326-EB34FAA62AF5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GT_11465">
            <a:extLst>
              <a:ext uri="{FF2B5EF4-FFF2-40B4-BE49-F238E27FC236}">
                <a16:creationId xmlns:a16="http://schemas.microsoft.com/office/drawing/2014/main" id="{8CD955FB-1A52-4494-B600-862DBF12DA48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GT_11466">
            <a:extLst>
              <a:ext uri="{FF2B5EF4-FFF2-40B4-BE49-F238E27FC236}">
                <a16:creationId xmlns:a16="http://schemas.microsoft.com/office/drawing/2014/main" id="{7DAFDCDF-42CD-4053-A48A-87E9AF901C66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GT_11467">
            <a:extLst>
              <a:ext uri="{FF2B5EF4-FFF2-40B4-BE49-F238E27FC236}">
                <a16:creationId xmlns:a16="http://schemas.microsoft.com/office/drawing/2014/main" id="{0B419F2B-33B1-46C0-BC12-F72FDC617D45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GT_11468">
            <a:extLst>
              <a:ext uri="{FF2B5EF4-FFF2-40B4-BE49-F238E27FC236}">
                <a16:creationId xmlns:a16="http://schemas.microsoft.com/office/drawing/2014/main" id="{788F88CE-871C-4C1B-86E2-5CCADADF9BFC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GT_11469">
            <a:extLst>
              <a:ext uri="{FF2B5EF4-FFF2-40B4-BE49-F238E27FC236}">
                <a16:creationId xmlns:a16="http://schemas.microsoft.com/office/drawing/2014/main" id="{A650E3C0-B300-48BA-8508-BFBEC09C816B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GT_11470">
            <a:extLst>
              <a:ext uri="{FF2B5EF4-FFF2-40B4-BE49-F238E27FC236}">
                <a16:creationId xmlns:a16="http://schemas.microsoft.com/office/drawing/2014/main" id="{DFDC08C4-960A-4A47-A6E7-A43AA44E48EA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GT_11471">
            <a:extLst>
              <a:ext uri="{FF2B5EF4-FFF2-40B4-BE49-F238E27FC236}">
                <a16:creationId xmlns:a16="http://schemas.microsoft.com/office/drawing/2014/main" id="{BBD5DD61-A47E-456A-975D-F820FBC3C488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GT_11472">
            <a:extLst>
              <a:ext uri="{FF2B5EF4-FFF2-40B4-BE49-F238E27FC236}">
                <a16:creationId xmlns:a16="http://schemas.microsoft.com/office/drawing/2014/main" id="{9196CF3D-1845-478B-B1DF-43546B6E64F1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GT_11473">
            <a:extLst>
              <a:ext uri="{FF2B5EF4-FFF2-40B4-BE49-F238E27FC236}">
                <a16:creationId xmlns:a16="http://schemas.microsoft.com/office/drawing/2014/main" id="{730DDB07-BC2F-4324-ADF5-0A17127612E2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GT_11474">
            <a:extLst>
              <a:ext uri="{FF2B5EF4-FFF2-40B4-BE49-F238E27FC236}">
                <a16:creationId xmlns:a16="http://schemas.microsoft.com/office/drawing/2014/main" id="{3FB9F808-8DD6-4B4A-8CB6-0552E7269ED0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GT_11475">
            <a:extLst>
              <a:ext uri="{FF2B5EF4-FFF2-40B4-BE49-F238E27FC236}">
                <a16:creationId xmlns:a16="http://schemas.microsoft.com/office/drawing/2014/main" id="{7CD1AB96-370D-4E18-B121-7EDE7C6D7A7E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GT_11476">
            <a:extLst>
              <a:ext uri="{FF2B5EF4-FFF2-40B4-BE49-F238E27FC236}">
                <a16:creationId xmlns:a16="http://schemas.microsoft.com/office/drawing/2014/main" id="{9A1832C1-C78E-4B7B-9BCF-40637DD19794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GT_11477">
            <a:extLst>
              <a:ext uri="{FF2B5EF4-FFF2-40B4-BE49-F238E27FC236}">
                <a16:creationId xmlns:a16="http://schemas.microsoft.com/office/drawing/2014/main" id="{63F9D7BD-4C67-4BA2-A918-65DC6FF4DCB9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GT_11478">
            <a:extLst>
              <a:ext uri="{FF2B5EF4-FFF2-40B4-BE49-F238E27FC236}">
                <a16:creationId xmlns:a16="http://schemas.microsoft.com/office/drawing/2014/main" id="{75C2C14F-9C54-4564-AB89-078AF99A4A0E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GT_11479">
            <a:extLst>
              <a:ext uri="{FF2B5EF4-FFF2-40B4-BE49-F238E27FC236}">
                <a16:creationId xmlns:a16="http://schemas.microsoft.com/office/drawing/2014/main" id="{A7A94B1D-BF4A-4ADB-885C-EFF12706D236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GT_11480">
            <a:extLst>
              <a:ext uri="{FF2B5EF4-FFF2-40B4-BE49-F238E27FC236}">
                <a16:creationId xmlns:a16="http://schemas.microsoft.com/office/drawing/2014/main" id="{10E6DF4D-6727-4500-BE58-DB1422DC3DAB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GT_11481">
            <a:extLst>
              <a:ext uri="{FF2B5EF4-FFF2-40B4-BE49-F238E27FC236}">
                <a16:creationId xmlns:a16="http://schemas.microsoft.com/office/drawing/2014/main" id="{076BFA34-8569-4AA2-901F-5E52A61178E1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GT_11482">
            <a:extLst>
              <a:ext uri="{FF2B5EF4-FFF2-40B4-BE49-F238E27FC236}">
                <a16:creationId xmlns:a16="http://schemas.microsoft.com/office/drawing/2014/main" id="{B804D713-6831-49A3-80E5-654719CA7ACB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GT_11483">
            <a:extLst>
              <a:ext uri="{FF2B5EF4-FFF2-40B4-BE49-F238E27FC236}">
                <a16:creationId xmlns:a16="http://schemas.microsoft.com/office/drawing/2014/main" id="{4AEBADC5-AD78-4390-AFD7-9E7987378E6F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GT_11484">
            <a:extLst>
              <a:ext uri="{FF2B5EF4-FFF2-40B4-BE49-F238E27FC236}">
                <a16:creationId xmlns:a16="http://schemas.microsoft.com/office/drawing/2014/main" id="{B43445D5-2349-43BE-9942-E896611BB5E6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GT_11485">
            <a:extLst>
              <a:ext uri="{FF2B5EF4-FFF2-40B4-BE49-F238E27FC236}">
                <a16:creationId xmlns:a16="http://schemas.microsoft.com/office/drawing/2014/main" id="{C4965F29-49D6-4B60-9383-544F2DA4AD04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GT_11486">
            <a:extLst>
              <a:ext uri="{FF2B5EF4-FFF2-40B4-BE49-F238E27FC236}">
                <a16:creationId xmlns:a16="http://schemas.microsoft.com/office/drawing/2014/main" id="{8ADC5C53-9019-462E-B871-7A0ECD175976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GT_11487">
            <a:extLst>
              <a:ext uri="{FF2B5EF4-FFF2-40B4-BE49-F238E27FC236}">
                <a16:creationId xmlns:a16="http://schemas.microsoft.com/office/drawing/2014/main" id="{763BDFC3-EBC9-4B9B-A0AA-B419C26F1A28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GT_11488">
            <a:extLst>
              <a:ext uri="{FF2B5EF4-FFF2-40B4-BE49-F238E27FC236}">
                <a16:creationId xmlns:a16="http://schemas.microsoft.com/office/drawing/2014/main" id="{AFF5F5D5-BDBA-432D-830F-1ADA543A7B86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GT_11489">
            <a:extLst>
              <a:ext uri="{FF2B5EF4-FFF2-40B4-BE49-F238E27FC236}">
                <a16:creationId xmlns:a16="http://schemas.microsoft.com/office/drawing/2014/main" id="{5AB28D24-100E-4EC9-A7C7-A1F104D9CE55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GT_11490">
            <a:extLst>
              <a:ext uri="{FF2B5EF4-FFF2-40B4-BE49-F238E27FC236}">
                <a16:creationId xmlns:a16="http://schemas.microsoft.com/office/drawing/2014/main" id="{4B720DBF-2CF0-4716-99EC-526784B6837A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GT_11491">
            <a:extLst>
              <a:ext uri="{FF2B5EF4-FFF2-40B4-BE49-F238E27FC236}">
                <a16:creationId xmlns:a16="http://schemas.microsoft.com/office/drawing/2014/main" id="{8C5A9C70-8EDF-4635-9F8F-D7E4786891FF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GT_11492">
            <a:extLst>
              <a:ext uri="{FF2B5EF4-FFF2-40B4-BE49-F238E27FC236}">
                <a16:creationId xmlns:a16="http://schemas.microsoft.com/office/drawing/2014/main" id="{573278EE-55DA-4F96-AB73-4A5EEBECA47B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GT_11493">
            <a:extLst>
              <a:ext uri="{FF2B5EF4-FFF2-40B4-BE49-F238E27FC236}">
                <a16:creationId xmlns:a16="http://schemas.microsoft.com/office/drawing/2014/main" id="{12EC1DA7-F814-43F8-B4B9-B79779F3B152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GT_11494">
            <a:extLst>
              <a:ext uri="{FF2B5EF4-FFF2-40B4-BE49-F238E27FC236}">
                <a16:creationId xmlns:a16="http://schemas.microsoft.com/office/drawing/2014/main" id="{C4CD706D-69C2-476B-AE99-0C04A2B2ECE8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GT_11495">
            <a:extLst>
              <a:ext uri="{FF2B5EF4-FFF2-40B4-BE49-F238E27FC236}">
                <a16:creationId xmlns:a16="http://schemas.microsoft.com/office/drawing/2014/main" id="{B32AC10B-932D-403F-92DB-9E6006C66094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GT_11496">
            <a:extLst>
              <a:ext uri="{FF2B5EF4-FFF2-40B4-BE49-F238E27FC236}">
                <a16:creationId xmlns:a16="http://schemas.microsoft.com/office/drawing/2014/main" id="{1B3EC3EC-310F-469A-A958-5A4FE7B916C2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GT_11497">
            <a:extLst>
              <a:ext uri="{FF2B5EF4-FFF2-40B4-BE49-F238E27FC236}">
                <a16:creationId xmlns:a16="http://schemas.microsoft.com/office/drawing/2014/main" id="{5B47945B-4802-4A97-A801-2C374F21114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GT_11498">
            <a:extLst>
              <a:ext uri="{FF2B5EF4-FFF2-40B4-BE49-F238E27FC236}">
                <a16:creationId xmlns:a16="http://schemas.microsoft.com/office/drawing/2014/main" id="{06A890B6-8483-45C6-A996-7411C68A243F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GT_11499">
            <a:extLst>
              <a:ext uri="{FF2B5EF4-FFF2-40B4-BE49-F238E27FC236}">
                <a16:creationId xmlns:a16="http://schemas.microsoft.com/office/drawing/2014/main" id="{7E69E1C5-A709-4BA0-85AB-9FC97A150A73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GT_11500">
            <a:extLst>
              <a:ext uri="{FF2B5EF4-FFF2-40B4-BE49-F238E27FC236}">
                <a16:creationId xmlns:a16="http://schemas.microsoft.com/office/drawing/2014/main" id="{9F105B80-E80F-4D50-80A5-C0A9033FF2D1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GT_11501">
            <a:extLst>
              <a:ext uri="{FF2B5EF4-FFF2-40B4-BE49-F238E27FC236}">
                <a16:creationId xmlns:a16="http://schemas.microsoft.com/office/drawing/2014/main" id="{1F0D309C-60A0-4213-990B-00CF3C633F1A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GT_11502">
            <a:extLst>
              <a:ext uri="{FF2B5EF4-FFF2-40B4-BE49-F238E27FC236}">
                <a16:creationId xmlns:a16="http://schemas.microsoft.com/office/drawing/2014/main" id="{8D6B7C31-5F09-4476-9875-8C46213ADFB9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GT_11503">
            <a:extLst>
              <a:ext uri="{FF2B5EF4-FFF2-40B4-BE49-F238E27FC236}">
                <a16:creationId xmlns:a16="http://schemas.microsoft.com/office/drawing/2014/main" id="{DE816967-CACD-405E-B933-5D2C15C2A5F6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GT_11504">
            <a:extLst>
              <a:ext uri="{FF2B5EF4-FFF2-40B4-BE49-F238E27FC236}">
                <a16:creationId xmlns:a16="http://schemas.microsoft.com/office/drawing/2014/main" id="{897AA96C-93E6-4C40-AC0D-F3487AB34A9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GT_11505">
            <a:extLst>
              <a:ext uri="{FF2B5EF4-FFF2-40B4-BE49-F238E27FC236}">
                <a16:creationId xmlns:a16="http://schemas.microsoft.com/office/drawing/2014/main" id="{2E97844C-BF0B-4822-83A2-7D0E9BBA543E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GT_11506">
            <a:extLst>
              <a:ext uri="{FF2B5EF4-FFF2-40B4-BE49-F238E27FC236}">
                <a16:creationId xmlns:a16="http://schemas.microsoft.com/office/drawing/2014/main" id="{72858876-206C-43C7-BE2C-2AD8120207F0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GT_11507">
            <a:extLst>
              <a:ext uri="{FF2B5EF4-FFF2-40B4-BE49-F238E27FC236}">
                <a16:creationId xmlns:a16="http://schemas.microsoft.com/office/drawing/2014/main" id="{50AB09B6-EE41-40A0-8282-56D4F9311AE5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GT_11508">
            <a:extLst>
              <a:ext uri="{FF2B5EF4-FFF2-40B4-BE49-F238E27FC236}">
                <a16:creationId xmlns:a16="http://schemas.microsoft.com/office/drawing/2014/main" id="{4EF68EBB-121A-4C7D-87DF-B8129836A951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GT_11509">
            <a:extLst>
              <a:ext uri="{FF2B5EF4-FFF2-40B4-BE49-F238E27FC236}">
                <a16:creationId xmlns:a16="http://schemas.microsoft.com/office/drawing/2014/main" id="{2FA84EEB-578B-48A6-9153-60192C9F1D63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GT_11510">
            <a:extLst>
              <a:ext uri="{FF2B5EF4-FFF2-40B4-BE49-F238E27FC236}">
                <a16:creationId xmlns:a16="http://schemas.microsoft.com/office/drawing/2014/main" id="{6F01B6E5-2CD2-4363-907A-084EFB51B389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GT_11511">
            <a:extLst>
              <a:ext uri="{FF2B5EF4-FFF2-40B4-BE49-F238E27FC236}">
                <a16:creationId xmlns:a16="http://schemas.microsoft.com/office/drawing/2014/main" id="{1ACB06F2-5B55-47A9-A3F0-C841E0F792E3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GT_11512">
            <a:extLst>
              <a:ext uri="{FF2B5EF4-FFF2-40B4-BE49-F238E27FC236}">
                <a16:creationId xmlns:a16="http://schemas.microsoft.com/office/drawing/2014/main" id="{100C64F4-BCFE-4B98-9B31-29DE0C15F49E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GT_11513">
            <a:extLst>
              <a:ext uri="{FF2B5EF4-FFF2-40B4-BE49-F238E27FC236}">
                <a16:creationId xmlns:a16="http://schemas.microsoft.com/office/drawing/2014/main" id="{EF272A8C-2E2D-4C39-863C-38B6C2F80937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GT_11514">
            <a:extLst>
              <a:ext uri="{FF2B5EF4-FFF2-40B4-BE49-F238E27FC236}">
                <a16:creationId xmlns:a16="http://schemas.microsoft.com/office/drawing/2014/main" id="{6ADC690A-C06E-4DF2-B364-06BB169B9163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GT_11515">
            <a:extLst>
              <a:ext uri="{FF2B5EF4-FFF2-40B4-BE49-F238E27FC236}">
                <a16:creationId xmlns:a16="http://schemas.microsoft.com/office/drawing/2014/main" id="{919F6D12-EB44-4964-8DFC-6ED73CAD09A0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GT_11516">
            <a:extLst>
              <a:ext uri="{FF2B5EF4-FFF2-40B4-BE49-F238E27FC236}">
                <a16:creationId xmlns:a16="http://schemas.microsoft.com/office/drawing/2014/main" id="{E0B7E9EA-5285-43D2-B0DF-A89970D9EE02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GT_11517">
            <a:extLst>
              <a:ext uri="{FF2B5EF4-FFF2-40B4-BE49-F238E27FC236}">
                <a16:creationId xmlns:a16="http://schemas.microsoft.com/office/drawing/2014/main" id="{1E907BD1-6CCC-41F2-8771-221F8DA828F4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GT_11518">
            <a:extLst>
              <a:ext uri="{FF2B5EF4-FFF2-40B4-BE49-F238E27FC236}">
                <a16:creationId xmlns:a16="http://schemas.microsoft.com/office/drawing/2014/main" id="{2DF69064-EFE5-44C7-92B2-E15D15DA5535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GT_11519">
            <a:extLst>
              <a:ext uri="{FF2B5EF4-FFF2-40B4-BE49-F238E27FC236}">
                <a16:creationId xmlns:a16="http://schemas.microsoft.com/office/drawing/2014/main" id="{572C0BE2-D816-433A-99F9-8F6EDC6FFF35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GT_11520">
            <a:extLst>
              <a:ext uri="{FF2B5EF4-FFF2-40B4-BE49-F238E27FC236}">
                <a16:creationId xmlns:a16="http://schemas.microsoft.com/office/drawing/2014/main" id="{0623B381-B233-4E47-BA99-6D2984C3B201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GT_11521">
            <a:extLst>
              <a:ext uri="{FF2B5EF4-FFF2-40B4-BE49-F238E27FC236}">
                <a16:creationId xmlns:a16="http://schemas.microsoft.com/office/drawing/2014/main" id="{D933B485-FF89-4F0F-98E7-32C7621C12F5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GT_11522">
            <a:extLst>
              <a:ext uri="{FF2B5EF4-FFF2-40B4-BE49-F238E27FC236}">
                <a16:creationId xmlns:a16="http://schemas.microsoft.com/office/drawing/2014/main" id="{BD49338A-A73A-4B19-A2FE-0C76A5FD42E6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GT_11523">
            <a:extLst>
              <a:ext uri="{FF2B5EF4-FFF2-40B4-BE49-F238E27FC236}">
                <a16:creationId xmlns:a16="http://schemas.microsoft.com/office/drawing/2014/main" id="{78399B23-8CCF-4DD5-914B-5488A899435D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GT_11524">
            <a:extLst>
              <a:ext uri="{FF2B5EF4-FFF2-40B4-BE49-F238E27FC236}">
                <a16:creationId xmlns:a16="http://schemas.microsoft.com/office/drawing/2014/main" id="{435C453B-F282-4472-8DE4-1F642393B2B3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GT_11525">
            <a:extLst>
              <a:ext uri="{FF2B5EF4-FFF2-40B4-BE49-F238E27FC236}">
                <a16:creationId xmlns:a16="http://schemas.microsoft.com/office/drawing/2014/main" id="{D3B6DC51-921D-49BC-B3F8-857556E7C82A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GT_11526">
            <a:extLst>
              <a:ext uri="{FF2B5EF4-FFF2-40B4-BE49-F238E27FC236}">
                <a16:creationId xmlns:a16="http://schemas.microsoft.com/office/drawing/2014/main" id="{F38D51EC-DBEE-436F-9726-4789A1AD0B17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GT_11527">
            <a:extLst>
              <a:ext uri="{FF2B5EF4-FFF2-40B4-BE49-F238E27FC236}">
                <a16:creationId xmlns:a16="http://schemas.microsoft.com/office/drawing/2014/main" id="{93ACF751-0F51-4533-A58A-853BEB08A3EF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GT_11528">
            <a:extLst>
              <a:ext uri="{FF2B5EF4-FFF2-40B4-BE49-F238E27FC236}">
                <a16:creationId xmlns:a16="http://schemas.microsoft.com/office/drawing/2014/main" id="{1A27ED9E-D372-4A61-94F0-B6B3B36E0913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GT_11529">
            <a:extLst>
              <a:ext uri="{FF2B5EF4-FFF2-40B4-BE49-F238E27FC236}">
                <a16:creationId xmlns:a16="http://schemas.microsoft.com/office/drawing/2014/main" id="{B021B4F1-B93A-482D-81CD-69BE4F994205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GT_11530">
            <a:extLst>
              <a:ext uri="{FF2B5EF4-FFF2-40B4-BE49-F238E27FC236}">
                <a16:creationId xmlns:a16="http://schemas.microsoft.com/office/drawing/2014/main" id="{C3A3495C-07DA-4616-850E-7955CC82BCF4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GT_11531">
            <a:extLst>
              <a:ext uri="{FF2B5EF4-FFF2-40B4-BE49-F238E27FC236}">
                <a16:creationId xmlns:a16="http://schemas.microsoft.com/office/drawing/2014/main" id="{D087ED44-FC5D-4DD6-8DB4-0F25C737669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GT_11532">
            <a:extLst>
              <a:ext uri="{FF2B5EF4-FFF2-40B4-BE49-F238E27FC236}">
                <a16:creationId xmlns:a16="http://schemas.microsoft.com/office/drawing/2014/main" id="{2FC565B3-AD1B-416D-9453-F62A204CF57C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GT_11533">
            <a:extLst>
              <a:ext uri="{FF2B5EF4-FFF2-40B4-BE49-F238E27FC236}">
                <a16:creationId xmlns:a16="http://schemas.microsoft.com/office/drawing/2014/main" id="{27B7EF27-A034-4CEE-A71D-EFB4E3FB845F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GT_11534">
            <a:extLst>
              <a:ext uri="{FF2B5EF4-FFF2-40B4-BE49-F238E27FC236}">
                <a16:creationId xmlns:a16="http://schemas.microsoft.com/office/drawing/2014/main" id="{8F813092-1A68-4117-959D-72B270534945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GT_11535">
            <a:extLst>
              <a:ext uri="{FF2B5EF4-FFF2-40B4-BE49-F238E27FC236}">
                <a16:creationId xmlns:a16="http://schemas.microsoft.com/office/drawing/2014/main" id="{13B8CE6A-32D2-48A9-9E3E-8B2B6DADDB3C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GT_11536">
            <a:extLst>
              <a:ext uri="{FF2B5EF4-FFF2-40B4-BE49-F238E27FC236}">
                <a16:creationId xmlns:a16="http://schemas.microsoft.com/office/drawing/2014/main" id="{5BF483D0-F7BC-4990-864D-C3460AEEE5E4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GT_11537">
            <a:extLst>
              <a:ext uri="{FF2B5EF4-FFF2-40B4-BE49-F238E27FC236}">
                <a16:creationId xmlns:a16="http://schemas.microsoft.com/office/drawing/2014/main" id="{D1D77469-7B97-4D17-AAE6-2E9AC2D639D9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GT_11538">
            <a:extLst>
              <a:ext uri="{FF2B5EF4-FFF2-40B4-BE49-F238E27FC236}">
                <a16:creationId xmlns:a16="http://schemas.microsoft.com/office/drawing/2014/main" id="{BB39AA04-7C53-4195-B615-CD489AA44543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GT_11539">
            <a:extLst>
              <a:ext uri="{FF2B5EF4-FFF2-40B4-BE49-F238E27FC236}">
                <a16:creationId xmlns:a16="http://schemas.microsoft.com/office/drawing/2014/main" id="{C210CE9C-F0F4-4EA7-880D-A34F57915ED9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GT_11540">
            <a:extLst>
              <a:ext uri="{FF2B5EF4-FFF2-40B4-BE49-F238E27FC236}">
                <a16:creationId xmlns:a16="http://schemas.microsoft.com/office/drawing/2014/main" id="{1FE77EA1-8FBD-4582-B4BD-5CB3CCFFF5E9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GT_11541">
            <a:extLst>
              <a:ext uri="{FF2B5EF4-FFF2-40B4-BE49-F238E27FC236}">
                <a16:creationId xmlns:a16="http://schemas.microsoft.com/office/drawing/2014/main" id="{D931C543-FF57-4D36-8CD9-5533B5E0A662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GT_11542">
            <a:extLst>
              <a:ext uri="{FF2B5EF4-FFF2-40B4-BE49-F238E27FC236}">
                <a16:creationId xmlns:a16="http://schemas.microsoft.com/office/drawing/2014/main" id="{38BEBE6E-D451-4169-A1DC-500595ECA781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GT_11543">
            <a:extLst>
              <a:ext uri="{FF2B5EF4-FFF2-40B4-BE49-F238E27FC236}">
                <a16:creationId xmlns:a16="http://schemas.microsoft.com/office/drawing/2014/main" id="{890218D2-AA32-44F7-8A1A-60DC4891A5F9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GT_11544">
            <a:extLst>
              <a:ext uri="{FF2B5EF4-FFF2-40B4-BE49-F238E27FC236}">
                <a16:creationId xmlns:a16="http://schemas.microsoft.com/office/drawing/2014/main" id="{FAB1AD44-C2B2-4C4F-8C11-11ABC554C392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GT_11545">
            <a:extLst>
              <a:ext uri="{FF2B5EF4-FFF2-40B4-BE49-F238E27FC236}">
                <a16:creationId xmlns:a16="http://schemas.microsoft.com/office/drawing/2014/main" id="{DC6F431D-EA52-41B3-968A-E11AE6C081C8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GT_11546">
            <a:extLst>
              <a:ext uri="{FF2B5EF4-FFF2-40B4-BE49-F238E27FC236}">
                <a16:creationId xmlns:a16="http://schemas.microsoft.com/office/drawing/2014/main" id="{7BFBF1FF-3732-424A-96FD-026C58F43BF1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GT_11547">
            <a:extLst>
              <a:ext uri="{FF2B5EF4-FFF2-40B4-BE49-F238E27FC236}">
                <a16:creationId xmlns:a16="http://schemas.microsoft.com/office/drawing/2014/main" id="{6C39E851-641C-4D15-B705-66917478F1BB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GT_11548">
            <a:extLst>
              <a:ext uri="{FF2B5EF4-FFF2-40B4-BE49-F238E27FC236}">
                <a16:creationId xmlns:a16="http://schemas.microsoft.com/office/drawing/2014/main" id="{D2583EC7-B02E-4665-BFCB-4D9C29F22D67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GT_11549">
            <a:extLst>
              <a:ext uri="{FF2B5EF4-FFF2-40B4-BE49-F238E27FC236}">
                <a16:creationId xmlns:a16="http://schemas.microsoft.com/office/drawing/2014/main" id="{5CEE0596-6439-43F9-A367-224F413A5005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GT_11550">
            <a:extLst>
              <a:ext uri="{FF2B5EF4-FFF2-40B4-BE49-F238E27FC236}">
                <a16:creationId xmlns:a16="http://schemas.microsoft.com/office/drawing/2014/main" id="{A4FABB15-5C41-4E0D-B9AA-965B7305980C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GT_11551">
            <a:extLst>
              <a:ext uri="{FF2B5EF4-FFF2-40B4-BE49-F238E27FC236}">
                <a16:creationId xmlns:a16="http://schemas.microsoft.com/office/drawing/2014/main" id="{4C6E3430-7F9E-4175-947E-5C857EC78F2C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GT_11552">
            <a:extLst>
              <a:ext uri="{FF2B5EF4-FFF2-40B4-BE49-F238E27FC236}">
                <a16:creationId xmlns:a16="http://schemas.microsoft.com/office/drawing/2014/main" id="{17E73CEE-3714-48E3-A809-0ACBA4D25700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GT_11553">
            <a:extLst>
              <a:ext uri="{FF2B5EF4-FFF2-40B4-BE49-F238E27FC236}">
                <a16:creationId xmlns:a16="http://schemas.microsoft.com/office/drawing/2014/main" id="{10E93C72-8F5F-49BA-A7EA-DC40E757E64E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GT_11554">
            <a:extLst>
              <a:ext uri="{FF2B5EF4-FFF2-40B4-BE49-F238E27FC236}">
                <a16:creationId xmlns:a16="http://schemas.microsoft.com/office/drawing/2014/main" id="{1E6F4D95-5BAB-47B7-A987-29D8CC44711B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GT_11555">
            <a:extLst>
              <a:ext uri="{FF2B5EF4-FFF2-40B4-BE49-F238E27FC236}">
                <a16:creationId xmlns:a16="http://schemas.microsoft.com/office/drawing/2014/main" id="{76359644-70D9-49AD-8E35-63B3552060E5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GT_11556">
            <a:extLst>
              <a:ext uri="{FF2B5EF4-FFF2-40B4-BE49-F238E27FC236}">
                <a16:creationId xmlns:a16="http://schemas.microsoft.com/office/drawing/2014/main" id="{F2BF8C1E-3BF7-4734-9EF7-3CAC799BBB3A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GT_11557">
            <a:extLst>
              <a:ext uri="{FF2B5EF4-FFF2-40B4-BE49-F238E27FC236}">
                <a16:creationId xmlns:a16="http://schemas.microsoft.com/office/drawing/2014/main" id="{3BE3868F-BE20-4F3F-BD94-11D8AA80070E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GT_11558">
            <a:extLst>
              <a:ext uri="{FF2B5EF4-FFF2-40B4-BE49-F238E27FC236}">
                <a16:creationId xmlns:a16="http://schemas.microsoft.com/office/drawing/2014/main" id="{BE90486F-5959-437E-A005-9C8CD7ED5079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GT_11559">
            <a:extLst>
              <a:ext uri="{FF2B5EF4-FFF2-40B4-BE49-F238E27FC236}">
                <a16:creationId xmlns:a16="http://schemas.microsoft.com/office/drawing/2014/main" id="{6D670A2D-BEB6-4370-854E-208CDB406613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GT_11560">
            <a:extLst>
              <a:ext uri="{FF2B5EF4-FFF2-40B4-BE49-F238E27FC236}">
                <a16:creationId xmlns:a16="http://schemas.microsoft.com/office/drawing/2014/main" id="{2E0A4026-00BC-40B0-8526-DE987036DEF8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GT_11561">
            <a:extLst>
              <a:ext uri="{FF2B5EF4-FFF2-40B4-BE49-F238E27FC236}">
                <a16:creationId xmlns:a16="http://schemas.microsoft.com/office/drawing/2014/main" id="{9EA67EA3-8223-4692-8237-5E5AC1216D77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GT_11562">
            <a:extLst>
              <a:ext uri="{FF2B5EF4-FFF2-40B4-BE49-F238E27FC236}">
                <a16:creationId xmlns:a16="http://schemas.microsoft.com/office/drawing/2014/main" id="{739375A5-4962-48BF-844A-06E2FF6FD902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GT_11563">
            <a:extLst>
              <a:ext uri="{FF2B5EF4-FFF2-40B4-BE49-F238E27FC236}">
                <a16:creationId xmlns:a16="http://schemas.microsoft.com/office/drawing/2014/main" id="{A9E99551-221D-4584-BC7B-8172A0BE9915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GT_11564">
            <a:extLst>
              <a:ext uri="{FF2B5EF4-FFF2-40B4-BE49-F238E27FC236}">
                <a16:creationId xmlns:a16="http://schemas.microsoft.com/office/drawing/2014/main" id="{1C05ECEF-EFA4-4B89-A78E-898130964371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GT_11565">
            <a:extLst>
              <a:ext uri="{FF2B5EF4-FFF2-40B4-BE49-F238E27FC236}">
                <a16:creationId xmlns:a16="http://schemas.microsoft.com/office/drawing/2014/main" id="{F3DF2FFA-90C2-4999-A021-D2FA7F1965A4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GT_11566">
            <a:extLst>
              <a:ext uri="{FF2B5EF4-FFF2-40B4-BE49-F238E27FC236}">
                <a16:creationId xmlns:a16="http://schemas.microsoft.com/office/drawing/2014/main" id="{D3B0580A-7D09-41DC-8BBF-65793BE23EE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GT_11567">
            <a:extLst>
              <a:ext uri="{FF2B5EF4-FFF2-40B4-BE49-F238E27FC236}">
                <a16:creationId xmlns:a16="http://schemas.microsoft.com/office/drawing/2014/main" id="{9185923E-B1F0-422D-A72D-8BA670F94D96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GT_11568">
            <a:extLst>
              <a:ext uri="{FF2B5EF4-FFF2-40B4-BE49-F238E27FC236}">
                <a16:creationId xmlns:a16="http://schemas.microsoft.com/office/drawing/2014/main" id="{08FC1CA9-9E5F-49F1-A969-4D4FCD5B9E23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GT_11569">
            <a:extLst>
              <a:ext uri="{FF2B5EF4-FFF2-40B4-BE49-F238E27FC236}">
                <a16:creationId xmlns:a16="http://schemas.microsoft.com/office/drawing/2014/main" id="{0763B632-8AC0-42AD-AB70-76CF2F0E26CC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GT_11570">
            <a:extLst>
              <a:ext uri="{FF2B5EF4-FFF2-40B4-BE49-F238E27FC236}">
                <a16:creationId xmlns:a16="http://schemas.microsoft.com/office/drawing/2014/main" id="{D81B35C2-45F3-4C35-8338-B30508F6E9F5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GT_11571">
            <a:extLst>
              <a:ext uri="{FF2B5EF4-FFF2-40B4-BE49-F238E27FC236}">
                <a16:creationId xmlns:a16="http://schemas.microsoft.com/office/drawing/2014/main" id="{B7DBF050-1DAE-4DB8-9054-8ADCED2BA491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GT_11572">
            <a:extLst>
              <a:ext uri="{FF2B5EF4-FFF2-40B4-BE49-F238E27FC236}">
                <a16:creationId xmlns:a16="http://schemas.microsoft.com/office/drawing/2014/main" id="{D58B4602-F976-4D72-82FF-624963FF264E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GT_11573">
            <a:extLst>
              <a:ext uri="{FF2B5EF4-FFF2-40B4-BE49-F238E27FC236}">
                <a16:creationId xmlns:a16="http://schemas.microsoft.com/office/drawing/2014/main" id="{E3967301-0435-422E-8D86-44B9CA576C4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GT_11574">
            <a:extLst>
              <a:ext uri="{FF2B5EF4-FFF2-40B4-BE49-F238E27FC236}">
                <a16:creationId xmlns:a16="http://schemas.microsoft.com/office/drawing/2014/main" id="{9230AF5F-6D21-4EB2-B254-F930023966D9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GT_11575">
            <a:extLst>
              <a:ext uri="{FF2B5EF4-FFF2-40B4-BE49-F238E27FC236}">
                <a16:creationId xmlns:a16="http://schemas.microsoft.com/office/drawing/2014/main" id="{B9D6BBCC-7783-43FA-BB6F-EFE0CCD2F3CF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GT_11576">
            <a:extLst>
              <a:ext uri="{FF2B5EF4-FFF2-40B4-BE49-F238E27FC236}">
                <a16:creationId xmlns:a16="http://schemas.microsoft.com/office/drawing/2014/main" id="{70B09931-B0BB-446C-9EE7-46A9DFF8CE09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GT_11577">
            <a:extLst>
              <a:ext uri="{FF2B5EF4-FFF2-40B4-BE49-F238E27FC236}">
                <a16:creationId xmlns:a16="http://schemas.microsoft.com/office/drawing/2014/main" id="{BBAB1C86-15E5-46A3-BCDE-DA01F59A16F7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GT_11578">
            <a:extLst>
              <a:ext uri="{FF2B5EF4-FFF2-40B4-BE49-F238E27FC236}">
                <a16:creationId xmlns:a16="http://schemas.microsoft.com/office/drawing/2014/main" id="{B629830C-0464-421C-8614-F2BE4E574911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GT_11579">
            <a:extLst>
              <a:ext uri="{FF2B5EF4-FFF2-40B4-BE49-F238E27FC236}">
                <a16:creationId xmlns:a16="http://schemas.microsoft.com/office/drawing/2014/main" id="{DE2D8063-E921-49BA-B2A1-E5B3A54D2019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GT_11580">
            <a:extLst>
              <a:ext uri="{FF2B5EF4-FFF2-40B4-BE49-F238E27FC236}">
                <a16:creationId xmlns:a16="http://schemas.microsoft.com/office/drawing/2014/main" id="{74988ED9-40CE-4E48-8F63-B02A5C09A3BC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GT_11581">
            <a:extLst>
              <a:ext uri="{FF2B5EF4-FFF2-40B4-BE49-F238E27FC236}">
                <a16:creationId xmlns:a16="http://schemas.microsoft.com/office/drawing/2014/main" id="{8C1F40C9-9E11-4F9B-BC37-BE4AFC9F832E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GT_11582">
            <a:extLst>
              <a:ext uri="{FF2B5EF4-FFF2-40B4-BE49-F238E27FC236}">
                <a16:creationId xmlns:a16="http://schemas.microsoft.com/office/drawing/2014/main" id="{4E6FF2C6-3F20-4CA2-A406-D3A047D38317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GT_11583">
            <a:extLst>
              <a:ext uri="{FF2B5EF4-FFF2-40B4-BE49-F238E27FC236}">
                <a16:creationId xmlns:a16="http://schemas.microsoft.com/office/drawing/2014/main" id="{EB3005E4-8E0C-47C4-BB3E-C0537CE5499D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GT_11584">
            <a:extLst>
              <a:ext uri="{FF2B5EF4-FFF2-40B4-BE49-F238E27FC236}">
                <a16:creationId xmlns:a16="http://schemas.microsoft.com/office/drawing/2014/main" id="{3310E58F-9EEA-472E-B105-ECF8B57BDD16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GT_11585">
            <a:extLst>
              <a:ext uri="{FF2B5EF4-FFF2-40B4-BE49-F238E27FC236}">
                <a16:creationId xmlns:a16="http://schemas.microsoft.com/office/drawing/2014/main" id="{38BB91ED-07D1-46C2-BC1B-4529571DC35B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GT_11586">
            <a:extLst>
              <a:ext uri="{FF2B5EF4-FFF2-40B4-BE49-F238E27FC236}">
                <a16:creationId xmlns:a16="http://schemas.microsoft.com/office/drawing/2014/main" id="{10B6E24C-F851-48E0-B76B-CFF5A20DE70E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GT_11587">
            <a:extLst>
              <a:ext uri="{FF2B5EF4-FFF2-40B4-BE49-F238E27FC236}">
                <a16:creationId xmlns:a16="http://schemas.microsoft.com/office/drawing/2014/main" id="{0EEBEF62-4A3A-43C8-96B2-0C7D38345EEA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GT_11588">
            <a:extLst>
              <a:ext uri="{FF2B5EF4-FFF2-40B4-BE49-F238E27FC236}">
                <a16:creationId xmlns:a16="http://schemas.microsoft.com/office/drawing/2014/main" id="{B6B14583-4B3C-46CE-BA17-CA536E021450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GT_11589">
            <a:extLst>
              <a:ext uri="{FF2B5EF4-FFF2-40B4-BE49-F238E27FC236}">
                <a16:creationId xmlns:a16="http://schemas.microsoft.com/office/drawing/2014/main" id="{3A403613-99A9-4440-9404-97B4A03C390D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GT_11590">
            <a:extLst>
              <a:ext uri="{FF2B5EF4-FFF2-40B4-BE49-F238E27FC236}">
                <a16:creationId xmlns:a16="http://schemas.microsoft.com/office/drawing/2014/main" id="{5D26DC75-493E-4D5A-97BD-D9AD0F488F42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GT_11591">
            <a:extLst>
              <a:ext uri="{FF2B5EF4-FFF2-40B4-BE49-F238E27FC236}">
                <a16:creationId xmlns:a16="http://schemas.microsoft.com/office/drawing/2014/main" id="{13719D8E-D429-4810-99E6-7969A4154823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GT_11592">
            <a:extLst>
              <a:ext uri="{FF2B5EF4-FFF2-40B4-BE49-F238E27FC236}">
                <a16:creationId xmlns:a16="http://schemas.microsoft.com/office/drawing/2014/main" id="{300D0B3E-037F-4805-BFBE-C2BEF831B27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GT_11593">
            <a:extLst>
              <a:ext uri="{FF2B5EF4-FFF2-40B4-BE49-F238E27FC236}">
                <a16:creationId xmlns:a16="http://schemas.microsoft.com/office/drawing/2014/main" id="{68F49E88-B89C-49D5-AA95-5BC5D4BB3E7E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GT_11594">
            <a:extLst>
              <a:ext uri="{FF2B5EF4-FFF2-40B4-BE49-F238E27FC236}">
                <a16:creationId xmlns:a16="http://schemas.microsoft.com/office/drawing/2014/main" id="{01A9FB8D-66B5-400A-8FC2-8DFBA37957CA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GT_11595">
            <a:extLst>
              <a:ext uri="{FF2B5EF4-FFF2-40B4-BE49-F238E27FC236}">
                <a16:creationId xmlns:a16="http://schemas.microsoft.com/office/drawing/2014/main" id="{5F515D64-56C3-4144-A46F-54FBF8BCAF4B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GT_11596">
            <a:extLst>
              <a:ext uri="{FF2B5EF4-FFF2-40B4-BE49-F238E27FC236}">
                <a16:creationId xmlns:a16="http://schemas.microsoft.com/office/drawing/2014/main" id="{69BA197A-C915-4FBB-9FC0-6BB5FFA47BB6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GT_11597">
            <a:extLst>
              <a:ext uri="{FF2B5EF4-FFF2-40B4-BE49-F238E27FC236}">
                <a16:creationId xmlns:a16="http://schemas.microsoft.com/office/drawing/2014/main" id="{5A712348-73EA-4D0A-A4B3-B0C036EB9011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GT_11598">
            <a:extLst>
              <a:ext uri="{FF2B5EF4-FFF2-40B4-BE49-F238E27FC236}">
                <a16:creationId xmlns:a16="http://schemas.microsoft.com/office/drawing/2014/main" id="{E1404614-B318-4FDA-AADE-E6FDD0249CAB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GT_11599">
            <a:extLst>
              <a:ext uri="{FF2B5EF4-FFF2-40B4-BE49-F238E27FC236}">
                <a16:creationId xmlns:a16="http://schemas.microsoft.com/office/drawing/2014/main" id="{FEFF239C-10A8-4B6A-9EC9-BB64D42FCCD7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GT_11600">
            <a:extLst>
              <a:ext uri="{FF2B5EF4-FFF2-40B4-BE49-F238E27FC236}">
                <a16:creationId xmlns:a16="http://schemas.microsoft.com/office/drawing/2014/main" id="{139E5D5E-B322-44C8-856E-974108CF6061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GT_11601">
            <a:extLst>
              <a:ext uri="{FF2B5EF4-FFF2-40B4-BE49-F238E27FC236}">
                <a16:creationId xmlns:a16="http://schemas.microsoft.com/office/drawing/2014/main" id="{AB4FC37C-8A5A-43D8-A965-551D53E84806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GT_11602">
            <a:extLst>
              <a:ext uri="{FF2B5EF4-FFF2-40B4-BE49-F238E27FC236}">
                <a16:creationId xmlns:a16="http://schemas.microsoft.com/office/drawing/2014/main" id="{6BC3CB38-D600-424E-9DC2-1CB5B1C9B63F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GT_11603">
            <a:extLst>
              <a:ext uri="{FF2B5EF4-FFF2-40B4-BE49-F238E27FC236}">
                <a16:creationId xmlns:a16="http://schemas.microsoft.com/office/drawing/2014/main" id="{DFB4C359-813B-4745-B1F4-96AA655B4EDB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GT_11604">
            <a:extLst>
              <a:ext uri="{FF2B5EF4-FFF2-40B4-BE49-F238E27FC236}">
                <a16:creationId xmlns:a16="http://schemas.microsoft.com/office/drawing/2014/main" id="{FEF80DE3-E8C1-452C-966D-727B117E48B9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GT_11605">
            <a:extLst>
              <a:ext uri="{FF2B5EF4-FFF2-40B4-BE49-F238E27FC236}">
                <a16:creationId xmlns:a16="http://schemas.microsoft.com/office/drawing/2014/main" id="{EC175B45-D180-496B-8C55-D995A776C6E0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GT_11606">
            <a:extLst>
              <a:ext uri="{FF2B5EF4-FFF2-40B4-BE49-F238E27FC236}">
                <a16:creationId xmlns:a16="http://schemas.microsoft.com/office/drawing/2014/main" id="{C5181B8A-6556-4B84-9507-F647C540B326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GT_11607">
            <a:extLst>
              <a:ext uri="{FF2B5EF4-FFF2-40B4-BE49-F238E27FC236}">
                <a16:creationId xmlns:a16="http://schemas.microsoft.com/office/drawing/2014/main" id="{209D4B75-60D4-4B9E-AD24-42437A1C1ADF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GT_11608">
            <a:extLst>
              <a:ext uri="{FF2B5EF4-FFF2-40B4-BE49-F238E27FC236}">
                <a16:creationId xmlns:a16="http://schemas.microsoft.com/office/drawing/2014/main" id="{CD7B6465-4103-4A79-A4A1-F8583A7E1C8E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GT_11609">
            <a:extLst>
              <a:ext uri="{FF2B5EF4-FFF2-40B4-BE49-F238E27FC236}">
                <a16:creationId xmlns:a16="http://schemas.microsoft.com/office/drawing/2014/main" id="{C5CC2D28-A00A-4FD2-AD1D-9B3631DAB66C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GT_11610">
            <a:extLst>
              <a:ext uri="{FF2B5EF4-FFF2-40B4-BE49-F238E27FC236}">
                <a16:creationId xmlns:a16="http://schemas.microsoft.com/office/drawing/2014/main" id="{60604E64-B446-488F-B4D5-AB6A317B946E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GT_11611">
            <a:extLst>
              <a:ext uri="{FF2B5EF4-FFF2-40B4-BE49-F238E27FC236}">
                <a16:creationId xmlns:a16="http://schemas.microsoft.com/office/drawing/2014/main" id="{A076D6FD-0B8E-4035-850E-0646889B8BD1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GT_11612">
            <a:extLst>
              <a:ext uri="{FF2B5EF4-FFF2-40B4-BE49-F238E27FC236}">
                <a16:creationId xmlns:a16="http://schemas.microsoft.com/office/drawing/2014/main" id="{25D8DE6A-47E6-4048-B54E-A195BAB55A49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GT_11613">
            <a:extLst>
              <a:ext uri="{FF2B5EF4-FFF2-40B4-BE49-F238E27FC236}">
                <a16:creationId xmlns:a16="http://schemas.microsoft.com/office/drawing/2014/main" id="{8EA679C7-6042-4F09-980E-A25878691415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GT_11614">
            <a:extLst>
              <a:ext uri="{FF2B5EF4-FFF2-40B4-BE49-F238E27FC236}">
                <a16:creationId xmlns:a16="http://schemas.microsoft.com/office/drawing/2014/main" id="{FB01B76B-BBA9-4E84-B1DB-DE27B4AC5DC2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GT_11615">
            <a:extLst>
              <a:ext uri="{FF2B5EF4-FFF2-40B4-BE49-F238E27FC236}">
                <a16:creationId xmlns:a16="http://schemas.microsoft.com/office/drawing/2014/main" id="{BE308AA6-FE90-45F5-BFC1-5C0EA28D2EB3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GT_11616">
            <a:extLst>
              <a:ext uri="{FF2B5EF4-FFF2-40B4-BE49-F238E27FC236}">
                <a16:creationId xmlns:a16="http://schemas.microsoft.com/office/drawing/2014/main" id="{4FCF1A78-1038-4994-B51F-9794598DD387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GT_11617">
            <a:extLst>
              <a:ext uri="{FF2B5EF4-FFF2-40B4-BE49-F238E27FC236}">
                <a16:creationId xmlns:a16="http://schemas.microsoft.com/office/drawing/2014/main" id="{0CA2487A-0DF4-46C1-BB08-3BD2E066C3DF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GT_11618">
            <a:extLst>
              <a:ext uri="{FF2B5EF4-FFF2-40B4-BE49-F238E27FC236}">
                <a16:creationId xmlns:a16="http://schemas.microsoft.com/office/drawing/2014/main" id="{04054796-1D49-41B0-9891-E0FB04858198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GT_11619">
            <a:extLst>
              <a:ext uri="{FF2B5EF4-FFF2-40B4-BE49-F238E27FC236}">
                <a16:creationId xmlns:a16="http://schemas.microsoft.com/office/drawing/2014/main" id="{444D7E65-FBD8-40FF-B13E-FDF726DB7D21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GT_11620">
            <a:extLst>
              <a:ext uri="{FF2B5EF4-FFF2-40B4-BE49-F238E27FC236}">
                <a16:creationId xmlns:a16="http://schemas.microsoft.com/office/drawing/2014/main" id="{08742652-C8F4-43C5-95AF-17F1BF048190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GT_11621">
            <a:extLst>
              <a:ext uri="{FF2B5EF4-FFF2-40B4-BE49-F238E27FC236}">
                <a16:creationId xmlns:a16="http://schemas.microsoft.com/office/drawing/2014/main" id="{F1593B12-B280-4E84-A76B-62EB4A207852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GT_11622">
            <a:extLst>
              <a:ext uri="{FF2B5EF4-FFF2-40B4-BE49-F238E27FC236}">
                <a16:creationId xmlns:a16="http://schemas.microsoft.com/office/drawing/2014/main" id="{610B801C-1A1B-4A8A-88B4-E6EFEED8023D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GT_11623">
            <a:extLst>
              <a:ext uri="{FF2B5EF4-FFF2-40B4-BE49-F238E27FC236}">
                <a16:creationId xmlns:a16="http://schemas.microsoft.com/office/drawing/2014/main" id="{E29F940A-8C95-4D80-AC16-A8F49A7C7493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GT_11624">
            <a:extLst>
              <a:ext uri="{FF2B5EF4-FFF2-40B4-BE49-F238E27FC236}">
                <a16:creationId xmlns:a16="http://schemas.microsoft.com/office/drawing/2014/main" id="{24470ADD-DDD5-4CE4-AF82-EAE0D2A951E6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GT_11625">
            <a:extLst>
              <a:ext uri="{FF2B5EF4-FFF2-40B4-BE49-F238E27FC236}">
                <a16:creationId xmlns:a16="http://schemas.microsoft.com/office/drawing/2014/main" id="{C77BC9B2-2EE7-4606-9650-E8FA5B2C01ED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GT_11626">
            <a:extLst>
              <a:ext uri="{FF2B5EF4-FFF2-40B4-BE49-F238E27FC236}">
                <a16:creationId xmlns:a16="http://schemas.microsoft.com/office/drawing/2014/main" id="{EF890A65-C7BF-4921-AAF1-F48C3B20353D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GT_11627">
            <a:extLst>
              <a:ext uri="{FF2B5EF4-FFF2-40B4-BE49-F238E27FC236}">
                <a16:creationId xmlns:a16="http://schemas.microsoft.com/office/drawing/2014/main" id="{F131E3E5-548F-412C-A8B5-C70CCB53CE2F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GT_11628">
            <a:extLst>
              <a:ext uri="{FF2B5EF4-FFF2-40B4-BE49-F238E27FC236}">
                <a16:creationId xmlns:a16="http://schemas.microsoft.com/office/drawing/2014/main" id="{9FC33109-7E60-486A-9BCE-E7099DF98BB4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GT_11629">
            <a:extLst>
              <a:ext uri="{FF2B5EF4-FFF2-40B4-BE49-F238E27FC236}">
                <a16:creationId xmlns:a16="http://schemas.microsoft.com/office/drawing/2014/main" id="{ABF47C6B-9BC2-445E-A892-D16C44D3E5C7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GT_11630">
            <a:extLst>
              <a:ext uri="{FF2B5EF4-FFF2-40B4-BE49-F238E27FC236}">
                <a16:creationId xmlns:a16="http://schemas.microsoft.com/office/drawing/2014/main" id="{33C2A71E-8B0E-4FE6-A9C8-EB674D7AF453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GT_11631">
            <a:extLst>
              <a:ext uri="{FF2B5EF4-FFF2-40B4-BE49-F238E27FC236}">
                <a16:creationId xmlns:a16="http://schemas.microsoft.com/office/drawing/2014/main" id="{D106C626-05F3-4768-B478-1165A96DB832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GT_11632">
            <a:extLst>
              <a:ext uri="{FF2B5EF4-FFF2-40B4-BE49-F238E27FC236}">
                <a16:creationId xmlns:a16="http://schemas.microsoft.com/office/drawing/2014/main" id="{486DF75A-47BC-43C9-BCC3-7BDDC0D4B06C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GT_11633">
            <a:extLst>
              <a:ext uri="{FF2B5EF4-FFF2-40B4-BE49-F238E27FC236}">
                <a16:creationId xmlns:a16="http://schemas.microsoft.com/office/drawing/2014/main" id="{489E5E01-E57F-4C9A-AB4A-AE615377DD43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GT_11634">
            <a:extLst>
              <a:ext uri="{FF2B5EF4-FFF2-40B4-BE49-F238E27FC236}">
                <a16:creationId xmlns:a16="http://schemas.microsoft.com/office/drawing/2014/main" id="{27098691-647D-4B02-888D-95BC678AB5BB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GT_11635">
            <a:extLst>
              <a:ext uri="{FF2B5EF4-FFF2-40B4-BE49-F238E27FC236}">
                <a16:creationId xmlns:a16="http://schemas.microsoft.com/office/drawing/2014/main" id="{9AA5C31F-E2B2-427B-8918-EF811A0269F1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GT_11636">
            <a:extLst>
              <a:ext uri="{FF2B5EF4-FFF2-40B4-BE49-F238E27FC236}">
                <a16:creationId xmlns:a16="http://schemas.microsoft.com/office/drawing/2014/main" id="{9EFC6DBD-742C-4B64-9BBB-F6BD1511A29C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GT_11637">
            <a:extLst>
              <a:ext uri="{FF2B5EF4-FFF2-40B4-BE49-F238E27FC236}">
                <a16:creationId xmlns:a16="http://schemas.microsoft.com/office/drawing/2014/main" id="{48E0042E-6411-4C6E-ADF1-F20BEA3B499C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GT_11638">
            <a:extLst>
              <a:ext uri="{FF2B5EF4-FFF2-40B4-BE49-F238E27FC236}">
                <a16:creationId xmlns:a16="http://schemas.microsoft.com/office/drawing/2014/main" id="{DB9CA2D8-B9BB-4CB9-8745-A739A910DFF9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GT_11639">
            <a:extLst>
              <a:ext uri="{FF2B5EF4-FFF2-40B4-BE49-F238E27FC236}">
                <a16:creationId xmlns:a16="http://schemas.microsoft.com/office/drawing/2014/main" id="{D5970CA4-D583-4517-B0AB-01D426FF2B59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GT_11640">
            <a:extLst>
              <a:ext uri="{FF2B5EF4-FFF2-40B4-BE49-F238E27FC236}">
                <a16:creationId xmlns:a16="http://schemas.microsoft.com/office/drawing/2014/main" id="{836FAA1F-D9B8-407D-88F4-48282E079D66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GT_11641">
            <a:extLst>
              <a:ext uri="{FF2B5EF4-FFF2-40B4-BE49-F238E27FC236}">
                <a16:creationId xmlns:a16="http://schemas.microsoft.com/office/drawing/2014/main" id="{BAA1ECC9-251D-4120-886E-C6249B40FCA9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GT_11642">
            <a:extLst>
              <a:ext uri="{FF2B5EF4-FFF2-40B4-BE49-F238E27FC236}">
                <a16:creationId xmlns:a16="http://schemas.microsoft.com/office/drawing/2014/main" id="{1FF3FEC3-9A2D-49A6-950F-CA9CEE37A3D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GT_11643">
            <a:extLst>
              <a:ext uri="{FF2B5EF4-FFF2-40B4-BE49-F238E27FC236}">
                <a16:creationId xmlns:a16="http://schemas.microsoft.com/office/drawing/2014/main" id="{0E47D184-DC8F-448B-9CCF-A05B3A790CC2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GT_11644">
            <a:extLst>
              <a:ext uri="{FF2B5EF4-FFF2-40B4-BE49-F238E27FC236}">
                <a16:creationId xmlns:a16="http://schemas.microsoft.com/office/drawing/2014/main" id="{CB0EED9A-AD61-4663-99FC-3F27A4CC0082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GT_11645">
            <a:extLst>
              <a:ext uri="{FF2B5EF4-FFF2-40B4-BE49-F238E27FC236}">
                <a16:creationId xmlns:a16="http://schemas.microsoft.com/office/drawing/2014/main" id="{F2F3B4B0-5A7A-4B24-81F3-67B1E4E21871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GT_11646">
            <a:extLst>
              <a:ext uri="{FF2B5EF4-FFF2-40B4-BE49-F238E27FC236}">
                <a16:creationId xmlns:a16="http://schemas.microsoft.com/office/drawing/2014/main" id="{C7F44213-E64F-4CFB-9A25-E0EB4A8C8E12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GT_11647">
            <a:extLst>
              <a:ext uri="{FF2B5EF4-FFF2-40B4-BE49-F238E27FC236}">
                <a16:creationId xmlns:a16="http://schemas.microsoft.com/office/drawing/2014/main" id="{FFB42A8E-2A8B-4FA2-B25C-66D4243A4D28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GT_11648">
            <a:extLst>
              <a:ext uri="{FF2B5EF4-FFF2-40B4-BE49-F238E27FC236}">
                <a16:creationId xmlns:a16="http://schemas.microsoft.com/office/drawing/2014/main" id="{33728DC2-C7C4-4A99-B6BB-34BEE2D13046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GT_11649">
            <a:extLst>
              <a:ext uri="{FF2B5EF4-FFF2-40B4-BE49-F238E27FC236}">
                <a16:creationId xmlns:a16="http://schemas.microsoft.com/office/drawing/2014/main" id="{B42AF8FC-F3C2-4680-8CB3-A0EB4FEEC95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GT_11650">
            <a:extLst>
              <a:ext uri="{FF2B5EF4-FFF2-40B4-BE49-F238E27FC236}">
                <a16:creationId xmlns:a16="http://schemas.microsoft.com/office/drawing/2014/main" id="{AF26EDBB-338D-4656-9B14-C57E8FF957E9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GT_11651">
            <a:extLst>
              <a:ext uri="{FF2B5EF4-FFF2-40B4-BE49-F238E27FC236}">
                <a16:creationId xmlns:a16="http://schemas.microsoft.com/office/drawing/2014/main" id="{3614417A-0655-4D32-9208-35E82B18E84F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GT_11652">
            <a:extLst>
              <a:ext uri="{FF2B5EF4-FFF2-40B4-BE49-F238E27FC236}">
                <a16:creationId xmlns:a16="http://schemas.microsoft.com/office/drawing/2014/main" id="{50632062-8105-4507-B76E-858FA7343B5C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GT_11653">
            <a:extLst>
              <a:ext uri="{FF2B5EF4-FFF2-40B4-BE49-F238E27FC236}">
                <a16:creationId xmlns:a16="http://schemas.microsoft.com/office/drawing/2014/main" id="{3E5FF9E3-89D6-49D6-84CB-9237A0174FA0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GT_11654">
            <a:extLst>
              <a:ext uri="{FF2B5EF4-FFF2-40B4-BE49-F238E27FC236}">
                <a16:creationId xmlns:a16="http://schemas.microsoft.com/office/drawing/2014/main" id="{A12039A8-9960-4458-A196-0844305E678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GT_11655">
            <a:extLst>
              <a:ext uri="{FF2B5EF4-FFF2-40B4-BE49-F238E27FC236}">
                <a16:creationId xmlns:a16="http://schemas.microsoft.com/office/drawing/2014/main" id="{9B2F3F77-89BC-4360-AC99-4356F065C950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GT_11656">
            <a:extLst>
              <a:ext uri="{FF2B5EF4-FFF2-40B4-BE49-F238E27FC236}">
                <a16:creationId xmlns:a16="http://schemas.microsoft.com/office/drawing/2014/main" id="{F706B8C4-3FE2-487B-AF69-47EE9CD2D9A4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GT_11657">
            <a:extLst>
              <a:ext uri="{FF2B5EF4-FFF2-40B4-BE49-F238E27FC236}">
                <a16:creationId xmlns:a16="http://schemas.microsoft.com/office/drawing/2014/main" id="{FD4AB971-A582-4643-B725-44E3B6518BDB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GT_11658">
            <a:extLst>
              <a:ext uri="{FF2B5EF4-FFF2-40B4-BE49-F238E27FC236}">
                <a16:creationId xmlns:a16="http://schemas.microsoft.com/office/drawing/2014/main" id="{C7F55050-09F0-4069-A5CE-F9FF1506F8F7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GT_11659">
            <a:extLst>
              <a:ext uri="{FF2B5EF4-FFF2-40B4-BE49-F238E27FC236}">
                <a16:creationId xmlns:a16="http://schemas.microsoft.com/office/drawing/2014/main" id="{7F97D4A0-1B76-4FA1-9029-BF4456526DBC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GT_11660">
            <a:extLst>
              <a:ext uri="{FF2B5EF4-FFF2-40B4-BE49-F238E27FC236}">
                <a16:creationId xmlns:a16="http://schemas.microsoft.com/office/drawing/2014/main" id="{8DC830CD-3323-4B45-A9C6-BE1B724FC2EA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GT_11661">
            <a:extLst>
              <a:ext uri="{FF2B5EF4-FFF2-40B4-BE49-F238E27FC236}">
                <a16:creationId xmlns:a16="http://schemas.microsoft.com/office/drawing/2014/main" id="{C34329CE-E2F5-495A-A634-5081FDD8226B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GT_11662">
            <a:extLst>
              <a:ext uri="{FF2B5EF4-FFF2-40B4-BE49-F238E27FC236}">
                <a16:creationId xmlns:a16="http://schemas.microsoft.com/office/drawing/2014/main" id="{85A8E9B8-1A72-481B-89BC-F3137C659635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GT_11663">
            <a:extLst>
              <a:ext uri="{FF2B5EF4-FFF2-40B4-BE49-F238E27FC236}">
                <a16:creationId xmlns:a16="http://schemas.microsoft.com/office/drawing/2014/main" id="{9F9A8AF7-CDE3-4DDA-B0A3-9F7BF067D9E3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GT_11664">
            <a:extLst>
              <a:ext uri="{FF2B5EF4-FFF2-40B4-BE49-F238E27FC236}">
                <a16:creationId xmlns:a16="http://schemas.microsoft.com/office/drawing/2014/main" id="{087707AE-DD24-4967-B76D-030D274A4E32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GT_11665">
            <a:extLst>
              <a:ext uri="{FF2B5EF4-FFF2-40B4-BE49-F238E27FC236}">
                <a16:creationId xmlns:a16="http://schemas.microsoft.com/office/drawing/2014/main" id="{46D08384-789E-43F2-949D-6F68A9233DDD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GT_11666">
            <a:extLst>
              <a:ext uri="{FF2B5EF4-FFF2-40B4-BE49-F238E27FC236}">
                <a16:creationId xmlns:a16="http://schemas.microsoft.com/office/drawing/2014/main" id="{E769CC24-FE14-4BA5-954B-C8C7C2B0D541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GT_11667">
            <a:extLst>
              <a:ext uri="{FF2B5EF4-FFF2-40B4-BE49-F238E27FC236}">
                <a16:creationId xmlns:a16="http://schemas.microsoft.com/office/drawing/2014/main" id="{C51CD885-B36F-4B8A-BDAE-C38BADFF3DD7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GT_11668">
            <a:extLst>
              <a:ext uri="{FF2B5EF4-FFF2-40B4-BE49-F238E27FC236}">
                <a16:creationId xmlns:a16="http://schemas.microsoft.com/office/drawing/2014/main" id="{96AF7825-6543-45AA-8B99-C1A18EFAA201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GT_11669">
            <a:extLst>
              <a:ext uri="{FF2B5EF4-FFF2-40B4-BE49-F238E27FC236}">
                <a16:creationId xmlns:a16="http://schemas.microsoft.com/office/drawing/2014/main" id="{F7C81D8A-B7A4-4DF5-B840-87DEE4F2011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GT_11670">
            <a:extLst>
              <a:ext uri="{FF2B5EF4-FFF2-40B4-BE49-F238E27FC236}">
                <a16:creationId xmlns:a16="http://schemas.microsoft.com/office/drawing/2014/main" id="{9D19AD39-268F-4565-BD47-3216D5E78CB5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GT_11671">
            <a:extLst>
              <a:ext uri="{FF2B5EF4-FFF2-40B4-BE49-F238E27FC236}">
                <a16:creationId xmlns:a16="http://schemas.microsoft.com/office/drawing/2014/main" id="{BDFB5814-AE34-4154-B700-B4528376E42D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GT_11672">
            <a:extLst>
              <a:ext uri="{FF2B5EF4-FFF2-40B4-BE49-F238E27FC236}">
                <a16:creationId xmlns:a16="http://schemas.microsoft.com/office/drawing/2014/main" id="{FCD4F2ED-476F-4A23-BF99-11663A5A14E2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GT_11673">
            <a:extLst>
              <a:ext uri="{FF2B5EF4-FFF2-40B4-BE49-F238E27FC236}">
                <a16:creationId xmlns:a16="http://schemas.microsoft.com/office/drawing/2014/main" id="{DEF92BB9-479E-4729-B07E-2DB3477E60E3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GT_11674">
            <a:extLst>
              <a:ext uri="{FF2B5EF4-FFF2-40B4-BE49-F238E27FC236}">
                <a16:creationId xmlns:a16="http://schemas.microsoft.com/office/drawing/2014/main" id="{60FA799E-1FDE-4E23-88D8-EC673B4D5F3E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GT_11675">
            <a:extLst>
              <a:ext uri="{FF2B5EF4-FFF2-40B4-BE49-F238E27FC236}">
                <a16:creationId xmlns:a16="http://schemas.microsoft.com/office/drawing/2014/main" id="{DB2D6EE7-7575-4246-A1FB-E6DD4A8476FB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GT_11676">
            <a:extLst>
              <a:ext uri="{FF2B5EF4-FFF2-40B4-BE49-F238E27FC236}">
                <a16:creationId xmlns:a16="http://schemas.microsoft.com/office/drawing/2014/main" id="{7E819224-8D50-4FEA-929F-BA793EB83232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GT_11677">
            <a:extLst>
              <a:ext uri="{FF2B5EF4-FFF2-40B4-BE49-F238E27FC236}">
                <a16:creationId xmlns:a16="http://schemas.microsoft.com/office/drawing/2014/main" id="{F37BA0E6-4DD6-4C5B-BEF5-856DA00DAEC2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GT_11678">
            <a:extLst>
              <a:ext uri="{FF2B5EF4-FFF2-40B4-BE49-F238E27FC236}">
                <a16:creationId xmlns:a16="http://schemas.microsoft.com/office/drawing/2014/main" id="{B9BA8C47-AFF5-4CE9-9EDA-A47A27A94B0E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GT_11679">
            <a:extLst>
              <a:ext uri="{FF2B5EF4-FFF2-40B4-BE49-F238E27FC236}">
                <a16:creationId xmlns:a16="http://schemas.microsoft.com/office/drawing/2014/main" id="{2AC0B66D-4E30-4C3F-BF08-7D80614EAA2B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GT_11680">
            <a:extLst>
              <a:ext uri="{FF2B5EF4-FFF2-40B4-BE49-F238E27FC236}">
                <a16:creationId xmlns:a16="http://schemas.microsoft.com/office/drawing/2014/main" id="{5EF407D9-ED3D-4360-94F0-A753BB419C82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GT_11681">
            <a:extLst>
              <a:ext uri="{FF2B5EF4-FFF2-40B4-BE49-F238E27FC236}">
                <a16:creationId xmlns:a16="http://schemas.microsoft.com/office/drawing/2014/main" id="{C23FF169-C144-46E7-A5CC-07F9B7BD2642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GT_11682">
            <a:extLst>
              <a:ext uri="{FF2B5EF4-FFF2-40B4-BE49-F238E27FC236}">
                <a16:creationId xmlns:a16="http://schemas.microsoft.com/office/drawing/2014/main" id="{FE981167-16BB-4630-8742-A803CB3DD6E0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GT_11683">
            <a:extLst>
              <a:ext uri="{FF2B5EF4-FFF2-40B4-BE49-F238E27FC236}">
                <a16:creationId xmlns:a16="http://schemas.microsoft.com/office/drawing/2014/main" id="{FCBCC4EF-A904-429F-A868-BB6A257B2B62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GT_11684">
            <a:extLst>
              <a:ext uri="{FF2B5EF4-FFF2-40B4-BE49-F238E27FC236}">
                <a16:creationId xmlns:a16="http://schemas.microsoft.com/office/drawing/2014/main" id="{79EF285F-C12A-4FFF-A302-0461DB1D718C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GT_11685">
            <a:extLst>
              <a:ext uri="{FF2B5EF4-FFF2-40B4-BE49-F238E27FC236}">
                <a16:creationId xmlns:a16="http://schemas.microsoft.com/office/drawing/2014/main" id="{E4C80B09-6497-48E4-A7DC-CD0490E026C3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GT_11686">
            <a:extLst>
              <a:ext uri="{FF2B5EF4-FFF2-40B4-BE49-F238E27FC236}">
                <a16:creationId xmlns:a16="http://schemas.microsoft.com/office/drawing/2014/main" id="{B1A0E3FD-3EB2-4655-BB26-C936FA3313A4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GT_11687">
            <a:extLst>
              <a:ext uri="{FF2B5EF4-FFF2-40B4-BE49-F238E27FC236}">
                <a16:creationId xmlns:a16="http://schemas.microsoft.com/office/drawing/2014/main" id="{CC216822-3BD3-4BB8-A05A-88486A9D4B3C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GT_11688">
            <a:extLst>
              <a:ext uri="{FF2B5EF4-FFF2-40B4-BE49-F238E27FC236}">
                <a16:creationId xmlns:a16="http://schemas.microsoft.com/office/drawing/2014/main" id="{79F846A0-2765-43E3-9D31-E749CDBB8FD2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GT_11689">
            <a:extLst>
              <a:ext uri="{FF2B5EF4-FFF2-40B4-BE49-F238E27FC236}">
                <a16:creationId xmlns:a16="http://schemas.microsoft.com/office/drawing/2014/main" id="{970D0B2D-B398-4C28-8502-DE0068C1D3A8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GT_11690">
            <a:extLst>
              <a:ext uri="{FF2B5EF4-FFF2-40B4-BE49-F238E27FC236}">
                <a16:creationId xmlns:a16="http://schemas.microsoft.com/office/drawing/2014/main" id="{4B27843E-6376-4FAB-A017-10C5CDFADEE8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GT_11691">
            <a:extLst>
              <a:ext uri="{FF2B5EF4-FFF2-40B4-BE49-F238E27FC236}">
                <a16:creationId xmlns:a16="http://schemas.microsoft.com/office/drawing/2014/main" id="{B499CFED-F399-43BF-AB7F-25E8B79057C0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GT_11692">
            <a:extLst>
              <a:ext uri="{FF2B5EF4-FFF2-40B4-BE49-F238E27FC236}">
                <a16:creationId xmlns:a16="http://schemas.microsoft.com/office/drawing/2014/main" id="{ABF20654-ECD0-4CAB-AF09-7238A2294B28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GT_11693">
            <a:extLst>
              <a:ext uri="{FF2B5EF4-FFF2-40B4-BE49-F238E27FC236}">
                <a16:creationId xmlns:a16="http://schemas.microsoft.com/office/drawing/2014/main" id="{5273D5E7-54E4-402A-BC04-2E5FEEB90E87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GT_11694">
            <a:extLst>
              <a:ext uri="{FF2B5EF4-FFF2-40B4-BE49-F238E27FC236}">
                <a16:creationId xmlns:a16="http://schemas.microsoft.com/office/drawing/2014/main" id="{EB50EC61-A5FE-4CD2-B19E-3DF87A6A73A3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GT_11695">
            <a:extLst>
              <a:ext uri="{FF2B5EF4-FFF2-40B4-BE49-F238E27FC236}">
                <a16:creationId xmlns:a16="http://schemas.microsoft.com/office/drawing/2014/main" id="{57F591F1-858C-480A-9BDD-B52BE59F0E9E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GT_11696">
            <a:extLst>
              <a:ext uri="{FF2B5EF4-FFF2-40B4-BE49-F238E27FC236}">
                <a16:creationId xmlns:a16="http://schemas.microsoft.com/office/drawing/2014/main" id="{D74646DC-572A-4164-9CE4-E2FC5BD02379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GT_11697">
            <a:extLst>
              <a:ext uri="{FF2B5EF4-FFF2-40B4-BE49-F238E27FC236}">
                <a16:creationId xmlns:a16="http://schemas.microsoft.com/office/drawing/2014/main" id="{31A7D863-2E72-4253-B52D-BBCB3BE7CDF5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GT_11698">
            <a:extLst>
              <a:ext uri="{FF2B5EF4-FFF2-40B4-BE49-F238E27FC236}">
                <a16:creationId xmlns:a16="http://schemas.microsoft.com/office/drawing/2014/main" id="{B30E1242-AEE3-4F59-B28B-56E29B0F1A96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GT_11699">
            <a:extLst>
              <a:ext uri="{FF2B5EF4-FFF2-40B4-BE49-F238E27FC236}">
                <a16:creationId xmlns:a16="http://schemas.microsoft.com/office/drawing/2014/main" id="{FFF61A9E-F9BE-4D9B-B026-9A68ACE50BC4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GT_11700">
            <a:extLst>
              <a:ext uri="{FF2B5EF4-FFF2-40B4-BE49-F238E27FC236}">
                <a16:creationId xmlns:a16="http://schemas.microsoft.com/office/drawing/2014/main" id="{12675506-BD6B-4178-8DA5-197AC2CE84A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GT_11701">
            <a:extLst>
              <a:ext uri="{FF2B5EF4-FFF2-40B4-BE49-F238E27FC236}">
                <a16:creationId xmlns:a16="http://schemas.microsoft.com/office/drawing/2014/main" id="{090BDADC-5009-440E-A176-D5848F7DDC79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GT_11702">
            <a:extLst>
              <a:ext uri="{FF2B5EF4-FFF2-40B4-BE49-F238E27FC236}">
                <a16:creationId xmlns:a16="http://schemas.microsoft.com/office/drawing/2014/main" id="{1B2510DF-3262-44EC-B61D-6E81B8FBDAE1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GT_11703">
            <a:extLst>
              <a:ext uri="{FF2B5EF4-FFF2-40B4-BE49-F238E27FC236}">
                <a16:creationId xmlns:a16="http://schemas.microsoft.com/office/drawing/2014/main" id="{EE97E03E-11B6-4DDE-83DB-50EF9DE63E99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GT_11704">
            <a:extLst>
              <a:ext uri="{FF2B5EF4-FFF2-40B4-BE49-F238E27FC236}">
                <a16:creationId xmlns:a16="http://schemas.microsoft.com/office/drawing/2014/main" id="{60236406-D29E-4135-8AC4-68C7F814A05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GT_11705">
            <a:extLst>
              <a:ext uri="{FF2B5EF4-FFF2-40B4-BE49-F238E27FC236}">
                <a16:creationId xmlns:a16="http://schemas.microsoft.com/office/drawing/2014/main" id="{1907FC53-D8A2-4E48-908E-9DEF8C33B8B6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GT_11706">
            <a:extLst>
              <a:ext uri="{FF2B5EF4-FFF2-40B4-BE49-F238E27FC236}">
                <a16:creationId xmlns:a16="http://schemas.microsoft.com/office/drawing/2014/main" id="{99ACDA08-56F8-46B6-A4BA-A572D1E8DC5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GT_11707">
            <a:extLst>
              <a:ext uri="{FF2B5EF4-FFF2-40B4-BE49-F238E27FC236}">
                <a16:creationId xmlns:a16="http://schemas.microsoft.com/office/drawing/2014/main" id="{77E6C0E5-B35A-4C94-923C-B993F0C995B2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GT_11708">
            <a:extLst>
              <a:ext uri="{FF2B5EF4-FFF2-40B4-BE49-F238E27FC236}">
                <a16:creationId xmlns:a16="http://schemas.microsoft.com/office/drawing/2014/main" id="{B63D8764-BD2D-4431-81E4-39D1A72BD46E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GT_11709">
            <a:extLst>
              <a:ext uri="{FF2B5EF4-FFF2-40B4-BE49-F238E27FC236}">
                <a16:creationId xmlns:a16="http://schemas.microsoft.com/office/drawing/2014/main" id="{41339E26-8C7A-4068-B3E9-4F00FC7012C5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GT_11710">
            <a:extLst>
              <a:ext uri="{FF2B5EF4-FFF2-40B4-BE49-F238E27FC236}">
                <a16:creationId xmlns:a16="http://schemas.microsoft.com/office/drawing/2014/main" id="{0E939365-8496-404C-89C0-28CE6B472283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GT_11711">
            <a:extLst>
              <a:ext uri="{FF2B5EF4-FFF2-40B4-BE49-F238E27FC236}">
                <a16:creationId xmlns:a16="http://schemas.microsoft.com/office/drawing/2014/main" id="{217ECDB4-522A-4498-ACA3-C2301BA2F789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GT_11712">
            <a:extLst>
              <a:ext uri="{FF2B5EF4-FFF2-40B4-BE49-F238E27FC236}">
                <a16:creationId xmlns:a16="http://schemas.microsoft.com/office/drawing/2014/main" id="{99813512-41DA-4BD2-B83B-C7CEE38E83D1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GT_11713">
            <a:extLst>
              <a:ext uri="{FF2B5EF4-FFF2-40B4-BE49-F238E27FC236}">
                <a16:creationId xmlns:a16="http://schemas.microsoft.com/office/drawing/2014/main" id="{65135C34-5794-46E2-B43E-1B98617A8F1A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GT_11714">
            <a:extLst>
              <a:ext uri="{FF2B5EF4-FFF2-40B4-BE49-F238E27FC236}">
                <a16:creationId xmlns:a16="http://schemas.microsoft.com/office/drawing/2014/main" id="{E7F6E1F2-A38E-4487-82BD-0F862B2E3F14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GT_11715">
            <a:extLst>
              <a:ext uri="{FF2B5EF4-FFF2-40B4-BE49-F238E27FC236}">
                <a16:creationId xmlns:a16="http://schemas.microsoft.com/office/drawing/2014/main" id="{00544EFE-D8AA-41A3-A304-201DF935A27A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GT_11716">
            <a:extLst>
              <a:ext uri="{FF2B5EF4-FFF2-40B4-BE49-F238E27FC236}">
                <a16:creationId xmlns:a16="http://schemas.microsoft.com/office/drawing/2014/main" id="{0F3A0EFE-FE72-4B3A-AB66-AB57DB86BAD7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GT_11717">
            <a:extLst>
              <a:ext uri="{FF2B5EF4-FFF2-40B4-BE49-F238E27FC236}">
                <a16:creationId xmlns:a16="http://schemas.microsoft.com/office/drawing/2014/main" id="{2FACFEEC-62FC-49C1-817D-9FD5DA8CAA28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GT_11718">
            <a:extLst>
              <a:ext uri="{FF2B5EF4-FFF2-40B4-BE49-F238E27FC236}">
                <a16:creationId xmlns:a16="http://schemas.microsoft.com/office/drawing/2014/main" id="{5D8E6AF8-DFE0-4B42-B296-B926C00638A4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GT_11719">
            <a:extLst>
              <a:ext uri="{FF2B5EF4-FFF2-40B4-BE49-F238E27FC236}">
                <a16:creationId xmlns:a16="http://schemas.microsoft.com/office/drawing/2014/main" id="{0C979E9C-204F-43A2-9315-BF2E0F14B6AC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GT_11720">
            <a:extLst>
              <a:ext uri="{FF2B5EF4-FFF2-40B4-BE49-F238E27FC236}">
                <a16:creationId xmlns:a16="http://schemas.microsoft.com/office/drawing/2014/main" id="{F8CD2306-F4CB-4E7C-A78D-9A688BF762C8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GT_11721">
            <a:extLst>
              <a:ext uri="{FF2B5EF4-FFF2-40B4-BE49-F238E27FC236}">
                <a16:creationId xmlns:a16="http://schemas.microsoft.com/office/drawing/2014/main" id="{B1900108-946A-4084-95D2-F6DB94DDC33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GT_11722">
            <a:extLst>
              <a:ext uri="{FF2B5EF4-FFF2-40B4-BE49-F238E27FC236}">
                <a16:creationId xmlns:a16="http://schemas.microsoft.com/office/drawing/2014/main" id="{9C261787-2AC0-47D3-8F7C-6A5482147C28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GT_11723">
            <a:extLst>
              <a:ext uri="{FF2B5EF4-FFF2-40B4-BE49-F238E27FC236}">
                <a16:creationId xmlns:a16="http://schemas.microsoft.com/office/drawing/2014/main" id="{9736F8D4-545C-4082-A208-3FCEAFD12010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GT_11724">
            <a:extLst>
              <a:ext uri="{FF2B5EF4-FFF2-40B4-BE49-F238E27FC236}">
                <a16:creationId xmlns:a16="http://schemas.microsoft.com/office/drawing/2014/main" id="{304C349C-C5D1-4ADF-B9DC-36E4E6FF9153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GT_11725">
            <a:extLst>
              <a:ext uri="{FF2B5EF4-FFF2-40B4-BE49-F238E27FC236}">
                <a16:creationId xmlns:a16="http://schemas.microsoft.com/office/drawing/2014/main" id="{C0D229BA-B1E0-41E2-AF83-F4CF2F552395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GT_11726">
            <a:extLst>
              <a:ext uri="{FF2B5EF4-FFF2-40B4-BE49-F238E27FC236}">
                <a16:creationId xmlns:a16="http://schemas.microsoft.com/office/drawing/2014/main" id="{9E1EB66A-4FB9-46AC-B1EA-D8F461A472C7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GT_11727">
            <a:extLst>
              <a:ext uri="{FF2B5EF4-FFF2-40B4-BE49-F238E27FC236}">
                <a16:creationId xmlns:a16="http://schemas.microsoft.com/office/drawing/2014/main" id="{DA49E843-9E43-47FE-A77A-69FC6E690A75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GT_11728">
            <a:extLst>
              <a:ext uri="{FF2B5EF4-FFF2-40B4-BE49-F238E27FC236}">
                <a16:creationId xmlns:a16="http://schemas.microsoft.com/office/drawing/2014/main" id="{4355D36F-A933-4B6C-ABF9-95C2C4E60D4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GT_11729">
            <a:extLst>
              <a:ext uri="{FF2B5EF4-FFF2-40B4-BE49-F238E27FC236}">
                <a16:creationId xmlns:a16="http://schemas.microsoft.com/office/drawing/2014/main" id="{B26E2A56-0B71-42B1-9D56-9C3FD5AC64C7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GT_11730">
            <a:extLst>
              <a:ext uri="{FF2B5EF4-FFF2-40B4-BE49-F238E27FC236}">
                <a16:creationId xmlns:a16="http://schemas.microsoft.com/office/drawing/2014/main" id="{6EF2D367-C48B-4BB4-856E-59C1673AB50D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GT_11731">
            <a:extLst>
              <a:ext uri="{FF2B5EF4-FFF2-40B4-BE49-F238E27FC236}">
                <a16:creationId xmlns:a16="http://schemas.microsoft.com/office/drawing/2014/main" id="{BA5AC3EE-86F0-403D-B129-8F73A2633C6B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GT_11732">
            <a:extLst>
              <a:ext uri="{FF2B5EF4-FFF2-40B4-BE49-F238E27FC236}">
                <a16:creationId xmlns:a16="http://schemas.microsoft.com/office/drawing/2014/main" id="{9BC63527-83C9-44D2-B0BB-8855D6CB3272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GT_11733">
            <a:extLst>
              <a:ext uri="{FF2B5EF4-FFF2-40B4-BE49-F238E27FC236}">
                <a16:creationId xmlns:a16="http://schemas.microsoft.com/office/drawing/2014/main" id="{1C7A473C-B96C-4509-89D1-2DCF0CE89ED2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GT_11734">
            <a:extLst>
              <a:ext uri="{FF2B5EF4-FFF2-40B4-BE49-F238E27FC236}">
                <a16:creationId xmlns:a16="http://schemas.microsoft.com/office/drawing/2014/main" id="{95A5E75E-B44C-40C3-B724-92B05931DE0B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GT_11735">
            <a:extLst>
              <a:ext uri="{FF2B5EF4-FFF2-40B4-BE49-F238E27FC236}">
                <a16:creationId xmlns:a16="http://schemas.microsoft.com/office/drawing/2014/main" id="{D72B6A76-6678-474F-9090-198949FB6E8F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GT_11736">
            <a:extLst>
              <a:ext uri="{FF2B5EF4-FFF2-40B4-BE49-F238E27FC236}">
                <a16:creationId xmlns:a16="http://schemas.microsoft.com/office/drawing/2014/main" id="{BC074E36-D098-4D22-BB32-72438D3B6A26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GT_11737">
            <a:extLst>
              <a:ext uri="{FF2B5EF4-FFF2-40B4-BE49-F238E27FC236}">
                <a16:creationId xmlns:a16="http://schemas.microsoft.com/office/drawing/2014/main" id="{21AFDB0D-E480-4B2E-ACF9-1BE30B192892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GT_11738">
            <a:extLst>
              <a:ext uri="{FF2B5EF4-FFF2-40B4-BE49-F238E27FC236}">
                <a16:creationId xmlns:a16="http://schemas.microsoft.com/office/drawing/2014/main" id="{C5FF022D-8033-423B-8265-8CF875ABCCF0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GT_11739">
            <a:extLst>
              <a:ext uri="{FF2B5EF4-FFF2-40B4-BE49-F238E27FC236}">
                <a16:creationId xmlns:a16="http://schemas.microsoft.com/office/drawing/2014/main" id="{0E6C21A0-F2C0-4272-B6AE-07B8452AB30D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GT_11740">
            <a:extLst>
              <a:ext uri="{FF2B5EF4-FFF2-40B4-BE49-F238E27FC236}">
                <a16:creationId xmlns:a16="http://schemas.microsoft.com/office/drawing/2014/main" id="{9864709C-5FBB-49C1-952C-633FDC28315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GT_11741">
            <a:extLst>
              <a:ext uri="{FF2B5EF4-FFF2-40B4-BE49-F238E27FC236}">
                <a16:creationId xmlns:a16="http://schemas.microsoft.com/office/drawing/2014/main" id="{7DE4307D-6508-4ADC-B7DF-2177C27A58F4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GT_11742">
            <a:extLst>
              <a:ext uri="{FF2B5EF4-FFF2-40B4-BE49-F238E27FC236}">
                <a16:creationId xmlns:a16="http://schemas.microsoft.com/office/drawing/2014/main" id="{FBB62534-C2D1-48F7-93A7-FD09270206FA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GT_11743">
            <a:extLst>
              <a:ext uri="{FF2B5EF4-FFF2-40B4-BE49-F238E27FC236}">
                <a16:creationId xmlns:a16="http://schemas.microsoft.com/office/drawing/2014/main" id="{0F2D239F-8410-4486-9613-B790A0A11BE3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GT_11744">
            <a:extLst>
              <a:ext uri="{FF2B5EF4-FFF2-40B4-BE49-F238E27FC236}">
                <a16:creationId xmlns:a16="http://schemas.microsoft.com/office/drawing/2014/main" id="{0BDAD4B4-A71B-4FB0-ABB7-7F8D99E4326B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GT_11745">
            <a:extLst>
              <a:ext uri="{FF2B5EF4-FFF2-40B4-BE49-F238E27FC236}">
                <a16:creationId xmlns:a16="http://schemas.microsoft.com/office/drawing/2014/main" id="{D5C60F5E-1F2B-4757-BE37-62D9D6013D05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GT_11746">
            <a:extLst>
              <a:ext uri="{FF2B5EF4-FFF2-40B4-BE49-F238E27FC236}">
                <a16:creationId xmlns:a16="http://schemas.microsoft.com/office/drawing/2014/main" id="{E36B2A9B-AEFF-4818-9429-DBDDBDF31102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GT_11747">
            <a:extLst>
              <a:ext uri="{FF2B5EF4-FFF2-40B4-BE49-F238E27FC236}">
                <a16:creationId xmlns:a16="http://schemas.microsoft.com/office/drawing/2014/main" id="{47623153-7026-43BD-AD57-18E6A74508E7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GT_11748">
            <a:extLst>
              <a:ext uri="{FF2B5EF4-FFF2-40B4-BE49-F238E27FC236}">
                <a16:creationId xmlns:a16="http://schemas.microsoft.com/office/drawing/2014/main" id="{7305482C-4182-44F1-A9E0-7024050CC38F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GT_11749">
            <a:extLst>
              <a:ext uri="{FF2B5EF4-FFF2-40B4-BE49-F238E27FC236}">
                <a16:creationId xmlns:a16="http://schemas.microsoft.com/office/drawing/2014/main" id="{8C7688CA-A99A-4AC9-836D-523DB839BE20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GT_11750">
            <a:extLst>
              <a:ext uri="{FF2B5EF4-FFF2-40B4-BE49-F238E27FC236}">
                <a16:creationId xmlns:a16="http://schemas.microsoft.com/office/drawing/2014/main" id="{D11D7F8F-5E04-4338-89B2-C47CC86F52E2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GT_11751">
            <a:extLst>
              <a:ext uri="{FF2B5EF4-FFF2-40B4-BE49-F238E27FC236}">
                <a16:creationId xmlns:a16="http://schemas.microsoft.com/office/drawing/2014/main" id="{4E2810D0-8FA5-48F2-84E6-47118217CACA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GT_11752">
            <a:extLst>
              <a:ext uri="{FF2B5EF4-FFF2-40B4-BE49-F238E27FC236}">
                <a16:creationId xmlns:a16="http://schemas.microsoft.com/office/drawing/2014/main" id="{D0DD8D37-CDF6-4DD3-A248-B75F01BC45CF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GT_11753">
            <a:extLst>
              <a:ext uri="{FF2B5EF4-FFF2-40B4-BE49-F238E27FC236}">
                <a16:creationId xmlns:a16="http://schemas.microsoft.com/office/drawing/2014/main" id="{87A209D0-6B70-4563-B522-80C6C4971DC0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GT_11754">
            <a:extLst>
              <a:ext uri="{FF2B5EF4-FFF2-40B4-BE49-F238E27FC236}">
                <a16:creationId xmlns:a16="http://schemas.microsoft.com/office/drawing/2014/main" id="{482D0655-0740-4D15-A4AA-01A0E41C0730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GT_11755">
            <a:extLst>
              <a:ext uri="{FF2B5EF4-FFF2-40B4-BE49-F238E27FC236}">
                <a16:creationId xmlns:a16="http://schemas.microsoft.com/office/drawing/2014/main" id="{6D6638E1-D140-437E-9647-A88078924FE0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GT_11756">
            <a:extLst>
              <a:ext uri="{FF2B5EF4-FFF2-40B4-BE49-F238E27FC236}">
                <a16:creationId xmlns:a16="http://schemas.microsoft.com/office/drawing/2014/main" id="{8FB91656-2BA0-4B5C-AC5F-BC08C180730D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GT_11757">
            <a:extLst>
              <a:ext uri="{FF2B5EF4-FFF2-40B4-BE49-F238E27FC236}">
                <a16:creationId xmlns:a16="http://schemas.microsoft.com/office/drawing/2014/main" id="{41BD88EF-4463-4726-BB94-29AADF1A40F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GT_11758">
            <a:extLst>
              <a:ext uri="{FF2B5EF4-FFF2-40B4-BE49-F238E27FC236}">
                <a16:creationId xmlns:a16="http://schemas.microsoft.com/office/drawing/2014/main" id="{7136632A-8BBD-48EF-B76D-A86982B9BF4D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GT_11759">
            <a:extLst>
              <a:ext uri="{FF2B5EF4-FFF2-40B4-BE49-F238E27FC236}">
                <a16:creationId xmlns:a16="http://schemas.microsoft.com/office/drawing/2014/main" id="{35A196FD-E421-4AA4-9A00-0746586E42CF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GT_11760">
            <a:extLst>
              <a:ext uri="{FF2B5EF4-FFF2-40B4-BE49-F238E27FC236}">
                <a16:creationId xmlns:a16="http://schemas.microsoft.com/office/drawing/2014/main" id="{1ED8E4F3-7337-4567-B5D1-27A7E89BA93F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GT_11761">
            <a:extLst>
              <a:ext uri="{FF2B5EF4-FFF2-40B4-BE49-F238E27FC236}">
                <a16:creationId xmlns:a16="http://schemas.microsoft.com/office/drawing/2014/main" id="{54FB4028-EC3E-4CD0-A208-67676833B88E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GT_11762">
            <a:extLst>
              <a:ext uri="{FF2B5EF4-FFF2-40B4-BE49-F238E27FC236}">
                <a16:creationId xmlns:a16="http://schemas.microsoft.com/office/drawing/2014/main" id="{34264F49-EED9-4778-8934-7F4FD79F301C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GT_11763">
            <a:extLst>
              <a:ext uri="{FF2B5EF4-FFF2-40B4-BE49-F238E27FC236}">
                <a16:creationId xmlns:a16="http://schemas.microsoft.com/office/drawing/2014/main" id="{AB255399-CA0E-4A91-A3E6-E2A0C3832131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GT_11764">
            <a:extLst>
              <a:ext uri="{FF2B5EF4-FFF2-40B4-BE49-F238E27FC236}">
                <a16:creationId xmlns:a16="http://schemas.microsoft.com/office/drawing/2014/main" id="{F93E3E01-7A2B-4FD1-9A66-1A292426B071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GT_11765">
            <a:extLst>
              <a:ext uri="{FF2B5EF4-FFF2-40B4-BE49-F238E27FC236}">
                <a16:creationId xmlns:a16="http://schemas.microsoft.com/office/drawing/2014/main" id="{AD948598-CDF4-4E24-9C5F-5BBDD469DC93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GT_11766">
            <a:extLst>
              <a:ext uri="{FF2B5EF4-FFF2-40B4-BE49-F238E27FC236}">
                <a16:creationId xmlns:a16="http://schemas.microsoft.com/office/drawing/2014/main" id="{B4520033-249A-418D-9D83-EF8B5039C3FF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GT_11767">
            <a:extLst>
              <a:ext uri="{FF2B5EF4-FFF2-40B4-BE49-F238E27FC236}">
                <a16:creationId xmlns:a16="http://schemas.microsoft.com/office/drawing/2014/main" id="{1CBF297D-6FB7-428B-AF14-F6EEF837F673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GT_11768">
            <a:extLst>
              <a:ext uri="{FF2B5EF4-FFF2-40B4-BE49-F238E27FC236}">
                <a16:creationId xmlns:a16="http://schemas.microsoft.com/office/drawing/2014/main" id="{4B653700-9733-4D8D-A328-56837F221484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GT_11769">
            <a:extLst>
              <a:ext uri="{FF2B5EF4-FFF2-40B4-BE49-F238E27FC236}">
                <a16:creationId xmlns:a16="http://schemas.microsoft.com/office/drawing/2014/main" id="{C2407C95-EFF6-4193-ADFC-274F55477DDE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GT_11770">
            <a:extLst>
              <a:ext uri="{FF2B5EF4-FFF2-40B4-BE49-F238E27FC236}">
                <a16:creationId xmlns:a16="http://schemas.microsoft.com/office/drawing/2014/main" id="{BC96366F-6F1C-452B-BDD6-4172DA2353F5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GT_11771">
            <a:extLst>
              <a:ext uri="{FF2B5EF4-FFF2-40B4-BE49-F238E27FC236}">
                <a16:creationId xmlns:a16="http://schemas.microsoft.com/office/drawing/2014/main" id="{EFB5E571-C0DD-4682-BA93-FB1884AE0567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GT_11772">
            <a:extLst>
              <a:ext uri="{FF2B5EF4-FFF2-40B4-BE49-F238E27FC236}">
                <a16:creationId xmlns:a16="http://schemas.microsoft.com/office/drawing/2014/main" id="{83489F32-E44F-4656-882D-DB7E899208D9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GT_11773">
            <a:extLst>
              <a:ext uri="{FF2B5EF4-FFF2-40B4-BE49-F238E27FC236}">
                <a16:creationId xmlns:a16="http://schemas.microsoft.com/office/drawing/2014/main" id="{EE1C3114-236A-4352-AA43-4E4AC695EC97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GT_11774">
            <a:extLst>
              <a:ext uri="{FF2B5EF4-FFF2-40B4-BE49-F238E27FC236}">
                <a16:creationId xmlns:a16="http://schemas.microsoft.com/office/drawing/2014/main" id="{7F5859FD-1A54-43DB-914C-40D83D56E461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GT_11775">
            <a:extLst>
              <a:ext uri="{FF2B5EF4-FFF2-40B4-BE49-F238E27FC236}">
                <a16:creationId xmlns:a16="http://schemas.microsoft.com/office/drawing/2014/main" id="{3A815EF5-1214-422F-8759-9E2E8570AF81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GT_11776">
            <a:extLst>
              <a:ext uri="{FF2B5EF4-FFF2-40B4-BE49-F238E27FC236}">
                <a16:creationId xmlns:a16="http://schemas.microsoft.com/office/drawing/2014/main" id="{C29B07FD-E86E-4707-B4D7-2688C1B2B0CD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GT_11777">
            <a:extLst>
              <a:ext uri="{FF2B5EF4-FFF2-40B4-BE49-F238E27FC236}">
                <a16:creationId xmlns:a16="http://schemas.microsoft.com/office/drawing/2014/main" id="{0EF31107-E1BC-4C57-A5E0-35553D75C87A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GT_11778">
            <a:extLst>
              <a:ext uri="{FF2B5EF4-FFF2-40B4-BE49-F238E27FC236}">
                <a16:creationId xmlns:a16="http://schemas.microsoft.com/office/drawing/2014/main" id="{68349DEB-C6E3-41D4-AAF0-9A52329B89F3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GT_11779">
            <a:extLst>
              <a:ext uri="{FF2B5EF4-FFF2-40B4-BE49-F238E27FC236}">
                <a16:creationId xmlns:a16="http://schemas.microsoft.com/office/drawing/2014/main" id="{5636F058-9187-46F5-99C5-057099592861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GT_11780">
            <a:extLst>
              <a:ext uri="{FF2B5EF4-FFF2-40B4-BE49-F238E27FC236}">
                <a16:creationId xmlns:a16="http://schemas.microsoft.com/office/drawing/2014/main" id="{988D565C-47D1-4A50-9F0F-EB0AB0BE5DE3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GT_11781">
            <a:extLst>
              <a:ext uri="{FF2B5EF4-FFF2-40B4-BE49-F238E27FC236}">
                <a16:creationId xmlns:a16="http://schemas.microsoft.com/office/drawing/2014/main" id="{C479573C-C421-4E27-A15E-FF1175425528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GT_11782">
            <a:extLst>
              <a:ext uri="{FF2B5EF4-FFF2-40B4-BE49-F238E27FC236}">
                <a16:creationId xmlns:a16="http://schemas.microsoft.com/office/drawing/2014/main" id="{B0C7FCCC-0F32-4AFB-974B-B59357CD7AA7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GT_11783">
            <a:extLst>
              <a:ext uri="{FF2B5EF4-FFF2-40B4-BE49-F238E27FC236}">
                <a16:creationId xmlns:a16="http://schemas.microsoft.com/office/drawing/2014/main" id="{84238EAB-BCE1-4CFD-8E74-2E9E477C7106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GT_11784">
            <a:extLst>
              <a:ext uri="{FF2B5EF4-FFF2-40B4-BE49-F238E27FC236}">
                <a16:creationId xmlns:a16="http://schemas.microsoft.com/office/drawing/2014/main" id="{2DBC121C-9761-4397-BABE-07B069EB0D63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GT_11785">
            <a:extLst>
              <a:ext uri="{FF2B5EF4-FFF2-40B4-BE49-F238E27FC236}">
                <a16:creationId xmlns:a16="http://schemas.microsoft.com/office/drawing/2014/main" id="{DF0E0656-4A22-40E8-94E9-5AEECB937B4E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GT_11786">
            <a:extLst>
              <a:ext uri="{FF2B5EF4-FFF2-40B4-BE49-F238E27FC236}">
                <a16:creationId xmlns:a16="http://schemas.microsoft.com/office/drawing/2014/main" id="{BBB5FB85-6E2C-480D-A102-A8BF6FA9B03F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GT_11787">
            <a:extLst>
              <a:ext uri="{FF2B5EF4-FFF2-40B4-BE49-F238E27FC236}">
                <a16:creationId xmlns:a16="http://schemas.microsoft.com/office/drawing/2014/main" id="{41A0B0B5-FF62-4BA8-8583-84AF3FB1448A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GT_11788">
            <a:extLst>
              <a:ext uri="{FF2B5EF4-FFF2-40B4-BE49-F238E27FC236}">
                <a16:creationId xmlns:a16="http://schemas.microsoft.com/office/drawing/2014/main" id="{738FC864-A98E-48AE-B788-668FDAD752D0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GT_11789">
            <a:extLst>
              <a:ext uri="{FF2B5EF4-FFF2-40B4-BE49-F238E27FC236}">
                <a16:creationId xmlns:a16="http://schemas.microsoft.com/office/drawing/2014/main" id="{0FB30695-9CEC-47EE-B59F-4CEED587736B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GT_11790">
            <a:extLst>
              <a:ext uri="{FF2B5EF4-FFF2-40B4-BE49-F238E27FC236}">
                <a16:creationId xmlns:a16="http://schemas.microsoft.com/office/drawing/2014/main" id="{527DDDAC-D33F-494B-ADB5-887A72B46FE6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GT_11791">
            <a:extLst>
              <a:ext uri="{FF2B5EF4-FFF2-40B4-BE49-F238E27FC236}">
                <a16:creationId xmlns:a16="http://schemas.microsoft.com/office/drawing/2014/main" id="{EC1D8C13-2EF7-4AE7-B39D-A6CF51EFD01F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GT_11792">
            <a:extLst>
              <a:ext uri="{FF2B5EF4-FFF2-40B4-BE49-F238E27FC236}">
                <a16:creationId xmlns:a16="http://schemas.microsoft.com/office/drawing/2014/main" id="{E7B151C3-2777-4B1B-A531-C2C2CAD98BC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GT_11793">
            <a:extLst>
              <a:ext uri="{FF2B5EF4-FFF2-40B4-BE49-F238E27FC236}">
                <a16:creationId xmlns:a16="http://schemas.microsoft.com/office/drawing/2014/main" id="{1084FF76-0D0C-4648-BDC6-5039F00A2D45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GT_11794">
            <a:extLst>
              <a:ext uri="{FF2B5EF4-FFF2-40B4-BE49-F238E27FC236}">
                <a16:creationId xmlns:a16="http://schemas.microsoft.com/office/drawing/2014/main" id="{F93DCB37-CC40-41DF-A72F-E0B4E60A3658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GT_11795">
            <a:extLst>
              <a:ext uri="{FF2B5EF4-FFF2-40B4-BE49-F238E27FC236}">
                <a16:creationId xmlns:a16="http://schemas.microsoft.com/office/drawing/2014/main" id="{1B33E9F4-2C2C-4C49-92E5-CCB3F092EE08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GT_11796">
            <a:extLst>
              <a:ext uri="{FF2B5EF4-FFF2-40B4-BE49-F238E27FC236}">
                <a16:creationId xmlns:a16="http://schemas.microsoft.com/office/drawing/2014/main" id="{2128C5F2-53B8-4953-9796-AE3C55696373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GT_11797">
            <a:extLst>
              <a:ext uri="{FF2B5EF4-FFF2-40B4-BE49-F238E27FC236}">
                <a16:creationId xmlns:a16="http://schemas.microsoft.com/office/drawing/2014/main" id="{02C25CD4-957A-480D-8D9B-D74A0B4D3675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GT_11798">
            <a:extLst>
              <a:ext uri="{FF2B5EF4-FFF2-40B4-BE49-F238E27FC236}">
                <a16:creationId xmlns:a16="http://schemas.microsoft.com/office/drawing/2014/main" id="{E592C941-EA31-4FC4-8202-FEB6415AECE5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GT_11799">
            <a:extLst>
              <a:ext uri="{FF2B5EF4-FFF2-40B4-BE49-F238E27FC236}">
                <a16:creationId xmlns:a16="http://schemas.microsoft.com/office/drawing/2014/main" id="{4D93A349-71F0-465A-9BDF-B619A708CEAD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GT_11800">
            <a:extLst>
              <a:ext uri="{FF2B5EF4-FFF2-40B4-BE49-F238E27FC236}">
                <a16:creationId xmlns:a16="http://schemas.microsoft.com/office/drawing/2014/main" id="{FD9319C1-B76D-4ED3-A763-92D6B0A485F0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GT_11801">
            <a:extLst>
              <a:ext uri="{FF2B5EF4-FFF2-40B4-BE49-F238E27FC236}">
                <a16:creationId xmlns:a16="http://schemas.microsoft.com/office/drawing/2014/main" id="{2D2831E0-C4B8-4107-9681-44FF2F440D4E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GT_11802">
            <a:extLst>
              <a:ext uri="{FF2B5EF4-FFF2-40B4-BE49-F238E27FC236}">
                <a16:creationId xmlns:a16="http://schemas.microsoft.com/office/drawing/2014/main" id="{142B586E-AB94-4691-B50B-5F1CAA5065DB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GT_11803">
            <a:extLst>
              <a:ext uri="{FF2B5EF4-FFF2-40B4-BE49-F238E27FC236}">
                <a16:creationId xmlns:a16="http://schemas.microsoft.com/office/drawing/2014/main" id="{9F9CB7EF-9669-4698-A58E-480659259304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GT_11804">
            <a:extLst>
              <a:ext uri="{FF2B5EF4-FFF2-40B4-BE49-F238E27FC236}">
                <a16:creationId xmlns:a16="http://schemas.microsoft.com/office/drawing/2014/main" id="{E6D5E50E-77CF-447D-B8C9-0C44B3349E46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GT_11805">
            <a:extLst>
              <a:ext uri="{FF2B5EF4-FFF2-40B4-BE49-F238E27FC236}">
                <a16:creationId xmlns:a16="http://schemas.microsoft.com/office/drawing/2014/main" id="{15020725-7FDF-4CA1-A013-60C08A222BAE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GT_11806">
            <a:extLst>
              <a:ext uri="{FF2B5EF4-FFF2-40B4-BE49-F238E27FC236}">
                <a16:creationId xmlns:a16="http://schemas.microsoft.com/office/drawing/2014/main" id="{6A476FDA-0068-4C86-A81B-8638DF8DC122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GT_11807">
            <a:extLst>
              <a:ext uri="{FF2B5EF4-FFF2-40B4-BE49-F238E27FC236}">
                <a16:creationId xmlns:a16="http://schemas.microsoft.com/office/drawing/2014/main" id="{C0262FE4-801C-4F4C-81DF-E3FDAB5839A4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GT_11808">
            <a:extLst>
              <a:ext uri="{FF2B5EF4-FFF2-40B4-BE49-F238E27FC236}">
                <a16:creationId xmlns:a16="http://schemas.microsoft.com/office/drawing/2014/main" id="{DB3BB8AB-F65D-4B37-BB03-AE893BA9A11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GT_11809">
            <a:extLst>
              <a:ext uri="{FF2B5EF4-FFF2-40B4-BE49-F238E27FC236}">
                <a16:creationId xmlns:a16="http://schemas.microsoft.com/office/drawing/2014/main" id="{5E843A62-82E1-4D6B-8F9B-70912FF77E0D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GT_11810">
            <a:extLst>
              <a:ext uri="{FF2B5EF4-FFF2-40B4-BE49-F238E27FC236}">
                <a16:creationId xmlns:a16="http://schemas.microsoft.com/office/drawing/2014/main" id="{08D70A27-15E1-4275-AA66-B3A95644AA98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GT_11811">
            <a:extLst>
              <a:ext uri="{FF2B5EF4-FFF2-40B4-BE49-F238E27FC236}">
                <a16:creationId xmlns:a16="http://schemas.microsoft.com/office/drawing/2014/main" id="{5B17EFEB-9271-4789-878A-CCB4C462C086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GT_11812">
            <a:extLst>
              <a:ext uri="{FF2B5EF4-FFF2-40B4-BE49-F238E27FC236}">
                <a16:creationId xmlns:a16="http://schemas.microsoft.com/office/drawing/2014/main" id="{614A32D4-77F2-41E8-BFCA-1E7ED768402E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GT_11813">
            <a:extLst>
              <a:ext uri="{FF2B5EF4-FFF2-40B4-BE49-F238E27FC236}">
                <a16:creationId xmlns:a16="http://schemas.microsoft.com/office/drawing/2014/main" id="{5C47C3B2-E9E9-4217-92BA-9A6A6D361B30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GT_11814">
            <a:extLst>
              <a:ext uri="{FF2B5EF4-FFF2-40B4-BE49-F238E27FC236}">
                <a16:creationId xmlns:a16="http://schemas.microsoft.com/office/drawing/2014/main" id="{109A0F75-A143-4054-8FA9-44975D948CC6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GT_11815">
            <a:extLst>
              <a:ext uri="{FF2B5EF4-FFF2-40B4-BE49-F238E27FC236}">
                <a16:creationId xmlns:a16="http://schemas.microsoft.com/office/drawing/2014/main" id="{A2DBE50F-498C-42FB-83B6-829B69459D67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GT_11816">
            <a:extLst>
              <a:ext uri="{FF2B5EF4-FFF2-40B4-BE49-F238E27FC236}">
                <a16:creationId xmlns:a16="http://schemas.microsoft.com/office/drawing/2014/main" id="{78308069-3462-4663-8B61-F80182654CD8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GT_11817">
            <a:extLst>
              <a:ext uri="{FF2B5EF4-FFF2-40B4-BE49-F238E27FC236}">
                <a16:creationId xmlns:a16="http://schemas.microsoft.com/office/drawing/2014/main" id="{9E63EE01-3711-415A-8605-EC6284490A7F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GT_11818">
            <a:extLst>
              <a:ext uri="{FF2B5EF4-FFF2-40B4-BE49-F238E27FC236}">
                <a16:creationId xmlns:a16="http://schemas.microsoft.com/office/drawing/2014/main" id="{30EC636A-8110-40D7-B3C8-4BB93C2B7B42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GT_11819">
            <a:extLst>
              <a:ext uri="{FF2B5EF4-FFF2-40B4-BE49-F238E27FC236}">
                <a16:creationId xmlns:a16="http://schemas.microsoft.com/office/drawing/2014/main" id="{14DEC9ED-974E-4A97-BBEC-D6863FD75BD4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GT_11820">
            <a:extLst>
              <a:ext uri="{FF2B5EF4-FFF2-40B4-BE49-F238E27FC236}">
                <a16:creationId xmlns:a16="http://schemas.microsoft.com/office/drawing/2014/main" id="{3292C364-4CF2-431D-8E48-34094987ED1A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GT_11821">
            <a:extLst>
              <a:ext uri="{FF2B5EF4-FFF2-40B4-BE49-F238E27FC236}">
                <a16:creationId xmlns:a16="http://schemas.microsoft.com/office/drawing/2014/main" id="{33DF0E4B-70BD-45C4-9E56-A2DCE6DA366F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GT_11822">
            <a:extLst>
              <a:ext uri="{FF2B5EF4-FFF2-40B4-BE49-F238E27FC236}">
                <a16:creationId xmlns:a16="http://schemas.microsoft.com/office/drawing/2014/main" id="{A4E07CF8-C2DD-4109-B98F-ED3187DA2FEB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GT_11823">
            <a:extLst>
              <a:ext uri="{FF2B5EF4-FFF2-40B4-BE49-F238E27FC236}">
                <a16:creationId xmlns:a16="http://schemas.microsoft.com/office/drawing/2014/main" id="{2C50AACE-A538-4650-B5A3-1D36EA5E8888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GT_11824">
            <a:extLst>
              <a:ext uri="{FF2B5EF4-FFF2-40B4-BE49-F238E27FC236}">
                <a16:creationId xmlns:a16="http://schemas.microsoft.com/office/drawing/2014/main" id="{5B61ECFD-1D53-421C-BA52-42C00BA33E96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GT_11825">
            <a:extLst>
              <a:ext uri="{FF2B5EF4-FFF2-40B4-BE49-F238E27FC236}">
                <a16:creationId xmlns:a16="http://schemas.microsoft.com/office/drawing/2014/main" id="{10637537-C839-49B9-84CC-B0F1F7141840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GT_11826">
            <a:extLst>
              <a:ext uri="{FF2B5EF4-FFF2-40B4-BE49-F238E27FC236}">
                <a16:creationId xmlns:a16="http://schemas.microsoft.com/office/drawing/2014/main" id="{6CE7FED2-11DB-4532-9F63-9294D8BED735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GT_11827">
            <a:extLst>
              <a:ext uri="{FF2B5EF4-FFF2-40B4-BE49-F238E27FC236}">
                <a16:creationId xmlns:a16="http://schemas.microsoft.com/office/drawing/2014/main" id="{D07BC7F5-4242-477A-8511-BBE100333BC2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GT_11828">
            <a:extLst>
              <a:ext uri="{FF2B5EF4-FFF2-40B4-BE49-F238E27FC236}">
                <a16:creationId xmlns:a16="http://schemas.microsoft.com/office/drawing/2014/main" id="{CF274EFD-C050-453E-8FB8-C28ADA37E9CB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GT_11829">
            <a:extLst>
              <a:ext uri="{FF2B5EF4-FFF2-40B4-BE49-F238E27FC236}">
                <a16:creationId xmlns:a16="http://schemas.microsoft.com/office/drawing/2014/main" id="{E37E6232-73C1-4D18-A45C-AFEA08EA18B0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GT_11830">
            <a:extLst>
              <a:ext uri="{FF2B5EF4-FFF2-40B4-BE49-F238E27FC236}">
                <a16:creationId xmlns:a16="http://schemas.microsoft.com/office/drawing/2014/main" id="{7CF99356-35BD-4FA1-8D35-3BD3165FCC5A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GT_11831">
            <a:extLst>
              <a:ext uri="{FF2B5EF4-FFF2-40B4-BE49-F238E27FC236}">
                <a16:creationId xmlns:a16="http://schemas.microsoft.com/office/drawing/2014/main" id="{4304B7A2-5C51-416D-A7DC-9414CC0A22D1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GT_11832">
            <a:extLst>
              <a:ext uri="{FF2B5EF4-FFF2-40B4-BE49-F238E27FC236}">
                <a16:creationId xmlns:a16="http://schemas.microsoft.com/office/drawing/2014/main" id="{20EED37E-6FB0-46BE-9FF2-6D2D0A430BD8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GT_11833">
            <a:extLst>
              <a:ext uri="{FF2B5EF4-FFF2-40B4-BE49-F238E27FC236}">
                <a16:creationId xmlns:a16="http://schemas.microsoft.com/office/drawing/2014/main" id="{50712B94-B834-41E4-9F40-9E218388925B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GT_11834">
            <a:extLst>
              <a:ext uri="{FF2B5EF4-FFF2-40B4-BE49-F238E27FC236}">
                <a16:creationId xmlns:a16="http://schemas.microsoft.com/office/drawing/2014/main" id="{2310C744-9DCC-4C43-8128-9AA3C1F7F9BD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GT_11835">
            <a:extLst>
              <a:ext uri="{FF2B5EF4-FFF2-40B4-BE49-F238E27FC236}">
                <a16:creationId xmlns:a16="http://schemas.microsoft.com/office/drawing/2014/main" id="{732C40CC-9FDA-4CA5-BFFA-A359C76CBC7A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GT_11836">
            <a:extLst>
              <a:ext uri="{FF2B5EF4-FFF2-40B4-BE49-F238E27FC236}">
                <a16:creationId xmlns:a16="http://schemas.microsoft.com/office/drawing/2014/main" id="{1B6A0B1A-2A12-46DE-B35F-C8CCEE7C3C1B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GT_11837">
            <a:extLst>
              <a:ext uri="{FF2B5EF4-FFF2-40B4-BE49-F238E27FC236}">
                <a16:creationId xmlns:a16="http://schemas.microsoft.com/office/drawing/2014/main" id="{EB5182C7-9A82-4FD0-8F60-6CF5E584A150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GT_11838">
            <a:extLst>
              <a:ext uri="{FF2B5EF4-FFF2-40B4-BE49-F238E27FC236}">
                <a16:creationId xmlns:a16="http://schemas.microsoft.com/office/drawing/2014/main" id="{38D676BD-E36C-494B-A628-0B0DC04AD20D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GT_11839">
            <a:extLst>
              <a:ext uri="{FF2B5EF4-FFF2-40B4-BE49-F238E27FC236}">
                <a16:creationId xmlns:a16="http://schemas.microsoft.com/office/drawing/2014/main" id="{06119033-7946-4F38-B361-932AD43E059C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GT_11840">
            <a:extLst>
              <a:ext uri="{FF2B5EF4-FFF2-40B4-BE49-F238E27FC236}">
                <a16:creationId xmlns:a16="http://schemas.microsoft.com/office/drawing/2014/main" id="{DB2615BB-7ABA-4603-8284-1BDE66A5EA84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GT_11841">
            <a:extLst>
              <a:ext uri="{FF2B5EF4-FFF2-40B4-BE49-F238E27FC236}">
                <a16:creationId xmlns:a16="http://schemas.microsoft.com/office/drawing/2014/main" id="{0981F4C1-94EE-43A9-A8F3-8231C0A6D74B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GT_11842">
            <a:extLst>
              <a:ext uri="{FF2B5EF4-FFF2-40B4-BE49-F238E27FC236}">
                <a16:creationId xmlns:a16="http://schemas.microsoft.com/office/drawing/2014/main" id="{A2901DD0-782E-4328-804B-32676F485659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GT_11843">
            <a:extLst>
              <a:ext uri="{FF2B5EF4-FFF2-40B4-BE49-F238E27FC236}">
                <a16:creationId xmlns:a16="http://schemas.microsoft.com/office/drawing/2014/main" id="{5BDDC203-5C54-4CCC-90E0-0ED0792FE042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GT_11844">
            <a:extLst>
              <a:ext uri="{FF2B5EF4-FFF2-40B4-BE49-F238E27FC236}">
                <a16:creationId xmlns:a16="http://schemas.microsoft.com/office/drawing/2014/main" id="{0D9447D1-E822-4F6E-B2F2-40EC40745E88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GT_11845">
            <a:extLst>
              <a:ext uri="{FF2B5EF4-FFF2-40B4-BE49-F238E27FC236}">
                <a16:creationId xmlns:a16="http://schemas.microsoft.com/office/drawing/2014/main" id="{64095EAD-BA7A-4216-A036-09D775D269A0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GT_11846">
            <a:extLst>
              <a:ext uri="{FF2B5EF4-FFF2-40B4-BE49-F238E27FC236}">
                <a16:creationId xmlns:a16="http://schemas.microsoft.com/office/drawing/2014/main" id="{AD59B4A9-E282-42BC-A072-FBF8993F6C8B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GT_11847">
            <a:extLst>
              <a:ext uri="{FF2B5EF4-FFF2-40B4-BE49-F238E27FC236}">
                <a16:creationId xmlns:a16="http://schemas.microsoft.com/office/drawing/2014/main" id="{D952B181-F472-487C-8C15-1CAAA48FE53C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GT_11848">
            <a:extLst>
              <a:ext uri="{FF2B5EF4-FFF2-40B4-BE49-F238E27FC236}">
                <a16:creationId xmlns:a16="http://schemas.microsoft.com/office/drawing/2014/main" id="{9DE4C22D-C4E6-4B4A-BD3F-43BFC71F65E8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GT_11849">
            <a:extLst>
              <a:ext uri="{FF2B5EF4-FFF2-40B4-BE49-F238E27FC236}">
                <a16:creationId xmlns:a16="http://schemas.microsoft.com/office/drawing/2014/main" id="{2154C0B9-3546-4A6E-B3AD-01FA283036AD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GT_11850">
            <a:extLst>
              <a:ext uri="{FF2B5EF4-FFF2-40B4-BE49-F238E27FC236}">
                <a16:creationId xmlns:a16="http://schemas.microsoft.com/office/drawing/2014/main" id="{4AA3A0F6-33D5-4414-A2EA-0511E3422628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GT_11851">
            <a:extLst>
              <a:ext uri="{FF2B5EF4-FFF2-40B4-BE49-F238E27FC236}">
                <a16:creationId xmlns:a16="http://schemas.microsoft.com/office/drawing/2014/main" id="{24DD7D64-6A9E-4793-AB4A-0B4B427475A8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GT_11852">
            <a:extLst>
              <a:ext uri="{FF2B5EF4-FFF2-40B4-BE49-F238E27FC236}">
                <a16:creationId xmlns:a16="http://schemas.microsoft.com/office/drawing/2014/main" id="{E1C93BE3-0509-4A65-80CE-799B955737A2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GT_11853">
            <a:extLst>
              <a:ext uri="{FF2B5EF4-FFF2-40B4-BE49-F238E27FC236}">
                <a16:creationId xmlns:a16="http://schemas.microsoft.com/office/drawing/2014/main" id="{C3A4A998-455E-4634-BE82-D544EDB1080A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GT_11854">
            <a:extLst>
              <a:ext uri="{FF2B5EF4-FFF2-40B4-BE49-F238E27FC236}">
                <a16:creationId xmlns:a16="http://schemas.microsoft.com/office/drawing/2014/main" id="{691377CD-C94A-45C8-B439-05AA646440C4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GT_11855">
            <a:extLst>
              <a:ext uri="{FF2B5EF4-FFF2-40B4-BE49-F238E27FC236}">
                <a16:creationId xmlns:a16="http://schemas.microsoft.com/office/drawing/2014/main" id="{E36DA638-58FC-4758-A270-7EF16C5FE589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GT_11856">
            <a:extLst>
              <a:ext uri="{FF2B5EF4-FFF2-40B4-BE49-F238E27FC236}">
                <a16:creationId xmlns:a16="http://schemas.microsoft.com/office/drawing/2014/main" id="{A0739398-2BB7-4000-AB77-FD882141ADB3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GT_11857">
            <a:extLst>
              <a:ext uri="{FF2B5EF4-FFF2-40B4-BE49-F238E27FC236}">
                <a16:creationId xmlns:a16="http://schemas.microsoft.com/office/drawing/2014/main" id="{C87D8467-9495-4689-B788-AD9ECA0AAA75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GT_11858">
            <a:extLst>
              <a:ext uri="{FF2B5EF4-FFF2-40B4-BE49-F238E27FC236}">
                <a16:creationId xmlns:a16="http://schemas.microsoft.com/office/drawing/2014/main" id="{4F793318-170C-4E93-BBF6-EA4067EE6C4C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GT_11859">
            <a:extLst>
              <a:ext uri="{FF2B5EF4-FFF2-40B4-BE49-F238E27FC236}">
                <a16:creationId xmlns:a16="http://schemas.microsoft.com/office/drawing/2014/main" id="{960EF46D-4464-4C31-A1E1-6D937CA12CB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GT_11860">
            <a:extLst>
              <a:ext uri="{FF2B5EF4-FFF2-40B4-BE49-F238E27FC236}">
                <a16:creationId xmlns:a16="http://schemas.microsoft.com/office/drawing/2014/main" id="{302C1B2B-AA08-4BD4-A8A5-C2F7FBC4671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GT_11861">
            <a:extLst>
              <a:ext uri="{FF2B5EF4-FFF2-40B4-BE49-F238E27FC236}">
                <a16:creationId xmlns:a16="http://schemas.microsoft.com/office/drawing/2014/main" id="{40F5EC97-9F04-44FA-BD7E-13C198EAC778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GT_11862">
            <a:extLst>
              <a:ext uri="{FF2B5EF4-FFF2-40B4-BE49-F238E27FC236}">
                <a16:creationId xmlns:a16="http://schemas.microsoft.com/office/drawing/2014/main" id="{1AA7C54C-9705-46C5-B7D1-3BC0CB5B80BC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GT_11863">
            <a:extLst>
              <a:ext uri="{FF2B5EF4-FFF2-40B4-BE49-F238E27FC236}">
                <a16:creationId xmlns:a16="http://schemas.microsoft.com/office/drawing/2014/main" id="{A7BB7FE6-194D-4F60-9CEA-222886A832AC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GT_11864">
            <a:extLst>
              <a:ext uri="{FF2B5EF4-FFF2-40B4-BE49-F238E27FC236}">
                <a16:creationId xmlns:a16="http://schemas.microsoft.com/office/drawing/2014/main" id="{1A6AEA63-10AC-4786-802D-97FB6F2B4F2A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GT_11865">
            <a:extLst>
              <a:ext uri="{FF2B5EF4-FFF2-40B4-BE49-F238E27FC236}">
                <a16:creationId xmlns:a16="http://schemas.microsoft.com/office/drawing/2014/main" id="{DB3BB0E6-417C-4407-8D6C-D2157E03816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GT_11866">
            <a:extLst>
              <a:ext uri="{FF2B5EF4-FFF2-40B4-BE49-F238E27FC236}">
                <a16:creationId xmlns:a16="http://schemas.microsoft.com/office/drawing/2014/main" id="{8F163593-3852-4EB3-AA69-2618165EC054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GT_11867">
            <a:extLst>
              <a:ext uri="{FF2B5EF4-FFF2-40B4-BE49-F238E27FC236}">
                <a16:creationId xmlns:a16="http://schemas.microsoft.com/office/drawing/2014/main" id="{76EAEA70-8081-46BF-A054-8D64D88A1837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GT_11868">
            <a:extLst>
              <a:ext uri="{FF2B5EF4-FFF2-40B4-BE49-F238E27FC236}">
                <a16:creationId xmlns:a16="http://schemas.microsoft.com/office/drawing/2014/main" id="{8EEF2AA1-AEBA-454B-B336-F368D08266E0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GT_11869">
            <a:extLst>
              <a:ext uri="{FF2B5EF4-FFF2-40B4-BE49-F238E27FC236}">
                <a16:creationId xmlns:a16="http://schemas.microsoft.com/office/drawing/2014/main" id="{84C0552E-1D32-4A2A-A1C3-C514605C2AB7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GT_11870">
            <a:extLst>
              <a:ext uri="{FF2B5EF4-FFF2-40B4-BE49-F238E27FC236}">
                <a16:creationId xmlns:a16="http://schemas.microsoft.com/office/drawing/2014/main" id="{39DA566C-B999-463E-ABCA-0F304DB6E8BB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GT_11871">
            <a:extLst>
              <a:ext uri="{FF2B5EF4-FFF2-40B4-BE49-F238E27FC236}">
                <a16:creationId xmlns:a16="http://schemas.microsoft.com/office/drawing/2014/main" id="{6AADD36B-DCDE-46A9-8CD1-22A053F66EAC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GT_11872">
            <a:extLst>
              <a:ext uri="{FF2B5EF4-FFF2-40B4-BE49-F238E27FC236}">
                <a16:creationId xmlns:a16="http://schemas.microsoft.com/office/drawing/2014/main" id="{57293C19-6BED-4970-802F-15F6EBD746A6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GT_11873">
            <a:extLst>
              <a:ext uri="{FF2B5EF4-FFF2-40B4-BE49-F238E27FC236}">
                <a16:creationId xmlns:a16="http://schemas.microsoft.com/office/drawing/2014/main" id="{94B5BE15-335B-4483-8734-3770CF78EB56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GT_11874">
            <a:extLst>
              <a:ext uri="{FF2B5EF4-FFF2-40B4-BE49-F238E27FC236}">
                <a16:creationId xmlns:a16="http://schemas.microsoft.com/office/drawing/2014/main" id="{0F7D622F-8C39-4984-AA64-FEBA127E354E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GT_11875">
            <a:extLst>
              <a:ext uri="{FF2B5EF4-FFF2-40B4-BE49-F238E27FC236}">
                <a16:creationId xmlns:a16="http://schemas.microsoft.com/office/drawing/2014/main" id="{7B691A04-7033-4BDB-AE1E-C79249A5BA8F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GT_11876">
            <a:extLst>
              <a:ext uri="{FF2B5EF4-FFF2-40B4-BE49-F238E27FC236}">
                <a16:creationId xmlns:a16="http://schemas.microsoft.com/office/drawing/2014/main" id="{31470B07-4F93-439F-84B8-14D7A54573FD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GT_11877">
            <a:extLst>
              <a:ext uri="{FF2B5EF4-FFF2-40B4-BE49-F238E27FC236}">
                <a16:creationId xmlns:a16="http://schemas.microsoft.com/office/drawing/2014/main" id="{38A2CC8A-9564-453A-A1E9-EFD5E7316C1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GT_11878">
            <a:extLst>
              <a:ext uri="{FF2B5EF4-FFF2-40B4-BE49-F238E27FC236}">
                <a16:creationId xmlns:a16="http://schemas.microsoft.com/office/drawing/2014/main" id="{AC3C9AF8-709B-4FF3-87DD-FDDCA995E7B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GT_11879">
            <a:extLst>
              <a:ext uri="{FF2B5EF4-FFF2-40B4-BE49-F238E27FC236}">
                <a16:creationId xmlns:a16="http://schemas.microsoft.com/office/drawing/2014/main" id="{5A1082CE-161B-444C-96C5-7BC4F7510FDC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GT_11880">
            <a:extLst>
              <a:ext uri="{FF2B5EF4-FFF2-40B4-BE49-F238E27FC236}">
                <a16:creationId xmlns:a16="http://schemas.microsoft.com/office/drawing/2014/main" id="{6A197DD4-3353-43AD-944E-ECC4662E0752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GT_11881">
            <a:extLst>
              <a:ext uri="{FF2B5EF4-FFF2-40B4-BE49-F238E27FC236}">
                <a16:creationId xmlns:a16="http://schemas.microsoft.com/office/drawing/2014/main" id="{11DBF669-5D7D-48CF-A8B0-C06D797DA3EF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GT_11882">
            <a:extLst>
              <a:ext uri="{FF2B5EF4-FFF2-40B4-BE49-F238E27FC236}">
                <a16:creationId xmlns:a16="http://schemas.microsoft.com/office/drawing/2014/main" id="{DE7E9BF2-A4D3-4DD2-840A-93A9852F55DF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GT_11883">
            <a:extLst>
              <a:ext uri="{FF2B5EF4-FFF2-40B4-BE49-F238E27FC236}">
                <a16:creationId xmlns:a16="http://schemas.microsoft.com/office/drawing/2014/main" id="{00EDEE56-4CE6-498B-9706-2CB1D6B5637A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GT_11884">
            <a:extLst>
              <a:ext uri="{FF2B5EF4-FFF2-40B4-BE49-F238E27FC236}">
                <a16:creationId xmlns:a16="http://schemas.microsoft.com/office/drawing/2014/main" id="{C19D508A-85DD-4529-9B8C-B9AECECCA097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GT_11885">
            <a:extLst>
              <a:ext uri="{FF2B5EF4-FFF2-40B4-BE49-F238E27FC236}">
                <a16:creationId xmlns:a16="http://schemas.microsoft.com/office/drawing/2014/main" id="{1A6D6D6C-CE2E-4999-B812-E28FE875BBFB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GT_11886">
            <a:extLst>
              <a:ext uri="{FF2B5EF4-FFF2-40B4-BE49-F238E27FC236}">
                <a16:creationId xmlns:a16="http://schemas.microsoft.com/office/drawing/2014/main" id="{1320B1EB-7023-48C7-92C9-C63306263DB9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GT_11887">
            <a:extLst>
              <a:ext uri="{FF2B5EF4-FFF2-40B4-BE49-F238E27FC236}">
                <a16:creationId xmlns:a16="http://schemas.microsoft.com/office/drawing/2014/main" id="{2A3B4E78-E410-49A7-807F-7D5F3D6FE56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GT_11888">
            <a:extLst>
              <a:ext uri="{FF2B5EF4-FFF2-40B4-BE49-F238E27FC236}">
                <a16:creationId xmlns:a16="http://schemas.microsoft.com/office/drawing/2014/main" id="{C2975C2E-09A9-4F55-82FF-FE27F07717C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GT_11889">
            <a:extLst>
              <a:ext uri="{FF2B5EF4-FFF2-40B4-BE49-F238E27FC236}">
                <a16:creationId xmlns:a16="http://schemas.microsoft.com/office/drawing/2014/main" id="{D7ABC0B8-04B8-4641-A5E6-B2DF522EC0B9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GT_11890">
            <a:extLst>
              <a:ext uri="{FF2B5EF4-FFF2-40B4-BE49-F238E27FC236}">
                <a16:creationId xmlns:a16="http://schemas.microsoft.com/office/drawing/2014/main" id="{F8104A2E-8F7D-4721-8E82-88E2DD3D963F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GT_11891">
            <a:extLst>
              <a:ext uri="{FF2B5EF4-FFF2-40B4-BE49-F238E27FC236}">
                <a16:creationId xmlns:a16="http://schemas.microsoft.com/office/drawing/2014/main" id="{28042F5E-145D-46CC-9EAD-5E5D2FDF00F2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GT_11892">
            <a:extLst>
              <a:ext uri="{FF2B5EF4-FFF2-40B4-BE49-F238E27FC236}">
                <a16:creationId xmlns:a16="http://schemas.microsoft.com/office/drawing/2014/main" id="{7D2250C0-F1BA-4333-AF8F-FB06A0B0188B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GT_11893">
            <a:extLst>
              <a:ext uri="{FF2B5EF4-FFF2-40B4-BE49-F238E27FC236}">
                <a16:creationId xmlns:a16="http://schemas.microsoft.com/office/drawing/2014/main" id="{197C3A72-A89F-42B7-9618-1226170A6267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GT_11894">
            <a:extLst>
              <a:ext uri="{FF2B5EF4-FFF2-40B4-BE49-F238E27FC236}">
                <a16:creationId xmlns:a16="http://schemas.microsoft.com/office/drawing/2014/main" id="{1DDE9AAE-8D23-4C3E-8879-9584D54EDA67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GT_11895">
            <a:extLst>
              <a:ext uri="{FF2B5EF4-FFF2-40B4-BE49-F238E27FC236}">
                <a16:creationId xmlns:a16="http://schemas.microsoft.com/office/drawing/2014/main" id="{0C6E6146-6E27-4D48-AF1F-C24E361EFFBE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GT_11896">
            <a:extLst>
              <a:ext uri="{FF2B5EF4-FFF2-40B4-BE49-F238E27FC236}">
                <a16:creationId xmlns:a16="http://schemas.microsoft.com/office/drawing/2014/main" id="{1C2788D4-80F0-4E16-9AC3-A70E1EABA365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GT_11897">
            <a:extLst>
              <a:ext uri="{FF2B5EF4-FFF2-40B4-BE49-F238E27FC236}">
                <a16:creationId xmlns:a16="http://schemas.microsoft.com/office/drawing/2014/main" id="{ED85DF48-195A-4ACE-AD87-05589F40DC0A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GT_11898">
            <a:extLst>
              <a:ext uri="{FF2B5EF4-FFF2-40B4-BE49-F238E27FC236}">
                <a16:creationId xmlns:a16="http://schemas.microsoft.com/office/drawing/2014/main" id="{11791591-A521-4093-BB39-E04665D6132C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GT_11899">
            <a:extLst>
              <a:ext uri="{FF2B5EF4-FFF2-40B4-BE49-F238E27FC236}">
                <a16:creationId xmlns:a16="http://schemas.microsoft.com/office/drawing/2014/main" id="{C26F5189-0673-4C6D-B200-4629150AE216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GT_11900">
            <a:extLst>
              <a:ext uri="{FF2B5EF4-FFF2-40B4-BE49-F238E27FC236}">
                <a16:creationId xmlns:a16="http://schemas.microsoft.com/office/drawing/2014/main" id="{0582A92B-12DF-4AC3-8637-1C33B16E9C1B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GT_11901">
            <a:extLst>
              <a:ext uri="{FF2B5EF4-FFF2-40B4-BE49-F238E27FC236}">
                <a16:creationId xmlns:a16="http://schemas.microsoft.com/office/drawing/2014/main" id="{661D1078-C1B7-470A-9EF6-00C9F618F66D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GT_11902">
            <a:extLst>
              <a:ext uri="{FF2B5EF4-FFF2-40B4-BE49-F238E27FC236}">
                <a16:creationId xmlns:a16="http://schemas.microsoft.com/office/drawing/2014/main" id="{A569186D-CD44-4F1E-BAAC-DA153575662C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GT_11903">
            <a:extLst>
              <a:ext uri="{FF2B5EF4-FFF2-40B4-BE49-F238E27FC236}">
                <a16:creationId xmlns:a16="http://schemas.microsoft.com/office/drawing/2014/main" id="{C0D0659D-1874-4010-88AD-3A10CF892525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GT_11904">
            <a:extLst>
              <a:ext uri="{FF2B5EF4-FFF2-40B4-BE49-F238E27FC236}">
                <a16:creationId xmlns:a16="http://schemas.microsoft.com/office/drawing/2014/main" id="{65A37AF4-406C-4DE1-9824-7380F257544A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GT_11905">
            <a:extLst>
              <a:ext uri="{FF2B5EF4-FFF2-40B4-BE49-F238E27FC236}">
                <a16:creationId xmlns:a16="http://schemas.microsoft.com/office/drawing/2014/main" id="{F3259696-BBEA-47EF-A945-428B4DB3B7A0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GT_11906">
            <a:extLst>
              <a:ext uri="{FF2B5EF4-FFF2-40B4-BE49-F238E27FC236}">
                <a16:creationId xmlns:a16="http://schemas.microsoft.com/office/drawing/2014/main" id="{AAF1F6BF-20CA-4A26-89E5-2C69FAC58152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GT_11907">
            <a:extLst>
              <a:ext uri="{FF2B5EF4-FFF2-40B4-BE49-F238E27FC236}">
                <a16:creationId xmlns:a16="http://schemas.microsoft.com/office/drawing/2014/main" id="{604577CB-F708-4A14-B75E-CFEE5B6CABB6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GT_11908">
            <a:extLst>
              <a:ext uri="{FF2B5EF4-FFF2-40B4-BE49-F238E27FC236}">
                <a16:creationId xmlns:a16="http://schemas.microsoft.com/office/drawing/2014/main" id="{7326D2E2-911C-452D-9775-C05AB3B19AD0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GT_11909">
            <a:extLst>
              <a:ext uri="{FF2B5EF4-FFF2-40B4-BE49-F238E27FC236}">
                <a16:creationId xmlns:a16="http://schemas.microsoft.com/office/drawing/2014/main" id="{C1645D7F-EAC7-472B-9AD8-95413168238F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GT_11910">
            <a:extLst>
              <a:ext uri="{FF2B5EF4-FFF2-40B4-BE49-F238E27FC236}">
                <a16:creationId xmlns:a16="http://schemas.microsoft.com/office/drawing/2014/main" id="{998C3FFC-7DA2-4F95-B43F-D3A0EB361659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GT_11911">
            <a:extLst>
              <a:ext uri="{FF2B5EF4-FFF2-40B4-BE49-F238E27FC236}">
                <a16:creationId xmlns:a16="http://schemas.microsoft.com/office/drawing/2014/main" id="{BABB55F0-4493-4D30-B1D6-C3CB9510C6FD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GT_11912">
            <a:extLst>
              <a:ext uri="{FF2B5EF4-FFF2-40B4-BE49-F238E27FC236}">
                <a16:creationId xmlns:a16="http://schemas.microsoft.com/office/drawing/2014/main" id="{FF1BC916-9177-4BEC-8B08-44CD2E90C5B2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GT_11913">
            <a:extLst>
              <a:ext uri="{FF2B5EF4-FFF2-40B4-BE49-F238E27FC236}">
                <a16:creationId xmlns:a16="http://schemas.microsoft.com/office/drawing/2014/main" id="{18DF3687-FA71-4F02-8C09-006F2BC82DEB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GT_11914">
            <a:extLst>
              <a:ext uri="{FF2B5EF4-FFF2-40B4-BE49-F238E27FC236}">
                <a16:creationId xmlns:a16="http://schemas.microsoft.com/office/drawing/2014/main" id="{3458B762-B74B-4CE3-8712-E4ABD1452CC2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GT_11915">
            <a:extLst>
              <a:ext uri="{FF2B5EF4-FFF2-40B4-BE49-F238E27FC236}">
                <a16:creationId xmlns:a16="http://schemas.microsoft.com/office/drawing/2014/main" id="{E293103E-2613-4F81-8279-C12D9EDB2C29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GT_11916">
            <a:extLst>
              <a:ext uri="{FF2B5EF4-FFF2-40B4-BE49-F238E27FC236}">
                <a16:creationId xmlns:a16="http://schemas.microsoft.com/office/drawing/2014/main" id="{A5DFE687-386E-4B7E-BCC6-4E9E2728C347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GT_11917">
            <a:extLst>
              <a:ext uri="{FF2B5EF4-FFF2-40B4-BE49-F238E27FC236}">
                <a16:creationId xmlns:a16="http://schemas.microsoft.com/office/drawing/2014/main" id="{FE7BE9AB-07BD-4E9A-A879-2524307F2738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GT_11918">
            <a:extLst>
              <a:ext uri="{FF2B5EF4-FFF2-40B4-BE49-F238E27FC236}">
                <a16:creationId xmlns:a16="http://schemas.microsoft.com/office/drawing/2014/main" id="{247337C7-91D4-49EE-BAD6-B21C09AAE281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GT_11919">
            <a:extLst>
              <a:ext uri="{FF2B5EF4-FFF2-40B4-BE49-F238E27FC236}">
                <a16:creationId xmlns:a16="http://schemas.microsoft.com/office/drawing/2014/main" id="{8503C74D-2C3C-4552-92E2-4337275482F3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GT_11920">
            <a:extLst>
              <a:ext uri="{FF2B5EF4-FFF2-40B4-BE49-F238E27FC236}">
                <a16:creationId xmlns:a16="http://schemas.microsoft.com/office/drawing/2014/main" id="{05E62A7E-0B41-49B0-BA45-AC1F2A5309D3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GT_11921">
            <a:extLst>
              <a:ext uri="{FF2B5EF4-FFF2-40B4-BE49-F238E27FC236}">
                <a16:creationId xmlns:a16="http://schemas.microsoft.com/office/drawing/2014/main" id="{77E34FA8-4DEF-4002-8BA3-CB988C68593C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GT_11922">
            <a:extLst>
              <a:ext uri="{FF2B5EF4-FFF2-40B4-BE49-F238E27FC236}">
                <a16:creationId xmlns:a16="http://schemas.microsoft.com/office/drawing/2014/main" id="{25B82044-0E70-4349-9A16-1013EB4374C8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GT_11923">
            <a:extLst>
              <a:ext uri="{FF2B5EF4-FFF2-40B4-BE49-F238E27FC236}">
                <a16:creationId xmlns:a16="http://schemas.microsoft.com/office/drawing/2014/main" id="{B00A38D9-0838-4F97-8695-7F0EAF59FCC9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GT_11924">
            <a:extLst>
              <a:ext uri="{FF2B5EF4-FFF2-40B4-BE49-F238E27FC236}">
                <a16:creationId xmlns:a16="http://schemas.microsoft.com/office/drawing/2014/main" id="{64353D8D-9F44-408F-8B28-4BDA5A92B2BD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GT_11925">
            <a:extLst>
              <a:ext uri="{FF2B5EF4-FFF2-40B4-BE49-F238E27FC236}">
                <a16:creationId xmlns:a16="http://schemas.microsoft.com/office/drawing/2014/main" id="{0CBA7C07-1427-4C41-AD52-2265E2C49129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GT_11926">
            <a:extLst>
              <a:ext uri="{FF2B5EF4-FFF2-40B4-BE49-F238E27FC236}">
                <a16:creationId xmlns:a16="http://schemas.microsoft.com/office/drawing/2014/main" id="{40512EEE-73FC-40F5-9240-570030A067FC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GT_11927">
            <a:extLst>
              <a:ext uri="{FF2B5EF4-FFF2-40B4-BE49-F238E27FC236}">
                <a16:creationId xmlns:a16="http://schemas.microsoft.com/office/drawing/2014/main" id="{F22B99F4-0E8B-48A8-A4CD-C82434D5E51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GT_11928">
            <a:extLst>
              <a:ext uri="{FF2B5EF4-FFF2-40B4-BE49-F238E27FC236}">
                <a16:creationId xmlns:a16="http://schemas.microsoft.com/office/drawing/2014/main" id="{AAA9C0A1-490B-47A5-B96F-F8FA4E31C067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GT_11929">
            <a:extLst>
              <a:ext uri="{FF2B5EF4-FFF2-40B4-BE49-F238E27FC236}">
                <a16:creationId xmlns:a16="http://schemas.microsoft.com/office/drawing/2014/main" id="{3C6CAF72-B7BB-4F3B-9277-7349E2AABBB7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GT_11930">
            <a:extLst>
              <a:ext uri="{FF2B5EF4-FFF2-40B4-BE49-F238E27FC236}">
                <a16:creationId xmlns:a16="http://schemas.microsoft.com/office/drawing/2014/main" id="{5FF35C57-B0C6-498F-B4B4-7C21F66B06B3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GT_11931">
            <a:extLst>
              <a:ext uri="{FF2B5EF4-FFF2-40B4-BE49-F238E27FC236}">
                <a16:creationId xmlns:a16="http://schemas.microsoft.com/office/drawing/2014/main" id="{61199627-E0F4-4731-8E7C-FD468BBBD4F2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GT_11932">
            <a:extLst>
              <a:ext uri="{FF2B5EF4-FFF2-40B4-BE49-F238E27FC236}">
                <a16:creationId xmlns:a16="http://schemas.microsoft.com/office/drawing/2014/main" id="{4AF4CDE4-4046-4BCC-91F2-ED6A72C030B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GT_11933">
            <a:extLst>
              <a:ext uri="{FF2B5EF4-FFF2-40B4-BE49-F238E27FC236}">
                <a16:creationId xmlns:a16="http://schemas.microsoft.com/office/drawing/2014/main" id="{7A7A6F5C-16E3-402E-B086-45ADA3CED289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GT_11934">
            <a:extLst>
              <a:ext uri="{FF2B5EF4-FFF2-40B4-BE49-F238E27FC236}">
                <a16:creationId xmlns:a16="http://schemas.microsoft.com/office/drawing/2014/main" id="{4C20E5B6-C741-4522-AE28-71C3D5FB0B33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GT_11935">
            <a:extLst>
              <a:ext uri="{FF2B5EF4-FFF2-40B4-BE49-F238E27FC236}">
                <a16:creationId xmlns:a16="http://schemas.microsoft.com/office/drawing/2014/main" id="{3D4FB7B6-D130-4328-B03F-BBF06D64F311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GT_11936">
            <a:extLst>
              <a:ext uri="{FF2B5EF4-FFF2-40B4-BE49-F238E27FC236}">
                <a16:creationId xmlns:a16="http://schemas.microsoft.com/office/drawing/2014/main" id="{BB50743F-A6BC-4ACB-AE41-B01D3B5913B6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GT_11937">
            <a:extLst>
              <a:ext uri="{FF2B5EF4-FFF2-40B4-BE49-F238E27FC236}">
                <a16:creationId xmlns:a16="http://schemas.microsoft.com/office/drawing/2014/main" id="{336AB0E8-3123-45DF-83B4-A55FEF58B4C3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GT_11938">
            <a:extLst>
              <a:ext uri="{FF2B5EF4-FFF2-40B4-BE49-F238E27FC236}">
                <a16:creationId xmlns:a16="http://schemas.microsoft.com/office/drawing/2014/main" id="{30E09222-45CD-4555-BFA0-9936DD62F72B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GT_11939">
            <a:extLst>
              <a:ext uri="{FF2B5EF4-FFF2-40B4-BE49-F238E27FC236}">
                <a16:creationId xmlns:a16="http://schemas.microsoft.com/office/drawing/2014/main" id="{A684B1BD-2C43-4050-893F-549AE4975D28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GT_11940">
            <a:extLst>
              <a:ext uri="{FF2B5EF4-FFF2-40B4-BE49-F238E27FC236}">
                <a16:creationId xmlns:a16="http://schemas.microsoft.com/office/drawing/2014/main" id="{B606914F-6E4D-4B6B-8BB6-ADAE3104DA14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GT_11941">
            <a:extLst>
              <a:ext uri="{FF2B5EF4-FFF2-40B4-BE49-F238E27FC236}">
                <a16:creationId xmlns:a16="http://schemas.microsoft.com/office/drawing/2014/main" id="{0523C512-EB2F-4345-950D-0CE68929D9AF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GT_11942">
            <a:extLst>
              <a:ext uri="{FF2B5EF4-FFF2-40B4-BE49-F238E27FC236}">
                <a16:creationId xmlns:a16="http://schemas.microsoft.com/office/drawing/2014/main" id="{949AF2E2-77F7-44AE-A38B-71B13EE1BCA1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GT_11943">
            <a:extLst>
              <a:ext uri="{FF2B5EF4-FFF2-40B4-BE49-F238E27FC236}">
                <a16:creationId xmlns:a16="http://schemas.microsoft.com/office/drawing/2014/main" id="{3DF06A21-C6F6-4408-80AB-790BF4AAB98E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GT_11944">
            <a:extLst>
              <a:ext uri="{FF2B5EF4-FFF2-40B4-BE49-F238E27FC236}">
                <a16:creationId xmlns:a16="http://schemas.microsoft.com/office/drawing/2014/main" id="{E42AF9D3-7736-4EB6-8B19-0B54E4EF7BC9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GT_11945">
            <a:extLst>
              <a:ext uri="{FF2B5EF4-FFF2-40B4-BE49-F238E27FC236}">
                <a16:creationId xmlns:a16="http://schemas.microsoft.com/office/drawing/2014/main" id="{59D906F9-25A1-42FA-BB30-E0C23CF960D0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GT_11946">
            <a:extLst>
              <a:ext uri="{FF2B5EF4-FFF2-40B4-BE49-F238E27FC236}">
                <a16:creationId xmlns:a16="http://schemas.microsoft.com/office/drawing/2014/main" id="{98D9844B-94CF-4EA1-B036-132E9BDC0CF0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GT_11947">
            <a:extLst>
              <a:ext uri="{FF2B5EF4-FFF2-40B4-BE49-F238E27FC236}">
                <a16:creationId xmlns:a16="http://schemas.microsoft.com/office/drawing/2014/main" id="{81771E59-CBE6-4A8E-987C-7AAE6842B301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GT_11948">
            <a:extLst>
              <a:ext uri="{FF2B5EF4-FFF2-40B4-BE49-F238E27FC236}">
                <a16:creationId xmlns:a16="http://schemas.microsoft.com/office/drawing/2014/main" id="{3C4FCC5E-3593-4AAE-BEBF-71F49EC6A182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GT_11949">
            <a:extLst>
              <a:ext uri="{FF2B5EF4-FFF2-40B4-BE49-F238E27FC236}">
                <a16:creationId xmlns:a16="http://schemas.microsoft.com/office/drawing/2014/main" id="{3742DFC1-BA3A-412D-8B93-37768CDF6F79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GT_11950">
            <a:extLst>
              <a:ext uri="{FF2B5EF4-FFF2-40B4-BE49-F238E27FC236}">
                <a16:creationId xmlns:a16="http://schemas.microsoft.com/office/drawing/2014/main" id="{4DA65ACF-1D4C-47EA-816D-AC95C8BAAC1A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GT_11951">
            <a:extLst>
              <a:ext uri="{FF2B5EF4-FFF2-40B4-BE49-F238E27FC236}">
                <a16:creationId xmlns:a16="http://schemas.microsoft.com/office/drawing/2014/main" id="{F51D7A1E-6B64-4D03-89BF-88951E86E9D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GT_11952">
            <a:extLst>
              <a:ext uri="{FF2B5EF4-FFF2-40B4-BE49-F238E27FC236}">
                <a16:creationId xmlns:a16="http://schemas.microsoft.com/office/drawing/2014/main" id="{8C1BE5BC-2A8C-49F0-9A86-A250A644CC0F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GT_11953">
            <a:extLst>
              <a:ext uri="{FF2B5EF4-FFF2-40B4-BE49-F238E27FC236}">
                <a16:creationId xmlns:a16="http://schemas.microsoft.com/office/drawing/2014/main" id="{0418D78D-0DA1-4EE1-A17A-9250CBC4DD05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GT_11954">
            <a:extLst>
              <a:ext uri="{FF2B5EF4-FFF2-40B4-BE49-F238E27FC236}">
                <a16:creationId xmlns:a16="http://schemas.microsoft.com/office/drawing/2014/main" id="{10FC3A96-61CA-42FD-A395-51996F5F277E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GT_11955">
            <a:extLst>
              <a:ext uri="{FF2B5EF4-FFF2-40B4-BE49-F238E27FC236}">
                <a16:creationId xmlns:a16="http://schemas.microsoft.com/office/drawing/2014/main" id="{CF5733DB-B993-4991-885A-A4B77E7E7717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GT_11956">
            <a:extLst>
              <a:ext uri="{FF2B5EF4-FFF2-40B4-BE49-F238E27FC236}">
                <a16:creationId xmlns:a16="http://schemas.microsoft.com/office/drawing/2014/main" id="{6F75548D-F6BD-4FAF-97AE-897FEF79A63D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GT_11957">
            <a:extLst>
              <a:ext uri="{FF2B5EF4-FFF2-40B4-BE49-F238E27FC236}">
                <a16:creationId xmlns:a16="http://schemas.microsoft.com/office/drawing/2014/main" id="{FDDE0632-CC15-41F0-BF59-BCB6296ECFB9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GT_11958">
            <a:extLst>
              <a:ext uri="{FF2B5EF4-FFF2-40B4-BE49-F238E27FC236}">
                <a16:creationId xmlns:a16="http://schemas.microsoft.com/office/drawing/2014/main" id="{9DB1E22C-11F2-4617-B193-5046B9706EB5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GT_11959">
            <a:extLst>
              <a:ext uri="{FF2B5EF4-FFF2-40B4-BE49-F238E27FC236}">
                <a16:creationId xmlns:a16="http://schemas.microsoft.com/office/drawing/2014/main" id="{19903D67-D90F-44EC-BB1A-6D28492669C1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GT_11960">
            <a:extLst>
              <a:ext uri="{FF2B5EF4-FFF2-40B4-BE49-F238E27FC236}">
                <a16:creationId xmlns:a16="http://schemas.microsoft.com/office/drawing/2014/main" id="{16ABC846-9F49-4736-99E5-3EA883E7F150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GT_11961">
            <a:extLst>
              <a:ext uri="{FF2B5EF4-FFF2-40B4-BE49-F238E27FC236}">
                <a16:creationId xmlns:a16="http://schemas.microsoft.com/office/drawing/2014/main" id="{715EC8DE-115C-403D-9FF5-4EAA57A69E1B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GT_11962">
            <a:extLst>
              <a:ext uri="{FF2B5EF4-FFF2-40B4-BE49-F238E27FC236}">
                <a16:creationId xmlns:a16="http://schemas.microsoft.com/office/drawing/2014/main" id="{F8C22109-2F96-4965-92E8-E6D658B096EF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GT_11963">
            <a:extLst>
              <a:ext uri="{FF2B5EF4-FFF2-40B4-BE49-F238E27FC236}">
                <a16:creationId xmlns:a16="http://schemas.microsoft.com/office/drawing/2014/main" id="{EDD504CD-E55C-4BED-95E4-FEBCBC3E8AE2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GT_11964">
            <a:extLst>
              <a:ext uri="{FF2B5EF4-FFF2-40B4-BE49-F238E27FC236}">
                <a16:creationId xmlns:a16="http://schemas.microsoft.com/office/drawing/2014/main" id="{D4229115-EE8B-4203-8F88-D52A3153F4D4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GT_11965">
            <a:extLst>
              <a:ext uri="{FF2B5EF4-FFF2-40B4-BE49-F238E27FC236}">
                <a16:creationId xmlns:a16="http://schemas.microsoft.com/office/drawing/2014/main" id="{22AB441B-2144-4530-9805-C58DE1DDDF54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GT_11966">
            <a:extLst>
              <a:ext uri="{FF2B5EF4-FFF2-40B4-BE49-F238E27FC236}">
                <a16:creationId xmlns:a16="http://schemas.microsoft.com/office/drawing/2014/main" id="{2ECC91C6-EA02-4200-848F-57A9EE18A505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GT_11967">
            <a:extLst>
              <a:ext uri="{FF2B5EF4-FFF2-40B4-BE49-F238E27FC236}">
                <a16:creationId xmlns:a16="http://schemas.microsoft.com/office/drawing/2014/main" id="{29C31F1D-48FB-428F-AECF-6FC4808BDF0B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GT_11968">
            <a:extLst>
              <a:ext uri="{FF2B5EF4-FFF2-40B4-BE49-F238E27FC236}">
                <a16:creationId xmlns:a16="http://schemas.microsoft.com/office/drawing/2014/main" id="{ABAC65F4-70F8-412F-AE8F-85CB6D47D3FA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GT_11969">
            <a:extLst>
              <a:ext uri="{FF2B5EF4-FFF2-40B4-BE49-F238E27FC236}">
                <a16:creationId xmlns:a16="http://schemas.microsoft.com/office/drawing/2014/main" id="{4E0FC29E-0720-4071-9537-132D0CA955DF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GT_11970">
            <a:extLst>
              <a:ext uri="{FF2B5EF4-FFF2-40B4-BE49-F238E27FC236}">
                <a16:creationId xmlns:a16="http://schemas.microsoft.com/office/drawing/2014/main" id="{52EC983C-DF02-45FC-A877-E058948A101F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GT_11971">
            <a:extLst>
              <a:ext uri="{FF2B5EF4-FFF2-40B4-BE49-F238E27FC236}">
                <a16:creationId xmlns:a16="http://schemas.microsoft.com/office/drawing/2014/main" id="{48CBC51A-C471-41BA-A80E-E82194BD7C05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GT_11972">
            <a:extLst>
              <a:ext uri="{FF2B5EF4-FFF2-40B4-BE49-F238E27FC236}">
                <a16:creationId xmlns:a16="http://schemas.microsoft.com/office/drawing/2014/main" id="{83133516-6F18-44EA-804B-A3747AD7D5C4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GT_11973">
            <a:extLst>
              <a:ext uri="{FF2B5EF4-FFF2-40B4-BE49-F238E27FC236}">
                <a16:creationId xmlns:a16="http://schemas.microsoft.com/office/drawing/2014/main" id="{54896D9E-CB0A-45F4-A134-C7BBA0660AA5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GT_11974">
            <a:extLst>
              <a:ext uri="{FF2B5EF4-FFF2-40B4-BE49-F238E27FC236}">
                <a16:creationId xmlns:a16="http://schemas.microsoft.com/office/drawing/2014/main" id="{A250EC7E-0DD3-458C-8728-F36F03E5F6B0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GT_11975">
            <a:extLst>
              <a:ext uri="{FF2B5EF4-FFF2-40B4-BE49-F238E27FC236}">
                <a16:creationId xmlns:a16="http://schemas.microsoft.com/office/drawing/2014/main" id="{147490C4-1D50-4211-BF28-F7A8FD7BF913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GT_11976">
            <a:extLst>
              <a:ext uri="{FF2B5EF4-FFF2-40B4-BE49-F238E27FC236}">
                <a16:creationId xmlns:a16="http://schemas.microsoft.com/office/drawing/2014/main" id="{144EB724-5EB5-453A-A412-600813C6EA23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GT_11977">
            <a:extLst>
              <a:ext uri="{FF2B5EF4-FFF2-40B4-BE49-F238E27FC236}">
                <a16:creationId xmlns:a16="http://schemas.microsoft.com/office/drawing/2014/main" id="{A5D45C4D-95F3-4A43-9D29-7FFA313C338D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GT_11978">
            <a:extLst>
              <a:ext uri="{FF2B5EF4-FFF2-40B4-BE49-F238E27FC236}">
                <a16:creationId xmlns:a16="http://schemas.microsoft.com/office/drawing/2014/main" id="{EF81E57A-30A1-4F73-AB4C-9F948A591A1F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GT_11979">
            <a:extLst>
              <a:ext uri="{FF2B5EF4-FFF2-40B4-BE49-F238E27FC236}">
                <a16:creationId xmlns:a16="http://schemas.microsoft.com/office/drawing/2014/main" id="{1E167C6A-0581-44B3-81B0-B54C452191B3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GT_11980">
            <a:extLst>
              <a:ext uri="{FF2B5EF4-FFF2-40B4-BE49-F238E27FC236}">
                <a16:creationId xmlns:a16="http://schemas.microsoft.com/office/drawing/2014/main" id="{7E0F933F-6D10-4ED0-9B69-5B41E4058EC5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GT_11981">
            <a:extLst>
              <a:ext uri="{FF2B5EF4-FFF2-40B4-BE49-F238E27FC236}">
                <a16:creationId xmlns:a16="http://schemas.microsoft.com/office/drawing/2014/main" id="{4DB831AF-7D2E-4AE1-A9A7-4D008A0336C9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GT_11982">
            <a:extLst>
              <a:ext uri="{FF2B5EF4-FFF2-40B4-BE49-F238E27FC236}">
                <a16:creationId xmlns:a16="http://schemas.microsoft.com/office/drawing/2014/main" id="{58160609-F041-4404-92EC-DE62012068E0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GT_11983">
            <a:extLst>
              <a:ext uri="{FF2B5EF4-FFF2-40B4-BE49-F238E27FC236}">
                <a16:creationId xmlns:a16="http://schemas.microsoft.com/office/drawing/2014/main" id="{C605350A-B1F0-40E9-9C64-898B3379542A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GT_11984">
            <a:extLst>
              <a:ext uri="{FF2B5EF4-FFF2-40B4-BE49-F238E27FC236}">
                <a16:creationId xmlns:a16="http://schemas.microsoft.com/office/drawing/2014/main" id="{C0B5669B-F51E-4101-A2E6-6373B0AB94EE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GT_11985">
            <a:extLst>
              <a:ext uri="{FF2B5EF4-FFF2-40B4-BE49-F238E27FC236}">
                <a16:creationId xmlns:a16="http://schemas.microsoft.com/office/drawing/2014/main" id="{BD129C13-7A3A-49F8-844F-5068B81BD38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GT_11986">
            <a:extLst>
              <a:ext uri="{FF2B5EF4-FFF2-40B4-BE49-F238E27FC236}">
                <a16:creationId xmlns:a16="http://schemas.microsoft.com/office/drawing/2014/main" id="{6F8F4850-A20B-42B3-BD47-5FEE1D02A3BB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GT_11987">
            <a:extLst>
              <a:ext uri="{FF2B5EF4-FFF2-40B4-BE49-F238E27FC236}">
                <a16:creationId xmlns:a16="http://schemas.microsoft.com/office/drawing/2014/main" id="{493AFAE2-6134-4861-B6C0-7B75630E9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GT_11988">
            <a:extLst>
              <a:ext uri="{FF2B5EF4-FFF2-40B4-BE49-F238E27FC236}">
                <a16:creationId xmlns:a16="http://schemas.microsoft.com/office/drawing/2014/main" id="{3930CCB5-BA5A-4BAA-B16C-C02F5F90691A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GT_11989">
            <a:extLst>
              <a:ext uri="{FF2B5EF4-FFF2-40B4-BE49-F238E27FC236}">
                <a16:creationId xmlns:a16="http://schemas.microsoft.com/office/drawing/2014/main" id="{B23419AA-E649-4A51-A8FB-DA5E3CCCCC5B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GT_11990">
            <a:extLst>
              <a:ext uri="{FF2B5EF4-FFF2-40B4-BE49-F238E27FC236}">
                <a16:creationId xmlns:a16="http://schemas.microsoft.com/office/drawing/2014/main" id="{3EBCEDB6-0E8D-4CA8-9924-6024D5BCE74B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GT_11991">
            <a:extLst>
              <a:ext uri="{FF2B5EF4-FFF2-40B4-BE49-F238E27FC236}">
                <a16:creationId xmlns:a16="http://schemas.microsoft.com/office/drawing/2014/main" id="{46FCFC00-5BF8-4AD0-9A36-DC89CDF98AE5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GT_11992">
            <a:extLst>
              <a:ext uri="{FF2B5EF4-FFF2-40B4-BE49-F238E27FC236}">
                <a16:creationId xmlns:a16="http://schemas.microsoft.com/office/drawing/2014/main" id="{A7BCBF37-B673-4C5E-BCCD-5D0555AF3940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GT_11993">
            <a:extLst>
              <a:ext uri="{FF2B5EF4-FFF2-40B4-BE49-F238E27FC236}">
                <a16:creationId xmlns:a16="http://schemas.microsoft.com/office/drawing/2014/main" id="{FADF8B53-9F38-449A-9A7E-1C050DA1B8A2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GT_11994">
            <a:extLst>
              <a:ext uri="{FF2B5EF4-FFF2-40B4-BE49-F238E27FC236}">
                <a16:creationId xmlns:a16="http://schemas.microsoft.com/office/drawing/2014/main" id="{2E5D3D23-DA69-4D92-B6FA-222AE699B0EB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GT_11995">
            <a:extLst>
              <a:ext uri="{FF2B5EF4-FFF2-40B4-BE49-F238E27FC236}">
                <a16:creationId xmlns:a16="http://schemas.microsoft.com/office/drawing/2014/main" id="{7F2A4D6A-6A19-4A9E-82B8-AD7E237FD303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GT_11996">
            <a:extLst>
              <a:ext uri="{FF2B5EF4-FFF2-40B4-BE49-F238E27FC236}">
                <a16:creationId xmlns:a16="http://schemas.microsoft.com/office/drawing/2014/main" id="{42ECE9F3-5AC1-4B02-B7D6-FC5F76CF2E3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GT_11997">
            <a:extLst>
              <a:ext uri="{FF2B5EF4-FFF2-40B4-BE49-F238E27FC236}">
                <a16:creationId xmlns:a16="http://schemas.microsoft.com/office/drawing/2014/main" id="{E8343462-5826-495A-9776-4A4317F01E91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GT_11998">
            <a:extLst>
              <a:ext uri="{FF2B5EF4-FFF2-40B4-BE49-F238E27FC236}">
                <a16:creationId xmlns:a16="http://schemas.microsoft.com/office/drawing/2014/main" id="{A49CA2E6-5EE5-444E-89B0-D596AB02DBF5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GT_11999">
            <a:extLst>
              <a:ext uri="{FF2B5EF4-FFF2-40B4-BE49-F238E27FC236}">
                <a16:creationId xmlns:a16="http://schemas.microsoft.com/office/drawing/2014/main" id="{D73773A7-B315-4FF8-B929-03640E662153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GT_12000">
            <a:extLst>
              <a:ext uri="{FF2B5EF4-FFF2-40B4-BE49-F238E27FC236}">
                <a16:creationId xmlns:a16="http://schemas.microsoft.com/office/drawing/2014/main" id="{1B73DB8C-DED9-411C-BD75-E059DE438F8E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GT_12001">
            <a:extLst>
              <a:ext uri="{FF2B5EF4-FFF2-40B4-BE49-F238E27FC236}">
                <a16:creationId xmlns:a16="http://schemas.microsoft.com/office/drawing/2014/main" id="{71ACAA3F-9E2B-47C9-8A0C-0DF128811E09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GT_12002">
            <a:extLst>
              <a:ext uri="{FF2B5EF4-FFF2-40B4-BE49-F238E27FC236}">
                <a16:creationId xmlns:a16="http://schemas.microsoft.com/office/drawing/2014/main" id="{159E0B30-925B-4418-A838-5E4F6F2C5A1A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GT_12003">
            <a:extLst>
              <a:ext uri="{FF2B5EF4-FFF2-40B4-BE49-F238E27FC236}">
                <a16:creationId xmlns:a16="http://schemas.microsoft.com/office/drawing/2014/main" id="{C4A5ADE0-B11A-4DD8-B6DB-7A0B3B04FA9C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GT_12004">
            <a:extLst>
              <a:ext uri="{FF2B5EF4-FFF2-40B4-BE49-F238E27FC236}">
                <a16:creationId xmlns:a16="http://schemas.microsoft.com/office/drawing/2014/main" id="{8458F1B0-7889-4D35-9CBE-81717C72A9A3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GT_12005">
            <a:extLst>
              <a:ext uri="{FF2B5EF4-FFF2-40B4-BE49-F238E27FC236}">
                <a16:creationId xmlns:a16="http://schemas.microsoft.com/office/drawing/2014/main" id="{D772BAD2-FFE4-4D82-A570-1EF029775C93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GT_12006">
            <a:extLst>
              <a:ext uri="{FF2B5EF4-FFF2-40B4-BE49-F238E27FC236}">
                <a16:creationId xmlns:a16="http://schemas.microsoft.com/office/drawing/2014/main" id="{29924323-EC2C-4C4C-9B18-34466EB7DFD7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GT_12007">
            <a:extLst>
              <a:ext uri="{FF2B5EF4-FFF2-40B4-BE49-F238E27FC236}">
                <a16:creationId xmlns:a16="http://schemas.microsoft.com/office/drawing/2014/main" id="{0DF36ADA-84E6-40EE-A8F5-0759850086DE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GT_12008">
            <a:extLst>
              <a:ext uri="{FF2B5EF4-FFF2-40B4-BE49-F238E27FC236}">
                <a16:creationId xmlns:a16="http://schemas.microsoft.com/office/drawing/2014/main" id="{9FCD8763-4AD1-4251-9FA5-D64C56001D53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GT_12009">
            <a:extLst>
              <a:ext uri="{FF2B5EF4-FFF2-40B4-BE49-F238E27FC236}">
                <a16:creationId xmlns:a16="http://schemas.microsoft.com/office/drawing/2014/main" id="{5D084348-E138-4657-B87D-EA62FEF18CCD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GT_12010">
            <a:extLst>
              <a:ext uri="{FF2B5EF4-FFF2-40B4-BE49-F238E27FC236}">
                <a16:creationId xmlns:a16="http://schemas.microsoft.com/office/drawing/2014/main" id="{C9F0BC05-9697-4F60-9E96-195989814988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GT_12011">
            <a:extLst>
              <a:ext uri="{FF2B5EF4-FFF2-40B4-BE49-F238E27FC236}">
                <a16:creationId xmlns:a16="http://schemas.microsoft.com/office/drawing/2014/main" id="{07776C5A-47F4-4058-BFB8-BA850B7FD9CF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GT_12012">
            <a:extLst>
              <a:ext uri="{FF2B5EF4-FFF2-40B4-BE49-F238E27FC236}">
                <a16:creationId xmlns:a16="http://schemas.microsoft.com/office/drawing/2014/main" id="{C2709351-696C-4742-9D22-85D1675419EF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GT_12013">
            <a:extLst>
              <a:ext uri="{FF2B5EF4-FFF2-40B4-BE49-F238E27FC236}">
                <a16:creationId xmlns:a16="http://schemas.microsoft.com/office/drawing/2014/main" id="{2AE61B87-F4E7-4760-B286-3984BF1EF127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GT_12014">
            <a:extLst>
              <a:ext uri="{FF2B5EF4-FFF2-40B4-BE49-F238E27FC236}">
                <a16:creationId xmlns:a16="http://schemas.microsoft.com/office/drawing/2014/main" id="{C4D4BD3F-8D3D-49DB-B77A-F4E01D93B06A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GT_12015">
            <a:extLst>
              <a:ext uri="{FF2B5EF4-FFF2-40B4-BE49-F238E27FC236}">
                <a16:creationId xmlns:a16="http://schemas.microsoft.com/office/drawing/2014/main" id="{C6A947C6-BF5C-41DA-89CA-4F07EED58A63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GT_12016">
            <a:extLst>
              <a:ext uri="{FF2B5EF4-FFF2-40B4-BE49-F238E27FC236}">
                <a16:creationId xmlns:a16="http://schemas.microsoft.com/office/drawing/2014/main" id="{E84613E2-D485-49B7-A928-573E7D8B0D3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GT_12017">
            <a:extLst>
              <a:ext uri="{FF2B5EF4-FFF2-40B4-BE49-F238E27FC236}">
                <a16:creationId xmlns:a16="http://schemas.microsoft.com/office/drawing/2014/main" id="{1FA7E11E-AF55-44B5-ACC3-410DE78C0240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GT_12018">
            <a:extLst>
              <a:ext uri="{FF2B5EF4-FFF2-40B4-BE49-F238E27FC236}">
                <a16:creationId xmlns:a16="http://schemas.microsoft.com/office/drawing/2014/main" id="{6E8DB3CF-9D90-4838-B400-BD73A4F956F4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GT_12019">
            <a:extLst>
              <a:ext uri="{FF2B5EF4-FFF2-40B4-BE49-F238E27FC236}">
                <a16:creationId xmlns:a16="http://schemas.microsoft.com/office/drawing/2014/main" id="{CED0BD0C-D1B7-4361-BB4D-D7DA58DD5C17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GT_12020">
            <a:extLst>
              <a:ext uri="{FF2B5EF4-FFF2-40B4-BE49-F238E27FC236}">
                <a16:creationId xmlns:a16="http://schemas.microsoft.com/office/drawing/2014/main" id="{F23495AE-5FB7-4A20-AC03-C7F241CAD022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GT_12021">
            <a:extLst>
              <a:ext uri="{FF2B5EF4-FFF2-40B4-BE49-F238E27FC236}">
                <a16:creationId xmlns:a16="http://schemas.microsoft.com/office/drawing/2014/main" id="{819EF68B-742A-4B52-A805-D264AF634C1B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GT_12022">
            <a:extLst>
              <a:ext uri="{FF2B5EF4-FFF2-40B4-BE49-F238E27FC236}">
                <a16:creationId xmlns:a16="http://schemas.microsoft.com/office/drawing/2014/main" id="{73B8F752-2760-42EF-9455-AEF53152DEE5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GT_12023">
            <a:extLst>
              <a:ext uri="{FF2B5EF4-FFF2-40B4-BE49-F238E27FC236}">
                <a16:creationId xmlns:a16="http://schemas.microsoft.com/office/drawing/2014/main" id="{C17731A9-840F-4184-9B43-640A9574F26D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GT_12024">
            <a:extLst>
              <a:ext uri="{FF2B5EF4-FFF2-40B4-BE49-F238E27FC236}">
                <a16:creationId xmlns:a16="http://schemas.microsoft.com/office/drawing/2014/main" id="{5F08D20C-60D8-469B-8879-E6968D5E58B6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GT_12025">
            <a:extLst>
              <a:ext uri="{FF2B5EF4-FFF2-40B4-BE49-F238E27FC236}">
                <a16:creationId xmlns:a16="http://schemas.microsoft.com/office/drawing/2014/main" id="{3546A5DE-A37A-4718-BCD9-8A58965750BF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GT_12026">
            <a:extLst>
              <a:ext uri="{FF2B5EF4-FFF2-40B4-BE49-F238E27FC236}">
                <a16:creationId xmlns:a16="http://schemas.microsoft.com/office/drawing/2014/main" id="{B75503E5-1536-4F36-AFF2-3E51F675E77A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GT_12027">
            <a:extLst>
              <a:ext uri="{FF2B5EF4-FFF2-40B4-BE49-F238E27FC236}">
                <a16:creationId xmlns:a16="http://schemas.microsoft.com/office/drawing/2014/main" id="{0E0A2A93-9C1F-433D-84BB-2E5CB90CB610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GT_12028">
            <a:extLst>
              <a:ext uri="{FF2B5EF4-FFF2-40B4-BE49-F238E27FC236}">
                <a16:creationId xmlns:a16="http://schemas.microsoft.com/office/drawing/2014/main" id="{3001C043-95E4-4B62-92CB-76EDAF8E41D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GT_12029">
            <a:extLst>
              <a:ext uri="{FF2B5EF4-FFF2-40B4-BE49-F238E27FC236}">
                <a16:creationId xmlns:a16="http://schemas.microsoft.com/office/drawing/2014/main" id="{198F5820-EDE6-4EC6-94C2-B75365FF4501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GT_12030">
            <a:extLst>
              <a:ext uri="{FF2B5EF4-FFF2-40B4-BE49-F238E27FC236}">
                <a16:creationId xmlns:a16="http://schemas.microsoft.com/office/drawing/2014/main" id="{7B242A57-C6C2-4B5D-A447-9016012A3A67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GT_12031">
            <a:extLst>
              <a:ext uri="{FF2B5EF4-FFF2-40B4-BE49-F238E27FC236}">
                <a16:creationId xmlns:a16="http://schemas.microsoft.com/office/drawing/2014/main" id="{AA0379A2-6E18-4623-894F-1BEAE9424946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GT_12032">
            <a:extLst>
              <a:ext uri="{FF2B5EF4-FFF2-40B4-BE49-F238E27FC236}">
                <a16:creationId xmlns:a16="http://schemas.microsoft.com/office/drawing/2014/main" id="{04807A29-01F9-4B76-9768-1EA7E22925FA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GT_12033">
            <a:extLst>
              <a:ext uri="{FF2B5EF4-FFF2-40B4-BE49-F238E27FC236}">
                <a16:creationId xmlns:a16="http://schemas.microsoft.com/office/drawing/2014/main" id="{F95AC9F3-A70F-4BDE-8C5F-4EEE34D4AEC9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GT_12034">
            <a:extLst>
              <a:ext uri="{FF2B5EF4-FFF2-40B4-BE49-F238E27FC236}">
                <a16:creationId xmlns:a16="http://schemas.microsoft.com/office/drawing/2014/main" id="{47CD692F-8A6A-4F6D-BBCB-E4BEA419EE8E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GT_12035">
            <a:extLst>
              <a:ext uri="{FF2B5EF4-FFF2-40B4-BE49-F238E27FC236}">
                <a16:creationId xmlns:a16="http://schemas.microsoft.com/office/drawing/2014/main" id="{78AD68C2-D54D-4314-A782-A178736BECDB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GT_12036">
            <a:extLst>
              <a:ext uri="{FF2B5EF4-FFF2-40B4-BE49-F238E27FC236}">
                <a16:creationId xmlns:a16="http://schemas.microsoft.com/office/drawing/2014/main" id="{9FD78B70-5467-469B-98F0-1E932393513B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GT_12037">
            <a:extLst>
              <a:ext uri="{FF2B5EF4-FFF2-40B4-BE49-F238E27FC236}">
                <a16:creationId xmlns:a16="http://schemas.microsoft.com/office/drawing/2014/main" id="{FA91CB45-A460-4D49-8A96-54B8DF04799D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GT_12038">
            <a:extLst>
              <a:ext uri="{FF2B5EF4-FFF2-40B4-BE49-F238E27FC236}">
                <a16:creationId xmlns:a16="http://schemas.microsoft.com/office/drawing/2014/main" id="{1D8BB89C-EFBA-4585-8742-7A08C6C7331A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GT_12039">
            <a:extLst>
              <a:ext uri="{FF2B5EF4-FFF2-40B4-BE49-F238E27FC236}">
                <a16:creationId xmlns:a16="http://schemas.microsoft.com/office/drawing/2014/main" id="{892438D7-D29D-4F6B-90A1-3412C80EE7E4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GT_12040">
            <a:extLst>
              <a:ext uri="{FF2B5EF4-FFF2-40B4-BE49-F238E27FC236}">
                <a16:creationId xmlns:a16="http://schemas.microsoft.com/office/drawing/2014/main" id="{EE4F8B31-2C4F-493E-8D57-82906179C168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GT_12041">
            <a:extLst>
              <a:ext uri="{FF2B5EF4-FFF2-40B4-BE49-F238E27FC236}">
                <a16:creationId xmlns:a16="http://schemas.microsoft.com/office/drawing/2014/main" id="{F197A266-C6EB-4E30-B9AA-7BADEAF50E0B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GT_12042">
            <a:extLst>
              <a:ext uri="{FF2B5EF4-FFF2-40B4-BE49-F238E27FC236}">
                <a16:creationId xmlns:a16="http://schemas.microsoft.com/office/drawing/2014/main" id="{4C467692-A229-4194-82BF-0E6B51F618F5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GT_12043">
            <a:extLst>
              <a:ext uri="{FF2B5EF4-FFF2-40B4-BE49-F238E27FC236}">
                <a16:creationId xmlns:a16="http://schemas.microsoft.com/office/drawing/2014/main" id="{AA7C9C52-4022-4CA5-BC5C-91F827FA539E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GT_12044">
            <a:extLst>
              <a:ext uri="{FF2B5EF4-FFF2-40B4-BE49-F238E27FC236}">
                <a16:creationId xmlns:a16="http://schemas.microsoft.com/office/drawing/2014/main" id="{7E9C9727-1B24-48FD-83C9-13C3D4BE944E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GT_12045">
            <a:extLst>
              <a:ext uri="{FF2B5EF4-FFF2-40B4-BE49-F238E27FC236}">
                <a16:creationId xmlns:a16="http://schemas.microsoft.com/office/drawing/2014/main" id="{FAB89A1F-3065-4833-999C-E55605DF80AB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GT_12046">
            <a:extLst>
              <a:ext uri="{FF2B5EF4-FFF2-40B4-BE49-F238E27FC236}">
                <a16:creationId xmlns:a16="http://schemas.microsoft.com/office/drawing/2014/main" id="{83D40C6F-3538-4448-83EE-E9CE8BFA8CF3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GT_12047">
            <a:extLst>
              <a:ext uri="{FF2B5EF4-FFF2-40B4-BE49-F238E27FC236}">
                <a16:creationId xmlns:a16="http://schemas.microsoft.com/office/drawing/2014/main" id="{2A758383-C8C5-4E3E-B864-BEFD6DF9F575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GT_12048">
            <a:extLst>
              <a:ext uri="{FF2B5EF4-FFF2-40B4-BE49-F238E27FC236}">
                <a16:creationId xmlns:a16="http://schemas.microsoft.com/office/drawing/2014/main" id="{BFA8A145-B3D6-4CC6-85A8-864686A6D4EF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GT_12049">
            <a:extLst>
              <a:ext uri="{FF2B5EF4-FFF2-40B4-BE49-F238E27FC236}">
                <a16:creationId xmlns:a16="http://schemas.microsoft.com/office/drawing/2014/main" id="{52A3300E-5F6B-492E-80F2-B2C798A9454B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GT_12050">
            <a:extLst>
              <a:ext uri="{FF2B5EF4-FFF2-40B4-BE49-F238E27FC236}">
                <a16:creationId xmlns:a16="http://schemas.microsoft.com/office/drawing/2014/main" id="{D76C6464-48BB-43FC-A881-38EDD48F54C1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GT_12051">
            <a:extLst>
              <a:ext uri="{FF2B5EF4-FFF2-40B4-BE49-F238E27FC236}">
                <a16:creationId xmlns:a16="http://schemas.microsoft.com/office/drawing/2014/main" id="{10D23E7A-BDE7-4202-BE23-982EB8A240CE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GT_12052">
            <a:extLst>
              <a:ext uri="{FF2B5EF4-FFF2-40B4-BE49-F238E27FC236}">
                <a16:creationId xmlns:a16="http://schemas.microsoft.com/office/drawing/2014/main" id="{480E5E9A-AC61-4D62-81C1-6931DBB5B4E5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GT_12053">
            <a:extLst>
              <a:ext uri="{FF2B5EF4-FFF2-40B4-BE49-F238E27FC236}">
                <a16:creationId xmlns:a16="http://schemas.microsoft.com/office/drawing/2014/main" id="{77A35E21-77C9-4AFD-BAC0-D7D8A87A725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GT_12054">
            <a:extLst>
              <a:ext uri="{FF2B5EF4-FFF2-40B4-BE49-F238E27FC236}">
                <a16:creationId xmlns:a16="http://schemas.microsoft.com/office/drawing/2014/main" id="{A7F69E37-A9D6-4022-84ED-06BB79E6BC9C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GT_12055">
            <a:extLst>
              <a:ext uri="{FF2B5EF4-FFF2-40B4-BE49-F238E27FC236}">
                <a16:creationId xmlns:a16="http://schemas.microsoft.com/office/drawing/2014/main" id="{F54ADBCD-CD44-498D-B7C2-872B32A1949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GT_12056">
            <a:extLst>
              <a:ext uri="{FF2B5EF4-FFF2-40B4-BE49-F238E27FC236}">
                <a16:creationId xmlns:a16="http://schemas.microsoft.com/office/drawing/2014/main" id="{FE5BC088-3F2B-495A-8563-BE6985924B23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GT_12057">
            <a:extLst>
              <a:ext uri="{FF2B5EF4-FFF2-40B4-BE49-F238E27FC236}">
                <a16:creationId xmlns:a16="http://schemas.microsoft.com/office/drawing/2014/main" id="{6900553B-8657-4CBA-8BB0-2F9E474CCDD7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GT_12058">
            <a:extLst>
              <a:ext uri="{FF2B5EF4-FFF2-40B4-BE49-F238E27FC236}">
                <a16:creationId xmlns:a16="http://schemas.microsoft.com/office/drawing/2014/main" id="{F7072DC1-466B-4F83-B3E4-6D77CAA06B19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GT_12059">
            <a:extLst>
              <a:ext uri="{FF2B5EF4-FFF2-40B4-BE49-F238E27FC236}">
                <a16:creationId xmlns:a16="http://schemas.microsoft.com/office/drawing/2014/main" id="{1683C5FC-CFB2-4822-B25A-BC24090F8C8A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GT_12060">
            <a:extLst>
              <a:ext uri="{FF2B5EF4-FFF2-40B4-BE49-F238E27FC236}">
                <a16:creationId xmlns:a16="http://schemas.microsoft.com/office/drawing/2014/main" id="{3549B1C1-3E2C-4E32-9501-041811073425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GT_12061">
            <a:extLst>
              <a:ext uri="{FF2B5EF4-FFF2-40B4-BE49-F238E27FC236}">
                <a16:creationId xmlns:a16="http://schemas.microsoft.com/office/drawing/2014/main" id="{2E92F221-04FC-438A-A41E-40F8A817ADA7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GT_12062">
            <a:extLst>
              <a:ext uri="{FF2B5EF4-FFF2-40B4-BE49-F238E27FC236}">
                <a16:creationId xmlns:a16="http://schemas.microsoft.com/office/drawing/2014/main" id="{D1AAB15E-BE7A-4965-8479-FE2C90FA068D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GT_12063">
            <a:extLst>
              <a:ext uri="{FF2B5EF4-FFF2-40B4-BE49-F238E27FC236}">
                <a16:creationId xmlns:a16="http://schemas.microsoft.com/office/drawing/2014/main" id="{4F21FF5C-A0A9-4241-B935-1EFAA79A7A9A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GT_12064">
            <a:extLst>
              <a:ext uri="{FF2B5EF4-FFF2-40B4-BE49-F238E27FC236}">
                <a16:creationId xmlns:a16="http://schemas.microsoft.com/office/drawing/2014/main" id="{5762A631-696C-4C84-AD3D-3D64D9009CE7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GT_12065">
            <a:extLst>
              <a:ext uri="{FF2B5EF4-FFF2-40B4-BE49-F238E27FC236}">
                <a16:creationId xmlns:a16="http://schemas.microsoft.com/office/drawing/2014/main" id="{DDFF913F-C7D4-45A0-B20D-0D062B7E21A2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GT_12066">
            <a:extLst>
              <a:ext uri="{FF2B5EF4-FFF2-40B4-BE49-F238E27FC236}">
                <a16:creationId xmlns:a16="http://schemas.microsoft.com/office/drawing/2014/main" id="{54043455-0CF2-4A18-9F26-D1B60AF01651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GT_12067">
            <a:extLst>
              <a:ext uri="{FF2B5EF4-FFF2-40B4-BE49-F238E27FC236}">
                <a16:creationId xmlns:a16="http://schemas.microsoft.com/office/drawing/2014/main" id="{85016126-3FF7-4282-B75B-6456D0E93A94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GT_12068">
            <a:extLst>
              <a:ext uri="{FF2B5EF4-FFF2-40B4-BE49-F238E27FC236}">
                <a16:creationId xmlns:a16="http://schemas.microsoft.com/office/drawing/2014/main" id="{05189BDC-7A39-4B9B-A8B7-37AEFD257A8B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GT_12069">
            <a:extLst>
              <a:ext uri="{FF2B5EF4-FFF2-40B4-BE49-F238E27FC236}">
                <a16:creationId xmlns:a16="http://schemas.microsoft.com/office/drawing/2014/main" id="{A8FBDDA4-269C-4522-900E-48C7F83B4290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GT_12070">
            <a:extLst>
              <a:ext uri="{FF2B5EF4-FFF2-40B4-BE49-F238E27FC236}">
                <a16:creationId xmlns:a16="http://schemas.microsoft.com/office/drawing/2014/main" id="{553EAC04-69A4-4217-8464-F6A0753A6708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GT_12071">
            <a:extLst>
              <a:ext uri="{FF2B5EF4-FFF2-40B4-BE49-F238E27FC236}">
                <a16:creationId xmlns:a16="http://schemas.microsoft.com/office/drawing/2014/main" id="{A5BDD37A-25A9-478B-A0DC-4932F54DCA03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GT_12072">
            <a:extLst>
              <a:ext uri="{FF2B5EF4-FFF2-40B4-BE49-F238E27FC236}">
                <a16:creationId xmlns:a16="http://schemas.microsoft.com/office/drawing/2014/main" id="{E11DE20B-E443-42A2-A70C-E264BB597440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GT_12073">
            <a:extLst>
              <a:ext uri="{FF2B5EF4-FFF2-40B4-BE49-F238E27FC236}">
                <a16:creationId xmlns:a16="http://schemas.microsoft.com/office/drawing/2014/main" id="{000CA683-0865-4158-806E-4FF0092D85D0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GT_12074">
            <a:extLst>
              <a:ext uri="{FF2B5EF4-FFF2-40B4-BE49-F238E27FC236}">
                <a16:creationId xmlns:a16="http://schemas.microsoft.com/office/drawing/2014/main" id="{CBB52E84-D718-4FD2-800C-C6E853F3853D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GT_12075">
            <a:extLst>
              <a:ext uri="{FF2B5EF4-FFF2-40B4-BE49-F238E27FC236}">
                <a16:creationId xmlns:a16="http://schemas.microsoft.com/office/drawing/2014/main" id="{BA2B1C04-1F4D-4715-8A16-9FBEDAA8EF4C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GT_12076">
            <a:extLst>
              <a:ext uri="{FF2B5EF4-FFF2-40B4-BE49-F238E27FC236}">
                <a16:creationId xmlns:a16="http://schemas.microsoft.com/office/drawing/2014/main" id="{40DF1C17-13BF-46CD-85DD-34E9C2B48880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GT_12077">
            <a:extLst>
              <a:ext uri="{FF2B5EF4-FFF2-40B4-BE49-F238E27FC236}">
                <a16:creationId xmlns:a16="http://schemas.microsoft.com/office/drawing/2014/main" id="{C60819CC-D520-4C5A-8462-F453F9B1BD5C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GT_12078">
            <a:extLst>
              <a:ext uri="{FF2B5EF4-FFF2-40B4-BE49-F238E27FC236}">
                <a16:creationId xmlns:a16="http://schemas.microsoft.com/office/drawing/2014/main" id="{F25DAF69-A1A8-41D7-8658-534F057AFB07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GT_12079">
            <a:extLst>
              <a:ext uri="{FF2B5EF4-FFF2-40B4-BE49-F238E27FC236}">
                <a16:creationId xmlns:a16="http://schemas.microsoft.com/office/drawing/2014/main" id="{94617C18-91B1-4CB9-9691-02D8E51AF7AC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GT_12080">
            <a:extLst>
              <a:ext uri="{FF2B5EF4-FFF2-40B4-BE49-F238E27FC236}">
                <a16:creationId xmlns:a16="http://schemas.microsoft.com/office/drawing/2014/main" id="{D5E8E192-744A-4993-90F5-8F2A6A609061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GT_12081">
            <a:extLst>
              <a:ext uri="{FF2B5EF4-FFF2-40B4-BE49-F238E27FC236}">
                <a16:creationId xmlns:a16="http://schemas.microsoft.com/office/drawing/2014/main" id="{580D6944-CC61-4FCE-B908-8C7FA0ACBE3C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GT_12082">
            <a:extLst>
              <a:ext uri="{FF2B5EF4-FFF2-40B4-BE49-F238E27FC236}">
                <a16:creationId xmlns:a16="http://schemas.microsoft.com/office/drawing/2014/main" id="{E4E599E3-D515-41A9-AA88-4A5C31B4C1EE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GT_12083">
            <a:extLst>
              <a:ext uri="{FF2B5EF4-FFF2-40B4-BE49-F238E27FC236}">
                <a16:creationId xmlns:a16="http://schemas.microsoft.com/office/drawing/2014/main" id="{A3761003-0549-4992-9F0B-C8E9233AC26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GT_12084">
            <a:extLst>
              <a:ext uri="{FF2B5EF4-FFF2-40B4-BE49-F238E27FC236}">
                <a16:creationId xmlns:a16="http://schemas.microsoft.com/office/drawing/2014/main" id="{BFEAD18C-AA30-44F7-96AD-7B8A08976601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GT_12085">
            <a:extLst>
              <a:ext uri="{FF2B5EF4-FFF2-40B4-BE49-F238E27FC236}">
                <a16:creationId xmlns:a16="http://schemas.microsoft.com/office/drawing/2014/main" id="{190FF0A9-6BB3-4076-A93B-CB6360012D64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GT_12086">
            <a:extLst>
              <a:ext uri="{FF2B5EF4-FFF2-40B4-BE49-F238E27FC236}">
                <a16:creationId xmlns:a16="http://schemas.microsoft.com/office/drawing/2014/main" id="{6F7BE732-DF1D-4D06-AB09-D9E2CE43CF95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GT_12087">
            <a:extLst>
              <a:ext uri="{FF2B5EF4-FFF2-40B4-BE49-F238E27FC236}">
                <a16:creationId xmlns:a16="http://schemas.microsoft.com/office/drawing/2014/main" id="{4945ED4B-7C70-41B0-87A5-110FE08F9E88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GT_12088">
            <a:extLst>
              <a:ext uri="{FF2B5EF4-FFF2-40B4-BE49-F238E27FC236}">
                <a16:creationId xmlns:a16="http://schemas.microsoft.com/office/drawing/2014/main" id="{5FEC2D03-3C11-4366-9A7E-71B94255AC20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GT_12089">
            <a:extLst>
              <a:ext uri="{FF2B5EF4-FFF2-40B4-BE49-F238E27FC236}">
                <a16:creationId xmlns:a16="http://schemas.microsoft.com/office/drawing/2014/main" id="{2AEDDE75-38F5-4D2F-A73D-D7C1976EF587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GT_12090">
            <a:extLst>
              <a:ext uri="{FF2B5EF4-FFF2-40B4-BE49-F238E27FC236}">
                <a16:creationId xmlns:a16="http://schemas.microsoft.com/office/drawing/2014/main" id="{9FFFC1EB-9784-426B-A111-973CB1766496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GT_12091">
            <a:extLst>
              <a:ext uri="{FF2B5EF4-FFF2-40B4-BE49-F238E27FC236}">
                <a16:creationId xmlns:a16="http://schemas.microsoft.com/office/drawing/2014/main" id="{773654AB-8921-40B2-92CC-9ED7FE77A75E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GT_12092">
            <a:extLst>
              <a:ext uri="{FF2B5EF4-FFF2-40B4-BE49-F238E27FC236}">
                <a16:creationId xmlns:a16="http://schemas.microsoft.com/office/drawing/2014/main" id="{740C69D1-E028-4DAD-B4B9-636ACA885DC0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GT_12093">
            <a:extLst>
              <a:ext uri="{FF2B5EF4-FFF2-40B4-BE49-F238E27FC236}">
                <a16:creationId xmlns:a16="http://schemas.microsoft.com/office/drawing/2014/main" id="{96305EEA-1FA9-463C-905C-555330AD11BA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GT_12094">
            <a:extLst>
              <a:ext uri="{FF2B5EF4-FFF2-40B4-BE49-F238E27FC236}">
                <a16:creationId xmlns:a16="http://schemas.microsoft.com/office/drawing/2014/main" id="{F6680CC7-8AFC-4254-AB6E-21C280FA1C0A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A1_bar_GT_12095">
            <a:extLst>
              <a:ext uri="{FF2B5EF4-FFF2-40B4-BE49-F238E27FC236}">
                <a16:creationId xmlns:a16="http://schemas.microsoft.com/office/drawing/2014/main" id="{1841A46C-4B90-4E3E-8B1A-A038091E8143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A1_bar_GT_12096">
            <a:extLst>
              <a:ext uri="{FF2B5EF4-FFF2-40B4-BE49-F238E27FC236}">
                <a16:creationId xmlns:a16="http://schemas.microsoft.com/office/drawing/2014/main" id="{FBCBB03D-D01F-4EBB-9771-3D52A4847B78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A1_bar_GT_12097">
            <a:extLst>
              <a:ext uri="{FF2B5EF4-FFF2-40B4-BE49-F238E27FC236}">
                <a16:creationId xmlns:a16="http://schemas.microsoft.com/office/drawing/2014/main" id="{D9B16FE0-9921-420A-AE8F-597939CA9CD6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A1_bar_GT_12098">
            <a:extLst>
              <a:ext uri="{FF2B5EF4-FFF2-40B4-BE49-F238E27FC236}">
                <a16:creationId xmlns:a16="http://schemas.microsoft.com/office/drawing/2014/main" id="{FFF9327A-4BB6-41BA-BD4F-C4BF1AC30DD4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A1_bar_GT_12099">
            <a:extLst>
              <a:ext uri="{FF2B5EF4-FFF2-40B4-BE49-F238E27FC236}">
                <a16:creationId xmlns:a16="http://schemas.microsoft.com/office/drawing/2014/main" id="{0601AB12-9BF7-488B-86FE-552EBE4638E9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A1_bar_GT_12100">
            <a:extLst>
              <a:ext uri="{FF2B5EF4-FFF2-40B4-BE49-F238E27FC236}">
                <a16:creationId xmlns:a16="http://schemas.microsoft.com/office/drawing/2014/main" id="{589E3163-8EBF-400E-98F9-F8FE1BAFD5FE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A1_bar_GT_12101">
            <a:extLst>
              <a:ext uri="{FF2B5EF4-FFF2-40B4-BE49-F238E27FC236}">
                <a16:creationId xmlns:a16="http://schemas.microsoft.com/office/drawing/2014/main" id="{3FD35C6A-366C-46D3-9150-E4D5793FFC0B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A1_bar_GT_12102">
            <a:extLst>
              <a:ext uri="{FF2B5EF4-FFF2-40B4-BE49-F238E27FC236}">
                <a16:creationId xmlns:a16="http://schemas.microsoft.com/office/drawing/2014/main" id="{BF0141D0-CB1E-46EC-A780-221D7575796A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A1_bar_GT_12103">
            <a:extLst>
              <a:ext uri="{FF2B5EF4-FFF2-40B4-BE49-F238E27FC236}">
                <a16:creationId xmlns:a16="http://schemas.microsoft.com/office/drawing/2014/main" id="{706C3873-2434-4217-8340-E8ADFABD9EBC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A1_bar_GT_12104">
            <a:extLst>
              <a:ext uri="{FF2B5EF4-FFF2-40B4-BE49-F238E27FC236}">
                <a16:creationId xmlns:a16="http://schemas.microsoft.com/office/drawing/2014/main" id="{52205EF6-45B7-47C6-B06F-A91CAA5D1896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A1_bar_GT_12105">
            <a:extLst>
              <a:ext uri="{FF2B5EF4-FFF2-40B4-BE49-F238E27FC236}">
                <a16:creationId xmlns:a16="http://schemas.microsoft.com/office/drawing/2014/main" id="{70581FF6-12F7-45B1-8062-6BB158056765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A1_bar_GT_12106">
            <a:extLst>
              <a:ext uri="{FF2B5EF4-FFF2-40B4-BE49-F238E27FC236}">
                <a16:creationId xmlns:a16="http://schemas.microsoft.com/office/drawing/2014/main" id="{2E4646F3-7D98-4432-937C-2B64CB0804E6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A1_bar_GT_12107">
            <a:extLst>
              <a:ext uri="{FF2B5EF4-FFF2-40B4-BE49-F238E27FC236}">
                <a16:creationId xmlns:a16="http://schemas.microsoft.com/office/drawing/2014/main" id="{A27C87E4-5C64-4391-84A9-848A24213D82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A1_bar_GT_12108">
            <a:extLst>
              <a:ext uri="{FF2B5EF4-FFF2-40B4-BE49-F238E27FC236}">
                <a16:creationId xmlns:a16="http://schemas.microsoft.com/office/drawing/2014/main" id="{125EA341-4491-47A0-9CBA-AB1DC677E80C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A1_bar_GT_12109">
            <a:extLst>
              <a:ext uri="{FF2B5EF4-FFF2-40B4-BE49-F238E27FC236}">
                <a16:creationId xmlns:a16="http://schemas.microsoft.com/office/drawing/2014/main" id="{10651A14-10BF-4FAC-A632-382BEF4EAF03}"/>
              </a:ext>
            </a:extLst>
          </p:cNvPr>
          <p:cNvSpPr>
            <a:spLocks noGrp="1"/>
          </p:cNvSpPr>
          <p:nvPr/>
        </p:nvSpPr>
        <p:spPr>
          <a:xfrm>
            <a:off x="1912034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4" name="A1_bar_GT_12110">
            <a:extLst>
              <a:ext uri="{FF2B5EF4-FFF2-40B4-BE49-F238E27FC236}">
                <a16:creationId xmlns:a16="http://schemas.microsoft.com/office/drawing/2014/main" id="{9C2DC726-A8C0-4AA8-B1EF-745946346A7B}"/>
              </a:ext>
            </a:extLst>
          </p:cNvPr>
          <p:cNvSpPr>
            <a:spLocks noGrp="1"/>
          </p:cNvSpPr>
          <p:nvPr/>
        </p:nvSpPr>
        <p:spPr>
          <a:xfrm>
            <a:off x="1821539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5" name="A1_bar_GT_12111">
            <a:extLst>
              <a:ext uri="{FF2B5EF4-FFF2-40B4-BE49-F238E27FC236}">
                <a16:creationId xmlns:a16="http://schemas.microsoft.com/office/drawing/2014/main" id="{3BF9ACAD-83CF-4D79-9900-7632B7AE8263}"/>
              </a:ext>
            </a:extLst>
          </p:cNvPr>
          <p:cNvSpPr>
            <a:spLocks noGrp="1"/>
          </p:cNvSpPr>
          <p:nvPr/>
        </p:nvSpPr>
        <p:spPr>
          <a:xfrm>
            <a:off x="1821539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6" name="A1_bar_GT_12112">
            <a:extLst>
              <a:ext uri="{FF2B5EF4-FFF2-40B4-BE49-F238E27FC236}">
                <a16:creationId xmlns:a16="http://schemas.microsoft.com/office/drawing/2014/main" id="{C867AACA-53B2-4299-8E6B-8295D61FB8C4}"/>
              </a:ext>
            </a:extLst>
          </p:cNvPr>
          <p:cNvSpPr>
            <a:spLocks noGrp="1"/>
          </p:cNvSpPr>
          <p:nvPr/>
        </p:nvSpPr>
        <p:spPr>
          <a:xfrm>
            <a:off x="3485857" y="3913975"/>
            <a:ext cx="191" cy="310503"/>
          </a:xfrm>
          <a:custGeom>
            <a:avLst/>
            <a:gdLst/>
            <a:ahLst/>
            <a:cxnLst/>
            <a:rect l="0" t="0" r="0" b="0"/>
            <a:pathLst>
              <a:path w="191" h="310503">
                <a:moveTo>
                  <a:pt x="0" y="3105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7" name="A1_bar_GT_12113">
            <a:extLst>
              <a:ext uri="{FF2B5EF4-FFF2-40B4-BE49-F238E27FC236}">
                <a16:creationId xmlns:a16="http://schemas.microsoft.com/office/drawing/2014/main" id="{B5F27FED-D1CA-4953-A8EB-1245574EE639}"/>
              </a:ext>
            </a:extLst>
          </p:cNvPr>
          <p:cNvSpPr>
            <a:spLocks noGrp="1"/>
          </p:cNvSpPr>
          <p:nvPr/>
        </p:nvSpPr>
        <p:spPr>
          <a:xfrm>
            <a:off x="3395362" y="422447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8" name="A1_bar_GT_12114">
            <a:extLst>
              <a:ext uri="{FF2B5EF4-FFF2-40B4-BE49-F238E27FC236}">
                <a16:creationId xmlns:a16="http://schemas.microsoft.com/office/drawing/2014/main" id="{1EE22F54-501B-49CA-836A-AEA0312A7FB6}"/>
              </a:ext>
            </a:extLst>
          </p:cNvPr>
          <p:cNvSpPr>
            <a:spLocks noGrp="1"/>
          </p:cNvSpPr>
          <p:nvPr/>
        </p:nvSpPr>
        <p:spPr>
          <a:xfrm>
            <a:off x="3395362" y="391397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9" name="A1_bar_GT_12115">
            <a:extLst>
              <a:ext uri="{FF2B5EF4-FFF2-40B4-BE49-F238E27FC236}">
                <a16:creationId xmlns:a16="http://schemas.microsoft.com/office/drawing/2014/main" id="{79648948-AEB4-441D-8AF1-6A49E762C0B6}"/>
              </a:ext>
            </a:extLst>
          </p:cNvPr>
          <p:cNvSpPr>
            <a:spLocks noGrp="1"/>
          </p:cNvSpPr>
          <p:nvPr/>
        </p:nvSpPr>
        <p:spPr>
          <a:xfrm>
            <a:off x="5059680" y="3972556"/>
            <a:ext cx="191" cy="308257"/>
          </a:xfrm>
          <a:custGeom>
            <a:avLst/>
            <a:gdLst/>
            <a:ahLst/>
            <a:cxnLst/>
            <a:rect l="0" t="0" r="0" b="0"/>
            <a:pathLst>
              <a:path w="191" h="308257">
                <a:moveTo>
                  <a:pt x="0" y="30825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0" name="A1_bar_GT_12116">
            <a:extLst>
              <a:ext uri="{FF2B5EF4-FFF2-40B4-BE49-F238E27FC236}">
                <a16:creationId xmlns:a16="http://schemas.microsoft.com/office/drawing/2014/main" id="{9D35D136-4F1E-448D-AB17-2845ACE9C2A7}"/>
              </a:ext>
            </a:extLst>
          </p:cNvPr>
          <p:cNvSpPr>
            <a:spLocks noGrp="1"/>
          </p:cNvSpPr>
          <p:nvPr/>
        </p:nvSpPr>
        <p:spPr>
          <a:xfrm>
            <a:off x="4969185" y="42808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1" name="A1_bar_GT_12117">
            <a:extLst>
              <a:ext uri="{FF2B5EF4-FFF2-40B4-BE49-F238E27FC236}">
                <a16:creationId xmlns:a16="http://schemas.microsoft.com/office/drawing/2014/main" id="{8A30589F-5AEB-4775-B2CB-9BBC994AC8DF}"/>
              </a:ext>
            </a:extLst>
          </p:cNvPr>
          <p:cNvSpPr>
            <a:spLocks noGrp="1"/>
          </p:cNvSpPr>
          <p:nvPr/>
        </p:nvSpPr>
        <p:spPr>
          <a:xfrm>
            <a:off x="4969185" y="397255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2" name="A1_bar_GT_12118">
            <a:extLst>
              <a:ext uri="{FF2B5EF4-FFF2-40B4-BE49-F238E27FC236}">
                <a16:creationId xmlns:a16="http://schemas.microsoft.com/office/drawing/2014/main" id="{D35B2DB3-1461-484F-94F3-F29E73F53636}"/>
              </a:ext>
            </a:extLst>
          </p:cNvPr>
          <p:cNvSpPr>
            <a:spLocks noGrp="1"/>
          </p:cNvSpPr>
          <p:nvPr/>
        </p:nvSpPr>
        <p:spPr>
          <a:xfrm>
            <a:off x="6633503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3" name="A1_bar_GT_12119">
            <a:extLst>
              <a:ext uri="{FF2B5EF4-FFF2-40B4-BE49-F238E27FC236}">
                <a16:creationId xmlns:a16="http://schemas.microsoft.com/office/drawing/2014/main" id="{6E43D896-875C-492B-9598-76E762C0E04D}"/>
              </a:ext>
            </a:extLst>
          </p:cNvPr>
          <p:cNvSpPr>
            <a:spLocks noGrp="1"/>
          </p:cNvSpPr>
          <p:nvPr/>
        </p:nvSpPr>
        <p:spPr>
          <a:xfrm>
            <a:off x="6543008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4" name="A1_bar_GT_12120">
            <a:extLst>
              <a:ext uri="{FF2B5EF4-FFF2-40B4-BE49-F238E27FC236}">
                <a16:creationId xmlns:a16="http://schemas.microsoft.com/office/drawing/2014/main" id="{B59896AB-63B9-4854-B136-41C4E49C6ED6}"/>
              </a:ext>
            </a:extLst>
          </p:cNvPr>
          <p:cNvSpPr>
            <a:spLocks noGrp="1"/>
          </p:cNvSpPr>
          <p:nvPr/>
        </p:nvSpPr>
        <p:spPr>
          <a:xfrm>
            <a:off x="6543008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5" name="A1_bar_GT_12121">
            <a:extLst>
              <a:ext uri="{FF2B5EF4-FFF2-40B4-BE49-F238E27FC236}">
                <a16:creationId xmlns:a16="http://schemas.microsoft.com/office/drawing/2014/main" id="{AB96DF33-843B-4256-B1DE-4E3A8D7B44AB}"/>
              </a:ext>
            </a:extLst>
          </p:cNvPr>
          <p:cNvSpPr>
            <a:spLocks noGrp="1"/>
          </p:cNvSpPr>
          <p:nvPr/>
        </p:nvSpPr>
        <p:spPr>
          <a:xfrm>
            <a:off x="8207326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6" name="A1_bar_GT_12122">
            <a:extLst>
              <a:ext uri="{FF2B5EF4-FFF2-40B4-BE49-F238E27FC236}">
                <a16:creationId xmlns:a16="http://schemas.microsoft.com/office/drawing/2014/main" id="{30E515FB-62D8-438F-8BB3-D97E07EDAF9C}"/>
              </a:ext>
            </a:extLst>
          </p:cNvPr>
          <p:cNvSpPr>
            <a:spLocks noGrp="1"/>
          </p:cNvSpPr>
          <p:nvPr/>
        </p:nvSpPr>
        <p:spPr>
          <a:xfrm>
            <a:off x="8116831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7" name="A1_bar_GT_12123">
            <a:extLst>
              <a:ext uri="{FF2B5EF4-FFF2-40B4-BE49-F238E27FC236}">
                <a16:creationId xmlns:a16="http://schemas.microsoft.com/office/drawing/2014/main" id="{13F42C03-1758-4A08-8101-AFBE7DEADE2C}"/>
              </a:ext>
            </a:extLst>
          </p:cNvPr>
          <p:cNvSpPr>
            <a:spLocks noGrp="1"/>
          </p:cNvSpPr>
          <p:nvPr/>
        </p:nvSpPr>
        <p:spPr>
          <a:xfrm>
            <a:off x="8116831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8" name="A1_bar_GT_12124">
            <a:extLst>
              <a:ext uri="{FF2B5EF4-FFF2-40B4-BE49-F238E27FC236}">
                <a16:creationId xmlns:a16="http://schemas.microsoft.com/office/drawing/2014/main" id="{122B0716-497F-4551-B18B-8C81E5C0CD0C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GT_12125">
            <a:extLst>
              <a:ext uri="{FF2B5EF4-FFF2-40B4-BE49-F238E27FC236}">
                <a16:creationId xmlns:a16="http://schemas.microsoft.com/office/drawing/2014/main" id="{9DE66BC1-A221-4E40-B4F1-0C808A49C668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GT_12126">
            <a:extLst>
              <a:ext uri="{FF2B5EF4-FFF2-40B4-BE49-F238E27FC236}">
                <a16:creationId xmlns:a16="http://schemas.microsoft.com/office/drawing/2014/main" id="{030F5909-93D2-4646-945F-FC3201451DE2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GT_12127">
            <a:extLst>
              <a:ext uri="{FF2B5EF4-FFF2-40B4-BE49-F238E27FC236}">
                <a16:creationId xmlns:a16="http://schemas.microsoft.com/office/drawing/2014/main" id="{974A1252-4139-4F0D-AD8B-BA30C5BA19A9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GT_12128">
            <a:extLst>
              <a:ext uri="{FF2B5EF4-FFF2-40B4-BE49-F238E27FC236}">
                <a16:creationId xmlns:a16="http://schemas.microsoft.com/office/drawing/2014/main" id="{C9C46237-0382-44AE-AEA8-AE9F34927944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GT_12129">
            <a:extLst>
              <a:ext uri="{FF2B5EF4-FFF2-40B4-BE49-F238E27FC236}">
                <a16:creationId xmlns:a16="http://schemas.microsoft.com/office/drawing/2014/main" id="{9655DBB4-21A0-4D21-A509-4192C830CA68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GT_12130">
            <a:extLst>
              <a:ext uri="{FF2B5EF4-FFF2-40B4-BE49-F238E27FC236}">
                <a16:creationId xmlns:a16="http://schemas.microsoft.com/office/drawing/2014/main" id="{7E9D51BC-B9C2-4C6D-A530-A02011CBB23E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GT_12131">
            <a:extLst>
              <a:ext uri="{FF2B5EF4-FFF2-40B4-BE49-F238E27FC236}">
                <a16:creationId xmlns:a16="http://schemas.microsoft.com/office/drawing/2014/main" id="{2177145D-31B8-4AF1-95BF-74FB8DAA667A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GT_12132">
            <a:extLst>
              <a:ext uri="{FF2B5EF4-FFF2-40B4-BE49-F238E27FC236}">
                <a16:creationId xmlns:a16="http://schemas.microsoft.com/office/drawing/2014/main" id="{C88BFA67-BD92-4165-BE67-8F46EA7F7BA3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GT_12133">
            <a:extLst>
              <a:ext uri="{FF2B5EF4-FFF2-40B4-BE49-F238E27FC236}">
                <a16:creationId xmlns:a16="http://schemas.microsoft.com/office/drawing/2014/main" id="{7CBE9213-924F-40D4-9745-078EABF20D47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GT_12134">
            <a:extLst>
              <a:ext uri="{FF2B5EF4-FFF2-40B4-BE49-F238E27FC236}">
                <a16:creationId xmlns:a16="http://schemas.microsoft.com/office/drawing/2014/main" id="{43696243-9F63-4DD3-92C8-30153BBCBAC4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GT_12135">
            <a:extLst>
              <a:ext uri="{FF2B5EF4-FFF2-40B4-BE49-F238E27FC236}">
                <a16:creationId xmlns:a16="http://schemas.microsoft.com/office/drawing/2014/main" id="{C8D5A58A-C2C8-4FEB-B709-C51B307D6962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GT_12136">
            <a:extLst>
              <a:ext uri="{FF2B5EF4-FFF2-40B4-BE49-F238E27FC236}">
                <a16:creationId xmlns:a16="http://schemas.microsoft.com/office/drawing/2014/main" id="{818DC19E-E085-4657-90A8-32955DF2C3CA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GT_12137">
            <a:extLst>
              <a:ext uri="{FF2B5EF4-FFF2-40B4-BE49-F238E27FC236}">
                <a16:creationId xmlns:a16="http://schemas.microsoft.com/office/drawing/2014/main" id="{4108A5CF-1307-475C-889F-B921730D5A1D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GT_12138">
            <a:extLst>
              <a:ext uri="{FF2B5EF4-FFF2-40B4-BE49-F238E27FC236}">
                <a16:creationId xmlns:a16="http://schemas.microsoft.com/office/drawing/2014/main" id="{8620AA1D-67B2-46BF-B3E2-71AF5C059BF6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GT_12139">
            <a:extLst>
              <a:ext uri="{FF2B5EF4-FFF2-40B4-BE49-F238E27FC236}">
                <a16:creationId xmlns:a16="http://schemas.microsoft.com/office/drawing/2014/main" id="{83C6C712-3D73-4380-A343-BFF987F33B74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A1_bar_GT_12140">
            <a:extLst>
              <a:ext uri="{FF2B5EF4-FFF2-40B4-BE49-F238E27FC236}">
                <a16:creationId xmlns:a16="http://schemas.microsoft.com/office/drawing/2014/main" id="{E630BAF9-30D8-47E5-A301-B96547227674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A1_bar_GT_12141">
            <a:extLst>
              <a:ext uri="{FF2B5EF4-FFF2-40B4-BE49-F238E27FC236}">
                <a16:creationId xmlns:a16="http://schemas.microsoft.com/office/drawing/2014/main" id="{149CDCB9-AF7B-4B58-B2A2-CC48A7FD8005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A1_bar_GT_12142">
            <a:extLst>
              <a:ext uri="{FF2B5EF4-FFF2-40B4-BE49-F238E27FC236}">
                <a16:creationId xmlns:a16="http://schemas.microsoft.com/office/drawing/2014/main" id="{116546F0-ACB4-42AD-BA9A-0CB24FC6288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A1_bar_GT_12143">
            <a:extLst>
              <a:ext uri="{FF2B5EF4-FFF2-40B4-BE49-F238E27FC236}">
                <a16:creationId xmlns:a16="http://schemas.microsoft.com/office/drawing/2014/main" id="{7E782BA7-4D65-4ED0-A776-610DB1E5D1AF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A1_bar_GT_12144">
            <a:extLst>
              <a:ext uri="{FF2B5EF4-FFF2-40B4-BE49-F238E27FC236}">
                <a16:creationId xmlns:a16="http://schemas.microsoft.com/office/drawing/2014/main" id="{0C374C91-89A7-4C76-AABD-4E507F4DB427}"/>
              </a:ext>
            </a:extLst>
          </p:cNvPr>
          <p:cNvSpPr>
            <a:spLocks noGrp="1"/>
          </p:cNvSpPr>
          <p:nvPr/>
        </p:nvSpPr>
        <p:spPr>
          <a:xfrm>
            <a:off x="1767242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89" name="A1_bar_GT_12145">
            <a:extLst>
              <a:ext uri="{FF2B5EF4-FFF2-40B4-BE49-F238E27FC236}">
                <a16:creationId xmlns:a16="http://schemas.microsoft.com/office/drawing/2014/main" id="{1C65AF3D-3CDF-4C02-8A0A-635648290664}"/>
              </a:ext>
            </a:extLst>
          </p:cNvPr>
          <p:cNvSpPr>
            <a:spLocks noGrp="1"/>
          </p:cNvSpPr>
          <p:nvPr/>
        </p:nvSpPr>
        <p:spPr>
          <a:xfrm>
            <a:off x="3341065" y="406711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0" name="A1_bar_GT_12146">
            <a:extLst>
              <a:ext uri="{FF2B5EF4-FFF2-40B4-BE49-F238E27FC236}">
                <a16:creationId xmlns:a16="http://schemas.microsoft.com/office/drawing/2014/main" id="{76C01056-352C-449A-BF13-25A7562D9D09}"/>
              </a:ext>
            </a:extLst>
          </p:cNvPr>
          <p:cNvSpPr>
            <a:spLocks noGrp="1"/>
          </p:cNvSpPr>
          <p:nvPr/>
        </p:nvSpPr>
        <p:spPr>
          <a:xfrm>
            <a:off x="4914888" y="41233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1" name="A1_bar_GT_12147">
            <a:extLst>
              <a:ext uri="{FF2B5EF4-FFF2-40B4-BE49-F238E27FC236}">
                <a16:creationId xmlns:a16="http://schemas.microsoft.com/office/drawing/2014/main" id="{0BCE978F-8AED-4D13-A311-818F8D955D84}"/>
              </a:ext>
            </a:extLst>
          </p:cNvPr>
          <p:cNvSpPr>
            <a:spLocks noGrp="1"/>
          </p:cNvSpPr>
          <p:nvPr/>
        </p:nvSpPr>
        <p:spPr>
          <a:xfrm>
            <a:off x="6488711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2" name="A1_bar_GT_12148">
            <a:extLst>
              <a:ext uri="{FF2B5EF4-FFF2-40B4-BE49-F238E27FC236}">
                <a16:creationId xmlns:a16="http://schemas.microsoft.com/office/drawing/2014/main" id="{8B59B7E6-25B0-466B-AFEF-939C4CFCA95E}"/>
              </a:ext>
            </a:extLst>
          </p:cNvPr>
          <p:cNvSpPr>
            <a:spLocks noGrp="1"/>
          </p:cNvSpPr>
          <p:nvPr/>
        </p:nvSpPr>
        <p:spPr>
          <a:xfrm>
            <a:off x="8062534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3" name="A1_bar_GT_12149">
            <a:extLst>
              <a:ext uri="{FF2B5EF4-FFF2-40B4-BE49-F238E27FC236}">
                <a16:creationId xmlns:a16="http://schemas.microsoft.com/office/drawing/2014/main" id="{C8544B09-54B1-4880-A2D9-14A903C36846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GT_12150">
            <a:extLst>
              <a:ext uri="{FF2B5EF4-FFF2-40B4-BE49-F238E27FC236}">
                <a16:creationId xmlns:a16="http://schemas.microsoft.com/office/drawing/2014/main" id="{163ED6A9-4B33-4EAC-80DB-C2FB33FD43BC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GT_12151">
            <a:extLst>
              <a:ext uri="{FF2B5EF4-FFF2-40B4-BE49-F238E27FC236}">
                <a16:creationId xmlns:a16="http://schemas.microsoft.com/office/drawing/2014/main" id="{986441BD-CF8B-498F-867D-78BE887205B9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GT_12152">
            <a:extLst>
              <a:ext uri="{FF2B5EF4-FFF2-40B4-BE49-F238E27FC236}">
                <a16:creationId xmlns:a16="http://schemas.microsoft.com/office/drawing/2014/main" id="{73F0FF20-0A52-4140-8A31-1A1366000F7A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GT_12153">
            <a:extLst>
              <a:ext uri="{FF2B5EF4-FFF2-40B4-BE49-F238E27FC236}">
                <a16:creationId xmlns:a16="http://schemas.microsoft.com/office/drawing/2014/main" id="{B858726C-9FF3-4270-A765-1BCEB58D902C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2154">
            <a:extLst>
              <a:ext uri="{FF2B5EF4-FFF2-40B4-BE49-F238E27FC236}">
                <a16:creationId xmlns:a16="http://schemas.microsoft.com/office/drawing/2014/main" id="{34067FE5-5AE1-430C-BB23-D92E85FF9631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194050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GT receptor</a:t>
            </a:r>
          </a:p>
        </p:txBody>
      </p:sp>
      <p:sp>
        <p:nvSpPr>
          <p:cNvPr id="2799" name="text_12155">
            <a:extLst>
              <a:ext uri="{FF2B5EF4-FFF2-40B4-BE49-F238E27FC236}">
                <a16:creationId xmlns:a16="http://schemas.microsoft.com/office/drawing/2014/main" id="{3B2B3A1E-5F99-4D76-B65E-1073AA1ADBA7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GT_12156">
            <a:extLst>
              <a:ext uri="{FF2B5EF4-FFF2-40B4-BE49-F238E27FC236}">
                <a16:creationId xmlns:a16="http://schemas.microsoft.com/office/drawing/2014/main" id="{6D976A18-C4AE-4806-A70A-67EF4185D18D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2157">
            <a:extLst>
              <a:ext uri="{FF2B5EF4-FFF2-40B4-BE49-F238E27FC236}">
                <a16:creationId xmlns:a16="http://schemas.microsoft.com/office/drawing/2014/main" id="{D6EF7485-3AB8-45D9-A2C1-E5BC3783E290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GT_12158">
            <a:extLst>
              <a:ext uri="{FF2B5EF4-FFF2-40B4-BE49-F238E27FC236}">
                <a16:creationId xmlns:a16="http://schemas.microsoft.com/office/drawing/2014/main" id="{DE10F27E-C16A-4423-ADB7-78BE60445720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DB9955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2159">
            <a:extLst>
              <a:ext uri="{FF2B5EF4-FFF2-40B4-BE49-F238E27FC236}">
                <a16:creationId xmlns:a16="http://schemas.microsoft.com/office/drawing/2014/main" id="{AEEBFA09-E39A-4348-9D7B-72754F7B2C7B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GT_12160">
            <a:extLst>
              <a:ext uri="{FF2B5EF4-FFF2-40B4-BE49-F238E27FC236}">
                <a16:creationId xmlns:a16="http://schemas.microsoft.com/office/drawing/2014/main" id="{FCAB07E8-850B-4BDD-AD6E-8F8EB71004F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2161">
            <a:extLst>
              <a:ext uri="{FF2B5EF4-FFF2-40B4-BE49-F238E27FC236}">
                <a16:creationId xmlns:a16="http://schemas.microsoft.com/office/drawing/2014/main" id="{44C1244B-CEEF-4EF0-AFAC-F797CC06E203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7723171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GT_12162">
            <a:extLst>
              <a:ext uri="{FF2B5EF4-FFF2-40B4-BE49-F238E27FC236}">
                <a16:creationId xmlns:a16="http://schemas.microsoft.com/office/drawing/2014/main" id="{0D5B603F-42DE-43C9-A93A-84A9973BC23D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GT_12163">
            <a:extLst>
              <a:ext uri="{FF2B5EF4-FFF2-40B4-BE49-F238E27FC236}">
                <a16:creationId xmlns:a16="http://schemas.microsoft.com/office/drawing/2014/main" id="{10DEF409-4D6B-4EBB-BAEC-B4DEAA240E30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GT_12164">
            <a:extLst>
              <a:ext uri="{FF2B5EF4-FFF2-40B4-BE49-F238E27FC236}">
                <a16:creationId xmlns:a16="http://schemas.microsoft.com/office/drawing/2014/main" id="{D8419F54-F454-4BFE-97BC-DD80AEDFADA8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GT_12165">
            <a:extLst>
              <a:ext uri="{FF2B5EF4-FFF2-40B4-BE49-F238E27FC236}">
                <a16:creationId xmlns:a16="http://schemas.microsoft.com/office/drawing/2014/main" id="{9871B79D-770C-4D51-AE44-AC16A3470BD4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GT_12166">
            <a:extLst>
              <a:ext uri="{FF2B5EF4-FFF2-40B4-BE49-F238E27FC236}">
                <a16:creationId xmlns:a16="http://schemas.microsoft.com/office/drawing/2014/main" id="{3B3FB5F7-BE0C-46ED-8165-9E357B7D4B1E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GT_12167">
            <a:extLst>
              <a:ext uri="{FF2B5EF4-FFF2-40B4-BE49-F238E27FC236}">
                <a16:creationId xmlns:a16="http://schemas.microsoft.com/office/drawing/2014/main" id="{3EEEA609-9462-4AB4-B8FA-BF432089A295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GT_12168">
            <a:extLst>
              <a:ext uri="{FF2B5EF4-FFF2-40B4-BE49-F238E27FC236}">
                <a16:creationId xmlns:a16="http://schemas.microsoft.com/office/drawing/2014/main" id="{3FF4AB5B-8270-46B2-AB1F-EE1F482B1612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GT_12169">
            <a:extLst>
              <a:ext uri="{FF2B5EF4-FFF2-40B4-BE49-F238E27FC236}">
                <a16:creationId xmlns:a16="http://schemas.microsoft.com/office/drawing/2014/main" id="{95633DCE-FE94-4273-B20F-0A141A5F6DBF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solidFill>
            <a:srgbClr val="007C83">
              <a:alpha val="6000"/>
            </a:srgbClr>
          </a:solidFill>
          <a:ln w="22949">
            <a:solidFill>
              <a:srgbClr val="007C83">
                <a:alpha val="6000"/>
              </a:srgbClr>
            </a:solidFill>
            <a:prstDash val="solid"/>
          </a:ln>
        </p:spPr>
      </p:sp>
      <p:sp>
        <p:nvSpPr>
          <p:cNvPr id="9" name="A2_polygon_GT_12170">
            <a:extLst>
              <a:ext uri="{FF2B5EF4-FFF2-40B4-BE49-F238E27FC236}">
                <a16:creationId xmlns:a16="http://schemas.microsoft.com/office/drawing/2014/main" id="{4CD89695-A6CA-41B1-A265-1571B3BE0D87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solidFill>
            <a:srgbClr val="DB9955">
              <a:alpha val="6000"/>
            </a:srgbClr>
          </a:solidFill>
          <a:ln w="22949">
            <a:solidFill>
              <a:srgbClr val="DB9955">
                <a:alpha val="6000"/>
              </a:srgbClr>
            </a:solidFill>
            <a:prstDash val="solid"/>
          </a:ln>
        </p:spPr>
      </p:sp>
      <p:sp>
        <p:nvSpPr>
          <p:cNvPr id="10" name="A2_polygon_GT_12171">
            <a:extLst>
              <a:ext uri="{FF2B5EF4-FFF2-40B4-BE49-F238E27FC236}">
                <a16:creationId xmlns:a16="http://schemas.microsoft.com/office/drawing/2014/main" id="{E86D6528-A203-40F1-8EF3-D59F4F9A0CA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GT_12172">
            <a:extLst>
              <a:ext uri="{FF2B5EF4-FFF2-40B4-BE49-F238E27FC236}">
                <a16:creationId xmlns:a16="http://schemas.microsoft.com/office/drawing/2014/main" id="{D1E606BC-8EFF-4218-862A-3448954C4E5E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2173">
            <a:extLst>
              <a:ext uri="{FF2B5EF4-FFF2-40B4-BE49-F238E27FC236}">
                <a16:creationId xmlns:a16="http://schemas.microsoft.com/office/drawing/2014/main" id="{F0DB8A15-234F-4E8F-BC79-A844D1D986EF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2174">
            <a:extLst>
              <a:ext uri="{FF2B5EF4-FFF2-40B4-BE49-F238E27FC236}">
                <a16:creationId xmlns:a16="http://schemas.microsoft.com/office/drawing/2014/main" id="{50D700C8-D900-4E6E-88B3-ED37A57DC1AA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GT_12175">
            <a:extLst>
              <a:ext uri="{FF2B5EF4-FFF2-40B4-BE49-F238E27FC236}">
                <a16:creationId xmlns:a16="http://schemas.microsoft.com/office/drawing/2014/main" id="{D071BCD5-2545-4750-9359-CD28302AF546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2176">
            <a:extLst>
              <a:ext uri="{FF2B5EF4-FFF2-40B4-BE49-F238E27FC236}">
                <a16:creationId xmlns:a16="http://schemas.microsoft.com/office/drawing/2014/main" id="{39A9F70B-FA7C-41AA-B6F3-9C586683C42C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177">
            <a:extLst>
              <a:ext uri="{FF2B5EF4-FFF2-40B4-BE49-F238E27FC236}">
                <a16:creationId xmlns:a16="http://schemas.microsoft.com/office/drawing/2014/main" id="{763056D2-FB84-4D1F-8265-8DEE83DD2543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GT_12178">
            <a:extLst>
              <a:ext uri="{FF2B5EF4-FFF2-40B4-BE49-F238E27FC236}">
                <a16:creationId xmlns:a16="http://schemas.microsoft.com/office/drawing/2014/main" id="{C5703CA9-00EE-41BD-AF37-3EF8569F977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2179">
            <a:extLst>
              <a:ext uri="{FF2B5EF4-FFF2-40B4-BE49-F238E27FC236}">
                <a16:creationId xmlns:a16="http://schemas.microsoft.com/office/drawing/2014/main" id="{7BDF7438-CF48-47E0-8B61-8D38C7F99C56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2180">
            <a:extLst>
              <a:ext uri="{FF2B5EF4-FFF2-40B4-BE49-F238E27FC236}">
                <a16:creationId xmlns:a16="http://schemas.microsoft.com/office/drawing/2014/main" id="{264EA1D3-D399-4148-9ACF-A56A8B083BD2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GT_12181">
            <a:extLst>
              <a:ext uri="{FF2B5EF4-FFF2-40B4-BE49-F238E27FC236}">
                <a16:creationId xmlns:a16="http://schemas.microsoft.com/office/drawing/2014/main" id="{29E0D218-CCD9-4627-BF97-8C97CAD5CE49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2182">
            <a:extLst>
              <a:ext uri="{FF2B5EF4-FFF2-40B4-BE49-F238E27FC236}">
                <a16:creationId xmlns:a16="http://schemas.microsoft.com/office/drawing/2014/main" id="{C9B3CB3F-30E9-4ABC-80A9-7D52C2E97132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2183">
            <a:extLst>
              <a:ext uri="{FF2B5EF4-FFF2-40B4-BE49-F238E27FC236}">
                <a16:creationId xmlns:a16="http://schemas.microsoft.com/office/drawing/2014/main" id="{BC32A353-4426-4053-A90B-DFC9B1056880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GT_12184">
            <a:extLst>
              <a:ext uri="{FF2B5EF4-FFF2-40B4-BE49-F238E27FC236}">
                <a16:creationId xmlns:a16="http://schemas.microsoft.com/office/drawing/2014/main" id="{92BFC9E8-033D-4A72-90E9-27E0BB1A8229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2185">
            <a:extLst>
              <a:ext uri="{FF2B5EF4-FFF2-40B4-BE49-F238E27FC236}">
                <a16:creationId xmlns:a16="http://schemas.microsoft.com/office/drawing/2014/main" id="{4CAD7097-37DB-4AB8-9C64-7DB96044BE0D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2186">
            <a:extLst>
              <a:ext uri="{FF2B5EF4-FFF2-40B4-BE49-F238E27FC236}">
                <a16:creationId xmlns:a16="http://schemas.microsoft.com/office/drawing/2014/main" id="{8425FE88-5D5D-4D10-A2F6-30141AF38807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2187">
            <a:extLst>
              <a:ext uri="{FF2B5EF4-FFF2-40B4-BE49-F238E27FC236}">
                <a16:creationId xmlns:a16="http://schemas.microsoft.com/office/drawing/2014/main" id="{18CD654F-6D1B-44F6-B78F-6A3EF7E0728E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2188">
            <a:extLst>
              <a:ext uri="{FF2B5EF4-FFF2-40B4-BE49-F238E27FC236}">
                <a16:creationId xmlns:a16="http://schemas.microsoft.com/office/drawing/2014/main" id="{49C88973-1632-48AE-8568-23B545314468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2189">
            <a:extLst>
              <a:ext uri="{FF2B5EF4-FFF2-40B4-BE49-F238E27FC236}">
                <a16:creationId xmlns:a16="http://schemas.microsoft.com/office/drawing/2014/main" id="{DCAFD639-5B24-4C38-AC38-1CD62D7CCD51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2190">
            <a:extLst>
              <a:ext uri="{FF2B5EF4-FFF2-40B4-BE49-F238E27FC236}">
                <a16:creationId xmlns:a16="http://schemas.microsoft.com/office/drawing/2014/main" id="{B4791222-A43F-4476-A5C2-6E7D200103BE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2191">
            <a:extLst>
              <a:ext uri="{FF2B5EF4-FFF2-40B4-BE49-F238E27FC236}">
                <a16:creationId xmlns:a16="http://schemas.microsoft.com/office/drawing/2014/main" id="{6CEC73D2-5440-49A3-9571-411B6B47C98C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GT_12192">
            <a:extLst>
              <a:ext uri="{FF2B5EF4-FFF2-40B4-BE49-F238E27FC236}">
                <a16:creationId xmlns:a16="http://schemas.microsoft.com/office/drawing/2014/main" id="{02B299F9-25F8-478D-99F9-3CA43AE054EE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32" name="A2_polygon_GT_12193">
            <a:extLst>
              <a:ext uri="{FF2B5EF4-FFF2-40B4-BE49-F238E27FC236}">
                <a16:creationId xmlns:a16="http://schemas.microsoft.com/office/drawing/2014/main" id="{AEF88035-BD9D-484B-B4C0-DAAC1CCAAD1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3" name="A2_polygon_GT_12194">
            <a:extLst>
              <a:ext uri="{FF2B5EF4-FFF2-40B4-BE49-F238E27FC236}">
                <a16:creationId xmlns:a16="http://schemas.microsoft.com/office/drawing/2014/main" id="{9FFD0BD6-3ACC-4730-A405-8CF6BF89D4F6}"/>
              </a:ext>
            </a:extLst>
          </p:cNvPr>
          <p:cNvSpPr>
            <a:spLocks noGrp="1"/>
          </p:cNvSpPr>
          <p:nvPr/>
        </p:nvSpPr>
        <p:spPr>
          <a:xfrm>
            <a:off x="6259983" y="3625493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4" name="A2_polygon_GT_12195">
            <a:extLst>
              <a:ext uri="{FF2B5EF4-FFF2-40B4-BE49-F238E27FC236}">
                <a16:creationId xmlns:a16="http://schemas.microsoft.com/office/drawing/2014/main" id="{4B02181A-8A10-4FE6-AD81-74545CFCCD6F}"/>
              </a:ext>
            </a:extLst>
          </p:cNvPr>
          <p:cNvSpPr>
            <a:spLocks noGrp="1"/>
          </p:cNvSpPr>
          <p:nvPr/>
        </p:nvSpPr>
        <p:spPr>
          <a:xfrm>
            <a:off x="5432392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5" name="A2_polygon_GT_12196">
            <a:extLst>
              <a:ext uri="{FF2B5EF4-FFF2-40B4-BE49-F238E27FC236}">
                <a16:creationId xmlns:a16="http://schemas.microsoft.com/office/drawing/2014/main" id="{522BBD32-9BEB-442D-BD1D-F2561B84B094}"/>
              </a:ext>
            </a:extLst>
          </p:cNvPr>
          <p:cNvSpPr>
            <a:spLocks noGrp="1"/>
          </p:cNvSpPr>
          <p:nvPr/>
        </p:nvSpPr>
        <p:spPr>
          <a:xfrm>
            <a:off x="4023763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6" name="A2_polygon_GT_12197">
            <a:extLst>
              <a:ext uri="{FF2B5EF4-FFF2-40B4-BE49-F238E27FC236}">
                <a16:creationId xmlns:a16="http://schemas.microsoft.com/office/drawing/2014/main" id="{568DD2EF-969B-4940-9BE7-FB38EF3AEAE8}"/>
              </a:ext>
            </a:extLst>
          </p:cNvPr>
          <p:cNvSpPr>
            <a:spLocks noGrp="1"/>
          </p:cNvSpPr>
          <p:nvPr/>
        </p:nvSpPr>
        <p:spPr>
          <a:xfrm>
            <a:off x="3154701" y="3612019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7" name="A2_polygon_GT_12198">
            <a:extLst>
              <a:ext uri="{FF2B5EF4-FFF2-40B4-BE49-F238E27FC236}">
                <a16:creationId xmlns:a16="http://schemas.microsoft.com/office/drawing/2014/main" id="{4119AA1C-4C52-4035-A298-B54262ABE53C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8" name="A2_polygon_GT_12199">
            <a:extLst>
              <a:ext uri="{FF2B5EF4-FFF2-40B4-BE49-F238E27FC236}">
                <a16:creationId xmlns:a16="http://schemas.microsoft.com/office/drawing/2014/main" id="{0039FD44-C619-43E2-8A14-2DC00D464E3C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39" name="A2_polygon_GT_12200">
            <a:extLst>
              <a:ext uri="{FF2B5EF4-FFF2-40B4-BE49-F238E27FC236}">
                <a16:creationId xmlns:a16="http://schemas.microsoft.com/office/drawing/2014/main" id="{1B9BBE68-1989-452A-A4BC-EA35317CE94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0" name="A2_polygon_GT_12201">
            <a:extLst>
              <a:ext uri="{FF2B5EF4-FFF2-40B4-BE49-F238E27FC236}">
                <a16:creationId xmlns:a16="http://schemas.microsoft.com/office/drawing/2014/main" id="{BC51455B-33B3-4A12-A91D-C7C8F6599AB7}"/>
              </a:ext>
            </a:extLst>
          </p:cNvPr>
          <p:cNvSpPr>
            <a:spLocks noGrp="1"/>
          </p:cNvSpPr>
          <p:nvPr/>
        </p:nvSpPr>
        <p:spPr>
          <a:xfrm>
            <a:off x="6189845" y="364828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1" name="A2_polygon_GT_12202">
            <a:extLst>
              <a:ext uri="{FF2B5EF4-FFF2-40B4-BE49-F238E27FC236}">
                <a16:creationId xmlns:a16="http://schemas.microsoft.com/office/drawing/2014/main" id="{E5A44FD2-49DF-422E-B607-BEA09D489C9E}"/>
              </a:ext>
            </a:extLst>
          </p:cNvPr>
          <p:cNvSpPr>
            <a:spLocks noGrp="1"/>
          </p:cNvSpPr>
          <p:nvPr/>
        </p:nvSpPr>
        <p:spPr>
          <a:xfrm>
            <a:off x="5422438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2" name="A2_polygon_GT_12203">
            <a:extLst>
              <a:ext uri="{FF2B5EF4-FFF2-40B4-BE49-F238E27FC236}">
                <a16:creationId xmlns:a16="http://schemas.microsoft.com/office/drawing/2014/main" id="{CBD12259-6A5D-4D4C-A007-5733DC18F0D4}"/>
              </a:ext>
            </a:extLst>
          </p:cNvPr>
          <p:cNvSpPr>
            <a:spLocks noGrp="1"/>
          </p:cNvSpPr>
          <p:nvPr/>
        </p:nvSpPr>
        <p:spPr>
          <a:xfrm>
            <a:off x="4033716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3" name="A2_polygon_GT_12204">
            <a:extLst>
              <a:ext uri="{FF2B5EF4-FFF2-40B4-BE49-F238E27FC236}">
                <a16:creationId xmlns:a16="http://schemas.microsoft.com/office/drawing/2014/main" id="{57C8C9C1-E811-4510-9DE5-D16E8917CA20}"/>
              </a:ext>
            </a:extLst>
          </p:cNvPr>
          <p:cNvSpPr>
            <a:spLocks noGrp="1"/>
          </p:cNvSpPr>
          <p:nvPr/>
        </p:nvSpPr>
        <p:spPr>
          <a:xfrm>
            <a:off x="3225018" y="363486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4" name="A2_polygon_GT_12205">
            <a:extLst>
              <a:ext uri="{FF2B5EF4-FFF2-40B4-BE49-F238E27FC236}">
                <a16:creationId xmlns:a16="http://schemas.microsoft.com/office/drawing/2014/main" id="{33F269F4-4098-4F2B-9202-BB428EB23DC6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5" name="A2_polygon_GT_12206">
            <a:extLst>
              <a:ext uri="{FF2B5EF4-FFF2-40B4-BE49-F238E27FC236}">
                <a16:creationId xmlns:a16="http://schemas.microsoft.com/office/drawing/2014/main" id="{DBEBC743-4688-4C4C-A2F1-9CA0311E68D9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GT_12207">
            <a:extLst>
              <a:ext uri="{FF2B5EF4-FFF2-40B4-BE49-F238E27FC236}">
                <a16:creationId xmlns:a16="http://schemas.microsoft.com/office/drawing/2014/main" id="{C912FEE9-A5BD-4087-A72E-2750DE5BCC78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GT_12208">
            <a:extLst>
              <a:ext uri="{FF2B5EF4-FFF2-40B4-BE49-F238E27FC236}">
                <a16:creationId xmlns:a16="http://schemas.microsoft.com/office/drawing/2014/main" id="{BCD5A81D-07F8-41BC-B809-DC3B1A44B359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GT_12209">
            <a:extLst>
              <a:ext uri="{FF2B5EF4-FFF2-40B4-BE49-F238E27FC236}">
                <a16:creationId xmlns:a16="http://schemas.microsoft.com/office/drawing/2014/main" id="{9C428CFD-6899-41BC-8661-FE34C00512E9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GT_12210">
            <a:extLst>
              <a:ext uri="{FF2B5EF4-FFF2-40B4-BE49-F238E27FC236}">
                <a16:creationId xmlns:a16="http://schemas.microsoft.com/office/drawing/2014/main" id="{0E8A756A-78C3-4F17-AC2B-CE463395036C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GT_12211">
            <a:extLst>
              <a:ext uri="{FF2B5EF4-FFF2-40B4-BE49-F238E27FC236}">
                <a16:creationId xmlns:a16="http://schemas.microsoft.com/office/drawing/2014/main" id="{1C13E6B0-3584-4E5D-AC43-4A46345560D6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GT_12212">
            <a:extLst>
              <a:ext uri="{FF2B5EF4-FFF2-40B4-BE49-F238E27FC236}">
                <a16:creationId xmlns:a16="http://schemas.microsoft.com/office/drawing/2014/main" id="{9F2B7B40-67D9-401D-995D-E2D1B5B0EBBF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2213">
            <a:extLst>
              <a:ext uri="{FF2B5EF4-FFF2-40B4-BE49-F238E27FC236}">
                <a16:creationId xmlns:a16="http://schemas.microsoft.com/office/drawing/2014/main" id="{B93729BF-43A7-4702-99D3-BEADD3496881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3556108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GT receptor</a:t>
            </a:r>
          </a:p>
        </p:txBody>
      </p:sp>
      <p:sp>
        <p:nvSpPr>
          <p:cNvPr id="53" name="text_12214">
            <a:extLst>
              <a:ext uri="{FF2B5EF4-FFF2-40B4-BE49-F238E27FC236}">
                <a16:creationId xmlns:a16="http://schemas.microsoft.com/office/drawing/2014/main" id="{4EC6C194-40C1-4F7C-9D73-FBFA930D1C47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GT_12215">
            <a:extLst>
              <a:ext uri="{FF2B5EF4-FFF2-40B4-BE49-F238E27FC236}">
                <a16:creationId xmlns:a16="http://schemas.microsoft.com/office/drawing/2014/main" id="{BE7B587D-9336-4DC1-98D2-A95E5925B80B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55" name="A2_polygon_GT_12216">
            <a:extLst>
              <a:ext uri="{FF2B5EF4-FFF2-40B4-BE49-F238E27FC236}">
                <a16:creationId xmlns:a16="http://schemas.microsoft.com/office/drawing/2014/main" id="{31B60A14-90C3-4850-B873-2A67F730A14B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56" name="text_12217">
            <a:extLst>
              <a:ext uri="{FF2B5EF4-FFF2-40B4-BE49-F238E27FC236}">
                <a16:creationId xmlns:a16="http://schemas.microsoft.com/office/drawing/2014/main" id="{5E217F6A-6F53-4684-B881-CFF3219081AC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GT_12218">
            <a:extLst>
              <a:ext uri="{FF2B5EF4-FFF2-40B4-BE49-F238E27FC236}">
                <a16:creationId xmlns:a16="http://schemas.microsoft.com/office/drawing/2014/main" id="{B1C50272-39AB-4D58-AE9C-07571443CFE8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58" name="A2_polygon_GT_12219">
            <a:extLst>
              <a:ext uri="{FF2B5EF4-FFF2-40B4-BE49-F238E27FC236}">
                <a16:creationId xmlns:a16="http://schemas.microsoft.com/office/drawing/2014/main" id="{721B07DE-CD33-4743-9116-A09C121C1655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59" name="text_12220">
            <a:extLst>
              <a:ext uri="{FF2B5EF4-FFF2-40B4-BE49-F238E27FC236}">
                <a16:creationId xmlns:a16="http://schemas.microsoft.com/office/drawing/2014/main" id="{E69BBC81-7BA6-478A-9464-B8706E52EBC5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GT_12221">
            <a:extLst>
              <a:ext uri="{FF2B5EF4-FFF2-40B4-BE49-F238E27FC236}">
                <a16:creationId xmlns:a16="http://schemas.microsoft.com/office/drawing/2014/main" id="{B57D2142-1BBD-4BBE-A334-D5F8FE3CE7AB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GT_12222">
            <a:extLst>
              <a:ext uri="{FF2B5EF4-FFF2-40B4-BE49-F238E27FC236}">
                <a16:creationId xmlns:a16="http://schemas.microsoft.com/office/drawing/2014/main" id="{5B114AF2-E240-4B76-9A27-AA664D97784F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2223">
            <a:extLst>
              <a:ext uri="{FF2B5EF4-FFF2-40B4-BE49-F238E27FC236}">
                <a16:creationId xmlns:a16="http://schemas.microsoft.com/office/drawing/2014/main" id="{21B3ABAA-3CA8-4896-85BB-C755EDBB59B9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5590458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Cryo_12224">
            <a:extLst>
              <a:ext uri="{FF2B5EF4-FFF2-40B4-BE49-F238E27FC236}">
                <a16:creationId xmlns:a16="http://schemas.microsoft.com/office/drawing/2014/main" id="{290D1D2B-D873-4864-BDD0-00847369E187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Cryo_12225">
            <a:extLst>
              <a:ext uri="{FF2B5EF4-FFF2-40B4-BE49-F238E27FC236}">
                <a16:creationId xmlns:a16="http://schemas.microsoft.com/office/drawing/2014/main" id="{FEBF9D20-8C44-4262-9791-FEB742A2D084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Cryo_12226">
            <a:extLst>
              <a:ext uri="{FF2B5EF4-FFF2-40B4-BE49-F238E27FC236}">
                <a16:creationId xmlns:a16="http://schemas.microsoft.com/office/drawing/2014/main" id="{F3A3E36A-7ECF-4039-8B38-5635D7D1E130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2227">
            <a:extLst>
              <a:ext uri="{FF2B5EF4-FFF2-40B4-BE49-F238E27FC236}">
                <a16:creationId xmlns:a16="http://schemas.microsoft.com/office/drawing/2014/main" id="{AA3F152F-A354-42E1-B17E-3019108727F7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Cryo_12228">
            <a:extLst>
              <a:ext uri="{FF2B5EF4-FFF2-40B4-BE49-F238E27FC236}">
                <a16:creationId xmlns:a16="http://schemas.microsoft.com/office/drawing/2014/main" id="{5538916C-E098-4607-BC52-6742706FEB3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2229">
            <a:extLst>
              <a:ext uri="{FF2B5EF4-FFF2-40B4-BE49-F238E27FC236}">
                <a16:creationId xmlns:a16="http://schemas.microsoft.com/office/drawing/2014/main" id="{2A6362A3-14F0-4915-AB9D-5350D0647703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2230">
            <a:extLst>
              <a:ext uri="{FF2B5EF4-FFF2-40B4-BE49-F238E27FC236}">
                <a16:creationId xmlns:a16="http://schemas.microsoft.com/office/drawing/2014/main" id="{B3C580EE-3DBB-46F4-B2A2-61BA1EC22D8C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Cryo_12231">
            <a:extLst>
              <a:ext uri="{FF2B5EF4-FFF2-40B4-BE49-F238E27FC236}">
                <a16:creationId xmlns:a16="http://schemas.microsoft.com/office/drawing/2014/main" id="{4313A094-6587-4D34-8E8A-FDC3B0247F71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2232">
            <a:extLst>
              <a:ext uri="{FF2B5EF4-FFF2-40B4-BE49-F238E27FC236}">
                <a16:creationId xmlns:a16="http://schemas.microsoft.com/office/drawing/2014/main" id="{FBD89D5E-7E50-45A0-AEC3-F7A54497DDC0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2233">
            <a:extLst>
              <a:ext uri="{FF2B5EF4-FFF2-40B4-BE49-F238E27FC236}">
                <a16:creationId xmlns:a16="http://schemas.microsoft.com/office/drawing/2014/main" id="{786F7D8E-041C-455D-82ED-2E90FBF0E9AB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Cryo_12234">
            <a:extLst>
              <a:ext uri="{FF2B5EF4-FFF2-40B4-BE49-F238E27FC236}">
                <a16:creationId xmlns:a16="http://schemas.microsoft.com/office/drawing/2014/main" id="{E6D96B14-FD51-4373-AF83-41AA127739A8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12235">
            <a:extLst>
              <a:ext uri="{FF2B5EF4-FFF2-40B4-BE49-F238E27FC236}">
                <a16:creationId xmlns:a16="http://schemas.microsoft.com/office/drawing/2014/main" id="{E2FF396F-6154-485B-A8CD-0EC3455E2D6E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12236">
            <a:extLst>
              <a:ext uri="{FF2B5EF4-FFF2-40B4-BE49-F238E27FC236}">
                <a16:creationId xmlns:a16="http://schemas.microsoft.com/office/drawing/2014/main" id="{AC28C59A-3D7E-4DE9-AB21-9D88C3BD7CE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Cryo_12237">
            <a:extLst>
              <a:ext uri="{FF2B5EF4-FFF2-40B4-BE49-F238E27FC236}">
                <a16:creationId xmlns:a16="http://schemas.microsoft.com/office/drawing/2014/main" id="{F35D9001-EDB6-4AA2-9944-4DECC11BE573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12238">
            <a:extLst>
              <a:ext uri="{FF2B5EF4-FFF2-40B4-BE49-F238E27FC236}">
                <a16:creationId xmlns:a16="http://schemas.microsoft.com/office/drawing/2014/main" id="{B49A7030-5D69-4CDA-B192-6F34A565A970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239">
            <a:extLst>
              <a:ext uri="{FF2B5EF4-FFF2-40B4-BE49-F238E27FC236}">
                <a16:creationId xmlns:a16="http://schemas.microsoft.com/office/drawing/2014/main" id="{E548D8F8-F587-4EFD-AB63-BE020E449841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Cryo_12240">
            <a:extLst>
              <a:ext uri="{FF2B5EF4-FFF2-40B4-BE49-F238E27FC236}">
                <a16:creationId xmlns:a16="http://schemas.microsoft.com/office/drawing/2014/main" id="{B35B874C-08D2-4448-80A6-CFC888189AB8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Cryo_12241">
            <a:extLst>
              <a:ext uri="{FF2B5EF4-FFF2-40B4-BE49-F238E27FC236}">
                <a16:creationId xmlns:a16="http://schemas.microsoft.com/office/drawing/2014/main" id="{A0B982A0-E021-41F8-A963-829A76D6F855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12242">
            <a:extLst>
              <a:ext uri="{FF2B5EF4-FFF2-40B4-BE49-F238E27FC236}">
                <a16:creationId xmlns:a16="http://schemas.microsoft.com/office/drawing/2014/main" id="{D109A6C0-A56C-4A9C-9EB4-2B52154D572A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Cryo_12243">
            <a:extLst>
              <a:ext uri="{FF2B5EF4-FFF2-40B4-BE49-F238E27FC236}">
                <a16:creationId xmlns:a16="http://schemas.microsoft.com/office/drawing/2014/main" id="{34FE895E-E1DE-4826-BE91-7FA676AECB82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Cryo_12244">
            <a:extLst>
              <a:ext uri="{FF2B5EF4-FFF2-40B4-BE49-F238E27FC236}">
                <a16:creationId xmlns:a16="http://schemas.microsoft.com/office/drawing/2014/main" id="{A3EDBA78-2C4E-4C45-A738-21FED9159D99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12245">
            <a:extLst>
              <a:ext uri="{FF2B5EF4-FFF2-40B4-BE49-F238E27FC236}">
                <a16:creationId xmlns:a16="http://schemas.microsoft.com/office/drawing/2014/main" id="{33166F2E-47D8-44BE-A698-29DCBD263BB4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Cryo_12246">
            <a:extLst>
              <a:ext uri="{FF2B5EF4-FFF2-40B4-BE49-F238E27FC236}">
                <a16:creationId xmlns:a16="http://schemas.microsoft.com/office/drawing/2014/main" id="{DCDE3477-D4A0-4F46-96F5-5C6530CDDFB0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Cryo_12247">
            <a:extLst>
              <a:ext uri="{FF2B5EF4-FFF2-40B4-BE49-F238E27FC236}">
                <a16:creationId xmlns:a16="http://schemas.microsoft.com/office/drawing/2014/main" id="{D3753E8A-FF92-4132-B5CD-372924E19F8B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12248">
            <a:extLst>
              <a:ext uri="{FF2B5EF4-FFF2-40B4-BE49-F238E27FC236}">
                <a16:creationId xmlns:a16="http://schemas.microsoft.com/office/drawing/2014/main" id="{0C1A8436-A4E0-4889-8E49-794C69D2BE76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Cryo_12249">
            <a:extLst>
              <a:ext uri="{FF2B5EF4-FFF2-40B4-BE49-F238E27FC236}">
                <a16:creationId xmlns:a16="http://schemas.microsoft.com/office/drawing/2014/main" id="{B5A0BF9C-A7D6-4ADD-A1F9-4293C2B4AC44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Cryo_12250">
            <a:extLst>
              <a:ext uri="{FF2B5EF4-FFF2-40B4-BE49-F238E27FC236}">
                <a16:creationId xmlns:a16="http://schemas.microsoft.com/office/drawing/2014/main" id="{A2F8BBB2-1FE7-4BE6-ACD2-D1A464858E75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12251">
            <a:extLst>
              <a:ext uri="{FF2B5EF4-FFF2-40B4-BE49-F238E27FC236}">
                <a16:creationId xmlns:a16="http://schemas.microsoft.com/office/drawing/2014/main" id="{90BC3ED2-04E7-49A3-AABA-5979A9407AFA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Cryo_12252">
            <a:extLst>
              <a:ext uri="{FF2B5EF4-FFF2-40B4-BE49-F238E27FC236}">
                <a16:creationId xmlns:a16="http://schemas.microsoft.com/office/drawing/2014/main" id="{0EEC78B8-F783-4CE1-A9C1-B30C332F0E81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Cryo_12253">
            <a:extLst>
              <a:ext uri="{FF2B5EF4-FFF2-40B4-BE49-F238E27FC236}">
                <a16:creationId xmlns:a16="http://schemas.microsoft.com/office/drawing/2014/main" id="{EB414105-5BF6-4E09-A0F9-BE7670D11E9E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12254">
            <a:extLst>
              <a:ext uri="{FF2B5EF4-FFF2-40B4-BE49-F238E27FC236}">
                <a16:creationId xmlns:a16="http://schemas.microsoft.com/office/drawing/2014/main" id="{B5D1B923-FC39-4E5D-B086-1831B12934DA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Cryo_12255">
            <a:extLst>
              <a:ext uri="{FF2B5EF4-FFF2-40B4-BE49-F238E27FC236}">
                <a16:creationId xmlns:a16="http://schemas.microsoft.com/office/drawing/2014/main" id="{984B5C85-8838-4D8C-99CC-F4AD443E1158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Cryo_12256">
            <a:extLst>
              <a:ext uri="{FF2B5EF4-FFF2-40B4-BE49-F238E27FC236}">
                <a16:creationId xmlns:a16="http://schemas.microsoft.com/office/drawing/2014/main" id="{8323DE82-0A19-4AA1-9C9A-1B6DD4E028F4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12257">
            <a:extLst>
              <a:ext uri="{FF2B5EF4-FFF2-40B4-BE49-F238E27FC236}">
                <a16:creationId xmlns:a16="http://schemas.microsoft.com/office/drawing/2014/main" id="{7CE41B2F-4406-4FE1-B050-571B5715F685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12258">
            <a:extLst>
              <a:ext uri="{FF2B5EF4-FFF2-40B4-BE49-F238E27FC236}">
                <a16:creationId xmlns:a16="http://schemas.microsoft.com/office/drawing/2014/main" id="{A6BFE57A-05CF-4001-B066-A4D6E2384DB2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Cryo_12259">
            <a:extLst>
              <a:ext uri="{FF2B5EF4-FFF2-40B4-BE49-F238E27FC236}">
                <a16:creationId xmlns:a16="http://schemas.microsoft.com/office/drawing/2014/main" id="{E14CEDFF-F752-4B22-A7DE-2C1F0F809B3E}"/>
              </a:ext>
            </a:extLst>
          </p:cNvPr>
          <p:cNvSpPr>
            <a:spLocks noGrp="1"/>
          </p:cNvSpPr>
          <p:nvPr/>
        </p:nvSpPr>
        <p:spPr>
          <a:xfrm>
            <a:off x="1387164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7" name="A1_bar_Cryo_12260">
            <a:extLst>
              <a:ext uri="{FF2B5EF4-FFF2-40B4-BE49-F238E27FC236}">
                <a16:creationId xmlns:a16="http://schemas.microsoft.com/office/drawing/2014/main" id="{31419BB1-CDFE-4AA9-9D5F-BED1D5904B41}"/>
              </a:ext>
            </a:extLst>
          </p:cNvPr>
          <p:cNvSpPr>
            <a:spLocks noGrp="1"/>
          </p:cNvSpPr>
          <p:nvPr/>
        </p:nvSpPr>
        <p:spPr>
          <a:xfrm>
            <a:off x="2960987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8" name="A1_bar_Cryo_12261">
            <a:extLst>
              <a:ext uri="{FF2B5EF4-FFF2-40B4-BE49-F238E27FC236}">
                <a16:creationId xmlns:a16="http://schemas.microsoft.com/office/drawing/2014/main" id="{0204CF63-EA1F-4E29-94BF-E5F27AA7192A}"/>
              </a:ext>
            </a:extLst>
          </p:cNvPr>
          <p:cNvSpPr>
            <a:spLocks noGrp="1"/>
          </p:cNvSpPr>
          <p:nvPr/>
        </p:nvSpPr>
        <p:spPr>
          <a:xfrm>
            <a:off x="4534810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9" name="A1_bar_Cryo_12262">
            <a:extLst>
              <a:ext uri="{FF2B5EF4-FFF2-40B4-BE49-F238E27FC236}">
                <a16:creationId xmlns:a16="http://schemas.microsoft.com/office/drawing/2014/main" id="{78F92BA5-929B-4D07-8A7F-8033355ADF73}"/>
              </a:ext>
            </a:extLst>
          </p:cNvPr>
          <p:cNvSpPr>
            <a:spLocks noGrp="1"/>
          </p:cNvSpPr>
          <p:nvPr/>
        </p:nvSpPr>
        <p:spPr>
          <a:xfrm>
            <a:off x="6108633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0" name="A1_bar_Cryo_12263">
            <a:extLst>
              <a:ext uri="{FF2B5EF4-FFF2-40B4-BE49-F238E27FC236}">
                <a16:creationId xmlns:a16="http://schemas.microsoft.com/office/drawing/2014/main" id="{E8A016CF-4131-4C2E-9326-155EEBC77E1A}"/>
              </a:ext>
            </a:extLst>
          </p:cNvPr>
          <p:cNvSpPr>
            <a:spLocks noGrp="1"/>
          </p:cNvSpPr>
          <p:nvPr/>
        </p:nvSpPr>
        <p:spPr>
          <a:xfrm>
            <a:off x="7682456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1" name="A1_bar_Cryo_12264">
            <a:extLst>
              <a:ext uri="{FF2B5EF4-FFF2-40B4-BE49-F238E27FC236}">
                <a16:creationId xmlns:a16="http://schemas.microsoft.com/office/drawing/2014/main" id="{60215FAC-6F1C-452E-9390-85137FA37D86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2" name="A1_bar_Cryo_12265">
            <a:extLst>
              <a:ext uri="{FF2B5EF4-FFF2-40B4-BE49-F238E27FC236}">
                <a16:creationId xmlns:a16="http://schemas.microsoft.com/office/drawing/2014/main" id="{01A3BF52-75CB-4879-B7A8-046881F5B92C}"/>
              </a:ext>
            </a:extLst>
          </p:cNvPr>
          <p:cNvSpPr>
            <a:spLocks noGrp="1"/>
          </p:cNvSpPr>
          <p:nvPr/>
        </p:nvSpPr>
        <p:spPr>
          <a:xfrm>
            <a:off x="3322966" y="4382999"/>
            <a:ext cx="325781" cy="1732051"/>
          </a:xfrm>
          <a:custGeom>
            <a:avLst/>
            <a:gdLst/>
            <a:ahLst/>
            <a:cxnLst/>
            <a:rect l="0" t="0" r="0" b="0"/>
            <a:pathLst>
              <a:path w="325781" h="1732051">
                <a:moveTo>
                  <a:pt x="0" y="1732051"/>
                </a:moveTo>
                <a:lnTo>
                  <a:pt x="325781" y="1732051"/>
                </a:lnTo>
                <a:lnTo>
                  <a:pt x="325781" y="0"/>
                </a:lnTo>
                <a:lnTo>
                  <a:pt x="0" y="0"/>
                </a:lnTo>
                <a:lnTo>
                  <a:pt x="0" y="1732051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3" name="A1_bar_Cryo_12266">
            <a:extLst>
              <a:ext uri="{FF2B5EF4-FFF2-40B4-BE49-F238E27FC236}">
                <a16:creationId xmlns:a16="http://schemas.microsoft.com/office/drawing/2014/main" id="{369AA7C9-6E39-4A14-997E-98233EC87EDC}"/>
              </a:ext>
            </a:extLst>
          </p:cNvPr>
          <p:cNvSpPr>
            <a:spLocks noGrp="1"/>
          </p:cNvSpPr>
          <p:nvPr/>
        </p:nvSpPr>
        <p:spPr>
          <a:xfrm>
            <a:off x="4896789" y="4426758"/>
            <a:ext cx="325781" cy="1688292"/>
          </a:xfrm>
          <a:custGeom>
            <a:avLst/>
            <a:gdLst/>
            <a:ahLst/>
            <a:cxnLst/>
            <a:rect l="0" t="0" r="0" b="0"/>
            <a:pathLst>
              <a:path w="325781" h="1688292">
                <a:moveTo>
                  <a:pt x="0" y="1688292"/>
                </a:moveTo>
                <a:lnTo>
                  <a:pt x="325781" y="1688292"/>
                </a:lnTo>
                <a:lnTo>
                  <a:pt x="325781" y="0"/>
                </a:lnTo>
                <a:lnTo>
                  <a:pt x="0" y="0"/>
                </a:lnTo>
                <a:lnTo>
                  <a:pt x="0" y="168829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4" name="A1_bar_Cryo_12267">
            <a:extLst>
              <a:ext uri="{FF2B5EF4-FFF2-40B4-BE49-F238E27FC236}">
                <a16:creationId xmlns:a16="http://schemas.microsoft.com/office/drawing/2014/main" id="{49390D51-3A17-4297-B79A-51690615E319}"/>
              </a:ext>
            </a:extLst>
          </p:cNvPr>
          <p:cNvSpPr>
            <a:spLocks noGrp="1"/>
          </p:cNvSpPr>
          <p:nvPr/>
        </p:nvSpPr>
        <p:spPr>
          <a:xfrm>
            <a:off x="6470612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5" name="A1_bar_Cryo_12268">
            <a:extLst>
              <a:ext uri="{FF2B5EF4-FFF2-40B4-BE49-F238E27FC236}">
                <a16:creationId xmlns:a16="http://schemas.microsoft.com/office/drawing/2014/main" id="{FF273AFF-28CD-483D-A942-16224722B097}"/>
              </a:ext>
            </a:extLst>
          </p:cNvPr>
          <p:cNvSpPr>
            <a:spLocks noGrp="1"/>
          </p:cNvSpPr>
          <p:nvPr/>
        </p:nvSpPr>
        <p:spPr>
          <a:xfrm>
            <a:off x="8044435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6" name="A1_bar_Cryo_12269">
            <a:extLst>
              <a:ext uri="{FF2B5EF4-FFF2-40B4-BE49-F238E27FC236}">
                <a16:creationId xmlns:a16="http://schemas.microsoft.com/office/drawing/2014/main" id="{A28804EF-B74C-44B3-B70B-A90C202EFFFA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Cryo_12270">
            <a:extLst>
              <a:ext uri="{FF2B5EF4-FFF2-40B4-BE49-F238E27FC236}">
                <a16:creationId xmlns:a16="http://schemas.microsoft.com/office/drawing/2014/main" id="{3964C737-16D2-48F6-B860-05BD8DDD3B0C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Cryo_12271">
            <a:extLst>
              <a:ext uri="{FF2B5EF4-FFF2-40B4-BE49-F238E27FC236}">
                <a16:creationId xmlns:a16="http://schemas.microsoft.com/office/drawing/2014/main" id="{29468A58-9B87-41B2-9707-1619EB95C404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Cryo_12272">
            <a:extLst>
              <a:ext uri="{FF2B5EF4-FFF2-40B4-BE49-F238E27FC236}">
                <a16:creationId xmlns:a16="http://schemas.microsoft.com/office/drawing/2014/main" id="{CF27739F-3EBF-46D4-938E-6EB75A2B50D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Cryo_12273">
            <a:extLst>
              <a:ext uri="{FF2B5EF4-FFF2-40B4-BE49-F238E27FC236}">
                <a16:creationId xmlns:a16="http://schemas.microsoft.com/office/drawing/2014/main" id="{1C316612-A0E3-42C6-934A-0E840CFFA449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Cryo_12274">
            <a:extLst>
              <a:ext uri="{FF2B5EF4-FFF2-40B4-BE49-F238E27FC236}">
                <a16:creationId xmlns:a16="http://schemas.microsoft.com/office/drawing/2014/main" id="{411D7CDC-D38D-4FEF-947D-E3BF60E563FA}"/>
              </a:ext>
            </a:extLst>
          </p:cNvPr>
          <p:cNvSpPr>
            <a:spLocks noGrp="1"/>
          </p:cNvSpPr>
          <p:nvPr/>
        </p:nvSpPr>
        <p:spPr>
          <a:xfrm>
            <a:off x="1524439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Cryo_12275">
            <a:extLst>
              <a:ext uri="{FF2B5EF4-FFF2-40B4-BE49-F238E27FC236}">
                <a16:creationId xmlns:a16="http://schemas.microsoft.com/office/drawing/2014/main" id="{D0A04966-2E68-43BB-96D6-3BC9D68CE928}"/>
              </a:ext>
            </a:extLst>
          </p:cNvPr>
          <p:cNvSpPr>
            <a:spLocks noGrp="1"/>
          </p:cNvSpPr>
          <p:nvPr/>
        </p:nvSpPr>
        <p:spPr>
          <a:xfrm>
            <a:off x="1546761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Cryo_12276">
            <a:extLst>
              <a:ext uri="{FF2B5EF4-FFF2-40B4-BE49-F238E27FC236}">
                <a16:creationId xmlns:a16="http://schemas.microsoft.com/office/drawing/2014/main" id="{214D4B29-E50B-43DE-B7E6-79033AC77EDD}"/>
              </a:ext>
            </a:extLst>
          </p:cNvPr>
          <p:cNvSpPr>
            <a:spLocks noGrp="1"/>
          </p:cNvSpPr>
          <p:nvPr/>
        </p:nvSpPr>
        <p:spPr>
          <a:xfrm>
            <a:off x="1460641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Cryo_12277">
            <a:extLst>
              <a:ext uri="{FF2B5EF4-FFF2-40B4-BE49-F238E27FC236}">
                <a16:creationId xmlns:a16="http://schemas.microsoft.com/office/drawing/2014/main" id="{B1EEA850-EB53-4EEB-9608-75F71EAF7405}"/>
              </a:ext>
            </a:extLst>
          </p:cNvPr>
          <p:cNvSpPr>
            <a:spLocks noGrp="1"/>
          </p:cNvSpPr>
          <p:nvPr/>
        </p:nvSpPr>
        <p:spPr>
          <a:xfrm>
            <a:off x="1460845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Cryo_12278">
            <a:extLst>
              <a:ext uri="{FF2B5EF4-FFF2-40B4-BE49-F238E27FC236}">
                <a16:creationId xmlns:a16="http://schemas.microsoft.com/office/drawing/2014/main" id="{C46604A7-A481-44CE-A930-1A5922FAF38B}"/>
              </a:ext>
            </a:extLst>
          </p:cNvPr>
          <p:cNvSpPr>
            <a:spLocks noGrp="1"/>
          </p:cNvSpPr>
          <p:nvPr/>
        </p:nvSpPr>
        <p:spPr>
          <a:xfrm>
            <a:off x="1479870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Cryo_12279">
            <a:extLst>
              <a:ext uri="{FF2B5EF4-FFF2-40B4-BE49-F238E27FC236}">
                <a16:creationId xmlns:a16="http://schemas.microsoft.com/office/drawing/2014/main" id="{69828B75-EFB5-4088-A642-A2D54C6AA4EE}"/>
              </a:ext>
            </a:extLst>
          </p:cNvPr>
          <p:cNvSpPr>
            <a:spLocks noGrp="1"/>
          </p:cNvSpPr>
          <p:nvPr/>
        </p:nvSpPr>
        <p:spPr>
          <a:xfrm>
            <a:off x="158287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Cryo_12280">
            <a:extLst>
              <a:ext uri="{FF2B5EF4-FFF2-40B4-BE49-F238E27FC236}">
                <a16:creationId xmlns:a16="http://schemas.microsoft.com/office/drawing/2014/main" id="{BC70EF8E-B18B-4533-B85D-B17E6C70B371}"/>
              </a:ext>
            </a:extLst>
          </p:cNvPr>
          <p:cNvSpPr>
            <a:spLocks noGrp="1"/>
          </p:cNvSpPr>
          <p:nvPr/>
        </p:nvSpPr>
        <p:spPr>
          <a:xfrm>
            <a:off x="1642420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Cryo_12281">
            <a:extLst>
              <a:ext uri="{FF2B5EF4-FFF2-40B4-BE49-F238E27FC236}">
                <a16:creationId xmlns:a16="http://schemas.microsoft.com/office/drawing/2014/main" id="{A36B5DCC-9CDE-4B43-BF9D-881C9AD6A730}"/>
              </a:ext>
            </a:extLst>
          </p:cNvPr>
          <p:cNvSpPr>
            <a:spLocks noGrp="1"/>
          </p:cNvSpPr>
          <p:nvPr/>
        </p:nvSpPr>
        <p:spPr>
          <a:xfrm>
            <a:off x="1509000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Cryo_12282">
            <a:extLst>
              <a:ext uri="{FF2B5EF4-FFF2-40B4-BE49-F238E27FC236}">
                <a16:creationId xmlns:a16="http://schemas.microsoft.com/office/drawing/2014/main" id="{794FBD49-59AF-4461-B197-D621DC5EE1FB}"/>
              </a:ext>
            </a:extLst>
          </p:cNvPr>
          <p:cNvSpPr>
            <a:spLocks noGrp="1"/>
          </p:cNvSpPr>
          <p:nvPr/>
        </p:nvSpPr>
        <p:spPr>
          <a:xfrm>
            <a:off x="164438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Cryo_12283">
            <a:extLst>
              <a:ext uri="{FF2B5EF4-FFF2-40B4-BE49-F238E27FC236}">
                <a16:creationId xmlns:a16="http://schemas.microsoft.com/office/drawing/2014/main" id="{DA9A388F-7CAB-471F-9D31-41BA917CD4F8}"/>
              </a:ext>
            </a:extLst>
          </p:cNvPr>
          <p:cNvSpPr>
            <a:spLocks noGrp="1"/>
          </p:cNvSpPr>
          <p:nvPr/>
        </p:nvSpPr>
        <p:spPr>
          <a:xfrm>
            <a:off x="164347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Cryo_12284">
            <a:extLst>
              <a:ext uri="{FF2B5EF4-FFF2-40B4-BE49-F238E27FC236}">
                <a16:creationId xmlns:a16="http://schemas.microsoft.com/office/drawing/2014/main" id="{8D94B21D-C233-4879-B65F-6E488F5D6244}"/>
              </a:ext>
            </a:extLst>
          </p:cNvPr>
          <p:cNvSpPr>
            <a:spLocks noGrp="1"/>
          </p:cNvSpPr>
          <p:nvPr/>
        </p:nvSpPr>
        <p:spPr>
          <a:xfrm>
            <a:off x="146081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Cryo_12285">
            <a:extLst>
              <a:ext uri="{FF2B5EF4-FFF2-40B4-BE49-F238E27FC236}">
                <a16:creationId xmlns:a16="http://schemas.microsoft.com/office/drawing/2014/main" id="{CB4E50E6-3354-4E61-8125-05F6B5C0E61D}"/>
              </a:ext>
            </a:extLst>
          </p:cNvPr>
          <p:cNvSpPr>
            <a:spLocks noGrp="1"/>
          </p:cNvSpPr>
          <p:nvPr/>
        </p:nvSpPr>
        <p:spPr>
          <a:xfrm>
            <a:off x="1447586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Cryo_12286">
            <a:extLst>
              <a:ext uri="{FF2B5EF4-FFF2-40B4-BE49-F238E27FC236}">
                <a16:creationId xmlns:a16="http://schemas.microsoft.com/office/drawing/2014/main" id="{23313D1D-57E7-4ACE-9030-4EB2C4511708}"/>
              </a:ext>
            </a:extLst>
          </p:cNvPr>
          <p:cNvSpPr>
            <a:spLocks noGrp="1"/>
          </p:cNvSpPr>
          <p:nvPr/>
        </p:nvSpPr>
        <p:spPr>
          <a:xfrm>
            <a:off x="1541240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Cryo_12287">
            <a:extLst>
              <a:ext uri="{FF2B5EF4-FFF2-40B4-BE49-F238E27FC236}">
                <a16:creationId xmlns:a16="http://schemas.microsoft.com/office/drawing/2014/main" id="{97AF5E65-C3B1-492F-86EB-528938F1A017}"/>
              </a:ext>
            </a:extLst>
          </p:cNvPr>
          <p:cNvSpPr>
            <a:spLocks noGrp="1"/>
          </p:cNvSpPr>
          <p:nvPr/>
        </p:nvSpPr>
        <p:spPr>
          <a:xfrm>
            <a:off x="1498492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Cryo_12288">
            <a:extLst>
              <a:ext uri="{FF2B5EF4-FFF2-40B4-BE49-F238E27FC236}">
                <a16:creationId xmlns:a16="http://schemas.microsoft.com/office/drawing/2014/main" id="{4E7E4242-2B04-4404-9CE0-2D96263E5527}"/>
              </a:ext>
            </a:extLst>
          </p:cNvPr>
          <p:cNvSpPr>
            <a:spLocks noGrp="1"/>
          </p:cNvSpPr>
          <p:nvPr/>
        </p:nvSpPr>
        <p:spPr>
          <a:xfrm>
            <a:off x="1498621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Cryo_12289">
            <a:extLst>
              <a:ext uri="{FF2B5EF4-FFF2-40B4-BE49-F238E27FC236}">
                <a16:creationId xmlns:a16="http://schemas.microsoft.com/office/drawing/2014/main" id="{0625D3D3-1515-4B7E-AC06-590495B2B333}"/>
              </a:ext>
            </a:extLst>
          </p:cNvPr>
          <p:cNvSpPr>
            <a:spLocks noGrp="1"/>
          </p:cNvSpPr>
          <p:nvPr/>
        </p:nvSpPr>
        <p:spPr>
          <a:xfrm>
            <a:off x="155260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Cryo_12290">
            <a:extLst>
              <a:ext uri="{FF2B5EF4-FFF2-40B4-BE49-F238E27FC236}">
                <a16:creationId xmlns:a16="http://schemas.microsoft.com/office/drawing/2014/main" id="{95238205-5A52-4EDF-A753-1666D6C4576B}"/>
              </a:ext>
            </a:extLst>
          </p:cNvPr>
          <p:cNvSpPr>
            <a:spLocks noGrp="1"/>
          </p:cNvSpPr>
          <p:nvPr/>
        </p:nvSpPr>
        <p:spPr>
          <a:xfrm>
            <a:off x="161765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Cryo_12291">
            <a:extLst>
              <a:ext uri="{FF2B5EF4-FFF2-40B4-BE49-F238E27FC236}">
                <a16:creationId xmlns:a16="http://schemas.microsoft.com/office/drawing/2014/main" id="{B4BC78BA-CF92-46CA-99BE-A32454BE04AB}"/>
              </a:ext>
            </a:extLst>
          </p:cNvPr>
          <p:cNvSpPr>
            <a:spLocks noGrp="1"/>
          </p:cNvSpPr>
          <p:nvPr/>
        </p:nvSpPr>
        <p:spPr>
          <a:xfrm>
            <a:off x="1452179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Cryo_12292">
            <a:extLst>
              <a:ext uri="{FF2B5EF4-FFF2-40B4-BE49-F238E27FC236}">
                <a16:creationId xmlns:a16="http://schemas.microsoft.com/office/drawing/2014/main" id="{116AA5A9-63AC-44AE-B314-6D3C0EB5FAE3}"/>
              </a:ext>
            </a:extLst>
          </p:cNvPr>
          <p:cNvSpPr>
            <a:spLocks noGrp="1"/>
          </p:cNvSpPr>
          <p:nvPr/>
        </p:nvSpPr>
        <p:spPr>
          <a:xfrm>
            <a:off x="1439192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Cryo_12293">
            <a:extLst>
              <a:ext uri="{FF2B5EF4-FFF2-40B4-BE49-F238E27FC236}">
                <a16:creationId xmlns:a16="http://schemas.microsoft.com/office/drawing/2014/main" id="{2351BF73-A328-4F81-A912-C5A2C729A64F}"/>
              </a:ext>
            </a:extLst>
          </p:cNvPr>
          <p:cNvSpPr>
            <a:spLocks noGrp="1"/>
          </p:cNvSpPr>
          <p:nvPr/>
        </p:nvSpPr>
        <p:spPr>
          <a:xfrm>
            <a:off x="1425798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Cryo_12294">
            <a:extLst>
              <a:ext uri="{FF2B5EF4-FFF2-40B4-BE49-F238E27FC236}">
                <a16:creationId xmlns:a16="http://schemas.microsoft.com/office/drawing/2014/main" id="{61E84568-0A51-4652-B250-31123EE2C30B}"/>
              </a:ext>
            </a:extLst>
          </p:cNvPr>
          <p:cNvSpPr>
            <a:spLocks noGrp="1"/>
          </p:cNvSpPr>
          <p:nvPr/>
        </p:nvSpPr>
        <p:spPr>
          <a:xfrm>
            <a:off x="1552142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Cryo_12295">
            <a:extLst>
              <a:ext uri="{FF2B5EF4-FFF2-40B4-BE49-F238E27FC236}">
                <a16:creationId xmlns:a16="http://schemas.microsoft.com/office/drawing/2014/main" id="{4F2B2FFB-4A59-4E1F-8BF1-3C0CA47E15D2}"/>
              </a:ext>
            </a:extLst>
          </p:cNvPr>
          <p:cNvSpPr>
            <a:spLocks noGrp="1"/>
          </p:cNvSpPr>
          <p:nvPr/>
        </p:nvSpPr>
        <p:spPr>
          <a:xfrm>
            <a:off x="1494595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Cryo_12296">
            <a:extLst>
              <a:ext uri="{FF2B5EF4-FFF2-40B4-BE49-F238E27FC236}">
                <a16:creationId xmlns:a16="http://schemas.microsoft.com/office/drawing/2014/main" id="{9CF9768A-1BFC-4789-8D87-22C2E609DEB1}"/>
              </a:ext>
            </a:extLst>
          </p:cNvPr>
          <p:cNvSpPr>
            <a:spLocks noGrp="1"/>
          </p:cNvSpPr>
          <p:nvPr/>
        </p:nvSpPr>
        <p:spPr>
          <a:xfrm>
            <a:off x="160783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Cryo_12297">
            <a:extLst>
              <a:ext uri="{FF2B5EF4-FFF2-40B4-BE49-F238E27FC236}">
                <a16:creationId xmlns:a16="http://schemas.microsoft.com/office/drawing/2014/main" id="{8188F1B2-2D15-46D4-B4A9-F65E7ED1BEAD}"/>
              </a:ext>
            </a:extLst>
          </p:cNvPr>
          <p:cNvSpPr>
            <a:spLocks noGrp="1"/>
          </p:cNvSpPr>
          <p:nvPr/>
        </p:nvSpPr>
        <p:spPr>
          <a:xfrm>
            <a:off x="1648156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Cryo_12298">
            <a:extLst>
              <a:ext uri="{FF2B5EF4-FFF2-40B4-BE49-F238E27FC236}">
                <a16:creationId xmlns:a16="http://schemas.microsoft.com/office/drawing/2014/main" id="{056BD33F-2470-4672-9E0E-7309CD61C5C1}"/>
              </a:ext>
            </a:extLst>
          </p:cNvPr>
          <p:cNvSpPr>
            <a:spLocks noGrp="1"/>
          </p:cNvSpPr>
          <p:nvPr/>
        </p:nvSpPr>
        <p:spPr>
          <a:xfrm>
            <a:off x="142383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Cryo_12299">
            <a:extLst>
              <a:ext uri="{FF2B5EF4-FFF2-40B4-BE49-F238E27FC236}">
                <a16:creationId xmlns:a16="http://schemas.microsoft.com/office/drawing/2014/main" id="{7E055623-0A1B-41F4-953A-849CF655F356}"/>
              </a:ext>
            </a:extLst>
          </p:cNvPr>
          <p:cNvSpPr>
            <a:spLocks noGrp="1"/>
          </p:cNvSpPr>
          <p:nvPr/>
        </p:nvSpPr>
        <p:spPr>
          <a:xfrm>
            <a:off x="1637626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Cryo_12300">
            <a:extLst>
              <a:ext uri="{FF2B5EF4-FFF2-40B4-BE49-F238E27FC236}">
                <a16:creationId xmlns:a16="http://schemas.microsoft.com/office/drawing/2014/main" id="{C6E4380A-70A9-4AC2-B3A5-37956FAD636A}"/>
              </a:ext>
            </a:extLst>
          </p:cNvPr>
          <p:cNvSpPr>
            <a:spLocks noGrp="1"/>
          </p:cNvSpPr>
          <p:nvPr/>
        </p:nvSpPr>
        <p:spPr>
          <a:xfrm>
            <a:off x="1484123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Cryo_12301">
            <a:extLst>
              <a:ext uri="{FF2B5EF4-FFF2-40B4-BE49-F238E27FC236}">
                <a16:creationId xmlns:a16="http://schemas.microsoft.com/office/drawing/2014/main" id="{72A68E93-AAF7-46DC-8B90-0AF81E5DFF6D}"/>
              </a:ext>
            </a:extLst>
          </p:cNvPr>
          <p:cNvSpPr>
            <a:spLocks noGrp="1"/>
          </p:cNvSpPr>
          <p:nvPr/>
        </p:nvSpPr>
        <p:spPr>
          <a:xfrm>
            <a:off x="157520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Cryo_12302">
            <a:extLst>
              <a:ext uri="{FF2B5EF4-FFF2-40B4-BE49-F238E27FC236}">
                <a16:creationId xmlns:a16="http://schemas.microsoft.com/office/drawing/2014/main" id="{69B77504-16F0-4F2D-9768-9D4CACD58739}"/>
              </a:ext>
            </a:extLst>
          </p:cNvPr>
          <p:cNvSpPr>
            <a:spLocks noGrp="1"/>
          </p:cNvSpPr>
          <p:nvPr/>
        </p:nvSpPr>
        <p:spPr>
          <a:xfrm>
            <a:off x="1435187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Cryo_12303">
            <a:extLst>
              <a:ext uri="{FF2B5EF4-FFF2-40B4-BE49-F238E27FC236}">
                <a16:creationId xmlns:a16="http://schemas.microsoft.com/office/drawing/2014/main" id="{55FCA421-432B-4511-B481-6DD03791FC5C}"/>
              </a:ext>
            </a:extLst>
          </p:cNvPr>
          <p:cNvSpPr>
            <a:spLocks noGrp="1"/>
          </p:cNvSpPr>
          <p:nvPr/>
        </p:nvSpPr>
        <p:spPr>
          <a:xfrm>
            <a:off x="1512572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Cryo_12304">
            <a:extLst>
              <a:ext uri="{FF2B5EF4-FFF2-40B4-BE49-F238E27FC236}">
                <a16:creationId xmlns:a16="http://schemas.microsoft.com/office/drawing/2014/main" id="{0B081963-24A1-409D-9A2F-0B1138BAEA4F}"/>
              </a:ext>
            </a:extLst>
          </p:cNvPr>
          <p:cNvSpPr>
            <a:spLocks noGrp="1"/>
          </p:cNvSpPr>
          <p:nvPr/>
        </p:nvSpPr>
        <p:spPr>
          <a:xfrm>
            <a:off x="1649228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Cryo_12305">
            <a:extLst>
              <a:ext uri="{FF2B5EF4-FFF2-40B4-BE49-F238E27FC236}">
                <a16:creationId xmlns:a16="http://schemas.microsoft.com/office/drawing/2014/main" id="{103CE3EE-0175-4626-804C-4571C540ACAE}"/>
              </a:ext>
            </a:extLst>
          </p:cNvPr>
          <p:cNvSpPr>
            <a:spLocks noGrp="1"/>
          </p:cNvSpPr>
          <p:nvPr/>
        </p:nvSpPr>
        <p:spPr>
          <a:xfrm>
            <a:off x="1612777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Cryo_12306">
            <a:extLst>
              <a:ext uri="{FF2B5EF4-FFF2-40B4-BE49-F238E27FC236}">
                <a16:creationId xmlns:a16="http://schemas.microsoft.com/office/drawing/2014/main" id="{8986C144-4ADC-434A-957F-8F3DE59488C0}"/>
              </a:ext>
            </a:extLst>
          </p:cNvPr>
          <p:cNvSpPr>
            <a:spLocks noGrp="1"/>
          </p:cNvSpPr>
          <p:nvPr/>
        </p:nvSpPr>
        <p:spPr>
          <a:xfrm>
            <a:off x="1576392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Cryo_12307">
            <a:extLst>
              <a:ext uri="{FF2B5EF4-FFF2-40B4-BE49-F238E27FC236}">
                <a16:creationId xmlns:a16="http://schemas.microsoft.com/office/drawing/2014/main" id="{8B534D59-FF2F-478A-B661-69EC1300781E}"/>
              </a:ext>
            </a:extLst>
          </p:cNvPr>
          <p:cNvSpPr>
            <a:spLocks noGrp="1"/>
          </p:cNvSpPr>
          <p:nvPr/>
        </p:nvSpPr>
        <p:spPr>
          <a:xfrm>
            <a:off x="1548727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Cryo_12308">
            <a:extLst>
              <a:ext uri="{FF2B5EF4-FFF2-40B4-BE49-F238E27FC236}">
                <a16:creationId xmlns:a16="http://schemas.microsoft.com/office/drawing/2014/main" id="{B6C0C12F-CCA6-4A5B-B9D6-B61EF94D734D}"/>
              </a:ext>
            </a:extLst>
          </p:cNvPr>
          <p:cNvSpPr>
            <a:spLocks noGrp="1"/>
          </p:cNvSpPr>
          <p:nvPr/>
        </p:nvSpPr>
        <p:spPr>
          <a:xfrm>
            <a:off x="1648556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Cryo_12309">
            <a:extLst>
              <a:ext uri="{FF2B5EF4-FFF2-40B4-BE49-F238E27FC236}">
                <a16:creationId xmlns:a16="http://schemas.microsoft.com/office/drawing/2014/main" id="{1D79102F-3056-4F7B-BDDC-718B4511B0E8}"/>
              </a:ext>
            </a:extLst>
          </p:cNvPr>
          <p:cNvSpPr>
            <a:spLocks noGrp="1"/>
          </p:cNvSpPr>
          <p:nvPr/>
        </p:nvSpPr>
        <p:spPr>
          <a:xfrm>
            <a:off x="1656245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Cryo_12310">
            <a:extLst>
              <a:ext uri="{FF2B5EF4-FFF2-40B4-BE49-F238E27FC236}">
                <a16:creationId xmlns:a16="http://schemas.microsoft.com/office/drawing/2014/main" id="{5C853C87-0350-4667-BEBB-4B65F2BCEBC5}"/>
              </a:ext>
            </a:extLst>
          </p:cNvPr>
          <p:cNvSpPr>
            <a:spLocks noGrp="1"/>
          </p:cNvSpPr>
          <p:nvPr/>
        </p:nvSpPr>
        <p:spPr>
          <a:xfrm>
            <a:off x="1499577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Cryo_12311">
            <a:extLst>
              <a:ext uri="{FF2B5EF4-FFF2-40B4-BE49-F238E27FC236}">
                <a16:creationId xmlns:a16="http://schemas.microsoft.com/office/drawing/2014/main" id="{6E7D4AE5-5716-4742-B0F4-F3E1A55D06E6}"/>
              </a:ext>
            </a:extLst>
          </p:cNvPr>
          <p:cNvSpPr>
            <a:spLocks noGrp="1"/>
          </p:cNvSpPr>
          <p:nvPr/>
        </p:nvSpPr>
        <p:spPr>
          <a:xfrm>
            <a:off x="1488189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Cryo_12312">
            <a:extLst>
              <a:ext uri="{FF2B5EF4-FFF2-40B4-BE49-F238E27FC236}">
                <a16:creationId xmlns:a16="http://schemas.microsoft.com/office/drawing/2014/main" id="{7F5CED60-1564-4E5F-9364-660BC090B245}"/>
              </a:ext>
            </a:extLst>
          </p:cNvPr>
          <p:cNvSpPr>
            <a:spLocks noGrp="1"/>
          </p:cNvSpPr>
          <p:nvPr/>
        </p:nvSpPr>
        <p:spPr>
          <a:xfrm>
            <a:off x="1522103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Cryo_12313">
            <a:extLst>
              <a:ext uri="{FF2B5EF4-FFF2-40B4-BE49-F238E27FC236}">
                <a16:creationId xmlns:a16="http://schemas.microsoft.com/office/drawing/2014/main" id="{46095851-F301-4BD7-85EF-164656706688}"/>
              </a:ext>
            </a:extLst>
          </p:cNvPr>
          <p:cNvSpPr>
            <a:spLocks noGrp="1"/>
          </p:cNvSpPr>
          <p:nvPr/>
        </p:nvSpPr>
        <p:spPr>
          <a:xfrm>
            <a:off x="1646319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Cryo_12314">
            <a:extLst>
              <a:ext uri="{FF2B5EF4-FFF2-40B4-BE49-F238E27FC236}">
                <a16:creationId xmlns:a16="http://schemas.microsoft.com/office/drawing/2014/main" id="{9A500218-F782-4CFC-9C3C-6757A17E34B4}"/>
              </a:ext>
            </a:extLst>
          </p:cNvPr>
          <p:cNvSpPr>
            <a:spLocks noGrp="1"/>
          </p:cNvSpPr>
          <p:nvPr/>
        </p:nvSpPr>
        <p:spPr>
          <a:xfrm>
            <a:off x="1535379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Cryo_12315">
            <a:extLst>
              <a:ext uri="{FF2B5EF4-FFF2-40B4-BE49-F238E27FC236}">
                <a16:creationId xmlns:a16="http://schemas.microsoft.com/office/drawing/2014/main" id="{8A99B2C9-B9CC-40B8-88E0-1849C066B746}"/>
              </a:ext>
            </a:extLst>
          </p:cNvPr>
          <p:cNvSpPr>
            <a:spLocks noGrp="1"/>
          </p:cNvSpPr>
          <p:nvPr/>
        </p:nvSpPr>
        <p:spPr>
          <a:xfrm>
            <a:off x="1460638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Cryo_12316">
            <a:extLst>
              <a:ext uri="{FF2B5EF4-FFF2-40B4-BE49-F238E27FC236}">
                <a16:creationId xmlns:a16="http://schemas.microsoft.com/office/drawing/2014/main" id="{E684CBAE-4242-4A7D-99B6-5245948FCDCA}"/>
              </a:ext>
            </a:extLst>
          </p:cNvPr>
          <p:cNvSpPr>
            <a:spLocks noGrp="1"/>
          </p:cNvSpPr>
          <p:nvPr/>
        </p:nvSpPr>
        <p:spPr>
          <a:xfrm>
            <a:off x="1482447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Cryo_12317">
            <a:extLst>
              <a:ext uri="{FF2B5EF4-FFF2-40B4-BE49-F238E27FC236}">
                <a16:creationId xmlns:a16="http://schemas.microsoft.com/office/drawing/2014/main" id="{737F200E-0F60-46CB-828B-9001B7F1D431}"/>
              </a:ext>
            </a:extLst>
          </p:cNvPr>
          <p:cNvSpPr>
            <a:spLocks noGrp="1"/>
          </p:cNvSpPr>
          <p:nvPr/>
        </p:nvSpPr>
        <p:spPr>
          <a:xfrm>
            <a:off x="164506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Cryo_12318">
            <a:extLst>
              <a:ext uri="{FF2B5EF4-FFF2-40B4-BE49-F238E27FC236}">
                <a16:creationId xmlns:a16="http://schemas.microsoft.com/office/drawing/2014/main" id="{31397145-E073-4BB2-ABBF-67B29F0821B6}"/>
              </a:ext>
            </a:extLst>
          </p:cNvPr>
          <p:cNvSpPr>
            <a:spLocks noGrp="1"/>
          </p:cNvSpPr>
          <p:nvPr/>
        </p:nvSpPr>
        <p:spPr>
          <a:xfrm>
            <a:off x="1476681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Cryo_12319">
            <a:extLst>
              <a:ext uri="{FF2B5EF4-FFF2-40B4-BE49-F238E27FC236}">
                <a16:creationId xmlns:a16="http://schemas.microsoft.com/office/drawing/2014/main" id="{1C5081C5-6676-4EAA-A817-DD86F56EB79C}"/>
              </a:ext>
            </a:extLst>
          </p:cNvPr>
          <p:cNvSpPr>
            <a:spLocks noGrp="1"/>
          </p:cNvSpPr>
          <p:nvPr/>
        </p:nvSpPr>
        <p:spPr>
          <a:xfrm>
            <a:off x="164806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Cryo_12320">
            <a:extLst>
              <a:ext uri="{FF2B5EF4-FFF2-40B4-BE49-F238E27FC236}">
                <a16:creationId xmlns:a16="http://schemas.microsoft.com/office/drawing/2014/main" id="{6E2E4746-25CD-4C74-8431-9942C1DC049F}"/>
              </a:ext>
            </a:extLst>
          </p:cNvPr>
          <p:cNvSpPr>
            <a:spLocks noGrp="1"/>
          </p:cNvSpPr>
          <p:nvPr/>
        </p:nvSpPr>
        <p:spPr>
          <a:xfrm>
            <a:off x="143733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Cryo_12321">
            <a:extLst>
              <a:ext uri="{FF2B5EF4-FFF2-40B4-BE49-F238E27FC236}">
                <a16:creationId xmlns:a16="http://schemas.microsoft.com/office/drawing/2014/main" id="{7007A9FD-3018-4E36-85A4-EE33FCC653B2}"/>
              </a:ext>
            </a:extLst>
          </p:cNvPr>
          <p:cNvSpPr>
            <a:spLocks noGrp="1"/>
          </p:cNvSpPr>
          <p:nvPr/>
        </p:nvSpPr>
        <p:spPr>
          <a:xfrm>
            <a:off x="1502964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Cryo_12322">
            <a:extLst>
              <a:ext uri="{FF2B5EF4-FFF2-40B4-BE49-F238E27FC236}">
                <a16:creationId xmlns:a16="http://schemas.microsoft.com/office/drawing/2014/main" id="{58412BCC-32CD-4DDA-828E-A13030B08915}"/>
              </a:ext>
            </a:extLst>
          </p:cNvPr>
          <p:cNvSpPr>
            <a:spLocks noGrp="1"/>
          </p:cNvSpPr>
          <p:nvPr/>
        </p:nvSpPr>
        <p:spPr>
          <a:xfrm>
            <a:off x="1461716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Cryo_12323">
            <a:extLst>
              <a:ext uri="{FF2B5EF4-FFF2-40B4-BE49-F238E27FC236}">
                <a16:creationId xmlns:a16="http://schemas.microsoft.com/office/drawing/2014/main" id="{33F360A5-193F-4AB1-8DFA-3E2284DD24C2}"/>
              </a:ext>
            </a:extLst>
          </p:cNvPr>
          <p:cNvSpPr>
            <a:spLocks noGrp="1"/>
          </p:cNvSpPr>
          <p:nvPr/>
        </p:nvSpPr>
        <p:spPr>
          <a:xfrm>
            <a:off x="1590892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Cryo_12324">
            <a:extLst>
              <a:ext uri="{FF2B5EF4-FFF2-40B4-BE49-F238E27FC236}">
                <a16:creationId xmlns:a16="http://schemas.microsoft.com/office/drawing/2014/main" id="{02E7EDE6-EE26-4E0A-AA33-16A62CE7EE2F}"/>
              </a:ext>
            </a:extLst>
          </p:cNvPr>
          <p:cNvSpPr>
            <a:spLocks noGrp="1"/>
          </p:cNvSpPr>
          <p:nvPr/>
        </p:nvSpPr>
        <p:spPr>
          <a:xfrm>
            <a:off x="1658594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Cryo_12325">
            <a:extLst>
              <a:ext uri="{FF2B5EF4-FFF2-40B4-BE49-F238E27FC236}">
                <a16:creationId xmlns:a16="http://schemas.microsoft.com/office/drawing/2014/main" id="{DE3EF5C5-4A3F-4830-883D-DCDFE9EFDA85}"/>
              </a:ext>
            </a:extLst>
          </p:cNvPr>
          <p:cNvSpPr>
            <a:spLocks noGrp="1"/>
          </p:cNvSpPr>
          <p:nvPr/>
        </p:nvSpPr>
        <p:spPr>
          <a:xfrm>
            <a:off x="1542291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Cryo_12326">
            <a:extLst>
              <a:ext uri="{FF2B5EF4-FFF2-40B4-BE49-F238E27FC236}">
                <a16:creationId xmlns:a16="http://schemas.microsoft.com/office/drawing/2014/main" id="{CBBA67B5-AC91-4E27-A8EE-8112CB59392B}"/>
              </a:ext>
            </a:extLst>
          </p:cNvPr>
          <p:cNvSpPr>
            <a:spLocks noGrp="1"/>
          </p:cNvSpPr>
          <p:nvPr/>
        </p:nvSpPr>
        <p:spPr>
          <a:xfrm>
            <a:off x="1618511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Cryo_12327">
            <a:extLst>
              <a:ext uri="{FF2B5EF4-FFF2-40B4-BE49-F238E27FC236}">
                <a16:creationId xmlns:a16="http://schemas.microsoft.com/office/drawing/2014/main" id="{F67B331B-F266-4A36-ADBC-0235AED59BFD}"/>
              </a:ext>
            </a:extLst>
          </p:cNvPr>
          <p:cNvSpPr>
            <a:spLocks noGrp="1"/>
          </p:cNvSpPr>
          <p:nvPr/>
        </p:nvSpPr>
        <p:spPr>
          <a:xfrm>
            <a:off x="151729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Cryo_12328">
            <a:extLst>
              <a:ext uri="{FF2B5EF4-FFF2-40B4-BE49-F238E27FC236}">
                <a16:creationId xmlns:a16="http://schemas.microsoft.com/office/drawing/2014/main" id="{F23DA040-3EA3-4DC9-9EAE-FFB4E479C5BA}"/>
              </a:ext>
            </a:extLst>
          </p:cNvPr>
          <p:cNvSpPr>
            <a:spLocks noGrp="1"/>
          </p:cNvSpPr>
          <p:nvPr/>
        </p:nvSpPr>
        <p:spPr>
          <a:xfrm>
            <a:off x="1544143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Cryo_12329">
            <a:extLst>
              <a:ext uri="{FF2B5EF4-FFF2-40B4-BE49-F238E27FC236}">
                <a16:creationId xmlns:a16="http://schemas.microsoft.com/office/drawing/2014/main" id="{EFE7BD8F-C9C2-42A7-8FA5-E343A95C896D}"/>
              </a:ext>
            </a:extLst>
          </p:cNvPr>
          <p:cNvSpPr>
            <a:spLocks noGrp="1"/>
          </p:cNvSpPr>
          <p:nvPr/>
        </p:nvSpPr>
        <p:spPr>
          <a:xfrm>
            <a:off x="1412598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Cryo_12330">
            <a:extLst>
              <a:ext uri="{FF2B5EF4-FFF2-40B4-BE49-F238E27FC236}">
                <a16:creationId xmlns:a16="http://schemas.microsoft.com/office/drawing/2014/main" id="{A9AD2172-E069-4E0B-BAD9-D9DDBE0784C4}"/>
              </a:ext>
            </a:extLst>
          </p:cNvPr>
          <p:cNvSpPr>
            <a:spLocks noGrp="1"/>
          </p:cNvSpPr>
          <p:nvPr/>
        </p:nvSpPr>
        <p:spPr>
          <a:xfrm>
            <a:off x="149606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Cryo_12331">
            <a:extLst>
              <a:ext uri="{FF2B5EF4-FFF2-40B4-BE49-F238E27FC236}">
                <a16:creationId xmlns:a16="http://schemas.microsoft.com/office/drawing/2014/main" id="{3B4E4E7B-E300-4F99-8B7F-6A9BC52A4C96}"/>
              </a:ext>
            </a:extLst>
          </p:cNvPr>
          <p:cNvSpPr>
            <a:spLocks noGrp="1"/>
          </p:cNvSpPr>
          <p:nvPr/>
        </p:nvSpPr>
        <p:spPr>
          <a:xfrm>
            <a:off x="163315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Cryo_12332">
            <a:extLst>
              <a:ext uri="{FF2B5EF4-FFF2-40B4-BE49-F238E27FC236}">
                <a16:creationId xmlns:a16="http://schemas.microsoft.com/office/drawing/2014/main" id="{7E538879-B843-479C-B7EE-66E087B2D448}"/>
              </a:ext>
            </a:extLst>
          </p:cNvPr>
          <p:cNvSpPr>
            <a:spLocks noGrp="1"/>
          </p:cNvSpPr>
          <p:nvPr/>
        </p:nvSpPr>
        <p:spPr>
          <a:xfrm>
            <a:off x="1633121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Cryo_12333">
            <a:extLst>
              <a:ext uri="{FF2B5EF4-FFF2-40B4-BE49-F238E27FC236}">
                <a16:creationId xmlns:a16="http://schemas.microsoft.com/office/drawing/2014/main" id="{CDE6B3D4-51A3-4F36-99BE-39C7E70869FE}"/>
              </a:ext>
            </a:extLst>
          </p:cNvPr>
          <p:cNvSpPr>
            <a:spLocks noGrp="1"/>
          </p:cNvSpPr>
          <p:nvPr/>
        </p:nvSpPr>
        <p:spPr>
          <a:xfrm>
            <a:off x="1479852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Cryo_12334">
            <a:extLst>
              <a:ext uri="{FF2B5EF4-FFF2-40B4-BE49-F238E27FC236}">
                <a16:creationId xmlns:a16="http://schemas.microsoft.com/office/drawing/2014/main" id="{A5BBACBB-4277-4B58-BCC6-2D2982C33CA1}"/>
              </a:ext>
            </a:extLst>
          </p:cNvPr>
          <p:cNvSpPr>
            <a:spLocks noGrp="1"/>
          </p:cNvSpPr>
          <p:nvPr/>
        </p:nvSpPr>
        <p:spPr>
          <a:xfrm>
            <a:off x="1457897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Cryo_12335">
            <a:extLst>
              <a:ext uri="{FF2B5EF4-FFF2-40B4-BE49-F238E27FC236}">
                <a16:creationId xmlns:a16="http://schemas.microsoft.com/office/drawing/2014/main" id="{79DD1843-BAD9-453A-B09D-33E16ABE53B7}"/>
              </a:ext>
            </a:extLst>
          </p:cNvPr>
          <p:cNvSpPr>
            <a:spLocks noGrp="1"/>
          </p:cNvSpPr>
          <p:nvPr/>
        </p:nvSpPr>
        <p:spPr>
          <a:xfrm>
            <a:off x="1483370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Cryo_12336">
            <a:extLst>
              <a:ext uri="{FF2B5EF4-FFF2-40B4-BE49-F238E27FC236}">
                <a16:creationId xmlns:a16="http://schemas.microsoft.com/office/drawing/2014/main" id="{7EC35CD7-0625-416A-8812-38C10A99A1ED}"/>
              </a:ext>
            </a:extLst>
          </p:cNvPr>
          <p:cNvSpPr>
            <a:spLocks noGrp="1"/>
          </p:cNvSpPr>
          <p:nvPr/>
        </p:nvSpPr>
        <p:spPr>
          <a:xfrm>
            <a:off x="1636122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Cryo_12337">
            <a:extLst>
              <a:ext uri="{FF2B5EF4-FFF2-40B4-BE49-F238E27FC236}">
                <a16:creationId xmlns:a16="http://schemas.microsoft.com/office/drawing/2014/main" id="{A23E7043-E860-4712-9CC5-21BB9D6D9379}"/>
              </a:ext>
            </a:extLst>
          </p:cNvPr>
          <p:cNvSpPr>
            <a:spLocks noGrp="1"/>
          </p:cNvSpPr>
          <p:nvPr/>
        </p:nvSpPr>
        <p:spPr>
          <a:xfrm>
            <a:off x="1551456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Cryo_12338">
            <a:extLst>
              <a:ext uri="{FF2B5EF4-FFF2-40B4-BE49-F238E27FC236}">
                <a16:creationId xmlns:a16="http://schemas.microsoft.com/office/drawing/2014/main" id="{F93F5863-7F4D-4DEE-B207-8827F3FCF530}"/>
              </a:ext>
            </a:extLst>
          </p:cNvPr>
          <p:cNvSpPr>
            <a:spLocks noGrp="1"/>
          </p:cNvSpPr>
          <p:nvPr/>
        </p:nvSpPr>
        <p:spPr>
          <a:xfrm>
            <a:off x="1628444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Cryo_12339">
            <a:extLst>
              <a:ext uri="{FF2B5EF4-FFF2-40B4-BE49-F238E27FC236}">
                <a16:creationId xmlns:a16="http://schemas.microsoft.com/office/drawing/2014/main" id="{3E0D8042-3DB8-47F9-8DA3-B01DC694B99E}"/>
              </a:ext>
            </a:extLst>
          </p:cNvPr>
          <p:cNvSpPr>
            <a:spLocks noGrp="1"/>
          </p:cNvSpPr>
          <p:nvPr/>
        </p:nvSpPr>
        <p:spPr>
          <a:xfrm>
            <a:off x="1475901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Cryo_12340">
            <a:extLst>
              <a:ext uri="{FF2B5EF4-FFF2-40B4-BE49-F238E27FC236}">
                <a16:creationId xmlns:a16="http://schemas.microsoft.com/office/drawing/2014/main" id="{9E229109-7493-41D6-891F-A5A124F35A94}"/>
              </a:ext>
            </a:extLst>
          </p:cNvPr>
          <p:cNvSpPr>
            <a:spLocks noGrp="1"/>
          </p:cNvSpPr>
          <p:nvPr/>
        </p:nvSpPr>
        <p:spPr>
          <a:xfrm>
            <a:off x="1478713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Cryo_12341">
            <a:extLst>
              <a:ext uri="{FF2B5EF4-FFF2-40B4-BE49-F238E27FC236}">
                <a16:creationId xmlns:a16="http://schemas.microsoft.com/office/drawing/2014/main" id="{31775D07-5D48-43AF-9F51-2493F61A9327}"/>
              </a:ext>
            </a:extLst>
          </p:cNvPr>
          <p:cNvSpPr>
            <a:spLocks noGrp="1"/>
          </p:cNvSpPr>
          <p:nvPr/>
        </p:nvSpPr>
        <p:spPr>
          <a:xfrm>
            <a:off x="1406861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Cryo_12342">
            <a:extLst>
              <a:ext uri="{FF2B5EF4-FFF2-40B4-BE49-F238E27FC236}">
                <a16:creationId xmlns:a16="http://schemas.microsoft.com/office/drawing/2014/main" id="{341DB598-A6BB-4D70-A255-A51C65ABCFB7}"/>
              </a:ext>
            </a:extLst>
          </p:cNvPr>
          <p:cNvSpPr>
            <a:spLocks noGrp="1"/>
          </p:cNvSpPr>
          <p:nvPr/>
        </p:nvSpPr>
        <p:spPr>
          <a:xfrm>
            <a:off x="149287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Cryo_12343">
            <a:extLst>
              <a:ext uri="{FF2B5EF4-FFF2-40B4-BE49-F238E27FC236}">
                <a16:creationId xmlns:a16="http://schemas.microsoft.com/office/drawing/2014/main" id="{1FC589ED-E051-4D24-AB24-0E41B6BD9827}"/>
              </a:ext>
            </a:extLst>
          </p:cNvPr>
          <p:cNvSpPr>
            <a:spLocks noGrp="1"/>
          </p:cNvSpPr>
          <p:nvPr/>
        </p:nvSpPr>
        <p:spPr>
          <a:xfrm>
            <a:off x="160391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Cryo_12344">
            <a:extLst>
              <a:ext uri="{FF2B5EF4-FFF2-40B4-BE49-F238E27FC236}">
                <a16:creationId xmlns:a16="http://schemas.microsoft.com/office/drawing/2014/main" id="{AEB7B9C7-48C3-4024-8895-3C5C6DEFE9B6}"/>
              </a:ext>
            </a:extLst>
          </p:cNvPr>
          <p:cNvSpPr>
            <a:spLocks noGrp="1"/>
          </p:cNvSpPr>
          <p:nvPr/>
        </p:nvSpPr>
        <p:spPr>
          <a:xfrm>
            <a:off x="1487810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Cryo_12345">
            <a:extLst>
              <a:ext uri="{FF2B5EF4-FFF2-40B4-BE49-F238E27FC236}">
                <a16:creationId xmlns:a16="http://schemas.microsoft.com/office/drawing/2014/main" id="{2C80C336-A1D7-41D5-A47B-68795442CA87}"/>
              </a:ext>
            </a:extLst>
          </p:cNvPr>
          <p:cNvSpPr>
            <a:spLocks noGrp="1"/>
          </p:cNvSpPr>
          <p:nvPr/>
        </p:nvSpPr>
        <p:spPr>
          <a:xfrm>
            <a:off x="163229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Cryo_12346">
            <a:extLst>
              <a:ext uri="{FF2B5EF4-FFF2-40B4-BE49-F238E27FC236}">
                <a16:creationId xmlns:a16="http://schemas.microsoft.com/office/drawing/2014/main" id="{813BC579-DDB0-49A5-A156-B1C16CCF6E96}"/>
              </a:ext>
            </a:extLst>
          </p:cNvPr>
          <p:cNvSpPr>
            <a:spLocks noGrp="1"/>
          </p:cNvSpPr>
          <p:nvPr/>
        </p:nvSpPr>
        <p:spPr>
          <a:xfrm>
            <a:off x="1627519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Cryo_12347">
            <a:extLst>
              <a:ext uri="{FF2B5EF4-FFF2-40B4-BE49-F238E27FC236}">
                <a16:creationId xmlns:a16="http://schemas.microsoft.com/office/drawing/2014/main" id="{08758AB1-2D58-4584-A442-A8B19CB8E49C}"/>
              </a:ext>
            </a:extLst>
          </p:cNvPr>
          <p:cNvSpPr>
            <a:spLocks noGrp="1"/>
          </p:cNvSpPr>
          <p:nvPr/>
        </p:nvSpPr>
        <p:spPr>
          <a:xfrm>
            <a:off x="1533953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Cryo_12348">
            <a:extLst>
              <a:ext uri="{FF2B5EF4-FFF2-40B4-BE49-F238E27FC236}">
                <a16:creationId xmlns:a16="http://schemas.microsoft.com/office/drawing/2014/main" id="{06280F45-762F-4DAF-8ED9-8CE30ECCEE7A}"/>
              </a:ext>
            </a:extLst>
          </p:cNvPr>
          <p:cNvSpPr>
            <a:spLocks noGrp="1"/>
          </p:cNvSpPr>
          <p:nvPr/>
        </p:nvSpPr>
        <p:spPr>
          <a:xfrm>
            <a:off x="157374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Cryo_12349">
            <a:extLst>
              <a:ext uri="{FF2B5EF4-FFF2-40B4-BE49-F238E27FC236}">
                <a16:creationId xmlns:a16="http://schemas.microsoft.com/office/drawing/2014/main" id="{D7FE8069-D1F3-4AAB-88B7-AB23FABC74BA}"/>
              </a:ext>
            </a:extLst>
          </p:cNvPr>
          <p:cNvSpPr>
            <a:spLocks noGrp="1"/>
          </p:cNvSpPr>
          <p:nvPr/>
        </p:nvSpPr>
        <p:spPr>
          <a:xfrm>
            <a:off x="1445313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Cryo_12350">
            <a:extLst>
              <a:ext uri="{FF2B5EF4-FFF2-40B4-BE49-F238E27FC236}">
                <a16:creationId xmlns:a16="http://schemas.microsoft.com/office/drawing/2014/main" id="{67A52ACC-EB33-48A1-A87D-A9B57D14D802}"/>
              </a:ext>
            </a:extLst>
          </p:cNvPr>
          <p:cNvSpPr>
            <a:spLocks noGrp="1"/>
          </p:cNvSpPr>
          <p:nvPr/>
        </p:nvSpPr>
        <p:spPr>
          <a:xfrm>
            <a:off x="1553510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Cryo_12351">
            <a:extLst>
              <a:ext uri="{FF2B5EF4-FFF2-40B4-BE49-F238E27FC236}">
                <a16:creationId xmlns:a16="http://schemas.microsoft.com/office/drawing/2014/main" id="{16919AC9-B1A0-47BC-98CD-866649A3593A}"/>
              </a:ext>
            </a:extLst>
          </p:cNvPr>
          <p:cNvSpPr>
            <a:spLocks noGrp="1"/>
          </p:cNvSpPr>
          <p:nvPr/>
        </p:nvSpPr>
        <p:spPr>
          <a:xfrm>
            <a:off x="1574622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Cryo_12352">
            <a:extLst>
              <a:ext uri="{FF2B5EF4-FFF2-40B4-BE49-F238E27FC236}">
                <a16:creationId xmlns:a16="http://schemas.microsoft.com/office/drawing/2014/main" id="{584226C6-A54A-4AEE-B200-2518EE5A2985}"/>
              </a:ext>
            </a:extLst>
          </p:cNvPr>
          <p:cNvSpPr>
            <a:spLocks noGrp="1"/>
          </p:cNvSpPr>
          <p:nvPr/>
        </p:nvSpPr>
        <p:spPr>
          <a:xfrm>
            <a:off x="160297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Cryo_12353">
            <a:extLst>
              <a:ext uri="{FF2B5EF4-FFF2-40B4-BE49-F238E27FC236}">
                <a16:creationId xmlns:a16="http://schemas.microsoft.com/office/drawing/2014/main" id="{63428410-A5E4-45FE-8E77-24BF762CA1AC}"/>
              </a:ext>
            </a:extLst>
          </p:cNvPr>
          <p:cNvSpPr>
            <a:spLocks noGrp="1"/>
          </p:cNvSpPr>
          <p:nvPr/>
        </p:nvSpPr>
        <p:spPr>
          <a:xfrm>
            <a:off x="1600298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Cryo_12354">
            <a:extLst>
              <a:ext uri="{FF2B5EF4-FFF2-40B4-BE49-F238E27FC236}">
                <a16:creationId xmlns:a16="http://schemas.microsoft.com/office/drawing/2014/main" id="{6823212B-4171-4D86-8707-F11A91D5C64C}"/>
              </a:ext>
            </a:extLst>
          </p:cNvPr>
          <p:cNvSpPr>
            <a:spLocks noGrp="1"/>
          </p:cNvSpPr>
          <p:nvPr/>
        </p:nvSpPr>
        <p:spPr>
          <a:xfrm>
            <a:off x="161668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Cryo_12355">
            <a:extLst>
              <a:ext uri="{FF2B5EF4-FFF2-40B4-BE49-F238E27FC236}">
                <a16:creationId xmlns:a16="http://schemas.microsoft.com/office/drawing/2014/main" id="{EA391D0C-6149-4183-A2F4-5E58D8362648}"/>
              </a:ext>
            </a:extLst>
          </p:cNvPr>
          <p:cNvSpPr>
            <a:spLocks noGrp="1"/>
          </p:cNvSpPr>
          <p:nvPr/>
        </p:nvSpPr>
        <p:spPr>
          <a:xfrm>
            <a:off x="1597983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Cryo_12356">
            <a:extLst>
              <a:ext uri="{FF2B5EF4-FFF2-40B4-BE49-F238E27FC236}">
                <a16:creationId xmlns:a16="http://schemas.microsoft.com/office/drawing/2014/main" id="{C6D7834D-F53D-432F-991B-8691405DFDDD}"/>
              </a:ext>
            </a:extLst>
          </p:cNvPr>
          <p:cNvSpPr>
            <a:spLocks noGrp="1"/>
          </p:cNvSpPr>
          <p:nvPr/>
        </p:nvSpPr>
        <p:spPr>
          <a:xfrm>
            <a:off x="1441262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Cryo_12357">
            <a:extLst>
              <a:ext uri="{FF2B5EF4-FFF2-40B4-BE49-F238E27FC236}">
                <a16:creationId xmlns:a16="http://schemas.microsoft.com/office/drawing/2014/main" id="{108C67D0-A768-43FF-AA2B-D15795DA7579}"/>
              </a:ext>
            </a:extLst>
          </p:cNvPr>
          <p:cNvSpPr>
            <a:spLocks noGrp="1"/>
          </p:cNvSpPr>
          <p:nvPr/>
        </p:nvSpPr>
        <p:spPr>
          <a:xfrm>
            <a:off x="1436818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Cryo_12358">
            <a:extLst>
              <a:ext uri="{FF2B5EF4-FFF2-40B4-BE49-F238E27FC236}">
                <a16:creationId xmlns:a16="http://schemas.microsoft.com/office/drawing/2014/main" id="{778CB7D3-0F7D-497D-B721-991F35459350}"/>
              </a:ext>
            </a:extLst>
          </p:cNvPr>
          <p:cNvSpPr>
            <a:spLocks noGrp="1"/>
          </p:cNvSpPr>
          <p:nvPr/>
        </p:nvSpPr>
        <p:spPr>
          <a:xfrm>
            <a:off x="1564833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Cryo_12359">
            <a:extLst>
              <a:ext uri="{FF2B5EF4-FFF2-40B4-BE49-F238E27FC236}">
                <a16:creationId xmlns:a16="http://schemas.microsoft.com/office/drawing/2014/main" id="{010BD434-28A4-44EB-B28E-D4894B309125}"/>
              </a:ext>
            </a:extLst>
          </p:cNvPr>
          <p:cNvSpPr>
            <a:spLocks noGrp="1"/>
          </p:cNvSpPr>
          <p:nvPr/>
        </p:nvSpPr>
        <p:spPr>
          <a:xfrm>
            <a:off x="1656355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Cryo_12360">
            <a:extLst>
              <a:ext uri="{FF2B5EF4-FFF2-40B4-BE49-F238E27FC236}">
                <a16:creationId xmlns:a16="http://schemas.microsoft.com/office/drawing/2014/main" id="{A36C417F-96A1-429F-BD78-E8A2213DA792}"/>
              </a:ext>
            </a:extLst>
          </p:cNvPr>
          <p:cNvSpPr>
            <a:spLocks noGrp="1"/>
          </p:cNvSpPr>
          <p:nvPr/>
        </p:nvSpPr>
        <p:spPr>
          <a:xfrm>
            <a:off x="1428194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Cryo_12361">
            <a:extLst>
              <a:ext uri="{FF2B5EF4-FFF2-40B4-BE49-F238E27FC236}">
                <a16:creationId xmlns:a16="http://schemas.microsoft.com/office/drawing/2014/main" id="{59CD416E-6051-45C7-AADD-CAC0233790B0}"/>
              </a:ext>
            </a:extLst>
          </p:cNvPr>
          <p:cNvSpPr>
            <a:spLocks noGrp="1"/>
          </p:cNvSpPr>
          <p:nvPr/>
        </p:nvSpPr>
        <p:spPr>
          <a:xfrm>
            <a:off x="151993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Cryo_12362">
            <a:extLst>
              <a:ext uri="{FF2B5EF4-FFF2-40B4-BE49-F238E27FC236}">
                <a16:creationId xmlns:a16="http://schemas.microsoft.com/office/drawing/2014/main" id="{742B3176-FF23-422A-9302-9BCF969199D6}"/>
              </a:ext>
            </a:extLst>
          </p:cNvPr>
          <p:cNvSpPr>
            <a:spLocks noGrp="1"/>
          </p:cNvSpPr>
          <p:nvPr/>
        </p:nvSpPr>
        <p:spPr>
          <a:xfrm>
            <a:off x="149601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Cryo_12363">
            <a:extLst>
              <a:ext uri="{FF2B5EF4-FFF2-40B4-BE49-F238E27FC236}">
                <a16:creationId xmlns:a16="http://schemas.microsoft.com/office/drawing/2014/main" id="{7B7CE1AB-2FE7-4BE0-B37C-259B5BCD6D0C}"/>
              </a:ext>
            </a:extLst>
          </p:cNvPr>
          <p:cNvSpPr>
            <a:spLocks noGrp="1"/>
          </p:cNvSpPr>
          <p:nvPr/>
        </p:nvSpPr>
        <p:spPr>
          <a:xfrm>
            <a:off x="1593824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Cryo_12364">
            <a:extLst>
              <a:ext uri="{FF2B5EF4-FFF2-40B4-BE49-F238E27FC236}">
                <a16:creationId xmlns:a16="http://schemas.microsoft.com/office/drawing/2014/main" id="{EDEEF417-59B6-4D71-861D-47C7BFF9F73D}"/>
              </a:ext>
            </a:extLst>
          </p:cNvPr>
          <p:cNvSpPr>
            <a:spLocks noGrp="1"/>
          </p:cNvSpPr>
          <p:nvPr/>
        </p:nvSpPr>
        <p:spPr>
          <a:xfrm>
            <a:off x="156138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Cryo_12365">
            <a:extLst>
              <a:ext uri="{FF2B5EF4-FFF2-40B4-BE49-F238E27FC236}">
                <a16:creationId xmlns:a16="http://schemas.microsoft.com/office/drawing/2014/main" id="{05A1B506-57FC-4DF1-932D-C7B8E35D66C2}"/>
              </a:ext>
            </a:extLst>
          </p:cNvPr>
          <p:cNvSpPr>
            <a:spLocks noGrp="1"/>
          </p:cNvSpPr>
          <p:nvPr/>
        </p:nvSpPr>
        <p:spPr>
          <a:xfrm>
            <a:off x="145610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Cryo_12366">
            <a:extLst>
              <a:ext uri="{FF2B5EF4-FFF2-40B4-BE49-F238E27FC236}">
                <a16:creationId xmlns:a16="http://schemas.microsoft.com/office/drawing/2014/main" id="{41EA09DE-FB83-4A2A-8D3B-E63A31CC7534}"/>
              </a:ext>
            </a:extLst>
          </p:cNvPr>
          <p:cNvSpPr>
            <a:spLocks noGrp="1"/>
          </p:cNvSpPr>
          <p:nvPr/>
        </p:nvSpPr>
        <p:spPr>
          <a:xfrm>
            <a:off x="1443376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Cryo_12367">
            <a:extLst>
              <a:ext uri="{FF2B5EF4-FFF2-40B4-BE49-F238E27FC236}">
                <a16:creationId xmlns:a16="http://schemas.microsoft.com/office/drawing/2014/main" id="{F942D209-6752-4C3B-A717-F15A7DC4F267}"/>
              </a:ext>
            </a:extLst>
          </p:cNvPr>
          <p:cNvSpPr>
            <a:spLocks noGrp="1"/>
          </p:cNvSpPr>
          <p:nvPr/>
        </p:nvSpPr>
        <p:spPr>
          <a:xfrm>
            <a:off x="1534631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Cryo_12368">
            <a:extLst>
              <a:ext uri="{FF2B5EF4-FFF2-40B4-BE49-F238E27FC236}">
                <a16:creationId xmlns:a16="http://schemas.microsoft.com/office/drawing/2014/main" id="{6CCDB8AB-C1AE-4AA1-A03D-3080977A9D2D}"/>
              </a:ext>
            </a:extLst>
          </p:cNvPr>
          <p:cNvSpPr>
            <a:spLocks noGrp="1"/>
          </p:cNvSpPr>
          <p:nvPr/>
        </p:nvSpPr>
        <p:spPr>
          <a:xfrm>
            <a:off x="142779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Cryo_12369">
            <a:extLst>
              <a:ext uri="{FF2B5EF4-FFF2-40B4-BE49-F238E27FC236}">
                <a16:creationId xmlns:a16="http://schemas.microsoft.com/office/drawing/2014/main" id="{BF2C0DCD-9289-48D0-A9B6-3E24CB8F53B9}"/>
              </a:ext>
            </a:extLst>
          </p:cNvPr>
          <p:cNvSpPr>
            <a:spLocks noGrp="1"/>
          </p:cNvSpPr>
          <p:nvPr/>
        </p:nvSpPr>
        <p:spPr>
          <a:xfrm>
            <a:off x="1604724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Cryo_12370">
            <a:extLst>
              <a:ext uri="{FF2B5EF4-FFF2-40B4-BE49-F238E27FC236}">
                <a16:creationId xmlns:a16="http://schemas.microsoft.com/office/drawing/2014/main" id="{51367680-E36A-4E8A-B61B-6DC73180A6CD}"/>
              </a:ext>
            </a:extLst>
          </p:cNvPr>
          <p:cNvSpPr>
            <a:spLocks noGrp="1"/>
          </p:cNvSpPr>
          <p:nvPr/>
        </p:nvSpPr>
        <p:spPr>
          <a:xfrm>
            <a:off x="145725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Cryo_12371">
            <a:extLst>
              <a:ext uri="{FF2B5EF4-FFF2-40B4-BE49-F238E27FC236}">
                <a16:creationId xmlns:a16="http://schemas.microsoft.com/office/drawing/2014/main" id="{B02ED779-1412-4915-A161-EF6EDF861806}"/>
              </a:ext>
            </a:extLst>
          </p:cNvPr>
          <p:cNvSpPr>
            <a:spLocks noGrp="1"/>
          </p:cNvSpPr>
          <p:nvPr/>
        </p:nvSpPr>
        <p:spPr>
          <a:xfrm>
            <a:off x="1556919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Cryo_12372">
            <a:extLst>
              <a:ext uri="{FF2B5EF4-FFF2-40B4-BE49-F238E27FC236}">
                <a16:creationId xmlns:a16="http://schemas.microsoft.com/office/drawing/2014/main" id="{AF397138-6428-4DC7-9C20-656A81CD17F9}"/>
              </a:ext>
            </a:extLst>
          </p:cNvPr>
          <p:cNvSpPr>
            <a:spLocks noGrp="1"/>
          </p:cNvSpPr>
          <p:nvPr/>
        </p:nvSpPr>
        <p:spPr>
          <a:xfrm>
            <a:off x="144741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Cryo_12373">
            <a:extLst>
              <a:ext uri="{FF2B5EF4-FFF2-40B4-BE49-F238E27FC236}">
                <a16:creationId xmlns:a16="http://schemas.microsoft.com/office/drawing/2014/main" id="{153A3424-25A4-4B67-ADEB-DEC0EEC8DC20}"/>
              </a:ext>
            </a:extLst>
          </p:cNvPr>
          <p:cNvSpPr>
            <a:spLocks noGrp="1"/>
          </p:cNvSpPr>
          <p:nvPr/>
        </p:nvSpPr>
        <p:spPr>
          <a:xfrm>
            <a:off x="1487829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Cryo_12374">
            <a:extLst>
              <a:ext uri="{FF2B5EF4-FFF2-40B4-BE49-F238E27FC236}">
                <a16:creationId xmlns:a16="http://schemas.microsoft.com/office/drawing/2014/main" id="{9696D647-8DA2-4F15-9665-18371D4B64A3}"/>
              </a:ext>
            </a:extLst>
          </p:cNvPr>
          <p:cNvSpPr>
            <a:spLocks noGrp="1"/>
          </p:cNvSpPr>
          <p:nvPr/>
        </p:nvSpPr>
        <p:spPr>
          <a:xfrm>
            <a:off x="1449410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Cryo_12375">
            <a:extLst>
              <a:ext uri="{FF2B5EF4-FFF2-40B4-BE49-F238E27FC236}">
                <a16:creationId xmlns:a16="http://schemas.microsoft.com/office/drawing/2014/main" id="{E0AC5E34-8E57-4931-945A-B1324A889150}"/>
              </a:ext>
            </a:extLst>
          </p:cNvPr>
          <p:cNvSpPr>
            <a:spLocks noGrp="1"/>
          </p:cNvSpPr>
          <p:nvPr/>
        </p:nvSpPr>
        <p:spPr>
          <a:xfrm>
            <a:off x="1534661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Cryo_12376">
            <a:extLst>
              <a:ext uri="{FF2B5EF4-FFF2-40B4-BE49-F238E27FC236}">
                <a16:creationId xmlns:a16="http://schemas.microsoft.com/office/drawing/2014/main" id="{01250390-5760-46D9-A885-6C09003CD90F}"/>
              </a:ext>
            </a:extLst>
          </p:cNvPr>
          <p:cNvSpPr>
            <a:spLocks noGrp="1"/>
          </p:cNvSpPr>
          <p:nvPr/>
        </p:nvSpPr>
        <p:spPr>
          <a:xfrm>
            <a:off x="150167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Cryo_12377">
            <a:extLst>
              <a:ext uri="{FF2B5EF4-FFF2-40B4-BE49-F238E27FC236}">
                <a16:creationId xmlns:a16="http://schemas.microsoft.com/office/drawing/2014/main" id="{65D89903-300D-4EB6-9C40-4065CCD1AB16}"/>
              </a:ext>
            </a:extLst>
          </p:cNvPr>
          <p:cNvSpPr>
            <a:spLocks noGrp="1"/>
          </p:cNvSpPr>
          <p:nvPr/>
        </p:nvSpPr>
        <p:spPr>
          <a:xfrm>
            <a:off x="1623685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Cryo_12378">
            <a:extLst>
              <a:ext uri="{FF2B5EF4-FFF2-40B4-BE49-F238E27FC236}">
                <a16:creationId xmlns:a16="http://schemas.microsoft.com/office/drawing/2014/main" id="{EBAF8A30-868B-47D8-8EBD-B87EB026003B}"/>
              </a:ext>
            </a:extLst>
          </p:cNvPr>
          <p:cNvSpPr>
            <a:spLocks noGrp="1"/>
          </p:cNvSpPr>
          <p:nvPr/>
        </p:nvSpPr>
        <p:spPr>
          <a:xfrm>
            <a:off x="1432795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Cryo_12379">
            <a:extLst>
              <a:ext uri="{FF2B5EF4-FFF2-40B4-BE49-F238E27FC236}">
                <a16:creationId xmlns:a16="http://schemas.microsoft.com/office/drawing/2014/main" id="{F03852ED-2E85-4E85-A619-5C055DA87D94}"/>
              </a:ext>
            </a:extLst>
          </p:cNvPr>
          <p:cNvSpPr>
            <a:spLocks noGrp="1"/>
          </p:cNvSpPr>
          <p:nvPr/>
        </p:nvSpPr>
        <p:spPr>
          <a:xfrm>
            <a:off x="1574660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Cryo_12380">
            <a:extLst>
              <a:ext uri="{FF2B5EF4-FFF2-40B4-BE49-F238E27FC236}">
                <a16:creationId xmlns:a16="http://schemas.microsoft.com/office/drawing/2014/main" id="{32E6B018-D44F-47FC-969B-43FBE3AAA454}"/>
              </a:ext>
            </a:extLst>
          </p:cNvPr>
          <p:cNvSpPr>
            <a:spLocks noGrp="1"/>
          </p:cNvSpPr>
          <p:nvPr/>
        </p:nvSpPr>
        <p:spPr>
          <a:xfrm>
            <a:off x="162140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Cryo_12381">
            <a:extLst>
              <a:ext uri="{FF2B5EF4-FFF2-40B4-BE49-F238E27FC236}">
                <a16:creationId xmlns:a16="http://schemas.microsoft.com/office/drawing/2014/main" id="{34B02BD8-F83B-4D4E-B7D4-24CA2C2CF4F9}"/>
              </a:ext>
            </a:extLst>
          </p:cNvPr>
          <p:cNvSpPr>
            <a:spLocks noGrp="1"/>
          </p:cNvSpPr>
          <p:nvPr/>
        </p:nvSpPr>
        <p:spPr>
          <a:xfrm>
            <a:off x="160232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Cryo_12382">
            <a:extLst>
              <a:ext uri="{FF2B5EF4-FFF2-40B4-BE49-F238E27FC236}">
                <a16:creationId xmlns:a16="http://schemas.microsoft.com/office/drawing/2014/main" id="{2363CD7E-0917-43B2-869A-6882F0DF5644}"/>
              </a:ext>
            </a:extLst>
          </p:cNvPr>
          <p:cNvSpPr>
            <a:spLocks noGrp="1"/>
          </p:cNvSpPr>
          <p:nvPr/>
        </p:nvSpPr>
        <p:spPr>
          <a:xfrm>
            <a:off x="1541219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Cryo_12383">
            <a:extLst>
              <a:ext uri="{FF2B5EF4-FFF2-40B4-BE49-F238E27FC236}">
                <a16:creationId xmlns:a16="http://schemas.microsoft.com/office/drawing/2014/main" id="{4D9A9E14-4BB2-4F20-B74C-280DEFFCEC82}"/>
              </a:ext>
            </a:extLst>
          </p:cNvPr>
          <p:cNvSpPr>
            <a:spLocks noGrp="1"/>
          </p:cNvSpPr>
          <p:nvPr/>
        </p:nvSpPr>
        <p:spPr>
          <a:xfrm>
            <a:off x="1639394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Cryo_12384">
            <a:extLst>
              <a:ext uri="{FF2B5EF4-FFF2-40B4-BE49-F238E27FC236}">
                <a16:creationId xmlns:a16="http://schemas.microsoft.com/office/drawing/2014/main" id="{EF96367B-4BFA-4001-BB10-1976E7BC4D1E}"/>
              </a:ext>
            </a:extLst>
          </p:cNvPr>
          <p:cNvSpPr>
            <a:spLocks noGrp="1"/>
          </p:cNvSpPr>
          <p:nvPr/>
        </p:nvSpPr>
        <p:spPr>
          <a:xfrm>
            <a:off x="162814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Cryo_12385">
            <a:extLst>
              <a:ext uri="{FF2B5EF4-FFF2-40B4-BE49-F238E27FC236}">
                <a16:creationId xmlns:a16="http://schemas.microsoft.com/office/drawing/2014/main" id="{83839B73-2F08-480B-B558-90C74AE2EC88}"/>
              </a:ext>
            </a:extLst>
          </p:cNvPr>
          <p:cNvSpPr>
            <a:spLocks noGrp="1"/>
          </p:cNvSpPr>
          <p:nvPr/>
        </p:nvSpPr>
        <p:spPr>
          <a:xfrm>
            <a:off x="165343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Cryo_12386">
            <a:extLst>
              <a:ext uri="{FF2B5EF4-FFF2-40B4-BE49-F238E27FC236}">
                <a16:creationId xmlns:a16="http://schemas.microsoft.com/office/drawing/2014/main" id="{B1AF9F57-3139-43E1-8E5F-9438D36AFE8D}"/>
              </a:ext>
            </a:extLst>
          </p:cNvPr>
          <p:cNvSpPr>
            <a:spLocks noGrp="1"/>
          </p:cNvSpPr>
          <p:nvPr/>
        </p:nvSpPr>
        <p:spPr>
          <a:xfrm>
            <a:off x="1600153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Cryo_12387">
            <a:extLst>
              <a:ext uri="{FF2B5EF4-FFF2-40B4-BE49-F238E27FC236}">
                <a16:creationId xmlns:a16="http://schemas.microsoft.com/office/drawing/2014/main" id="{EC75B1C0-6311-40BE-88CD-20A4EB8576B8}"/>
              </a:ext>
            </a:extLst>
          </p:cNvPr>
          <p:cNvSpPr>
            <a:spLocks noGrp="1"/>
          </p:cNvSpPr>
          <p:nvPr/>
        </p:nvSpPr>
        <p:spPr>
          <a:xfrm>
            <a:off x="1489359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Cryo_12388">
            <a:extLst>
              <a:ext uri="{FF2B5EF4-FFF2-40B4-BE49-F238E27FC236}">
                <a16:creationId xmlns:a16="http://schemas.microsoft.com/office/drawing/2014/main" id="{A4B913EA-7703-4512-B548-25808792B5D7}"/>
              </a:ext>
            </a:extLst>
          </p:cNvPr>
          <p:cNvSpPr>
            <a:spLocks noGrp="1"/>
          </p:cNvSpPr>
          <p:nvPr/>
        </p:nvSpPr>
        <p:spPr>
          <a:xfrm>
            <a:off x="143813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Cryo_12389">
            <a:extLst>
              <a:ext uri="{FF2B5EF4-FFF2-40B4-BE49-F238E27FC236}">
                <a16:creationId xmlns:a16="http://schemas.microsoft.com/office/drawing/2014/main" id="{9D2503FB-764A-411B-9DCB-11D813EBB4E1}"/>
              </a:ext>
            </a:extLst>
          </p:cNvPr>
          <p:cNvSpPr>
            <a:spLocks noGrp="1"/>
          </p:cNvSpPr>
          <p:nvPr/>
        </p:nvSpPr>
        <p:spPr>
          <a:xfrm>
            <a:off x="1626544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Cryo_12390">
            <a:extLst>
              <a:ext uri="{FF2B5EF4-FFF2-40B4-BE49-F238E27FC236}">
                <a16:creationId xmlns:a16="http://schemas.microsoft.com/office/drawing/2014/main" id="{896074F6-EDB4-4341-A806-D0B59BD6022D}"/>
              </a:ext>
            </a:extLst>
          </p:cNvPr>
          <p:cNvSpPr>
            <a:spLocks noGrp="1"/>
          </p:cNvSpPr>
          <p:nvPr/>
        </p:nvSpPr>
        <p:spPr>
          <a:xfrm>
            <a:off x="1426352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Cryo_12391">
            <a:extLst>
              <a:ext uri="{FF2B5EF4-FFF2-40B4-BE49-F238E27FC236}">
                <a16:creationId xmlns:a16="http://schemas.microsoft.com/office/drawing/2014/main" id="{400C5618-C5FA-40DE-A386-22291ED8207C}"/>
              </a:ext>
            </a:extLst>
          </p:cNvPr>
          <p:cNvSpPr>
            <a:spLocks noGrp="1"/>
          </p:cNvSpPr>
          <p:nvPr/>
        </p:nvSpPr>
        <p:spPr>
          <a:xfrm>
            <a:off x="1425147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Cryo_12392">
            <a:extLst>
              <a:ext uri="{FF2B5EF4-FFF2-40B4-BE49-F238E27FC236}">
                <a16:creationId xmlns:a16="http://schemas.microsoft.com/office/drawing/2014/main" id="{975C54C8-8A65-4A64-BED9-9FE1CED8FC81}"/>
              </a:ext>
            </a:extLst>
          </p:cNvPr>
          <p:cNvSpPr>
            <a:spLocks noGrp="1"/>
          </p:cNvSpPr>
          <p:nvPr/>
        </p:nvSpPr>
        <p:spPr>
          <a:xfrm>
            <a:off x="153550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Cryo_12393">
            <a:extLst>
              <a:ext uri="{FF2B5EF4-FFF2-40B4-BE49-F238E27FC236}">
                <a16:creationId xmlns:a16="http://schemas.microsoft.com/office/drawing/2014/main" id="{A54205D9-6775-439B-A2CC-EA0C4A7F041A}"/>
              </a:ext>
            </a:extLst>
          </p:cNvPr>
          <p:cNvSpPr>
            <a:spLocks noGrp="1"/>
          </p:cNvSpPr>
          <p:nvPr/>
        </p:nvSpPr>
        <p:spPr>
          <a:xfrm>
            <a:off x="154165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Cryo_12394">
            <a:extLst>
              <a:ext uri="{FF2B5EF4-FFF2-40B4-BE49-F238E27FC236}">
                <a16:creationId xmlns:a16="http://schemas.microsoft.com/office/drawing/2014/main" id="{AE7C6FAC-1ED8-4109-BD89-737ECC3D0612}"/>
              </a:ext>
            </a:extLst>
          </p:cNvPr>
          <p:cNvSpPr>
            <a:spLocks noGrp="1"/>
          </p:cNvSpPr>
          <p:nvPr/>
        </p:nvSpPr>
        <p:spPr>
          <a:xfrm>
            <a:off x="1490684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Cryo_12395">
            <a:extLst>
              <a:ext uri="{FF2B5EF4-FFF2-40B4-BE49-F238E27FC236}">
                <a16:creationId xmlns:a16="http://schemas.microsoft.com/office/drawing/2014/main" id="{A8612041-B7C0-489C-B540-31C89097FA98}"/>
              </a:ext>
            </a:extLst>
          </p:cNvPr>
          <p:cNvSpPr>
            <a:spLocks noGrp="1"/>
          </p:cNvSpPr>
          <p:nvPr/>
        </p:nvSpPr>
        <p:spPr>
          <a:xfrm>
            <a:off x="1635647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Cryo_12396">
            <a:extLst>
              <a:ext uri="{FF2B5EF4-FFF2-40B4-BE49-F238E27FC236}">
                <a16:creationId xmlns:a16="http://schemas.microsoft.com/office/drawing/2014/main" id="{9DFBF702-34BD-4D02-86B8-6F3F479E91A0}"/>
              </a:ext>
            </a:extLst>
          </p:cNvPr>
          <p:cNvSpPr>
            <a:spLocks noGrp="1"/>
          </p:cNvSpPr>
          <p:nvPr/>
        </p:nvSpPr>
        <p:spPr>
          <a:xfrm>
            <a:off x="1631638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Cryo_12397">
            <a:extLst>
              <a:ext uri="{FF2B5EF4-FFF2-40B4-BE49-F238E27FC236}">
                <a16:creationId xmlns:a16="http://schemas.microsoft.com/office/drawing/2014/main" id="{EA0F82D1-2AB3-41B8-8F5B-890FE76A1036}"/>
              </a:ext>
            </a:extLst>
          </p:cNvPr>
          <p:cNvSpPr>
            <a:spLocks noGrp="1"/>
          </p:cNvSpPr>
          <p:nvPr/>
        </p:nvSpPr>
        <p:spPr>
          <a:xfrm>
            <a:off x="156084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Cryo_12398">
            <a:extLst>
              <a:ext uri="{FF2B5EF4-FFF2-40B4-BE49-F238E27FC236}">
                <a16:creationId xmlns:a16="http://schemas.microsoft.com/office/drawing/2014/main" id="{4D6B8E13-36E6-4BA0-A542-A0991B3014C8}"/>
              </a:ext>
            </a:extLst>
          </p:cNvPr>
          <p:cNvSpPr>
            <a:spLocks noGrp="1"/>
          </p:cNvSpPr>
          <p:nvPr/>
        </p:nvSpPr>
        <p:spPr>
          <a:xfrm>
            <a:off x="1561700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Cryo_12399">
            <a:extLst>
              <a:ext uri="{FF2B5EF4-FFF2-40B4-BE49-F238E27FC236}">
                <a16:creationId xmlns:a16="http://schemas.microsoft.com/office/drawing/2014/main" id="{CB6F46D6-3C37-4077-94BE-1FF389307190}"/>
              </a:ext>
            </a:extLst>
          </p:cNvPr>
          <p:cNvSpPr>
            <a:spLocks noGrp="1"/>
          </p:cNvSpPr>
          <p:nvPr/>
        </p:nvSpPr>
        <p:spPr>
          <a:xfrm>
            <a:off x="1570989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Cryo_12400">
            <a:extLst>
              <a:ext uri="{FF2B5EF4-FFF2-40B4-BE49-F238E27FC236}">
                <a16:creationId xmlns:a16="http://schemas.microsoft.com/office/drawing/2014/main" id="{F3A5B0F5-2226-4696-86B6-8E2E131C73C7}"/>
              </a:ext>
            </a:extLst>
          </p:cNvPr>
          <p:cNvSpPr>
            <a:spLocks noGrp="1"/>
          </p:cNvSpPr>
          <p:nvPr/>
        </p:nvSpPr>
        <p:spPr>
          <a:xfrm>
            <a:off x="1514830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Cryo_12401">
            <a:extLst>
              <a:ext uri="{FF2B5EF4-FFF2-40B4-BE49-F238E27FC236}">
                <a16:creationId xmlns:a16="http://schemas.microsoft.com/office/drawing/2014/main" id="{651A3134-3FDA-420C-AEF8-146D35C3C0EB}"/>
              </a:ext>
            </a:extLst>
          </p:cNvPr>
          <p:cNvSpPr>
            <a:spLocks noGrp="1"/>
          </p:cNvSpPr>
          <p:nvPr/>
        </p:nvSpPr>
        <p:spPr>
          <a:xfrm>
            <a:off x="144837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Cryo_12402">
            <a:extLst>
              <a:ext uri="{FF2B5EF4-FFF2-40B4-BE49-F238E27FC236}">
                <a16:creationId xmlns:a16="http://schemas.microsoft.com/office/drawing/2014/main" id="{A40B2C33-0B53-4649-8837-1891FEF443A2}"/>
              </a:ext>
            </a:extLst>
          </p:cNvPr>
          <p:cNvSpPr>
            <a:spLocks noGrp="1"/>
          </p:cNvSpPr>
          <p:nvPr/>
        </p:nvSpPr>
        <p:spPr>
          <a:xfrm>
            <a:off x="1420546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Cryo_12403">
            <a:extLst>
              <a:ext uri="{FF2B5EF4-FFF2-40B4-BE49-F238E27FC236}">
                <a16:creationId xmlns:a16="http://schemas.microsoft.com/office/drawing/2014/main" id="{5630EF89-CBA0-4B51-A5A7-0B7A027EADC3}"/>
              </a:ext>
            </a:extLst>
          </p:cNvPr>
          <p:cNvSpPr>
            <a:spLocks noGrp="1"/>
          </p:cNvSpPr>
          <p:nvPr/>
        </p:nvSpPr>
        <p:spPr>
          <a:xfrm>
            <a:off x="150840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Cryo_12404">
            <a:extLst>
              <a:ext uri="{FF2B5EF4-FFF2-40B4-BE49-F238E27FC236}">
                <a16:creationId xmlns:a16="http://schemas.microsoft.com/office/drawing/2014/main" id="{C3238600-A29C-409A-A742-31C920DACF0C}"/>
              </a:ext>
            </a:extLst>
          </p:cNvPr>
          <p:cNvSpPr>
            <a:spLocks noGrp="1"/>
          </p:cNvSpPr>
          <p:nvPr/>
        </p:nvSpPr>
        <p:spPr>
          <a:xfrm>
            <a:off x="1417708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Cryo_12405">
            <a:extLst>
              <a:ext uri="{FF2B5EF4-FFF2-40B4-BE49-F238E27FC236}">
                <a16:creationId xmlns:a16="http://schemas.microsoft.com/office/drawing/2014/main" id="{BD824AA9-2EA8-46F9-8139-688FA2727F71}"/>
              </a:ext>
            </a:extLst>
          </p:cNvPr>
          <p:cNvSpPr>
            <a:spLocks noGrp="1"/>
          </p:cNvSpPr>
          <p:nvPr/>
        </p:nvSpPr>
        <p:spPr>
          <a:xfrm>
            <a:off x="1639182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Cryo_12406">
            <a:extLst>
              <a:ext uri="{FF2B5EF4-FFF2-40B4-BE49-F238E27FC236}">
                <a16:creationId xmlns:a16="http://schemas.microsoft.com/office/drawing/2014/main" id="{E95CFD02-1EE8-4289-88D2-659443981B2B}"/>
              </a:ext>
            </a:extLst>
          </p:cNvPr>
          <p:cNvSpPr>
            <a:spLocks noGrp="1"/>
          </p:cNvSpPr>
          <p:nvPr/>
        </p:nvSpPr>
        <p:spPr>
          <a:xfrm>
            <a:off x="1506822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Cryo_12407">
            <a:extLst>
              <a:ext uri="{FF2B5EF4-FFF2-40B4-BE49-F238E27FC236}">
                <a16:creationId xmlns:a16="http://schemas.microsoft.com/office/drawing/2014/main" id="{05BF93FD-F612-4300-9B4B-E30695EE6800}"/>
              </a:ext>
            </a:extLst>
          </p:cNvPr>
          <p:cNvSpPr>
            <a:spLocks noGrp="1"/>
          </p:cNvSpPr>
          <p:nvPr/>
        </p:nvSpPr>
        <p:spPr>
          <a:xfrm>
            <a:off x="1526471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Cryo_12408">
            <a:extLst>
              <a:ext uri="{FF2B5EF4-FFF2-40B4-BE49-F238E27FC236}">
                <a16:creationId xmlns:a16="http://schemas.microsoft.com/office/drawing/2014/main" id="{3F9EF710-65A1-42F2-BEFF-1AA92AF2C186}"/>
              </a:ext>
            </a:extLst>
          </p:cNvPr>
          <p:cNvSpPr>
            <a:spLocks noGrp="1"/>
          </p:cNvSpPr>
          <p:nvPr/>
        </p:nvSpPr>
        <p:spPr>
          <a:xfrm>
            <a:off x="1577631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Cryo_12409">
            <a:extLst>
              <a:ext uri="{FF2B5EF4-FFF2-40B4-BE49-F238E27FC236}">
                <a16:creationId xmlns:a16="http://schemas.microsoft.com/office/drawing/2014/main" id="{FDE9DDB4-18A8-4CD7-95D3-20E8D935C837}"/>
              </a:ext>
            </a:extLst>
          </p:cNvPr>
          <p:cNvSpPr>
            <a:spLocks noGrp="1"/>
          </p:cNvSpPr>
          <p:nvPr/>
        </p:nvSpPr>
        <p:spPr>
          <a:xfrm>
            <a:off x="151215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Cryo_12410">
            <a:extLst>
              <a:ext uri="{FF2B5EF4-FFF2-40B4-BE49-F238E27FC236}">
                <a16:creationId xmlns:a16="http://schemas.microsoft.com/office/drawing/2014/main" id="{A4371F27-4971-4E27-847B-008FA5FC9B37}"/>
              </a:ext>
            </a:extLst>
          </p:cNvPr>
          <p:cNvSpPr>
            <a:spLocks noGrp="1"/>
          </p:cNvSpPr>
          <p:nvPr/>
        </p:nvSpPr>
        <p:spPr>
          <a:xfrm>
            <a:off x="1474200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Cryo_12411">
            <a:extLst>
              <a:ext uri="{FF2B5EF4-FFF2-40B4-BE49-F238E27FC236}">
                <a16:creationId xmlns:a16="http://schemas.microsoft.com/office/drawing/2014/main" id="{C6676BB0-39C4-4DEC-B8D6-0A00814785F6}"/>
              </a:ext>
            </a:extLst>
          </p:cNvPr>
          <p:cNvSpPr>
            <a:spLocks noGrp="1"/>
          </p:cNvSpPr>
          <p:nvPr/>
        </p:nvSpPr>
        <p:spPr>
          <a:xfrm>
            <a:off x="1624525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Cryo_12412">
            <a:extLst>
              <a:ext uri="{FF2B5EF4-FFF2-40B4-BE49-F238E27FC236}">
                <a16:creationId xmlns:a16="http://schemas.microsoft.com/office/drawing/2014/main" id="{E300CC49-8254-4E3D-9A2B-223DE7A93929}"/>
              </a:ext>
            </a:extLst>
          </p:cNvPr>
          <p:cNvSpPr>
            <a:spLocks noGrp="1"/>
          </p:cNvSpPr>
          <p:nvPr/>
        </p:nvSpPr>
        <p:spPr>
          <a:xfrm>
            <a:off x="146631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Cryo_12413">
            <a:extLst>
              <a:ext uri="{FF2B5EF4-FFF2-40B4-BE49-F238E27FC236}">
                <a16:creationId xmlns:a16="http://schemas.microsoft.com/office/drawing/2014/main" id="{FE2FD990-7BC9-4957-9E34-88F2F287BB08}"/>
              </a:ext>
            </a:extLst>
          </p:cNvPr>
          <p:cNvSpPr>
            <a:spLocks noGrp="1"/>
          </p:cNvSpPr>
          <p:nvPr/>
        </p:nvSpPr>
        <p:spPr>
          <a:xfrm>
            <a:off x="1474528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Cryo_12414">
            <a:extLst>
              <a:ext uri="{FF2B5EF4-FFF2-40B4-BE49-F238E27FC236}">
                <a16:creationId xmlns:a16="http://schemas.microsoft.com/office/drawing/2014/main" id="{09961724-DCAD-4C7B-B8BA-C542D86F93D1}"/>
              </a:ext>
            </a:extLst>
          </p:cNvPr>
          <p:cNvSpPr>
            <a:spLocks noGrp="1"/>
          </p:cNvSpPr>
          <p:nvPr/>
        </p:nvSpPr>
        <p:spPr>
          <a:xfrm>
            <a:off x="149263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Cryo_12415">
            <a:extLst>
              <a:ext uri="{FF2B5EF4-FFF2-40B4-BE49-F238E27FC236}">
                <a16:creationId xmlns:a16="http://schemas.microsoft.com/office/drawing/2014/main" id="{F85E8263-6C53-42A7-B333-1D4A06AA938F}"/>
              </a:ext>
            </a:extLst>
          </p:cNvPr>
          <p:cNvSpPr>
            <a:spLocks noGrp="1"/>
          </p:cNvSpPr>
          <p:nvPr/>
        </p:nvSpPr>
        <p:spPr>
          <a:xfrm>
            <a:off x="1518601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Cryo_12416">
            <a:extLst>
              <a:ext uri="{FF2B5EF4-FFF2-40B4-BE49-F238E27FC236}">
                <a16:creationId xmlns:a16="http://schemas.microsoft.com/office/drawing/2014/main" id="{BDDB271C-6045-4C36-A12E-8311CA12EEDA}"/>
              </a:ext>
            </a:extLst>
          </p:cNvPr>
          <p:cNvSpPr>
            <a:spLocks noGrp="1"/>
          </p:cNvSpPr>
          <p:nvPr/>
        </p:nvSpPr>
        <p:spPr>
          <a:xfrm>
            <a:off x="141559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Cryo_12417">
            <a:extLst>
              <a:ext uri="{FF2B5EF4-FFF2-40B4-BE49-F238E27FC236}">
                <a16:creationId xmlns:a16="http://schemas.microsoft.com/office/drawing/2014/main" id="{99086B17-F91F-4136-8590-EE25BBDE1B8D}"/>
              </a:ext>
            </a:extLst>
          </p:cNvPr>
          <p:cNvSpPr>
            <a:spLocks noGrp="1"/>
          </p:cNvSpPr>
          <p:nvPr/>
        </p:nvSpPr>
        <p:spPr>
          <a:xfrm>
            <a:off x="164390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Cryo_12418">
            <a:extLst>
              <a:ext uri="{FF2B5EF4-FFF2-40B4-BE49-F238E27FC236}">
                <a16:creationId xmlns:a16="http://schemas.microsoft.com/office/drawing/2014/main" id="{4585E836-AF1B-404E-AEDF-1D80A04E6255}"/>
              </a:ext>
            </a:extLst>
          </p:cNvPr>
          <p:cNvSpPr>
            <a:spLocks noGrp="1"/>
          </p:cNvSpPr>
          <p:nvPr/>
        </p:nvSpPr>
        <p:spPr>
          <a:xfrm>
            <a:off x="154516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Cryo_12419">
            <a:extLst>
              <a:ext uri="{FF2B5EF4-FFF2-40B4-BE49-F238E27FC236}">
                <a16:creationId xmlns:a16="http://schemas.microsoft.com/office/drawing/2014/main" id="{E79244DE-DF2E-465B-BE59-3D143A845999}"/>
              </a:ext>
            </a:extLst>
          </p:cNvPr>
          <p:cNvSpPr>
            <a:spLocks noGrp="1"/>
          </p:cNvSpPr>
          <p:nvPr/>
        </p:nvSpPr>
        <p:spPr>
          <a:xfrm>
            <a:off x="1612808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Cryo_12420">
            <a:extLst>
              <a:ext uri="{FF2B5EF4-FFF2-40B4-BE49-F238E27FC236}">
                <a16:creationId xmlns:a16="http://schemas.microsoft.com/office/drawing/2014/main" id="{E0739B60-FD21-4D2F-A3CA-ACDF57F0C91D}"/>
              </a:ext>
            </a:extLst>
          </p:cNvPr>
          <p:cNvSpPr>
            <a:spLocks noGrp="1"/>
          </p:cNvSpPr>
          <p:nvPr/>
        </p:nvSpPr>
        <p:spPr>
          <a:xfrm>
            <a:off x="155671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Cryo_12421">
            <a:extLst>
              <a:ext uri="{FF2B5EF4-FFF2-40B4-BE49-F238E27FC236}">
                <a16:creationId xmlns:a16="http://schemas.microsoft.com/office/drawing/2014/main" id="{E943D735-BA23-4906-BA18-6215679DE15A}"/>
              </a:ext>
            </a:extLst>
          </p:cNvPr>
          <p:cNvSpPr>
            <a:spLocks noGrp="1"/>
          </p:cNvSpPr>
          <p:nvPr/>
        </p:nvSpPr>
        <p:spPr>
          <a:xfrm>
            <a:off x="163647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Cryo_12422">
            <a:extLst>
              <a:ext uri="{FF2B5EF4-FFF2-40B4-BE49-F238E27FC236}">
                <a16:creationId xmlns:a16="http://schemas.microsoft.com/office/drawing/2014/main" id="{4E1282BC-FFFC-493D-85E7-A4016ACBB4B0}"/>
              </a:ext>
            </a:extLst>
          </p:cNvPr>
          <p:cNvSpPr>
            <a:spLocks noGrp="1"/>
          </p:cNvSpPr>
          <p:nvPr/>
        </p:nvSpPr>
        <p:spPr>
          <a:xfrm>
            <a:off x="1447786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Cryo_12423">
            <a:extLst>
              <a:ext uri="{FF2B5EF4-FFF2-40B4-BE49-F238E27FC236}">
                <a16:creationId xmlns:a16="http://schemas.microsoft.com/office/drawing/2014/main" id="{AAF75006-C219-4AC5-963E-3028A438691C}"/>
              </a:ext>
            </a:extLst>
          </p:cNvPr>
          <p:cNvSpPr>
            <a:spLocks noGrp="1"/>
          </p:cNvSpPr>
          <p:nvPr/>
        </p:nvSpPr>
        <p:spPr>
          <a:xfrm>
            <a:off x="1559332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Cryo_12424">
            <a:extLst>
              <a:ext uri="{FF2B5EF4-FFF2-40B4-BE49-F238E27FC236}">
                <a16:creationId xmlns:a16="http://schemas.microsoft.com/office/drawing/2014/main" id="{48BCFF75-1366-4E4C-98D5-5751FA4E147D}"/>
              </a:ext>
            </a:extLst>
          </p:cNvPr>
          <p:cNvSpPr>
            <a:spLocks noGrp="1"/>
          </p:cNvSpPr>
          <p:nvPr/>
        </p:nvSpPr>
        <p:spPr>
          <a:xfrm>
            <a:off x="149785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Cryo_12425">
            <a:extLst>
              <a:ext uri="{FF2B5EF4-FFF2-40B4-BE49-F238E27FC236}">
                <a16:creationId xmlns:a16="http://schemas.microsoft.com/office/drawing/2014/main" id="{F76061FA-B635-4BC1-9EE3-FD8831E7A76E}"/>
              </a:ext>
            </a:extLst>
          </p:cNvPr>
          <p:cNvSpPr>
            <a:spLocks noGrp="1"/>
          </p:cNvSpPr>
          <p:nvPr/>
        </p:nvSpPr>
        <p:spPr>
          <a:xfrm>
            <a:off x="141320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Cryo_12426">
            <a:extLst>
              <a:ext uri="{FF2B5EF4-FFF2-40B4-BE49-F238E27FC236}">
                <a16:creationId xmlns:a16="http://schemas.microsoft.com/office/drawing/2014/main" id="{B3CAD74D-6598-4B3A-908A-5B429D5F7502}"/>
              </a:ext>
            </a:extLst>
          </p:cNvPr>
          <p:cNvSpPr>
            <a:spLocks noGrp="1"/>
          </p:cNvSpPr>
          <p:nvPr/>
        </p:nvSpPr>
        <p:spPr>
          <a:xfrm>
            <a:off x="1555298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Cryo_12427">
            <a:extLst>
              <a:ext uri="{FF2B5EF4-FFF2-40B4-BE49-F238E27FC236}">
                <a16:creationId xmlns:a16="http://schemas.microsoft.com/office/drawing/2014/main" id="{B5B3B8AC-B399-481F-B78A-9C5E8AFA5BD2}"/>
              </a:ext>
            </a:extLst>
          </p:cNvPr>
          <p:cNvSpPr>
            <a:spLocks noGrp="1"/>
          </p:cNvSpPr>
          <p:nvPr/>
        </p:nvSpPr>
        <p:spPr>
          <a:xfrm>
            <a:off x="1559071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Cryo_12428">
            <a:extLst>
              <a:ext uri="{FF2B5EF4-FFF2-40B4-BE49-F238E27FC236}">
                <a16:creationId xmlns:a16="http://schemas.microsoft.com/office/drawing/2014/main" id="{D300B96A-86A9-4922-880E-9DA0C170B7F1}"/>
              </a:ext>
            </a:extLst>
          </p:cNvPr>
          <p:cNvSpPr>
            <a:spLocks noGrp="1"/>
          </p:cNvSpPr>
          <p:nvPr/>
        </p:nvSpPr>
        <p:spPr>
          <a:xfrm>
            <a:off x="1436082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Cryo_12429">
            <a:extLst>
              <a:ext uri="{FF2B5EF4-FFF2-40B4-BE49-F238E27FC236}">
                <a16:creationId xmlns:a16="http://schemas.microsoft.com/office/drawing/2014/main" id="{69E26696-6C8F-4E35-ADF9-296B3C10D663}"/>
              </a:ext>
            </a:extLst>
          </p:cNvPr>
          <p:cNvSpPr>
            <a:spLocks noGrp="1"/>
          </p:cNvSpPr>
          <p:nvPr/>
        </p:nvSpPr>
        <p:spPr>
          <a:xfrm>
            <a:off x="1502691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Cryo_12430">
            <a:extLst>
              <a:ext uri="{FF2B5EF4-FFF2-40B4-BE49-F238E27FC236}">
                <a16:creationId xmlns:a16="http://schemas.microsoft.com/office/drawing/2014/main" id="{5D0FC0BB-5853-439D-B908-6F63F7A3071A}"/>
              </a:ext>
            </a:extLst>
          </p:cNvPr>
          <p:cNvSpPr>
            <a:spLocks noGrp="1"/>
          </p:cNvSpPr>
          <p:nvPr/>
        </p:nvSpPr>
        <p:spPr>
          <a:xfrm>
            <a:off x="151968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Cryo_12431">
            <a:extLst>
              <a:ext uri="{FF2B5EF4-FFF2-40B4-BE49-F238E27FC236}">
                <a16:creationId xmlns:a16="http://schemas.microsoft.com/office/drawing/2014/main" id="{756B8F65-40E0-4F36-9939-5D940C3CDF97}"/>
              </a:ext>
            </a:extLst>
          </p:cNvPr>
          <p:cNvSpPr>
            <a:spLocks noGrp="1"/>
          </p:cNvSpPr>
          <p:nvPr/>
        </p:nvSpPr>
        <p:spPr>
          <a:xfrm>
            <a:off x="143111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Cryo_12432">
            <a:extLst>
              <a:ext uri="{FF2B5EF4-FFF2-40B4-BE49-F238E27FC236}">
                <a16:creationId xmlns:a16="http://schemas.microsoft.com/office/drawing/2014/main" id="{49F297B4-5539-4593-B6E3-25F6BE5DAC5D}"/>
              </a:ext>
            </a:extLst>
          </p:cNvPr>
          <p:cNvSpPr>
            <a:spLocks noGrp="1"/>
          </p:cNvSpPr>
          <p:nvPr/>
        </p:nvSpPr>
        <p:spPr>
          <a:xfrm>
            <a:off x="155783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Cryo_12433">
            <a:extLst>
              <a:ext uri="{FF2B5EF4-FFF2-40B4-BE49-F238E27FC236}">
                <a16:creationId xmlns:a16="http://schemas.microsoft.com/office/drawing/2014/main" id="{FEBEB65C-FDAD-47CE-BC16-B7AF4C73C94A}"/>
              </a:ext>
            </a:extLst>
          </p:cNvPr>
          <p:cNvSpPr>
            <a:spLocks noGrp="1"/>
          </p:cNvSpPr>
          <p:nvPr/>
        </p:nvSpPr>
        <p:spPr>
          <a:xfrm>
            <a:off x="1523586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Cryo_12434">
            <a:extLst>
              <a:ext uri="{FF2B5EF4-FFF2-40B4-BE49-F238E27FC236}">
                <a16:creationId xmlns:a16="http://schemas.microsoft.com/office/drawing/2014/main" id="{1D4267C6-5A3C-4CC4-9849-8EC98B9164C7}"/>
              </a:ext>
            </a:extLst>
          </p:cNvPr>
          <p:cNvSpPr>
            <a:spLocks noGrp="1"/>
          </p:cNvSpPr>
          <p:nvPr/>
        </p:nvSpPr>
        <p:spPr>
          <a:xfrm>
            <a:off x="1634926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Cryo_12435">
            <a:extLst>
              <a:ext uri="{FF2B5EF4-FFF2-40B4-BE49-F238E27FC236}">
                <a16:creationId xmlns:a16="http://schemas.microsoft.com/office/drawing/2014/main" id="{DDBBD0BA-6A61-406F-80D6-5E26E76C112A}"/>
              </a:ext>
            </a:extLst>
          </p:cNvPr>
          <p:cNvSpPr>
            <a:spLocks noGrp="1"/>
          </p:cNvSpPr>
          <p:nvPr/>
        </p:nvSpPr>
        <p:spPr>
          <a:xfrm>
            <a:off x="1620214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Cryo_12436">
            <a:extLst>
              <a:ext uri="{FF2B5EF4-FFF2-40B4-BE49-F238E27FC236}">
                <a16:creationId xmlns:a16="http://schemas.microsoft.com/office/drawing/2014/main" id="{38B749C6-8A6D-4B29-9715-4710B911E6DD}"/>
              </a:ext>
            </a:extLst>
          </p:cNvPr>
          <p:cNvSpPr>
            <a:spLocks noGrp="1"/>
          </p:cNvSpPr>
          <p:nvPr/>
        </p:nvSpPr>
        <p:spPr>
          <a:xfrm>
            <a:off x="1645316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Cryo_12437">
            <a:extLst>
              <a:ext uri="{FF2B5EF4-FFF2-40B4-BE49-F238E27FC236}">
                <a16:creationId xmlns:a16="http://schemas.microsoft.com/office/drawing/2014/main" id="{FCE99151-77AB-4058-B2B1-6DC56EBEAEAB}"/>
              </a:ext>
            </a:extLst>
          </p:cNvPr>
          <p:cNvSpPr>
            <a:spLocks noGrp="1"/>
          </p:cNvSpPr>
          <p:nvPr/>
        </p:nvSpPr>
        <p:spPr>
          <a:xfrm>
            <a:off x="1415133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Cryo_12438">
            <a:extLst>
              <a:ext uri="{FF2B5EF4-FFF2-40B4-BE49-F238E27FC236}">
                <a16:creationId xmlns:a16="http://schemas.microsoft.com/office/drawing/2014/main" id="{B2A360AD-A4BE-47F9-99A4-0DF9CC4E73DC}"/>
              </a:ext>
            </a:extLst>
          </p:cNvPr>
          <p:cNvSpPr>
            <a:spLocks noGrp="1"/>
          </p:cNvSpPr>
          <p:nvPr/>
        </p:nvSpPr>
        <p:spPr>
          <a:xfrm>
            <a:off x="1565992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Cryo_12439">
            <a:extLst>
              <a:ext uri="{FF2B5EF4-FFF2-40B4-BE49-F238E27FC236}">
                <a16:creationId xmlns:a16="http://schemas.microsoft.com/office/drawing/2014/main" id="{00077DE5-670B-44B7-BE32-C27A6C06715E}"/>
              </a:ext>
            </a:extLst>
          </p:cNvPr>
          <p:cNvSpPr>
            <a:spLocks noGrp="1"/>
          </p:cNvSpPr>
          <p:nvPr/>
        </p:nvSpPr>
        <p:spPr>
          <a:xfrm>
            <a:off x="1594970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Cryo_12440">
            <a:extLst>
              <a:ext uri="{FF2B5EF4-FFF2-40B4-BE49-F238E27FC236}">
                <a16:creationId xmlns:a16="http://schemas.microsoft.com/office/drawing/2014/main" id="{B60A1B02-F341-440F-B522-26DB0645D70F}"/>
              </a:ext>
            </a:extLst>
          </p:cNvPr>
          <p:cNvSpPr>
            <a:spLocks noGrp="1"/>
          </p:cNvSpPr>
          <p:nvPr/>
        </p:nvSpPr>
        <p:spPr>
          <a:xfrm>
            <a:off x="1605001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Cryo_12441">
            <a:extLst>
              <a:ext uri="{FF2B5EF4-FFF2-40B4-BE49-F238E27FC236}">
                <a16:creationId xmlns:a16="http://schemas.microsoft.com/office/drawing/2014/main" id="{A4D2558E-70CA-40E6-A571-71825FE32AF7}"/>
              </a:ext>
            </a:extLst>
          </p:cNvPr>
          <p:cNvSpPr>
            <a:spLocks noGrp="1"/>
          </p:cNvSpPr>
          <p:nvPr/>
        </p:nvSpPr>
        <p:spPr>
          <a:xfrm>
            <a:off x="1462838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Cryo_12442">
            <a:extLst>
              <a:ext uri="{FF2B5EF4-FFF2-40B4-BE49-F238E27FC236}">
                <a16:creationId xmlns:a16="http://schemas.microsoft.com/office/drawing/2014/main" id="{A92DD519-3CC1-43F8-AD08-5E131EBC1EBA}"/>
              </a:ext>
            </a:extLst>
          </p:cNvPr>
          <p:cNvSpPr>
            <a:spLocks noGrp="1"/>
          </p:cNvSpPr>
          <p:nvPr/>
        </p:nvSpPr>
        <p:spPr>
          <a:xfrm>
            <a:off x="1417094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Cryo_12443">
            <a:extLst>
              <a:ext uri="{FF2B5EF4-FFF2-40B4-BE49-F238E27FC236}">
                <a16:creationId xmlns:a16="http://schemas.microsoft.com/office/drawing/2014/main" id="{5D31F821-E6DC-4FD6-B761-CA0A2CCC1604}"/>
              </a:ext>
            </a:extLst>
          </p:cNvPr>
          <p:cNvSpPr>
            <a:spLocks noGrp="1"/>
          </p:cNvSpPr>
          <p:nvPr/>
        </p:nvSpPr>
        <p:spPr>
          <a:xfrm>
            <a:off x="1602213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Cryo_12444">
            <a:extLst>
              <a:ext uri="{FF2B5EF4-FFF2-40B4-BE49-F238E27FC236}">
                <a16:creationId xmlns:a16="http://schemas.microsoft.com/office/drawing/2014/main" id="{FFB135AC-5BBD-402D-BFD9-49E92F8B95B5}"/>
              </a:ext>
            </a:extLst>
          </p:cNvPr>
          <p:cNvSpPr>
            <a:spLocks noGrp="1"/>
          </p:cNvSpPr>
          <p:nvPr/>
        </p:nvSpPr>
        <p:spPr>
          <a:xfrm>
            <a:off x="1578016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Cryo_12445">
            <a:extLst>
              <a:ext uri="{FF2B5EF4-FFF2-40B4-BE49-F238E27FC236}">
                <a16:creationId xmlns:a16="http://schemas.microsoft.com/office/drawing/2014/main" id="{C850971B-A5FD-4C3C-97D7-83181FA15E2A}"/>
              </a:ext>
            </a:extLst>
          </p:cNvPr>
          <p:cNvSpPr>
            <a:spLocks noGrp="1"/>
          </p:cNvSpPr>
          <p:nvPr/>
        </p:nvSpPr>
        <p:spPr>
          <a:xfrm>
            <a:off x="1517265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Cryo_12446">
            <a:extLst>
              <a:ext uri="{FF2B5EF4-FFF2-40B4-BE49-F238E27FC236}">
                <a16:creationId xmlns:a16="http://schemas.microsoft.com/office/drawing/2014/main" id="{3F011A09-6823-4AE7-B3C9-975BD9B765C7}"/>
              </a:ext>
            </a:extLst>
          </p:cNvPr>
          <p:cNvSpPr>
            <a:spLocks noGrp="1"/>
          </p:cNvSpPr>
          <p:nvPr/>
        </p:nvSpPr>
        <p:spPr>
          <a:xfrm>
            <a:off x="1647328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Cryo_12447">
            <a:extLst>
              <a:ext uri="{FF2B5EF4-FFF2-40B4-BE49-F238E27FC236}">
                <a16:creationId xmlns:a16="http://schemas.microsoft.com/office/drawing/2014/main" id="{F7608B87-78A4-44AE-847B-6FAFA54AA407}"/>
              </a:ext>
            </a:extLst>
          </p:cNvPr>
          <p:cNvSpPr>
            <a:spLocks noGrp="1"/>
          </p:cNvSpPr>
          <p:nvPr/>
        </p:nvSpPr>
        <p:spPr>
          <a:xfrm>
            <a:off x="1595798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Cryo_12448">
            <a:extLst>
              <a:ext uri="{FF2B5EF4-FFF2-40B4-BE49-F238E27FC236}">
                <a16:creationId xmlns:a16="http://schemas.microsoft.com/office/drawing/2014/main" id="{C98768FB-D260-46DB-9662-4DC4BB094B1A}"/>
              </a:ext>
            </a:extLst>
          </p:cNvPr>
          <p:cNvSpPr>
            <a:spLocks noGrp="1"/>
          </p:cNvSpPr>
          <p:nvPr/>
        </p:nvSpPr>
        <p:spPr>
          <a:xfrm>
            <a:off x="143369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Cryo_12449">
            <a:extLst>
              <a:ext uri="{FF2B5EF4-FFF2-40B4-BE49-F238E27FC236}">
                <a16:creationId xmlns:a16="http://schemas.microsoft.com/office/drawing/2014/main" id="{3E48EBDE-6D28-4638-8BF9-29133B602F39}"/>
              </a:ext>
            </a:extLst>
          </p:cNvPr>
          <p:cNvSpPr>
            <a:spLocks noGrp="1"/>
          </p:cNvSpPr>
          <p:nvPr/>
        </p:nvSpPr>
        <p:spPr>
          <a:xfrm>
            <a:off x="1411052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Cryo_12450">
            <a:extLst>
              <a:ext uri="{FF2B5EF4-FFF2-40B4-BE49-F238E27FC236}">
                <a16:creationId xmlns:a16="http://schemas.microsoft.com/office/drawing/2014/main" id="{AFF6CF9C-7570-483D-8736-175D9CD2A944}"/>
              </a:ext>
            </a:extLst>
          </p:cNvPr>
          <p:cNvSpPr>
            <a:spLocks noGrp="1"/>
          </p:cNvSpPr>
          <p:nvPr/>
        </p:nvSpPr>
        <p:spPr>
          <a:xfrm>
            <a:off x="1527829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Cryo_12451">
            <a:extLst>
              <a:ext uri="{FF2B5EF4-FFF2-40B4-BE49-F238E27FC236}">
                <a16:creationId xmlns:a16="http://schemas.microsoft.com/office/drawing/2014/main" id="{CBBB1DBF-DD3A-4F9D-A770-55B6BBEF8097}"/>
              </a:ext>
            </a:extLst>
          </p:cNvPr>
          <p:cNvSpPr>
            <a:spLocks noGrp="1"/>
          </p:cNvSpPr>
          <p:nvPr/>
        </p:nvSpPr>
        <p:spPr>
          <a:xfrm>
            <a:off x="1618008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Cryo_12452">
            <a:extLst>
              <a:ext uri="{FF2B5EF4-FFF2-40B4-BE49-F238E27FC236}">
                <a16:creationId xmlns:a16="http://schemas.microsoft.com/office/drawing/2014/main" id="{C7DE076F-FA13-4E2F-ACE8-C44558FD5BC3}"/>
              </a:ext>
            </a:extLst>
          </p:cNvPr>
          <p:cNvSpPr>
            <a:spLocks noGrp="1"/>
          </p:cNvSpPr>
          <p:nvPr/>
        </p:nvSpPr>
        <p:spPr>
          <a:xfrm>
            <a:off x="1447253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Cryo_12453">
            <a:extLst>
              <a:ext uri="{FF2B5EF4-FFF2-40B4-BE49-F238E27FC236}">
                <a16:creationId xmlns:a16="http://schemas.microsoft.com/office/drawing/2014/main" id="{637826B7-246B-4569-8AB6-D4C85B597759}"/>
              </a:ext>
            </a:extLst>
          </p:cNvPr>
          <p:cNvSpPr>
            <a:spLocks noGrp="1"/>
          </p:cNvSpPr>
          <p:nvPr/>
        </p:nvSpPr>
        <p:spPr>
          <a:xfrm>
            <a:off x="3135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Cryo_12454">
            <a:extLst>
              <a:ext uri="{FF2B5EF4-FFF2-40B4-BE49-F238E27FC236}">
                <a16:creationId xmlns:a16="http://schemas.microsoft.com/office/drawing/2014/main" id="{7F6BACE6-9BFD-4EC0-AF6A-12451E9B4840}"/>
              </a:ext>
            </a:extLst>
          </p:cNvPr>
          <p:cNvSpPr>
            <a:spLocks noGrp="1"/>
          </p:cNvSpPr>
          <p:nvPr/>
        </p:nvSpPr>
        <p:spPr>
          <a:xfrm>
            <a:off x="315161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Cryo_12455">
            <a:extLst>
              <a:ext uri="{FF2B5EF4-FFF2-40B4-BE49-F238E27FC236}">
                <a16:creationId xmlns:a16="http://schemas.microsoft.com/office/drawing/2014/main" id="{441979E0-6D63-466E-9F49-591095D19703}"/>
              </a:ext>
            </a:extLst>
          </p:cNvPr>
          <p:cNvSpPr>
            <a:spLocks noGrp="1"/>
          </p:cNvSpPr>
          <p:nvPr/>
        </p:nvSpPr>
        <p:spPr>
          <a:xfrm>
            <a:off x="30633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Cryo_12456">
            <a:extLst>
              <a:ext uri="{FF2B5EF4-FFF2-40B4-BE49-F238E27FC236}">
                <a16:creationId xmlns:a16="http://schemas.microsoft.com/office/drawing/2014/main" id="{DBFAB46B-8064-4FFD-8874-2949E4AE7E8F}"/>
              </a:ext>
            </a:extLst>
          </p:cNvPr>
          <p:cNvSpPr>
            <a:spLocks noGrp="1"/>
          </p:cNvSpPr>
          <p:nvPr/>
        </p:nvSpPr>
        <p:spPr>
          <a:xfrm>
            <a:off x="309882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Cryo_12457">
            <a:extLst>
              <a:ext uri="{FF2B5EF4-FFF2-40B4-BE49-F238E27FC236}">
                <a16:creationId xmlns:a16="http://schemas.microsoft.com/office/drawing/2014/main" id="{43D46A23-3CC1-41AB-9CDE-9E4B046C9638}"/>
              </a:ext>
            </a:extLst>
          </p:cNvPr>
          <p:cNvSpPr>
            <a:spLocks noGrp="1"/>
          </p:cNvSpPr>
          <p:nvPr/>
        </p:nvSpPr>
        <p:spPr>
          <a:xfrm>
            <a:off x="300896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Cryo_12458">
            <a:extLst>
              <a:ext uri="{FF2B5EF4-FFF2-40B4-BE49-F238E27FC236}">
                <a16:creationId xmlns:a16="http://schemas.microsoft.com/office/drawing/2014/main" id="{18809E1F-C957-4C56-B88D-2D3B7F3E5E41}"/>
              </a:ext>
            </a:extLst>
          </p:cNvPr>
          <p:cNvSpPr>
            <a:spLocks noGrp="1"/>
          </p:cNvSpPr>
          <p:nvPr/>
        </p:nvSpPr>
        <p:spPr>
          <a:xfrm>
            <a:off x="3202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Cryo_12459">
            <a:extLst>
              <a:ext uri="{FF2B5EF4-FFF2-40B4-BE49-F238E27FC236}">
                <a16:creationId xmlns:a16="http://schemas.microsoft.com/office/drawing/2014/main" id="{BAD42C38-2270-454D-9DE1-1E23333DC084}"/>
              </a:ext>
            </a:extLst>
          </p:cNvPr>
          <p:cNvSpPr>
            <a:spLocks noGrp="1"/>
          </p:cNvSpPr>
          <p:nvPr/>
        </p:nvSpPr>
        <p:spPr>
          <a:xfrm>
            <a:off x="29865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Cryo_12460">
            <a:extLst>
              <a:ext uri="{FF2B5EF4-FFF2-40B4-BE49-F238E27FC236}">
                <a16:creationId xmlns:a16="http://schemas.microsoft.com/office/drawing/2014/main" id="{2272A358-2EDB-4F49-B438-BD4B42C6B95E}"/>
              </a:ext>
            </a:extLst>
          </p:cNvPr>
          <p:cNvSpPr>
            <a:spLocks noGrp="1"/>
          </p:cNvSpPr>
          <p:nvPr/>
        </p:nvSpPr>
        <p:spPr>
          <a:xfrm>
            <a:off x="30528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Cryo_12461">
            <a:extLst>
              <a:ext uri="{FF2B5EF4-FFF2-40B4-BE49-F238E27FC236}">
                <a16:creationId xmlns:a16="http://schemas.microsoft.com/office/drawing/2014/main" id="{2F04736A-6103-4A13-BFE2-7422F63BA8C5}"/>
              </a:ext>
            </a:extLst>
          </p:cNvPr>
          <p:cNvSpPr>
            <a:spLocks noGrp="1"/>
          </p:cNvSpPr>
          <p:nvPr/>
        </p:nvSpPr>
        <p:spPr>
          <a:xfrm>
            <a:off x="3169629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Cryo_12462">
            <a:extLst>
              <a:ext uri="{FF2B5EF4-FFF2-40B4-BE49-F238E27FC236}">
                <a16:creationId xmlns:a16="http://schemas.microsoft.com/office/drawing/2014/main" id="{476EDF8B-A54C-4CE8-A4A5-E59B3F338BBC}"/>
              </a:ext>
            </a:extLst>
          </p:cNvPr>
          <p:cNvSpPr>
            <a:spLocks noGrp="1"/>
          </p:cNvSpPr>
          <p:nvPr/>
        </p:nvSpPr>
        <p:spPr>
          <a:xfrm>
            <a:off x="32218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Cryo_12463">
            <a:extLst>
              <a:ext uri="{FF2B5EF4-FFF2-40B4-BE49-F238E27FC236}">
                <a16:creationId xmlns:a16="http://schemas.microsoft.com/office/drawing/2014/main" id="{863790F7-0671-4495-95EA-2923599BA54D}"/>
              </a:ext>
            </a:extLst>
          </p:cNvPr>
          <p:cNvSpPr>
            <a:spLocks noGrp="1"/>
          </p:cNvSpPr>
          <p:nvPr/>
        </p:nvSpPr>
        <p:spPr>
          <a:xfrm>
            <a:off x="3213015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Cryo_12464">
            <a:extLst>
              <a:ext uri="{FF2B5EF4-FFF2-40B4-BE49-F238E27FC236}">
                <a16:creationId xmlns:a16="http://schemas.microsoft.com/office/drawing/2014/main" id="{B3766D73-46AA-4516-9954-0930983A8FFC}"/>
              </a:ext>
            </a:extLst>
          </p:cNvPr>
          <p:cNvSpPr>
            <a:spLocks noGrp="1"/>
          </p:cNvSpPr>
          <p:nvPr/>
        </p:nvSpPr>
        <p:spPr>
          <a:xfrm>
            <a:off x="316576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Cryo_12465">
            <a:extLst>
              <a:ext uri="{FF2B5EF4-FFF2-40B4-BE49-F238E27FC236}">
                <a16:creationId xmlns:a16="http://schemas.microsoft.com/office/drawing/2014/main" id="{18D4D970-B4CB-422F-92FE-C618328A92DF}"/>
              </a:ext>
            </a:extLst>
          </p:cNvPr>
          <p:cNvSpPr>
            <a:spLocks noGrp="1"/>
          </p:cNvSpPr>
          <p:nvPr/>
        </p:nvSpPr>
        <p:spPr>
          <a:xfrm>
            <a:off x="301950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Cryo_12466">
            <a:extLst>
              <a:ext uri="{FF2B5EF4-FFF2-40B4-BE49-F238E27FC236}">
                <a16:creationId xmlns:a16="http://schemas.microsoft.com/office/drawing/2014/main" id="{6C941BBE-C318-431D-99AF-8E219C16B518}"/>
              </a:ext>
            </a:extLst>
          </p:cNvPr>
          <p:cNvSpPr>
            <a:spLocks noGrp="1"/>
          </p:cNvSpPr>
          <p:nvPr/>
        </p:nvSpPr>
        <p:spPr>
          <a:xfrm>
            <a:off x="321230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Cryo_12467">
            <a:extLst>
              <a:ext uri="{FF2B5EF4-FFF2-40B4-BE49-F238E27FC236}">
                <a16:creationId xmlns:a16="http://schemas.microsoft.com/office/drawing/2014/main" id="{8E6AA8B1-6506-4126-84CF-2FF561D24716}"/>
              </a:ext>
            </a:extLst>
          </p:cNvPr>
          <p:cNvSpPr>
            <a:spLocks noGrp="1"/>
          </p:cNvSpPr>
          <p:nvPr/>
        </p:nvSpPr>
        <p:spPr>
          <a:xfrm>
            <a:off x="301966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Cryo_12468">
            <a:extLst>
              <a:ext uri="{FF2B5EF4-FFF2-40B4-BE49-F238E27FC236}">
                <a16:creationId xmlns:a16="http://schemas.microsoft.com/office/drawing/2014/main" id="{B36C6B62-B8B9-4C4E-B70B-2C751F827491}"/>
              </a:ext>
            </a:extLst>
          </p:cNvPr>
          <p:cNvSpPr>
            <a:spLocks noGrp="1"/>
          </p:cNvSpPr>
          <p:nvPr/>
        </p:nvSpPr>
        <p:spPr>
          <a:xfrm>
            <a:off x="31461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Cryo_12469">
            <a:extLst>
              <a:ext uri="{FF2B5EF4-FFF2-40B4-BE49-F238E27FC236}">
                <a16:creationId xmlns:a16="http://schemas.microsoft.com/office/drawing/2014/main" id="{0EAFDD05-91E1-4882-9174-A68F019431E1}"/>
              </a:ext>
            </a:extLst>
          </p:cNvPr>
          <p:cNvSpPr>
            <a:spLocks noGrp="1"/>
          </p:cNvSpPr>
          <p:nvPr/>
        </p:nvSpPr>
        <p:spPr>
          <a:xfrm>
            <a:off x="323033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Cryo_12470">
            <a:extLst>
              <a:ext uri="{FF2B5EF4-FFF2-40B4-BE49-F238E27FC236}">
                <a16:creationId xmlns:a16="http://schemas.microsoft.com/office/drawing/2014/main" id="{5F1DE6C3-CE39-45DC-BF70-A6F92BC3A925}"/>
              </a:ext>
            </a:extLst>
          </p:cNvPr>
          <p:cNvSpPr>
            <a:spLocks noGrp="1"/>
          </p:cNvSpPr>
          <p:nvPr/>
        </p:nvSpPr>
        <p:spPr>
          <a:xfrm>
            <a:off x="31064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Cryo_12471">
            <a:extLst>
              <a:ext uri="{FF2B5EF4-FFF2-40B4-BE49-F238E27FC236}">
                <a16:creationId xmlns:a16="http://schemas.microsoft.com/office/drawing/2014/main" id="{6D6AC166-5505-468F-A055-0F3DEE90EB37}"/>
              </a:ext>
            </a:extLst>
          </p:cNvPr>
          <p:cNvSpPr>
            <a:spLocks noGrp="1"/>
          </p:cNvSpPr>
          <p:nvPr/>
        </p:nvSpPr>
        <p:spPr>
          <a:xfrm>
            <a:off x="3221965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Cryo_12472">
            <a:extLst>
              <a:ext uri="{FF2B5EF4-FFF2-40B4-BE49-F238E27FC236}">
                <a16:creationId xmlns:a16="http://schemas.microsoft.com/office/drawing/2014/main" id="{ED5ABF6B-1637-4671-A189-4CCE9EC66744}"/>
              </a:ext>
            </a:extLst>
          </p:cNvPr>
          <p:cNvSpPr>
            <a:spLocks noGrp="1"/>
          </p:cNvSpPr>
          <p:nvPr/>
        </p:nvSpPr>
        <p:spPr>
          <a:xfrm>
            <a:off x="3008221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Cryo_12473">
            <a:extLst>
              <a:ext uri="{FF2B5EF4-FFF2-40B4-BE49-F238E27FC236}">
                <a16:creationId xmlns:a16="http://schemas.microsoft.com/office/drawing/2014/main" id="{4E01EB87-6A62-4D85-983C-ADBAF4B05324}"/>
              </a:ext>
            </a:extLst>
          </p:cNvPr>
          <p:cNvSpPr>
            <a:spLocks noGrp="1"/>
          </p:cNvSpPr>
          <p:nvPr/>
        </p:nvSpPr>
        <p:spPr>
          <a:xfrm>
            <a:off x="321833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Cryo_12474">
            <a:extLst>
              <a:ext uri="{FF2B5EF4-FFF2-40B4-BE49-F238E27FC236}">
                <a16:creationId xmlns:a16="http://schemas.microsoft.com/office/drawing/2014/main" id="{509152F2-4346-4EE0-B2DF-81A802849725}"/>
              </a:ext>
            </a:extLst>
          </p:cNvPr>
          <p:cNvSpPr>
            <a:spLocks noGrp="1"/>
          </p:cNvSpPr>
          <p:nvPr/>
        </p:nvSpPr>
        <p:spPr>
          <a:xfrm>
            <a:off x="304485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Cryo_12475">
            <a:extLst>
              <a:ext uri="{FF2B5EF4-FFF2-40B4-BE49-F238E27FC236}">
                <a16:creationId xmlns:a16="http://schemas.microsoft.com/office/drawing/2014/main" id="{CFEC0604-0D85-4AD9-8BB9-8723747D7E78}"/>
              </a:ext>
            </a:extLst>
          </p:cNvPr>
          <p:cNvSpPr>
            <a:spLocks noGrp="1"/>
          </p:cNvSpPr>
          <p:nvPr/>
        </p:nvSpPr>
        <p:spPr>
          <a:xfrm>
            <a:off x="3222845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Cryo_12476">
            <a:extLst>
              <a:ext uri="{FF2B5EF4-FFF2-40B4-BE49-F238E27FC236}">
                <a16:creationId xmlns:a16="http://schemas.microsoft.com/office/drawing/2014/main" id="{CBC63708-1002-4A9A-9BA6-0A42B73BBC0C}"/>
              </a:ext>
            </a:extLst>
          </p:cNvPr>
          <p:cNvSpPr>
            <a:spLocks noGrp="1"/>
          </p:cNvSpPr>
          <p:nvPr/>
        </p:nvSpPr>
        <p:spPr>
          <a:xfrm>
            <a:off x="305951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Cryo_12477">
            <a:extLst>
              <a:ext uri="{FF2B5EF4-FFF2-40B4-BE49-F238E27FC236}">
                <a16:creationId xmlns:a16="http://schemas.microsoft.com/office/drawing/2014/main" id="{40E24D92-8C58-4F1A-87C4-2CBEEFC1D61C}"/>
              </a:ext>
            </a:extLst>
          </p:cNvPr>
          <p:cNvSpPr>
            <a:spLocks noGrp="1"/>
          </p:cNvSpPr>
          <p:nvPr/>
        </p:nvSpPr>
        <p:spPr>
          <a:xfrm>
            <a:off x="310907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Cryo_12478">
            <a:extLst>
              <a:ext uri="{FF2B5EF4-FFF2-40B4-BE49-F238E27FC236}">
                <a16:creationId xmlns:a16="http://schemas.microsoft.com/office/drawing/2014/main" id="{B2FA12F2-271C-4181-95AB-A59D0DFF54B0}"/>
              </a:ext>
            </a:extLst>
          </p:cNvPr>
          <p:cNvSpPr>
            <a:spLocks noGrp="1"/>
          </p:cNvSpPr>
          <p:nvPr/>
        </p:nvSpPr>
        <p:spPr>
          <a:xfrm>
            <a:off x="32017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Cryo_12479">
            <a:extLst>
              <a:ext uri="{FF2B5EF4-FFF2-40B4-BE49-F238E27FC236}">
                <a16:creationId xmlns:a16="http://schemas.microsoft.com/office/drawing/2014/main" id="{56A5C5EE-3445-453B-B15C-10289E0DA684}"/>
              </a:ext>
            </a:extLst>
          </p:cNvPr>
          <p:cNvSpPr>
            <a:spLocks noGrp="1"/>
          </p:cNvSpPr>
          <p:nvPr/>
        </p:nvSpPr>
        <p:spPr>
          <a:xfrm>
            <a:off x="3029016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Cryo_12480">
            <a:extLst>
              <a:ext uri="{FF2B5EF4-FFF2-40B4-BE49-F238E27FC236}">
                <a16:creationId xmlns:a16="http://schemas.microsoft.com/office/drawing/2014/main" id="{20681B3C-2527-406C-9F10-C6C5EF72FD27}"/>
              </a:ext>
            </a:extLst>
          </p:cNvPr>
          <p:cNvSpPr>
            <a:spLocks noGrp="1"/>
          </p:cNvSpPr>
          <p:nvPr/>
        </p:nvSpPr>
        <p:spPr>
          <a:xfrm>
            <a:off x="311322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Cryo_12481">
            <a:extLst>
              <a:ext uri="{FF2B5EF4-FFF2-40B4-BE49-F238E27FC236}">
                <a16:creationId xmlns:a16="http://schemas.microsoft.com/office/drawing/2014/main" id="{3F15BDF4-2A35-4BB9-AA52-58BED39785B4}"/>
              </a:ext>
            </a:extLst>
          </p:cNvPr>
          <p:cNvSpPr>
            <a:spLocks noGrp="1"/>
          </p:cNvSpPr>
          <p:nvPr/>
        </p:nvSpPr>
        <p:spPr>
          <a:xfrm>
            <a:off x="31075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Cryo_12482">
            <a:extLst>
              <a:ext uri="{FF2B5EF4-FFF2-40B4-BE49-F238E27FC236}">
                <a16:creationId xmlns:a16="http://schemas.microsoft.com/office/drawing/2014/main" id="{DA399688-1FE8-45D8-8525-9F6336B1C7E2}"/>
              </a:ext>
            </a:extLst>
          </p:cNvPr>
          <p:cNvSpPr>
            <a:spLocks noGrp="1"/>
          </p:cNvSpPr>
          <p:nvPr/>
        </p:nvSpPr>
        <p:spPr>
          <a:xfrm>
            <a:off x="30838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Cryo_12483">
            <a:extLst>
              <a:ext uri="{FF2B5EF4-FFF2-40B4-BE49-F238E27FC236}">
                <a16:creationId xmlns:a16="http://schemas.microsoft.com/office/drawing/2014/main" id="{92D4D300-F960-48DF-9DD9-C45A0B2538FC}"/>
              </a:ext>
            </a:extLst>
          </p:cNvPr>
          <p:cNvSpPr>
            <a:spLocks noGrp="1"/>
          </p:cNvSpPr>
          <p:nvPr/>
        </p:nvSpPr>
        <p:spPr>
          <a:xfrm>
            <a:off x="30775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Cryo_12484">
            <a:extLst>
              <a:ext uri="{FF2B5EF4-FFF2-40B4-BE49-F238E27FC236}">
                <a16:creationId xmlns:a16="http://schemas.microsoft.com/office/drawing/2014/main" id="{916DE7B1-8767-404A-BB0E-B6C1F4FDDAE3}"/>
              </a:ext>
            </a:extLst>
          </p:cNvPr>
          <p:cNvSpPr>
            <a:spLocks noGrp="1"/>
          </p:cNvSpPr>
          <p:nvPr/>
        </p:nvSpPr>
        <p:spPr>
          <a:xfrm>
            <a:off x="3042860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Cryo_12485">
            <a:extLst>
              <a:ext uri="{FF2B5EF4-FFF2-40B4-BE49-F238E27FC236}">
                <a16:creationId xmlns:a16="http://schemas.microsoft.com/office/drawing/2014/main" id="{8272FC7B-5945-4514-93E9-5720E5F707C4}"/>
              </a:ext>
            </a:extLst>
          </p:cNvPr>
          <p:cNvSpPr>
            <a:spLocks noGrp="1"/>
          </p:cNvSpPr>
          <p:nvPr/>
        </p:nvSpPr>
        <p:spPr>
          <a:xfrm>
            <a:off x="32181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Cryo_12486">
            <a:extLst>
              <a:ext uri="{FF2B5EF4-FFF2-40B4-BE49-F238E27FC236}">
                <a16:creationId xmlns:a16="http://schemas.microsoft.com/office/drawing/2014/main" id="{4B94D60F-116D-405E-8C0E-BD74784AD9C8}"/>
              </a:ext>
            </a:extLst>
          </p:cNvPr>
          <p:cNvSpPr>
            <a:spLocks noGrp="1"/>
          </p:cNvSpPr>
          <p:nvPr/>
        </p:nvSpPr>
        <p:spPr>
          <a:xfrm>
            <a:off x="32200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Cryo_12487">
            <a:extLst>
              <a:ext uri="{FF2B5EF4-FFF2-40B4-BE49-F238E27FC236}">
                <a16:creationId xmlns:a16="http://schemas.microsoft.com/office/drawing/2014/main" id="{2A0DB24A-EFB1-4280-9ABF-8E8CDDD8C67F}"/>
              </a:ext>
            </a:extLst>
          </p:cNvPr>
          <p:cNvSpPr>
            <a:spLocks noGrp="1"/>
          </p:cNvSpPr>
          <p:nvPr/>
        </p:nvSpPr>
        <p:spPr>
          <a:xfrm>
            <a:off x="32160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Cryo_12488">
            <a:extLst>
              <a:ext uri="{FF2B5EF4-FFF2-40B4-BE49-F238E27FC236}">
                <a16:creationId xmlns:a16="http://schemas.microsoft.com/office/drawing/2014/main" id="{0E40C104-FACD-4302-9E33-72CB28EC80E5}"/>
              </a:ext>
            </a:extLst>
          </p:cNvPr>
          <p:cNvSpPr>
            <a:spLocks noGrp="1"/>
          </p:cNvSpPr>
          <p:nvPr/>
        </p:nvSpPr>
        <p:spPr>
          <a:xfrm>
            <a:off x="31668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Cryo_12489">
            <a:extLst>
              <a:ext uri="{FF2B5EF4-FFF2-40B4-BE49-F238E27FC236}">
                <a16:creationId xmlns:a16="http://schemas.microsoft.com/office/drawing/2014/main" id="{00D598E8-0834-493F-A042-1B30C9949C43}"/>
              </a:ext>
            </a:extLst>
          </p:cNvPr>
          <p:cNvSpPr>
            <a:spLocks noGrp="1"/>
          </p:cNvSpPr>
          <p:nvPr/>
        </p:nvSpPr>
        <p:spPr>
          <a:xfrm>
            <a:off x="320850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Cryo_12490">
            <a:extLst>
              <a:ext uri="{FF2B5EF4-FFF2-40B4-BE49-F238E27FC236}">
                <a16:creationId xmlns:a16="http://schemas.microsoft.com/office/drawing/2014/main" id="{CBAD3145-D058-4DC5-A1A2-F6C6FE977C9F}"/>
              </a:ext>
            </a:extLst>
          </p:cNvPr>
          <p:cNvSpPr>
            <a:spLocks noGrp="1"/>
          </p:cNvSpPr>
          <p:nvPr/>
        </p:nvSpPr>
        <p:spPr>
          <a:xfrm>
            <a:off x="2997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Cryo_12491">
            <a:extLst>
              <a:ext uri="{FF2B5EF4-FFF2-40B4-BE49-F238E27FC236}">
                <a16:creationId xmlns:a16="http://schemas.microsoft.com/office/drawing/2014/main" id="{DB4338B9-B197-449F-92BD-00B44F996F07}"/>
              </a:ext>
            </a:extLst>
          </p:cNvPr>
          <p:cNvSpPr>
            <a:spLocks noGrp="1"/>
          </p:cNvSpPr>
          <p:nvPr/>
        </p:nvSpPr>
        <p:spPr>
          <a:xfrm>
            <a:off x="29842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Cryo_12492">
            <a:extLst>
              <a:ext uri="{FF2B5EF4-FFF2-40B4-BE49-F238E27FC236}">
                <a16:creationId xmlns:a16="http://schemas.microsoft.com/office/drawing/2014/main" id="{25B86104-38E5-46C4-9BC9-74ABED6312C0}"/>
              </a:ext>
            </a:extLst>
          </p:cNvPr>
          <p:cNvSpPr>
            <a:spLocks noGrp="1"/>
          </p:cNvSpPr>
          <p:nvPr/>
        </p:nvSpPr>
        <p:spPr>
          <a:xfrm>
            <a:off x="3156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Cryo_12493">
            <a:extLst>
              <a:ext uri="{FF2B5EF4-FFF2-40B4-BE49-F238E27FC236}">
                <a16:creationId xmlns:a16="http://schemas.microsoft.com/office/drawing/2014/main" id="{E1E42304-DB66-4151-A923-50DEC75D4524}"/>
              </a:ext>
            </a:extLst>
          </p:cNvPr>
          <p:cNvSpPr>
            <a:spLocks noGrp="1"/>
          </p:cNvSpPr>
          <p:nvPr/>
        </p:nvSpPr>
        <p:spPr>
          <a:xfrm>
            <a:off x="312893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Cryo_12494">
            <a:extLst>
              <a:ext uri="{FF2B5EF4-FFF2-40B4-BE49-F238E27FC236}">
                <a16:creationId xmlns:a16="http://schemas.microsoft.com/office/drawing/2014/main" id="{00C1C025-CA2A-4F46-A65F-3FEA5B597F3B}"/>
              </a:ext>
            </a:extLst>
          </p:cNvPr>
          <p:cNvSpPr>
            <a:spLocks noGrp="1"/>
          </p:cNvSpPr>
          <p:nvPr/>
        </p:nvSpPr>
        <p:spPr>
          <a:xfrm>
            <a:off x="3142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Cryo_12495">
            <a:extLst>
              <a:ext uri="{FF2B5EF4-FFF2-40B4-BE49-F238E27FC236}">
                <a16:creationId xmlns:a16="http://schemas.microsoft.com/office/drawing/2014/main" id="{85068A70-C2BE-41B2-B34E-7FDD171FED02}"/>
              </a:ext>
            </a:extLst>
          </p:cNvPr>
          <p:cNvSpPr>
            <a:spLocks noGrp="1"/>
          </p:cNvSpPr>
          <p:nvPr/>
        </p:nvSpPr>
        <p:spPr>
          <a:xfrm>
            <a:off x="31464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Cryo_12496">
            <a:extLst>
              <a:ext uri="{FF2B5EF4-FFF2-40B4-BE49-F238E27FC236}">
                <a16:creationId xmlns:a16="http://schemas.microsoft.com/office/drawing/2014/main" id="{66542EF9-8FDC-43A0-84D2-B4062D2FB20F}"/>
              </a:ext>
            </a:extLst>
          </p:cNvPr>
          <p:cNvSpPr>
            <a:spLocks noGrp="1"/>
          </p:cNvSpPr>
          <p:nvPr/>
        </p:nvSpPr>
        <p:spPr>
          <a:xfrm>
            <a:off x="3110429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Cryo_12497">
            <a:extLst>
              <a:ext uri="{FF2B5EF4-FFF2-40B4-BE49-F238E27FC236}">
                <a16:creationId xmlns:a16="http://schemas.microsoft.com/office/drawing/2014/main" id="{4F5462E6-C899-4C38-B9E6-597FBB7F0945}"/>
              </a:ext>
            </a:extLst>
          </p:cNvPr>
          <p:cNvSpPr>
            <a:spLocks noGrp="1"/>
          </p:cNvSpPr>
          <p:nvPr/>
        </p:nvSpPr>
        <p:spPr>
          <a:xfrm>
            <a:off x="30573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Cryo_12498">
            <a:extLst>
              <a:ext uri="{FF2B5EF4-FFF2-40B4-BE49-F238E27FC236}">
                <a16:creationId xmlns:a16="http://schemas.microsoft.com/office/drawing/2014/main" id="{0F0C253F-1F35-4061-8E48-58D4388C2929}"/>
              </a:ext>
            </a:extLst>
          </p:cNvPr>
          <p:cNvSpPr>
            <a:spLocks noGrp="1"/>
          </p:cNvSpPr>
          <p:nvPr/>
        </p:nvSpPr>
        <p:spPr>
          <a:xfrm>
            <a:off x="31804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Cryo_12499">
            <a:extLst>
              <a:ext uri="{FF2B5EF4-FFF2-40B4-BE49-F238E27FC236}">
                <a16:creationId xmlns:a16="http://schemas.microsoft.com/office/drawing/2014/main" id="{A046F8AE-7E6E-45B4-B89C-52E353D04E6E}"/>
              </a:ext>
            </a:extLst>
          </p:cNvPr>
          <p:cNvSpPr>
            <a:spLocks noGrp="1"/>
          </p:cNvSpPr>
          <p:nvPr/>
        </p:nvSpPr>
        <p:spPr>
          <a:xfrm>
            <a:off x="3114960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Cryo_12500">
            <a:extLst>
              <a:ext uri="{FF2B5EF4-FFF2-40B4-BE49-F238E27FC236}">
                <a16:creationId xmlns:a16="http://schemas.microsoft.com/office/drawing/2014/main" id="{08CC814B-4EF4-4E44-8DF8-1C8A5BB1AE4B}"/>
              </a:ext>
            </a:extLst>
          </p:cNvPr>
          <p:cNvSpPr>
            <a:spLocks noGrp="1"/>
          </p:cNvSpPr>
          <p:nvPr/>
        </p:nvSpPr>
        <p:spPr>
          <a:xfrm>
            <a:off x="298966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Cryo_12501">
            <a:extLst>
              <a:ext uri="{FF2B5EF4-FFF2-40B4-BE49-F238E27FC236}">
                <a16:creationId xmlns:a16="http://schemas.microsoft.com/office/drawing/2014/main" id="{4E83A1A0-2877-4250-ABB2-F28E7BD3349E}"/>
              </a:ext>
            </a:extLst>
          </p:cNvPr>
          <p:cNvSpPr>
            <a:spLocks noGrp="1"/>
          </p:cNvSpPr>
          <p:nvPr/>
        </p:nvSpPr>
        <p:spPr>
          <a:xfrm>
            <a:off x="304035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Cryo_12502">
            <a:extLst>
              <a:ext uri="{FF2B5EF4-FFF2-40B4-BE49-F238E27FC236}">
                <a16:creationId xmlns:a16="http://schemas.microsoft.com/office/drawing/2014/main" id="{4894F7C4-04F1-447E-BCFA-850B4E5BA6CB}"/>
              </a:ext>
            </a:extLst>
          </p:cNvPr>
          <p:cNvSpPr>
            <a:spLocks noGrp="1"/>
          </p:cNvSpPr>
          <p:nvPr/>
        </p:nvSpPr>
        <p:spPr>
          <a:xfrm>
            <a:off x="307877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Cryo_12503">
            <a:extLst>
              <a:ext uri="{FF2B5EF4-FFF2-40B4-BE49-F238E27FC236}">
                <a16:creationId xmlns:a16="http://schemas.microsoft.com/office/drawing/2014/main" id="{6306D5EC-7EDD-4DB0-8CF9-4E7C71DE6F98}"/>
              </a:ext>
            </a:extLst>
          </p:cNvPr>
          <p:cNvSpPr>
            <a:spLocks noGrp="1"/>
          </p:cNvSpPr>
          <p:nvPr/>
        </p:nvSpPr>
        <p:spPr>
          <a:xfrm>
            <a:off x="3097808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Cryo_12504">
            <a:extLst>
              <a:ext uri="{FF2B5EF4-FFF2-40B4-BE49-F238E27FC236}">
                <a16:creationId xmlns:a16="http://schemas.microsoft.com/office/drawing/2014/main" id="{09C7FCAB-D786-495E-A357-F6E58CCD869B}"/>
              </a:ext>
            </a:extLst>
          </p:cNvPr>
          <p:cNvSpPr>
            <a:spLocks noGrp="1"/>
          </p:cNvSpPr>
          <p:nvPr/>
        </p:nvSpPr>
        <p:spPr>
          <a:xfrm>
            <a:off x="32266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Cryo_12505">
            <a:extLst>
              <a:ext uri="{FF2B5EF4-FFF2-40B4-BE49-F238E27FC236}">
                <a16:creationId xmlns:a16="http://schemas.microsoft.com/office/drawing/2014/main" id="{11524EC0-622D-44C4-A50B-56BD324E55C3}"/>
              </a:ext>
            </a:extLst>
          </p:cNvPr>
          <p:cNvSpPr>
            <a:spLocks noGrp="1"/>
          </p:cNvSpPr>
          <p:nvPr/>
        </p:nvSpPr>
        <p:spPr>
          <a:xfrm>
            <a:off x="317641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Cryo_12506">
            <a:extLst>
              <a:ext uri="{FF2B5EF4-FFF2-40B4-BE49-F238E27FC236}">
                <a16:creationId xmlns:a16="http://schemas.microsoft.com/office/drawing/2014/main" id="{7D861218-C0C6-42ED-9EDE-61CB971DBE0F}"/>
              </a:ext>
            </a:extLst>
          </p:cNvPr>
          <p:cNvSpPr>
            <a:spLocks noGrp="1"/>
          </p:cNvSpPr>
          <p:nvPr/>
        </p:nvSpPr>
        <p:spPr>
          <a:xfrm>
            <a:off x="3217075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Cryo_12507">
            <a:extLst>
              <a:ext uri="{FF2B5EF4-FFF2-40B4-BE49-F238E27FC236}">
                <a16:creationId xmlns:a16="http://schemas.microsoft.com/office/drawing/2014/main" id="{7B41E1C1-D422-45EA-9232-DE77D006F3CA}"/>
              </a:ext>
            </a:extLst>
          </p:cNvPr>
          <p:cNvSpPr>
            <a:spLocks noGrp="1"/>
          </p:cNvSpPr>
          <p:nvPr/>
        </p:nvSpPr>
        <p:spPr>
          <a:xfrm>
            <a:off x="307878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Cryo_12508">
            <a:extLst>
              <a:ext uri="{FF2B5EF4-FFF2-40B4-BE49-F238E27FC236}">
                <a16:creationId xmlns:a16="http://schemas.microsoft.com/office/drawing/2014/main" id="{EE27240A-56C9-44F6-B88F-16669CBDEF35}"/>
              </a:ext>
            </a:extLst>
          </p:cNvPr>
          <p:cNvSpPr>
            <a:spLocks noGrp="1"/>
          </p:cNvSpPr>
          <p:nvPr/>
        </p:nvSpPr>
        <p:spPr>
          <a:xfrm>
            <a:off x="3168324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Cryo_12509">
            <a:extLst>
              <a:ext uri="{FF2B5EF4-FFF2-40B4-BE49-F238E27FC236}">
                <a16:creationId xmlns:a16="http://schemas.microsoft.com/office/drawing/2014/main" id="{A65C76BD-1D96-4D36-83BA-DB670D345DD4}"/>
              </a:ext>
            </a:extLst>
          </p:cNvPr>
          <p:cNvSpPr>
            <a:spLocks noGrp="1"/>
          </p:cNvSpPr>
          <p:nvPr/>
        </p:nvSpPr>
        <p:spPr>
          <a:xfrm>
            <a:off x="3193569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Cryo_12510">
            <a:extLst>
              <a:ext uri="{FF2B5EF4-FFF2-40B4-BE49-F238E27FC236}">
                <a16:creationId xmlns:a16="http://schemas.microsoft.com/office/drawing/2014/main" id="{E4F3C98D-57D5-4794-B24D-6CDEF9CD71CE}"/>
              </a:ext>
            </a:extLst>
          </p:cNvPr>
          <p:cNvSpPr>
            <a:spLocks noGrp="1"/>
          </p:cNvSpPr>
          <p:nvPr/>
        </p:nvSpPr>
        <p:spPr>
          <a:xfrm>
            <a:off x="31346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Cryo_12511">
            <a:extLst>
              <a:ext uri="{FF2B5EF4-FFF2-40B4-BE49-F238E27FC236}">
                <a16:creationId xmlns:a16="http://schemas.microsoft.com/office/drawing/2014/main" id="{221682B0-810D-4F0A-83D1-0B3AAF63B487}"/>
              </a:ext>
            </a:extLst>
          </p:cNvPr>
          <p:cNvSpPr>
            <a:spLocks noGrp="1"/>
          </p:cNvSpPr>
          <p:nvPr/>
        </p:nvSpPr>
        <p:spPr>
          <a:xfrm>
            <a:off x="3218105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Cryo_12512">
            <a:extLst>
              <a:ext uri="{FF2B5EF4-FFF2-40B4-BE49-F238E27FC236}">
                <a16:creationId xmlns:a16="http://schemas.microsoft.com/office/drawing/2014/main" id="{7F307950-C6AD-4093-B59B-585B15CFD4FC}"/>
              </a:ext>
            </a:extLst>
          </p:cNvPr>
          <p:cNvSpPr>
            <a:spLocks noGrp="1"/>
          </p:cNvSpPr>
          <p:nvPr/>
        </p:nvSpPr>
        <p:spPr>
          <a:xfrm>
            <a:off x="29911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Cryo_12513">
            <a:extLst>
              <a:ext uri="{FF2B5EF4-FFF2-40B4-BE49-F238E27FC236}">
                <a16:creationId xmlns:a16="http://schemas.microsoft.com/office/drawing/2014/main" id="{25D9797B-2FF7-4E4D-A57A-5B4887477FE4}"/>
              </a:ext>
            </a:extLst>
          </p:cNvPr>
          <p:cNvSpPr>
            <a:spLocks noGrp="1"/>
          </p:cNvSpPr>
          <p:nvPr/>
        </p:nvSpPr>
        <p:spPr>
          <a:xfrm>
            <a:off x="3064443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Cryo_12514">
            <a:extLst>
              <a:ext uri="{FF2B5EF4-FFF2-40B4-BE49-F238E27FC236}">
                <a16:creationId xmlns:a16="http://schemas.microsoft.com/office/drawing/2014/main" id="{42D5979E-E28B-49C6-A5C9-65F8BC6869C3}"/>
              </a:ext>
            </a:extLst>
          </p:cNvPr>
          <p:cNvSpPr>
            <a:spLocks noGrp="1"/>
          </p:cNvSpPr>
          <p:nvPr/>
        </p:nvSpPr>
        <p:spPr>
          <a:xfrm>
            <a:off x="3184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Cryo_12515">
            <a:extLst>
              <a:ext uri="{FF2B5EF4-FFF2-40B4-BE49-F238E27FC236}">
                <a16:creationId xmlns:a16="http://schemas.microsoft.com/office/drawing/2014/main" id="{6B5C0A24-FB46-42F6-9E0B-3B4BF650635D}"/>
              </a:ext>
            </a:extLst>
          </p:cNvPr>
          <p:cNvSpPr>
            <a:spLocks noGrp="1"/>
          </p:cNvSpPr>
          <p:nvPr/>
        </p:nvSpPr>
        <p:spPr>
          <a:xfrm>
            <a:off x="306202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Cryo_12516">
            <a:extLst>
              <a:ext uri="{FF2B5EF4-FFF2-40B4-BE49-F238E27FC236}">
                <a16:creationId xmlns:a16="http://schemas.microsoft.com/office/drawing/2014/main" id="{A303B083-1DE8-451E-B5B0-4D69432DE5CD}"/>
              </a:ext>
            </a:extLst>
          </p:cNvPr>
          <p:cNvSpPr>
            <a:spLocks noGrp="1"/>
          </p:cNvSpPr>
          <p:nvPr/>
        </p:nvSpPr>
        <p:spPr>
          <a:xfrm>
            <a:off x="309156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Cryo_12517">
            <a:extLst>
              <a:ext uri="{FF2B5EF4-FFF2-40B4-BE49-F238E27FC236}">
                <a16:creationId xmlns:a16="http://schemas.microsoft.com/office/drawing/2014/main" id="{C8BFD656-FE2A-4944-964B-BF313F8950D5}"/>
              </a:ext>
            </a:extLst>
          </p:cNvPr>
          <p:cNvSpPr>
            <a:spLocks noGrp="1"/>
          </p:cNvSpPr>
          <p:nvPr/>
        </p:nvSpPr>
        <p:spPr>
          <a:xfrm>
            <a:off x="31648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Cryo_12518">
            <a:extLst>
              <a:ext uri="{FF2B5EF4-FFF2-40B4-BE49-F238E27FC236}">
                <a16:creationId xmlns:a16="http://schemas.microsoft.com/office/drawing/2014/main" id="{B703375C-9205-4632-A862-165CD0EA1783}"/>
              </a:ext>
            </a:extLst>
          </p:cNvPr>
          <p:cNvSpPr>
            <a:spLocks noGrp="1"/>
          </p:cNvSpPr>
          <p:nvPr/>
        </p:nvSpPr>
        <p:spPr>
          <a:xfrm>
            <a:off x="3136931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Cryo_12519">
            <a:extLst>
              <a:ext uri="{FF2B5EF4-FFF2-40B4-BE49-F238E27FC236}">
                <a16:creationId xmlns:a16="http://schemas.microsoft.com/office/drawing/2014/main" id="{6C245D94-00F9-45D7-A061-136EB4321F99}"/>
              </a:ext>
            </a:extLst>
          </p:cNvPr>
          <p:cNvSpPr>
            <a:spLocks noGrp="1"/>
          </p:cNvSpPr>
          <p:nvPr/>
        </p:nvSpPr>
        <p:spPr>
          <a:xfrm>
            <a:off x="3100832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Cryo_12520">
            <a:extLst>
              <a:ext uri="{FF2B5EF4-FFF2-40B4-BE49-F238E27FC236}">
                <a16:creationId xmlns:a16="http://schemas.microsoft.com/office/drawing/2014/main" id="{342C60DE-7385-4F9B-97EB-ECD0B79373C0}"/>
              </a:ext>
            </a:extLst>
          </p:cNvPr>
          <p:cNvSpPr>
            <a:spLocks noGrp="1"/>
          </p:cNvSpPr>
          <p:nvPr/>
        </p:nvSpPr>
        <p:spPr>
          <a:xfrm>
            <a:off x="31476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Cryo_12521">
            <a:extLst>
              <a:ext uri="{FF2B5EF4-FFF2-40B4-BE49-F238E27FC236}">
                <a16:creationId xmlns:a16="http://schemas.microsoft.com/office/drawing/2014/main" id="{E84299D4-9BC2-4A2E-8066-B2C88E34F49F}"/>
              </a:ext>
            </a:extLst>
          </p:cNvPr>
          <p:cNvSpPr>
            <a:spLocks noGrp="1"/>
          </p:cNvSpPr>
          <p:nvPr/>
        </p:nvSpPr>
        <p:spPr>
          <a:xfrm>
            <a:off x="31628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Cryo_12522">
            <a:extLst>
              <a:ext uri="{FF2B5EF4-FFF2-40B4-BE49-F238E27FC236}">
                <a16:creationId xmlns:a16="http://schemas.microsoft.com/office/drawing/2014/main" id="{22FE44C1-7F86-45E1-AB43-D65A69A09690}"/>
              </a:ext>
            </a:extLst>
          </p:cNvPr>
          <p:cNvSpPr>
            <a:spLocks noGrp="1"/>
          </p:cNvSpPr>
          <p:nvPr/>
        </p:nvSpPr>
        <p:spPr>
          <a:xfrm>
            <a:off x="3028171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Cryo_12523">
            <a:extLst>
              <a:ext uri="{FF2B5EF4-FFF2-40B4-BE49-F238E27FC236}">
                <a16:creationId xmlns:a16="http://schemas.microsoft.com/office/drawing/2014/main" id="{E13151DB-D6C1-4534-BB20-5EA3E71DE3E6}"/>
              </a:ext>
            </a:extLst>
          </p:cNvPr>
          <p:cNvSpPr>
            <a:spLocks noGrp="1"/>
          </p:cNvSpPr>
          <p:nvPr/>
        </p:nvSpPr>
        <p:spPr>
          <a:xfrm>
            <a:off x="30827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Cryo_12524">
            <a:extLst>
              <a:ext uri="{FF2B5EF4-FFF2-40B4-BE49-F238E27FC236}">
                <a16:creationId xmlns:a16="http://schemas.microsoft.com/office/drawing/2014/main" id="{0C4C4442-2743-4202-9926-E4E11D4F4CF7}"/>
              </a:ext>
            </a:extLst>
          </p:cNvPr>
          <p:cNvSpPr>
            <a:spLocks noGrp="1"/>
          </p:cNvSpPr>
          <p:nvPr/>
        </p:nvSpPr>
        <p:spPr>
          <a:xfrm>
            <a:off x="2993423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Cryo_12525">
            <a:extLst>
              <a:ext uri="{FF2B5EF4-FFF2-40B4-BE49-F238E27FC236}">
                <a16:creationId xmlns:a16="http://schemas.microsoft.com/office/drawing/2014/main" id="{9F4CF7A2-033B-4D1C-82D7-23878C6892E4}"/>
              </a:ext>
            </a:extLst>
          </p:cNvPr>
          <p:cNvSpPr>
            <a:spLocks noGrp="1"/>
          </p:cNvSpPr>
          <p:nvPr/>
        </p:nvSpPr>
        <p:spPr>
          <a:xfrm>
            <a:off x="319784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Cryo_12526">
            <a:extLst>
              <a:ext uri="{FF2B5EF4-FFF2-40B4-BE49-F238E27FC236}">
                <a16:creationId xmlns:a16="http://schemas.microsoft.com/office/drawing/2014/main" id="{3A10540C-380A-486B-BE3A-3E99E9131764}"/>
              </a:ext>
            </a:extLst>
          </p:cNvPr>
          <p:cNvSpPr>
            <a:spLocks noGrp="1"/>
          </p:cNvSpPr>
          <p:nvPr/>
        </p:nvSpPr>
        <p:spPr>
          <a:xfrm>
            <a:off x="3131959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Cryo_12527">
            <a:extLst>
              <a:ext uri="{FF2B5EF4-FFF2-40B4-BE49-F238E27FC236}">
                <a16:creationId xmlns:a16="http://schemas.microsoft.com/office/drawing/2014/main" id="{FA6A23CD-5D72-4125-8CC0-015962938658}"/>
              </a:ext>
            </a:extLst>
          </p:cNvPr>
          <p:cNvSpPr>
            <a:spLocks noGrp="1"/>
          </p:cNvSpPr>
          <p:nvPr/>
        </p:nvSpPr>
        <p:spPr>
          <a:xfrm>
            <a:off x="304654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Cryo_12528">
            <a:extLst>
              <a:ext uri="{FF2B5EF4-FFF2-40B4-BE49-F238E27FC236}">
                <a16:creationId xmlns:a16="http://schemas.microsoft.com/office/drawing/2014/main" id="{1DE267D1-7589-48F5-8F14-1BD2A1CC16F3}"/>
              </a:ext>
            </a:extLst>
          </p:cNvPr>
          <p:cNvSpPr>
            <a:spLocks noGrp="1"/>
          </p:cNvSpPr>
          <p:nvPr/>
        </p:nvSpPr>
        <p:spPr>
          <a:xfrm>
            <a:off x="3061922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Cryo_12529">
            <a:extLst>
              <a:ext uri="{FF2B5EF4-FFF2-40B4-BE49-F238E27FC236}">
                <a16:creationId xmlns:a16="http://schemas.microsoft.com/office/drawing/2014/main" id="{E1D3420E-FC02-4D21-94A7-02AEE6DDAE94}"/>
              </a:ext>
            </a:extLst>
          </p:cNvPr>
          <p:cNvSpPr>
            <a:spLocks noGrp="1"/>
          </p:cNvSpPr>
          <p:nvPr/>
        </p:nvSpPr>
        <p:spPr>
          <a:xfrm>
            <a:off x="31943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Cryo_12530">
            <a:extLst>
              <a:ext uri="{FF2B5EF4-FFF2-40B4-BE49-F238E27FC236}">
                <a16:creationId xmlns:a16="http://schemas.microsoft.com/office/drawing/2014/main" id="{29DADCC1-AC39-466D-83C3-C0C3B8486AE6}"/>
              </a:ext>
            </a:extLst>
          </p:cNvPr>
          <p:cNvSpPr>
            <a:spLocks noGrp="1"/>
          </p:cNvSpPr>
          <p:nvPr/>
        </p:nvSpPr>
        <p:spPr>
          <a:xfrm>
            <a:off x="317199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Cryo_12531">
            <a:extLst>
              <a:ext uri="{FF2B5EF4-FFF2-40B4-BE49-F238E27FC236}">
                <a16:creationId xmlns:a16="http://schemas.microsoft.com/office/drawing/2014/main" id="{E00CAA77-4AB9-4E1C-9837-DAC095EFABCD}"/>
              </a:ext>
            </a:extLst>
          </p:cNvPr>
          <p:cNvSpPr>
            <a:spLocks noGrp="1"/>
          </p:cNvSpPr>
          <p:nvPr/>
        </p:nvSpPr>
        <p:spPr>
          <a:xfrm>
            <a:off x="306892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Cryo_12532">
            <a:extLst>
              <a:ext uri="{FF2B5EF4-FFF2-40B4-BE49-F238E27FC236}">
                <a16:creationId xmlns:a16="http://schemas.microsoft.com/office/drawing/2014/main" id="{091EF3B2-ADE1-4D78-ADB5-D240779B1D2D}"/>
              </a:ext>
            </a:extLst>
          </p:cNvPr>
          <p:cNvSpPr>
            <a:spLocks noGrp="1"/>
          </p:cNvSpPr>
          <p:nvPr/>
        </p:nvSpPr>
        <p:spPr>
          <a:xfrm>
            <a:off x="304511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Cryo_12533">
            <a:extLst>
              <a:ext uri="{FF2B5EF4-FFF2-40B4-BE49-F238E27FC236}">
                <a16:creationId xmlns:a16="http://schemas.microsoft.com/office/drawing/2014/main" id="{00977AB9-7269-4617-9328-4493DC2C0B8E}"/>
              </a:ext>
            </a:extLst>
          </p:cNvPr>
          <p:cNvSpPr>
            <a:spLocks noGrp="1"/>
          </p:cNvSpPr>
          <p:nvPr/>
        </p:nvSpPr>
        <p:spPr>
          <a:xfrm>
            <a:off x="31406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Cryo_12534">
            <a:extLst>
              <a:ext uri="{FF2B5EF4-FFF2-40B4-BE49-F238E27FC236}">
                <a16:creationId xmlns:a16="http://schemas.microsoft.com/office/drawing/2014/main" id="{CE7B7E09-0541-4154-8849-A46B1AC6923C}"/>
              </a:ext>
            </a:extLst>
          </p:cNvPr>
          <p:cNvSpPr>
            <a:spLocks noGrp="1"/>
          </p:cNvSpPr>
          <p:nvPr/>
        </p:nvSpPr>
        <p:spPr>
          <a:xfrm>
            <a:off x="313231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Cryo_12535">
            <a:extLst>
              <a:ext uri="{FF2B5EF4-FFF2-40B4-BE49-F238E27FC236}">
                <a16:creationId xmlns:a16="http://schemas.microsoft.com/office/drawing/2014/main" id="{85665238-9F96-4B6C-AD8F-962E1F9C3DA2}"/>
              </a:ext>
            </a:extLst>
          </p:cNvPr>
          <p:cNvSpPr>
            <a:spLocks noGrp="1"/>
          </p:cNvSpPr>
          <p:nvPr/>
        </p:nvSpPr>
        <p:spPr>
          <a:xfrm>
            <a:off x="30368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Cryo_12536">
            <a:extLst>
              <a:ext uri="{FF2B5EF4-FFF2-40B4-BE49-F238E27FC236}">
                <a16:creationId xmlns:a16="http://schemas.microsoft.com/office/drawing/2014/main" id="{DD456471-909E-47E7-B3D9-7FFA03BB059C}"/>
              </a:ext>
            </a:extLst>
          </p:cNvPr>
          <p:cNvSpPr>
            <a:spLocks noGrp="1"/>
          </p:cNvSpPr>
          <p:nvPr/>
        </p:nvSpPr>
        <p:spPr>
          <a:xfrm>
            <a:off x="3206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Cryo_12537">
            <a:extLst>
              <a:ext uri="{FF2B5EF4-FFF2-40B4-BE49-F238E27FC236}">
                <a16:creationId xmlns:a16="http://schemas.microsoft.com/office/drawing/2014/main" id="{8679A149-433C-4E23-85CE-33CB46584471}"/>
              </a:ext>
            </a:extLst>
          </p:cNvPr>
          <p:cNvSpPr>
            <a:spLocks noGrp="1"/>
          </p:cNvSpPr>
          <p:nvPr/>
        </p:nvSpPr>
        <p:spPr>
          <a:xfrm>
            <a:off x="30998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Cryo_12538">
            <a:extLst>
              <a:ext uri="{FF2B5EF4-FFF2-40B4-BE49-F238E27FC236}">
                <a16:creationId xmlns:a16="http://schemas.microsoft.com/office/drawing/2014/main" id="{99BE8309-18A9-4F1B-A4E7-E02B0B5D02D8}"/>
              </a:ext>
            </a:extLst>
          </p:cNvPr>
          <p:cNvSpPr>
            <a:spLocks noGrp="1"/>
          </p:cNvSpPr>
          <p:nvPr/>
        </p:nvSpPr>
        <p:spPr>
          <a:xfrm>
            <a:off x="3051669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Cryo_12539">
            <a:extLst>
              <a:ext uri="{FF2B5EF4-FFF2-40B4-BE49-F238E27FC236}">
                <a16:creationId xmlns:a16="http://schemas.microsoft.com/office/drawing/2014/main" id="{7679461A-8534-4CDD-9CAD-FA3C660392A4}"/>
              </a:ext>
            </a:extLst>
          </p:cNvPr>
          <p:cNvSpPr>
            <a:spLocks noGrp="1"/>
          </p:cNvSpPr>
          <p:nvPr/>
        </p:nvSpPr>
        <p:spPr>
          <a:xfrm>
            <a:off x="310618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Cryo_12540">
            <a:extLst>
              <a:ext uri="{FF2B5EF4-FFF2-40B4-BE49-F238E27FC236}">
                <a16:creationId xmlns:a16="http://schemas.microsoft.com/office/drawing/2014/main" id="{A1E4CB40-B501-47E0-AB93-C75BA90FDC37}"/>
              </a:ext>
            </a:extLst>
          </p:cNvPr>
          <p:cNvSpPr>
            <a:spLocks noGrp="1"/>
          </p:cNvSpPr>
          <p:nvPr/>
        </p:nvSpPr>
        <p:spPr>
          <a:xfrm>
            <a:off x="2991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Cryo_12541">
            <a:extLst>
              <a:ext uri="{FF2B5EF4-FFF2-40B4-BE49-F238E27FC236}">
                <a16:creationId xmlns:a16="http://schemas.microsoft.com/office/drawing/2014/main" id="{8565DDEC-6852-47FC-B603-C7DDD9D72B00}"/>
              </a:ext>
            </a:extLst>
          </p:cNvPr>
          <p:cNvSpPr>
            <a:spLocks noGrp="1"/>
          </p:cNvSpPr>
          <p:nvPr/>
        </p:nvSpPr>
        <p:spPr>
          <a:xfrm>
            <a:off x="2997676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Cryo_12542">
            <a:extLst>
              <a:ext uri="{FF2B5EF4-FFF2-40B4-BE49-F238E27FC236}">
                <a16:creationId xmlns:a16="http://schemas.microsoft.com/office/drawing/2014/main" id="{CFD7155D-79F3-401E-8F66-4167DE1A3217}"/>
              </a:ext>
            </a:extLst>
          </p:cNvPr>
          <p:cNvSpPr>
            <a:spLocks noGrp="1"/>
          </p:cNvSpPr>
          <p:nvPr/>
        </p:nvSpPr>
        <p:spPr>
          <a:xfrm>
            <a:off x="306588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Cryo_12543">
            <a:extLst>
              <a:ext uri="{FF2B5EF4-FFF2-40B4-BE49-F238E27FC236}">
                <a16:creationId xmlns:a16="http://schemas.microsoft.com/office/drawing/2014/main" id="{694DFCE3-A46E-4813-91E4-15FF3B55C83B}"/>
              </a:ext>
            </a:extLst>
          </p:cNvPr>
          <p:cNvSpPr>
            <a:spLocks noGrp="1"/>
          </p:cNvSpPr>
          <p:nvPr/>
        </p:nvSpPr>
        <p:spPr>
          <a:xfrm>
            <a:off x="298923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Cryo_12544">
            <a:extLst>
              <a:ext uri="{FF2B5EF4-FFF2-40B4-BE49-F238E27FC236}">
                <a16:creationId xmlns:a16="http://schemas.microsoft.com/office/drawing/2014/main" id="{55DFA13D-A6C0-4B94-9178-9C15D1C69051}"/>
              </a:ext>
            </a:extLst>
          </p:cNvPr>
          <p:cNvSpPr>
            <a:spLocks noGrp="1"/>
          </p:cNvSpPr>
          <p:nvPr/>
        </p:nvSpPr>
        <p:spPr>
          <a:xfrm>
            <a:off x="30646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Cryo_12545">
            <a:extLst>
              <a:ext uri="{FF2B5EF4-FFF2-40B4-BE49-F238E27FC236}">
                <a16:creationId xmlns:a16="http://schemas.microsoft.com/office/drawing/2014/main" id="{DE214FA4-4746-46CD-9B37-0D44CFB2CCCA}"/>
              </a:ext>
            </a:extLst>
          </p:cNvPr>
          <p:cNvSpPr>
            <a:spLocks noGrp="1"/>
          </p:cNvSpPr>
          <p:nvPr/>
        </p:nvSpPr>
        <p:spPr>
          <a:xfrm>
            <a:off x="30134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Cryo_12546">
            <a:extLst>
              <a:ext uri="{FF2B5EF4-FFF2-40B4-BE49-F238E27FC236}">
                <a16:creationId xmlns:a16="http://schemas.microsoft.com/office/drawing/2014/main" id="{6662C756-6FEF-4365-AD72-C574779209BF}"/>
              </a:ext>
            </a:extLst>
          </p:cNvPr>
          <p:cNvSpPr>
            <a:spLocks noGrp="1"/>
          </p:cNvSpPr>
          <p:nvPr/>
        </p:nvSpPr>
        <p:spPr>
          <a:xfrm>
            <a:off x="313204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Cryo_12547">
            <a:extLst>
              <a:ext uri="{FF2B5EF4-FFF2-40B4-BE49-F238E27FC236}">
                <a16:creationId xmlns:a16="http://schemas.microsoft.com/office/drawing/2014/main" id="{36B189BE-0222-4AA8-A1FF-04B83DB6F374}"/>
              </a:ext>
            </a:extLst>
          </p:cNvPr>
          <p:cNvSpPr>
            <a:spLocks noGrp="1"/>
          </p:cNvSpPr>
          <p:nvPr/>
        </p:nvSpPr>
        <p:spPr>
          <a:xfrm>
            <a:off x="31793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Cryo_12548">
            <a:extLst>
              <a:ext uri="{FF2B5EF4-FFF2-40B4-BE49-F238E27FC236}">
                <a16:creationId xmlns:a16="http://schemas.microsoft.com/office/drawing/2014/main" id="{C7D05236-74C8-443C-819D-AD7D711A21F5}"/>
              </a:ext>
            </a:extLst>
          </p:cNvPr>
          <p:cNvSpPr>
            <a:spLocks noGrp="1"/>
          </p:cNvSpPr>
          <p:nvPr/>
        </p:nvSpPr>
        <p:spPr>
          <a:xfrm>
            <a:off x="3010477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Cryo_12549">
            <a:extLst>
              <a:ext uri="{FF2B5EF4-FFF2-40B4-BE49-F238E27FC236}">
                <a16:creationId xmlns:a16="http://schemas.microsoft.com/office/drawing/2014/main" id="{5AEEA40B-BDEB-430F-BCF1-E4FEF29A9B07}"/>
              </a:ext>
            </a:extLst>
          </p:cNvPr>
          <p:cNvSpPr>
            <a:spLocks noGrp="1"/>
          </p:cNvSpPr>
          <p:nvPr/>
        </p:nvSpPr>
        <p:spPr>
          <a:xfrm>
            <a:off x="304720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Cryo_12550">
            <a:extLst>
              <a:ext uri="{FF2B5EF4-FFF2-40B4-BE49-F238E27FC236}">
                <a16:creationId xmlns:a16="http://schemas.microsoft.com/office/drawing/2014/main" id="{45CE2264-CEE5-40D9-BBF4-0A5791113786}"/>
              </a:ext>
            </a:extLst>
          </p:cNvPr>
          <p:cNvSpPr>
            <a:spLocks noGrp="1"/>
          </p:cNvSpPr>
          <p:nvPr/>
        </p:nvSpPr>
        <p:spPr>
          <a:xfrm>
            <a:off x="31479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Cryo_12551">
            <a:extLst>
              <a:ext uri="{FF2B5EF4-FFF2-40B4-BE49-F238E27FC236}">
                <a16:creationId xmlns:a16="http://schemas.microsoft.com/office/drawing/2014/main" id="{9468306A-86C1-42BE-A183-4D36A093F151}"/>
              </a:ext>
            </a:extLst>
          </p:cNvPr>
          <p:cNvSpPr>
            <a:spLocks noGrp="1"/>
          </p:cNvSpPr>
          <p:nvPr/>
        </p:nvSpPr>
        <p:spPr>
          <a:xfrm>
            <a:off x="3063900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Cryo_12552">
            <a:extLst>
              <a:ext uri="{FF2B5EF4-FFF2-40B4-BE49-F238E27FC236}">
                <a16:creationId xmlns:a16="http://schemas.microsoft.com/office/drawing/2014/main" id="{9A3F9D39-F59F-4A9E-A54A-589EEAF8A4B4}"/>
              </a:ext>
            </a:extLst>
          </p:cNvPr>
          <p:cNvSpPr>
            <a:spLocks noGrp="1"/>
          </p:cNvSpPr>
          <p:nvPr/>
        </p:nvSpPr>
        <p:spPr>
          <a:xfrm>
            <a:off x="3029262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Cryo_12553">
            <a:extLst>
              <a:ext uri="{FF2B5EF4-FFF2-40B4-BE49-F238E27FC236}">
                <a16:creationId xmlns:a16="http://schemas.microsoft.com/office/drawing/2014/main" id="{3CA21C78-20B6-46C4-B553-16E87F9D6C80}"/>
              </a:ext>
            </a:extLst>
          </p:cNvPr>
          <p:cNvSpPr>
            <a:spLocks noGrp="1"/>
          </p:cNvSpPr>
          <p:nvPr/>
        </p:nvSpPr>
        <p:spPr>
          <a:xfrm>
            <a:off x="3231948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Cryo_12554">
            <a:extLst>
              <a:ext uri="{FF2B5EF4-FFF2-40B4-BE49-F238E27FC236}">
                <a16:creationId xmlns:a16="http://schemas.microsoft.com/office/drawing/2014/main" id="{5916EBA9-BB42-48A0-9D43-997CDC2C0BDB}"/>
              </a:ext>
            </a:extLst>
          </p:cNvPr>
          <p:cNvSpPr>
            <a:spLocks noGrp="1"/>
          </p:cNvSpPr>
          <p:nvPr/>
        </p:nvSpPr>
        <p:spPr>
          <a:xfrm>
            <a:off x="29864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Cryo_12555">
            <a:extLst>
              <a:ext uri="{FF2B5EF4-FFF2-40B4-BE49-F238E27FC236}">
                <a16:creationId xmlns:a16="http://schemas.microsoft.com/office/drawing/2014/main" id="{D3DFF99F-7134-4F10-AA7C-2B975FF80E2E}"/>
              </a:ext>
            </a:extLst>
          </p:cNvPr>
          <p:cNvSpPr>
            <a:spLocks noGrp="1"/>
          </p:cNvSpPr>
          <p:nvPr/>
        </p:nvSpPr>
        <p:spPr>
          <a:xfrm>
            <a:off x="317280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Cryo_12556">
            <a:extLst>
              <a:ext uri="{FF2B5EF4-FFF2-40B4-BE49-F238E27FC236}">
                <a16:creationId xmlns:a16="http://schemas.microsoft.com/office/drawing/2014/main" id="{9450D107-8BD2-4D26-9D92-2B9ACD4F6DEF}"/>
              </a:ext>
            </a:extLst>
          </p:cNvPr>
          <p:cNvSpPr>
            <a:spLocks noGrp="1"/>
          </p:cNvSpPr>
          <p:nvPr/>
        </p:nvSpPr>
        <p:spPr>
          <a:xfrm>
            <a:off x="30220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Cryo_12557">
            <a:extLst>
              <a:ext uri="{FF2B5EF4-FFF2-40B4-BE49-F238E27FC236}">
                <a16:creationId xmlns:a16="http://schemas.microsoft.com/office/drawing/2014/main" id="{236BB03A-4A8D-4D22-9315-033D59FF9AA2}"/>
              </a:ext>
            </a:extLst>
          </p:cNvPr>
          <p:cNvSpPr>
            <a:spLocks noGrp="1"/>
          </p:cNvSpPr>
          <p:nvPr/>
        </p:nvSpPr>
        <p:spPr>
          <a:xfrm>
            <a:off x="2982908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Cryo_12558">
            <a:extLst>
              <a:ext uri="{FF2B5EF4-FFF2-40B4-BE49-F238E27FC236}">
                <a16:creationId xmlns:a16="http://schemas.microsoft.com/office/drawing/2014/main" id="{F786F057-3A6F-4F3D-AFE0-3CC01E839CE8}"/>
              </a:ext>
            </a:extLst>
          </p:cNvPr>
          <p:cNvSpPr>
            <a:spLocks noGrp="1"/>
          </p:cNvSpPr>
          <p:nvPr/>
        </p:nvSpPr>
        <p:spPr>
          <a:xfrm>
            <a:off x="320758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Cryo_12559">
            <a:extLst>
              <a:ext uri="{FF2B5EF4-FFF2-40B4-BE49-F238E27FC236}">
                <a16:creationId xmlns:a16="http://schemas.microsoft.com/office/drawing/2014/main" id="{D25E6911-8E66-44D0-840A-09FF44E39C85}"/>
              </a:ext>
            </a:extLst>
          </p:cNvPr>
          <p:cNvSpPr>
            <a:spLocks noGrp="1"/>
          </p:cNvSpPr>
          <p:nvPr/>
        </p:nvSpPr>
        <p:spPr>
          <a:xfrm>
            <a:off x="30461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Cryo_12560">
            <a:extLst>
              <a:ext uri="{FF2B5EF4-FFF2-40B4-BE49-F238E27FC236}">
                <a16:creationId xmlns:a16="http://schemas.microsoft.com/office/drawing/2014/main" id="{CE9D3F21-BBF1-4E41-B0F2-3D4CCC1BF435}"/>
              </a:ext>
            </a:extLst>
          </p:cNvPr>
          <p:cNvSpPr>
            <a:spLocks noGrp="1"/>
          </p:cNvSpPr>
          <p:nvPr/>
        </p:nvSpPr>
        <p:spPr>
          <a:xfrm>
            <a:off x="3089724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Cryo_12561">
            <a:extLst>
              <a:ext uri="{FF2B5EF4-FFF2-40B4-BE49-F238E27FC236}">
                <a16:creationId xmlns:a16="http://schemas.microsoft.com/office/drawing/2014/main" id="{A6B3943F-2C60-4FF8-A8D5-80F779105312}"/>
              </a:ext>
            </a:extLst>
          </p:cNvPr>
          <p:cNvSpPr>
            <a:spLocks noGrp="1"/>
          </p:cNvSpPr>
          <p:nvPr/>
        </p:nvSpPr>
        <p:spPr>
          <a:xfrm>
            <a:off x="300288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Cryo_12562">
            <a:extLst>
              <a:ext uri="{FF2B5EF4-FFF2-40B4-BE49-F238E27FC236}">
                <a16:creationId xmlns:a16="http://schemas.microsoft.com/office/drawing/2014/main" id="{E287F7E3-CFFC-4356-9345-3985C450BF02}"/>
              </a:ext>
            </a:extLst>
          </p:cNvPr>
          <p:cNvSpPr>
            <a:spLocks noGrp="1"/>
          </p:cNvSpPr>
          <p:nvPr/>
        </p:nvSpPr>
        <p:spPr>
          <a:xfrm>
            <a:off x="30107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Cryo_12563">
            <a:extLst>
              <a:ext uri="{FF2B5EF4-FFF2-40B4-BE49-F238E27FC236}">
                <a16:creationId xmlns:a16="http://schemas.microsoft.com/office/drawing/2014/main" id="{70D4D81B-2995-4BD6-A8BE-EAE171B55236}"/>
              </a:ext>
            </a:extLst>
          </p:cNvPr>
          <p:cNvSpPr>
            <a:spLocks noGrp="1"/>
          </p:cNvSpPr>
          <p:nvPr/>
        </p:nvSpPr>
        <p:spPr>
          <a:xfrm>
            <a:off x="317782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Cryo_12564">
            <a:extLst>
              <a:ext uri="{FF2B5EF4-FFF2-40B4-BE49-F238E27FC236}">
                <a16:creationId xmlns:a16="http://schemas.microsoft.com/office/drawing/2014/main" id="{B42CF827-DE30-46C7-A0C0-155F0AF30260}"/>
              </a:ext>
            </a:extLst>
          </p:cNvPr>
          <p:cNvSpPr>
            <a:spLocks noGrp="1"/>
          </p:cNvSpPr>
          <p:nvPr/>
        </p:nvSpPr>
        <p:spPr>
          <a:xfrm>
            <a:off x="3088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Cryo_12565">
            <a:extLst>
              <a:ext uri="{FF2B5EF4-FFF2-40B4-BE49-F238E27FC236}">
                <a16:creationId xmlns:a16="http://schemas.microsoft.com/office/drawing/2014/main" id="{572FE099-6D8C-4FEE-A288-29AC907AE9DC}"/>
              </a:ext>
            </a:extLst>
          </p:cNvPr>
          <p:cNvSpPr>
            <a:spLocks noGrp="1"/>
          </p:cNvSpPr>
          <p:nvPr/>
        </p:nvSpPr>
        <p:spPr>
          <a:xfrm>
            <a:off x="318794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Cryo_12566">
            <a:extLst>
              <a:ext uri="{FF2B5EF4-FFF2-40B4-BE49-F238E27FC236}">
                <a16:creationId xmlns:a16="http://schemas.microsoft.com/office/drawing/2014/main" id="{CD8A3059-992B-41C7-9500-0251317CC577}"/>
              </a:ext>
            </a:extLst>
          </p:cNvPr>
          <p:cNvSpPr>
            <a:spLocks noGrp="1"/>
          </p:cNvSpPr>
          <p:nvPr/>
        </p:nvSpPr>
        <p:spPr>
          <a:xfrm>
            <a:off x="3135101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Cryo_12567">
            <a:extLst>
              <a:ext uri="{FF2B5EF4-FFF2-40B4-BE49-F238E27FC236}">
                <a16:creationId xmlns:a16="http://schemas.microsoft.com/office/drawing/2014/main" id="{A633175E-2094-4D63-984F-820B64DD8A18}"/>
              </a:ext>
            </a:extLst>
          </p:cNvPr>
          <p:cNvSpPr>
            <a:spLocks noGrp="1"/>
          </p:cNvSpPr>
          <p:nvPr/>
        </p:nvSpPr>
        <p:spPr>
          <a:xfrm>
            <a:off x="302924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Cryo_12568">
            <a:extLst>
              <a:ext uri="{FF2B5EF4-FFF2-40B4-BE49-F238E27FC236}">
                <a16:creationId xmlns:a16="http://schemas.microsoft.com/office/drawing/2014/main" id="{76E6B3EF-A6A9-4183-AA7F-8565EC665653}"/>
              </a:ext>
            </a:extLst>
          </p:cNvPr>
          <p:cNvSpPr>
            <a:spLocks noGrp="1"/>
          </p:cNvSpPr>
          <p:nvPr/>
        </p:nvSpPr>
        <p:spPr>
          <a:xfrm>
            <a:off x="309493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Cryo_12569">
            <a:extLst>
              <a:ext uri="{FF2B5EF4-FFF2-40B4-BE49-F238E27FC236}">
                <a16:creationId xmlns:a16="http://schemas.microsoft.com/office/drawing/2014/main" id="{C459B7DE-419E-4944-9EAE-57831557ADD1}"/>
              </a:ext>
            </a:extLst>
          </p:cNvPr>
          <p:cNvSpPr>
            <a:spLocks noGrp="1"/>
          </p:cNvSpPr>
          <p:nvPr/>
        </p:nvSpPr>
        <p:spPr>
          <a:xfrm>
            <a:off x="311175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Cryo_12570">
            <a:extLst>
              <a:ext uri="{FF2B5EF4-FFF2-40B4-BE49-F238E27FC236}">
                <a16:creationId xmlns:a16="http://schemas.microsoft.com/office/drawing/2014/main" id="{86B1C57C-24B7-4A1D-9F34-57BFF065B5BE}"/>
              </a:ext>
            </a:extLst>
          </p:cNvPr>
          <p:cNvSpPr>
            <a:spLocks noGrp="1"/>
          </p:cNvSpPr>
          <p:nvPr/>
        </p:nvSpPr>
        <p:spPr>
          <a:xfrm>
            <a:off x="30665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Cryo_12571">
            <a:extLst>
              <a:ext uri="{FF2B5EF4-FFF2-40B4-BE49-F238E27FC236}">
                <a16:creationId xmlns:a16="http://schemas.microsoft.com/office/drawing/2014/main" id="{17E4E6F6-EB9D-4403-A969-8FABC3825936}"/>
              </a:ext>
            </a:extLst>
          </p:cNvPr>
          <p:cNvSpPr>
            <a:spLocks noGrp="1"/>
          </p:cNvSpPr>
          <p:nvPr/>
        </p:nvSpPr>
        <p:spPr>
          <a:xfrm>
            <a:off x="31821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Cryo_12572">
            <a:extLst>
              <a:ext uri="{FF2B5EF4-FFF2-40B4-BE49-F238E27FC236}">
                <a16:creationId xmlns:a16="http://schemas.microsoft.com/office/drawing/2014/main" id="{AFF71A9E-D05D-42B0-94BB-70D46C68F90E}"/>
              </a:ext>
            </a:extLst>
          </p:cNvPr>
          <p:cNvSpPr>
            <a:spLocks noGrp="1"/>
          </p:cNvSpPr>
          <p:nvPr/>
        </p:nvSpPr>
        <p:spPr>
          <a:xfrm>
            <a:off x="31194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Cryo_12573">
            <a:extLst>
              <a:ext uri="{FF2B5EF4-FFF2-40B4-BE49-F238E27FC236}">
                <a16:creationId xmlns:a16="http://schemas.microsoft.com/office/drawing/2014/main" id="{A41DA5AE-9616-46BB-BEF3-0F359984595A}"/>
              </a:ext>
            </a:extLst>
          </p:cNvPr>
          <p:cNvSpPr>
            <a:spLocks noGrp="1"/>
          </p:cNvSpPr>
          <p:nvPr/>
        </p:nvSpPr>
        <p:spPr>
          <a:xfrm>
            <a:off x="2987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Cryo_12574">
            <a:extLst>
              <a:ext uri="{FF2B5EF4-FFF2-40B4-BE49-F238E27FC236}">
                <a16:creationId xmlns:a16="http://schemas.microsoft.com/office/drawing/2014/main" id="{9023A1D5-8F4A-4EFE-8CD5-E37E34660CCB}"/>
              </a:ext>
            </a:extLst>
          </p:cNvPr>
          <p:cNvSpPr>
            <a:spLocks noGrp="1"/>
          </p:cNvSpPr>
          <p:nvPr/>
        </p:nvSpPr>
        <p:spPr>
          <a:xfrm>
            <a:off x="313075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Cryo_12575">
            <a:extLst>
              <a:ext uri="{FF2B5EF4-FFF2-40B4-BE49-F238E27FC236}">
                <a16:creationId xmlns:a16="http://schemas.microsoft.com/office/drawing/2014/main" id="{2D69F88C-3EB0-4E77-9E45-94A5B8AB0512}"/>
              </a:ext>
            </a:extLst>
          </p:cNvPr>
          <p:cNvSpPr>
            <a:spLocks noGrp="1"/>
          </p:cNvSpPr>
          <p:nvPr/>
        </p:nvSpPr>
        <p:spPr>
          <a:xfrm>
            <a:off x="3069323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Cryo_12576">
            <a:extLst>
              <a:ext uri="{FF2B5EF4-FFF2-40B4-BE49-F238E27FC236}">
                <a16:creationId xmlns:a16="http://schemas.microsoft.com/office/drawing/2014/main" id="{7F78AEFC-F153-48B4-9576-45914FC4A701}"/>
              </a:ext>
            </a:extLst>
          </p:cNvPr>
          <p:cNvSpPr>
            <a:spLocks noGrp="1"/>
          </p:cNvSpPr>
          <p:nvPr/>
        </p:nvSpPr>
        <p:spPr>
          <a:xfrm>
            <a:off x="315181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Cryo_12577">
            <a:extLst>
              <a:ext uri="{FF2B5EF4-FFF2-40B4-BE49-F238E27FC236}">
                <a16:creationId xmlns:a16="http://schemas.microsoft.com/office/drawing/2014/main" id="{2E9EF230-FBA8-483B-89E0-EBB76E97407B}"/>
              </a:ext>
            </a:extLst>
          </p:cNvPr>
          <p:cNvSpPr>
            <a:spLocks noGrp="1"/>
          </p:cNvSpPr>
          <p:nvPr/>
        </p:nvSpPr>
        <p:spPr>
          <a:xfrm>
            <a:off x="31318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Cryo_12578">
            <a:extLst>
              <a:ext uri="{FF2B5EF4-FFF2-40B4-BE49-F238E27FC236}">
                <a16:creationId xmlns:a16="http://schemas.microsoft.com/office/drawing/2014/main" id="{7A3FA80D-79D4-427B-B87D-4694B5648248}"/>
              </a:ext>
            </a:extLst>
          </p:cNvPr>
          <p:cNvSpPr>
            <a:spLocks noGrp="1"/>
          </p:cNvSpPr>
          <p:nvPr/>
        </p:nvSpPr>
        <p:spPr>
          <a:xfrm>
            <a:off x="31219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Cryo_12579">
            <a:extLst>
              <a:ext uri="{FF2B5EF4-FFF2-40B4-BE49-F238E27FC236}">
                <a16:creationId xmlns:a16="http://schemas.microsoft.com/office/drawing/2014/main" id="{7D2F3AD0-66AD-425D-B1B7-978AE47482C2}"/>
              </a:ext>
            </a:extLst>
          </p:cNvPr>
          <p:cNvSpPr>
            <a:spLocks noGrp="1"/>
          </p:cNvSpPr>
          <p:nvPr/>
        </p:nvSpPr>
        <p:spPr>
          <a:xfrm>
            <a:off x="3103806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Cryo_12580">
            <a:extLst>
              <a:ext uri="{FF2B5EF4-FFF2-40B4-BE49-F238E27FC236}">
                <a16:creationId xmlns:a16="http://schemas.microsoft.com/office/drawing/2014/main" id="{73FD4100-FC49-4028-9E1A-7C3E50091F34}"/>
              </a:ext>
            </a:extLst>
          </p:cNvPr>
          <p:cNvSpPr>
            <a:spLocks noGrp="1"/>
          </p:cNvSpPr>
          <p:nvPr/>
        </p:nvSpPr>
        <p:spPr>
          <a:xfrm>
            <a:off x="31205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Cryo_12581">
            <a:extLst>
              <a:ext uri="{FF2B5EF4-FFF2-40B4-BE49-F238E27FC236}">
                <a16:creationId xmlns:a16="http://schemas.microsoft.com/office/drawing/2014/main" id="{42D63B6E-6A18-4C1D-8523-468823FDD964}"/>
              </a:ext>
            </a:extLst>
          </p:cNvPr>
          <p:cNvSpPr>
            <a:spLocks noGrp="1"/>
          </p:cNvSpPr>
          <p:nvPr/>
        </p:nvSpPr>
        <p:spPr>
          <a:xfrm>
            <a:off x="3006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Cryo_12582">
            <a:extLst>
              <a:ext uri="{FF2B5EF4-FFF2-40B4-BE49-F238E27FC236}">
                <a16:creationId xmlns:a16="http://schemas.microsoft.com/office/drawing/2014/main" id="{43F3C82C-58BB-4865-A0B9-9F5E2FC7D01D}"/>
              </a:ext>
            </a:extLst>
          </p:cNvPr>
          <p:cNvSpPr>
            <a:spLocks noGrp="1"/>
          </p:cNvSpPr>
          <p:nvPr/>
        </p:nvSpPr>
        <p:spPr>
          <a:xfrm>
            <a:off x="29869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Cryo_12583">
            <a:extLst>
              <a:ext uri="{FF2B5EF4-FFF2-40B4-BE49-F238E27FC236}">
                <a16:creationId xmlns:a16="http://schemas.microsoft.com/office/drawing/2014/main" id="{6AB6C659-E1DA-4DD4-8395-74BE29698754}"/>
              </a:ext>
            </a:extLst>
          </p:cNvPr>
          <p:cNvSpPr>
            <a:spLocks noGrp="1"/>
          </p:cNvSpPr>
          <p:nvPr/>
        </p:nvSpPr>
        <p:spPr>
          <a:xfrm>
            <a:off x="3069749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Cryo_12584">
            <a:extLst>
              <a:ext uri="{FF2B5EF4-FFF2-40B4-BE49-F238E27FC236}">
                <a16:creationId xmlns:a16="http://schemas.microsoft.com/office/drawing/2014/main" id="{54E93647-1DC6-42CE-8A29-F86092E3FC08}"/>
              </a:ext>
            </a:extLst>
          </p:cNvPr>
          <p:cNvSpPr>
            <a:spLocks noGrp="1"/>
          </p:cNvSpPr>
          <p:nvPr/>
        </p:nvSpPr>
        <p:spPr>
          <a:xfrm>
            <a:off x="31982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Cryo_12585">
            <a:extLst>
              <a:ext uri="{FF2B5EF4-FFF2-40B4-BE49-F238E27FC236}">
                <a16:creationId xmlns:a16="http://schemas.microsoft.com/office/drawing/2014/main" id="{44843B90-EDAE-4E4D-BA4C-29F323701BB5}"/>
              </a:ext>
            </a:extLst>
          </p:cNvPr>
          <p:cNvSpPr>
            <a:spLocks noGrp="1"/>
          </p:cNvSpPr>
          <p:nvPr/>
        </p:nvSpPr>
        <p:spPr>
          <a:xfrm>
            <a:off x="30520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Cryo_12586">
            <a:extLst>
              <a:ext uri="{FF2B5EF4-FFF2-40B4-BE49-F238E27FC236}">
                <a16:creationId xmlns:a16="http://schemas.microsoft.com/office/drawing/2014/main" id="{5290A1F3-3C80-44F2-AA14-3A4D8897AB90}"/>
              </a:ext>
            </a:extLst>
          </p:cNvPr>
          <p:cNvSpPr>
            <a:spLocks noGrp="1"/>
          </p:cNvSpPr>
          <p:nvPr/>
        </p:nvSpPr>
        <p:spPr>
          <a:xfrm>
            <a:off x="30476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Cryo_12587">
            <a:extLst>
              <a:ext uri="{FF2B5EF4-FFF2-40B4-BE49-F238E27FC236}">
                <a16:creationId xmlns:a16="http://schemas.microsoft.com/office/drawing/2014/main" id="{DF33D7B0-3C81-4059-B659-1283255A8C68}"/>
              </a:ext>
            </a:extLst>
          </p:cNvPr>
          <p:cNvSpPr>
            <a:spLocks noGrp="1"/>
          </p:cNvSpPr>
          <p:nvPr/>
        </p:nvSpPr>
        <p:spPr>
          <a:xfrm>
            <a:off x="309022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Cryo_12588">
            <a:extLst>
              <a:ext uri="{FF2B5EF4-FFF2-40B4-BE49-F238E27FC236}">
                <a16:creationId xmlns:a16="http://schemas.microsoft.com/office/drawing/2014/main" id="{20A92431-1FDE-4E16-BC60-93042079A130}"/>
              </a:ext>
            </a:extLst>
          </p:cNvPr>
          <p:cNvSpPr>
            <a:spLocks noGrp="1"/>
          </p:cNvSpPr>
          <p:nvPr/>
        </p:nvSpPr>
        <p:spPr>
          <a:xfrm>
            <a:off x="30673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Cryo_12589">
            <a:extLst>
              <a:ext uri="{FF2B5EF4-FFF2-40B4-BE49-F238E27FC236}">
                <a16:creationId xmlns:a16="http://schemas.microsoft.com/office/drawing/2014/main" id="{988EB928-0522-4D0D-A238-C282CAE77AAB}"/>
              </a:ext>
            </a:extLst>
          </p:cNvPr>
          <p:cNvSpPr>
            <a:spLocks noGrp="1"/>
          </p:cNvSpPr>
          <p:nvPr/>
        </p:nvSpPr>
        <p:spPr>
          <a:xfrm>
            <a:off x="309393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Cryo_12590">
            <a:extLst>
              <a:ext uri="{FF2B5EF4-FFF2-40B4-BE49-F238E27FC236}">
                <a16:creationId xmlns:a16="http://schemas.microsoft.com/office/drawing/2014/main" id="{4EC73F3E-25CB-4710-962B-EE35335235DC}"/>
              </a:ext>
            </a:extLst>
          </p:cNvPr>
          <p:cNvSpPr>
            <a:spLocks noGrp="1"/>
          </p:cNvSpPr>
          <p:nvPr/>
        </p:nvSpPr>
        <p:spPr>
          <a:xfrm>
            <a:off x="323096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Cryo_12591">
            <a:extLst>
              <a:ext uri="{FF2B5EF4-FFF2-40B4-BE49-F238E27FC236}">
                <a16:creationId xmlns:a16="http://schemas.microsoft.com/office/drawing/2014/main" id="{23E7A8D2-9403-4618-99F4-2B1B57C1D04C}"/>
              </a:ext>
            </a:extLst>
          </p:cNvPr>
          <p:cNvSpPr>
            <a:spLocks noGrp="1"/>
          </p:cNvSpPr>
          <p:nvPr/>
        </p:nvSpPr>
        <p:spPr>
          <a:xfrm>
            <a:off x="29819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Cryo_12592">
            <a:extLst>
              <a:ext uri="{FF2B5EF4-FFF2-40B4-BE49-F238E27FC236}">
                <a16:creationId xmlns:a16="http://schemas.microsoft.com/office/drawing/2014/main" id="{84A03DD6-B615-4BB0-B4B9-88338585DF87}"/>
              </a:ext>
            </a:extLst>
          </p:cNvPr>
          <p:cNvSpPr>
            <a:spLocks noGrp="1"/>
          </p:cNvSpPr>
          <p:nvPr/>
        </p:nvSpPr>
        <p:spPr>
          <a:xfrm>
            <a:off x="3066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Cryo_12593">
            <a:extLst>
              <a:ext uri="{FF2B5EF4-FFF2-40B4-BE49-F238E27FC236}">
                <a16:creationId xmlns:a16="http://schemas.microsoft.com/office/drawing/2014/main" id="{D7C815FA-3A76-4EEA-B8C3-A84D5C86949C}"/>
              </a:ext>
            </a:extLst>
          </p:cNvPr>
          <p:cNvSpPr>
            <a:spLocks noGrp="1"/>
          </p:cNvSpPr>
          <p:nvPr/>
        </p:nvSpPr>
        <p:spPr>
          <a:xfrm>
            <a:off x="298970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Cryo_12594">
            <a:extLst>
              <a:ext uri="{FF2B5EF4-FFF2-40B4-BE49-F238E27FC236}">
                <a16:creationId xmlns:a16="http://schemas.microsoft.com/office/drawing/2014/main" id="{352894EF-7278-496C-9A47-81C6813F911E}"/>
              </a:ext>
            </a:extLst>
          </p:cNvPr>
          <p:cNvSpPr>
            <a:spLocks noGrp="1"/>
          </p:cNvSpPr>
          <p:nvPr/>
        </p:nvSpPr>
        <p:spPr>
          <a:xfrm>
            <a:off x="29810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Cryo_12595">
            <a:extLst>
              <a:ext uri="{FF2B5EF4-FFF2-40B4-BE49-F238E27FC236}">
                <a16:creationId xmlns:a16="http://schemas.microsoft.com/office/drawing/2014/main" id="{CC1ACE21-8B0A-4A94-82D0-244795772851}"/>
              </a:ext>
            </a:extLst>
          </p:cNvPr>
          <p:cNvSpPr>
            <a:spLocks noGrp="1"/>
          </p:cNvSpPr>
          <p:nvPr/>
        </p:nvSpPr>
        <p:spPr>
          <a:xfrm>
            <a:off x="299069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Cryo_12596">
            <a:extLst>
              <a:ext uri="{FF2B5EF4-FFF2-40B4-BE49-F238E27FC236}">
                <a16:creationId xmlns:a16="http://schemas.microsoft.com/office/drawing/2014/main" id="{C195933F-FA3E-4BA9-9428-2887107BCBF6}"/>
              </a:ext>
            </a:extLst>
          </p:cNvPr>
          <p:cNvSpPr>
            <a:spLocks noGrp="1"/>
          </p:cNvSpPr>
          <p:nvPr/>
        </p:nvSpPr>
        <p:spPr>
          <a:xfrm>
            <a:off x="30036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Cryo_12597">
            <a:extLst>
              <a:ext uri="{FF2B5EF4-FFF2-40B4-BE49-F238E27FC236}">
                <a16:creationId xmlns:a16="http://schemas.microsoft.com/office/drawing/2014/main" id="{47E3302F-2A17-4762-A1C4-5E3729BA1773}"/>
              </a:ext>
            </a:extLst>
          </p:cNvPr>
          <p:cNvSpPr>
            <a:spLocks noGrp="1"/>
          </p:cNvSpPr>
          <p:nvPr/>
        </p:nvSpPr>
        <p:spPr>
          <a:xfrm>
            <a:off x="3196646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Cryo_12598">
            <a:extLst>
              <a:ext uri="{FF2B5EF4-FFF2-40B4-BE49-F238E27FC236}">
                <a16:creationId xmlns:a16="http://schemas.microsoft.com/office/drawing/2014/main" id="{53089B84-F77F-4860-91D5-696E36C0A7D9}"/>
              </a:ext>
            </a:extLst>
          </p:cNvPr>
          <p:cNvSpPr>
            <a:spLocks noGrp="1"/>
          </p:cNvSpPr>
          <p:nvPr/>
        </p:nvSpPr>
        <p:spPr>
          <a:xfrm>
            <a:off x="3184056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Cryo_12599">
            <a:extLst>
              <a:ext uri="{FF2B5EF4-FFF2-40B4-BE49-F238E27FC236}">
                <a16:creationId xmlns:a16="http://schemas.microsoft.com/office/drawing/2014/main" id="{946DFEC7-ADF9-49C3-912A-ED33548D56A7}"/>
              </a:ext>
            </a:extLst>
          </p:cNvPr>
          <p:cNvSpPr>
            <a:spLocks noGrp="1"/>
          </p:cNvSpPr>
          <p:nvPr/>
        </p:nvSpPr>
        <p:spPr>
          <a:xfrm>
            <a:off x="3070824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Cryo_12600">
            <a:extLst>
              <a:ext uri="{FF2B5EF4-FFF2-40B4-BE49-F238E27FC236}">
                <a16:creationId xmlns:a16="http://schemas.microsoft.com/office/drawing/2014/main" id="{5F84EE45-FAB9-46F1-8DE4-86C08301D3EF}"/>
              </a:ext>
            </a:extLst>
          </p:cNvPr>
          <p:cNvSpPr>
            <a:spLocks noGrp="1"/>
          </p:cNvSpPr>
          <p:nvPr/>
        </p:nvSpPr>
        <p:spPr>
          <a:xfrm>
            <a:off x="30621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Cryo_12601">
            <a:extLst>
              <a:ext uri="{FF2B5EF4-FFF2-40B4-BE49-F238E27FC236}">
                <a16:creationId xmlns:a16="http://schemas.microsoft.com/office/drawing/2014/main" id="{D71C3A94-6851-494F-885F-0BC8AF0F620D}"/>
              </a:ext>
            </a:extLst>
          </p:cNvPr>
          <p:cNvSpPr>
            <a:spLocks noGrp="1"/>
          </p:cNvSpPr>
          <p:nvPr/>
        </p:nvSpPr>
        <p:spPr>
          <a:xfrm>
            <a:off x="31841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Cryo_12602">
            <a:extLst>
              <a:ext uri="{FF2B5EF4-FFF2-40B4-BE49-F238E27FC236}">
                <a16:creationId xmlns:a16="http://schemas.microsoft.com/office/drawing/2014/main" id="{84B53ADE-204E-450D-9454-CBB9C0E34EF8}"/>
              </a:ext>
            </a:extLst>
          </p:cNvPr>
          <p:cNvSpPr>
            <a:spLocks noGrp="1"/>
          </p:cNvSpPr>
          <p:nvPr/>
        </p:nvSpPr>
        <p:spPr>
          <a:xfrm>
            <a:off x="32130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Cryo_12603">
            <a:extLst>
              <a:ext uri="{FF2B5EF4-FFF2-40B4-BE49-F238E27FC236}">
                <a16:creationId xmlns:a16="http://schemas.microsoft.com/office/drawing/2014/main" id="{F4335BF4-0D5E-4B77-BF7D-BD907003D368}"/>
              </a:ext>
            </a:extLst>
          </p:cNvPr>
          <p:cNvSpPr>
            <a:spLocks noGrp="1"/>
          </p:cNvSpPr>
          <p:nvPr/>
        </p:nvSpPr>
        <p:spPr>
          <a:xfrm>
            <a:off x="319028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Cryo_12604">
            <a:extLst>
              <a:ext uri="{FF2B5EF4-FFF2-40B4-BE49-F238E27FC236}">
                <a16:creationId xmlns:a16="http://schemas.microsoft.com/office/drawing/2014/main" id="{CBAB64DE-D89F-4A79-9F92-AE7A8931A30F}"/>
              </a:ext>
            </a:extLst>
          </p:cNvPr>
          <p:cNvSpPr>
            <a:spLocks noGrp="1"/>
          </p:cNvSpPr>
          <p:nvPr/>
        </p:nvSpPr>
        <p:spPr>
          <a:xfrm>
            <a:off x="30269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Cryo_12605">
            <a:extLst>
              <a:ext uri="{FF2B5EF4-FFF2-40B4-BE49-F238E27FC236}">
                <a16:creationId xmlns:a16="http://schemas.microsoft.com/office/drawing/2014/main" id="{3AF98F0E-D927-4098-B6C4-854E05F75B34}"/>
              </a:ext>
            </a:extLst>
          </p:cNvPr>
          <p:cNvSpPr>
            <a:spLocks noGrp="1"/>
          </p:cNvSpPr>
          <p:nvPr/>
        </p:nvSpPr>
        <p:spPr>
          <a:xfrm>
            <a:off x="312414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Cryo_12606">
            <a:extLst>
              <a:ext uri="{FF2B5EF4-FFF2-40B4-BE49-F238E27FC236}">
                <a16:creationId xmlns:a16="http://schemas.microsoft.com/office/drawing/2014/main" id="{A086C5E9-0E05-4E8A-B5B9-2E2FD0911D51}"/>
              </a:ext>
            </a:extLst>
          </p:cNvPr>
          <p:cNvSpPr>
            <a:spLocks noGrp="1"/>
          </p:cNvSpPr>
          <p:nvPr/>
        </p:nvSpPr>
        <p:spPr>
          <a:xfrm>
            <a:off x="32113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Cryo_12607">
            <a:extLst>
              <a:ext uri="{FF2B5EF4-FFF2-40B4-BE49-F238E27FC236}">
                <a16:creationId xmlns:a16="http://schemas.microsoft.com/office/drawing/2014/main" id="{0B73813E-DDC6-45C4-9F7E-5685E8358631}"/>
              </a:ext>
            </a:extLst>
          </p:cNvPr>
          <p:cNvSpPr>
            <a:spLocks noGrp="1"/>
          </p:cNvSpPr>
          <p:nvPr/>
        </p:nvSpPr>
        <p:spPr>
          <a:xfrm>
            <a:off x="322418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Cryo_12608">
            <a:extLst>
              <a:ext uri="{FF2B5EF4-FFF2-40B4-BE49-F238E27FC236}">
                <a16:creationId xmlns:a16="http://schemas.microsoft.com/office/drawing/2014/main" id="{7E7A09DC-50EE-4047-BEE2-5E3BF7D083F3}"/>
              </a:ext>
            </a:extLst>
          </p:cNvPr>
          <p:cNvSpPr>
            <a:spLocks noGrp="1"/>
          </p:cNvSpPr>
          <p:nvPr/>
        </p:nvSpPr>
        <p:spPr>
          <a:xfrm>
            <a:off x="31641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Cryo_12609">
            <a:extLst>
              <a:ext uri="{FF2B5EF4-FFF2-40B4-BE49-F238E27FC236}">
                <a16:creationId xmlns:a16="http://schemas.microsoft.com/office/drawing/2014/main" id="{9404143F-C76C-41C3-9679-1A44CF7436AC}"/>
              </a:ext>
            </a:extLst>
          </p:cNvPr>
          <p:cNvSpPr>
            <a:spLocks noGrp="1"/>
          </p:cNvSpPr>
          <p:nvPr/>
        </p:nvSpPr>
        <p:spPr>
          <a:xfrm>
            <a:off x="3075050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Cryo_12610">
            <a:extLst>
              <a:ext uri="{FF2B5EF4-FFF2-40B4-BE49-F238E27FC236}">
                <a16:creationId xmlns:a16="http://schemas.microsoft.com/office/drawing/2014/main" id="{08AC823F-311D-46CB-93DD-35A85E1C1242}"/>
              </a:ext>
            </a:extLst>
          </p:cNvPr>
          <p:cNvSpPr>
            <a:spLocks noGrp="1"/>
          </p:cNvSpPr>
          <p:nvPr/>
        </p:nvSpPr>
        <p:spPr>
          <a:xfrm>
            <a:off x="317620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Cryo_12611">
            <a:extLst>
              <a:ext uri="{FF2B5EF4-FFF2-40B4-BE49-F238E27FC236}">
                <a16:creationId xmlns:a16="http://schemas.microsoft.com/office/drawing/2014/main" id="{988B023C-BD91-4446-A680-3FFD0855DE6F}"/>
              </a:ext>
            </a:extLst>
          </p:cNvPr>
          <p:cNvSpPr>
            <a:spLocks noGrp="1"/>
          </p:cNvSpPr>
          <p:nvPr/>
        </p:nvSpPr>
        <p:spPr>
          <a:xfrm>
            <a:off x="3154072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Cryo_12612">
            <a:extLst>
              <a:ext uri="{FF2B5EF4-FFF2-40B4-BE49-F238E27FC236}">
                <a16:creationId xmlns:a16="http://schemas.microsoft.com/office/drawing/2014/main" id="{D5D52D05-3921-4AEB-926F-AD9A9228144E}"/>
              </a:ext>
            </a:extLst>
          </p:cNvPr>
          <p:cNvSpPr>
            <a:spLocks noGrp="1"/>
          </p:cNvSpPr>
          <p:nvPr/>
        </p:nvSpPr>
        <p:spPr>
          <a:xfrm>
            <a:off x="323131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Cryo_12613">
            <a:extLst>
              <a:ext uri="{FF2B5EF4-FFF2-40B4-BE49-F238E27FC236}">
                <a16:creationId xmlns:a16="http://schemas.microsoft.com/office/drawing/2014/main" id="{B543E40A-3992-4D05-81CD-5CB95CDC2287}"/>
              </a:ext>
            </a:extLst>
          </p:cNvPr>
          <p:cNvSpPr>
            <a:spLocks noGrp="1"/>
          </p:cNvSpPr>
          <p:nvPr/>
        </p:nvSpPr>
        <p:spPr>
          <a:xfrm>
            <a:off x="30251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Cryo_12614">
            <a:extLst>
              <a:ext uri="{FF2B5EF4-FFF2-40B4-BE49-F238E27FC236}">
                <a16:creationId xmlns:a16="http://schemas.microsoft.com/office/drawing/2014/main" id="{BBA11212-B250-446A-87B6-6A900F5FEC50}"/>
              </a:ext>
            </a:extLst>
          </p:cNvPr>
          <p:cNvSpPr>
            <a:spLocks noGrp="1"/>
          </p:cNvSpPr>
          <p:nvPr/>
        </p:nvSpPr>
        <p:spPr>
          <a:xfrm>
            <a:off x="31580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Cryo_12615">
            <a:extLst>
              <a:ext uri="{FF2B5EF4-FFF2-40B4-BE49-F238E27FC236}">
                <a16:creationId xmlns:a16="http://schemas.microsoft.com/office/drawing/2014/main" id="{49B0627F-F5F7-43DE-8FEC-940EB7113ADD}"/>
              </a:ext>
            </a:extLst>
          </p:cNvPr>
          <p:cNvSpPr>
            <a:spLocks noGrp="1"/>
          </p:cNvSpPr>
          <p:nvPr/>
        </p:nvSpPr>
        <p:spPr>
          <a:xfrm>
            <a:off x="3150148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Cryo_12616">
            <a:extLst>
              <a:ext uri="{FF2B5EF4-FFF2-40B4-BE49-F238E27FC236}">
                <a16:creationId xmlns:a16="http://schemas.microsoft.com/office/drawing/2014/main" id="{F89E59B9-FB8D-4AD9-B6D3-3A6546C3FE7A}"/>
              </a:ext>
            </a:extLst>
          </p:cNvPr>
          <p:cNvSpPr>
            <a:spLocks noGrp="1"/>
          </p:cNvSpPr>
          <p:nvPr/>
        </p:nvSpPr>
        <p:spPr>
          <a:xfrm>
            <a:off x="3101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Cryo_12617">
            <a:extLst>
              <a:ext uri="{FF2B5EF4-FFF2-40B4-BE49-F238E27FC236}">
                <a16:creationId xmlns:a16="http://schemas.microsoft.com/office/drawing/2014/main" id="{77E19D24-25E7-40D1-926D-BE46ECEBC9F9}"/>
              </a:ext>
            </a:extLst>
          </p:cNvPr>
          <p:cNvSpPr>
            <a:spLocks noGrp="1"/>
          </p:cNvSpPr>
          <p:nvPr/>
        </p:nvSpPr>
        <p:spPr>
          <a:xfrm>
            <a:off x="308886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Cryo_12618">
            <a:extLst>
              <a:ext uri="{FF2B5EF4-FFF2-40B4-BE49-F238E27FC236}">
                <a16:creationId xmlns:a16="http://schemas.microsoft.com/office/drawing/2014/main" id="{7D3C8C6D-A274-49DF-99D2-24FD741BBB1C}"/>
              </a:ext>
            </a:extLst>
          </p:cNvPr>
          <p:cNvSpPr>
            <a:spLocks noGrp="1"/>
          </p:cNvSpPr>
          <p:nvPr/>
        </p:nvSpPr>
        <p:spPr>
          <a:xfrm>
            <a:off x="315453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Cryo_12619">
            <a:extLst>
              <a:ext uri="{FF2B5EF4-FFF2-40B4-BE49-F238E27FC236}">
                <a16:creationId xmlns:a16="http://schemas.microsoft.com/office/drawing/2014/main" id="{10C159AA-32E3-4CD7-8D8A-973050589606}"/>
              </a:ext>
            </a:extLst>
          </p:cNvPr>
          <p:cNvSpPr>
            <a:spLocks noGrp="1"/>
          </p:cNvSpPr>
          <p:nvPr/>
        </p:nvSpPr>
        <p:spPr>
          <a:xfrm>
            <a:off x="302176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Cryo_12620">
            <a:extLst>
              <a:ext uri="{FF2B5EF4-FFF2-40B4-BE49-F238E27FC236}">
                <a16:creationId xmlns:a16="http://schemas.microsoft.com/office/drawing/2014/main" id="{B304FF38-630B-4B27-94A3-14008DB747F5}"/>
              </a:ext>
            </a:extLst>
          </p:cNvPr>
          <p:cNvSpPr>
            <a:spLocks noGrp="1"/>
          </p:cNvSpPr>
          <p:nvPr/>
        </p:nvSpPr>
        <p:spPr>
          <a:xfrm>
            <a:off x="30456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Cryo_12621">
            <a:extLst>
              <a:ext uri="{FF2B5EF4-FFF2-40B4-BE49-F238E27FC236}">
                <a16:creationId xmlns:a16="http://schemas.microsoft.com/office/drawing/2014/main" id="{5FD4EC8B-FF4D-42EB-BCD3-89D43FA1E80A}"/>
              </a:ext>
            </a:extLst>
          </p:cNvPr>
          <p:cNvSpPr>
            <a:spLocks noGrp="1"/>
          </p:cNvSpPr>
          <p:nvPr/>
        </p:nvSpPr>
        <p:spPr>
          <a:xfrm>
            <a:off x="3162693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Cryo_12622">
            <a:extLst>
              <a:ext uri="{FF2B5EF4-FFF2-40B4-BE49-F238E27FC236}">
                <a16:creationId xmlns:a16="http://schemas.microsoft.com/office/drawing/2014/main" id="{93D046FA-61D4-4C53-A685-E8E94D5F569B}"/>
              </a:ext>
            </a:extLst>
          </p:cNvPr>
          <p:cNvSpPr>
            <a:spLocks noGrp="1"/>
          </p:cNvSpPr>
          <p:nvPr/>
        </p:nvSpPr>
        <p:spPr>
          <a:xfrm>
            <a:off x="315815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Cryo_12623">
            <a:extLst>
              <a:ext uri="{FF2B5EF4-FFF2-40B4-BE49-F238E27FC236}">
                <a16:creationId xmlns:a16="http://schemas.microsoft.com/office/drawing/2014/main" id="{AFA3B6EA-FFB9-49AE-8D7C-2981696781D9}"/>
              </a:ext>
            </a:extLst>
          </p:cNvPr>
          <p:cNvSpPr>
            <a:spLocks noGrp="1"/>
          </p:cNvSpPr>
          <p:nvPr/>
        </p:nvSpPr>
        <p:spPr>
          <a:xfrm>
            <a:off x="308642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Cryo_12624">
            <a:extLst>
              <a:ext uri="{FF2B5EF4-FFF2-40B4-BE49-F238E27FC236}">
                <a16:creationId xmlns:a16="http://schemas.microsoft.com/office/drawing/2014/main" id="{E5A1410C-57C4-490E-AC43-936D3D1D79BD}"/>
              </a:ext>
            </a:extLst>
          </p:cNvPr>
          <p:cNvSpPr>
            <a:spLocks noGrp="1"/>
          </p:cNvSpPr>
          <p:nvPr/>
        </p:nvSpPr>
        <p:spPr>
          <a:xfrm>
            <a:off x="3057051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Cryo_12625">
            <a:extLst>
              <a:ext uri="{FF2B5EF4-FFF2-40B4-BE49-F238E27FC236}">
                <a16:creationId xmlns:a16="http://schemas.microsoft.com/office/drawing/2014/main" id="{A5F7B06C-3F0A-45E6-B31E-86629292488A}"/>
              </a:ext>
            </a:extLst>
          </p:cNvPr>
          <p:cNvSpPr>
            <a:spLocks noGrp="1"/>
          </p:cNvSpPr>
          <p:nvPr/>
        </p:nvSpPr>
        <p:spPr>
          <a:xfrm>
            <a:off x="307522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Cryo_12626">
            <a:extLst>
              <a:ext uri="{FF2B5EF4-FFF2-40B4-BE49-F238E27FC236}">
                <a16:creationId xmlns:a16="http://schemas.microsoft.com/office/drawing/2014/main" id="{EAE7DADC-2059-4316-85AA-8E5F7697BD06}"/>
              </a:ext>
            </a:extLst>
          </p:cNvPr>
          <p:cNvSpPr>
            <a:spLocks noGrp="1"/>
          </p:cNvSpPr>
          <p:nvPr/>
        </p:nvSpPr>
        <p:spPr>
          <a:xfrm>
            <a:off x="32091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Cryo_12627">
            <a:extLst>
              <a:ext uri="{FF2B5EF4-FFF2-40B4-BE49-F238E27FC236}">
                <a16:creationId xmlns:a16="http://schemas.microsoft.com/office/drawing/2014/main" id="{35E58D51-7C5D-4A6B-ABEB-EA368B4A785D}"/>
              </a:ext>
            </a:extLst>
          </p:cNvPr>
          <p:cNvSpPr>
            <a:spLocks noGrp="1"/>
          </p:cNvSpPr>
          <p:nvPr/>
        </p:nvSpPr>
        <p:spPr>
          <a:xfrm>
            <a:off x="32015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Cryo_12628">
            <a:extLst>
              <a:ext uri="{FF2B5EF4-FFF2-40B4-BE49-F238E27FC236}">
                <a16:creationId xmlns:a16="http://schemas.microsoft.com/office/drawing/2014/main" id="{1152E2CA-EF91-48AF-843F-C833CF984D97}"/>
              </a:ext>
            </a:extLst>
          </p:cNvPr>
          <p:cNvSpPr>
            <a:spLocks noGrp="1"/>
          </p:cNvSpPr>
          <p:nvPr/>
        </p:nvSpPr>
        <p:spPr>
          <a:xfrm>
            <a:off x="31926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Cryo_12629">
            <a:extLst>
              <a:ext uri="{FF2B5EF4-FFF2-40B4-BE49-F238E27FC236}">
                <a16:creationId xmlns:a16="http://schemas.microsoft.com/office/drawing/2014/main" id="{5ADB3D67-16B6-45AF-B95E-BE1733B546A4}"/>
              </a:ext>
            </a:extLst>
          </p:cNvPr>
          <p:cNvSpPr>
            <a:spLocks noGrp="1"/>
          </p:cNvSpPr>
          <p:nvPr/>
        </p:nvSpPr>
        <p:spPr>
          <a:xfrm>
            <a:off x="3169067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Cryo_12630">
            <a:extLst>
              <a:ext uri="{FF2B5EF4-FFF2-40B4-BE49-F238E27FC236}">
                <a16:creationId xmlns:a16="http://schemas.microsoft.com/office/drawing/2014/main" id="{F6CB4B15-03E7-4F12-9B9D-426CA4970379}"/>
              </a:ext>
            </a:extLst>
          </p:cNvPr>
          <p:cNvSpPr>
            <a:spLocks noGrp="1"/>
          </p:cNvSpPr>
          <p:nvPr/>
        </p:nvSpPr>
        <p:spPr>
          <a:xfrm>
            <a:off x="29969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Cryo_12631">
            <a:extLst>
              <a:ext uri="{FF2B5EF4-FFF2-40B4-BE49-F238E27FC236}">
                <a16:creationId xmlns:a16="http://schemas.microsoft.com/office/drawing/2014/main" id="{F4CCC59F-8CE9-4EB9-974F-1E73751C91B3}"/>
              </a:ext>
            </a:extLst>
          </p:cNvPr>
          <p:cNvSpPr>
            <a:spLocks noGrp="1"/>
          </p:cNvSpPr>
          <p:nvPr/>
        </p:nvSpPr>
        <p:spPr>
          <a:xfrm>
            <a:off x="3041285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Cryo_12632">
            <a:extLst>
              <a:ext uri="{FF2B5EF4-FFF2-40B4-BE49-F238E27FC236}">
                <a16:creationId xmlns:a16="http://schemas.microsoft.com/office/drawing/2014/main" id="{3ADE6622-7912-46BC-B754-E57D39C1EE8C}"/>
              </a:ext>
            </a:extLst>
          </p:cNvPr>
          <p:cNvSpPr>
            <a:spLocks noGrp="1"/>
          </p:cNvSpPr>
          <p:nvPr/>
        </p:nvSpPr>
        <p:spPr>
          <a:xfrm>
            <a:off x="4673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Cryo_12633">
            <a:extLst>
              <a:ext uri="{FF2B5EF4-FFF2-40B4-BE49-F238E27FC236}">
                <a16:creationId xmlns:a16="http://schemas.microsoft.com/office/drawing/2014/main" id="{4E2FF2CF-AA4D-4B77-B416-17621FDB29FF}"/>
              </a:ext>
            </a:extLst>
          </p:cNvPr>
          <p:cNvSpPr>
            <a:spLocks noGrp="1"/>
          </p:cNvSpPr>
          <p:nvPr/>
        </p:nvSpPr>
        <p:spPr>
          <a:xfrm>
            <a:off x="4554011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Cryo_12634">
            <a:extLst>
              <a:ext uri="{FF2B5EF4-FFF2-40B4-BE49-F238E27FC236}">
                <a16:creationId xmlns:a16="http://schemas.microsoft.com/office/drawing/2014/main" id="{0D0CF53F-C885-4D83-B675-2F4DF661B871}"/>
              </a:ext>
            </a:extLst>
          </p:cNvPr>
          <p:cNvSpPr>
            <a:spLocks noGrp="1"/>
          </p:cNvSpPr>
          <p:nvPr/>
        </p:nvSpPr>
        <p:spPr>
          <a:xfrm>
            <a:off x="47253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Cryo_12635">
            <a:extLst>
              <a:ext uri="{FF2B5EF4-FFF2-40B4-BE49-F238E27FC236}">
                <a16:creationId xmlns:a16="http://schemas.microsoft.com/office/drawing/2014/main" id="{4BAB432E-98FC-46F0-B46F-271A3B708B8B}"/>
              </a:ext>
            </a:extLst>
          </p:cNvPr>
          <p:cNvSpPr>
            <a:spLocks noGrp="1"/>
          </p:cNvSpPr>
          <p:nvPr/>
        </p:nvSpPr>
        <p:spPr>
          <a:xfrm>
            <a:off x="46593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Cryo_12636">
            <a:extLst>
              <a:ext uri="{FF2B5EF4-FFF2-40B4-BE49-F238E27FC236}">
                <a16:creationId xmlns:a16="http://schemas.microsoft.com/office/drawing/2014/main" id="{F7F9C058-A3B6-42E1-82B7-9A2F69822EDB}"/>
              </a:ext>
            </a:extLst>
          </p:cNvPr>
          <p:cNvSpPr>
            <a:spLocks noGrp="1"/>
          </p:cNvSpPr>
          <p:nvPr/>
        </p:nvSpPr>
        <p:spPr>
          <a:xfrm>
            <a:off x="464251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Cryo_12637">
            <a:extLst>
              <a:ext uri="{FF2B5EF4-FFF2-40B4-BE49-F238E27FC236}">
                <a16:creationId xmlns:a16="http://schemas.microsoft.com/office/drawing/2014/main" id="{BE848353-927E-45BB-AF65-E838EDC728EA}"/>
              </a:ext>
            </a:extLst>
          </p:cNvPr>
          <p:cNvSpPr>
            <a:spLocks noGrp="1"/>
          </p:cNvSpPr>
          <p:nvPr/>
        </p:nvSpPr>
        <p:spPr>
          <a:xfrm>
            <a:off x="4606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Cryo_12638">
            <a:extLst>
              <a:ext uri="{FF2B5EF4-FFF2-40B4-BE49-F238E27FC236}">
                <a16:creationId xmlns:a16="http://schemas.microsoft.com/office/drawing/2014/main" id="{085D3813-F814-4A5C-A163-BB9CBC2E11D0}"/>
              </a:ext>
            </a:extLst>
          </p:cNvPr>
          <p:cNvSpPr>
            <a:spLocks noGrp="1"/>
          </p:cNvSpPr>
          <p:nvPr/>
        </p:nvSpPr>
        <p:spPr>
          <a:xfrm>
            <a:off x="4627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Cryo_12639">
            <a:extLst>
              <a:ext uri="{FF2B5EF4-FFF2-40B4-BE49-F238E27FC236}">
                <a16:creationId xmlns:a16="http://schemas.microsoft.com/office/drawing/2014/main" id="{65AF9131-BDEC-420E-BCB0-72FDBB347585}"/>
              </a:ext>
            </a:extLst>
          </p:cNvPr>
          <p:cNvSpPr>
            <a:spLocks noGrp="1"/>
          </p:cNvSpPr>
          <p:nvPr/>
        </p:nvSpPr>
        <p:spPr>
          <a:xfrm>
            <a:off x="46159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Cryo_12640">
            <a:extLst>
              <a:ext uri="{FF2B5EF4-FFF2-40B4-BE49-F238E27FC236}">
                <a16:creationId xmlns:a16="http://schemas.microsoft.com/office/drawing/2014/main" id="{AA0E6D9F-A054-4F3B-B656-85B91E73911C}"/>
              </a:ext>
            </a:extLst>
          </p:cNvPr>
          <p:cNvSpPr>
            <a:spLocks noGrp="1"/>
          </p:cNvSpPr>
          <p:nvPr/>
        </p:nvSpPr>
        <p:spPr>
          <a:xfrm>
            <a:off x="4603650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Cryo_12641">
            <a:extLst>
              <a:ext uri="{FF2B5EF4-FFF2-40B4-BE49-F238E27FC236}">
                <a16:creationId xmlns:a16="http://schemas.microsoft.com/office/drawing/2014/main" id="{6DCE9EB0-4521-48FF-814A-198EEC4F8F49}"/>
              </a:ext>
            </a:extLst>
          </p:cNvPr>
          <p:cNvSpPr>
            <a:spLocks noGrp="1"/>
          </p:cNvSpPr>
          <p:nvPr/>
        </p:nvSpPr>
        <p:spPr>
          <a:xfrm>
            <a:off x="47600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Cryo_12642">
            <a:extLst>
              <a:ext uri="{FF2B5EF4-FFF2-40B4-BE49-F238E27FC236}">
                <a16:creationId xmlns:a16="http://schemas.microsoft.com/office/drawing/2014/main" id="{60D15CDE-5D75-48EE-B9DB-C620126D374B}"/>
              </a:ext>
            </a:extLst>
          </p:cNvPr>
          <p:cNvSpPr>
            <a:spLocks noGrp="1"/>
          </p:cNvSpPr>
          <p:nvPr/>
        </p:nvSpPr>
        <p:spPr>
          <a:xfrm>
            <a:off x="4705452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Cryo_12643">
            <a:extLst>
              <a:ext uri="{FF2B5EF4-FFF2-40B4-BE49-F238E27FC236}">
                <a16:creationId xmlns:a16="http://schemas.microsoft.com/office/drawing/2014/main" id="{A8703CFC-5E15-41EA-AD1E-923A1E3362C2}"/>
              </a:ext>
            </a:extLst>
          </p:cNvPr>
          <p:cNvSpPr>
            <a:spLocks noGrp="1"/>
          </p:cNvSpPr>
          <p:nvPr/>
        </p:nvSpPr>
        <p:spPr>
          <a:xfrm>
            <a:off x="4664019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Cryo_12644">
            <a:extLst>
              <a:ext uri="{FF2B5EF4-FFF2-40B4-BE49-F238E27FC236}">
                <a16:creationId xmlns:a16="http://schemas.microsoft.com/office/drawing/2014/main" id="{8640B94F-1B92-4325-973F-C7FF4543749D}"/>
              </a:ext>
            </a:extLst>
          </p:cNvPr>
          <p:cNvSpPr>
            <a:spLocks noGrp="1"/>
          </p:cNvSpPr>
          <p:nvPr/>
        </p:nvSpPr>
        <p:spPr>
          <a:xfrm>
            <a:off x="471592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Cryo_12645">
            <a:extLst>
              <a:ext uri="{FF2B5EF4-FFF2-40B4-BE49-F238E27FC236}">
                <a16:creationId xmlns:a16="http://schemas.microsoft.com/office/drawing/2014/main" id="{43417C55-1559-4B78-A6EF-9C5B09E0D5CF}"/>
              </a:ext>
            </a:extLst>
          </p:cNvPr>
          <p:cNvSpPr>
            <a:spLocks noGrp="1"/>
          </p:cNvSpPr>
          <p:nvPr/>
        </p:nvSpPr>
        <p:spPr>
          <a:xfrm>
            <a:off x="468932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Cryo_12646">
            <a:extLst>
              <a:ext uri="{FF2B5EF4-FFF2-40B4-BE49-F238E27FC236}">
                <a16:creationId xmlns:a16="http://schemas.microsoft.com/office/drawing/2014/main" id="{C340B5B5-729F-4257-AC4D-FC18692F0B8B}"/>
              </a:ext>
            </a:extLst>
          </p:cNvPr>
          <p:cNvSpPr>
            <a:spLocks noGrp="1"/>
          </p:cNvSpPr>
          <p:nvPr/>
        </p:nvSpPr>
        <p:spPr>
          <a:xfrm>
            <a:off x="470403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Cryo_12647">
            <a:extLst>
              <a:ext uri="{FF2B5EF4-FFF2-40B4-BE49-F238E27FC236}">
                <a16:creationId xmlns:a16="http://schemas.microsoft.com/office/drawing/2014/main" id="{7DA8581F-CBF8-4B73-AD87-6948E8CD6E3F}"/>
              </a:ext>
            </a:extLst>
          </p:cNvPr>
          <p:cNvSpPr>
            <a:spLocks noGrp="1"/>
          </p:cNvSpPr>
          <p:nvPr/>
        </p:nvSpPr>
        <p:spPr>
          <a:xfrm>
            <a:off x="46333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Cryo_12648">
            <a:extLst>
              <a:ext uri="{FF2B5EF4-FFF2-40B4-BE49-F238E27FC236}">
                <a16:creationId xmlns:a16="http://schemas.microsoft.com/office/drawing/2014/main" id="{9BD4ABED-B59D-4E07-ACF6-CB0BD40D637A}"/>
              </a:ext>
            </a:extLst>
          </p:cNvPr>
          <p:cNvSpPr>
            <a:spLocks noGrp="1"/>
          </p:cNvSpPr>
          <p:nvPr/>
        </p:nvSpPr>
        <p:spPr>
          <a:xfrm>
            <a:off x="469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Cryo_12649">
            <a:extLst>
              <a:ext uri="{FF2B5EF4-FFF2-40B4-BE49-F238E27FC236}">
                <a16:creationId xmlns:a16="http://schemas.microsoft.com/office/drawing/2014/main" id="{15994397-2381-47E8-BA9F-69096292D75D}"/>
              </a:ext>
            </a:extLst>
          </p:cNvPr>
          <p:cNvSpPr>
            <a:spLocks noGrp="1"/>
          </p:cNvSpPr>
          <p:nvPr/>
        </p:nvSpPr>
        <p:spPr>
          <a:xfrm>
            <a:off x="46761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Cryo_12650">
            <a:extLst>
              <a:ext uri="{FF2B5EF4-FFF2-40B4-BE49-F238E27FC236}">
                <a16:creationId xmlns:a16="http://schemas.microsoft.com/office/drawing/2014/main" id="{8F7AC060-F9C4-44B3-80E6-C87E6E3F63A0}"/>
              </a:ext>
            </a:extLst>
          </p:cNvPr>
          <p:cNvSpPr>
            <a:spLocks noGrp="1"/>
          </p:cNvSpPr>
          <p:nvPr/>
        </p:nvSpPr>
        <p:spPr>
          <a:xfrm>
            <a:off x="467548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Cryo_12651">
            <a:extLst>
              <a:ext uri="{FF2B5EF4-FFF2-40B4-BE49-F238E27FC236}">
                <a16:creationId xmlns:a16="http://schemas.microsoft.com/office/drawing/2014/main" id="{C61514DE-94A9-4991-B94B-2A6578CA3DE0}"/>
              </a:ext>
            </a:extLst>
          </p:cNvPr>
          <p:cNvSpPr>
            <a:spLocks noGrp="1"/>
          </p:cNvSpPr>
          <p:nvPr/>
        </p:nvSpPr>
        <p:spPr>
          <a:xfrm>
            <a:off x="478009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Cryo_12652">
            <a:extLst>
              <a:ext uri="{FF2B5EF4-FFF2-40B4-BE49-F238E27FC236}">
                <a16:creationId xmlns:a16="http://schemas.microsoft.com/office/drawing/2014/main" id="{A4AACA82-A75F-486F-94FB-B9D0D8AFE4A0}"/>
              </a:ext>
            </a:extLst>
          </p:cNvPr>
          <p:cNvSpPr>
            <a:spLocks noGrp="1"/>
          </p:cNvSpPr>
          <p:nvPr/>
        </p:nvSpPr>
        <p:spPr>
          <a:xfrm>
            <a:off x="4728215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Cryo_12653">
            <a:extLst>
              <a:ext uri="{FF2B5EF4-FFF2-40B4-BE49-F238E27FC236}">
                <a16:creationId xmlns:a16="http://schemas.microsoft.com/office/drawing/2014/main" id="{6F5B01CA-3ED2-4AD7-AE9D-C805937B570C}"/>
              </a:ext>
            </a:extLst>
          </p:cNvPr>
          <p:cNvSpPr>
            <a:spLocks noGrp="1"/>
          </p:cNvSpPr>
          <p:nvPr/>
        </p:nvSpPr>
        <p:spPr>
          <a:xfrm>
            <a:off x="4663495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Cryo_12654">
            <a:extLst>
              <a:ext uri="{FF2B5EF4-FFF2-40B4-BE49-F238E27FC236}">
                <a16:creationId xmlns:a16="http://schemas.microsoft.com/office/drawing/2014/main" id="{1C924CFA-663B-498E-B626-590338EF7F8D}"/>
              </a:ext>
            </a:extLst>
          </p:cNvPr>
          <p:cNvSpPr>
            <a:spLocks noGrp="1"/>
          </p:cNvSpPr>
          <p:nvPr/>
        </p:nvSpPr>
        <p:spPr>
          <a:xfrm>
            <a:off x="4605631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Cryo_12655">
            <a:extLst>
              <a:ext uri="{FF2B5EF4-FFF2-40B4-BE49-F238E27FC236}">
                <a16:creationId xmlns:a16="http://schemas.microsoft.com/office/drawing/2014/main" id="{B1ED65E4-3CE0-48EF-9AC2-CC35BB855042}"/>
              </a:ext>
            </a:extLst>
          </p:cNvPr>
          <p:cNvSpPr>
            <a:spLocks noGrp="1"/>
          </p:cNvSpPr>
          <p:nvPr/>
        </p:nvSpPr>
        <p:spPr>
          <a:xfrm>
            <a:off x="459328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Cryo_12656">
            <a:extLst>
              <a:ext uri="{FF2B5EF4-FFF2-40B4-BE49-F238E27FC236}">
                <a16:creationId xmlns:a16="http://schemas.microsoft.com/office/drawing/2014/main" id="{F2C56E68-169F-4A73-96B7-57B071F85AFF}"/>
              </a:ext>
            </a:extLst>
          </p:cNvPr>
          <p:cNvSpPr>
            <a:spLocks noGrp="1"/>
          </p:cNvSpPr>
          <p:nvPr/>
        </p:nvSpPr>
        <p:spPr>
          <a:xfrm>
            <a:off x="471112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Cryo_12657">
            <a:extLst>
              <a:ext uri="{FF2B5EF4-FFF2-40B4-BE49-F238E27FC236}">
                <a16:creationId xmlns:a16="http://schemas.microsoft.com/office/drawing/2014/main" id="{4879855E-9EDA-4459-82B3-DB13A3AB7BEB}"/>
              </a:ext>
            </a:extLst>
          </p:cNvPr>
          <p:cNvSpPr>
            <a:spLocks noGrp="1"/>
          </p:cNvSpPr>
          <p:nvPr/>
        </p:nvSpPr>
        <p:spPr>
          <a:xfrm>
            <a:off x="46481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Cryo_12658">
            <a:extLst>
              <a:ext uri="{FF2B5EF4-FFF2-40B4-BE49-F238E27FC236}">
                <a16:creationId xmlns:a16="http://schemas.microsoft.com/office/drawing/2014/main" id="{D132FC79-CA6C-4820-9A8A-23E77523315E}"/>
              </a:ext>
            </a:extLst>
          </p:cNvPr>
          <p:cNvSpPr>
            <a:spLocks noGrp="1"/>
          </p:cNvSpPr>
          <p:nvPr/>
        </p:nvSpPr>
        <p:spPr>
          <a:xfrm>
            <a:off x="4767261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Cryo_12659">
            <a:extLst>
              <a:ext uri="{FF2B5EF4-FFF2-40B4-BE49-F238E27FC236}">
                <a16:creationId xmlns:a16="http://schemas.microsoft.com/office/drawing/2014/main" id="{4193A4A9-4ED8-4D93-9938-17EBD2B495A9}"/>
              </a:ext>
            </a:extLst>
          </p:cNvPr>
          <p:cNvSpPr>
            <a:spLocks noGrp="1"/>
          </p:cNvSpPr>
          <p:nvPr/>
        </p:nvSpPr>
        <p:spPr>
          <a:xfrm>
            <a:off x="47657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Cryo_12660">
            <a:extLst>
              <a:ext uri="{FF2B5EF4-FFF2-40B4-BE49-F238E27FC236}">
                <a16:creationId xmlns:a16="http://schemas.microsoft.com/office/drawing/2014/main" id="{140ED4BA-79BF-4E20-85D3-D670377F42D2}"/>
              </a:ext>
            </a:extLst>
          </p:cNvPr>
          <p:cNvSpPr>
            <a:spLocks noGrp="1"/>
          </p:cNvSpPr>
          <p:nvPr/>
        </p:nvSpPr>
        <p:spPr>
          <a:xfrm>
            <a:off x="4683418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Cryo_12661">
            <a:extLst>
              <a:ext uri="{FF2B5EF4-FFF2-40B4-BE49-F238E27FC236}">
                <a16:creationId xmlns:a16="http://schemas.microsoft.com/office/drawing/2014/main" id="{5B2AE858-A5BC-40ED-99C8-0A6525595121}"/>
              </a:ext>
            </a:extLst>
          </p:cNvPr>
          <p:cNvSpPr>
            <a:spLocks noGrp="1"/>
          </p:cNvSpPr>
          <p:nvPr/>
        </p:nvSpPr>
        <p:spPr>
          <a:xfrm>
            <a:off x="45555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Cryo_12662">
            <a:extLst>
              <a:ext uri="{FF2B5EF4-FFF2-40B4-BE49-F238E27FC236}">
                <a16:creationId xmlns:a16="http://schemas.microsoft.com/office/drawing/2014/main" id="{D9648CFD-97F5-40CB-8C93-A4DB7AAAC987}"/>
              </a:ext>
            </a:extLst>
          </p:cNvPr>
          <p:cNvSpPr>
            <a:spLocks noGrp="1"/>
          </p:cNvSpPr>
          <p:nvPr/>
        </p:nvSpPr>
        <p:spPr>
          <a:xfrm>
            <a:off x="47874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Cryo_12663">
            <a:extLst>
              <a:ext uri="{FF2B5EF4-FFF2-40B4-BE49-F238E27FC236}">
                <a16:creationId xmlns:a16="http://schemas.microsoft.com/office/drawing/2014/main" id="{23424751-5F77-4308-8A07-ABB64A799FD0}"/>
              </a:ext>
            </a:extLst>
          </p:cNvPr>
          <p:cNvSpPr>
            <a:spLocks noGrp="1"/>
          </p:cNvSpPr>
          <p:nvPr/>
        </p:nvSpPr>
        <p:spPr>
          <a:xfrm>
            <a:off x="460831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Cryo_12664">
            <a:extLst>
              <a:ext uri="{FF2B5EF4-FFF2-40B4-BE49-F238E27FC236}">
                <a16:creationId xmlns:a16="http://schemas.microsoft.com/office/drawing/2014/main" id="{A2303405-D2F8-4708-9022-1FF3208F460F}"/>
              </a:ext>
            </a:extLst>
          </p:cNvPr>
          <p:cNvSpPr>
            <a:spLocks noGrp="1"/>
          </p:cNvSpPr>
          <p:nvPr/>
        </p:nvSpPr>
        <p:spPr>
          <a:xfrm>
            <a:off x="46502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Cryo_12665">
            <a:extLst>
              <a:ext uri="{FF2B5EF4-FFF2-40B4-BE49-F238E27FC236}">
                <a16:creationId xmlns:a16="http://schemas.microsoft.com/office/drawing/2014/main" id="{EDA21A4D-DF92-486D-A00E-D3F5097B945A}"/>
              </a:ext>
            </a:extLst>
          </p:cNvPr>
          <p:cNvSpPr>
            <a:spLocks noGrp="1"/>
          </p:cNvSpPr>
          <p:nvPr/>
        </p:nvSpPr>
        <p:spPr>
          <a:xfrm>
            <a:off x="46509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Cryo_12666">
            <a:extLst>
              <a:ext uri="{FF2B5EF4-FFF2-40B4-BE49-F238E27FC236}">
                <a16:creationId xmlns:a16="http://schemas.microsoft.com/office/drawing/2014/main" id="{DC5A2B12-0A9F-47C4-9F92-DADC51F3A822}"/>
              </a:ext>
            </a:extLst>
          </p:cNvPr>
          <p:cNvSpPr>
            <a:spLocks noGrp="1"/>
          </p:cNvSpPr>
          <p:nvPr/>
        </p:nvSpPr>
        <p:spPr>
          <a:xfrm>
            <a:off x="45898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Cryo_12667">
            <a:extLst>
              <a:ext uri="{FF2B5EF4-FFF2-40B4-BE49-F238E27FC236}">
                <a16:creationId xmlns:a16="http://schemas.microsoft.com/office/drawing/2014/main" id="{B3E4B6E4-9F45-47AF-AA10-0A877D4B4218}"/>
              </a:ext>
            </a:extLst>
          </p:cNvPr>
          <p:cNvSpPr>
            <a:spLocks noGrp="1"/>
          </p:cNvSpPr>
          <p:nvPr/>
        </p:nvSpPr>
        <p:spPr>
          <a:xfrm>
            <a:off x="46339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Cryo_12668">
            <a:extLst>
              <a:ext uri="{FF2B5EF4-FFF2-40B4-BE49-F238E27FC236}">
                <a16:creationId xmlns:a16="http://schemas.microsoft.com/office/drawing/2014/main" id="{81A3C504-D426-48B6-A94D-44696B75BD0C}"/>
              </a:ext>
            </a:extLst>
          </p:cNvPr>
          <p:cNvSpPr>
            <a:spLocks noGrp="1"/>
          </p:cNvSpPr>
          <p:nvPr/>
        </p:nvSpPr>
        <p:spPr>
          <a:xfrm>
            <a:off x="463756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Cryo_12669">
            <a:extLst>
              <a:ext uri="{FF2B5EF4-FFF2-40B4-BE49-F238E27FC236}">
                <a16:creationId xmlns:a16="http://schemas.microsoft.com/office/drawing/2014/main" id="{C40A12E3-604F-4704-A786-783E92427FF4}"/>
              </a:ext>
            </a:extLst>
          </p:cNvPr>
          <p:cNvSpPr>
            <a:spLocks noGrp="1"/>
          </p:cNvSpPr>
          <p:nvPr/>
        </p:nvSpPr>
        <p:spPr>
          <a:xfrm>
            <a:off x="47148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Cryo_12670">
            <a:extLst>
              <a:ext uri="{FF2B5EF4-FFF2-40B4-BE49-F238E27FC236}">
                <a16:creationId xmlns:a16="http://schemas.microsoft.com/office/drawing/2014/main" id="{7B6ACB56-6885-4B82-BED7-20F2EB4C888C}"/>
              </a:ext>
            </a:extLst>
          </p:cNvPr>
          <p:cNvSpPr>
            <a:spLocks noGrp="1"/>
          </p:cNvSpPr>
          <p:nvPr/>
        </p:nvSpPr>
        <p:spPr>
          <a:xfrm>
            <a:off x="4561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Cryo_12671">
            <a:extLst>
              <a:ext uri="{FF2B5EF4-FFF2-40B4-BE49-F238E27FC236}">
                <a16:creationId xmlns:a16="http://schemas.microsoft.com/office/drawing/2014/main" id="{7B837AF4-C3B5-45BF-9B71-FCCF656BBA7B}"/>
              </a:ext>
            </a:extLst>
          </p:cNvPr>
          <p:cNvSpPr>
            <a:spLocks noGrp="1"/>
          </p:cNvSpPr>
          <p:nvPr/>
        </p:nvSpPr>
        <p:spPr>
          <a:xfrm>
            <a:off x="4734022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Cryo_12672">
            <a:extLst>
              <a:ext uri="{FF2B5EF4-FFF2-40B4-BE49-F238E27FC236}">
                <a16:creationId xmlns:a16="http://schemas.microsoft.com/office/drawing/2014/main" id="{D792FE76-970E-43E6-ADC8-863AA50B2F51}"/>
              </a:ext>
            </a:extLst>
          </p:cNvPr>
          <p:cNvSpPr>
            <a:spLocks noGrp="1"/>
          </p:cNvSpPr>
          <p:nvPr/>
        </p:nvSpPr>
        <p:spPr>
          <a:xfrm>
            <a:off x="457156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Cryo_12673">
            <a:extLst>
              <a:ext uri="{FF2B5EF4-FFF2-40B4-BE49-F238E27FC236}">
                <a16:creationId xmlns:a16="http://schemas.microsoft.com/office/drawing/2014/main" id="{33DDD2AC-574C-41C9-960D-44A6123AC224}"/>
              </a:ext>
            </a:extLst>
          </p:cNvPr>
          <p:cNvSpPr>
            <a:spLocks noGrp="1"/>
          </p:cNvSpPr>
          <p:nvPr/>
        </p:nvSpPr>
        <p:spPr>
          <a:xfrm>
            <a:off x="48052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Cryo_12674">
            <a:extLst>
              <a:ext uri="{FF2B5EF4-FFF2-40B4-BE49-F238E27FC236}">
                <a16:creationId xmlns:a16="http://schemas.microsoft.com/office/drawing/2014/main" id="{EB54C94C-7D08-4FC6-8D5A-5608BAD099A4}"/>
              </a:ext>
            </a:extLst>
          </p:cNvPr>
          <p:cNvSpPr>
            <a:spLocks noGrp="1"/>
          </p:cNvSpPr>
          <p:nvPr/>
        </p:nvSpPr>
        <p:spPr>
          <a:xfrm>
            <a:off x="45555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Cryo_12675">
            <a:extLst>
              <a:ext uri="{FF2B5EF4-FFF2-40B4-BE49-F238E27FC236}">
                <a16:creationId xmlns:a16="http://schemas.microsoft.com/office/drawing/2014/main" id="{883B3EFB-87CD-4AA2-8E04-9D149D44AE8B}"/>
              </a:ext>
            </a:extLst>
          </p:cNvPr>
          <p:cNvSpPr>
            <a:spLocks noGrp="1"/>
          </p:cNvSpPr>
          <p:nvPr/>
        </p:nvSpPr>
        <p:spPr>
          <a:xfrm>
            <a:off x="47028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Cryo_12676">
            <a:extLst>
              <a:ext uri="{FF2B5EF4-FFF2-40B4-BE49-F238E27FC236}">
                <a16:creationId xmlns:a16="http://schemas.microsoft.com/office/drawing/2014/main" id="{E180E5AB-07FF-4070-91C3-2398EFE93725}"/>
              </a:ext>
            </a:extLst>
          </p:cNvPr>
          <p:cNvSpPr>
            <a:spLocks noGrp="1"/>
          </p:cNvSpPr>
          <p:nvPr/>
        </p:nvSpPr>
        <p:spPr>
          <a:xfrm>
            <a:off x="47538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Cryo_12677">
            <a:extLst>
              <a:ext uri="{FF2B5EF4-FFF2-40B4-BE49-F238E27FC236}">
                <a16:creationId xmlns:a16="http://schemas.microsoft.com/office/drawing/2014/main" id="{1E77356B-F354-4120-B4DF-4938C8027F6A}"/>
              </a:ext>
            </a:extLst>
          </p:cNvPr>
          <p:cNvSpPr>
            <a:spLocks noGrp="1"/>
          </p:cNvSpPr>
          <p:nvPr/>
        </p:nvSpPr>
        <p:spPr>
          <a:xfrm>
            <a:off x="4767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Cryo_12678">
            <a:extLst>
              <a:ext uri="{FF2B5EF4-FFF2-40B4-BE49-F238E27FC236}">
                <a16:creationId xmlns:a16="http://schemas.microsoft.com/office/drawing/2014/main" id="{908E2F14-3D25-462A-9776-FC8BDB675083}"/>
              </a:ext>
            </a:extLst>
          </p:cNvPr>
          <p:cNvSpPr>
            <a:spLocks noGrp="1"/>
          </p:cNvSpPr>
          <p:nvPr/>
        </p:nvSpPr>
        <p:spPr>
          <a:xfrm>
            <a:off x="4633516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Cryo_12679">
            <a:extLst>
              <a:ext uri="{FF2B5EF4-FFF2-40B4-BE49-F238E27FC236}">
                <a16:creationId xmlns:a16="http://schemas.microsoft.com/office/drawing/2014/main" id="{F6A74099-C15A-4E91-A165-06A79731B929}"/>
              </a:ext>
            </a:extLst>
          </p:cNvPr>
          <p:cNvSpPr>
            <a:spLocks noGrp="1"/>
          </p:cNvSpPr>
          <p:nvPr/>
        </p:nvSpPr>
        <p:spPr>
          <a:xfrm>
            <a:off x="464192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Cryo_12680">
            <a:extLst>
              <a:ext uri="{FF2B5EF4-FFF2-40B4-BE49-F238E27FC236}">
                <a16:creationId xmlns:a16="http://schemas.microsoft.com/office/drawing/2014/main" id="{EEAC6BA3-06D9-44C0-88C1-1C4B6CEB4E24}"/>
              </a:ext>
            </a:extLst>
          </p:cNvPr>
          <p:cNvSpPr>
            <a:spLocks noGrp="1"/>
          </p:cNvSpPr>
          <p:nvPr/>
        </p:nvSpPr>
        <p:spPr>
          <a:xfrm>
            <a:off x="468936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Cryo_12681">
            <a:extLst>
              <a:ext uri="{FF2B5EF4-FFF2-40B4-BE49-F238E27FC236}">
                <a16:creationId xmlns:a16="http://schemas.microsoft.com/office/drawing/2014/main" id="{B630C34F-2865-49C1-B84F-BB7F1C63C741}"/>
              </a:ext>
            </a:extLst>
          </p:cNvPr>
          <p:cNvSpPr>
            <a:spLocks noGrp="1"/>
          </p:cNvSpPr>
          <p:nvPr/>
        </p:nvSpPr>
        <p:spPr>
          <a:xfrm>
            <a:off x="4604773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Cryo_12682">
            <a:extLst>
              <a:ext uri="{FF2B5EF4-FFF2-40B4-BE49-F238E27FC236}">
                <a16:creationId xmlns:a16="http://schemas.microsoft.com/office/drawing/2014/main" id="{3982514E-3374-47B9-A0E7-C3D95465C851}"/>
              </a:ext>
            </a:extLst>
          </p:cNvPr>
          <p:cNvSpPr>
            <a:spLocks noGrp="1"/>
          </p:cNvSpPr>
          <p:nvPr/>
        </p:nvSpPr>
        <p:spPr>
          <a:xfrm>
            <a:off x="4699964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Cryo_12683">
            <a:extLst>
              <a:ext uri="{FF2B5EF4-FFF2-40B4-BE49-F238E27FC236}">
                <a16:creationId xmlns:a16="http://schemas.microsoft.com/office/drawing/2014/main" id="{D7C8E363-4F80-411D-8C73-2473ED419BBD}"/>
              </a:ext>
            </a:extLst>
          </p:cNvPr>
          <p:cNvSpPr>
            <a:spLocks noGrp="1"/>
          </p:cNvSpPr>
          <p:nvPr/>
        </p:nvSpPr>
        <p:spPr>
          <a:xfrm>
            <a:off x="4561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Cryo_12684">
            <a:extLst>
              <a:ext uri="{FF2B5EF4-FFF2-40B4-BE49-F238E27FC236}">
                <a16:creationId xmlns:a16="http://schemas.microsoft.com/office/drawing/2014/main" id="{4618E203-8857-43FF-9199-8E008EC7C74B}"/>
              </a:ext>
            </a:extLst>
          </p:cNvPr>
          <p:cNvSpPr>
            <a:spLocks noGrp="1"/>
          </p:cNvSpPr>
          <p:nvPr/>
        </p:nvSpPr>
        <p:spPr>
          <a:xfrm>
            <a:off x="460556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Cryo_12685">
            <a:extLst>
              <a:ext uri="{FF2B5EF4-FFF2-40B4-BE49-F238E27FC236}">
                <a16:creationId xmlns:a16="http://schemas.microsoft.com/office/drawing/2014/main" id="{1153BA49-5F13-4A63-8881-507D6C64BCFA}"/>
              </a:ext>
            </a:extLst>
          </p:cNvPr>
          <p:cNvSpPr>
            <a:spLocks noGrp="1"/>
          </p:cNvSpPr>
          <p:nvPr/>
        </p:nvSpPr>
        <p:spPr>
          <a:xfrm>
            <a:off x="4755928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Cryo_12686">
            <a:extLst>
              <a:ext uri="{FF2B5EF4-FFF2-40B4-BE49-F238E27FC236}">
                <a16:creationId xmlns:a16="http://schemas.microsoft.com/office/drawing/2014/main" id="{0CC92F8A-F76A-413A-B589-784C83038580}"/>
              </a:ext>
            </a:extLst>
          </p:cNvPr>
          <p:cNvSpPr>
            <a:spLocks noGrp="1"/>
          </p:cNvSpPr>
          <p:nvPr/>
        </p:nvSpPr>
        <p:spPr>
          <a:xfrm>
            <a:off x="466244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Cryo_12687">
            <a:extLst>
              <a:ext uri="{FF2B5EF4-FFF2-40B4-BE49-F238E27FC236}">
                <a16:creationId xmlns:a16="http://schemas.microsoft.com/office/drawing/2014/main" id="{1B8C91A5-ACA4-4A47-B439-6D0279689AE2}"/>
              </a:ext>
            </a:extLst>
          </p:cNvPr>
          <p:cNvSpPr>
            <a:spLocks noGrp="1"/>
          </p:cNvSpPr>
          <p:nvPr/>
        </p:nvSpPr>
        <p:spPr>
          <a:xfrm>
            <a:off x="472790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Cryo_12688">
            <a:extLst>
              <a:ext uri="{FF2B5EF4-FFF2-40B4-BE49-F238E27FC236}">
                <a16:creationId xmlns:a16="http://schemas.microsoft.com/office/drawing/2014/main" id="{A99502CA-2F50-4373-BA45-BF0FDFC62653}"/>
              </a:ext>
            </a:extLst>
          </p:cNvPr>
          <p:cNvSpPr>
            <a:spLocks noGrp="1"/>
          </p:cNvSpPr>
          <p:nvPr/>
        </p:nvSpPr>
        <p:spPr>
          <a:xfrm>
            <a:off x="46007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Cryo_12689">
            <a:extLst>
              <a:ext uri="{FF2B5EF4-FFF2-40B4-BE49-F238E27FC236}">
                <a16:creationId xmlns:a16="http://schemas.microsoft.com/office/drawing/2014/main" id="{90364320-5124-40A8-AF61-D3B74BCAAB3D}"/>
              </a:ext>
            </a:extLst>
          </p:cNvPr>
          <p:cNvSpPr>
            <a:spLocks noGrp="1"/>
          </p:cNvSpPr>
          <p:nvPr/>
        </p:nvSpPr>
        <p:spPr>
          <a:xfrm>
            <a:off x="46447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Cryo_12690">
            <a:extLst>
              <a:ext uri="{FF2B5EF4-FFF2-40B4-BE49-F238E27FC236}">
                <a16:creationId xmlns:a16="http://schemas.microsoft.com/office/drawing/2014/main" id="{A110510A-5367-411F-90FA-FDA202B870EF}"/>
              </a:ext>
            </a:extLst>
          </p:cNvPr>
          <p:cNvSpPr>
            <a:spLocks noGrp="1"/>
          </p:cNvSpPr>
          <p:nvPr/>
        </p:nvSpPr>
        <p:spPr>
          <a:xfrm>
            <a:off x="468421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Cryo_12691">
            <a:extLst>
              <a:ext uri="{FF2B5EF4-FFF2-40B4-BE49-F238E27FC236}">
                <a16:creationId xmlns:a16="http://schemas.microsoft.com/office/drawing/2014/main" id="{3C111298-4469-4D81-8317-909A474B29D5}"/>
              </a:ext>
            </a:extLst>
          </p:cNvPr>
          <p:cNvSpPr>
            <a:spLocks noGrp="1"/>
          </p:cNvSpPr>
          <p:nvPr/>
        </p:nvSpPr>
        <p:spPr>
          <a:xfrm>
            <a:off x="45988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Cryo_12692">
            <a:extLst>
              <a:ext uri="{FF2B5EF4-FFF2-40B4-BE49-F238E27FC236}">
                <a16:creationId xmlns:a16="http://schemas.microsoft.com/office/drawing/2014/main" id="{33409A31-09D2-40C5-95EB-2BF810E8E4CC}"/>
              </a:ext>
            </a:extLst>
          </p:cNvPr>
          <p:cNvSpPr>
            <a:spLocks noGrp="1"/>
          </p:cNvSpPr>
          <p:nvPr/>
        </p:nvSpPr>
        <p:spPr>
          <a:xfrm>
            <a:off x="466164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Cryo_12693">
            <a:extLst>
              <a:ext uri="{FF2B5EF4-FFF2-40B4-BE49-F238E27FC236}">
                <a16:creationId xmlns:a16="http://schemas.microsoft.com/office/drawing/2014/main" id="{07C9CAAC-C228-42B2-B55E-F20194115EDA}"/>
              </a:ext>
            </a:extLst>
          </p:cNvPr>
          <p:cNvSpPr>
            <a:spLocks noGrp="1"/>
          </p:cNvSpPr>
          <p:nvPr/>
        </p:nvSpPr>
        <p:spPr>
          <a:xfrm>
            <a:off x="46363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Cryo_12694">
            <a:extLst>
              <a:ext uri="{FF2B5EF4-FFF2-40B4-BE49-F238E27FC236}">
                <a16:creationId xmlns:a16="http://schemas.microsoft.com/office/drawing/2014/main" id="{FBDEEE90-2F45-4381-99D1-7FE7ED674B48}"/>
              </a:ext>
            </a:extLst>
          </p:cNvPr>
          <p:cNvSpPr>
            <a:spLocks noGrp="1"/>
          </p:cNvSpPr>
          <p:nvPr/>
        </p:nvSpPr>
        <p:spPr>
          <a:xfrm>
            <a:off x="45590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Cryo_12695">
            <a:extLst>
              <a:ext uri="{FF2B5EF4-FFF2-40B4-BE49-F238E27FC236}">
                <a16:creationId xmlns:a16="http://schemas.microsoft.com/office/drawing/2014/main" id="{8DA0E560-AA00-459E-80FE-A5D5B6251B4F}"/>
              </a:ext>
            </a:extLst>
          </p:cNvPr>
          <p:cNvSpPr>
            <a:spLocks noGrp="1"/>
          </p:cNvSpPr>
          <p:nvPr/>
        </p:nvSpPr>
        <p:spPr>
          <a:xfrm>
            <a:off x="464127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Cryo_12696">
            <a:extLst>
              <a:ext uri="{FF2B5EF4-FFF2-40B4-BE49-F238E27FC236}">
                <a16:creationId xmlns:a16="http://schemas.microsoft.com/office/drawing/2014/main" id="{A5757EFA-B286-4C4F-BE1C-C4C4E61F9679}"/>
              </a:ext>
            </a:extLst>
          </p:cNvPr>
          <p:cNvSpPr>
            <a:spLocks noGrp="1"/>
          </p:cNvSpPr>
          <p:nvPr/>
        </p:nvSpPr>
        <p:spPr>
          <a:xfrm>
            <a:off x="46368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Cryo_12697">
            <a:extLst>
              <a:ext uri="{FF2B5EF4-FFF2-40B4-BE49-F238E27FC236}">
                <a16:creationId xmlns:a16="http://schemas.microsoft.com/office/drawing/2014/main" id="{58F5D77A-B1AC-496E-8C3D-BB8A508AE11C}"/>
              </a:ext>
            </a:extLst>
          </p:cNvPr>
          <p:cNvSpPr>
            <a:spLocks noGrp="1"/>
          </p:cNvSpPr>
          <p:nvPr/>
        </p:nvSpPr>
        <p:spPr>
          <a:xfrm>
            <a:off x="474711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Cryo_12698">
            <a:extLst>
              <a:ext uri="{FF2B5EF4-FFF2-40B4-BE49-F238E27FC236}">
                <a16:creationId xmlns:a16="http://schemas.microsoft.com/office/drawing/2014/main" id="{268581F8-3450-439B-8533-5D55BEBC63AF}"/>
              </a:ext>
            </a:extLst>
          </p:cNvPr>
          <p:cNvSpPr>
            <a:spLocks noGrp="1"/>
          </p:cNvSpPr>
          <p:nvPr/>
        </p:nvSpPr>
        <p:spPr>
          <a:xfrm>
            <a:off x="456525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Cryo_12699">
            <a:extLst>
              <a:ext uri="{FF2B5EF4-FFF2-40B4-BE49-F238E27FC236}">
                <a16:creationId xmlns:a16="http://schemas.microsoft.com/office/drawing/2014/main" id="{7D14D71F-B6F3-4AA2-907B-499B9B9E88E3}"/>
              </a:ext>
            </a:extLst>
          </p:cNvPr>
          <p:cNvSpPr>
            <a:spLocks noGrp="1"/>
          </p:cNvSpPr>
          <p:nvPr/>
        </p:nvSpPr>
        <p:spPr>
          <a:xfrm>
            <a:off x="4736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Cryo_12700">
            <a:extLst>
              <a:ext uri="{FF2B5EF4-FFF2-40B4-BE49-F238E27FC236}">
                <a16:creationId xmlns:a16="http://schemas.microsoft.com/office/drawing/2014/main" id="{9B3C8D18-EED0-4730-A216-BAF278A72F2F}"/>
              </a:ext>
            </a:extLst>
          </p:cNvPr>
          <p:cNvSpPr>
            <a:spLocks noGrp="1"/>
          </p:cNvSpPr>
          <p:nvPr/>
        </p:nvSpPr>
        <p:spPr>
          <a:xfrm>
            <a:off x="46875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Cryo_12701">
            <a:extLst>
              <a:ext uri="{FF2B5EF4-FFF2-40B4-BE49-F238E27FC236}">
                <a16:creationId xmlns:a16="http://schemas.microsoft.com/office/drawing/2014/main" id="{21493CA2-C9E1-4E43-B3FB-B9C86ED8AC72}"/>
              </a:ext>
            </a:extLst>
          </p:cNvPr>
          <p:cNvSpPr>
            <a:spLocks noGrp="1"/>
          </p:cNvSpPr>
          <p:nvPr/>
        </p:nvSpPr>
        <p:spPr>
          <a:xfrm>
            <a:off x="457068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Cryo_12702">
            <a:extLst>
              <a:ext uri="{FF2B5EF4-FFF2-40B4-BE49-F238E27FC236}">
                <a16:creationId xmlns:a16="http://schemas.microsoft.com/office/drawing/2014/main" id="{F7B40388-629E-45FE-9F0F-850EC94AFE4E}"/>
              </a:ext>
            </a:extLst>
          </p:cNvPr>
          <p:cNvSpPr>
            <a:spLocks noGrp="1"/>
          </p:cNvSpPr>
          <p:nvPr/>
        </p:nvSpPr>
        <p:spPr>
          <a:xfrm>
            <a:off x="46885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Cryo_12703">
            <a:extLst>
              <a:ext uri="{FF2B5EF4-FFF2-40B4-BE49-F238E27FC236}">
                <a16:creationId xmlns:a16="http://schemas.microsoft.com/office/drawing/2014/main" id="{7E58C815-628B-4D4D-A692-97B8ED3A12B3}"/>
              </a:ext>
            </a:extLst>
          </p:cNvPr>
          <p:cNvSpPr>
            <a:spLocks noGrp="1"/>
          </p:cNvSpPr>
          <p:nvPr/>
        </p:nvSpPr>
        <p:spPr>
          <a:xfrm>
            <a:off x="467250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Cryo_12704">
            <a:extLst>
              <a:ext uri="{FF2B5EF4-FFF2-40B4-BE49-F238E27FC236}">
                <a16:creationId xmlns:a16="http://schemas.microsoft.com/office/drawing/2014/main" id="{FADD192C-693F-4F12-A668-6C1E2159C985}"/>
              </a:ext>
            </a:extLst>
          </p:cNvPr>
          <p:cNvSpPr>
            <a:spLocks noGrp="1"/>
          </p:cNvSpPr>
          <p:nvPr/>
        </p:nvSpPr>
        <p:spPr>
          <a:xfrm>
            <a:off x="459854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Cryo_12705">
            <a:extLst>
              <a:ext uri="{FF2B5EF4-FFF2-40B4-BE49-F238E27FC236}">
                <a16:creationId xmlns:a16="http://schemas.microsoft.com/office/drawing/2014/main" id="{3C3A2A08-B63C-4DAA-A01E-843D1C655BEE}"/>
              </a:ext>
            </a:extLst>
          </p:cNvPr>
          <p:cNvSpPr>
            <a:spLocks noGrp="1"/>
          </p:cNvSpPr>
          <p:nvPr/>
        </p:nvSpPr>
        <p:spPr>
          <a:xfrm>
            <a:off x="46311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Cryo_12706">
            <a:extLst>
              <a:ext uri="{FF2B5EF4-FFF2-40B4-BE49-F238E27FC236}">
                <a16:creationId xmlns:a16="http://schemas.microsoft.com/office/drawing/2014/main" id="{CC8E3CFC-B675-47BD-BC00-2660BBBF5965}"/>
              </a:ext>
            </a:extLst>
          </p:cNvPr>
          <p:cNvSpPr>
            <a:spLocks noGrp="1"/>
          </p:cNvSpPr>
          <p:nvPr/>
        </p:nvSpPr>
        <p:spPr>
          <a:xfrm>
            <a:off x="4641876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Cryo_12707">
            <a:extLst>
              <a:ext uri="{FF2B5EF4-FFF2-40B4-BE49-F238E27FC236}">
                <a16:creationId xmlns:a16="http://schemas.microsoft.com/office/drawing/2014/main" id="{8C2C0A78-A800-4461-87F2-4E7A7965D3FC}"/>
              </a:ext>
            </a:extLst>
          </p:cNvPr>
          <p:cNvSpPr>
            <a:spLocks noGrp="1"/>
          </p:cNvSpPr>
          <p:nvPr/>
        </p:nvSpPr>
        <p:spPr>
          <a:xfrm>
            <a:off x="4668334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Cryo_12708">
            <a:extLst>
              <a:ext uri="{FF2B5EF4-FFF2-40B4-BE49-F238E27FC236}">
                <a16:creationId xmlns:a16="http://schemas.microsoft.com/office/drawing/2014/main" id="{20298A54-2428-4B3B-A0D6-520C061E6B48}"/>
              </a:ext>
            </a:extLst>
          </p:cNvPr>
          <p:cNvSpPr>
            <a:spLocks noGrp="1"/>
          </p:cNvSpPr>
          <p:nvPr/>
        </p:nvSpPr>
        <p:spPr>
          <a:xfrm>
            <a:off x="46065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Cryo_12709">
            <a:extLst>
              <a:ext uri="{FF2B5EF4-FFF2-40B4-BE49-F238E27FC236}">
                <a16:creationId xmlns:a16="http://schemas.microsoft.com/office/drawing/2014/main" id="{36D1327A-BD44-4DB1-B843-473DBEF5E38B}"/>
              </a:ext>
            </a:extLst>
          </p:cNvPr>
          <p:cNvSpPr>
            <a:spLocks noGrp="1"/>
          </p:cNvSpPr>
          <p:nvPr/>
        </p:nvSpPr>
        <p:spPr>
          <a:xfrm>
            <a:off x="480476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Cryo_12710">
            <a:extLst>
              <a:ext uri="{FF2B5EF4-FFF2-40B4-BE49-F238E27FC236}">
                <a16:creationId xmlns:a16="http://schemas.microsoft.com/office/drawing/2014/main" id="{2C1C7C7F-783F-47D9-BD24-9C65720B8A7B}"/>
              </a:ext>
            </a:extLst>
          </p:cNvPr>
          <p:cNvSpPr>
            <a:spLocks noGrp="1"/>
          </p:cNvSpPr>
          <p:nvPr/>
        </p:nvSpPr>
        <p:spPr>
          <a:xfrm>
            <a:off x="477591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Cryo_12711">
            <a:extLst>
              <a:ext uri="{FF2B5EF4-FFF2-40B4-BE49-F238E27FC236}">
                <a16:creationId xmlns:a16="http://schemas.microsoft.com/office/drawing/2014/main" id="{59C7FE33-D438-4DB0-A3E5-6EF8162B5694}"/>
              </a:ext>
            </a:extLst>
          </p:cNvPr>
          <p:cNvSpPr>
            <a:spLocks noGrp="1"/>
          </p:cNvSpPr>
          <p:nvPr/>
        </p:nvSpPr>
        <p:spPr>
          <a:xfrm>
            <a:off x="4713782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Cryo_12712">
            <a:extLst>
              <a:ext uri="{FF2B5EF4-FFF2-40B4-BE49-F238E27FC236}">
                <a16:creationId xmlns:a16="http://schemas.microsoft.com/office/drawing/2014/main" id="{41F43DD8-6E92-45AA-82A0-A96625FB610E}"/>
              </a:ext>
            </a:extLst>
          </p:cNvPr>
          <p:cNvSpPr>
            <a:spLocks noGrp="1"/>
          </p:cNvSpPr>
          <p:nvPr/>
        </p:nvSpPr>
        <p:spPr>
          <a:xfrm>
            <a:off x="45852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Cryo_12713">
            <a:extLst>
              <a:ext uri="{FF2B5EF4-FFF2-40B4-BE49-F238E27FC236}">
                <a16:creationId xmlns:a16="http://schemas.microsoft.com/office/drawing/2014/main" id="{928FBEBF-B1B7-4B32-A464-9566C63DFDFF}"/>
              </a:ext>
            </a:extLst>
          </p:cNvPr>
          <p:cNvSpPr>
            <a:spLocks noGrp="1"/>
          </p:cNvSpPr>
          <p:nvPr/>
        </p:nvSpPr>
        <p:spPr>
          <a:xfrm>
            <a:off x="478683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Cryo_12714">
            <a:extLst>
              <a:ext uri="{FF2B5EF4-FFF2-40B4-BE49-F238E27FC236}">
                <a16:creationId xmlns:a16="http://schemas.microsoft.com/office/drawing/2014/main" id="{B1D02AC9-3BC1-4728-B613-5CCBFDC6CD42}"/>
              </a:ext>
            </a:extLst>
          </p:cNvPr>
          <p:cNvSpPr>
            <a:spLocks noGrp="1"/>
          </p:cNvSpPr>
          <p:nvPr/>
        </p:nvSpPr>
        <p:spPr>
          <a:xfrm>
            <a:off x="4758263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Cryo_12715">
            <a:extLst>
              <a:ext uri="{FF2B5EF4-FFF2-40B4-BE49-F238E27FC236}">
                <a16:creationId xmlns:a16="http://schemas.microsoft.com/office/drawing/2014/main" id="{5F7858F0-A586-430A-83D7-37CB51146938}"/>
              </a:ext>
            </a:extLst>
          </p:cNvPr>
          <p:cNvSpPr>
            <a:spLocks noGrp="1"/>
          </p:cNvSpPr>
          <p:nvPr/>
        </p:nvSpPr>
        <p:spPr>
          <a:xfrm>
            <a:off x="45651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Cryo_12716">
            <a:extLst>
              <a:ext uri="{FF2B5EF4-FFF2-40B4-BE49-F238E27FC236}">
                <a16:creationId xmlns:a16="http://schemas.microsoft.com/office/drawing/2014/main" id="{22F0C17C-9C10-472D-8C09-711D4455C2E2}"/>
              </a:ext>
            </a:extLst>
          </p:cNvPr>
          <p:cNvSpPr>
            <a:spLocks noGrp="1"/>
          </p:cNvSpPr>
          <p:nvPr/>
        </p:nvSpPr>
        <p:spPr>
          <a:xfrm>
            <a:off x="4612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Cryo_12717">
            <a:extLst>
              <a:ext uri="{FF2B5EF4-FFF2-40B4-BE49-F238E27FC236}">
                <a16:creationId xmlns:a16="http://schemas.microsoft.com/office/drawing/2014/main" id="{02785BF4-260F-4F67-B964-6667DB8B6EEC}"/>
              </a:ext>
            </a:extLst>
          </p:cNvPr>
          <p:cNvSpPr>
            <a:spLocks noGrp="1"/>
          </p:cNvSpPr>
          <p:nvPr/>
        </p:nvSpPr>
        <p:spPr>
          <a:xfrm>
            <a:off x="4633209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Cryo_12718">
            <a:extLst>
              <a:ext uri="{FF2B5EF4-FFF2-40B4-BE49-F238E27FC236}">
                <a16:creationId xmlns:a16="http://schemas.microsoft.com/office/drawing/2014/main" id="{55F62EAA-A5DB-4341-8E85-D149B65FF5EA}"/>
              </a:ext>
            </a:extLst>
          </p:cNvPr>
          <p:cNvSpPr>
            <a:spLocks noGrp="1"/>
          </p:cNvSpPr>
          <p:nvPr/>
        </p:nvSpPr>
        <p:spPr>
          <a:xfrm>
            <a:off x="4662404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Cryo_12719">
            <a:extLst>
              <a:ext uri="{FF2B5EF4-FFF2-40B4-BE49-F238E27FC236}">
                <a16:creationId xmlns:a16="http://schemas.microsoft.com/office/drawing/2014/main" id="{35AFF7E7-9E78-4D6B-81EA-F4113D10F0C9}"/>
              </a:ext>
            </a:extLst>
          </p:cNvPr>
          <p:cNvSpPr>
            <a:spLocks noGrp="1"/>
          </p:cNvSpPr>
          <p:nvPr/>
        </p:nvSpPr>
        <p:spPr>
          <a:xfrm>
            <a:off x="4625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Cryo_12720">
            <a:extLst>
              <a:ext uri="{FF2B5EF4-FFF2-40B4-BE49-F238E27FC236}">
                <a16:creationId xmlns:a16="http://schemas.microsoft.com/office/drawing/2014/main" id="{56E63335-6D9E-48A8-BFE9-9E0211D88547}"/>
              </a:ext>
            </a:extLst>
          </p:cNvPr>
          <p:cNvSpPr>
            <a:spLocks noGrp="1"/>
          </p:cNvSpPr>
          <p:nvPr/>
        </p:nvSpPr>
        <p:spPr>
          <a:xfrm>
            <a:off x="4781000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Cryo_12721">
            <a:extLst>
              <a:ext uri="{FF2B5EF4-FFF2-40B4-BE49-F238E27FC236}">
                <a16:creationId xmlns:a16="http://schemas.microsoft.com/office/drawing/2014/main" id="{64CEFA80-7DEB-4A4C-AB57-91197E5C65A7}"/>
              </a:ext>
            </a:extLst>
          </p:cNvPr>
          <p:cNvSpPr>
            <a:spLocks noGrp="1"/>
          </p:cNvSpPr>
          <p:nvPr/>
        </p:nvSpPr>
        <p:spPr>
          <a:xfrm>
            <a:off x="458768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Cryo_12722">
            <a:extLst>
              <a:ext uri="{FF2B5EF4-FFF2-40B4-BE49-F238E27FC236}">
                <a16:creationId xmlns:a16="http://schemas.microsoft.com/office/drawing/2014/main" id="{B6483E45-B92C-42CB-9302-87D6C3D87C65}"/>
              </a:ext>
            </a:extLst>
          </p:cNvPr>
          <p:cNvSpPr>
            <a:spLocks noGrp="1"/>
          </p:cNvSpPr>
          <p:nvPr/>
        </p:nvSpPr>
        <p:spPr>
          <a:xfrm>
            <a:off x="477568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Cryo_12723">
            <a:extLst>
              <a:ext uri="{FF2B5EF4-FFF2-40B4-BE49-F238E27FC236}">
                <a16:creationId xmlns:a16="http://schemas.microsoft.com/office/drawing/2014/main" id="{42C3C8D1-A1CC-4843-ACF7-6BA2012CBD1D}"/>
              </a:ext>
            </a:extLst>
          </p:cNvPr>
          <p:cNvSpPr>
            <a:spLocks noGrp="1"/>
          </p:cNvSpPr>
          <p:nvPr/>
        </p:nvSpPr>
        <p:spPr>
          <a:xfrm>
            <a:off x="463850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Cryo_12724">
            <a:extLst>
              <a:ext uri="{FF2B5EF4-FFF2-40B4-BE49-F238E27FC236}">
                <a16:creationId xmlns:a16="http://schemas.microsoft.com/office/drawing/2014/main" id="{E0A4BCB4-18AA-439A-A068-78FB1DD1D512}"/>
              </a:ext>
            </a:extLst>
          </p:cNvPr>
          <p:cNvSpPr>
            <a:spLocks noGrp="1"/>
          </p:cNvSpPr>
          <p:nvPr/>
        </p:nvSpPr>
        <p:spPr>
          <a:xfrm>
            <a:off x="47591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Cryo_12725">
            <a:extLst>
              <a:ext uri="{FF2B5EF4-FFF2-40B4-BE49-F238E27FC236}">
                <a16:creationId xmlns:a16="http://schemas.microsoft.com/office/drawing/2014/main" id="{F697622C-7692-4C63-B3DB-100D2F40B5FD}"/>
              </a:ext>
            </a:extLst>
          </p:cNvPr>
          <p:cNvSpPr>
            <a:spLocks noGrp="1"/>
          </p:cNvSpPr>
          <p:nvPr/>
        </p:nvSpPr>
        <p:spPr>
          <a:xfrm>
            <a:off x="4746202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Cryo_12726">
            <a:extLst>
              <a:ext uri="{FF2B5EF4-FFF2-40B4-BE49-F238E27FC236}">
                <a16:creationId xmlns:a16="http://schemas.microsoft.com/office/drawing/2014/main" id="{56E616F1-E110-4492-8F44-8EDA3F046068}"/>
              </a:ext>
            </a:extLst>
          </p:cNvPr>
          <p:cNvSpPr>
            <a:spLocks noGrp="1"/>
          </p:cNvSpPr>
          <p:nvPr/>
        </p:nvSpPr>
        <p:spPr>
          <a:xfrm>
            <a:off x="45752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Cryo_12727">
            <a:extLst>
              <a:ext uri="{FF2B5EF4-FFF2-40B4-BE49-F238E27FC236}">
                <a16:creationId xmlns:a16="http://schemas.microsoft.com/office/drawing/2014/main" id="{52870870-4F31-41CF-A9F0-7208F2A7A8E8}"/>
              </a:ext>
            </a:extLst>
          </p:cNvPr>
          <p:cNvSpPr>
            <a:spLocks noGrp="1"/>
          </p:cNvSpPr>
          <p:nvPr/>
        </p:nvSpPr>
        <p:spPr>
          <a:xfrm>
            <a:off x="4793770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Cryo_12728">
            <a:extLst>
              <a:ext uri="{FF2B5EF4-FFF2-40B4-BE49-F238E27FC236}">
                <a16:creationId xmlns:a16="http://schemas.microsoft.com/office/drawing/2014/main" id="{0E5B9C99-EAA2-4279-B1B6-D6B27240A130}"/>
              </a:ext>
            </a:extLst>
          </p:cNvPr>
          <p:cNvSpPr>
            <a:spLocks noGrp="1"/>
          </p:cNvSpPr>
          <p:nvPr/>
        </p:nvSpPr>
        <p:spPr>
          <a:xfrm>
            <a:off x="479649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Cryo_12729">
            <a:extLst>
              <a:ext uri="{FF2B5EF4-FFF2-40B4-BE49-F238E27FC236}">
                <a16:creationId xmlns:a16="http://schemas.microsoft.com/office/drawing/2014/main" id="{AC3420AB-D696-4F02-A1CB-A8E85C079766}"/>
              </a:ext>
            </a:extLst>
          </p:cNvPr>
          <p:cNvSpPr>
            <a:spLocks noGrp="1"/>
          </p:cNvSpPr>
          <p:nvPr/>
        </p:nvSpPr>
        <p:spPr>
          <a:xfrm>
            <a:off x="47377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Cryo_12730">
            <a:extLst>
              <a:ext uri="{FF2B5EF4-FFF2-40B4-BE49-F238E27FC236}">
                <a16:creationId xmlns:a16="http://schemas.microsoft.com/office/drawing/2014/main" id="{1A15D116-E677-4799-8791-2DFF376C32BF}"/>
              </a:ext>
            </a:extLst>
          </p:cNvPr>
          <p:cNvSpPr>
            <a:spLocks noGrp="1"/>
          </p:cNvSpPr>
          <p:nvPr/>
        </p:nvSpPr>
        <p:spPr>
          <a:xfrm>
            <a:off x="464094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Cryo_12731">
            <a:extLst>
              <a:ext uri="{FF2B5EF4-FFF2-40B4-BE49-F238E27FC236}">
                <a16:creationId xmlns:a16="http://schemas.microsoft.com/office/drawing/2014/main" id="{DB8B765C-DBF4-41E5-B6AB-4112768CC6F6}"/>
              </a:ext>
            </a:extLst>
          </p:cNvPr>
          <p:cNvSpPr>
            <a:spLocks noGrp="1"/>
          </p:cNvSpPr>
          <p:nvPr/>
        </p:nvSpPr>
        <p:spPr>
          <a:xfrm>
            <a:off x="4738819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Cryo_12732">
            <a:extLst>
              <a:ext uri="{FF2B5EF4-FFF2-40B4-BE49-F238E27FC236}">
                <a16:creationId xmlns:a16="http://schemas.microsoft.com/office/drawing/2014/main" id="{AC954CFF-F852-4568-A2FE-8B9731709F59}"/>
              </a:ext>
            </a:extLst>
          </p:cNvPr>
          <p:cNvSpPr>
            <a:spLocks noGrp="1"/>
          </p:cNvSpPr>
          <p:nvPr/>
        </p:nvSpPr>
        <p:spPr>
          <a:xfrm>
            <a:off x="465295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Cryo_12733">
            <a:extLst>
              <a:ext uri="{FF2B5EF4-FFF2-40B4-BE49-F238E27FC236}">
                <a16:creationId xmlns:a16="http://schemas.microsoft.com/office/drawing/2014/main" id="{24966B65-0FEB-44C0-A8FA-07F50C350A69}"/>
              </a:ext>
            </a:extLst>
          </p:cNvPr>
          <p:cNvSpPr>
            <a:spLocks noGrp="1"/>
          </p:cNvSpPr>
          <p:nvPr/>
        </p:nvSpPr>
        <p:spPr>
          <a:xfrm>
            <a:off x="47677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Cryo_12734">
            <a:extLst>
              <a:ext uri="{FF2B5EF4-FFF2-40B4-BE49-F238E27FC236}">
                <a16:creationId xmlns:a16="http://schemas.microsoft.com/office/drawing/2014/main" id="{64A77E6C-E1C2-48DC-AB99-201302A063E8}"/>
              </a:ext>
            </a:extLst>
          </p:cNvPr>
          <p:cNvSpPr>
            <a:spLocks noGrp="1"/>
          </p:cNvSpPr>
          <p:nvPr/>
        </p:nvSpPr>
        <p:spPr>
          <a:xfrm>
            <a:off x="46238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Cryo_12735">
            <a:extLst>
              <a:ext uri="{FF2B5EF4-FFF2-40B4-BE49-F238E27FC236}">
                <a16:creationId xmlns:a16="http://schemas.microsoft.com/office/drawing/2014/main" id="{44CEE14B-DC72-4736-9E4E-6A40271115EA}"/>
              </a:ext>
            </a:extLst>
          </p:cNvPr>
          <p:cNvSpPr>
            <a:spLocks noGrp="1"/>
          </p:cNvSpPr>
          <p:nvPr/>
        </p:nvSpPr>
        <p:spPr>
          <a:xfrm>
            <a:off x="46408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Cryo_12736">
            <a:extLst>
              <a:ext uri="{FF2B5EF4-FFF2-40B4-BE49-F238E27FC236}">
                <a16:creationId xmlns:a16="http://schemas.microsoft.com/office/drawing/2014/main" id="{571D5DEB-3C86-4BA3-B88C-B29C5BE1D5E6}"/>
              </a:ext>
            </a:extLst>
          </p:cNvPr>
          <p:cNvSpPr>
            <a:spLocks noGrp="1"/>
          </p:cNvSpPr>
          <p:nvPr/>
        </p:nvSpPr>
        <p:spPr>
          <a:xfrm>
            <a:off x="4770150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Cryo_12737">
            <a:extLst>
              <a:ext uri="{FF2B5EF4-FFF2-40B4-BE49-F238E27FC236}">
                <a16:creationId xmlns:a16="http://schemas.microsoft.com/office/drawing/2014/main" id="{73933809-4F28-4908-A7D1-57BFBDEAC77A}"/>
              </a:ext>
            </a:extLst>
          </p:cNvPr>
          <p:cNvSpPr>
            <a:spLocks noGrp="1"/>
          </p:cNvSpPr>
          <p:nvPr/>
        </p:nvSpPr>
        <p:spPr>
          <a:xfrm>
            <a:off x="456999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Cryo_12738">
            <a:extLst>
              <a:ext uri="{FF2B5EF4-FFF2-40B4-BE49-F238E27FC236}">
                <a16:creationId xmlns:a16="http://schemas.microsoft.com/office/drawing/2014/main" id="{43F5F826-80D7-4329-A86B-B5D91195F381}"/>
              </a:ext>
            </a:extLst>
          </p:cNvPr>
          <p:cNvSpPr>
            <a:spLocks noGrp="1"/>
          </p:cNvSpPr>
          <p:nvPr/>
        </p:nvSpPr>
        <p:spPr>
          <a:xfrm>
            <a:off x="47009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Cryo_12739">
            <a:extLst>
              <a:ext uri="{FF2B5EF4-FFF2-40B4-BE49-F238E27FC236}">
                <a16:creationId xmlns:a16="http://schemas.microsoft.com/office/drawing/2014/main" id="{ADDCC0A8-4FB0-4C78-BAD0-11997E376919}"/>
              </a:ext>
            </a:extLst>
          </p:cNvPr>
          <p:cNvSpPr>
            <a:spLocks noGrp="1"/>
          </p:cNvSpPr>
          <p:nvPr/>
        </p:nvSpPr>
        <p:spPr>
          <a:xfrm>
            <a:off x="472336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Cryo_12740">
            <a:extLst>
              <a:ext uri="{FF2B5EF4-FFF2-40B4-BE49-F238E27FC236}">
                <a16:creationId xmlns:a16="http://schemas.microsoft.com/office/drawing/2014/main" id="{E853BC38-32C8-4BF2-A243-E17B7A04C51E}"/>
              </a:ext>
            </a:extLst>
          </p:cNvPr>
          <p:cNvSpPr>
            <a:spLocks noGrp="1"/>
          </p:cNvSpPr>
          <p:nvPr/>
        </p:nvSpPr>
        <p:spPr>
          <a:xfrm>
            <a:off x="468646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Cryo_12741">
            <a:extLst>
              <a:ext uri="{FF2B5EF4-FFF2-40B4-BE49-F238E27FC236}">
                <a16:creationId xmlns:a16="http://schemas.microsoft.com/office/drawing/2014/main" id="{F0EC332D-4AF3-4EA6-B3EF-D9B505AF9509}"/>
              </a:ext>
            </a:extLst>
          </p:cNvPr>
          <p:cNvSpPr>
            <a:spLocks noGrp="1"/>
          </p:cNvSpPr>
          <p:nvPr/>
        </p:nvSpPr>
        <p:spPr>
          <a:xfrm>
            <a:off x="4674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Cryo_12742">
            <a:extLst>
              <a:ext uri="{FF2B5EF4-FFF2-40B4-BE49-F238E27FC236}">
                <a16:creationId xmlns:a16="http://schemas.microsoft.com/office/drawing/2014/main" id="{662FDDA4-E1C5-4BB3-B841-579B0B18BBB0}"/>
              </a:ext>
            </a:extLst>
          </p:cNvPr>
          <p:cNvSpPr>
            <a:spLocks noGrp="1"/>
          </p:cNvSpPr>
          <p:nvPr/>
        </p:nvSpPr>
        <p:spPr>
          <a:xfrm>
            <a:off x="457018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Cryo_12743">
            <a:extLst>
              <a:ext uri="{FF2B5EF4-FFF2-40B4-BE49-F238E27FC236}">
                <a16:creationId xmlns:a16="http://schemas.microsoft.com/office/drawing/2014/main" id="{B5F659F6-5B51-4F58-8382-6740F34B585F}"/>
              </a:ext>
            </a:extLst>
          </p:cNvPr>
          <p:cNvSpPr>
            <a:spLocks noGrp="1"/>
          </p:cNvSpPr>
          <p:nvPr/>
        </p:nvSpPr>
        <p:spPr>
          <a:xfrm>
            <a:off x="47823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Cryo_12744">
            <a:extLst>
              <a:ext uri="{FF2B5EF4-FFF2-40B4-BE49-F238E27FC236}">
                <a16:creationId xmlns:a16="http://schemas.microsoft.com/office/drawing/2014/main" id="{19AD04C8-958A-497A-9943-4BAFF960ADA4}"/>
              </a:ext>
            </a:extLst>
          </p:cNvPr>
          <p:cNvSpPr>
            <a:spLocks noGrp="1"/>
          </p:cNvSpPr>
          <p:nvPr/>
        </p:nvSpPr>
        <p:spPr>
          <a:xfrm>
            <a:off x="4582347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Cryo_12745">
            <a:extLst>
              <a:ext uri="{FF2B5EF4-FFF2-40B4-BE49-F238E27FC236}">
                <a16:creationId xmlns:a16="http://schemas.microsoft.com/office/drawing/2014/main" id="{3C8C8192-A704-47BF-B16B-FB3F2DB667AE}"/>
              </a:ext>
            </a:extLst>
          </p:cNvPr>
          <p:cNvSpPr>
            <a:spLocks noGrp="1"/>
          </p:cNvSpPr>
          <p:nvPr/>
        </p:nvSpPr>
        <p:spPr>
          <a:xfrm>
            <a:off x="4647766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Cryo_12746">
            <a:extLst>
              <a:ext uri="{FF2B5EF4-FFF2-40B4-BE49-F238E27FC236}">
                <a16:creationId xmlns:a16="http://schemas.microsoft.com/office/drawing/2014/main" id="{337187A1-7C2B-45A5-8BEB-D25166350519}"/>
              </a:ext>
            </a:extLst>
          </p:cNvPr>
          <p:cNvSpPr>
            <a:spLocks noGrp="1"/>
          </p:cNvSpPr>
          <p:nvPr/>
        </p:nvSpPr>
        <p:spPr>
          <a:xfrm>
            <a:off x="46751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Cryo_12747">
            <a:extLst>
              <a:ext uri="{FF2B5EF4-FFF2-40B4-BE49-F238E27FC236}">
                <a16:creationId xmlns:a16="http://schemas.microsoft.com/office/drawing/2014/main" id="{752319BF-1C2B-4F6A-91D7-A341FE32632D}"/>
              </a:ext>
            </a:extLst>
          </p:cNvPr>
          <p:cNvSpPr>
            <a:spLocks noGrp="1"/>
          </p:cNvSpPr>
          <p:nvPr/>
        </p:nvSpPr>
        <p:spPr>
          <a:xfrm>
            <a:off x="474228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Cryo_12748">
            <a:extLst>
              <a:ext uri="{FF2B5EF4-FFF2-40B4-BE49-F238E27FC236}">
                <a16:creationId xmlns:a16="http://schemas.microsoft.com/office/drawing/2014/main" id="{D72AEA5E-E987-4561-BB68-70990AF1CCF5}"/>
              </a:ext>
            </a:extLst>
          </p:cNvPr>
          <p:cNvSpPr>
            <a:spLocks noGrp="1"/>
          </p:cNvSpPr>
          <p:nvPr/>
        </p:nvSpPr>
        <p:spPr>
          <a:xfrm>
            <a:off x="4586196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Cryo_12749">
            <a:extLst>
              <a:ext uri="{FF2B5EF4-FFF2-40B4-BE49-F238E27FC236}">
                <a16:creationId xmlns:a16="http://schemas.microsoft.com/office/drawing/2014/main" id="{35574F47-166B-42E9-B2FF-AC69ABC16AE1}"/>
              </a:ext>
            </a:extLst>
          </p:cNvPr>
          <p:cNvSpPr>
            <a:spLocks noGrp="1"/>
          </p:cNvSpPr>
          <p:nvPr/>
        </p:nvSpPr>
        <p:spPr>
          <a:xfrm>
            <a:off x="47612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Cryo_12750">
            <a:extLst>
              <a:ext uri="{FF2B5EF4-FFF2-40B4-BE49-F238E27FC236}">
                <a16:creationId xmlns:a16="http://schemas.microsoft.com/office/drawing/2014/main" id="{A0B629BB-2563-49F0-94D2-1105766E7681}"/>
              </a:ext>
            </a:extLst>
          </p:cNvPr>
          <p:cNvSpPr>
            <a:spLocks noGrp="1"/>
          </p:cNvSpPr>
          <p:nvPr/>
        </p:nvSpPr>
        <p:spPr>
          <a:xfrm>
            <a:off x="46409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Cryo_12751">
            <a:extLst>
              <a:ext uri="{FF2B5EF4-FFF2-40B4-BE49-F238E27FC236}">
                <a16:creationId xmlns:a16="http://schemas.microsoft.com/office/drawing/2014/main" id="{0111D518-4FCC-4166-8F4B-824792ABCD13}"/>
              </a:ext>
            </a:extLst>
          </p:cNvPr>
          <p:cNvSpPr>
            <a:spLocks noGrp="1"/>
          </p:cNvSpPr>
          <p:nvPr/>
        </p:nvSpPr>
        <p:spPr>
          <a:xfrm>
            <a:off x="4792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Cryo_12752">
            <a:extLst>
              <a:ext uri="{FF2B5EF4-FFF2-40B4-BE49-F238E27FC236}">
                <a16:creationId xmlns:a16="http://schemas.microsoft.com/office/drawing/2014/main" id="{12AF9AAA-2C06-4C2A-924D-7A831D7E9CBE}"/>
              </a:ext>
            </a:extLst>
          </p:cNvPr>
          <p:cNvSpPr>
            <a:spLocks noGrp="1"/>
          </p:cNvSpPr>
          <p:nvPr/>
        </p:nvSpPr>
        <p:spPr>
          <a:xfrm>
            <a:off x="46602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Cryo_12753">
            <a:extLst>
              <a:ext uri="{FF2B5EF4-FFF2-40B4-BE49-F238E27FC236}">
                <a16:creationId xmlns:a16="http://schemas.microsoft.com/office/drawing/2014/main" id="{D06AAA0D-1686-4E02-B65E-8DD0663812C3}"/>
              </a:ext>
            </a:extLst>
          </p:cNvPr>
          <p:cNvSpPr>
            <a:spLocks noGrp="1"/>
          </p:cNvSpPr>
          <p:nvPr/>
        </p:nvSpPr>
        <p:spPr>
          <a:xfrm>
            <a:off x="4672376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Cryo_12754">
            <a:extLst>
              <a:ext uri="{FF2B5EF4-FFF2-40B4-BE49-F238E27FC236}">
                <a16:creationId xmlns:a16="http://schemas.microsoft.com/office/drawing/2014/main" id="{AAE74552-C28F-4367-880D-0762538F2FA1}"/>
              </a:ext>
            </a:extLst>
          </p:cNvPr>
          <p:cNvSpPr>
            <a:spLocks noGrp="1"/>
          </p:cNvSpPr>
          <p:nvPr/>
        </p:nvSpPr>
        <p:spPr>
          <a:xfrm>
            <a:off x="468523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Cryo_12755">
            <a:extLst>
              <a:ext uri="{FF2B5EF4-FFF2-40B4-BE49-F238E27FC236}">
                <a16:creationId xmlns:a16="http://schemas.microsoft.com/office/drawing/2014/main" id="{F0897F8F-BA69-4493-85F6-45A09F37011B}"/>
              </a:ext>
            </a:extLst>
          </p:cNvPr>
          <p:cNvSpPr>
            <a:spLocks noGrp="1"/>
          </p:cNvSpPr>
          <p:nvPr/>
        </p:nvSpPr>
        <p:spPr>
          <a:xfrm>
            <a:off x="459884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Cryo_12756">
            <a:extLst>
              <a:ext uri="{FF2B5EF4-FFF2-40B4-BE49-F238E27FC236}">
                <a16:creationId xmlns:a16="http://schemas.microsoft.com/office/drawing/2014/main" id="{CF845FF4-324E-4A31-977E-A7B07A4CC178}"/>
              </a:ext>
            </a:extLst>
          </p:cNvPr>
          <p:cNvSpPr>
            <a:spLocks noGrp="1"/>
          </p:cNvSpPr>
          <p:nvPr/>
        </p:nvSpPr>
        <p:spPr>
          <a:xfrm>
            <a:off x="46320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Cryo_12757">
            <a:extLst>
              <a:ext uri="{FF2B5EF4-FFF2-40B4-BE49-F238E27FC236}">
                <a16:creationId xmlns:a16="http://schemas.microsoft.com/office/drawing/2014/main" id="{C5545689-481E-412D-B227-B1EE8B24E0F1}"/>
              </a:ext>
            </a:extLst>
          </p:cNvPr>
          <p:cNvSpPr>
            <a:spLocks noGrp="1"/>
          </p:cNvSpPr>
          <p:nvPr/>
        </p:nvSpPr>
        <p:spPr>
          <a:xfrm>
            <a:off x="47804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Cryo_12758">
            <a:extLst>
              <a:ext uri="{FF2B5EF4-FFF2-40B4-BE49-F238E27FC236}">
                <a16:creationId xmlns:a16="http://schemas.microsoft.com/office/drawing/2014/main" id="{488A9913-37DA-4AFD-B854-A35B59CEB3F2}"/>
              </a:ext>
            </a:extLst>
          </p:cNvPr>
          <p:cNvSpPr>
            <a:spLocks noGrp="1"/>
          </p:cNvSpPr>
          <p:nvPr/>
        </p:nvSpPr>
        <p:spPr>
          <a:xfrm>
            <a:off x="460510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Cryo_12759">
            <a:extLst>
              <a:ext uri="{FF2B5EF4-FFF2-40B4-BE49-F238E27FC236}">
                <a16:creationId xmlns:a16="http://schemas.microsoft.com/office/drawing/2014/main" id="{A92D8B09-017A-4A9C-8F20-FEEC7D2B2DBB}"/>
              </a:ext>
            </a:extLst>
          </p:cNvPr>
          <p:cNvSpPr>
            <a:spLocks noGrp="1"/>
          </p:cNvSpPr>
          <p:nvPr/>
        </p:nvSpPr>
        <p:spPr>
          <a:xfrm>
            <a:off x="46073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Cryo_12760">
            <a:extLst>
              <a:ext uri="{FF2B5EF4-FFF2-40B4-BE49-F238E27FC236}">
                <a16:creationId xmlns:a16="http://schemas.microsoft.com/office/drawing/2014/main" id="{45D20DE7-C0B9-4DED-B641-949ED2EFE808}"/>
              </a:ext>
            </a:extLst>
          </p:cNvPr>
          <p:cNvSpPr>
            <a:spLocks noGrp="1"/>
          </p:cNvSpPr>
          <p:nvPr/>
        </p:nvSpPr>
        <p:spPr>
          <a:xfrm>
            <a:off x="46375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Cryo_12761">
            <a:extLst>
              <a:ext uri="{FF2B5EF4-FFF2-40B4-BE49-F238E27FC236}">
                <a16:creationId xmlns:a16="http://schemas.microsoft.com/office/drawing/2014/main" id="{5636996D-4EFC-4E4A-9ECC-537C46A2FDC4}"/>
              </a:ext>
            </a:extLst>
          </p:cNvPr>
          <p:cNvSpPr>
            <a:spLocks noGrp="1"/>
          </p:cNvSpPr>
          <p:nvPr/>
        </p:nvSpPr>
        <p:spPr>
          <a:xfrm>
            <a:off x="47010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Cryo_12762">
            <a:extLst>
              <a:ext uri="{FF2B5EF4-FFF2-40B4-BE49-F238E27FC236}">
                <a16:creationId xmlns:a16="http://schemas.microsoft.com/office/drawing/2014/main" id="{95396E0F-6088-4D32-9E2C-7EBBB51E65FC}"/>
              </a:ext>
            </a:extLst>
          </p:cNvPr>
          <p:cNvSpPr>
            <a:spLocks noGrp="1"/>
          </p:cNvSpPr>
          <p:nvPr/>
        </p:nvSpPr>
        <p:spPr>
          <a:xfrm>
            <a:off x="479472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Cryo_12763">
            <a:extLst>
              <a:ext uri="{FF2B5EF4-FFF2-40B4-BE49-F238E27FC236}">
                <a16:creationId xmlns:a16="http://schemas.microsoft.com/office/drawing/2014/main" id="{181E1819-A767-4B5F-BD0E-FC96BFC1B9DC}"/>
              </a:ext>
            </a:extLst>
          </p:cNvPr>
          <p:cNvSpPr>
            <a:spLocks noGrp="1"/>
          </p:cNvSpPr>
          <p:nvPr/>
        </p:nvSpPr>
        <p:spPr>
          <a:xfrm>
            <a:off x="465485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Cryo_12764">
            <a:extLst>
              <a:ext uri="{FF2B5EF4-FFF2-40B4-BE49-F238E27FC236}">
                <a16:creationId xmlns:a16="http://schemas.microsoft.com/office/drawing/2014/main" id="{0276163D-C14E-488A-AE5E-DD45D1A2DBAB}"/>
              </a:ext>
            </a:extLst>
          </p:cNvPr>
          <p:cNvSpPr>
            <a:spLocks noGrp="1"/>
          </p:cNvSpPr>
          <p:nvPr/>
        </p:nvSpPr>
        <p:spPr>
          <a:xfrm>
            <a:off x="46210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Cryo_12765">
            <a:extLst>
              <a:ext uri="{FF2B5EF4-FFF2-40B4-BE49-F238E27FC236}">
                <a16:creationId xmlns:a16="http://schemas.microsoft.com/office/drawing/2014/main" id="{06343C93-3ED2-47F0-9A08-92F4BB452429}"/>
              </a:ext>
            </a:extLst>
          </p:cNvPr>
          <p:cNvSpPr>
            <a:spLocks noGrp="1"/>
          </p:cNvSpPr>
          <p:nvPr/>
        </p:nvSpPr>
        <p:spPr>
          <a:xfrm>
            <a:off x="477386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Cryo_12766">
            <a:extLst>
              <a:ext uri="{FF2B5EF4-FFF2-40B4-BE49-F238E27FC236}">
                <a16:creationId xmlns:a16="http://schemas.microsoft.com/office/drawing/2014/main" id="{EB5536EF-5B3D-4ECE-A4B0-AC5E51566A75}"/>
              </a:ext>
            </a:extLst>
          </p:cNvPr>
          <p:cNvSpPr>
            <a:spLocks noGrp="1"/>
          </p:cNvSpPr>
          <p:nvPr/>
        </p:nvSpPr>
        <p:spPr>
          <a:xfrm>
            <a:off x="4641715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Cryo_12767">
            <a:extLst>
              <a:ext uri="{FF2B5EF4-FFF2-40B4-BE49-F238E27FC236}">
                <a16:creationId xmlns:a16="http://schemas.microsoft.com/office/drawing/2014/main" id="{47A54EB8-99AD-484F-BF39-D97C6EE524CD}"/>
              </a:ext>
            </a:extLst>
          </p:cNvPr>
          <p:cNvSpPr>
            <a:spLocks noGrp="1"/>
          </p:cNvSpPr>
          <p:nvPr/>
        </p:nvSpPr>
        <p:spPr>
          <a:xfrm>
            <a:off x="4767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Cryo_12768">
            <a:extLst>
              <a:ext uri="{FF2B5EF4-FFF2-40B4-BE49-F238E27FC236}">
                <a16:creationId xmlns:a16="http://schemas.microsoft.com/office/drawing/2014/main" id="{300E8DBB-4B2F-406B-B999-50E07C7B4F6F}"/>
              </a:ext>
            </a:extLst>
          </p:cNvPr>
          <p:cNvSpPr>
            <a:spLocks noGrp="1"/>
          </p:cNvSpPr>
          <p:nvPr/>
        </p:nvSpPr>
        <p:spPr>
          <a:xfrm>
            <a:off x="4754592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Cryo_12769">
            <a:extLst>
              <a:ext uri="{FF2B5EF4-FFF2-40B4-BE49-F238E27FC236}">
                <a16:creationId xmlns:a16="http://schemas.microsoft.com/office/drawing/2014/main" id="{1674D0B8-5099-466E-A465-2DC9C1D5C421}"/>
              </a:ext>
            </a:extLst>
          </p:cNvPr>
          <p:cNvSpPr>
            <a:spLocks noGrp="1"/>
          </p:cNvSpPr>
          <p:nvPr/>
        </p:nvSpPr>
        <p:spPr>
          <a:xfrm>
            <a:off x="463597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Cryo_12770">
            <a:extLst>
              <a:ext uri="{FF2B5EF4-FFF2-40B4-BE49-F238E27FC236}">
                <a16:creationId xmlns:a16="http://schemas.microsoft.com/office/drawing/2014/main" id="{7B6F367C-734E-4A43-8DCB-E26019C708C4}"/>
              </a:ext>
            </a:extLst>
          </p:cNvPr>
          <p:cNvSpPr>
            <a:spLocks noGrp="1"/>
          </p:cNvSpPr>
          <p:nvPr/>
        </p:nvSpPr>
        <p:spPr>
          <a:xfrm>
            <a:off x="46367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Cryo_12771">
            <a:extLst>
              <a:ext uri="{FF2B5EF4-FFF2-40B4-BE49-F238E27FC236}">
                <a16:creationId xmlns:a16="http://schemas.microsoft.com/office/drawing/2014/main" id="{A7A183C0-C441-43B2-8B95-D63B5C8E70D2}"/>
              </a:ext>
            </a:extLst>
          </p:cNvPr>
          <p:cNvSpPr>
            <a:spLocks noGrp="1"/>
          </p:cNvSpPr>
          <p:nvPr/>
        </p:nvSpPr>
        <p:spPr>
          <a:xfrm>
            <a:off x="476120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Cryo_12772">
            <a:extLst>
              <a:ext uri="{FF2B5EF4-FFF2-40B4-BE49-F238E27FC236}">
                <a16:creationId xmlns:a16="http://schemas.microsoft.com/office/drawing/2014/main" id="{8A8167BC-118C-444A-8502-66B37B322DBF}"/>
              </a:ext>
            </a:extLst>
          </p:cNvPr>
          <p:cNvSpPr>
            <a:spLocks noGrp="1"/>
          </p:cNvSpPr>
          <p:nvPr/>
        </p:nvSpPr>
        <p:spPr>
          <a:xfrm>
            <a:off x="47409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Cryo_12773">
            <a:extLst>
              <a:ext uri="{FF2B5EF4-FFF2-40B4-BE49-F238E27FC236}">
                <a16:creationId xmlns:a16="http://schemas.microsoft.com/office/drawing/2014/main" id="{7C973403-2702-406B-BE8C-79977C70CEB6}"/>
              </a:ext>
            </a:extLst>
          </p:cNvPr>
          <p:cNvSpPr>
            <a:spLocks noGrp="1"/>
          </p:cNvSpPr>
          <p:nvPr/>
        </p:nvSpPr>
        <p:spPr>
          <a:xfrm>
            <a:off x="456082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Cryo_12774">
            <a:extLst>
              <a:ext uri="{FF2B5EF4-FFF2-40B4-BE49-F238E27FC236}">
                <a16:creationId xmlns:a16="http://schemas.microsoft.com/office/drawing/2014/main" id="{E17503A1-F441-4E42-8F6D-6AACB3D5E45C}"/>
              </a:ext>
            </a:extLst>
          </p:cNvPr>
          <p:cNvSpPr>
            <a:spLocks noGrp="1"/>
          </p:cNvSpPr>
          <p:nvPr/>
        </p:nvSpPr>
        <p:spPr>
          <a:xfrm>
            <a:off x="476010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Cryo_12775">
            <a:extLst>
              <a:ext uri="{FF2B5EF4-FFF2-40B4-BE49-F238E27FC236}">
                <a16:creationId xmlns:a16="http://schemas.microsoft.com/office/drawing/2014/main" id="{F9DC79D0-BD1F-4D45-A30E-4A416F3E8590}"/>
              </a:ext>
            </a:extLst>
          </p:cNvPr>
          <p:cNvSpPr>
            <a:spLocks noGrp="1"/>
          </p:cNvSpPr>
          <p:nvPr/>
        </p:nvSpPr>
        <p:spPr>
          <a:xfrm>
            <a:off x="4587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Cryo_12776">
            <a:extLst>
              <a:ext uri="{FF2B5EF4-FFF2-40B4-BE49-F238E27FC236}">
                <a16:creationId xmlns:a16="http://schemas.microsoft.com/office/drawing/2014/main" id="{6D934B4A-FDA3-4314-8668-2543616006EA}"/>
              </a:ext>
            </a:extLst>
          </p:cNvPr>
          <p:cNvSpPr>
            <a:spLocks noGrp="1"/>
          </p:cNvSpPr>
          <p:nvPr/>
        </p:nvSpPr>
        <p:spPr>
          <a:xfrm>
            <a:off x="457479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Cryo_12777">
            <a:extLst>
              <a:ext uri="{FF2B5EF4-FFF2-40B4-BE49-F238E27FC236}">
                <a16:creationId xmlns:a16="http://schemas.microsoft.com/office/drawing/2014/main" id="{CE525752-0CE3-47D6-8D36-345AACF5C20A}"/>
              </a:ext>
            </a:extLst>
          </p:cNvPr>
          <p:cNvSpPr>
            <a:spLocks noGrp="1"/>
          </p:cNvSpPr>
          <p:nvPr/>
        </p:nvSpPr>
        <p:spPr>
          <a:xfrm>
            <a:off x="4723637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Cryo_12778">
            <a:extLst>
              <a:ext uri="{FF2B5EF4-FFF2-40B4-BE49-F238E27FC236}">
                <a16:creationId xmlns:a16="http://schemas.microsoft.com/office/drawing/2014/main" id="{6E1A274F-E06E-428D-892C-AFB9411E24AD}"/>
              </a:ext>
            </a:extLst>
          </p:cNvPr>
          <p:cNvSpPr>
            <a:spLocks noGrp="1"/>
          </p:cNvSpPr>
          <p:nvPr/>
        </p:nvSpPr>
        <p:spPr>
          <a:xfrm>
            <a:off x="468536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Cryo_12779">
            <a:extLst>
              <a:ext uri="{FF2B5EF4-FFF2-40B4-BE49-F238E27FC236}">
                <a16:creationId xmlns:a16="http://schemas.microsoft.com/office/drawing/2014/main" id="{B067AFD0-AD8F-4279-B4AF-7062F0C60984}"/>
              </a:ext>
            </a:extLst>
          </p:cNvPr>
          <p:cNvSpPr>
            <a:spLocks noGrp="1"/>
          </p:cNvSpPr>
          <p:nvPr/>
        </p:nvSpPr>
        <p:spPr>
          <a:xfrm>
            <a:off x="46361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Cryo_12780">
            <a:extLst>
              <a:ext uri="{FF2B5EF4-FFF2-40B4-BE49-F238E27FC236}">
                <a16:creationId xmlns:a16="http://schemas.microsoft.com/office/drawing/2014/main" id="{0FBE4004-8597-4140-AB52-F1210AD1A263}"/>
              </a:ext>
            </a:extLst>
          </p:cNvPr>
          <p:cNvSpPr>
            <a:spLocks noGrp="1"/>
          </p:cNvSpPr>
          <p:nvPr/>
        </p:nvSpPr>
        <p:spPr>
          <a:xfrm>
            <a:off x="461809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Cryo_12781">
            <a:extLst>
              <a:ext uri="{FF2B5EF4-FFF2-40B4-BE49-F238E27FC236}">
                <a16:creationId xmlns:a16="http://schemas.microsoft.com/office/drawing/2014/main" id="{474743B7-8CDE-4D72-9E74-FA911E6201F5}"/>
              </a:ext>
            </a:extLst>
          </p:cNvPr>
          <p:cNvSpPr>
            <a:spLocks noGrp="1"/>
          </p:cNvSpPr>
          <p:nvPr/>
        </p:nvSpPr>
        <p:spPr>
          <a:xfrm>
            <a:off x="472731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Cryo_12782">
            <a:extLst>
              <a:ext uri="{FF2B5EF4-FFF2-40B4-BE49-F238E27FC236}">
                <a16:creationId xmlns:a16="http://schemas.microsoft.com/office/drawing/2014/main" id="{FF53A59B-250F-43FE-9195-01077F8EDEE1}"/>
              </a:ext>
            </a:extLst>
          </p:cNvPr>
          <p:cNvSpPr>
            <a:spLocks noGrp="1"/>
          </p:cNvSpPr>
          <p:nvPr/>
        </p:nvSpPr>
        <p:spPr>
          <a:xfrm>
            <a:off x="461053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Cryo_12783">
            <a:extLst>
              <a:ext uri="{FF2B5EF4-FFF2-40B4-BE49-F238E27FC236}">
                <a16:creationId xmlns:a16="http://schemas.microsoft.com/office/drawing/2014/main" id="{0BAE534C-2DAE-452C-9193-EB915A0983AF}"/>
              </a:ext>
            </a:extLst>
          </p:cNvPr>
          <p:cNvSpPr>
            <a:spLocks noGrp="1"/>
          </p:cNvSpPr>
          <p:nvPr/>
        </p:nvSpPr>
        <p:spPr>
          <a:xfrm>
            <a:off x="4734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Cryo_12784">
            <a:extLst>
              <a:ext uri="{FF2B5EF4-FFF2-40B4-BE49-F238E27FC236}">
                <a16:creationId xmlns:a16="http://schemas.microsoft.com/office/drawing/2014/main" id="{0DE15FDD-F46E-45C4-80F1-0BFD90E376DB}"/>
              </a:ext>
            </a:extLst>
          </p:cNvPr>
          <p:cNvSpPr>
            <a:spLocks noGrp="1"/>
          </p:cNvSpPr>
          <p:nvPr/>
        </p:nvSpPr>
        <p:spPr>
          <a:xfrm>
            <a:off x="477274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Cryo_12785">
            <a:extLst>
              <a:ext uri="{FF2B5EF4-FFF2-40B4-BE49-F238E27FC236}">
                <a16:creationId xmlns:a16="http://schemas.microsoft.com/office/drawing/2014/main" id="{383BEB85-C1F2-4C16-866B-2AFAB4B77601}"/>
              </a:ext>
            </a:extLst>
          </p:cNvPr>
          <p:cNvSpPr>
            <a:spLocks noGrp="1"/>
          </p:cNvSpPr>
          <p:nvPr/>
        </p:nvSpPr>
        <p:spPr>
          <a:xfrm>
            <a:off x="4621775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Cryo_12786">
            <a:extLst>
              <a:ext uri="{FF2B5EF4-FFF2-40B4-BE49-F238E27FC236}">
                <a16:creationId xmlns:a16="http://schemas.microsoft.com/office/drawing/2014/main" id="{5A48018A-C800-4564-9D22-51556A280169}"/>
              </a:ext>
            </a:extLst>
          </p:cNvPr>
          <p:cNvSpPr>
            <a:spLocks noGrp="1"/>
          </p:cNvSpPr>
          <p:nvPr/>
        </p:nvSpPr>
        <p:spPr>
          <a:xfrm>
            <a:off x="4590474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Cryo_12787">
            <a:extLst>
              <a:ext uri="{FF2B5EF4-FFF2-40B4-BE49-F238E27FC236}">
                <a16:creationId xmlns:a16="http://schemas.microsoft.com/office/drawing/2014/main" id="{41124C90-B738-46C3-8DAD-6A65689858D6}"/>
              </a:ext>
            </a:extLst>
          </p:cNvPr>
          <p:cNvSpPr>
            <a:spLocks noGrp="1"/>
          </p:cNvSpPr>
          <p:nvPr/>
        </p:nvSpPr>
        <p:spPr>
          <a:xfrm>
            <a:off x="467222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Cryo_12788">
            <a:extLst>
              <a:ext uri="{FF2B5EF4-FFF2-40B4-BE49-F238E27FC236}">
                <a16:creationId xmlns:a16="http://schemas.microsoft.com/office/drawing/2014/main" id="{C3ACBFB0-1FA5-4014-B390-47E067618FE4}"/>
              </a:ext>
            </a:extLst>
          </p:cNvPr>
          <p:cNvSpPr>
            <a:spLocks noGrp="1"/>
          </p:cNvSpPr>
          <p:nvPr/>
        </p:nvSpPr>
        <p:spPr>
          <a:xfrm>
            <a:off x="47003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Cryo_12789">
            <a:extLst>
              <a:ext uri="{FF2B5EF4-FFF2-40B4-BE49-F238E27FC236}">
                <a16:creationId xmlns:a16="http://schemas.microsoft.com/office/drawing/2014/main" id="{00532523-8E65-42D3-BDDA-FEA575AC1C6E}"/>
              </a:ext>
            </a:extLst>
          </p:cNvPr>
          <p:cNvSpPr>
            <a:spLocks noGrp="1"/>
          </p:cNvSpPr>
          <p:nvPr/>
        </p:nvSpPr>
        <p:spPr>
          <a:xfrm>
            <a:off x="461585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Cryo_12790">
            <a:extLst>
              <a:ext uri="{FF2B5EF4-FFF2-40B4-BE49-F238E27FC236}">
                <a16:creationId xmlns:a16="http://schemas.microsoft.com/office/drawing/2014/main" id="{DAF87AF8-F7DD-4B9B-82D2-BA74C0DEC0D9}"/>
              </a:ext>
            </a:extLst>
          </p:cNvPr>
          <p:cNvSpPr>
            <a:spLocks noGrp="1"/>
          </p:cNvSpPr>
          <p:nvPr/>
        </p:nvSpPr>
        <p:spPr>
          <a:xfrm>
            <a:off x="464512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Cryo_12791">
            <a:extLst>
              <a:ext uri="{FF2B5EF4-FFF2-40B4-BE49-F238E27FC236}">
                <a16:creationId xmlns:a16="http://schemas.microsoft.com/office/drawing/2014/main" id="{58AD6795-6D91-4A4D-AF7F-E66C95553576}"/>
              </a:ext>
            </a:extLst>
          </p:cNvPr>
          <p:cNvSpPr>
            <a:spLocks noGrp="1"/>
          </p:cNvSpPr>
          <p:nvPr/>
        </p:nvSpPr>
        <p:spPr>
          <a:xfrm>
            <a:off x="4696245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Cryo_12792">
            <a:extLst>
              <a:ext uri="{FF2B5EF4-FFF2-40B4-BE49-F238E27FC236}">
                <a16:creationId xmlns:a16="http://schemas.microsoft.com/office/drawing/2014/main" id="{FAE156F8-F0FB-4DCB-A22D-7D3AFEAAB804}"/>
              </a:ext>
            </a:extLst>
          </p:cNvPr>
          <p:cNvSpPr>
            <a:spLocks noGrp="1"/>
          </p:cNvSpPr>
          <p:nvPr/>
        </p:nvSpPr>
        <p:spPr>
          <a:xfrm>
            <a:off x="45818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Cryo_12793">
            <a:extLst>
              <a:ext uri="{FF2B5EF4-FFF2-40B4-BE49-F238E27FC236}">
                <a16:creationId xmlns:a16="http://schemas.microsoft.com/office/drawing/2014/main" id="{FCAB26DF-24A0-4C9C-81E0-E847CC9F2EB4}"/>
              </a:ext>
            </a:extLst>
          </p:cNvPr>
          <p:cNvSpPr>
            <a:spLocks noGrp="1"/>
          </p:cNvSpPr>
          <p:nvPr/>
        </p:nvSpPr>
        <p:spPr>
          <a:xfrm>
            <a:off x="47823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Cryo_12794">
            <a:extLst>
              <a:ext uri="{FF2B5EF4-FFF2-40B4-BE49-F238E27FC236}">
                <a16:creationId xmlns:a16="http://schemas.microsoft.com/office/drawing/2014/main" id="{1BF4BD76-1779-450E-96A1-14408A70C65B}"/>
              </a:ext>
            </a:extLst>
          </p:cNvPr>
          <p:cNvSpPr>
            <a:spLocks noGrp="1"/>
          </p:cNvSpPr>
          <p:nvPr/>
        </p:nvSpPr>
        <p:spPr>
          <a:xfrm>
            <a:off x="467617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Cryo_12795">
            <a:extLst>
              <a:ext uri="{FF2B5EF4-FFF2-40B4-BE49-F238E27FC236}">
                <a16:creationId xmlns:a16="http://schemas.microsoft.com/office/drawing/2014/main" id="{7A4048BE-ADDD-446D-B4B0-BEB6D60BBD4A}"/>
              </a:ext>
            </a:extLst>
          </p:cNvPr>
          <p:cNvSpPr>
            <a:spLocks noGrp="1"/>
          </p:cNvSpPr>
          <p:nvPr/>
        </p:nvSpPr>
        <p:spPr>
          <a:xfrm>
            <a:off x="455792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Cryo_12796">
            <a:extLst>
              <a:ext uri="{FF2B5EF4-FFF2-40B4-BE49-F238E27FC236}">
                <a16:creationId xmlns:a16="http://schemas.microsoft.com/office/drawing/2014/main" id="{50C65165-EE43-4A6E-82C2-94830E11960F}"/>
              </a:ext>
            </a:extLst>
          </p:cNvPr>
          <p:cNvSpPr>
            <a:spLocks noGrp="1"/>
          </p:cNvSpPr>
          <p:nvPr/>
        </p:nvSpPr>
        <p:spPr>
          <a:xfrm>
            <a:off x="479032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Cryo_12797">
            <a:extLst>
              <a:ext uri="{FF2B5EF4-FFF2-40B4-BE49-F238E27FC236}">
                <a16:creationId xmlns:a16="http://schemas.microsoft.com/office/drawing/2014/main" id="{DA70491D-086C-4E1D-9279-3A089133CC64}"/>
              </a:ext>
            </a:extLst>
          </p:cNvPr>
          <p:cNvSpPr>
            <a:spLocks noGrp="1"/>
          </p:cNvSpPr>
          <p:nvPr/>
        </p:nvSpPr>
        <p:spPr>
          <a:xfrm>
            <a:off x="45571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Cryo_12798">
            <a:extLst>
              <a:ext uri="{FF2B5EF4-FFF2-40B4-BE49-F238E27FC236}">
                <a16:creationId xmlns:a16="http://schemas.microsoft.com/office/drawing/2014/main" id="{B5563170-36B8-44D1-A2E9-2F63C194E9C7}"/>
              </a:ext>
            </a:extLst>
          </p:cNvPr>
          <p:cNvSpPr>
            <a:spLocks noGrp="1"/>
          </p:cNvSpPr>
          <p:nvPr/>
        </p:nvSpPr>
        <p:spPr>
          <a:xfrm>
            <a:off x="465458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Cryo_12799">
            <a:extLst>
              <a:ext uri="{FF2B5EF4-FFF2-40B4-BE49-F238E27FC236}">
                <a16:creationId xmlns:a16="http://schemas.microsoft.com/office/drawing/2014/main" id="{3442127D-2F88-43FC-8D58-31FCF48D04F6}"/>
              </a:ext>
            </a:extLst>
          </p:cNvPr>
          <p:cNvSpPr>
            <a:spLocks noGrp="1"/>
          </p:cNvSpPr>
          <p:nvPr/>
        </p:nvSpPr>
        <p:spPr>
          <a:xfrm>
            <a:off x="474739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Cryo_12800">
            <a:extLst>
              <a:ext uri="{FF2B5EF4-FFF2-40B4-BE49-F238E27FC236}">
                <a16:creationId xmlns:a16="http://schemas.microsoft.com/office/drawing/2014/main" id="{E94044BC-AAFC-4FDD-95E6-7EC7D2146022}"/>
              </a:ext>
            </a:extLst>
          </p:cNvPr>
          <p:cNvSpPr>
            <a:spLocks noGrp="1"/>
          </p:cNvSpPr>
          <p:nvPr/>
        </p:nvSpPr>
        <p:spPr>
          <a:xfrm>
            <a:off x="4744215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Cryo_12801">
            <a:extLst>
              <a:ext uri="{FF2B5EF4-FFF2-40B4-BE49-F238E27FC236}">
                <a16:creationId xmlns:a16="http://schemas.microsoft.com/office/drawing/2014/main" id="{193E6DDE-FA37-4B7B-BC47-256CC87EAFF3}"/>
              </a:ext>
            </a:extLst>
          </p:cNvPr>
          <p:cNvSpPr>
            <a:spLocks noGrp="1"/>
          </p:cNvSpPr>
          <p:nvPr/>
        </p:nvSpPr>
        <p:spPr>
          <a:xfrm>
            <a:off x="459167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Cryo_12802">
            <a:extLst>
              <a:ext uri="{FF2B5EF4-FFF2-40B4-BE49-F238E27FC236}">
                <a16:creationId xmlns:a16="http://schemas.microsoft.com/office/drawing/2014/main" id="{3B83125C-C689-441E-9DEF-4C675014DCD8}"/>
              </a:ext>
            </a:extLst>
          </p:cNvPr>
          <p:cNvSpPr>
            <a:spLocks noGrp="1"/>
          </p:cNvSpPr>
          <p:nvPr/>
        </p:nvSpPr>
        <p:spPr>
          <a:xfrm>
            <a:off x="4678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Cryo_12803">
            <a:extLst>
              <a:ext uri="{FF2B5EF4-FFF2-40B4-BE49-F238E27FC236}">
                <a16:creationId xmlns:a16="http://schemas.microsoft.com/office/drawing/2014/main" id="{F5D0E62A-5BDD-4F11-95D6-5829FC856C59}"/>
              </a:ext>
            </a:extLst>
          </p:cNvPr>
          <p:cNvSpPr>
            <a:spLocks noGrp="1"/>
          </p:cNvSpPr>
          <p:nvPr/>
        </p:nvSpPr>
        <p:spPr>
          <a:xfrm>
            <a:off x="4685434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Cryo_12804">
            <a:extLst>
              <a:ext uri="{FF2B5EF4-FFF2-40B4-BE49-F238E27FC236}">
                <a16:creationId xmlns:a16="http://schemas.microsoft.com/office/drawing/2014/main" id="{6A03E367-EE63-4A5D-93AC-1B24A8AAB372}"/>
              </a:ext>
            </a:extLst>
          </p:cNvPr>
          <p:cNvSpPr>
            <a:spLocks noGrp="1"/>
          </p:cNvSpPr>
          <p:nvPr/>
        </p:nvSpPr>
        <p:spPr>
          <a:xfrm>
            <a:off x="4768614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Cryo_12805">
            <a:extLst>
              <a:ext uri="{FF2B5EF4-FFF2-40B4-BE49-F238E27FC236}">
                <a16:creationId xmlns:a16="http://schemas.microsoft.com/office/drawing/2014/main" id="{3F809BEB-4BE3-425A-9CE7-8287CEBBBEF0}"/>
              </a:ext>
            </a:extLst>
          </p:cNvPr>
          <p:cNvSpPr>
            <a:spLocks noGrp="1"/>
          </p:cNvSpPr>
          <p:nvPr/>
        </p:nvSpPr>
        <p:spPr>
          <a:xfrm>
            <a:off x="456340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Cryo_12806">
            <a:extLst>
              <a:ext uri="{FF2B5EF4-FFF2-40B4-BE49-F238E27FC236}">
                <a16:creationId xmlns:a16="http://schemas.microsoft.com/office/drawing/2014/main" id="{FA068A9B-0D08-4461-ABAF-9340FD4E49AA}"/>
              </a:ext>
            </a:extLst>
          </p:cNvPr>
          <p:cNvSpPr>
            <a:spLocks noGrp="1"/>
          </p:cNvSpPr>
          <p:nvPr/>
        </p:nvSpPr>
        <p:spPr>
          <a:xfrm>
            <a:off x="461972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Cryo_12807">
            <a:extLst>
              <a:ext uri="{FF2B5EF4-FFF2-40B4-BE49-F238E27FC236}">
                <a16:creationId xmlns:a16="http://schemas.microsoft.com/office/drawing/2014/main" id="{851A80AF-934C-4EE1-B355-E2CFD5F74760}"/>
              </a:ext>
            </a:extLst>
          </p:cNvPr>
          <p:cNvSpPr>
            <a:spLocks noGrp="1"/>
          </p:cNvSpPr>
          <p:nvPr/>
        </p:nvSpPr>
        <p:spPr>
          <a:xfrm>
            <a:off x="4603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Cryo_12808">
            <a:extLst>
              <a:ext uri="{FF2B5EF4-FFF2-40B4-BE49-F238E27FC236}">
                <a16:creationId xmlns:a16="http://schemas.microsoft.com/office/drawing/2014/main" id="{EEF4E9C2-469D-4187-A9A7-2627FFE4D2EA}"/>
              </a:ext>
            </a:extLst>
          </p:cNvPr>
          <p:cNvSpPr>
            <a:spLocks noGrp="1"/>
          </p:cNvSpPr>
          <p:nvPr/>
        </p:nvSpPr>
        <p:spPr>
          <a:xfrm>
            <a:off x="4582778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Cryo_12809">
            <a:extLst>
              <a:ext uri="{FF2B5EF4-FFF2-40B4-BE49-F238E27FC236}">
                <a16:creationId xmlns:a16="http://schemas.microsoft.com/office/drawing/2014/main" id="{3016D10D-B6B6-451A-A169-54F8430DA9B2}"/>
              </a:ext>
            </a:extLst>
          </p:cNvPr>
          <p:cNvSpPr>
            <a:spLocks noGrp="1"/>
          </p:cNvSpPr>
          <p:nvPr/>
        </p:nvSpPr>
        <p:spPr>
          <a:xfrm>
            <a:off x="4611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Cryo_12810">
            <a:extLst>
              <a:ext uri="{FF2B5EF4-FFF2-40B4-BE49-F238E27FC236}">
                <a16:creationId xmlns:a16="http://schemas.microsoft.com/office/drawing/2014/main" id="{CE7FDA87-E836-41DF-916F-B1BBFFD92AF3}"/>
              </a:ext>
            </a:extLst>
          </p:cNvPr>
          <p:cNvSpPr>
            <a:spLocks noGrp="1"/>
          </p:cNvSpPr>
          <p:nvPr/>
        </p:nvSpPr>
        <p:spPr>
          <a:xfrm>
            <a:off x="4595458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Cryo_12811">
            <a:extLst>
              <a:ext uri="{FF2B5EF4-FFF2-40B4-BE49-F238E27FC236}">
                <a16:creationId xmlns:a16="http://schemas.microsoft.com/office/drawing/2014/main" id="{0A3F8258-A856-4A1A-B503-E63EA631C69B}"/>
              </a:ext>
            </a:extLst>
          </p:cNvPr>
          <p:cNvSpPr>
            <a:spLocks noGrp="1"/>
          </p:cNvSpPr>
          <p:nvPr/>
        </p:nvSpPr>
        <p:spPr>
          <a:xfrm>
            <a:off x="6190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Cryo_12812">
            <a:extLst>
              <a:ext uri="{FF2B5EF4-FFF2-40B4-BE49-F238E27FC236}">
                <a16:creationId xmlns:a16="http://schemas.microsoft.com/office/drawing/2014/main" id="{526E1E59-57F7-48A9-8A63-A057CDF074E1}"/>
              </a:ext>
            </a:extLst>
          </p:cNvPr>
          <p:cNvSpPr>
            <a:spLocks noGrp="1"/>
          </p:cNvSpPr>
          <p:nvPr/>
        </p:nvSpPr>
        <p:spPr>
          <a:xfrm>
            <a:off x="622168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Cryo_12813">
            <a:extLst>
              <a:ext uri="{FF2B5EF4-FFF2-40B4-BE49-F238E27FC236}">
                <a16:creationId xmlns:a16="http://schemas.microsoft.com/office/drawing/2014/main" id="{D1D7A4B6-4780-4306-A333-86D4E8781667}"/>
              </a:ext>
            </a:extLst>
          </p:cNvPr>
          <p:cNvSpPr>
            <a:spLocks noGrp="1"/>
          </p:cNvSpPr>
          <p:nvPr/>
        </p:nvSpPr>
        <p:spPr>
          <a:xfrm>
            <a:off x="6295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Cryo_12814">
            <a:extLst>
              <a:ext uri="{FF2B5EF4-FFF2-40B4-BE49-F238E27FC236}">
                <a16:creationId xmlns:a16="http://schemas.microsoft.com/office/drawing/2014/main" id="{767C47B3-3A65-4BD4-8A9C-98CA91A74FDB}"/>
              </a:ext>
            </a:extLst>
          </p:cNvPr>
          <p:cNvSpPr>
            <a:spLocks noGrp="1"/>
          </p:cNvSpPr>
          <p:nvPr/>
        </p:nvSpPr>
        <p:spPr>
          <a:xfrm>
            <a:off x="618634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Cryo_12815">
            <a:extLst>
              <a:ext uri="{FF2B5EF4-FFF2-40B4-BE49-F238E27FC236}">
                <a16:creationId xmlns:a16="http://schemas.microsoft.com/office/drawing/2014/main" id="{E97D884B-EA68-4674-AD4E-AF1E49C58BBB}"/>
              </a:ext>
            </a:extLst>
          </p:cNvPr>
          <p:cNvSpPr>
            <a:spLocks noGrp="1"/>
          </p:cNvSpPr>
          <p:nvPr/>
        </p:nvSpPr>
        <p:spPr>
          <a:xfrm>
            <a:off x="6319667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Cryo_12816">
            <a:extLst>
              <a:ext uri="{FF2B5EF4-FFF2-40B4-BE49-F238E27FC236}">
                <a16:creationId xmlns:a16="http://schemas.microsoft.com/office/drawing/2014/main" id="{220DD21A-D320-4715-B116-603E8A0BACB7}"/>
              </a:ext>
            </a:extLst>
          </p:cNvPr>
          <p:cNvSpPr>
            <a:spLocks noGrp="1"/>
          </p:cNvSpPr>
          <p:nvPr/>
        </p:nvSpPr>
        <p:spPr>
          <a:xfrm>
            <a:off x="62040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Cryo_12817">
            <a:extLst>
              <a:ext uri="{FF2B5EF4-FFF2-40B4-BE49-F238E27FC236}">
                <a16:creationId xmlns:a16="http://schemas.microsoft.com/office/drawing/2014/main" id="{5E35FD9C-3C7F-4992-97F5-4950FABCBE7A}"/>
              </a:ext>
            </a:extLst>
          </p:cNvPr>
          <p:cNvSpPr>
            <a:spLocks noGrp="1"/>
          </p:cNvSpPr>
          <p:nvPr/>
        </p:nvSpPr>
        <p:spPr>
          <a:xfrm>
            <a:off x="63366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Cryo_12818">
            <a:extLst>
              <a:ext uri="{FF2B5EF4-FFF2-40B4-BE49-F238E27FC236}">
                <a16:creationId xmlns:a16="http://schemas.microsoft.com/office/drawing/2014/main" id="{6F1C5F7B-E890-4404-96BC-BA98FF9B3B10}"/>
              </a:ext>
            </a:extLst>
          </p:cNvPr>
          <p:cNvSpPr>
            <a:spLocks noGrp="1"/>
          </p:cNvSpPr>
          <p:nvPr/>
        </p:nvSpPr>
        <p:spPr>
          <a:xfrm>
            <a:off x="61668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Cryo_12819">
            <a:extLst>
              <a:ext uri="{FF2B5EF4-FFF2-40B4-BE49-F238E27FC236}">
                <a16:creationId xmlns:a16="http://schemas.microsoft.com/office/drawing/2014/main" id="{59C7AAAD-24D8-4D9E-AA3C-ACD6BC3BE2B5}"/>
              </a:ext>
            </a:extLst>
          </p:cNvPr>
          <p:cNvSpPr>
            <a:spLocks noGrp="1"/>
          </p:cNvSpPr>
          <p:nvPr/>
        </p:nvSpPr>
        <p:spPr>
          <a:xfrm>
            <a:off x="6226989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Cryo_12820">
            <a:extLst>
              <a:ext uri="{FF2B5EF4-FFF2-40B4-BE49-F238E27FC236}">
                <a16:creationId xmlns:a16="http://schemas.microsoft.com/office/drawing/2014/main" id="{E65D531C-CF71-416C-A63C-0707D494FCF0}"/>
              </a:ext>
            </a:extLst>
          </p:cNvPr>
          <p:cNvSpPr>
            <a:spLocks noGrp="1"/>
          </p:cNvSpPr>
          <p:nvPr/>
        </p:nvSpPr>
        <p:spPr>
          <a:xfrm>
            <a:off x="6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Cryo_12821">
            <a:extLst>
              <a:ext uri="{FF2B5EF4-FFF2-40B4-BE49-F238E27FC236}">
                <a16:creationId xmlns:a16="http://schemas.microsoft.com/office/drawing/2014/main" id="{8DEDC6A6-10B3-4118-A267-DC3BDC342316}"/>
              </a:ext>
            </a:extLst>
          </p:cNvPr>
          <p:cNvSpPr>
            <a:spLocks noGrp="1"/>
          </p:cNvSpPr>
          <p:nvPr/>
        </p:nvSpPr>
        <p:spPr>
          <a:xfrm>
            <a:off x="6278487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Cryo_12822">
            <a:extLst>
              <a:ext uri="{FF2B5EF4-FFF2-40B4-BE49-F238E27FC236}">
                <a16:creationId xmlns:a16="http://schemas.microsoft.com/office/drawing/2014/main" id="{8DF9A341-793B-4EC7-8821-587DF92D4CBE}"/>
              </a:ext>
            </a:extLst>
          </p:cNvPr>
          <p:cNvSpPr>
            <a:spLocks noGrp="1"/>
          </p:cNvSpPr>
          <p:nvPr/>
        </p:nvSpPr>
        <p:spPr>
          <a:xfrm>
            <a:off x="6130935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Cryo_12823">
            <a:extLst>
              <a:ext uri="{FF2B5EF4-FFF2-40B4-BE49-F238E27FC236}">
                <a16:creationId xmlns:a16="http://schemas.microsoft.com/office/drawing/2014/main" id="{C77FF6A6-8E45-4A0C-8F61-5E6DD3BA70C5}"/>
              </a:ext>
            </a:extLst>
          </p:cNvPr>
          <p:cNvSpPr>
            <a:spLocks noGrp="1"/>
          </p:cNvSpPr>
          <p:nvPr/>
        </p:nvSpPr>
        <p:spPr>
          <a:xfrm>
            <a:off x="6232173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Cryo_12824">
            <a:extLst>
              <a:ext uri="{FF2B5EF4-FFF2-40B4-BE49-F238E27FC236}">
                <a16:creationId xmlns:a16="http://schemas.microsoft.com/office/drawing/2014/main" id="{C7BA9EF5-2B8E-4055-9E31-846B3294BCDF}"/>
              </a:ext>
            </a:extLst>
          </p:cNvPr>
          <p:cNvSpPr>
            <a:spLocks noGrp="1"/>
          </p:cNvSpPr>
          <p:nvPr/>
        </p:nvSpPr>
        <p:spPr>
          <a:xfrm>
            <a:off x="62971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Cryo_12825">
            <a:extLst>
              <a:ext uri="{FF2B5EF4-FFF2-40B4-BE49-F238E27FC236}">
                <a16:creationId xmlns:a16="http://schemas.microsoft.com/office/drawing/2014/main" id="{405055DD-2416-41B3-AABE-3F7039D9DEA9}"/>
              </a:ext>
            </a:extLst>
          </p:cNvPr>
          <p:cNvSpPr>
            <a:spLocks noGrp="1"/>
          </p:cNvSpPr>
          <p:nvPr/>
        </p:nvSpPr>
        <p:spPr>
          <a:xfrm>
            <a:off x="62723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Cryo_12826">
            <a:extLst>
              <a:ext uri="{FF2B5EF4-FFF2-40B4-BE49-F238E27FC236}">
                <a16:creationId xmlns:a16="http://schemas.microsoft.com/office/drawing/2014/main" id="{F433328C-3CEB-49FF-8B37-86567F742513}"/>
              </a:ext>
            </a:extLst>
          </p:cNvPr>
          <p:cNvSpPr>
            <a:spLocks noGrp="1"/>
          </p:cNvSpPr>
          <p:nvPr/>
        </p:nvSpPr>
        <p:spPr>
          <a:xfrm>
            <a:off x="62266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Cryo_12827">
            <a:extLst>
              <a:ext uri="{FF2B5EF4-FFF2-40B4-BE49-F238E27FC236}">
                <a16:creationId xmlns:a16="http://schemas.microsoft.com/office/drawing/2014/main" id="{95DA6877-6A49-4D34-AEDA-0E0751FBEB7A}"/>
              </a:ext>
            </a:extLst>
          </p:cNvPr>
          <p:cNvSpPr>
            <a:spLocks noGrp="1"/>
          </p:cNvSpPr>
          <p:nvPr/>
        </p:nvSpPr>
        <p:spPr>
          <a:xfrm>
            <a:off x="63223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Cryo_12828">
            <a:extLst>
              <a:ext uri="{FF2B5EF4-FFF2-40B4-BE49-F238E27FC236}">
                <a16:creationId xmlns:a16="http://schemas.microsoft.com/office/drawing/2014/main" id="{C5E57D22-ADAF-4D69-B10F-F935C96CEC1A}"/>
              </a:ext>
            </a:extLst>
          </p:cNvPr>
          <p:cNvSpPr>
            <a:spLocks noGrp="1"/>
          </p:cNvSpPr>
          <p:nvPr/>
        </p:nvSpPr>
        <p:spPr>
          <a:xfrm>
            <a:off x="6344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Cryo_12829">
            <a:extLst>
              <a:ext uri="{FF2B5EF4-FFF2-40B4-BE49-F238E27FC236}">
                <a16:creationId xmlns:a16="http://schemas.microsoft.com/office/drawing/2014/main" id="{390C4A1F-7504-4B69-9AC2-E81C5D788C62}"/>
              </a:ext>
            </a:extLst>
          </p:cNvPr>
          <p:cNvSpPr>
            <a:spLocks noGrp="1"/>
          </p:cNvSpPr>
          <p:nvPr/>
        </p:nvSpPr>
        <p:spPr>
          <a:xfrm>
            <a:off x="62146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Cryo_12830">
            <a:extLst>
              <a:ext uri="{FF2B5EF4-FFF2-40B4-BE49-F238E27FC236}">
                <a16:creationId xmlns:a16="http://schemas.microsoft.com/office/drawing/2014/main" id="{BEC6F3F8-E289-4D8C-B5A0-31962D58F93E}"/>
              </a:ext>
            </a:extLst>
          </p:cNvPr>
          <p:cNvSpPr>
            <a:spLocks noGrp="1"/>
          </p:cNvSpPr>
          <p:nvPr/>
        </p:nvSpPr>
        <p:spPr>
          <a:xfrm>
            <a:off x="6139185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Cryo_12831">
            <a:extLst>
              <a:ext uri="{FF2B5EF4-FFF2-40B4-BE49-F238E27FC236}">
                <a16:creationId xmlns:a16="http://schemas.microsoft.com/office/drawing/2014/main" id="{76A431C7-249E-4F99-B712-A01144F692BA}"/>
              </a:ext>
            </a:extLst>
          </p:cNvPr>
          <p:cNvSpPr>
            <a:spLocks noGrp="1"/>
          </p:cNvSpPr>
          <p:nvPr/>
        </p:nvSpPr>
        <p:spPr>
          <a:xfrm>
            <a:off x="628306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Cryo_12832">
            <a:extLst>
              <a:ext uri="{FF2B5EF4-FFF2-40B4-BE49-F238E27FC236}">
                <a16:creationId xmlns:a16="http://schemas.microsoft.com/office/drawing/2014/main" id="{8469D354-C392-487A-B698-3D287AB6C45F}"/>
              </a:ext>
            </a:extLst>
          </p:cNvPr>
          <p:cNvSpPr>
            <a:spLocks noGrp="1"/>
          </p:cNvSpPr>
          <p:nvPr/>
        </p:nvSpPr>
        <p:spPr>
          <a:xfrm>
            <a:off x="6296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Cryo_12833">
            <a:extLst>
              <a:ext uri="{FF2B5EF4-FFF2-40B4-BE49-F238E27FC236}">
                <a16:creationId xmlns:a16="http://schemas.microsoft.com/office/drawing/2014/main" id="{F58A7B92-8BF5-4F9E-816C-55943CF29590}"/>
              </a:ext>
            </a:extLst>
          </p:cNvPr>
          <p:cNvSpPr>
            <a:spLocks noGrp="1"/>
          </p:cNvSpPr>
          <p:nvPr/>
        </p:nvSpPr>
        <p:spPr>
          <a:xfrm>
            <a:off x="6321943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Cryo_12834">
            <a:extLst>
              <a:ext uri="{FF2B5EF4-FFF2-40B4-BE49-F238E27FC236}">
                <a16:creationId xmlns:a16="http://schemas.microsoft.com/office/drawing/2014/main" id="{EB881340-CECA-4718-9350-58700C15354F}"/>
              </a:ext>
            </a:extLst>
          </p:cNvPr>
          <p:cNvSpPr>
            <a:spLocks noGrp="1"/>
          </p:cNvSpPr>
          <p:nvPr/>
        </p:nvSpPr>
        <p:spPr>
          <a:xfrm>
            <a:off x="636387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Cryo_12835">
            <a:extLst>
              <a:ext uri="{FF2B5EF4-FFF2-40B4-BE49-F238E27FC236}">
                <a16:creationId xmlns:a16="http://schemas.microsoft.com/office/drawing/2014/main" id="{AEBC1914-D833-4F2D-8AA7-3466E0A51B3C}"/>
              </a:ext>
            </a:extLst>
          </p:cNvPr>
          <p:cNvSpPr>
            <a:spLocks noGrp="1"/>
          </p:cNvSpPr>
          <p:nvPr/>
        </p:nvSpPr>
        <p:spPr>
          <a:xfrm>
            <a:off x="634129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Cryo_12836">
            <a:extLst>
              <a:ext uri="{FF2B5EF4-FFF2-40B4-BE49-F238E27FC236}">
                <a16:creationId xmlns:a16="http://schemas.microsoft.com/office/drawing/2014/main" id="{77275FE6-459B-4DC9-BE92-F36956B2DD71}"/>
              </a:ext>
            </a:extLst>
          </p:cNvPr>
          <p:cNvSpPr>
            <a:spLocks noGrp="1"/>
          </p:cNvSpPr>
          <p:nvPr/>
        </p:nvSpPr>
        <p:spPr>
          <a:xfrm>
            <a:off x="635882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Cryo_12837">
            <a:extLst>
              <a:ext uri="{FF2B5EF4-FFF2-40B4-BE49-F238E27FC236}">
                <a16:creationId xmlns:a16="http://schemas.microsoft.com/office/drawing/2014/main" id="{E32BB7A9-0446-4961-B629-AD38D0B20D53}"/>
              </a:ext>
            </a:extLst>
          </p:cNvPr>
          <p:cNvSpPr>
            <a:spLocks noGrp="1"/>
          </p:cNvSpPr>
          <p:nvPr/>
        </p:nvSpPr>
        <p:spPr>
          <a:xfrm>
            <a:off x="6199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Cryo_12838">
            <a:extLst>
              <a:ext uri="{FF2B5EF4-FFF2-40B4-BE49-F238E27FC236}">
                <a16:creationId xmlns:a16="http://schemas.microsoft.com/office/drawing/2014/main" id="{5B934A9D-BAA1-4D69-B64B-886BA2D89653}"/>
              </a:ext>
            </a:extLst>
          </p:cNvPr>
          <p:cNvSpPr>
            <a:spLocks noGrp="1"/>
          </p:cNvSpPr>
          <p:nvPr/>
        </p:nvSpPr>
        <p:spPr>
          <a:xfrm>
            <a:off x="62631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Cryo_12839">
            <a:extLst>
              <a:ext uri="{FF2B5EF4-FFF2-40B4-BE49-F238E27FC236}">
                <a16:creationId xmlns:a16="http://schemas.microsoft.com/office/drawing/2014/main" id="{50B02769-602A-4D0F-882F-F13E1C09AA30}"/>
              </a:ext>
            </a:extLst>
          </p:cNvPr>
          <p:cNvSpPr>
            <a:spLocks noGrp="1"/>
          </p:cNvSpPr>
          <p:nvPr/>
        </p:nvSpPr>
        <p:spPr>
          <a:xfrm>
            <a:off x="636794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Cryo_12840">
            <a:extLst>
              <a:ext uri="{FF2B5EF4-FFF2-40B4-BE49-F238E27FC236}">
                <a16:creationId xmlns:a16="http://schemas.microsoft.com/office/drawing/2014/main" id="{FC809426-9969-4D55-A617-7C68BCE99B6A}"/>
              </a:ext>
            </a:extLst>
          </p:cNvPr>
          <p:cNvSpPr>
            <a:spLocks noGrp="1"/>
          </p:cNvSpPr>
          <p:nvPr/>
        </p:nvSpPr>
        <p:spPr>
          <a:xfrm>
            <a:off x="63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Cryo_12841">
            <a:extLst>
              <a:ext uri="{FF2B5EF4-FFF2-40B4-BE49-F238E27FC236}">
                <a16:creationId xmlns:a16="http://schemas.microsoft.com/office/drawing/2014/main" id="{31902254-5954-40FA-8FA8-5771A7D23872}"/>
              </a:ext>
            </a:extLst>
          </p:cNvPr>
          <p:cNvSpPr>
            <a:spLocks noGrp="1"/>
          </p:cNvSpPr>
          <p:nvPr/>
        </p:nvSpPr>
        <p:spPr>
          <a:xfrm>
            <a:off x="63057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Cryo_12842">
            <a:extLst>
              <a:ext uri="{FF2B5EF4-FFF2-40B4-BE49-F238E27FC236}">
                <a16:creationId xmlns:a16="http://schemas.microsoft.com/office/drawing/2014/main" id="{B3948906-B70D-4AF4-B68B-9C6A949D6053}"/>
              </a:ext>
            </a:extLst>
          </p:cNvPr>
          <p:cNvSpPr>
            <a:spLocks noGrp="1"/>
          </p:cNvSpPr>
          <p:nvPr/>
        </p:nvSpPr>
        <p:spPr>
          <a:xfrm>
            <a:off x="636257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Cryo_12843">
            <a:extLst>
              <a:ext uri="{FF2B5EF4-FFF2-40B4-BE49-F238E27FC236}">
                <a16:creationId xmlns:a16="http://schemas.microsoft.com/office/drawing/2014/main" id="{1F5B9739-EAD1-4D4B-B746-5807EB049D48}"/>
              </a:ext>
            </a:extLst>
          </p:cNvPr>
          <p:cNvSpPr>
            <a:spLocks noGrp="1"/>
          </p:cNvSpPr>
          <p:nvPr/>
        </p:nvSpPr>
        <p:spPr>
          <a:xfrm>
            <a:off x="6192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Cryo_12844">
            <a:extLst>
              <a:ext uri="{FF2B5EF4-FFF2-40B4-BE49-F238E27FC236}">
                <a16:creationId xmlns:a16="http://schemas.microsoft.com/office/drawing/2014/main" id="{6C795057-769A-4A96-B013-D94CBFE74AA7}"/>
              </a:ext>
            </a:extLst>
          </p:cNvPr>
          <p:cNvSpPr>
            <a:spLocks noGrp="1"/>
          </p:cNvSpPr>
          <p:nvPr/>
        </p:nvSpPr>
        <p:spPr>
          <a:xfrm>
            <a:off x="62801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Cryo_12845">
            <a:extLst>
              <a:ext uri="{FF2B5EF4-FFF2-40B4-BE49-F238E27FC236}">
                <a16:creationId xmlns:a16="http://schemas.microsoft.com/office/drawing/2014/main" id="{B82DDE7E-D356-463F-8561-31B7C1C06915}"/>
              </a:ext>
            </a:extLst>
          </p:cNvPr>
          <p:cNvSpPr>
            <a:spLocks noGrp="1"/>
          </p:cNvSpPr>
          <p:nvPr/>
        </p:nvSpPr>
        <p:spPr>
          <a:xfrm>
            <a:off x="6380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Cryo_12846">
            <a:extLst>
              <a:ext uri="{FF2B5EF4-FFF2-40B4-BE49-F238E27FC236}">
                <a16:creationId xmlns:a16="http://schemas.microsoft.com/office/drawing/2014/main" id="{D006ADBC-1734-44FF-9B7D-BC087B0352B9}"/>
              </a:ext>
            </a:extLst>
          </p:cNvPr>
          <p:cNvSpPr>
            <a:spLocks noGrp="1"/>
          </p:cNvSpPr>
          <p:nvPr/>
        </p:nvSpPr>
        <p:spPr>
          <a:xfrm>
            <a:off x="61796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Cryo_12847">
            <a:extLst>
              <a:ext uri="{FF2B5EF4-FFF2-40B4-BE49-F238E27FC236}">
                <a16:creationId xmlns:a16="http://schemas.microsoft.com/office/drawing/2014/main" id="{29BED82D-5F44-44B1-B0C9-71CC2EE20A94}"/>
              </a:ext>
            </a:extLst>
          </p:cNvPr>
          <p:cNvSpPr>
            <a:spLocks noGrp="1"/>
          </p:cNvSpPr>
          <p:nvPr/>
        </p:nvSpPr>
        <p:spPr>
          <a:xfrm>
            <a:off x="6297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Cryo_12848">
            <a:extLst>
              <a:ext uri="{FF2B5EF4-FFF2-40B4-BE49-F238E27FC236}">
                <a16:creationId xmlns:a16="http://schemas.microsoft.com/office/drawing/2014/main" id="{AA5A3718-7078-48CE-B057-2FD553C31231}"/>
              </a:ext>
            </a:extLst>
          </p:cNvPr>
          <p:cNvSpPr>
            <a:spLocks noGrp="1"/>
          </p:cNvSpPr>
          <p:nvPr/>
        </p:nvSpPr>
        <p:spPr>
          <a:xfrm>
            <a:off x="63664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Cryo_12849">
            <a:extLst>
              <a:ext uri="{FF2B5EF4-FFF2-40B4-BE49-F238E27FC236}">
                <a16:creationId xmlns:a16="http://schemas.microsoft.com/office/drawing/2014/main" id="{7A075AE0-8617-4AF5-A2FF-CFDE8C8EE091}"/>
              </a:ext>
            </a:extLst>
          </p:cNvPr>
          <p:cNvSpPr>
            <a:spLocks noGrp="1"/>
          </p:cNvSpPr>
          <p:nvPr/>
        </p:nvSpPr>
        <p:spPr>
          <a:xfrm>
            <a:off x="63472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Cryo_12850">
            <a:extLst>
              <a:ext uri="{FF2B5EF4-FFF2-40B4-BE49-F238E27FC236}">
                <a16:creationId xmlns:a16="http://schemas.microsoft.com/office/drawing/2014/main" id="{489F5A23-9288-4991-AC78-4F9BFED295D2}"/>
              </a:ext>
            </a:extLst>
          </p:cNvPr>
          <p:cNvSpPr>
            <a:spLocks noGrp="1"/>
          </p:cNvSpPr>
          <p:nvPr/>
        </p:nvSpPr>
        <p:spPr>
          <a:xfrm>
            <a:off x="6296860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Cryo_12851">
            <a:extLst>
              <a:ext uri="{FF2B5EF4-FFF2-40B4-BE49-F238E27FC236}">
                <a16:creationId xmlns:a16="http://schemas.microsoft.com/office/drawing/2014/main" id="{3A9A1E9E-D2E1-4FAA-85C1-B6C98960D49C}"/>
              </a:ext>
            </a:extLst>
          </p:cNvPr>
          <p:cNvSpPr>
            <a:spLocks noGrp="1"/>
          </p:cNvSpPr>
          <p:nvPr/>
        </p:nvSpPr>
        <p:spPr>
          <a:xfrm>
            <a:off x="619853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Cryo_12852">
            <a:extLst>
              <a:ext uri="{FF2B5EF4-FFF2-40B4-BE49-F238E27FC236}">
                <a16:creationId xmlns:a16="http://schemas.microsoft.com/office/drawing/2014/main" id="{0547C225-DFC1-4CC3-8B1E-C3CE23C84C24}"/>
              </a:ext>
            </a:extLst>
          </p:cNvPr>
          <p:cNvSpPr>
            <a:spLocks noGrp="1"/>
          </p:cNvSpPr>
          <p:nvPr/>
        </p:nvSpPr>
        <p:spPr>
          <a:xfrm>
            <a:off x="612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Cryo_12853">
            <a:extLst>
              <a:ext uri="{FF2B5EF4-FFF2-40B4-BE49-F238E27FC236}">
                <a16:creationId xmlns:a16="http://schemas.microsoft.com/office/drawing/2014/main" id="{16B5F209-5B69-4FB7-A219-541E356D9DED}"/>
              </a:ext>
            </a:extLst>
          </p:cNvPr>
          <p:cNvSpPr>
            <a:spLocks noGrp="1"/>
          </p:cNvSpPr>
          <p:nvPr/>
        </p:nvSpPr>
        <p:spPr>
          <a:xfrm>
            <a:off x="61670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Cryo_12854">
            <a:extLst>
              <a:ext uri="{FF2B5EF4-FFF2-40B4-BE49-F238E27FC236}">
                <a16:creationId xmlns:a16="http://schemas.microsoft.com/office/drawing/2014/main" id="{4E5CBC04-2855-497D-B9B4-A1170D88259C}"/>
              </a:ext>
            </a:extLst>
          </p:cNvPr>
          <p:cNvSpPr>
            <a:spLocks noGrp="1"/>
          </p:cNvSpPr>
          <p:nvPr/>
        </p:nvSpPr>
        <p:spPr>
          <a:xfrm>
            <a:off x="6153054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Cryo_12855">
            <a:extLst>
              <a:ext uri="{FF2B5EF4-FFF2-40B4-BE49-F238E27FC236}">
                <a16:creationId xmlns:a16="http://schemas.microsoft.com/office/drawing/2014/main" id="{94ECF524-2251-4F8B-A607-389307C4C03B}"/>
              </a:ext>
            </a:extLst>
          </p:cNvPr>
          <p:cNvSpPr>
            <a:spLocks noGrp="1"/>
          </p:cNvSpPr>
          <p:nvPr/>
        </p:nvSpPr>
        <p:spPr>
          <a:xfrm>
            <a:off x="62384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Cryo_12856">
            <a:extLst>
              <a:ext uri="{FF2B5EF4-FFF2-40B4-BE49-F238E27FC236}">
                <a16:creationId xmlns:a16="http://schemas.microsoft.com/office/drawing/2014/main" id="{4EDDD8BC-70FF-4E8E-A987-657D57512D0C}"/>
              </a:ext>
            </a:extLst>
          </p:cNvPr>
          <p:cNvSpPr>
            <a:spLocks noGrp="1"/>
          </p:cNvSpPr>
          <p:nvPr/>
        </p:nvSpPr>
        <p:spPr>
          <a:xfrm>
            <a:off x="63439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Cryo_12857">
            <a:extLst>
              <a:ext uri="{FF2B5EF4-FFF2-40B4-BE49-F238E27FC236}">
                <a16:creationId xmlns:a16="http://schemas.microsoft.com/office/drawing/2014/main" id="{F5F9DB7D-CBE2-4C3E-8857-876D7D04178F}"/>
              </a:ext>
            </a:extLst>
          </p:cNvPr>
          <p:cNvSpPr>
            <a:spLocks noGrp="1"/>
          </p:cNvSpPr>
          <p:nvPr/>
        </p:nvSpPr>
        <p:spPr>
          <a:xfrm>
            <a:off x="621925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Cryo_12858">
            <a:extLst>
              <a:ext uri="{FF2B5EF4-FFF2-40B4-BE49-F238E27FC236}">
                <a16:creationId xmlns:a16="http://schemas.microsoft.com/office/drawing/2014/main" id="{19372F9C-3F51-45B9-BCD4-5DF2EAB4CD83}"/>
              </a:ext>
            </a:extLst>
          </p:cNvPr>
          <p:cNvSpPr>
            <a:spLocks noGrp="1"/>
          </p:cNvSpPr>
          <p:nvPr/>
        </p:nvSpPr>
        <p:spPr>
          <a:xfrm>
            <a:off x="62427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Cryo_12859">
            <a:extLst>
              <a:ext uri="{FF2B5EF4-FFF2-40B4-BE49-F238E27FC236}">
                <a16:creationId xmlns:a16="http://schemas.microsoft.com/office/drawing/2014/main" id="{0CEFD2A4-6D79-4A98-A30F-F8A42522050F}"/>
              </a:ext>
            </a:extLst>
          </p:cNvPr>
          <p:cNvSpPr>
            <a:spLocks noGrp="1"/>
          </p:cNvSpPr>
          <p:nvPr/>
        </p:nvSpPr>
        <p:spPr>
          <a:xfrm>
            <a:off x="62625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Cryo_12860">
            <a:extLst>
              <a:ext uri="{FF2B5EF4-FFF2-40B4-BE49-F238E27FC236}">
                <a16:creationId xmlns:a16="http://schemas.microsoft.com/office/drawing/2014/main" id="{12D9CDB0-2EE1-4435-B88D-68F664C73C77}"/>
              </a:ext>
            </a:extLst>
          </p:cNvPr>
          <p:cNvSpPr>
            <a:spLocks noGrp="1"/>
          </p:cNvSpPr>
          <p:nvPr/>
        </p:nvSpPr>
        <p:spPr>
          <a:xfrm>
            <a:off x="61981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Cryo_12861">
            <a:extLst>
              <a:ext uri="{FF2B5EF4-FFF2-40B4-BE49-F238E27FC236}">
                <a16:creationId xmlns:a16="http://schemas.microsoft.com/office/drawing/2014/main" id="{338D2B78-0E38-42A7-BAF8-6EC4F735BA31}"/>
              </a:ext>
            </a:extLst>
          </p:cNvPr>
          <p:cNvSpPr>
            <a:spLocks noGrp="1"/>
          </p:cNvSpPr>
          <p:nvPr/>
        </p:nvSpPr>
        <p:spPr>
          <a:xfrm>
            <a:off x="61773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Cryo_12862">
            <a:extLst>
              <a:ext uri="{FF2B5EF4-FFF2-40B4-BE49-F238E27FC236}">
                <a16:creationId xmlns:a16="http://schemas.microsoft.com/office/drawing/2014/main" id="{6702F095-022E-469F-8AD4-16F55DF5C0BE}"/>
              </a:ext>
            </a:extLst>
          </p:cNvPr>
          <p:cNvSpPr>
            <a:spLocks noGrp="1"/>
          </p:cNvSpPr>
          <p:nvPr/>
        </p:nvSpPr>
        <p:spPr>
          <a:xfrm>
            <a:off x="61700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Cryo_12863">
            <a:extLst>
              <a:ext uri="{FF2B5EF4-FFF2-40B4-BE49-F238E27FC236}">
                <a16:creationId xmlns:a16="http://schemas.microsoft.com/office/drawing/2014/main" id="{B9BF2E93-626C-42AA-9939-624DD0EF39D0}"/>
              </a:ext>
            </a:extLst>
          </p:cNvPr>
          <p:cNvSpPr>
            <a:spLocks noGrp="1"/>
          </p:cNvSpPr>
          <p:nvPr/>
        </p:nvSpPr>
        <p:spPr>
          <a:xfrm>
            <a:off x="6194219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Cryo_12864">
            <a:extLst>
              <a:ext uri="{FF2B5EF4-FFF2-40B4-BE49-F238E27FC236}">
                <a16:creationId xmlns:a16="http://schemas.microsoft.com/office/drawing/2014/main" id="{2ECC840B-C76B-4E64-9CDD-2136F1AE0EAC}"/>
              </a:ext>
            </a:extLst>
          </p:cNvPr>
          <p:cNvSpPr>
            <a:spLocks noGrp="1"/>
          </p:cNvSpPr>
          <p:nvPr/>
        </p:nvSpPr>
        <p:spPr>
          <a:xfrm>
            <a:off x="6320206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Cryo_12865">
            <a:extLst>
              <a:ext uri="{FF2B5EF4-FFF2-40B4-BE49-F238E27FC236}">
                <a16:creationId xmlns:a16="http://schemas.microsoft.com/office/drawing/2014/main" id="{8B22FFCE-69E3-40D2-A5F3-F4F0F44EAFD0}"/>
              </a:ext>
            </a:extLst>
          </p:cNvPr>
          <p:cNvSpPr>
            <a:spLocks noGrp="1"/>
          </p:cNvSpPr>
          <p:nvPr/>
        </p:nvSpPr>
        <p:spPr>
          <a:xfrm>
            <a:off x="6301090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Cryo_12866">
            <a:extLst>
              <a:ext uri="{FF2B5EF4-FFF2-40B4-BE49-F238E27FC236}">
                <a16:creationId xmlns:a16="http://schemas.microsoft.com/office/drawing/2014/main" id="{EEE24576-956B-4A15-87C2-8E8CBB6C485E}"/>
              </a:ext>
            </a:extLst>
          </p:cNvPr>
          <p:cNvSpPr>
            <a:spLocks noGrp="1"/>
          </p:cNvSpPr>
          <p:nvPr/>
        </p:nvSpPr>
        <p:spPr>
          <a:xfrm>
            <a:off x="6131746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Cryo_12867">
            <a:extLst>
              <a:ext uri="{FF2B5EF4-FFF2-40B4-BE49-F238E27FC236}">
                <a16:creationId xmlns:a16="http://schemas.microsoft.com/office/drawing/2014/main" id="{6ED5D830-4F0E-414A-98CA-6F120156B5F8}"/>
              </a:ext>
            </a:extLst>
          </p:cNvPr>
          <p:cNvSpPr>
            <a:spLocks noGrp="1"/>
          </p:cNvSpPr>
          <p:nvPr/>
        </p:nvSpPr>
        <p:spPr>
          <a:xfrm>
            <a:off x="620214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Cryo_12868">
            <a:extLst>
              <a:ext uri="{FF2B5EF4-FFF2-40B4-BE49-F238E27FC236}">
                <a16:creationId xmlns:a16="http://schemas.microsoft.com/office/drawing/2014/main" id="{F327F8D8-8D92-4792-9556-9C91275889A0}"/>
              </a:ext>
            </a:extLst>
          </p:cNvPr>
          <p:cNvSpPr>
            <a:spLocks noGrp="1"/>
          </p:cNvSpPr>
          <p:nvPr/>
        </p:nvSpPr>
        <p:spPr>
          <a:xfrm>
            <a:off x="6211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Cryo_12869">
            <a:extLst>
              <a:ext uri="{FF2B5EF4-FFF2-40B4-BE49-F238E27FC236}">
                <a16:creationId xmlns:a16="http://schemas.microsoft.com/office/drawing/2014/main" id="{831F389A-354E-4237-8E20-11998FBDEDF7}"/>
              </a:ext>
            </a:extLst>
          </p:cNvPr>
          <p:cNvSpPr>
            <a:spLocks noGrp="1"/>
          </p:cNvSpPr>
          <p:nvPr/>
        </p:nvSpPr>
        <p:spPr>
          <a:xfrm>
            <a:off x="6360799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Cryo_12870">
            <a:extLst>
              <a:ext uri="{FF2B5EF4-FFF2-40B4-BE49-F238E27FC236}">
                <a16:creationId xmlns:a16="http://schemas.microsoft.com/office/drawing/2014/main" id="{91167498-6834-4B31-931D-486A0E27FBD3}"/>
              </a:ext>
            </a:extLst>
          </p:cNvPr>
          <p:cNvSpPr>
            <a:spLocks noGrp="1"/>
          </p:cNvSpPr>
          <p:nvPr/>
        </p:nvSpPr>
        <p:spPr>
          <a:xfrm>
            <a:off x="61916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Cryo_12871">
            <a:extLst>
              <a:ext uri="{FF2B5EF4-FFF2-40B4-BE49-F238E27FC236}">
                <a16:creationId xmlns:a16="http://schemas.microsoft.com/office/drawing/2014/main" id="{EE9F51C6-276C-496B-A49C-C494EF77709A}"/>
              </a:ext>
            </a:extLst>
          </p:cNvPr>
          <p:cNvSpPr>
            <a:spLocks noGrp="1"/>
          </p:cNvSpPr>
          <p:nvPr/>
        </p:nvSpPr>
        <p:spPr>
          <a:xfrm>
            <a:off x="633920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Cryo_12872">
            <a:extLst>
              <a:ext uri="{FF2B5EF4-FFF2-40B4-BE49-F238E27FC236}">
                <a16:creationId xmlns:a16="http://schemas.microsoft.com/office/drawing/2014/main" id="{E770785F-23EB-4DBA-AF85-0158966CEDA4}"/>
              </a:ext>
            </a:extLst>
          </p:cNvPr>
          <p:cNvSpPr>
            <a:spLocks noGrp="1"/>
          </p:cNvSpPr>
          <p:nvPr/>
        </p:nvSpPr>
        <p:spPr>
          <a:xfrm>
            <a:off x="6212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Cryo_12873">
            <a:extLst>
              <a:ext uri="{FF2B5EF4-FFF2-40B4-BE49-F238E27FC236}">
                <a16:creationId xmlns:a16="http://schemas.microsoft.com/office/drawing/2014/main" id="{3730BED6-7896-49E3-955E-8D628E328D45}"/>
              </a:ext>
            </a:extLst>
          </p:cNvPr>
          <p:cNvSpPr>
            <a:spLocks noGrp="1"/>
          </p:cNvSpPr>
          <p:nvPr/>
        </p:nvSpPr>
        <p:spPr>
          <a:xfrm>
            <a:off x="61609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Cryo_12874">
            <a:extLst>
              <a:ext uri="{FF2B5EF4-FFF2-40B4-BE49-F238E27FC236}">
                <a16:creationId xmlns:a16="http://schemas.microsoft.com/office/drawing/2014/main" id="{6141014B-73D4-4BA0-A8D1-D965C0B6F030}"/>
              </a:ext>
            </a:extLst>
          </p:cNvPr>
          <p:cNvSpPr>
            <a:spLocks noGrp="1"/>
          </p:cNvSpPr>
          <p:nvPr/>
        </p:nvSpPr>
        <p:spPr>
          <a:xfrm>
            <a:off x="6236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Cryo_12875">
            <a:extLst>
              <a:ext uri="{FF2B5EF4-FFF2-40B4-BE49-F238E27FC236}">
                <a16:creationId xmlns:a16="http://schemas.microsoft.com/office/drawing/2014/main" id="{CDE627E9-01BC-404C-8251-B45FEF84D974}"/>
              </a:ext>
            </a:extLst>
          </p:cNvPr>
          <p:cNvSpPr>
            <a:spLocks noGrp="1"/>
          </p:cNvSpPr>
          <p:nvPr/>
        </p:nvSpPr>
        <p:spPr>
          <a:xfrm>
            <a:off x="633247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Cryo_12876">
            <a:extLst>
              <a:ext uri="{FF2B5EF4-FFF2-40B4-BE49-F238E27FC236}">
                <a16:creationId xmlns:a16="http://schemas.microsoft.com/office/drawing/2014/main" id="{EB0DEBD0-F384-4860-9334-77313F2530E6}"/>
              </a:ext>
            </a:extLst>
          </p:cNvPr>
          <p:cNvSpPr>
            <a:spLocks noGrp="1"/>
          </p:cNvSpPr>
          <p:nvPr/>
        </p:nvSpPr>
        <p:spPr>
          <a:xfrm>
            <a:off x="627330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Cryo_12877">
            <a:extLst>
              <a:ext uri="{FF2B5EF4-FFF2-40B4-BE49-F238E27FC236}">
                <a16:creationId xmlns:a16="http://schemas.microsoft.com/office/drawing/2014/main" id="{C41DDF87-7406-4E6C-BCD4-E67501B87229}"/>
              </a:ext>
            </a:extLst>
          </p:cNvPr>
          <p:cNvSpPr>
            <a:spLocks noGrp="1"/>
          </p:cNvSpPr>
          <p:nvPr/>
        </p:nvSpPr>
        <p:spPr>
          <a:xfrm>
            <a:off x="612907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Cryo_12878">
            <a:extLst>
              <a:ext uri="{FF2B5EF4-FFF2-40B4-BE49-F238E27FC236}">
                <a16:creationId xmlns:a16="http://schemas.microsoft.com/office/drawing/2014/main" id="{9EC9AF9E-F5BD-407A-8DE7-54B296A58435}"/>
              </a:ext>
            </a:extLst>
          </p:cNvPr>
          <p:cNvSpPr>
            <a:spLocks noGrp="1"/>
          </p:cNvSpPr>
          <p:nvPr/>
        </p:nvSpPr>
        <p:spPr>
          <a:xfrm>
            <a:off x="62698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Cryo_12879">
            <a:extLst>
              <a:ext uri="{FF2B5EF4-FFF2-40B4-BE49-F238E27FC236}">
                <a16:creationId xmlns:a16="http://schemas.microsoft.com/office/drawing/2014/main" id="{4C653B05-574D-4FEC-92DE-4FD3248E8336}"/>
              </a:ext>
            </a:extLst>
          </p:cNvPr>
          <p:cNvSpPr>
            <a:spLocks noGrp="1"/>
          </p:cNvSpPr>
          <p:nvPr/>
        </p:nvSpPr>
        <p:spPr>
          <a:xfrm>
            <a:off x="6235439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Cryo_12880">
            <a:extLst>
              <a:ext uri="{FF2B5EF4-FFF2-40B4-BE49-F238E27FC236}">
                <a16:creationId xmlns:a16="http://schemas.microsoft.com/office/drawing/2014/main" id="{45D5B890-AA2E-4388-9E7A-98CB5A066706}"/>
              </a:ext>
            </a:extLst>
          </p:cNvPr>
          <p:cNvSpPr>
            <a:spLocks noGrp="1"/>
          </p:cNvSpPr>
          <p:nvPr/>
        </p:nvSpPr>
        <p:spPr>
          <a:xfrm>
            <a:off x="622336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Cryo_12881">
            <a:extLst>
              <a:ext uri="{FF2B5EF4-FFF2-40B4-BE49-F238E27FC236}">
                <a16:creationId xmlns:a16="http://schemas.microsoft.com/office/drawing/2014/main" id="{4590DF3E-27B8-42D6-BCF2-9457F5194C9E}"/>
              </a:ext>
            </a:extLst>
          </p:cNvPr>
          <p:cNvSpPr>
            <a:spLocks noGrp="1"/>
          </p:cNvSpPr>
          <p:nvPr/>
        </p:nvSpPr>
        <p:spPr>
          <a:xfrm>
            <a:off x="62458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Cryo_12882">
            <a:extLst>
              <a:ext uri="{FF2B5EF4-FFF2-40B4-BE49-F238E27FC236}">
                <a16:creationId xmlns:a16="http://schemas.microsoft.com/office/drawing/2014/main" id="{79D92A85-0E7B-4B8A-B134-FDC5085A00CF}"/>
              </a:ext>
            </a:extLst>
          </p:cNvPr>
          <p:cNvSpPr>
            <a:spLocks noGrp="1"/>
          </p:cNvSpPr>
          <p:nvPr/>
        </p:nvSpPr>
        <p:spPr>
          <a:xfrm>
            <a:off x="6157927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Cryo_12883">
            <a:extLst>
              <a:ext uri="{FF2B5EF4-FFF2-40B4-BE49-F238E27FC236}">
                <a16:creationId xmlns:a16="http://schemas.microsoft.com/office/drawing/2014/main" id="{07A72392-76A6-431C-9503-9CA74A44CE7E}"/>
              </a:ext>
            </a:extLst>
          </p:cNvPr>
          <p:cNvSpPr>
            <a:spLocks noGrp="1"/>
          </p:cNvSpPr>
          <p:nvPr/>
        </p:nvSpPr>
        <p:spPr>
          <a:xfrm>
            <a:off x="63479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Cryo_12884">
            <a:extLst>
              <a:ext uri="{FF2B5EF4-FFF2-40B4-BE49-F238E27FC236}">
                <a16:creationId xmlns:a16="http://schemas.microsoft.com/office/drawing/2014/main" id="{9A52CE59-F9B9-45C3-AF90-B70CECF973CC}"/>
              </a:ext>
            </a:extLst>
          </p:cNvPr>
          <p:cNvSpPr>
            <a:spLocks noGrp="1"/>
          </p:cNvSpPr>
          <p:nvPr/>
        </p:nvSpPr>
        <p:spPr>
          <a:xfrm>
            <a:off x="627428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Cryo_12885">
            <a:extLst>
              <a:ext uri="{FF2B5EF4-FFF2-40B4-BE49-F238E27FC236}">
                <a16:creationId xmlns:a16="http://schemas.microsoft.com/office/drawing/2014/main" id="{7864CCBA-6CB4-4302-998D-2A709EA9D7D5}"/>
              </a:ext>
            </a:extLst>
          </p:cNvPr>
          <p:cNvSpPr>
            <a:spLocks noGrp="1"/>
          </p:cNvSpPr>
          <p:nvPr/>
        </p:nvSpPr>
        <p:spPr>
          <a:xfrm>
            <a:off x="6200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Cryo_12886">
            <a:extLst>
              <a:ext uri="{FF2B5EF4-FFF2-40B4-BE49-F238E27FC236}">
                <a16:creationId xmlns:a16="http://schemas.microsoft.com/office/drawing/2014/main" id="{BD0D2514-62B9-4161-9990-B93B0CDDEE43}"/>
              </a:ext>
            </a:extLst>
          </p:cNvPr>
          <p:cNvSpPr>
            <a:spLocks noGrp="1"/>
          </p:cNvSpPr>
          <p:nvPr/>
        </p:nvSpPr>
        <p:spPr>
          <a:xfrm>
            <a:off x="63000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Cryo_12887">
            <a:extLst>
              <a:ext uri="{FF2B5EF4-FFF2-40B4-BE49-F238E27FC236}">
                <a16:creationId xmlns:a16="http://schemas.microsoft.com/office/drawing/2014/main" id="{4A035F5E-8EB5-49F3-B9DF-4E8395B6B08E}"/>
              </a:ext>
            </a:extLst>
          </p:cNvPr>
          <p:cNvSpPr>
            <a:spLocks noGrp="1"/>
          </p:cNvSpPr>
          <p:nvPr/>
        </p:nvSpPr>
        <p:spPr>
          <a:xfrm>
            <a:off x="61766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Cryo_12888">
            <a:extLst>
              <a:ext uri="{FF2B5EF4-FFF2-40B4-BE49-F238E27FC236}">
                <a16:creationId xmlns:a16="http://schemas.microsoft.com/office/drawing/2014/main" id="{7553B0AE-68AC-4381-B057-E86519A70255}"/>
              </a:ext>
            </a:extLst>
          </p:cNvPr>
          <p:cNvSpPr>
            <a:spLocks noGrp="1"/>
          </p:cNvSpPr>
          <p:nvPr/>
        </p:nvSpPr>
        <p:spPr>
          <a:xfrm>
            <a:off x="62839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Cryo_12889">
            <a:extLst>
              <a:ext uri="{FF2B5EF4-FFF2-40B4-BE49-F238E27FC236}">
                <a16:creationId xmlns:a16="http://schemas.microsoft.com/office/drawing/2014/main" id="{C0498965-6B9A-455B-9FA0-D0D14044E935}"/>
              </a:ext>
            </a:extLst>
          </p:cNvPr>
          <p:cNvSpPr>
            <a:spLocks noGrp="1"/>
          </p:cNvSpPr>
          <p:nvPr/>
        </p:nvSpPr>
        <p:spPr>
          <a:xfrm>
            <a:off x="63504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Cryo_12890">
            <a:extLst>
              <a:ext uri="{FF2B5EF4-FFF2-40B4-BE49-F238E27FC236}">
                <a16:creationId xmlns:a16="http://schemas.microsoft.com/office/drawing/2014/main" id="{8BE4A992-B9F9-406E-950B-194E630116DA}"/>
              </a:ext>
            </a:extLst>
          </p:cNvPr>
          <p:cNvSpPr>
            <a:spLocks noGrp="1"/>
          </p:cNvSpPr>
          <p:nvPr/>
        </p:nvSpPr>
        <p:spPr>
          <a:xfrm>
            <a:off x="6295969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Cryo_12891">
            <a:extLst>
              <a:ext uri="{FF2B5EF4-FFF2-40B4-BE49-F238E27FC236}">
                <a16:creationId xmlns:a16="http://schemas.microsoft.com/office/drawing/2014/main" id="{5B4752C4-7702-4571-A320-B13FCBC39CC3}"/>
              </a:ext>
            </a:extLst>
          </p:cNvPr>
          <p:cNvSpPr>
            <a:spLocks noGrp="1"/>
          </p:cNvSpPr>
          <p:nvPr/>
        </p:nvSpPr>
        <p:spPr>
          <a:xfrm>
            <a:off x="617491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Cryo_12892">
            <a:extLst>
              <a:ext uri="{FF2B5EF4-FFF2-40B4-BE49-F238E27FC236}">
                <a16:creationId xmlns:a16="http://schemas.microsoft.com/office/drawing/2014/main" id="{50ACA2FF-5E9C-4D37-BC38-3B0F214B90A9}"/>
              </a:ext>
            </a:extLst>
          </p:cNvPr>
          <p:cNvSpPr>
            <a:spLocks noGrp="1"/>
          </p:cNvSpPr>
          <p:nvPr/>
        </p:nvSpPr>
        <p:spPr>
          <a:xfrm>
            <a:off x="62065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Cryo_12893">
            <a:extLst>
              <a:ext uri="{FF2B5EF4-FFF2-40B4-BE49-F238E27FC236}">
                <a16:creationId xmlns:a16="http://schemas.microsoft.com/office/drawing/2014/main" id="{FCFD4D38-471C-4374-ACCF-8AB05248AC31}"/>
              </a:ext>
            </a:extLst>
          </p:cNvPr>
          <p:cNvSpPr>
            <a:spLocks noGrp="1"/>
          </p:cNvSpPr>
          <p:nvPr/>
        </p:nvSpPr>
        <p:spPr>
          <a:xfrm>
            <a:off x="631293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Cryo_12894">
            <a:extLst>
              <a:ext uri="{FF2B5EF4-FFF2-40B4-BE49-F238E27FC236}">
                <a16:creationId xmlns:a16="http://schemas.microsoft.com/office/drawing/2014/main" id="{DDFC1942-0B4F-4C17-B660-E8B1EC19B0FB}"/>
              </a:ext>
            </a:extLst>
          </p:cNvPr>
          <p:cNvSpPr>
            <a:spLocks noGrp="1"/>
          </p:cNvSpPr>
          <p:nvPr/>
        </p:nvSpPr>
        <p:spPr>
          <a:xfrm>
            <a:off x="613384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Cryo_12895">
            <a:extLst>
              <a:ext uri="{FF2B5EF4-FFF2-40B4-BE49-F238E27FC236}">
                <a16:creationId xmlns:a16="http://schemas.microsoft.com/office/drawing/2014/main" id="{A4A103F3-5B34-48AE-A2DC-5CBFB63EF45C}"/>
              </a:ext>
            </a:extLst>
          </p:cNvPr>
          <p:cNvSpPr>
            <a:spLocks noGrp="1"/>
          </p:cNvSpPr>
          <p:nvPr/>
        </p:nvSpPr>
        <p:spPr>
          <a:xfrm>
            <a:off x="6350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Cryo_12896">
            <a:extLst>
              <a:ext uri="{FF2B5EF4-FFF2-40B4-BE49-F238E27FC236}">
                <a16:creationId xmlns:a16="http://schemas.microsoft.com/office/drawing/2014/main" id="{EBB7A8E4-8C56-4563-AF11-ED4AC7ED6120}"/>
              </a:ext>
            </a:extLst>
          </p:cNvPr>
          <p:cNvSpPr>
            <a:spLocks noGrp="1"/>
          </p:cNvSpPr>
          <p:nvPr/>
        </p:nvSpPr>
        <p:spPr>
          <a:xfrm>
            <a:off x="6380534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Cryo_12897">
            <a:extLst>
              <a:ext uri="{FF2B5EF4-FFF2-40B4-BE49-F238E27FC236}">
                <a16:creationId xmlns:a16="http://schemas.microsoft.com/office/drawing/2014/main" id="{6B20631F-0916-479D-B334-C20AEBC2D9C2}"/>
              </a:ext>
            </a:extLst>
          </p:cNvPr>
          <p:cNvSpPr>
            <a:spLocks noGrp="1"/>
          </p:cNvSpPr>
          <p:nvPr/>
        </p:nvSpPr>
        <p:spPr>
          <a:xfrm>
            <a:off x="619748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Cryo_12898">
            <a:extLst>
              <a:ext uri="{FF2B5EF4-FFF2-40B4-BE49-F238E27FC236}">
                <a16:creationId xmlns:a16="http://schemas.microsoft.com/office/drawing/2014/main" id="{892F28BF-6B0A-4709-AB48-201B06BADEA5}"/>
              </a:ext>
            </a:extLst>
          </p:cNvPr>
          <p:cNvSpPr>
            <a:spLocks noGrp="1"/>
          </p:cNvSpPr>
          <p:nvPr/>
        </p:nvSpPr>
        <p:spPr>
          <a:xfrm>
            <a:off x="6374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Cryo_12899">
            <a:extLst>
              <a:ext uri="{FF2B5EF4-FFF2-40B4-BE49-F238E27FC236}">
                <a16:creationId xmlns:a16="http://schemas.microsoft.com/office/drawing/2014/main" id="{1B8316FC-4FD5-440D-8954-BFDC71A6527D}"/>
              </a:ext>
            </a:extLst>
          </p:cNvPr>
          <p:cNvSpPr>
            <a:spLocks noGrp="1"/>
          </p:cNvSpPr>
          <p:nvPr/>
        </p:nvSpPr>
        <p:spPr>
          <a:xfrm>
            <a:off x="62805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Cryo_12900">
            <a:extLst>
              <a:ext uri="{FF2B5EF4-FFF2-40B4-BE49-F238E27FC236}">
                <a16:creationId xmlns:a16="http://schemas.microsoft.com/office/drawing/2014/main" id="{159616C3-BD14-473F-AB79-53A436542002}"/>
              </a:ext>
            </a:extLst>
          </p:cNvPr>
          <p:cNvSpPr>
            <a:spLocks noGrp="1"/>
          </p:cNvSpPr>
          <p:nvPr/>
        </p:nvSpPr>
        <p:spPr>
          <a:xfrm>
            <a:off x="6365164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Cryo_12901">
            <a:extLst>
              <a:ext uri="{FF2B5EF4-FFF2-40B4-BE49-F238E27FC236}">
                <a16:creationId xmlns:a16="http://schemas.microsoft.com/office/drawing/2014/main" id="{6149FC4F-BCEC-4DE7-B867-BB4D959656C6}"/>
              </a:ext>
            </a:extLst>
          </p:cNvPr>
          <p:cNvSpPr>
            <a:spLocks noGrp="1"/>
          </p:cNvSpPr>
          <p:nvPr/>
        </p:nvSpPr>
        <p:spPr>
          <a:xfrm>
            <a:off x="61875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Cryo_12902">
            <a:extLst>
              <a:ext uri="{FF2B5EF4-FFF2-40B4-BE49-F238E27FC236}">
                <a16:creationId xmlns:a16="http://schemas.microsoft.com/office/drawing/2014/main" id="{8039B80E-651D-433E-8C72-85188E9EAC63}"/>
              </a:ext>
            </a:extLst>
          </p:cNvPr>
          <p:cNvSpPr>
            <a:spLocks noGrp="1"/>
          </p:cNvSpPr>
          <p:nvPr/>
        </p:nvSpPr>
        <p:spPr>
          <a:xfrm>
            <a:off x="633536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Cryo_12903">
            <a:extLst>
              <a:ext uri="{FF2B5EF4-FFF2-40B4-BE49-F238E27FC236}">
                <a16:creationId xmlns:a16="http://schemas.microsoft.com/office/drawing/2014/main" id="{9ABA1E68-0697-4A77-8103-CAC9C86919B7}"/>
              </a:ext>
            </a:extLst>
          </p:cNvPr>
          <p:cNvSpPr>
            <a:spLocks noGrp="1"/>
          </p:cNvSpPr>
          <p:nvPr/>
        </p:nvSpPr>
        <p:spPr>
          <a:xfrm>
            <a:off x="62322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Cryo_12904">
            <a:extLst>
              <a:ext uri="{FF2B5EF4-FFF2-40B4-BE49-F238E27FC236}">
                <a16:creationId xmlns:a16="http://schemas.microsoft.com/office/drawing/2014/main" id="{C620A194-1364-44B0-AF8E-1D25E0811236}"/>
              </a:ext>
            </a:extLst>
          </p:cNvPr>
          <p:cNvSpPr>
            <a:spLocks noGrp="1"/>
          </p:cNvSpPr>
          <p:nvPr/>
        </p:nvSpPr>
        <p:spPr>
          <a:xfrm>
            <a:off x="6330765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Cryo_12905">
            <a:extLst>
              <a:ext uri="{FF2B5EF4-FFF2-40B4-BE49-F238E27FC236}">
                <a16:creationId xmlns:a16="http://schemas.microsoft.com/office/drawing/2014/main" id="{DF5A39FA-63E4-4596-94F3-B2CD03B4EBEE}"/>
              </a:ext>
            </a:extLst>
          </p:cNvPr>
          <p:cNvSpPr>
            <a:spLocks noGrp="1"/>
          </p:cNvSpPr>
          <p:nvPr/>
        </p:nvSpPr>
        <p:spPr>
          <a:xfrm>
            <a:off x="6236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Cryo_12906">
            <a:extLst>
              <a:ext uri="{FF2B5EF4-FFF2-40B4-BE49-F238E27FC236}">
                <a16:creationId xmlns:a16="http://schemas.microsoft.com/office/drawing/2014/main" id="{C412C4A6-FEDD-4F5F-A921-AA93D60F0A1C}"/>
              </a:ext>
            </a:extLst>
          </p:cNvPr>
          <p:cNvSpPr>
            <a:spLocks noGrp="1"/>
          </p:cNvSpPr>
          <p:nvPr/>
        </p:nvSpPr>
        <p:spPr>
          <a:xfrm>
            <a:off x="63052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Cryo_12907">
            <a:extLst>
              <a:ext uri="{FF2B5EF4-FFF2-40B4-BE49-F238E27FC236}">
                <a16:creationId xmlns:a16="http://schemas.microsoft.com/office/drawing/2014/main" id="{F0F9198D-9C95-40EF-A8D4-D97E45137620}"/>
              </a:ext>
            </a:extLst>
          </p:cNvPr>
          <p:cNvSpPr>
            <a:spLocks noGrp="1"/>
          </p:cNvSpPr>
          <p:nvPr/>
        </p:nvSpPr>
        <p:spPr>
          <a:xfrm>
            <a:off x="61943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Cryo_12908">
            <a:extLst>
              <a:ext uri="{FF2B5EF4-FFF2-40B4-BE49-F238E27FC236}">
                <a16:creationId xmlns:a16="http://schemas.microsoft.com/office/drawing/2014/main" id="{33FB545F-350C-413E-B71E-31513895C577}"/>
              </a:ext>
            </a:extLst>
          </p:cNvPr>
          <p:cNvSpPr>
            <a:spLocks noGrp="1"/>
          </p:cNvSpPr>
          <p:nvPr/>
        </p:nvSpPr>
        <p:spPr>
          <a:xfrm>
            <a:off x="6316144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Cryo_12909">
            <a:extLst>
              <a:ext uri="{FF2B5EF4-FFF2-40B4-BE49-F238E27FC236}">
                <a16:creationId xmlns:a16="http://schemas.microsoft.com/office/drawing/2014/main" id="{8EEA36C3-5443-46A9-8294-830AD8BD69A8}"/>
              </a:ext>
            </a:extLst>
          </p:cNvPr>
          <p:cNvSpPr>
            <a:spLocks noGrp="1"/>
          </p:cNvSpPr>
          <p:nvPr/>
        </p:nvSpPr>
        <p:spPr>
          <a:xfrm>
            <a:off x="63122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Cryo_12910">
            <a:extLst>
              <a:ext uri="{FF2B5EF4-FFF2-40B4-BE49-F238E27FC236}">
                <a16:creationId xmlns:a16="http://schemas.microsoft.com/office/drawing/2014/main" id="{FD6D07C2-E7FF-43CD-8CEE-1B7D5AE8428B}"/>
              </a:ext>
            </a:extLst>
          </p:cNvPr>
          <p:cNvSpPr>
            <a:spLocks noGrp="1"/>
          </p:cNvSpPr>
          <p:nvPr/>
        </p:nvSpPr>
        <p:spPr>
          <a:xfrm>
            <a:off x="620215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Cryo_12911">
            <a:extLst>
              <a:ext uri="{FF2B5EF4-FFF2-40B4-BE49-F238E27FC236}">
                <a16:creationId xmlns:a16="http://schemas.microsoft.com/office/drawing/2014/main" id="{E092437F-482D-4962-94DB-5899E705DA91}"/>
              </a:ext>
            </a:extLst>
          </p:cNvPr>
          <p:cNvSpPr>
            <a:spLocks noGrp="1"/>
          </p:cNvSpPr>
          <p:nvPr/>
        </p:nvSpPr>
        <p:spPr>
          <a:xfrm>
            <a:off x="624627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Cryo_12912">
            <a:extLst>
              <a:ext uri="{FF2B5EF4-FFF2-40B4-BE49-F238E27FC236}">
                <a16:creationId xmlns:a16="http://schemas.microsoft.com/office/drawing/2014/main" id="{32755614-2C99-4FFB-AA2D-FD4AAD03E3EF}"/>
              </a:ext>
            </a:extLst>
          </p:cNvPr>
          <p:cNvSpPr>
            <a:spLocks noGrp="1"/>
          </p:cNvSpPr>
          <p:nvPr/>
        </p:nvSpPr>
        <p:spPr>
          <a:xfrm>
            <a:off x="625630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Cryo_12913">
            <a:extLst>
              <a:ext uri="{FF2B5EF4-FFF2-40B4-BE49-F238E27FC236}">
                <a16:creationId xmlns:a16="http://schemas.microsoft.com/office/drawing/2014/main" id="{73ABFF1C-275D-4188-B1A9-47E0A9385DF6}"/>
              </a:ext>
            </a:extLst>
          </p:cNvPr>
          <p:cNvSpPr>
            <a:spLocks noGrp="1"/>
          </p:cNvSpPr>
          <p:nvPr/>
        </p:nvSpPr>
        <p:spPr>
          <a:xfrm>
            <a:off x="633492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Cryo_12914">
            <a:extLst>
              <a:ext uri="{FF2B5EF4-FFF2-40B4-BE49-F238E27FC236}">
                <a16:creationId xmlns:a16="http://schemas.microsoft.com/office/drawing/2014/main" id="{98488E7B-D497-4E36-8DAC-DD81CE627E7A}"/>
              </a:ext>
            </a:extLst>
          </p:cNvPr>
          <p:cNvSpPr>
            <a:spLocks noGrp="1"/>
          </p:cNvSpPr>
          <p:nvPr/>
        </p:nvSpPr>
        <p:spPr>
          <a:xfrm>
            <a:off x="62323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Cryo_12915">
            <a:extLst>
              <a:ext uri="{FF2B5EF4-FFF2-40B4-BE49-F238E27FC236}">
                <a16:creationId xmlns:a16="http://schemas.microsoft.com/office/drawing/2014/main" id="{B5EA6944-1F4C-4459-9C03-8EE44B7A84D6}"/>
              </a:ext>
            </a:extLst>
          </p:cNvPr>
          <p:cNvSpPr>
            <a:spLocks noGrp="1"/>
          </p:cNvSpPr>
          <p:nvPr/>
        </p:nvSpPr>
        <p:spPr>
          <a:xfrm>
            <a:off x="63289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Cryo_12916">
            <a:extLst>
              <a:ext uri="{FF2B5EF4-FFF2-40B4-BE49-F238E27FC236}">
                <a16:creationId xmlns:a16="http://schemas.microsoft.com/office/drawing/2014/main" id="{967D4058-330D-4A45-AA28-0B66576ABCA9}"/>
              </a:ext>
            </a:extLst>
          </p:cNvPr>
          <p:cNvSpPr>
            <a:spLocks noGrp="1"/>
          </p:cNvSpPr>
          <p:nvPr/>
        </p:nvSpPr>
        <p:spPr>
          <a:xfrm>
            <a:off x="613780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Cryo_12917">
            <a:extLst>
              <a:ext uri="{FF2B5EF4-FFF2-40B4-BE49-F238E27FC236}">
                <a16:creationId xmlns:a16="http://schemas.microsoft.com/office/drawing/2014/main" id="{4AF14C99-ABDD-4FF8-9DD3-C0F21C25AB23}"/>
              </a:ext>
            </a:extLst>
          </p:cNvPr>
          <p:cNvSpPr>
            <a:spLocks noGrp="1"/>
          </p:cNvSpPr>
          <p:nvPr/>
        </p:nvSpPr>
        <p:spPr>
          <a:xfrm>
            <a:off x="63182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Cryo_12918">
            <a:extLst>
              <a:ext uri="{FF2B5EF4-FFF2-40B4-BE49-F238E27FC236}">
                <a16:creationId xmlns:a16="http://schemas.microsoft.com/office/drawing/2014/main" id="{57588B0B-3437-4730-A4D2-9E89888D80AF}"/>
              </a:ext>
            </a:extLst>
          </p:cNvPr>
          <p:cNvSpPr>
            <a:spLocks noGrp="1"/>
          </p:cNvSpPr>
          <p:nvPr/>
        </p:nvSpPr>
        <p:spPr>
          <a:xfrm>
            <a:off x="6291482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Cryo_12919">
            <a:extLst>
              <a:ext uri="{FF2B5EF4-FFF2-40B4-BE49-F238E27FC236}">
                <a16:creationId xmlns:a16="http://schemas.microsoft.com/office/drawing/2014/main" id="{40CBC78E-77DC-48F7-BD68-1B953547BA34}"/>
              </a:ext>
            </a:extLst>
          </p:cNvPr>
          <p:cNvSpPr>
            <a:spLocks noGrp="1"/>
          </p:cNvSpPr>
          <p:nvPr/>
        </p:nvSpPr>
        <p:spPr>
          <a:xfrm>
            <a:off x="634209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Cryo_12920">
            <a:extLst>
              <a:ext uri="{FF2B5EF4-FFF2-40B4-BE49-F238E27FC236}">
                <a16:creationId xmlns:a16="http://schemas.microsoft.com/office/drawing/2014/main" id="{7C1188CD-F20D-44BC-AD37-878D19B20B5E}"/>
              </a:ext>
            </a:extLst>
          </p:cNvPr>
          <p:cNvSpPr>
            <a:spLocks noGrp="1"/>
          </p:cNvSpPr>
          <p:nvPr/>
        </p:nvSpPr>
        <p:spPr>
          <a:xfrm>
            <a:off x="6152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Cryo_12921">
            <a:extLst>
              <a:ext uri="{FF2B5EF4-FFF2-40B4-BE49-F238E27FC236}">
                <a16:creationId xmlns:a16="http://schemas.microsoft.com/office/drawing/2014/main" id="{ED2AB2C3-B74B-49A9-A9E4-A195F417D0D9}"/>
              </a:ext>
            </a:extLst>
          </p:cNvPr>
          <p:cNvSpPr>
            <a:spLocks noGrp="1"/>
          </p:cNvSpPr>
          <p:nvPr/>
        </p:nvSpPr>
        <p:spPr>
          <a:xfrm>
            <a:off x="6147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Cryo_12922">
            <a:extLst>
              <a:ext uri="{FF2B5EF4-FFF2-40B4-BE49-F238E27FC236}">
                <a16:creationId xmlns:a16="http://schemas.microsoft.com/office/drawing/2014/main" id="{7A37E724-AB51-4369-A335-DA511BB1D29C}"/>
              </a:ext>
            </a:extLst>
          </p:cNvPr>
          <p:cNvSpPr>
            <a:spLocks noGrp="1"/>
          </p:cNvSpPr>
          <p:nvPr/>
        </p:nvSpPr>
        <p:spPr>
          <a:xfrm>
            <a:off x="6341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Cryo_12923">
            <a:extLst>
              <a:ext uri="{FF2B5EF4-FFF2-40B4-BE49-F238E27FC236}">
                <a16:creationId xmlns:a16="http://schemas.microsoft.com/office/drawing/2014/main" id="{3C57ABAE-8839-42C7-9196-E92E400E31A2}"/>
              </a:ext>
            </a:extLst>
          </p:cNvPr>
          <p:cNvSpPr>
            <a:spLocks noGrp="1"/>
          </p:cNvSpPr>
          <p:nvPr/>
        </p:nvSpPr>
        <p:spPr>
          <a:xfrm>
            <a:off x="6283099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Cryo_12924">
            <a:extLst>
              <a:ext uri="{FF2B5EF4-FFF2-40B4-BE49-F238E27FC236}">
                <a16:creationId xmlns:a16="http://schemas.microsoft.com/office/drawing/2014/main" id="{CBD4B46C-DBAE-4B10-9F75-8511D9394F2A}"/>
              </a:ext>
            </a:extLst>
          </p:cNvPr>
          <p:cNvSpPr>
            <a:spLocks noGrp="1"/>
          </p:cNvSpPr>
          <p:nvPr/>
        </p:nvSpPr>
        <p:spPr>
          <a:xfrm>
            <a:off x="619657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Cryo_12925">
            <a:extLst>
              <a:ext uri="{FF2B5EF4-FFF2-40B4-BE49-F238E27FC236}">
                <a16:creationId xmlns:a16="http://schemas.microsoft.com/office/drawing/2014/main" id="{4F74CC6D-D8BA-4FEC-89FC-196A838CDF29}"/>
              </a:ext>
            </a:extLst>
          </p:cNvPr>
          <p:cNvSpPr>
            <a:spLocks noGrp="1"/>
          </p:cNvSpPr>
          <p:nvPr/>
        </p:nvSpPr>
        <p:spPr>
          <a:xfrm>
            <a:off x="633214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Cryo_12926">
            <a:extLst>
              <a:ext uri="{FF2B5EF4-FFF2-40B4-BE49-F238E27FC236}">
                <a16:creationId xmlns:a16="http://schemas.microsoft.com/office/drawing/2014/main" id="{5E62E4F6-4B8D-4683-B759-4909A500C20D}"/>
              </a:ext>
            </a:extLst>
          </p:cNvPr>
          <p:cNvSpPr>
            <a:spLocks noGrp="1"/>
          </p:cNvSpPr>
          <p:nvPr/>
        </p:nvSpPr>
        <p:spPr>
          <a:xfrm>
            <a:off x="630217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Cryo_12927">
            <a:extLst>
              <a:ext uri="{FF2B5EF4-FFF2-40B4-BE49-F238E27FC236}">
                <a16:creationId xmlns:a16="http://schemas.microsoft.com/office/drawing/2014/main" id="{9A272FB1-2A67-4DD6-99DB-54F1A5945388}"/>
              </a:ext>
            </a:extLst>
          </p:cNvPr>
          <p:cNvSpPr>
            <a:spLocks noGrp="1"/>
          </p:cNvSpPr>
          <p:nvPr/>
        </p:nvSpPr>
        <p:spPr>
          <a:xfrm>
            <a:off x="6233123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Cryo_12928">
            <a:extLst>
              <a:ext uri="{FF2B5EF4-FFF2-40B4-BE49-F238E27FC236}">
                <a16:creationId xmlns:a16="http://schemas.microsoft.com/office/drawing/2014/main" id="{655AD492-41A3-4E35-B805-AAD17FA29F47}"/>
              </a:ext>
            </a:extLst>
          </p:cNvPr>
          <p:cNvSpPr>
            <a:spLocks noGrp="1"/>
          </p:cNvSpPr>
          <p:nvPr/>
        </p:nvSpPr>
        <p:spPr>
          <a:xfrm>
            <a:off x="61461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Cryo_12929">
            <a:extLst>
              <a:ext uri="{FF2B5EF4-FFF2-40B4-BE49-F238E27FC236}">
                <a16:creationId xmlns:a16="http://schemas.microsoft.com/office/drawing/2014/main" id="{3BECB403-99F5-4062-9EDC-43047A124F93}"/>
              </a:ext>
            </a:extLst>
          </p:cNvPr>
          <p:cNvSpPr>
            <a:spLocks noGrp="1"/>
          </p:cNvSpPr>
          <p:nvPr/>
        </p:nvSpPr>
        <p:spPr>
          <a:xfrm>
            <a:off x="62642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Cryo_12930">
            <a:extLst>
              <a:ext uri="{FF2B5EF4-FFF2-40B4-BE49-F238E27FC236}">
                <a16:creationId xmlns:a16="http://schemas.microsoft.com/office/drawing/2014/main" id="{BCC5F390-14E1-4C56-B96C-3D72486921F2}"/>
              </a:ext>
            </a:extLst>
          </p:cNvPr>
          <p:cNvSpPr>
            <a:spLocks noGrp="1"/>
          </p:cNvSpPr>
          <p:nvPr/>
        </p:nvSpPr>
        <p:spPr>
          <a:xfrm>
            <a:off x="63791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Cryo_12931">
            <a:extLst>
              <a:ext uri="{FF2B5EF4-FFF2-40B4-BE49-F238E27FC236}">
                <a16:creationId xmlns:a16="http://schemas.microsoft.com/office/drawing/2014/main" id="{EE46F2D7-E0FD-40B7-BF32-0D2FA76E133E}"/>
              </a:ext>
            </a:extLst>
          </p:cNvPr>
          <p:cNvSpPr>
            <a:spLocks noGrp="1"/>
          </p:cNvSpPr>
          <p:nvPr/>
        </p:nvSpPr>
        <p:spPr>
          <a:xfrm>
            <a:off x="63481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Cryo_12932">
            <a:extLst>
              <a:ext uri="{FF2B5EF4-FFF2-40B4-BE49-F238E27FC236}">
                <a16:creationId xmlns:a16="http://schemas.microsoft.com/office/drawing/2014/main" id="{D446184D-C900-4A1D-B623-7BC97F10DB40}"/>
              </a:ext>
            </a:extLst>
          </p:cNvPr>
          <p:cNvSpPr>
            <a:spLocks noGrp="1"/>
          </p:cNvSpPr>
          <p:nvPr/>
        </p:nvSpPr>
        <p:spPr>
          <a:xfrm>
            <a:off x="617717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Cryo_12933">
            <a:extLst>
              <a:ext uri="{FF2B5EF4-FFF2-40B4-BE49-F238E27FC236}">
                <a16:creationId xmlns:a16="http://schemas.microsoft.com/office/drawing/2014/main" id="{DD14CBD0-9C74-4771-A2C2-C828758828D4}"/>
              </a:ext>
            </a:extLst>
          </p:cNvPr>
          <p:cNvSpPr>
            <a:spLocks noGrp="1"/>
          </p:cNvSpPr>
          <p:nvPr/>
        </p:nvSpPr>
        <p:spPr>
          <a:xfrm>
            <a:off x="61897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Cryo_12934">
            <a:extLst>
              <a:ext uri="{FF2B5EF4-FFF2-40B4-BE49-F238E27FC236}">
                <a16:creationId xmlns:a16="http://schemas.microsoft.com/office/drawing/2014/main" id="{AF295463-9354-49FD-BAAE-CE7DB42341F1}"/>
              </a:ext>
            </a:extLst>
          </p:cNvPr>
          <p:cNvSpPr>
            <a:spLocks noGrp="1"/>
          </p:cNvSpPr>
          <p:nvPr/>
        </p:nvSpPr>
        <p:spPr>
          <a:xfrm>
            <a:off x="6191531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Cryo_12935">
            <a:extLst>
              <a:ext uri="{FF2B5EF4-FFF2-40B4-BE49-F238E27FC236}">
                <a16:creationId xmlns:a16="http://schemas.microsoft.com/office/drawing/2014/main" id="{8B410058-711A-47DD-9D4C-FDB8D1880C77}"/>
              </a:ext>
            </a:extLst>
          </p:cNvPr>
          <p:cNvSpPr>
            <a:spLocks noGrp="1"/>
          </p:cNvSpPr>
          <p:nvPr/>
        </p:nvSpPr>
        <p:spPr>
          <a:xfrm>
            <a:off x="62144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Cryo_12936">
            <a:extLst>
              <a:ext uri="{FF2B5EF4-FFF2-40B4-BE49-F238E27FC236}">
                <a16:creationId xmlns:a16="http://schemas.microsoft.com/office/drawing/2014/main" id="{2E5CC8CE-5C27-4C7F-A838-AF6B971420C7}"/>
              </a:ext>
            </a:extLst>
          </p:cNvPr>
          <p:cNvSpPr>
            <a:spLocks noGrp="1"/>
          </p:cNvSpPr>
          <p:nvPr/>
        </p:nvSpPr>
        <p:spPr>
          <a:xfrm>
            <a:off x="62066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Cryo_12937">
            <a:extLst>
              <a:ext uri="{FF2B5EF4-FFF2-40B4-BE49-F238E27FC236}">
                <a16:creationId xmlns:a16="http://schemas.microsoft.com/office/drawing/2014/main" id="{39EFA31D-96D4-4A9F-9774-94A36A97D511}"/>
              </a:ext>
            </a:extLst>
          </p:cNvPr>
          <p:cNvSpPr>
            <a:spLocks noGrp="1"/>
          </p:cNvSpPr>
          <p:nvPr/>
        </p:nvSpPr>
        <p:spPr>
          <a:xfrm>
            <a:off x="631360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Cryo_12938">
            <a:extLst>
              <a:ext uri="{FF2B5EF4-FFF2-40B4-BE49-F238E27FC236}">
                <a16:creationId xmlns:a16="http://schemas.microsoft.com/office/drawing/2014/main" id="{7A941CAE-16C8-4160-AEF4-D14C5C8C74AF}"/>
              </a:ext>
            </a:extLst>
          </p:cNvPr>
          <p:cNvSpPr>
            <a:spLocks noGrp="1"/>
          </p:cNvSpPr>
          <p:nvPr/>
        </p:nvSpPr>
        <p:spPr>
          <a:xfrm>
            <a:off x="62695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Cryo_12939">
            <a:extLst>
              <a:ext uri="{FF2B5EF4-FFF2-40B4-BE49-F238E27FC236}">
                <a16:creationId xmlns:a16="http://schemas.microsoft.com/office/drawing/2014/main" id="{9B7407F9-65D1-4ADA-9F89-C3FC1AC10948}"/>
              </a:ext>
            </a:extLst>
          </p:cNvPr>
          <p:cNvSpPr>
            <a:spLocks noGrp="1"/>
          </p:cNvSpPr>
          <p:nvPr/>
        </p:nvSpPr>
        <p:spPr>
          <a:xfrm>
            <a:off x="61693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Cryo_12940">
            <a:extLst>
              <a:ext uri="{FF2B5EF4-FFF2-40B4-BE49-F238E27FC236}">
                <a16:creationId xmlns:a16="http://schemas.microsoft.com/office/drawing/2014/main" id="{B4B69292-FC07-4FAA-B1AA-F3A7DC694F7F}"/>
              </a:ext>
            </a:extLst>
          </p:cNvPr>
          <p:cNvSpPr>
            <a:spLocks noGrp="1"/>
          </p:cNvSpPr>
          <p:nvPr/>
        </p:nvSpPr>
        <p:spPr>
          <a:xfrm>
            <a:off x="630699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Cryo_12941">
            <a:extLst>
              <a:ext uri="{FF2B5EF4-FFF2-40B4-BE49-F238E27FC236}">
                <a16:creationId xmlns:a16="http://schemas.microsoft.com/office/drawing/2014/main" id="{618B6B27-0AD3-492A-886A-8EAA2F9B9B4F}"/>
              </a:ext>
            </a:extLst>
          </p:cNvPr>
          <p:cNvSpPr>
            <a:spLocks noGrp="1"/>
          </p:cNvSpPr>
          <p:nvPr/>
        </p:nvSpPr>
        <p:spPr>
          <a:xfrm>
            <a:off x="63802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Cryo_12942">
            <a:extLst>
              <a:ext uri="{FF2B5EF4-FFF2-40B4-BE49-F238E27FC236}">
                <a16:creationId xmlns:a16="http://schemas.microsoft.com/office/drawing/2014/main" id="{5034BD67-44D5-419D-9A0C-EA1F82A90F17}"/>
              </a:ext>
            </a:extLst>
          </p:cNvPr>
          <p:cNvSpPr>
            <a:spLocks noGrp="1"/>
          </p:cNvSpPr>
          <p:nvPr/>
        </p:nvSpPr>
        <p:spPr>
          <a:xfrm>
            <a:off x="634037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Cryo_12943">
            <a:extLst>
              <a:ext uri="{FF2B5EF4-FFF2-40B4-BE49-F238E27FC236}">
                <a16:creationId xmlns:a16="http://schemas.microsoft.com/office/drawing/2014/main" id="{00AFDFAE-2D54-48D8-AA0D-ED75229D6437}"/>
              </a:ext>
            </a:extLst>
          </p:cNvPr>
          <p:cNvSpPr>
            <a:spLocks noGrp="1"/>
          </p:cNvSpPr>
          <p:nvPr/>
        </p:nvSpPr>
        <p:spPr>
          <a:xfrm>
            <a:off x="62981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Cryo_12944">
            <a:extLst>
              <a:ext uri="{FF2B5EF4-FFF2-40B4-BE49-F238E27FC236}">
                <a16:creationId xmlns:a16="http://schemas.microsoft.com/office/drawing/2014/main" id="{CD396D71-DB19-4509-9844-83007C67F651}"/>
              </a:ext>
            </a:extLst>
          </p:cNvPr>
          <p:cNvSpPr>
            <a:spLocks noGrp="1"/>
          </p:cNvSpPr>
          <p:nvPr/>
        </p:nvSpPr>
        <p:spPr>
          <a:xfrm>
            <a:off x="63195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Cryo_12945">
            <a:extLst>
              <a:ext uri="{FF2B5EF4-FFF2-40B4-BE49-F238E27FC236}">
                <a16:creationId xmlns:a16="http://schemas.microsoft.com/office/drawing/2014/main" id="{471F29BA-E33C-4720-B653-E4E6AA75F3F9}"/>
              </a:ext>
            </a:extLst>
          </p:cNvPr>
          <p:cNvSpPr>
            <a:spLocks noGrp="1"/>
          </p:cNvSpPr>
          <p:nvPr/>
        </p:nvSpPr>
        <p:spPr>
          <a:xfrm>
            <a:off x="63020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Cryo_12946">
            <a:extLst>
              <a:ext uri="{FF2B5EF4-FFF2-40B4-BE49-F238E27FC236}">
                <a16:creationId xmlns:a16="http://schemas.microsoft.com/office/drawing/2014/main" id="{2DFACC27-240F-4754-AA32-A0F57C0FCAA6}"/>
              </a:ext>
            </a:extLst>
          </p:cNvPr>
          <p:cNvSpPr>
            <a:spLocks noGrp="1"/>
          </p:cNvSpPr>
          <p:nvPr/>
        </p:nvSpPr>
        <p:spPr>
          <a:xfrm>
            <a:off x="62165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Cryo_12947">
            <a:extLst>
              <a:ext uri="{FF2B5EF4-FFF2-40B4-BE49-F238E27FC236}">
                <a16:creationId xmlns:a16="http://schemas.microsoft.com/office/drawing/2014/main" id="{3AC5E78E-04E2-4042-BE57-AA5E88125009}"/>
              </a:ext>
            </a:extLst>
          </p:cNvPr>
          <p:cNvSpPr>
            <a:spLocks noGrp="1"/>
          </p:cNvSpPr>
          <p:nvPr/>
        </p:nvSpPr>
        <p:spPr>
          <a:xfrm>
            <a:off x="6206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Cryo_12948">
            <a:extLst>
              <a:ext uri="{FF2B5EF4-FFF2-40B4-BE49-F238E27FC236}">
                <a16:creationId xmlns:a16="http://schemas.microsoft.com/office/drawing/2014/main" id="{89E5AAEC-01DF-4815-8266-46E5F43DB02C}"/>
              </a:ext>
            </a:extLst>
          </p:cNvPr>
          <p:cNvSpPr>
            <a:spLocks noGrp="1"/>
          </p:cNvSpPr>
          <p:nvPr/>
        </p:nvSpPr>
        <p:spPr>
          <a:xfrm>
            <a:off x="629568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Cryo_12949">
            <a:extLst>
              <a:ext uri="{FF2B5EF4-FFF2-40B4-BE49-F238E27FC236}">
                <a16:creationId xmlns:a16="http://schemas.microsoft.com/office/drawing/2014/main" id="{34FA3768-18B8-4CC2-BCD9-F5658F620915}"/>
              </a:ext>
            </a:extLst>
          </p:cNvPr>
          <p:cNvSpPr>
            <a:spLocks noGrp="1"/>
          </p:cNvSpPr>
          <p:nvPr/>
        </p:nvSpPr>
        <p:spPr>
          <a:xfrm>
            <a:off x="6289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Cryo_12950">
            <a:extLst>
              <a:ext uri="{FF2B5EF4-FFF2-40B4-BE49-F238E27FC236}">
                <a16:creationId xmlns:a16="http://schemas.microsoft.com/office/drawing/2014/main" id="{C9C38BC2-4283-47E2-9391-92A00705BD3C}"/>
              </a:ext>
            </a:extLst>
          </p:cNvPr>
          <p:cNvSpPr>
            <a:spLocks noGrp="1"/>
          </p:cNvSpPr>
          <p:nvPr/>
        </p:nvSpPr>
        <p:spPr>
          <a:xfrm>
            <a:off x="61294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Cryo_12951">
            <a:extLst>
              <a:ext uri="{FF2B5EF4-FFF2-40B4-BE49-F238E27FC236}">
                <a16:creationId xmlns:a16="http://schemas.microsoft.com/office/drawing/2014/main" id="{32992FBB-8724-4CEB-A8A2-AE2C60368A0C}"/>
              </a:ext>
            </a:extLst>
          </p:cNvPr>
          <p:cNvSpPr>
            <a:spLocks noGrp="1"/>
          </p:cNvSpPr>
          <p:nvPr/>
        </p:nvSpPr>
        <p:spPr>
          <a:xfrm>
            <a:off x="6254386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Cryo_12952">
            <a:extLst>
              <a:ext uri="{FF2B5EF4-FFF2-40B4-BE49-F238E27FC236}">
                <a16:creationId xmlns:a16="http://schemas.microsoft.com/office/drawing/2014/main" id="{217FE7E4-98B5-428D-9C9E-E20CA0B3CB4D}"/>
              </a:ext>
            </a:extLst>
          </p:cNvPr>
          <p:cNvSpPr>
            <a:spLocks noGrp="1"/>
          </p:cNvSpPr>
          <p:nvPr/>
        </p:nvSpPr>
        <p:spPr>
          <a:xfrm>
            <a:off x="61316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Cryo_12953">
            <a:extLst>
              <a:ext uri="{FF2B5EF4-FFF2-40B4-BE49-F238E27FC236}">
                <a16:creationId xmlns:a16="http://schemas.microsoft.com/office/drawing/2014/main" id="{DF714996-4918-42B7-BE7D-868D8C14A71D}"/>
              </a:ext>
            </a:extLst>
          </p:cNvPr>
          <p:cNvSpPr>
            <a:spLocks noGrp="1"/>
          </p:cNvSpPr>
          <p:nvPr/>
        </p:nvSpPr>
        <p:spPr>
          <a:xfrm>
            <a:off x="623210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Cryo_12954">
            <a:extLst>
              <a:ext uri="{FF2B5EF4-FFF2-40B4-BE49-F238E27FC236}">
                <a16:creationId xmlns:a16="http://schemas.microsoft.com/office/drawing/2014/main" id="{BF6E2341-AE41-4340-BF1C-F58F552CE5F7}"/>
              </a:ext>
            </a:extLst>
          </p:cNvPr>
          <p:cNvSpPr>
            <a:spLocks noGrp="1"/>
          </p:cNvSpPr>
          <p:nvPr/>
        </p:nvSpPr>
        <p:spPr>
          <a:xfrm>
            <a:off x="628259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Cryo_12955">
            <a:extLst>
              <a:ext uri="{FF2B5EF4-FFF2-40B4-BE49-F238E27FC236}">
                <a16:creationId xmlns:a16="http://schemas.microsoft.com/office/drawing/2014/main" id="{2583C408-5F7F-402A-8825-E500066E6C36}"/>
              </a:ext>
            </a:extLst>
          </p:cNvPr>
          <p:cNvSpPr>
            <a:spLocks noGrp="1"/>
          </p:cNvSpPr>
          <p:nvPr/>
        </p:nvSpPr>
        <p:spPr>
          <a:xfrm>
            <a:off x="63500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Cryo_12956">
            <a:extLst>
              <a:ext uri="{FF2B5EF4-FFF2-40B4-BE49-F238E27FC236}">
                <a16:creationId xmlns:a16="http://schemas.microsoft.com/office/drawing/2014/main" id="{58F38C81-7F85-4A43-BE15-2214CC82CC88}"/>
              </a:ext>
            </a:extLst>
          </p:cNvPr>
          <p:cNvSpPr>
            <a:spLocks noGrp="1"/>
          </p:cNvSpPr>
          <p:nvPr/>
        </p:nvSpPr>
        <p:spPr>
          <a:xfrm>
            <a:off x="6319500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Cryo_12957">
            <a:extLst>
              <a:ext uri="{FF2B5EF4-FFF2-40B4-BE49-F238E27FC236}">
                <a16:creationId xmlns:a16="http://schemas.microsoft.com/office/drawing/2014/main" id="{41623A5A-795E-43CC-9F2B-84A1F2CFB946}"/>
              </a:ext>
            </a:extLst>
          </p:cNvPr>
          <p:cNvSpPr>
            <a:spLocks noGrp="1"/>
          </p:cNvSpPr>
          <p:nvPr/>
        </p:nvSpPr>
        <p:spPr>
          <a:xfrm>
            <a:off x="6322313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Cryo_12958">
            <a:extLst>
              <a:ext uri="{FF2B5EF4-FFF2-40B4-BE49-F238E27FC236}">
                <a16:creationId xmlns:a16="http://schemas.microsoft.com/office/drawing/2014/main" id="{DD044ACC-6836-4CF7-B924-B954304706AC}"/>
              </a:ext>
            </a:extLst>
          </p:cNvPr>
          <p:cNvSpPr>
            <a:spLocks noGrp="1"/>
          </p:cNvSpPr>
          <p:nvPr/>
        </p:nvSpPr>
        <p:spPr>
          <a:xfrm>
            <a:off x="6250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Cryo_12959">
            <a:extLst>
              <a:ext uri="{FF2B5EF4-FFF2-40B4-BE49-F238E27FC236}">
                <a16:creationId xmlns:a16="http://schemas.microsoft.com/office/drawing/2014/main" id="{EDB9DE7E-D409-438F-A92A-72D504B78B0C}"/>
              </a:ext>
            </a:extLst>
          </p:cNvPr>
          <p:cNvSpPr>
            <a:spLocks noGrp="1"/>
          </p:cNvSpPr>
          <p:nvPr/>
        </p:nvSpPr>
        <p:spPr>
          <a:xfrm>
            <a:off x="6269367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Cryo_12960">
            <a:extLst>
              <a:ext uri="{FF2B5EF4-FFF2-40B4-BE49-F238E27FC236}">
                <a16:creationId xmlns:a16="http://schemas.microsoft.com/office/drawing/2014/main" id="{4A6525B9-DF74-4669-9420-DE7E3B836416}"/>
              </a:ext>
            </a:extLst>
          </p:cNvPr>
          <p:cNvSpPr>
            <a:spLocks noGrp="1"/>
          </p:cNvSpPr>
          <p:nvPr/>
        </p:nvSpPr>
        <p:spPr>
          <a:xfrm>
            <a:off x="623013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Cryo_12961">
            <a:extLst>
              <a:ext uri="{FF2B5EF4-FFF2-40B4-BE49-F238E27FC236}">
                <a16:creationId xmlns:a16="http://schemas.microsoft.com/office/drawing/2014/main" id="{3106C1BC-96EA-41FD-942A-DE8750CBFF84}"/>
              </a:ext>
            </a:extLst>
          </p:cNvPr>
          <p:cNvSpPr>
            <a:spLocks noGrp="1"/>
          </p:cNvSpPr>
          <p:nvPr/>
        </p:nvSpPr>
        <p:spPr>
          <a:xfrm>
            <a:off x="627077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Cryo_12962">
            <a:extLst>
              <a:ext uri="{FF2B5EF4-FFF2-40B4-BE49-F238E27FC236}">
                <a16:creationId xmlns:a16="http://schemas.microsoft.com/office/drawing/2014/main" id="{A551EF1C-315D-4C9F-BA58-DF752F1B1ECB}"/>
              </a:ext>
            </a:extLst>
          </p:cNvPr>
          <p:cNvSpPr>
            <a:spLocks noGrp="1"/>
          </p:cNvSpPr>
          <p:nvPr/>
        </p:nvSpPr>
        <p:spPr>
          <a:xfrm>
            <a:off x="6225344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Cryo_12963">
            <a:extLst>
              <a:ext uri="{FF2B5EF4-FFF2-40B4-BE49-F238E27FC236}">
                <a16:creationId xmlns:a16="http://schemas.microsoft.com/office/drawing/2014/main" id="{A6372FFC-0DDD-437B-8F9F-520FF8ED4C28}"/>
              </a:ext>
            </a:extLst>
          </p:cNvPr>
          <p:cNvSpPr>
            <a:spLocks noGrp="1"/>
          </p:cNvSpPr>
          <p:nvPr/>
        </p:nvSpPr>
        <p:spPr>
          <a:xfrm>
            <a:off x="633491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Cryo_12964">
            <a:extLst>
              <a:ext uri="{FF2B5EF4-FFF2-40B4-BE49-F238E27FC236}">
                <a16:creationId xmlns:a16="http://schemas.microsoft.com/office/drawing/2014/main" id="{05284080-1D3F-4991-AED3-8CCAC1EC7D03}"/>
              </a:ext>
            </a:extLst>
          </p:cNvPr>
          <p:cNvSpPr>
            <a:spLocks noGrp="1"/>
          </p:cNvSpPr>
          <p:nvPr/>
        </p:nvSpPr>
        <p:spPr>
          <a:xfrm>
            <a:off x="6139848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Cryo_12965">
            <a:extLst>
              <a:ext uri="{FF2B5EF4-FFF2-40B4-BE49-F238E27FC236}">
                <a16:creationId xmlns:a16="http://schemas.microsoft.com/office/drawing/2014/main" id="{3CD36093-1C28-45D5-88FE-DA13E05325F4}"/>
              </a:ext>
            </a:extLst>
          </p:cNvPr>
          <p:cNvSpPr>
            <a:spLocks noGrp="1"/>
          </p:cNvSpPr>
          <p:nvPr/>
        </p:nvSpPr>
        <p:spPr>
          <a:xfrm>
            <a:off x="63686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Cryo_12966">
            <a:extLst>
              <a:ext uri="{FF2B5EF4-FFF2-40B4-BE49-F238E27FC236}">
                <a16:creationId xmlns:a16="http://schemas.microsoft.com/office/drawing/2014/main" id="{FF6E91EA-4626-441C-92B5-9B20EDBE4A25}"/>
              </a:ext>
            </a:extLst>
          </p:cNvPr>
          <p:cNvSpPr>
            <a:spLocks noGrp="1"/>
          </p:cNvSpPr>
          <p:nvPr/>
        </p:nvSpPr>
        <p:spPr>
          <a:xfrm>
            <a:off x="633795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Cryo_12967">
            <a:extLst>
              <a:ext uri="{FF2B5EF4-FFF2-40B4-BE49-F238E27FC236}">
                <a16:creationId xmlns:a16="http://schemas.microsoft.com/office/drawing/2014/main" id="{A030082E-F482-4D64-AE54-911E8F43FDC4}"/>
              </a:ext>
            </a:extLst>
          </p:cNvPr>
          <p:cNvSpPr>
            <a:spLocks noGrp="1"/>
          </p:cNvSpPr>
          <p:nvPr/>
        </p:nvSpPr>
        <p:spPr>
          <a:xfrm>
            <a:off x="621741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Cryo_12968">
            <a:extLst>
              <a:ext uri="{FF2B5EF4-FFF2-40B4-BE49-F238E27FC236}">
                <a16:creationId xmlns:a16="http://schemas.microsoft.com/office/drawing/2014/main" id="{6F853BFB-9C79-49C0-9ACB-F7A8422463A5}"/>
              </a:ext>
            </a:extLst>
          </p:cNvPr>
          <p:cNvSpPr>
            <a:spLocks noGrp="1"/>
          </p:cNvSpPr>
          <p:nvPr/>
        </p:nvSpPr>
        <p:spPr>
          <a:xfrm>
            <a:off x="624455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Cryo_12969">
            <a:extLst>
              <a:ext uri="{FF2B5EF4-FFF2-40B4-BE49-F238E27FC236}">
                <a16:creationId xmlns:a16="http://schemas.microsoft.com/office/drawing/2014/main" id="{FEF33E36-3D12-49E1-BB28-6626DAFD2F89}"/>
              </a:ext>
            </a:extLst>
          </p:cNvPr>
          <p:cNvSpPr>
            <a:spLocks noGrp="1"/>
          </p:cNvSpPr>
          <p:nvPr/>
        </p:nvSpPr>
        <p:spPr>
          <a:xfrm>
            <a:off x="626076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Cryo_12970">
            <a:extLst>
              <a:ext uri="{FF2B5EF4-FFF2-40B4-BE49-F238E27FC236}">
                <a16:creationId xmlns:a16="http://schemas.microsoft.com/office/drawing/2014/main" id="{4D31BED6-4275-4CC7-9F73-1ACAE260C82A}"/>
              </a:ext>
            </a:extLst>
          </p:cNvPr>
          <p:cNvSpPr>
            <a:spLocks noGrp="1"/>
          </p:cNvSpPr>
          <p:nvPr/>
        </p:nvSpPr>
        <p:spPr>
          <a:xfrm>
            <a:off x="6204293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Cryo_12971">
            <a:extLst>
              <a:ext uri="{FF2B5EF4-FFF2-40B4-BE49-F238E27FC236}">
                <a16:creationId xmlns:a16="http://schemas.microsoft.com/office/drawing/2014/main" id="{FECB132F-DADD-4B9B-81CC-B0F171E497DE}"/>
              </a:ext>
            </a:extLst>
          </p:cNvPr>
          <p:cNvSpPr>
            <a:spLocks noGrp="1"/>
          </p:cNvSpPr>
          <p:nvPr/>
        </p:nvSpPr>
        <p:spPr>
          <a:xfrm>
            <a:off x="63546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Cryo_12972">
            <a:extLst>
              <a:ext uri="{FF2B5EF4-FFF2-40B4-BE49-F238E27FC236}">
                <a16:creationId xmlns:a16="http://schemas.microsoft.com/office/drawing/2014/main" id="{10CF47A9-382A-4FD2-BB82-C3D66C889CB0}"/>
              </a:ext>
            </a:extLst>
          </p:cNvPr>
          <p:cNvSpPr>
            <a:spLocks noGrp="1"/>
          </p:cNvSpPr>
          <p:nvPr/>
        </p:nvSpPr>
        <p:spPr>
          <a:xfrm>
            <a:off x="63449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Cryo_12973">
            <a:extLst>
              <a:ext uri="{FF2B5EF4-FFF2-40B4-BE49-F238E27FC236}">
                <a16:creationId xmlns:a16="http://schemas.microsoft.com/office/drawing/2014/main" id="{D541991E-C666-4893-AA91-DA98CE7A69E6}"/>
              </a:ext>
            </a:extLst>
          </p:cNvPr>
          <p:cNvSpPr>
            <a:spLocks noGrp="1"/>
          </p:cNvSpPr>
          <p:nvPr/>
        </p:nvSpPr>
        <p:spPr>
          <a:xfrm>
            <a:off x="61485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Cryo_12974">
            <a:extLst>
              <a:ext uri="{FF2B5EF4-FFF2-40B4-BE49-F238E27FC236}">
                <a16:creationId xmlns:a16="http://schemas.microsoft.com/office/drawing/2014/main" id="{2669F122-8869-46BE-99CC-F1B08BF5545D}"/>
              </a:ext>
            </a:extLst>
          </p:cNvPr>
          <p:cNvSpPr>
            <a:spLocks noGrp="1"/>
          </p:cNvSpPr>
          <p:nvPr/>
        </p:nvSpPr>
        <p:spPr>
          <a:xfrm>
            <a:off x="63790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Cryo_12975">
            <a:extLst>
              <a:ext uri="{FF2B5EF4-FFF2-40B4-BE49-F238E27FC236}">
                <a16:creationId xmlns:a16="http://schemas.microsoft.com/office/drawing/2014/main" id="{B7EFAB15-9F18-47FA-8C2A-6C5911F4B49D}"/>
              </a:ext>
            </a:extLst>
          </p:cNvPr>
          <p:cNvSpPr>
            <a:spLocks noGrp="1"/>
          </p:cNvSpPr>
          <p:nvPr/>
        </p:nvSpPr>
        <p:spPr>
          <a:xfrm>
            <a:off x="633427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Cryo_12976">
            <a:extLst>
              <a:ext uri="{FF2B5EF4-FFF2-40B4-BE49-F238E27FC236}">
                <a16:creationId xmlns:a16="http://schemas.microsoft.com/office/drawing/2014/main" id="{D174A91F-4EC9-4FF3-A46B-6217429CAEB3}"/>
              </a:ext>
            </a:extLst>
          </p:cNvPr>
          <p:cNvSpPr>
            <a:spLocks noGrp="1"/>
          </p:cNvSpPr>
          <p:nvPr/>
        </p:nvSpPr>
        <p:spPr>
          <a:xfrm>
            <a:off x="616622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Cryo_12977">
            <a:extLst>
              <a:ext uri="{FF2B5EF4-FFF2-40B4-BE49-F238E27FC236}">
                <a16:creationId xmlns:a16="http://schemas.microsoft.com/office/drawing/2014/main" id="{E2396BE6-D373-4BD1-8AD6-57DEEBC4C5E6}"/>
              </a:ext>
            </a:extLst>
          </p:cNvPr>
          <p:cNvSpPr>
            <a:spLocks noGrp="1"/>
          </p:cNvSpPr>
          <p:nvPr/>
        </p:nvSpPr>
        <p:spPr>
          <a:xfrm>
            <a:off x="623362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Cryo_12978">
            <a:extLst>
              <a:ext uri="{FF2B5EF4-FFF2-40B4-BE49-F238E27FC236}">
                <a16:creationId xmlns:a16="http://schemas.microsoft.com/office/drawing/2014/main" id="{7968681C-8A61-4B8B-AE20-48EAE9BD1954}"/>
              </a:ext>
            </a:extLst>
          </p:cNvPr>
          <p:cNvSpPr>
            <a:spLocks noGrp="1"/>
          </p:cNvSpPr>
          <p:nvPr/>
        </p:nvSpPr>
        <p:spPr>
          <a:xfrm>
            <a:off x="6166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Cryo_12979">
            <a:extLst>
              <a:ext uri="{FF2B5EF4-FFF2-40B4-BE49-F238E27FC236}">
                <a16:creationId xmlns:a16="http://schemas.microsoft.com/office/drawing/2014/main" id="{0CCA093F-6834-4B9E-8714-43970B8D7B0D}"/>
              </a:ext>
            </a:extLst>
          </p:cNvPr>
          <p:cNvSpPr>
            <a:spLocks noGrp="1"/>
          </p:cNvSpPr>
          <p:nvPr/>
        </p:nvSpPr>
        <p:spPr>
          <a:xfrm>
            <a:off x="6332547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Cryo_12980">
            <a:extLst>
              <a:ext uri="{FF2B5EF4-FFF2-40B4-BE49-F238E27FC236}">
                <a16:creationId xmlns:a16="http://schemas.microsoft.com/office/drawing/2014/main" id="{BD51849A-272E-41C6-87DB-87D69CFDCD58}"/>
              </a:ext>
            </a:extLst>
          </p:cNvPr>
          <p:cNvSpPr>
            <a:spLocks noGrp="1"/>
          </p:cNvSpPr>
          <p:nvPr/>
        </p:nvSpPr>
        <p:spPr>
          <a:xfrm>
            <a:off x="628385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Cryo_12981">
            <a:extLst>
              <a:ext uri="{FF2B5EF4-FFF2-40B4-BE49-F238E27FC236}">
                <a16:creationId xmlns:a16="http://schemas.microsoft.com/office/drawing/2014/main" id="{5E2681DB-4040-4383-917F-31E33824D9F5}"/>
              </a:ext>
            </a:extLst>
          </p:cNvPr>
          <p:cNvSpPr>
            <a:spLocks noGrp="1"/>
          </p:cNvSpPr>
          <p:nvPr/>
        </p:nvSpPr>
        <p:spPr>
          <a:xfrm>
            <a:off x="61915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Cryo_12982">
            <a:extLst>
              <a:ext uri="{FF2B5EF4-FFF2-40B4-BE49-F238E27FC236}">
                <a16:creationId xmlns:a16="http://schemas.microsoft.com/office/drawing/2014/main" id="{B20BB304-5A02-49E2-B979-1CC7D0F6C9B4}"/>
              </a:ext>
            </a:extLst>
          </p:cNvPr>
          <p:cNvSpPr>
            <a:spLocks noGrp="1"/>
          </p:cNvSpPr>
          <p:nvPr/>
        </p:nvSpPr>
        <p:spPr>
          <a:xfrm>
            <a:off x="6154300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Cryo_12983">
            <a:extLst>
              <a:ext uri="{FF2B5EF4-FFF2-40B4-BE49-F238E27FC236}">
                <a16:creationId xmlns:a16="http://schemas.microsoft.com/office/drawing/2014/main" id="{5F7FAC8A-1C55-455E-89C9-3092C83C97D7}"/>
              </a:ext>
            </a:extLst>
          </p:cNvPr>
          <p:cNvSpPr>
            <a:spLocks noGrp="1"/>
          </p:cNvSpPr>
          <p:nvPr/>
        </p:nvSpPr>
        <p:spPr>
          <a:xfrm>
            <a:off x="63629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Cryo_12984">
            <a:extLst>
              <a:ext uri="{FF2B5EF4-FFF2-40B4-BE49-F238E27FC236}">
                <a16:creationId xmlns:a16="http://schemas.microsoft.com/office/drawing/2014/main" id="{35483C18-1B4F-4E89-B33C-602E1C1F1AFC}"/>
              </a:ext>
            </a:extLst>
          </p:cNvPr>
          <p:cNvSpPr>
            <a:spLocks noGrp="1"/>
          </p:cNvSpPr>
          <p:nvPr/>
        </p:nvSpPr>
        <p:spPr>
          <a:xfrm>
            <a:off x="63463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Cryo_12985">
            <a:extLst>
              <a:ext uri="{FF2B5EF4-FFF2-40B4-BE49-F238E27FC236}">
                <a16:creationId xmlns:a16="http://schemas.microsoft.com/office/drawing/2014/main" id="{D64F7F0C-2F76-48DC-85F2-EBF52FE23CB5}"/>
              </a:ext>
            </a:extLst>
          </p:cNvPr>
          <p:cNvSpPr>
            <a:spLocks noGrp="1"/>
          </p:cNvSpPr>
          <p:nvPr/>
        </p:nvSpPr>
        <p:spPr>
          <a:xfrm>
            <a:off x="61420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Cryo_12986">
            <a:extLst>
              <a:ext uri="{FF2B5EF4-FFF2-40B4-BE49-F238E27FC236}">
                <a16:creationId xmlns:a16="http://schemas.microsoft.com/office/drawing/2014/main" id="{57E5694B-76C4-4E45-A032-EA9F534B2A9D}"/>
              </a:ext>
            </a:extLst>
          </p:cNvPr>
          <p:cNvSpPr>
            <a:spLocks noGrp="1"/>
          </p:cNvSpPr>
          <p:nvPr/>
        </p:nvSpPr>
        <p:spPr>
          <a:xfrm>
            <a:off x="62860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Cryo_12987">
            <a:extLst>
              <a:ext uri="{FF2B5EF4-FFF2-40B4-BE49-F238E27FC236}">
                <a16:creationId xmlns:a16="http://schemas.microsoft.com/office/drawing/2014/main" id="{BCC7CA58-7BA2-4197-BD0E-54C96CE7C2D2}"/>
              </a:ext>
            </a:extLst>
          </p:cNvPr>
          <p:cNvSpPr>
            <a:spLocks noGrp="1"/>
          </p:cNvSpPr>
          <p:nvPr/>
        </p:nvSpPr>
        <p:spPr>
          <a:xfrm>
            <a:off x="6166486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Cryo_12988">
            <a:extLst>
              <a:ext uri="{FF2B5EF4-FFF2-40B4-BE49-F238E27FC236}">
                <a16:creationId xmlns:a16="http://schemas.microsoft.com/office/drawing/2014/main" id="{5F08D54B-8FA2-41CD-B0EC-3C9987D1DBD9}"/>
              </a:ext>
            </a:extLst>
          </p:cNvPr>
          <p:cNvSpPr>
            <a:spLocks noGrp="1"/>
          </p:cNvSpPr>
          <p:nvPr/>
        </p:nvSpPr>
        <p:spPr>
          <a:xfrm>
            <a:off x="6195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Cryo_12989">
            <a:extLst>
              <a:ext uri="{FF2B5EF4-FFF2-40B4-BE49-F238E27FC236}">
                <a16:creationId xmlns:a16="http://schemas.microsoft.com/office/drawing/2014/main" id="{73151691-53E9-4D13-94B9-40498591E08C}"/>
              </a:ext>
            </a:extLst>
          </p:cNvPr>
          <p:cNvSpPr>
            <a:spLocks noGrp="1"/>
          </p:cNvSpPr>
          <p:nvPr/>
        </p:nvSpPr>
        <p:spPr>
          <a:xfrm>
            <a:off x="612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Cryo_12990">
            <a:extLst>
              <a:ext uri="{FF2B5EF4-FFF2-40B4-BE49-F238E27FC236}">
                <a16:creationId xmlns:a16="http://schemas.microsoft.com/office/drawing/2014/main" id="{E0D320AA-8963-4746-94F5-472740101253}"/>
              </a:ext>
            </a:extLst>
          </p:cNvPr>
          <p:cNvSpPr>
            <a:spLocks noGrp="1"/>
          </p:cNvSpPr>
          <p:nvPr/>
        </p:nvSpPr>
        <p:spPr>
          <a:xfrm>
            <a:off x="77481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Cryo_12991">
            <a:extLst>
              <a:ext uri="{FF2B5EF4-FFF2-40B4-BE49-F238E27FC236}">
                <a16:creationId xmlns:a16="http://schemas.microsoft.com/office/drawing/2014/main" id="{0570676A-AD11-4AB6-A67F-9F5462E74170}"/>
              </a:ext>
            </a:extLst>
          </p:cNvPr>
          <p:cNvSpPr>
            <a:spLocks noGrp="1"/>
          </p:cNvSpPr>
          <p:nvPr/>
        </p:nvSpPr>
        <p:spPr>
          <a:xfrm>
            <a:off x="7914009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Cryo_12992">
            <a:extLst>
              <a:ext uri="{FF2B5EF4-FFF2-40B4-BE49-F238E27FC236}">
                <a16:creationId xmlns:a16="http://schemas.microsoft.com/office/drawing/2014/main" id="{22B58B9B-493F-4E57-8D02-6C169A4FA2D5}"/>
              </a:ext>
            </a:extLst>
          </p:cNvPr>
          <p:cNvSpPr>
            <a:spLocks noGrp="1"/>
          </p:cNvSpPr>
          <p:nvPr/>
        </p:nvSpPr>
        <p:spPr>
          <a:xfrm>
            <a:off x="78675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Cryo_12993">
            <a:extLst>
              <a:ext uri="{FF2B5EF4-FFF2-40B4-BE49-F238E27FC236}">
                <a16:creationId xmlns:a16="http://schemas.microsoft.com/office/drawing/2014/main" id="{E535668D-ECE7-4CD5-9E10-93388E457548}"/>
              </a:ext>
            </a:extLst>
          </p:cNvPr>
          <p:cNvSpPr>
            <a:spLocks noGrp="1"/>
          </p:cNvSpPr>
          <p:nvPr/>
        </p:nvSpPr>
        <p:spPr>
          <a:xfrm>
            <a:off x="776249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Cryo_12994">
            <a:extLst>
              <a:ext uri="{FF2B5EF4-FFF2-40B4-BE49-F238E27FC236}">
                <a16:creationId xmlns:a16="http://schemas.microsoft.com/office/drawing/2014/main" id="{F3D85FC3-F035-4A72-8687-020E6A256C93}"/>
              </a:ext>
            </a:extLst>
          </p:cNvPr>
          <p:cNvSpPr>
            <a:spLocks noGrp="1"/>
          </p:cNvSpPr>
          <p:nvPr/>
        </p:nvSpPr>
        <p:spPr>
          <a:xfrm>
            <a:off x="7711330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Cryo_12995">
            <a:extLst>
              <a:ext uri="{FF2B5EF4-FFF2-40B4-BE49-F238E27FC236}">
                <a16:creationId xmlns:a16="http://schemas.microsoft.com/office/drawing/2014/main" id="{5AFBB3D9-32CB-462D-9539-8FB85A67FEC9}"/>
              </a:ext>
            </a:extLst>
          </p:cNvPr>
          <p:cNvSpPr>
            <a:spLocks noGrp="1"/>
          </p:cNvSpPr>
          <p:nvPr/>
        </p:nvSpPr>
        <p:spPr>
          <a:xfrm>
            <a:off x="77423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Cryo_12996">
            <a:extLst>
              <a:ext uri="{FF2B5EF4-FFF2-40B4-BE49-F238E27FC236}">
                <a16:creationId xmlns:a16="http://schemas.microsoft.com/office/drawing/2014/main" id="{E2C6AE2B-1690-451F-8F19-0E390B23533E}"/>
              </a:ext>
            </a:extLst>
          </p:cNvPr>
          <p:cNvSpPr>
            <a:spLocks noGrp="1"/>
          </p:cNvSpPr>
          <p:nvPr/>
        </p:nvSpPr>
        <p:spPr>
          <a:xfrm>
            <a:off x="77056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Cryo_12997">
            <a:extLst>
              <a:ext uri="{FF2B5EF4-FFF2-40B4-BE49-F238E27FC236}">
                <a16:creationId xmlns:a16="http://schemas.microsoft.com/office/drawing/2014/main" id="{24C97C3D-C515-4320-B935-76BFAC84FA7A}"/>
              </a:ext>
            </a:extLst>
          </p:cNvPr>
          <p:cNvSpPr>
            <a:spLocks noGrp="1"/>
          </p:cNvSpPr>
          <p:nvPr/>
        </p:nvSpPr>
        <p:spPr>
          <a:xfrm>
            <a:off x="77259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Cryo_12998">
            <a:extLst>
              <a:ext uri="{FF2B5EF4-FFF2-40B4-BE49-F238E27FC236}">
                <a16:creationId xmlns:a16="http://schemas.microsoft.com/office/drawing/2014/main" id="{6CDDA725-46F6-4070-92CD-2EE430A08B4D}"/>
              </a:ext>
            </a:extLst>
          </p:cNvPr>
          <p:cNvSpPr>
            <a:spLocks noGrp="1"/>
          </p:cNvSpPr>
          <p:nvPr/>
        </p:nvSpPr>
        <p:spPr>
          <a:xfrm>
            <a:off x="7878406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Cryo_12999">
            <a:extLst>
              <a:ext uri="{FF2B5EF4-FFF2-40B4-BE49-F238E27FC236}">
                <a16:creationId xmlns:a16="http://schemas.microsoft.com/office/drawing/2014/main" id="{B21D6CAD-8CE3-4B94-9CF8-CD55BFA3D408}"/>
              </a:ext>
            </a:extLst>
          </p:cNvPr>
          <p:cNvSpPr>
            <a:spLocks noGrp="1"/>
          </p:cNvSpPr>
          <p:nvPr/>
        </p:nvSpPr>
        <p:spPr>
          <a:xfrm>
            <a:off x="78493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Cryo_13000">
            <a:extLst>
              <a:ext uri="{FF2B5EF4-FFF2-40B4-BE49-F238E27FC236}">
                <a16:creationId xmlns:a16="http://schemas.microsoft.com/office/drawing/2014/main" id="{A767C7DE-7E0B-4E3D-9E31-61D386E1681B}"/>
              </a:ext>
            </a:extLst>
          </p:cNvPr>
          <p:cNvSpPr>
            <a:spLocks noGrp="1"/>
          </p:cNvSpPr>
          <p:nvPr/>
        </p:nvSpPr>
        <p:spPr>
          <a:xfrm>
            <a:off x="7906865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Cryo_13001">
            <a:extLst>
              <a:ext uri="{FF2B5EF4-FFF2-40B4-BE49-F238E27FC236}">
                <a16:creationId xmlns:a16="http://schemas.microsoft.com/office/drawing/2014/main" id="{21DD03EB-8617-4A97-8F05-DD5A28ACEFD6}"/>
              </a:ext>
            </a:extLst>
          </p:cNvPr>
          <p:cNvSpPr>
            <a:spLocks noGrp="1"/>
          </p:cNvSpPr>
          <p:nvPr/>
        </p:nvSpPr>
        <p:spPr>
          <a:xfrm>
            <a:off x="776229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Cryo_13002">
            <a:extLst>
              <a:ext uri="{FF2B5EF4-FFF2-40B4-BE49-F238E27FC236}">
                <a16:creationId xmlns:a16="http://schemas.microsoft.com/office/drawing/2014/main" id="{86F0CC60-A525-423A-A4A7-14359CE70843}"/>
              </a:ext>
            </a:extLst>
          </p:cNvPr>
          <p:cNvSpPr>
            <a:spLocks noGrp="1"/>
          </p:cNvSpPr>
          <p:nvPr/>
        </p:nvSpPr>
        <p:spPr>
          <a:xfrm>
            <a:off x="774531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Cryo_13003">
            <a:extLst>
              <a:ext uri="{FF2B5EF4-FFF2-40B4-BE49-F238E27FC236}">
                <a16:creationId xmlns:a16="http://schemas.microsoft.com/office/drawing/2014/main" id="{D2851E74-C240-4348-A02A-E78568479F36}"/>
              </a:ext>
            </a:extLst>
          </p:cNvPr>
          <p:cNvSpPr>
            <a:spLocks noGrp="1"/>
          </p:cNvSpPr>
          <p:nvPr/>
        </p:nvSpPr>
        <p:spPr>
          <a:xfrm>
            <a:off x="793759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Cryo_13004">
            <a:extLst>
              <a:ext uri="{FF2B5EF4-FFF2-40B4-BE49-F238E27FC236}">
                <a16:creationId xmlns:a16="http://schemas.microsoft.com/office/drawing/2014/main" id="{1C2A6EDE-0824-4659-9708-93F3AD537107}"/>
              </a:ext>
            </a:extLst>
          </p:cNvPr>
          <p:cNvSpPr>
            <a:spLocks noGrp="1"/>
          </p:cNvSpPr>
          <p:nvPr/>
        </p:nvSpPr>
        <p:spPr>
          <a:xfrm>
            <a:off x="79334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Cryo_13005">
            <a:extLst>
              <a:ext uri="{FF2B5EF4-FFF2-40B4-BE49-F238E27FC236}">
                <a16:creationId xmlns:a16="http://schemas.microsoft.com/office/drawing/2014/main" id="{2E465AA7-F93D-4A99-8F97-B6C39B92BE17}"/>
              </a:ext>
            </a:extLst>
          </p:cNvPr>
          <p:cNvSpPr>
            <a:spLocks noGrp="1"/>
          </p:cNvSpPr>
          <p:nvPr/>
        </p:nvSpPr>
        <p:spPr>
          <a:xfrm>
            <a:off x="773019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Cryo_13006">
            <a:extLst>
              <a:ext uri="{FF2B5EF4-FFF2-40B4-BE49-F238E27FC236}">
                <a16:creationId xmlns:a16="http://schemas.microsoft.com/office/drawing/2014/main" id="{81C7AF55-317A-40F6-BB2D-B615AFFDA36C}"/>
              </a:ext>
            </a:extLst>
          </p:cNvPr>
          <p:cNvSpPr>
            <a:spLocks noGrp="1"/>
          </p:cNvSpPr>
          <p:nvPr/>
        </p:nvSpPr>
        <p:spPr>
          <a:xfrm>
            <a:off x="789765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Cryo_13007">
            <a:extLst>
              <a:ext uri="{FF2B5EF4-FFF2-40B4-BE49-F238E27FC236}">
                <a16:creationId xmlns:a16="http://schemas.microsoft.com/office/drawing/2014/main" id="{83E8F5B6-A3BD-487C-B1A2-BB07E1E8C56F}"/>
              </a:ext>
            </a:extLst>
          </p:cNvPr>
          <p:cNvSpPr>
            <a:spLocks noGrp="1"/>
          </p:cNvSpPr>
          <p:nvPr/>
        </p:nvSpPr>
        <p:spPr>
          <a:xfrm>
            <a:off x="77847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Cryo_13008">
            <a:extLst>
              <a:ext uri="{FF2B5EF4-FFF2-40B4-BE49-F238E27FC236}">
                <a16:creationId xmlns:a16="http://schemas.microsoft.com/office/drawing/2014/main" id="{7E8E772E-2C25-44F7-951D-57FF5CAAFA3F}"/>
              </a:ext>
            </a:extLst>
          </p:cNvPr>
          <p:cNvSpPr>
            <a:spLocks noGrp="1"/>
          </p:cNvSpPr>
          <p:nvPr/>
        </p:nvSpPr>
        <p:spPr>
          <a:xfrm>
            <a:off x="78146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Cryo_13009">
            <a:extLst>
              <a:ext uri="{FF2B5EF4-FFF2-40B4-BE49-F238E27FC236}">
                <a16:creationId xmlns:a16="http://schemas.microsoft.com/office/drawing/2014/main" id="{551A550F-06EF-4EF6-A971-D299EBB170C6}"/>
              </a:ext>
            </a:extLst>
          </p:cNvPr>
          <p:cNvSpPr>
            <a:spLocks noGrp="1"/>
          </p:cNvSpPr>
          <p:nvPr/>
        </p:nvSpPr>
        <p:spPr>
          <a:xfrm>
            <a:off x="7878000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Cryo_13010">
            <a:extLst>
              <a:ext uri="{FF2B5EF4-FFF2-40B4-BE49-F238E27FC236}">
                <a16:creationId xmlns:a16="http://schemas.microsoft.com/office/drawing/2014/main" id="{15EECE39-365E-48D7-9490-FB96BC3F088C}"/>
              </a:ext>
            </a:extLst>
          </p:cNvPr>
          <p:cNvSpPr>
            <a:spLocks noGrp="1"/>
          </p:cNvSpPr>
          <p:nvPr/>
        </p:nvSpPr>
        <p:spPr>
          <a:xfrm>
            <a:off x="794930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Cryo_13011">
            <a:extLst>
              <a:ext uri="{FF2B5EF4-FFF2-40B4-BE49-F238E27FC236}">
                <a16:creationId xmlns:a16="http://schemas.microsoft.com/office/drawing/2014/main" id="{1E177FA9-8359-4D5D-BB32-E00FA605C679}"/>
              </a:ext>
            </a:extLst>
          </p:cNvPr>
          <p:cNvSpPr>
            <a:spLocks noGrp="1"/>
          </p:cNvSpPr>
          <p:nvPr/>
        </p:nvSpPr>
        <p:spPr>
          <a:xfrm>
            <a:off x="7736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Cryo_13012">
            <a:extLst>
              <a:ext uri="{FF2B5EF4-FFF2-40B4-BE49-F238E27FC236}">
                <a16:creationId xmlns:a16="http://schemas.microsoft.com/office/drawing/2014/main" id="{7441DE12-EA91-4ADC-BAC7-158CC230D83F}"/>
              </a:ext>
            </a:extLst>
          </p:cNvPr>
          <p:cNvSpPr>
            <a:spLocks noGrp="1"/>
          </p:cNvSpPr>
          <p:nvPr/>
        </p:nvSpPr>
        <p:spPr>
          <a:xfrm>
            <a:off x="786550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Cryo_13013">
            <a:extLst>
              <a:ext uri="{FF2B5EF4-FFF2-40B4-BE49-F238E27FC236}">
                <a16:creationId xmlns:a16="http://schemas.microsoft.com/office/drawing/2014/main" id="{4316C786-B540-4F70-ACBA-D814392B166F}"/>
              </a:ext>
            </a:extLst>
          </p:cNvPr>
          <p:cNvSpPr>
            <a:spLocks noGrp="1"/>
          </p:cNvSpPr>
          <p:nvPr/>
        </p:nvSpPr>
        <p:spPr>
          <a:xfrm>
            <a:off x="779571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Cryo_13014">
            <a:extLst>
              <a:ext uri="{FF2B5EF4-FFF2-40B4-BE49-F238E27FC236}">
                <a16:creationId xmlns:a16="http://schemas.microsoft.com/office/drawing/2014/main" id="{C0E73AC4-1C8A-4BD3-994D-8BD78DEB4EA7}"/>
              </a:ext>
            </a:extLst>
          </p:cNvPr>
          <p:cNvSpPr>
            <a:spLocks noGrp="1"/>
          </p:cNvSpPr>
          <p:nvPr/>
        </p:nvSpPr>
        <p:spPr>
          <a:xfrm>
            <a:off x="7822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Cryo_13015">
            <a:extLst>
              <a:ext uri="{FF2B5EF4-FFF2-40B4-BE49-F238E27FC236}">
                <a16:creationId xmlns:a16="http://schemas.microsoft.com/office/drawing/2014/main" id="{A97060EE-B74C-4B22-AB56-AEF80423B9A2}"/>
              </a:ext>
            </a:extLst>
          </p:cNvPr>
          <p:cNvSpPr>
            <a:spLocks noGrp="1"/>
          </p:cNvSpPr>
          <p:nvPr/>
        </p:nvSpPr>
        <p:spPr>
          <a:xfrm>
            <a:off x="7725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Cryo_13016">
            <a:extLst>
              <a:ext uri="{FF2B5EF4-FFF2-40B4-BE49-F238E27FC236}">
                <a16:creationId xmlns:a16="http://schemas.microsoft.com/office/drawing/2014/main" id="{1CEED149-B625-4C56-B41D-0C5211F49C1C}"/>
              </a:ext>
            </a:extLst>
          </p:cNvPr>
          <p:cNvSpPr>
            <a:spLocks noGrp="1"/>
          </p:cNvSpPr>
          <p:nvPr/>
        </p:nvSpPr>
        <p:spPr>
          <a:xfrm>
            <a:off x="79501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Cryo_13017">
            <a:extLst>
              <a:ext uri="{FF2B5EF4-FFF2-40B4-BE49-F238E27FC236}">
                <a16:creationId xmlns:a16="http://schemas.microsoft.com/office/drawing/2014/main" id="{3DD886AB-6C93-4A94-8D9B-321ACB6D2D2A}"/>
              </a:ext>
            </a:extLst>
          </p:cNvPr>
          <p:cNvSpPr>
            <a:spLocks noGrp="1"/>
          </p:cNvSpPr>
          <p:nvPr/>
        </p:nvSpPr>
        <p:spPr>
          <a:xfrm>
            <a:off x="770219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Cryo_13018">
            <a:extLst>
              <a:ext uri="{FF2B5EF4-FFF2-40B4-BE49-F238E27FC236}">
                <a16:creationId xmlns:a16="http://schemas.microsoft.com/office/drawing/2014/main" id="{79F23F12-BE5E-42F2-8043-A26FB309AA94}"/>
              </a:ext>
            </a:extLst>
          </p:cNvPr>
          <p:cNvSpPr>
            <a:spLocks noGrp="1"/>
          </p:cNvSpPr>
          <p:nvPr/>
        </p:nvSpPr>
        <p:spPr>
          <a:xfrm>
            <a:off x="781141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Cryo_13019">
            <a:extLst>
              <a:ext uri="{FF2B5EF4-FFF2-40B4-BE49-F238E27FC236}">
                <a16:creationId xmlns:a16="http://schemas.microsoft.com/office/drawing/2014/main" id="{BA077238-B30E-48B3-A3D3-D9E22F9A7FB3}"/>
              </a:ext>
            </a:extLst>
          </p:cNvPr>
          <p:cNvSpPr>
            <a:spLocks noGrp="1"/>
          </p:cNvSpPr>
          <p:nvPr/>
        </p:nvSpPr>
        <p:spPr>
          <a:xfrm>
            <a:off x="78277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Cryo_13020">
            <a:extLst>
              <a:ext uri="{FF2B5EF4-FFF2-40B4-BE49-F238E27FC236}">
                <a16:creationId xmlns:a16="http://schemas.microsoft.com/office/drawing/2014/main" id="{24BDD91E-763F-4877-BEC1-323B4E30757B}"/>
              </a:ext>
            </a:extLst>
          </p:cNvPr>
          <p:cNvSpPr>
            <a:spLocks noGrp="1"/>
          </p:cNvSpPr>
          <p:nvPr/>
        </p:nvSpPr>
        <p:spPr>
          <a:xfrm>
            <a:off x="77385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Cryo_13021">
            <a:extLst>
              <a:ext uri="{FF2B5EF4-FFF2-40B4-BE49-F238E27FC236}">
                <a16:creationId xmlns:a16="http://schemas.microsoft.com/office/drawing/2014/main" id="{70B963B4-A0A5-4764-A57F-05196B75E05C}"/>
              </a:ext>
            </a:extLst>
          </p:cNvPr>
          <p:cNvSpPr>
            <a:spLocks noGrp="1"/>
          </p:cNvSpPr>
          <p:nvPr/>
        </p:nvSpPr>
        <p:spPr>
          <a:xfrm>
            <a:off x="778590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Cryo_13022">
            <a:extLst>
              <a:ext uri="{FF2B5EF4-FFF2-40B4-BE49-F238E27FC236}">
                <a16:creationId xmlns:a16="http://schemas.microsoft.com/office/drawing/2014/main" id="{A5A01D38-EBED-40A7-8F4B-406CBCEB9DEC}"/>
              </a:ext>
            </a:extLst>
          </p:cNvPr>
          <p:cNvSpPr>
            <a:spLocks noGrp="1"/>
          </p:cNvSpPr>
          <p:nvPr/>
        </p:nvSpPr>
        <p:spPr>
          <a:xfrm>
            <a:off x="78145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Cryo_13023">
            <a:extLst>
              <a:ext uri="{FF2B5EF4-FFF2-40B4-BE49-F238E27FC236}">
                <a16:creationId xmlns:a16="http://schemas.microsoft.com/office/drawing/2014/main" id="{E701D0C6-7C4D-4802-8779-E3E72499992C}"/>
              </a:ext>
            </a:extLst>
          </p:cNvPr>
          <p:cNvSpPr>
            <a:spLocks noGrp="1"/>
          </p:cNvSpPr>
          <p:nvPr/>
        </p:nvSpPr>
        <p:spPr>
          <a:xfrm>
            <a:off x="7905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Cryo_13024">
            <a:extLst>
              <a:ext uri="{FF2B5EF4-FFF2-40B4-BE49-F238E27FC236}">
                <a16:creationId xmlns:a16="http://schemas.microsoft.com/office/drawing/2014/main" id="{220D03F3-FF52-4FF0-A11E-2E0C03B6B459}"/>
              </a:ext>
            </a:extLst>
          </p:cNvPr>
          <p:cNvSpPr>
            <a:spLocks noGrp="1"/>
          </p:cNvSpPr>
          <p:nvPr/>
        </p:nvSpPr>
        <p:spPr>
          <a:xfrm>
            <a:off x="790846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Cryo_13025">
            <a:extLst>
              <a:ext uri="{FF2B5EF4-FFF2-40B4-BE49-F238E27FC236}">
                <a16:creationId xmlns:a16="http://schemas.microsoft.com/office/drawing/2014/main" id="{2FB33FA6-9E36-4F86-AACC-C28089B92C15}"/>
              </a:ext>
            </a:extLst>
          </p:cNvPr>
          <p:cNvSpPr>
            <a:spLocks noGrp="1"/>
          </p:cNvSpPr>
          <p:nvPr/>
        </p:nvSpPr>
        <p:spPr>
          <a:xfrm>
            <a:off x="7707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Cryo_13026">
            <a:extLst>
              <a:ext uri="{FF2B5EF4-FFF2-40B4-BE49-F238E27FC236}">
                <a16:creationId xmlns:a16="http://schemas.microsoft.com/office/drawing/2014/main" id="{DA058464-C2D5-4E4E-83FE-DF5FA818A9F5}"/>
              </a:ext>
            </a:extLst>
          </p:cNvPr>
          <p:cNvSpPr>
            <a:spLocks noGrp="1"/>
          </p:cNvSpPr>
          <p:nvPr/>
        </p:nvSpPr>
        <p:spPr>
          <a:xfrm>
            <a:off x="7777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Cryo_13027">
            <a:extLst>
              <a:ext uri="{FF2B5EF4-FFF2-40B4-BE49-F238E27FC236}">
                <a16:creationId xmlns:a16="http://schemas.microsoft.com/office/drawing/2014/main" id="{C2950BF4-94D2-4EFB-BCC0-F7747CD8E29D}"/>
              </a:ext>
            </a:extLst>
          </p:cNvPr>
          <p:cNvSpPr>
            <a:spLocks noGrp="1"/>
          </p:cNvSpPr>
          <p:nvPr/>
        </p:nvSpPr>
        <p:spPr>
          <a:xfrm>
            <a:off x="77630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Cryo_13028">
            <a:extLst>
              <a:ext uri="{FF2B5EF4-FFF2-40B4-BE49-F238E27FC236}">
                <a16:creationId xmlns:a16="http://schemas.microsoft.com/office/drawing/2014/main" id="{9885E1D3-2836-4DE7-8800-1B56CAD6B484}"/>
              </a:ext>
            </a:extLst>
          </p:cNvPr>
          <p:cNvSpPr>
            <a:spLocks noGrp="1"/>
          </p:cNvSpPr>
          <p:nvPr/>
        </p:nvSpPr>
        <p:spPr>
          <a:xfrm>
            <a:off x="7909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Cryo_13029">
            <a:extLst>
              <a:ext uri="{FF2B5EF4-FFF2-40B4-BE49-F238E27FC236}">
                <a16:creationId xmlns:a16="http://schemas.microsoft.com/office/drawing/2014/main" id="{EBB05D64-3776-4775-96C1-8CF16DDD06B7}"/>
              </a:ext>
            </a:extLst>
          </p:cNvPr>
          <p:cNvSpPr>
            <a:spLocks noGrp="1"/>
          </p:cNvSpPr>
          <p:nvPr/>
        </p:nvSpPr>
        <p:spPr>
          <a:xfrm>
            <a:off x="774672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Cryo_13030">
            <a:extLst>
              <a:ext uri="{FF2B5EF4-FFF2-40B4-BE49-F238E27FC236}">
                <a16:creationId xmlns:a16="http://schemas.microsoft.com/office/drawing/2014/main" id="{E341C795-9B64-4057-8A6E-975D33F1F0CD}"/>
              </a:ext>
            </a:extLst>
          </p:cNvPr>
          <p:cNvSpPr>
            <a:spLocks noGrp="1"/>
          </p:cNvSpPr>
          <p:nvPr/>
        </p:nvSpPr>
        <p:spPr>
          <a:xfrm>
            <a:off x="7779554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Cryo_13031">
            <a:extLst>
              <a:ext uri="{FF2B5EF4-FFF2-40B4-BE49-F238E27FC236}">
                <a16:creationId xmlns:a16="http://schemas.microsoft.com/office/drawing/2014/main" id="{5391742E-4E02-4F20-AEDF-E7A43BD4E55F}"/>
              </a:ext>
            </a:extLst>
          </p:cNvPr>
          <p:cNvSpPr>
            <a:spLocks noGrp="1"/>
          </p:cNvSpPr>
          <p:nvPr/>
        </p:nvSpPr>
        <p:spPr>
          <a:xfrm>
            <a:off x="7720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Cryo_13032">
            <a:extLst>
              <a:ext uri="{FF2B5EF4-FFF2-40B4-BE49-F238E27FC236}">
                <a16:creationId xmlns:a16="http://schemas.microsoft.com/office/drawing/2014/main" id="{EAAC007E-EFF0-41EA-A465-2A40610A7A4E}"/>
              </a:ext>
            </a:extLst>
          </p:cNvPr>
          <p:cNvSpPr>
            <a:spLocks noGrp="1"/>
          </p:cNvSpPr>
          <p:nvPr/>
        </p:nvSpPr>
        <p:spPr>
          <a:xfrm>
            <a:off x="7883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Cryo_13033">
            <a:extLst>
              <a:ext uri="{FF2B5EF4-FFF2-40B4-BE49-F238E27FC236}">
                <a16:creationId xmlns:a16="http://schemas.microsoft.com/office/drawing/2014/main" id="{448002D6-593C-4DEF-8A76-40AA612A28CB}"/>
              </a:ext>
            </a:extLst>
          </p:cNvPr>
          <p:cNvSpPr>
            <a:spLocks noGrp="1"/>
          </p:cNvSpPr>
          <p:nvPr/>
        </p:nvSpPr>
        <p:spPr>
          <a:xfrm>
            <a:off x="776048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Cryo_13034">
            <a:extLst>
              <a:ext uri="{FF2B5EF4-FFF2-40B4-BE49-F238E27FC236}">
                <a16:creationId xmlns:a16="http://schemas.microsoft.com/office/drawing/2014/main" id="{4B430B70-7F94-4207-9FA9-23F5AB62DC2C}"/>
              </a:ext>
            </a:extLst>
          </p:cNvPr>
          <p:cNvSpPr>
            <a:spLocks noGrp="1"/>
          </p:cNvSpPr>
          <p:nvPr/>
        </p:nvSpPr>
        <p:spPr>
          <a:xfrm>
            <a:off x="77797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Cryo_13035">
            <a:extLst>
              <a:ext uri="{FF2B5EF4-FFF2-40B4-BE49-F238E27FC236}">
                <a16:creationId xmlns:a16="http://schemas.microsoft.com/office/drawing/2014/main" id="{7D3CDBAE-8621-48D7-869F-248D2E96B9B3}"/>
              </a:ext>
            </a:extLst>
          </p:cNvPr>
          <p:cNvSpPr>
            <a:spLocks noGrp="1"/>
          </p:cNvSpPr>
          <p:nvPr/>
        </p:nvSpPr>
        <p:spPr>
          <a:xfrm>
            <a:off x="7907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Cryo_13036">
            <a:extLst>
              <a:ext uri="{FF2B5EF4-FFF2-40B4-BE49-F238E27FC236}">
                <a16:creationId xmlns:a16="http://schemas.microsoft.com/office/drawing/2014/main" id="{C2D1EBEC-1959-4652-B964-276FC6358848}"/>
              </a:ext>
            </a:extLst>
          </p:cNvPr>
          <p:cNvSpPr>
            <a:spLocks noGrp="1"/>
          </p:cNvSpPr>
          <p:nvPr/>
        </p:nvSpPr>
        <p:spPr>
          <a:xfrm>
            <a:off x="7891996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Cryo_13037">
            <a:extLst>
              <a:ext uri="{FF2B5EF4-FFF2-40B4-BE49-F238E27FC236}">
                <a16:creationId xmlns:a16="http://schemas.microsoft.com/office/drawing/2014/main" id="{72CDB8CB-5755-4889-900A-F08A90FA6282}"/>
              </a:ext>
            </a:extLst>
          </p:cNvPr>
          <p:cNvSpPr>
            <a:spLocks noGrp="1"/>
          </p:cNvSpPr>
          <p:nvPr/>
        </p:nvSpPr>
        <p:spPr>
          <a:xfrm>
            <a:off x="79510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Cryo_13038">
            <a:extLst>
              <a:ext uri="{FF2B5EF4-FFF2-40B4-BE49-F238E27FC236}">
                <a16:creationId xmlns:a16="http://schemas.microsoft.com/office/drawing/2014/main" id="{05F97E76-737A-42EE-8168-66346CDD60C8}"/>
              </a:ext>
            </a:extLst>
          </p:cNvPr>
          <p:cNvSpPr>
            <a:spLocks noGrp="1"/>
          </p:cNvSpPr>
          <p:nvPr/>
        </p:nvSpPr>
        <p:spPr>
          <a:xfrm>
            <a:off x="791299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Cryo_13039">
            <a:extLst>
              <a:ext uri="{FF2B5EF4-FFF2-40B4-BE49-F238E27FC236}">
                <a16:creationId xmlns:a16="http://schemas.microsoft.com/office/drawing/2014/main" id="{C4248CF0-29DF-42C2-B746-DE51D4FDB5AD}"/>
              </a:ext>
            </a:extLst>
          </p:cNvPr>
          <p:cNvSpPr>
            <a:spLocks noGrp="1"/>
          </p:cNvSpPr>
          <p:nvPr/>
        </p:nvSpPr>
        <p:spPr>
          <a:xfrm>
            <a:off x="778445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Cryo_13040">
            <a:extLst>
              <a:ext uri="{FF2B5EF4-FFF2-40B4-BE49-F238E27FC236}">
                <a16:creationId xmlns:a16="http://schemas.microsoft.com/office/drawing/2014/main" id="{8F28D31E-D6F8-4C67-81C8-60504137C98B}"/>
              </a:ext>
            </a:extLst>
          </p:cNvPr>
          <p:cNvSpPr>
            <a:spLocks noGrp="1"/>
          </p:cNvSpPr>
          <p:nvPr/>
        </p:nvSpPr>
        <p:spPr>
          <a:xfrm>
            <a:off x="78359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Cryo_13041">
            <a:extLst>
              <a:ext uri="{FF2B5EF4-FFF2-40B4-BE49-F238E27FC236}">
                <a16:creationId xmlns:a16="http://schemas.microsoft.com/office/drawing/2014/main" id="{F1CEA1FE-FDE4-4F90-966C-C89F4F68FABD}"/>
              </a:ext>
            </a:extLst>
          </p:cNvPr>
          <p:cNvSpPr>
            <a:spLocks noGrp="1"/>
          </p:cNvSpPr>
          <p:nvPr/>
        </p:nvSpPr>
        <p:spPr>
          <a:xfrm>
            <a:off x="7727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Cryo_13042">
            <a:extLst>
              <a:ext uri="{FF2B5EF4-FFF2-40B4-BE49-F238E27FC236}">
                <a16:creationId xmlns:a16="http://schemas.microsoft.com/office/drawing/2014/main" id="{EA40AFE8-5BF4-4846-B83A-938D3C711DF3}"/>
              </a:ext>
            </a:extLst>
          </p:cNvPr>
          <p:cNvSpPr>
            <a:spLocks noGrp="1"/>
          </p:cNvSpPr>
          <p:nvPr/>
        </p:nvSpPr>
        <p:spPr>
          <a:xfrm>
            <a:off x="7820853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Cryo_13043">
            <a:extLst>
              <a:ext uri="{FF2B5EF4-FFF2-40B4-BE49-F238E27FC236}">
                <a16:creationId xmlns:a16="http://schemas.microsoft.com/office/drawing/2014/main" id="{4B21DFDF-E87B-401C-8C2E-EF8CBF2DD7C2}"/>
              </a:ext>
            </a:extLst>
          </p:cNvPr>
          <p:cNvSpPr>
            <a:spLocks noGrp="1"/>
          </p:cNvSpPr>
          <p:nvPr/>
        </p:nvSpPr>
        <p:spPr>
          <a:xfrm>
            <a:off x="7725928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Cryo_13044">
            <a:extLst>
              <a:ext uri="{FF2B5EF4-FFF2-40B4-BE49-F238E27FC236}">
                <a16:creationId xmlns:a16="http://schemas.microsoft.com/office/drawing/2014/main" id="{AC8DA221-B3B3-4318-A247-7885D56C6C0E}"/>
              </a:ext>
            </a:extLst>
          </p:cNvPr>
          <p:cNvSpPr>
            <a:spLocks noGrp="1"/>
          </p:cNvSpPr>
          <p:nvPr/>
        </p:nvSpPr>
        <p:spPr>
          <a:xfrm>
            <a:off x="7770485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Cryo_13045">
            <a:extLst>
              <a:ext uri="{FF2B5EF4-FFF2-40B4-BE49-F238E27FC236}">
                <a16:creationId xmlns:a16="http://schemas.microsoft.com/office/drawing/2014/main" id="{244A3F4E-751F-4C3B-BF61-B9692D9D2B80}"/>
              </a:ext>
            </a:extLst>
          </p:cNvPr>
          <p:cNvSpPr>
            <a:spLocks noGrp="1"/>
          </p:cNvSpPr>
          <p:nvPr/>
        </p:nvSpPr>
        <p:spPr>
          <a:xfrm>
            <a:off x="780007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Cryo_13046">
            <a:extLst>
              <a:ext uri="{FF2B5EF4-FFF2-40B4-BE49-F238E27FC236}">
                <a16:creationId xmlns:a16="http://schemas.microsoft.com/office/drawing/2014/main" id="{4D2CBD69-431A-4710-B14B-23E07F8273C9}"/>
              </a:ext>
            </a:extLst>
          </p:cNvPr>
          <p:cNvSpPr>
            <a:spLocks noGrp="1"/>
          </p:cNvSpPr>
          <p:nvPr/>
        </p:nvSpPr>
        <p:spPr>
          <a:xfrm>
            <a:off x="7906750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Cryo_13047">
            <a:extLst>
              <a:ext uri="{FF2B5EF4-FFF2-40B4-BE49-F238E27FC236}">
                <a16:creationId xmlns:a16="http://schemas.microsoft.com/office/drawing/2014/main" id="{8647C983-94A2-4D4A-982F-D7D362EB26CD}"/>
              </a:ext>
            </a:extLst>
          </p:cNvPr>
          <p:cNvSpPr>
            <a:spLocks noGrp="1"/>
          </p:cNvSpPr>
          <p:nvPr/>
        </p:nvSpPr>
        <p:spPr>
          <a:xfrm>
            <a:off x="7794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Cryo_13048">
            <a:extLst>
              <a:ext uri="{FF2B5EF4-FFF2-40B4-BE49-F238E27FC236}">
                <a16:creationId xmlns:a16="http://schemas.microsoft.com/office/drawing/2014/main" id="{1EEC3C84-5FC7-4094-A61D-51DDF37CB8EE}"/>
              </a:ext>
            </a:extLst>
          </p:cNvPr>
          <p:cNvSpPr>
            <a:spLocks noGrp="1"/>
          </p:cNvSpPr>
          <p:nvPr/>
        </p:nvSpPr>
        <p:spPr>
          <a:xfrm>
            <a:off x="7831032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Cryo_13049">
            <a:extLst>
              <a:ext uri="{FF2B5EF4-FFF2-40B4-BE49-F238E27FC236}">
                <a16:creationId xmlns:a16="http://schemas.microsoft.com/office/drawing/2014/main" id="{C68DD6CC-CCFE-48F2-A73C-1E82236D90EA}"/>
              </a:ext>
            </a:extLst>
          </p:cNvPr>
          <p:cNvSpPr>
            <a:spLocks noGrp="1"/>
          </p:cNvSpPr>
          <p:nvPr/>
        </p:nvSpPr>
        <p:spPr>
          <a:xfrm>
            <a:off x="779048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Cryo_13050">
            <a:extLst>
              <a:ext uri="{FF2B5EF4-FFF2-40B4-BE49-F238E27FC236}">
                <a16:creationId xmlns:a16="http://schemas.microsoft.com/office/drawing/2014/main" id="{B5EA8C92-9F56-42D7-88BE-E4268036A790}"/>
              </a:ext>
            </a:extLst>
          </p:cNvPr>
          <p:cNvSpPr>
            <a:spLocks noGrp="1"/>
          </p:cNvSpPr>
          <p:nvPr/>
        </p:nvSpPr>
        <p:spPr>
          <a:xfrm>
            <a:off x="786674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Cryo_13051">
            <a:extLst>
              <a:ext uri="{FF2B5EF4-FFF2-40B4-BE49-F238E27FC236}">
                <a16:creationId xmlns:a16="http://schemas.microsoft.com/office/drawing/2014/main" id="{A39CC418-8D84-437C-98AB-1EE350EA5E36}"/>
              </a:ext>
            </a:extLst>
          </p:cNvPr>
          <p:cNvSpPr>
            <a:spLocks noGrp="1"/>
          </p:cNvSpPr>
          <p:nvPr/>
        </p:nvSpPr>
        <p:spPr>
          <a:xfrm>
            <a:off x="77897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Cryo_13052">
            <a:extLst>
              <a:ext uri="{FF2B5EF4-FFF2-40B4-BE49-F238E27FC236}">
                <a16:creationId xmlns:a16="http://schemas.microsoft.com/office/drawing/2014/main" id="{C516752A-95F7-4483-8FF9-DF0F5526FD11}"/>
              </a:ext>
            </a:extLst>
          </p:cNvPr>
          <p:cNvSpPr>
            <a:spLocks noGrp="1"/>
          </p:cNvSpPr>
          <p:nvPr/>
        </p:nvSpPr>
        <p:spPr>
          <a:xfrm>
            <a:off x="78632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Cryo_13053">
            <a:extLst>
              <a:ext uri="{FF2B5EF4-FFF2-40B4-BE49-F238E27FC236}">
                <a16:creationId xmlns:a16="http://schemas.microsoft.com/office/drawing/2014/main" id="{9D1E9C60-6841-4657-8B2E-267F0CD3F650}"/>
              </a:ext>
            </a:extLst>
          </p:cNvPr>
          <p:cNvSpPr>
            <a:spLocks noGrp="1"/>
          </p:cNvSpPr>
          <p:nvPr/>
        </p:nvSpPr>
        <p:spPr>
          <a:xfrm>
            <a:off x="7837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Cryo_13054">
            <a:extLst>
              <a:ext uri="{FF2B5EF4-FFF2-40B4-BE49-F238E27FC236}">
                <a16:creationId xmlns:a16="http://schemas.microsoft.com/office/drawing/2014/main" id="{FD82E5EF-A58C-48E5-81E2-C06C10645CD0}"/>
              </a:ext>
            </a:extLst>
          </p:cNvPr>
          <p:cNvSpPr>
            <a:spLocks noGrp="1"/>
          </p:cNvSpPr>
          <p:nvPr/>
        </p:nvSpPr>
        <p:spPr>
          <a:xfrm>
            <a:off x="78807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Cryo_13055">
            <a:extLst>
              <a:ext uri="{FF2B5EF4-FFF2-40B4-BE49-F238E27FC236}">
                <a16:creationId xmlns:a16="http://schemas.microsoft.com/office/drawing/2014/main" id="{3D71265A-8FE7-4EBF-BBD0-5E403F4AE2EC}"/>
              </a:ext>
            </a:extLst>
          </p:cNvPr>
          <p:cNvSpPr>
            <a:spLocks noGrp="1"/>
          </p:cNvSpPr>
          <p:nvPr/>
        </p:nvSpPr>
        <p:spPr>
          <a:xfrm>
            <a:off x="7764314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Cryo_13056">
            <a:extLst>
              <a:ext uri="{FF2B5EF4-FFF2-40B4-BE49-F238E27FC236}">
                <a16:creationId xmlns:a16="http://schemas.microsoft.com/office/drawing/2014/main" id="{64C701F7-38BB-4595-B113-4BAE398EC454}"/>
              </a:ext>
            </a:extLst>
          </p:cNvPr>
          <p:cNvSpPr>
            <a:spLocks noGrp="1"/>
          </p:cNvSpPr>
          <p:nvPr/>
        </p:nvSpPr>
        <p:spPr>
          <a:xfrm>
            <a:off x="7902337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Cryo_13057">
            <a:extLst>
              <a:ext uri="{FF2B5EF4-FFF2-40B4-BE49-F238E27FC236}">
                <a16:creationId xmlns:a16="http://schemas.microsoft.com/office/drawing/2014/main" id="{4D054293-9FE2-4C75-9255-4D6456475227}"/>
              </a:ext>
            </a:extLst>
          </p:cNvPr>
          <p:cNvSpPr>
            <a:spLocks noGrp="1"/>
          </p:cNvSpPr>
          <p:nvPr/>
        </p:nvSpPr>
        <p:spPr>
          <a:xfrm>
            <a:off x="77796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Cryo_13058">
            <a:extLst>
              <a:ext uri="{FF2B5EF4-FFF2-40B4-BE49-F238E27FC236}">
                <a16:creationId xmlns:a16="http://schemas.microsoft.com/office/drawing/2014/main" id="{DD043DD3-691B-47AC-8D7C-68284D9344A3}"/>
              </a:ext>
            </a:extLst>
          </p:cNvPr>
          <p:cNvSpPr>
            <a:spLocks noGrp="1"/>
          </p:cNvSpPr>
          <p:nvPr/>
        </p:nvSpPr>
        <p:spPr>
          <a:xfrm>
            <a:off x="782000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Cryo_13059">
            <a:extLst>
              <a:ext uri="{FF2B5EF4-FFF2-40B4-BE49-F238E27FC236}">
                <a16:creationId xmlns:a16="http://schemas.microsoft.com/office/drawing/2014/main" id="{BA4AA7D6-226F-40AA-BF1B-DE8976BE5463}"/>
              </a:ext>
            </a:extLst>
          </p:cNvPr>
          <p:cNvSpPr>
            <a:spLocks noGrp="1"/>
          </p:cNvSpPr>
          <p:nvPr/>
        </p:nvSpPr>
        <p:spPr>
          <a:xfrm>
            <a:off x="773385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Cryo_13060">
            <a:extLst>
              <a:ext uri="{FF2B5EF4-FFF2-40B4-BE49-F238E27FC236}">
                <a16:creationId xmlns:a16="http://schemas.microsoft.com/office/drawing/2014/main" id="{1D04DEF1-84C9-4ACF-B78B-1CA4386D0923}"/>
              </a:ext>
            </a:extLst>
          </p:cNvPr>
          <p:cNvSpPr>
            <a:spLocks noGrp="1"/>
          </p:cNvSpPr>
          <p:nvPr/>
        </p:nvSpPr>
        <p:spPr>
          <a:xfrm>
            <a:off x="775210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Cryo_13061">
            <a:extLst>
              <a:ext uri="{FF2B5EF4-FFF2-40B4-BE49-F238E27FC236}">
                <a16:creationId xmlns:a16="http://schemas.microsoft.com/office/drawing/2014/main" id="{B8C0A811-167F-4D77-A73F-E8DE6283FA45}"/>
              </a:ext>
            </a:extLst>
          </p:cNvPr>
          <p:cNvSpPr>
            <a:spLocks noGrp="1"/>
          </p:cNvSpPr>
          <p:nvPr/>
        </p:nvSpPr>
        <p:spPr>
          <a:xfrm>
            <a:off x="7744580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Cryo_13062">
            <a:extLst>
              <a:ext uri="{FF2B5EF4-FFF2-40B4-BE49-F238E27FC236}">
                <a16:creationId xmlns:a16="http://schemas.microsoft.com/office/drawing/2014/main" id="{15A03053-DCC4-49E1-9481-0F42ED9C7306}"/>
              </a:ext>
            </a:extLst>
          </p:cNvPr>
          <p:cNvSpPr>
            <a:spLocks noGrp="1"/>
          </p:cNvSpPr>
          <p:nvPr/>
        </p:nvSpPr>
        <p:spPr>
          <a:xfrm>
            <a:off x="77248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Cryo_13063">
            <a:extLst>
              <a:ext uri="{FF2B5EF4-FFF2-40B4-BE49-F238E27FC236}">
                <a16:creationId xmlns:a16="http://schemas.microsoft.com/office/drawing/2014/main" id="{8D04945B-A99C-4905-AFD8-4C788C8AA0D5}"/>
              </a:ext>
            </a:extLst>
          </p:cNvPr>
          <p:cNvSpPr>
            <a:spLocks noGrp="1"/>
          </p:cNvSpPr>
          <p:nvPr/>
        </p:nvSpPr>
        <p:spPr>
          <a:xfrm>
            <a:off x="7726977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Cryo_13064">
            <a:extLst>
              <a:ext uri="{FF2B5EF4-FFF2-40B4-BE49-F238E27FC236}">
                <a16:creationId xmlns:a16="http://schemas.microsoft.com/office/drawing/2014/main" id="{A6BD7E3C-4804-4A4B-A117-092EFC5615D9}"/>
              </a:ext>
            </a:extLst>
          </p:cNvPr>
          <p:cNvSpPr>
            <a:spLocks noGrp="1"/>
          </p:cNvSpPr>
          <p:nvPr/>
        </p:nvSpPr>
        <p:spPr>
          <a:xfrm>
            <a:off x="77253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Cryo_13065">
            <a:extLst>
              <a:ext uri="{FF2B5EF4-FFF2-40B4-BE49-F238E27FC236}">
                <a16:creationId xmlns:a16="http://schemas.microsoft.com/office/drawing/2014/main" id="{27ADED50-85CB-4787-B144-40751A456FCE}"/>
              </a:ext>
            </a:extLst>
          </p:cNvPr>
          <p:cNvSpPr>
            <a:spLocks noGrp="1"/>
          </p:cNvSpPr>
          <p:nvPr/>
        </p:nvSpPr>
        <p:spPr>
          <a:xfrm>
            <a:off x="77785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Cryo_13066">
            <a:extLst>
              <a:ext uri="{FF2B5EF4-FFF2-40B4-BE49-F238E27FC236}">
                <a16:creationId xmlns:a16="http://schemas.microsoft.com/office/drawing/2014/main" id="{9BA4A785-69F9-4B88-9FEE-A19835D6D73C}"/>
              </a:ext>
            </a:extLst>
          </p:cNvPr>
          <p:cNvSpPr>
            <a:spLocks noGrp="1"/>
          </p:cNvSpPr>
          <p:nvPr/>
        </p:nvSpPr>
        <p:spPr>
          <a:xfrm>
            <a:off x="78295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Cryo_13067">
            <a:extLst>
              <a:ext uri="{FF2B5EF4-FFF2-40B4-BE49-F238E27FC236}">
                <a16:creationId xmlns:a16="http://schemas.microsoft.com/office/drawing/2014/main" id="{2B17F178-9F1D-4B71-BB28-65C699609D1E}"/>
              </a:ext>
            </a:extLst>
          </p:cNvPr>
          <p:cNvSpPr>
            <a:spLocks noGrp="1"/>
          </p:cNvSpPr>
          <p:nvPr/>
        </p:nvSpPr>
        <p:spPr>
          <a:xfrm>
            <a:off x="775291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Cryo_13068">
            <a:extLst>
              <a:ext uri="{FF2B5EF4-FFF2-40B4-BE49-F238E27FC236}">
                <a16:creationId xmlns:a16="http://schemas.microsoft.com/office/drawing/2014/main" id="{57689EE2-4114-4620-816A-4C0CD016D9E1}"/>
              </a:ext>
            </a:extLst>
          </p:cNvPr>
          <p:cNvSpPr>
            <a:spLocks noGrp="1"/>
          </p:cNvSpPr>
          <p:nvPr/>
        </p:nvSpPr>
        <p:spPr>
          <a:xfrm>
            <a:off x="785714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Cryo_13069">
            <a:extLst>
              <a:ext uri="{FF2B5EF4-FFF2-40B4-BE49-F238E27FC236}">
                <a16:creationId xmlns:a16="http://schemas.microsoft.com/office/drawing/2014/main" id="{BFE44EE1-287E-41A3-8CFD-54133133AE05}"/>
              </a:ext>
            </a:extLst>
          </p:cNvPr>
          <p:cNvSpPr>
            <a:spLocks noGrp="1"/>
          </p:cNvSpPr>
          <p:nvPr/>
        </p:nvSpPr>
        <p:spPr>
          <a:xfrm>
            <a:off x="782969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Cryo_13070">
            <a:extLst>
              <a:ext uri="{FF2B5EF4-FFF2-40B4-BE49-F238E27FC236}">
                <a16:creationId xmlns:a16="http://schemas.microsoft.com/office/drawing/2014/main" id="{0097B1D1-6B87-4176-9743-D986380986F6}"/>
              </a:ext>
            </a:extLst>
          </p:cNvPr>
          <p:cNvSpPr>
            <a:spLocks noGrp="1"/>
          </p:cNvSpPr>
          <p:nvPr/>
        </p:nvSpPr>
        <p:spPr>
          <a:xfrm>
            <a:off x="77905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Cryo_13071">
            <a:extLst>
              <a:ext uri="{FF2B5EF4-FFF2-40B4-BE49-F238E27FC236}">
                <a16:creationId xmlns:a16="http://schemas.microsoft.com/office/drawing/2014/main" id="{4B7CB4A4-C6CB-4252-93EB-BDB882F4D777}"/>
              </a:ext>
            </a:extLst>
          </p:cNvPr>
          <p:cNvSpPr>
            <a:spLocks noGrp="1"/>
          </p:cNvSpPr>
          <p:nvPr/>
        </p:nvSpPr>
        <p:spPr>
          <a:xfrm>
            <a:off x="78128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Cryo_13072">
            <a:extLst>
              <a:ext uri="{FF2B5EF4-FFF2-40B4-BE49-F238E27FC236}">
                <a16:creationId xmlns:a16="http://schemas.microsoft.com/office/drawing/2014/main" id="{B9B1C0B2-2E09-4DAC-8764-3737E91620EF}"/>
              </a:ext>
            </a:extLst>
          </p:cNvPr>
          <p:cNvSpPr>
            <a:spLocks noGrp="1"/>
          </p:cNvSpPr>
          <p:nvPr/>
        </p:nvSpPr>
        <p:spPr>
          <a:xfrm>
            <a:off x="7913903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Cryo_13073">
            <a:extLst>
              <a:ext uri="{FF2B5EF4-FFF2-40B4-BE49-F238E27FC236}">
                <a16:creationId xmlns:a16="http://schemas.microsoft.com/office/drawing/2014/main" id="{4EB6AC3D-2FE7-41CD-96BD-D3A5FEAB4C70}"/>
              </a:ext>
            </a:extLst>
          </p:cNvPr>
          <p:cNvSpPr>
            <a:spLocks noGrp="1"/>
          </p:cNvSpPr>
          <p:nvPr/>
        </p:nvSpPr>
        <p:spPr>
          <a:xfrm>
            <a:off x="78779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Cryo_13074">
            <a:extLst>
              <a:ext uri="{FF2B5EF4-FFF2-40B4-BE49-F238E27FC236}">
                <a16:creationId xmlns:a16="http://schemas.microsoft.com/office/drawing/2014/main" id="{7D92BEFF-D9F0-4DA5-AAE1-DDA5DB183ECF}"/>
              </a:ext>
            </a:extLst>
          </p:cNvPr>
          <p:cNvSpPr>
            <a:spLocks noGrp="1"/>
          </p:cNvSpPr>
          <p:nvPr/>
        </p:nvSpPr>
        <p:spPr>
          <a:xfrm>
            <a:off x="77507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Cryo_13075">
            <a:extLst>
              <a:ext uri="{FF2B5EF4-FFF2-40B4-BE49-F238E27FC236}">
                <a16:creationId xmlns:a16="http://schemas.microsoft.com/office/drawing/2014/main" id="{677F7F79-12F4-43AB-A262-713911C7A742}"/>
              </a:ext>
            </a:extLst>
          </p:cNvPr>
          <p:cNvSpPr>
            <a:spLocks noGrp="1"/>
          </p:cNvSpPr>
          <p:nvPr/>
        </p:nvSpPr>
        <p:spPr>
          <a:xfrm>
            <a:off x="773738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Cryo_13076">
            <a:extLst>
              <a:ext uri="{FF2B5EF4-FFF2-40B4-BE49-F238E27FC236}">
                <a16:creationId xmlns:a16="http://schemas.microsoft.com/office/drawing/2014/main" id="{C8ED2D75-1D78-4D3B-AE3C-0FB92D5B4E1B}"/>
              </a:ext>
            </a:extLst>
          </p:cNvPr>
          <p:cNvSpPr>
            <a:spLocks noGrp="1"/>
          </p:cNvSpPr>
          <p:nvPr/>
        </p:nvSpPr>
        <p:spPr>
          <a:xfrm>
            <a:off x="788267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Cryo_13077">
            <a:extLst>
              <a:ext uri="{FF2B5EF4-FFF2-40B4-BE49-F238E27FC236}">
                <a16:creationId xmlns:a16="http://schemas.microsoft.com/office/drawing/2014/main" id="{21F052C0-C4D4-45C7-9F5E-940842560D72}"/>
              </a:ext>
            </a:extLst>
          </p:cNvPr>
          <p:cNvSpPr>
            <a:spLocks noGrp="1"/>
          </p:cNvSpPr>
          <p:nvPr/>
        </p:nvSpPr>
        <p:spPr>
          <a:xfrm>
            <a:off x="77330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Cryo_13078">
            <a:extLst>
              <a:ext uri="{FF2B5EF4-FFF2-40B4-BE49-F238E27FC236}">
                <a16:creationId xmlns:a16="http://schemas.microsoft.com/office/drawing/2014/main" id="{B13C2343-EC0D-43EB-8064-5D5926728E5F}"/>
              </a:ext>
            </a:extLst>
          </p:cNvPr>
          <p:cNvSpPr>
            <a:spLocks noGrp="1"/>
          </p:cNvSpPr>
          <p:nvPr/>
        </p:nvSpPr>
        <p:spPr>
          <a:xfrm>
            <a:off x="7725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Cryo_13079">
            <a:extLst>
              <a:ext uri="{FF2B5EF4-FFF2-40B4-BE49-F238E27FC236}">
                <a16:creationId xmlns:a16="http://schemas.microsoft.com/office/drawing/2014/main" id="{5A26AD43-195A-4279-804A-26C4989971E7}"/>
              </a:ext>
            </a:extLst>
          </p:cNvPr>
          <p:cNvSpPr>
            <a:spLocks noGrp="1"/>
          </p:cNvSpPr>
          <p:nvPr/>
        </p:nvSpPr>
        <p:spPr>
          <a:xfrm>
            <a:off x="78119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Cryo_13080">
            <a:extLst>
              <a:ext uri="{FF2B5EF4-FFF2-40B4-BE49-F238E27FC236}">
                <a16:creationId xmlns:a16="http://schemas.microsoft.com/office/drawing/2014/main" id="{33023AE3-EA63-4807-A2E2-1441C9252E52}"/>
              </a:ext>
            </a:extLst>
          </p:cNvPr>
          <p:cNvSpPr>
            <a:spLocks noGrp="1"/>
          </p:cNvSpPr>
          <p:nvPr/>
        </p:nvSpPr>
        <p:spPr>
          <a:xfrm>
            <a:off x="78742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Cryo_13081">
            <a:extLst>
              <a:ext uri="{FF2B5EF4-FFF2-40B4-BE49-F238E27FC236}">
                <a16:creationId xmlns:a16="http://schemas.microsoft.com/office/drawing/2014/main" id="{4A7E2A73-4345-4A3E-97C6-F59260A1D700}"/>
              </a:ext>
            </a:extLst>
          </p:cNvPr>
          <p:cNvSpPr>
            <a:spLocks noGrp="1"/>
          </p:cNvSpPr>
          <p:nvPr/>
        </p:nvSpPr>
        <p:spPr>
          <a:xfrm>
            <a:off x="781927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Cryo_13082">
            <a:extLst>
              <a:ext uri="{FF2B5EF4-FFF2-40B4-BE49-F238E27FC236}">
                <a16:creationId xmlns:a16="http://schemas.microsoft.com/office/drawing/2014/main" id="{81A240FA-F075-4F4B-98EC-ABE0F0C2029A}"/>
              </a:ext>
            </a:extLst>
          </p:cNvPr>
          <p:cNvSpPr>
            <a:spLocks noGrp="1"/>
          </p:cNvSpPr>
          <p:nvPr/>
        </p:nvSpPr>
        <p:spPr>
          <a:xfrm>
            <a:off x="7821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Cryo_13083">
            <a:extLst>
              <a:ext uri="{FF2B5EF4-FFF2-40B4-BE49-F238E27FC236}">
                <a16:creationId xmlns:a16="http://schemas.microsoft.com/office/drawing/2014/main" id="{587723EF-70A4-4F2F-8E55-AB4974CC73D4}"/>
              </a:ext>
            </a:extLst>
          </p:cNvPr>
          <p:cNvSpPr>
            <a:spLocks noGrp="1"/>
          </p:cNvSpPr>
          <p:nvPr/>
        </p:nvSpPr>
        <p:spPr>
          <a:xfrm>
            <a:off x="790932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Cryo_13084">
            <a:extLst>
              <a:ext uri="{FF2B5EF4-FFF2-40B4-BE49-F238E27FC236}">
                <a16:creationId xmlns:a16="http://schemas.microsoft.com/office/drawing/2014/main" id="{74EE33BA-CC3B-433F-9408-3CAE4235C80A}"/>
              </a:ext>
            </a:extLst>
          </p:cNvPr>
          <p:cNvSpPr>
            <a:spLocks noGrp="1"/>
          </p:cNvSpPr>
          <p:nvPr/>
        </p:nvSpPr>
        <p:spPr>
          <a:xfrm>
            <a:off x="77753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Cryo_13085">
            <a:extLst>
              <a:ext uri="{FF2B5EF4-FFF2-40B4-BE49-F238E27FC236}">
                <a16:creationId xmlns:a16="http://schemas.microsoft.com/office/drawing/2014/main" id="{94481689-AD8F-403B-B2B7-1342F14121EB}"/>
              </a:ext>
            </a:extLst>
          </p:cNvPr>
          <p:cNvSpPr>
            <a:spLocks noGrp="1"/>
          </p:cNvSpPr>
          <p:nvPr/>
        </p:nvSpPr>
        <p:spPr>
          <a:xfrm>
            <a:off x="78447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Cryo_13086">
            <a:extLst>
              <a:ext uri="{FF2B5EF4-FFF2-40B4-BE49-F238E27FC236}">
                <a16:creationId xmlns:a16="http://schemas.microsoft.com/office/drawing/2014/main" id="{664CB745-CE39-423A-89EF-E4BB8724E407}"/>
              </a:ext>
            </a:extLst>
          </p:cNvPr>
          <p:cNvSpPr>
            <a:spLocks noGrp="1"/>
          </p:cNvSpPr>
          <p:nvPr/>
        </p:nvSpPr>
        <p:spPr>
          <a:xfrm>
            <a:off x="7733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Cryo_13087">
            <a:extLst>
              <a:ext uri="{FF2B5EF4-FFF2-40B4-BE49-F238E27FC236}">
                <a16:creationId xmlns:a16="http://schemas.microsoft.com/office/drawing/2014/main" id="{F0635652-8D26-4197-AD99-101D5AA50C0A}"/>
              </a:ext>
            </a:extLst>
          </p:cNvPr>
          <p:cNvSpPr>
            <a:spLocks noGrp="1"/>
          </p:cNvSpPr>
          <p:nvPr/>
        </p:nvSpPr>
        <p:spPr>
          <a:xfrm>
            <a:off x="784419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Cryo_13088">
            <a:extLst>
              <a:ext uri="{FF2B5EF4-FFF2-40B4-BE49-F238E27FC236}">
                <a16:creationId xmlns:a16="http://schemas.microsoft.com/office/drawing/2014/main" id="{EACE3D6C-AB3F-438F-BFC5-4CC94D51D215}"/>
              </a:ext>
            </a:extLst>
          </p:cNvPr>
          <p:cNvSpPr>
            <a:spLocks noGrp="1"/>
          </p:cNvSpPr>
          <p:nvPr/>
        </p:nvSpPr>
        <p:spPr>
          <a:xfrm>
            <a:off x="77215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Cryo_13089">
            <a:extLst>
              <a:ext uri="{FF2B5EF4-FFF2-40B4-BE49-F238E27FC236}">
                <a16:creationId xmlns:a16="http://schemas.microsoft.com/office/drawing/2014/main" id="{418C303A-77D5-46D8-A90E-C40EBD07B75B}"/>
              </a:ext>
            </a:extLst>
          </p:cNvPr>
          <p:cNvSpPr>
            <a:spLocks noGrp="1"/>
          </p:cNvSpPr>
          <p:nvPr/>
        </p:nvSpPr>
        <p:spPr>
          <a:xfrm>
            <a:off x="775961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Cryo_13090">
            <a:extLst>
              <a:ext uri="{FF2B5EF4-FFF2-40B4-BE49-F238E27FC236}">
                <a16:creationId xmlns:a16="http://schemas.microsoft.com/office/drawing/2014/main" id="{31A1256B-4E47-44F7-AF27-0D60753E9AEB}"/>
              </a:ext>
            </a:extLst>
          </p:cNvPr>
          <p:cNvSpPr>
            <a:spLocks noGrp="1"/>
          </p:cNvSpPr>
          <p:nvPr/>
        </p:nvSpPr>
        <p:spPr>
          <a:xfrm>
            <a:off x="7831790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Cryo_13091">
            <a:extLst>
              <a:ext uri="{FF2B5EF4-FFF2-40B4-BE49-F238E27FC236}">
                <a16:creationId xmlns:a16="http://schemas.microsoft.com/office/drawing/2014/main" id="{2093238A-6FE5-4774-A1FB-98557D4F1CA3}"/>
              </a:ext>
            </a:extLst>
          </p:cNvPr>
          <p:cNvSpPr>
            <a:spLocks noGrp="1"/>
          </p:cNvSpPr>
          <p:nvPr/>
        </p:nvSpPr>
        <p:spPr>
          <a:xfrm>
            <a:off x="77058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Cryo_13092">
            <a:extLst>
              <a:ext uri="{FF2B5EF4-FFF2-40B4-BE49-F238E27FC236}">
                <a16:creationId xmlns:a16="http://schemas.microsoft.com/office/drawing/2014/main" id="{15E73984-EEB6-49EB-B208-EA6AC1E034B6}"/>
              </a:ext>
            </a:extLst>
          </p:cNvPr>
          <p:cNvSpPr>
            <a:spLocks noGrp="1"/>
          </p:cNvSpPr>
          <p:nvPr/>
        </p:nvSpPr>
        <p:spPr>
          <a:xfrm>
            <a:off x="7826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Cryo_13093">
            <a:extLst>
              <a:ext uri="{FF2B5EF4-FFF2-40B4-BE49-F238E27FC236}">
                <a16:creationId xmlns:a16="http://schemas.microsoft.com/office/drawing/2014/main" id="{4C01099F-739B-4249-B1AD-F00D5D247BF1}"/>
              </a:ext>
            </a:extLst>
          </p:cNvPr>
          <p:cNvSpPr>
            <a:spLocks noGrp="1"/>
          </p:cNvSpPr>
          <p:nvPr/>
        </p:nvSpPr>
        <p:spPr>
          <a:xfrm>
            <a:off x="79088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Cryo_13094">
            <a:extLst>
              <a:ext uri="{FF2B5EF4-FFF2-40B4-BE49-F238E27FC236}">
                <a16:creationId xmlns:a16="http://schemas.microsoft.com/office/drawing/2014/main" id="{5F8DDD20-30C6-4ECB-BB87-CFD5D136896F}"/>
              </a:ext>
            </a:extLst>
          </p:cNvPr>
          <p:cNvSpPr>
            <a:spLocks noGrp="1"/>
          </p:cNvSpPr>
          <p:nvPr/>
        </p:nvSpPr>
        <p:spPr>
          <a:xfrm>
            <a:off x="77623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Cryo_13095">
            <a:extLst>
              <a:ext uri="{FF2B5EF4-FFF2-40B4-BE49-F238E27FC236}">
                <a16:creationId xmlns:a16="http://schemas.microsoft.com/office/drawing/2014/main" id="{BF98686F-BC66-4E0D-871B-9F96E1DEB5F1}"/>
              </a:ext>
            </a:extLst>
          </p:cNvPr>
          <p:cNvSpPr>
            <a:spLocks noGrp="1"/>
          </p:cNvSpPr>
          <p:nvPr/>
        </p:nvSpPr>
        <p:spPr>
          <a:xfrm>
            <a:off x="777261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Cryo_13096">
            <a:extLst>
              <a:ext uri="{FF2B5EF4-FFF2-40B4-BE49-F238E27FC236}">
                <a16:creationId xmlns:a16="http://schemas.microsoft.com/office/drawing/2014/main" id="{42DA2A53-4864-460E-843A-10D18AA0E48F}"/>
              </a:ext>
            </a:extLst>
          </p:cNvPr>
          <p:cNvSpPr>
            <a:spLocks noGrp="1"/>
          </p:cNvSpPr>
          <p:nvPr/>
        </p:nvSpPr>
        <p:spPr>
          <a:xfrm>
            <a:off x="787868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Cryo_13097">
            <a:extLst>
              <a:ext uri="{FF2B5EF4-FFF2-40B4-BE49-F238E27FC236}">
                <a16:creationId xmlns:a16="http://schemas.microsoft.com/office/drawing/2014/main" id="{DF9E09E6-3D99-4899-9713-B0D8761EEF4E}"/>
              </a:ext>
            </a:extLst>
          </p:cNvPr>
          <p:cNvSpPr>
            <a:spLocks noGrp="1"/>
          </p:cNvSpPr>
          <p:nvPr/>
        </p:nvSpPr>
        <p:spPr>
          <a:xfrm>
            <a:off x="7915848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Cryo_13098">
            <a:extLst>
              <a:ext uri="{FF2B5EF4-FFF2-40B4-BE49-F238E27FC236}">
                <a16:creationId xmlns:a16="http://schemas.microsoft.com/office/drawing/2014/main" id="{EDEEDAB8-2DC2-4655-9E06-A4390D25A9A2}"/>
              </a:ext>
            </a:extLst>
          </p:cNvPr>
          <p:cNvSpPr>
            <a:spLocks noGrp="1"/>
          </p:cNvSpPr>
          <p:nvPr/>
        </p:nvSpPr>
        <p:spPr>
          <a:xfrm>
            <a:off x="776268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Cryo_13099">
            <a:extLst>
              <a:ext uri="{FF2B5EF4-FFF2-40B4-BE49-F238E27FC236}">
                <a16:creationId xmlns:a16="http://schemas.microsoft.com/office/drawing/2014/main" id="{4D37CEBA-4DF0-476C-BD8B-3179EF4DB3DF}"/>
              </a:ext>
            </a:extLst>
          </p:cNvPr>
          <p:cNvSpPr>
            <a:spLocks noGrp="1"/>
          </p:cNvSpPr>
          <p:nvPr/>
        </p:nvSpPr>
        <p:spPr>
          <a:xfrm>
            <a:off x="79331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Cryo_13100">
            <a:extLst>
              <a:ext uri="{FF2B5EF4-FFF2-40B4-BE49-F238E27FC236}">
                <a16:creationId xmlns:a16="http://schemas.microsoft.com/office/drawing/2014/main" id="{4088D25E-BABB-4D6A-95D0-EFA767944AFE}"/>
              </a:ext>
            </a:extLst>
          </p:cNvPr>
          <p:cNvSpPr>
            <a:spLocks noGrp="1"/>
          </p:cNvSpPr>
          <p:nvPr/>
        </p:nvSpPr>
        <p:spPr>
          <a:xfrm>
            <a:off x="79373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Cryo_13101">
            <a:extLst>
              <a:ext uri="{FF2B5EF4-FFF2-40B4-BE49-F238E27FC236}">
                <a16:creationId xmlns:a16="http://schemas.microsoft.com/office/drawing/2014/main" id="{634B6AD1-66D2-4A4A-ABAB-B9B4A2265FF9}"/>
              </a:ext>
            </a:extLst>
          </p:cNvPr>
          <p:cNvSpPr>
            <a:spLocks noGrp="1"/>
          </p:cNvSpPr>
          <p:nvPr/>
        </p:nvSpPr>
        <p:spPr>
          <a:xfrm>
            <a:off x="78729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Cryo_13102">
            <a:extLst>
              <a:ext uri="{FF2B5EF4-FFF2-40B4-BE49-F238E27FC236}">
                <a16:creationId xmlns:a16="http://schemas.microsoft.com/office/drawing/2014/main" id="{20AB1F74-BE34-44D1-902F-BF03B11C7006}"/>
              </a:ext>
            </a:extLst>
          </p:cNvPr>
          <p:cNvSpPr>
            <a:spLocks noGrp="1"/>
          </p:cNvSpPr>
          <p:nvPr/>
        </p:nvSpPr>
        <p:spPr>
          <a:xfrm>
            <a:off x="788298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Cryo_13103">
            <a:extLst>
              <a:ext uri="{FF2B5EF4-FFF2-40B4-BE49-F238E27FC236}">
                <a16:creationId xmlns:a16="http://schemas.microsoft.com/office/drawing/2014/main" id="{3195E4A0-C102-45F1-8FD7-F87CB8DC38CF}"/>
              </a:ext>
            </a:extLst>
          </p:cNvPr>
          <p:cNvSpPr>
            <a:spLocks noGrp="1"/>
          </p:cNvSpPr>
          <p:nvPr/>
        </p:nvSpPr>
        <p:spPr>
          <a:xfrm>
            <a:off x="7953788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Cryo_13104">
            <a:extLst>
              <a:ext uri="{FF2B5EF4-FFF2-40B4-BE49-F238E27FC236}">
                <a16:creationId xmlns:a16="http://schemas.microsoft.com/office/drawing/2014/main" id="{7326AF10-3995-402F-8E22-045833D4A4D0}"/>
              </a:ext>
            </a:extLst>
          </p:cNvPr>
          <p:cNvSpPr>
            <a:spLocks noGrp="1"/>
          </p:cNvSpPr>
          <p:nvPr/>
        </p:nvSpPr>
        <p:spPr>
          <a:xfrm>
            <a:off x="788569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Cryo_13105">
            <a:extLst>
              <a:ext uri="{FF2B5EF4-FFF2-40B4-BE49-F238E27FC236}">
                <a16:creationId xmlns:a16="http://schemas.microsoft.com/office/drawing/2014/main" id="{2647062A-2730-48FB-8702-52FF2E44DC91}"/>
              </a:ext>
            </a:extLst>
          </p:cNvPr>
          <p:cNvSpPr>
            <a:spLocks noGrp="1"/>
          </p:cNvSpPr>
          <p:nvPr/>
        </p:nvSpPr>
        <p:spPr>
          <a:xfrm>
            <a:off x="794744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Cryo_13106">
            <a:extLst>
              <a:ext uri="{FF2B5EF4-FFF2-40B4-BE49-F238E27FC236}">
                <a16:creationId xmlns:a16="http://schemas.microsoft.com/office/drawing/2014/main" id="{1D277508-ECF8-4DCF-BDAF-16DC83BFDC60}"/>
              </a:ext>
            </a:extLst>
          </p:cNvPr>
          <p:cNvSpPr>
            <a:spLocks noGrp="1"/>
          </p:cNvSpPr>
          <p:nvPr/>
        </p:nvSpPr>
        <p:spPr>
          <a:xfrm>
            <a:off x="793943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Cryo_13107">
            <a:extLst>
              <a:ext uri="{FF2B5EF4-FFF2-40B4-BE49-F238E27FC236}">
                <a16:creationId xmlns:a16="http://schemas.microsoft.com/office/drawing/2014/main" id="{6EC97044-C57D-4A84-A78D-35AB9A94B0F0}"/>
              </a:ext>
            </a:extLst>
          </p:cNvPr>
          <p:cNvSpPr>
            <a:spLocks noGrp="1"/>
          </p:cNvSpPr>
          <p:nvPr/>
        </p:nvSpPr>
        <p:spPr>
          <a:xfrm>
            <a:off x="777343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Cryo_13108">
            <a:extLst>
              <a:ext uri="{FF2B5EF4-FFF2-40B4-BE49-F238E27FC236}">
                <a16:creationId xmlns:a16="http://schemas.microsoft.com/office/drawing/2014/main" id="{BD992C19-89B5-431C-BE3E-DDAAEE17B206}"/>
              </a:ext>
            </a:extLst>
          </p:cNvPr>
          <p:cNvSpPr>
            <a:spLocks noGrp="1"/>
          </p:cNvSpPr>
          <p:nvPr/>
        </p:nvSpPr>
        <p:spPr>
          <a:xfrm>
            <a:off x="79541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Cryo_13109">
            <a:extLst>
              <a:ext uri="{FF2B5EF4-FFF2-40B4-BE49-F238E27FC236}">
                <a16:creationId xmlns:a16="http://schemas.microsoft.com/office/drawing/2014/main" id="{B93ED6FD-30A8-47AD-B3C3-D79FB38A395C}"/>
              </a:ext>
            </a:extLst>
          </p:cNvPr>
          <p:cNvSpPr>
            <a:spLocks noGrp="1"/>
          </p:cNvSpPr>
          <p:nvPr/>
        </p:nvSpPr>
        <p:spPr>
          <a:xfrm>
            <a:off x="7732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Cryo_13110">
            <a:extLst>
              <a:ext uri="{FF2B5EF4-FFF2-40B4-BE49-F238E27FC236}">
                <a16:creationId xmlns:a16="http://schemas.microsoft.com/office/drawing/2014/main" id="{BADD76E7-1CB6-4CE3-B70D-771415AC795F}"/>
              </a:ext>
            </a:extLst>
          </p:cNvPr>
          <p:cNvSpPr>
            <a:spLocks noGrp="1"/>
          </p:cNvSpPr>
          <p:nvPr/>
        </p:nvSpPr>
        <p:spPr>
          <a:xfrm>
            <a:off x="78878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Cryo_13111">
            <a:extLst>
              <a:ext uri="{FF2B5EF4-FFF2-40B4-BE49-F238E27FC236}">
                <a16:creationId xmlns:a16="http://schemas.microsoft.com/office/drawing/2014/main" id="{6CA678F4-AA09-4261-BE7A-BE17CA928072}"/>
              </a:ext>
            </a:extLst>
          </p:cNvPr>
          <p:cNvSpPr>
            <a:spLocks noGrp="1"/>
          </p:cNvSpPr>
          <p:nvPr/>
        </p:nvSpPr>
        <p:spPr>
          <a:xfrm>
            <a:off x="771988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Cryo_13112">
            <a:extLst>
              <a:ext uri="{FF2B5EF4-FFF2-40B4-BE49-F238E27FC236}">
                <a16:creationId xmlns:a16="http://schemas.microsoft.com/office/drawing/2014/main" id="{F77749B0-5F9D-4570-8AC8-69C194FE2938}"/>
              </a:ext>
            </a:extLst>
          </p:cNvPr>
          <p:cNvSpPr>
            <a:spLocks noGrp="1"/>
          </p:cNvSpPr>
          <p:nvPr/>
        </p:nvSpPr>
        <p:spPr>
          <a:xfrm>
            <a:off x="7914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Cryo_13113">
            <a:extLst>
              <a:ext uri="{FF2B5EF4-FFF2-40B4-BE49-F238E27FC236}">
                <a16:creationId xmlns:a16="http://schemas.microsoft.com/office/drawing/2014/main" id="{B547E670-7E40-4E23-9B79-003C694F4380}"/>
              </a:ext>
            </a:extLst>
          </p:cNvPr>
          <p:cNvSpPr>
            <a:spLocks noGrp="1"/>
          </p:cNvSpPr>
          <p:nvPr/>
        </p:nvSpPr>
        <p:spPr>
          <a:xfrm>
            <a:off x="7806646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Cryo_13114">
            <a:extLst>
              <a:ext uri="{FF2B5EF4-FFF2-40B4-BE49-F238E27FC236}">
                <a16:creationId xmlns:a16="http://schemas.microsoft.com/office/drawing/2014/main" id="{0B4B9172-2977-4F76-953B-CD8BE64067F1}"/>
              </a:ext>
            </a:extLst>
          </p:cNvPr>
          <p:cNvSpPr>
            <a:spLocks noGrp="1"/>
          </p:cNvSpPr>
          <p:nvPr/>
        </p:nvSpPr>
        <p:spPr>
          <a:xfrm>
            <a:off x="77112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Cryo_13115">
            <a:extLst>
              <a:ext uri="{FF2B5EF4-FFF2-40B4-BE49-F238E27FC236}">
                <a16:creationId xmlns:a16="http://schemas.microsoft.com/office/drawing/2014/main" id="{ECCB420D-8B7E-42DD-B214-FFE11469621A}"/>
              </a:ext>
            </a:extLst>
          </p:cNvPr>
          <p:cNvSpPr>
            <a:spLocks noGrp="1"/>
          </p:cNvSpPr>
          <p:nvPr/>
        </p:nvSpPr>
        <p:spPr>
          <a:xfrm>
            <a:off x="77496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Cryo_13116">
            <a:extLst>
              <a:ext uri="{FF2B5EF4-FFF2-40B4-BE49-F238E27FC236}">
                <a16:creationId xmlns:a16="http://schemas.microsoft.com/office/drawing/2014/main" id="{D673A109-538F-4CAC-97B7-770C13B047E4}"/>
              </a:ext>
            </a:extLst>
          </p:cNvPr>
          <p:cNvSpPr>
            <a:spLocks noGrp="1"/>
          </p:cNvSpPr>
          <p:nvPr/>
        </p:nvSpPr>
        <p:spPr>
          <a:xfrm>
            <a:off x="787855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Cryo_13117">
            <a:extLst>
              <a:ext uri="{FF2B5EF4-FFF2-40B4-BE49-F238E27FC236}">
                <a16:creationId xmlns:a16="http://schemas.microsoft.com/office/drawing/2014/main" id="{E5D05BCE-CBF5-4A5F-9F7C-BD603A47B9AC}"/>
              </a:ext>
            </a:extLst>
          </p:cNvPr>
          <p:cNvSpPr>
            <a:spLocks noGrp="1"/>
          </p:cNvSpPr>
          <p:nvPr/>
        </p:nvSpPr>
        <p:spPr>
          <a:xfrm>
            <a:off x="7863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Cryo_13118">
            <a:extLst>
              <a:ext uri="{FF2B5EF4-FFF2-40B4-BE49-F238E27FC236}">
                <a16:creationId xmlns:a16="http://schemas.microsoft.com/office/drawing/2014/main" id="{765B0FA1-158E-414E-AF43-ABFE15E7C33F}"/>
              </a:ext>
            </a:extLst>
          </p:cNvPr>
          <p:cNvSpPr>
            <a:spLocks noGrp="1"/>
          </p:cNvSpPr>
          <p:nvPr/>
        </p:nvSpPr>
        <p:spPr>
          <a:xfrm>
            <a:off x="77436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Cryo_13119">
            <a:extLst>
              <a:ext uri="{FF2B5EF4-FFF2-40B4-BE49-F238E27FC236}">
                <a16:creationId xmlns:a16="http://schemas.microsoft.com/office/drawing/2014/main" id="{7E71B487-FB70-48F1-AE8D-6037A0297860}"/>
              </a:ext>
            </a:extLst>
          </p:cNvPr>
          <p:cNvSpPr>
            <a:spLocks noGrp="1"/>
          </p:cNvSpPr>
          <p:nvPr/>
        </p:nvSpPr>
        <p:spPr>
          <a:xfrm>
            <a:off x="79253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Cryo_13120">
            <a:extLst>
              <a:ext uri="{FF2B5EF4-FFF2-40B4-BE49-F238E27FC236}">
                <a16:creationId xmlns:a16="http://schemas.microsoft.com/office/drawing/2014/main" id="{4CB8FE48-CE61-4795-AA98-2644594A83C1}"/>
              </a:ext>
            </a:extLst>
          </p:cNvPr>
          <p:cNvSpPr>
            <a:spLocks noGrp="1"/>
          </p:cNvSpPr>
          <p:nvPr/>
        </p:nvSpPr>
        <p:spPr>
          <a:xfrm>
            <a:off x="789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Cryo_13121">
            <a:extLst>
              <a:ext uri="{FF2B5EF4-FFF2-40B4-BE49-F238E27FC236}">
                <a16:creationId xmlns:a16="http://schemas.microsoft.com/office/drawing/2014/main" id="{0E7B0DAC-AD02-435E-A2C2-6FAF72BB583F}"/>
              </a:ext>
            </a:extLst>
          </p:cNvPr>
          <p:cNvSpPr>
            <a:spLocks noGrp="1"/>
          </p:cNvSpPr>
          <p:nvPr/>
        </p:nvSpPr>
        <p:spPr>
          <a:xfrm>
            <a:off x="7877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Cryo_13122">
            <a:extLst>
              <a:ext uri="{FF2B5EF4-FFF2-40B4-BE49-F238E27FC236}">
                <a16:creationId xmlns:a16="http://schemas.microsoft.com/office/drawing/2014/main" id="{11CA62C0-2614-499C-960F-7F2C3FD2EABD}"/>
              </a:ext>
            </a:extLst>
          </p:cNvPr>
          <p:cNvSpPr>
            <a:spLocks noGrp="1"/>
          </p:cNvSpPr>
          <p:nvPr/>
        </p:nvSpPr>
        <p:spPr>
          <a:xfrm>
            <a:off x="77536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Cryo_13123">
            <a:extLst>
              <a:ext uri="{FF2B5EF4-FFF2-40B4-BE49-F238E27FC236}">
                <a16:creationId xmlns:a16="http://schemas.microsoft.com/office/drawing/2014/main" id="{7D49FC0E-5C8F-4A6B-A32E-032DC4A023AD}"/>
              </a:ext>
            </a:extLst>
          </p:cNvPr>
          <p:cNvSpPr>
            <a:spLocks noGrp="1"/>
          </p:cNvSpPr>
          <p:nvPr/>
        </p:nvSpPr>
        <p:spPr>
          <a:xfrm>
            <a:off x="7847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Cryo_13124">
            <a:extLst>
              <a:ext uri="{FF2B5EF4-FFF2-40B4-BE49-F238E27FC236}">
                <a16:creationId xmlns:a16="http://schemas.microsoft.com/office/drawing/2014/main" id="{D58A0282-FE8B-44F0-9E0B-BEAC0D9F3467}"/>
              </a:ext>
            </a:extLst>
          </p:cNvPr>
          <p:cNvSpPr>
            <a:spLocks noGrp="1"/>
          </p:cNvSpPr>
          <p:nvPr/>
        </p:nvSpPr>
        <p:spPr>
          <a:xfrm>
            <a:off x="78863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Cryo_13125">
            <a:extLst>
              <a:ext uri="{FF2B5EF4-FFF2-40B4-BE49-F238E27FC236}">
                <a16:creationId xmlns:a16="http://schemas.microsoft.com/office/drawing/2014/main" id="{83D9E691-2A78-4DCD-A210-C18BF5771585}"/>
              </a:ext>
            </a:extLst>
          </p:cNvPr>
          <p:cNvSpPr>
            <a:spLocks noGrp="1"/>
          </p:cNvSpPr>
          <p:nvPr/>
        </p:nvSpPr>
        <p:spPr>
          <a:xfrm>
            <a:off x="77118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Cryo_13126">
            <a:extLst>
              <a:ext uri="{FF2B5EF4-FFF2-40B4-BE49-F238E27FC236}">
                <a16:creationId xmlns:a16="http://schemas.microsoft.com/office/drawing/2014/main" id="{270453C4-EF4A-4B9C-B5B6-90FB4A4941DB}"/>
              </a:ext>
            </a:extLst>
          </p:cNvPr>
          <p:cNvSpPr>
            <a:spLocks noGrp="1"/>
          </p:cNvSpPr>
          <p:nvPr/>
        </p:nvSpPr>
        <p:spPr>
          <a:xfrm>
            <a:off x="79497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Cryo_13127">
            <a:extLst>
              <a:ext uri="{FF2B5EF4-FFF2-40B4-BE49-F238E27FC236}">
                <a16:creationId xmlns:a16="http://schemas.microsoft.com/office/drawing/2014/main" id="{382249C3-8352-422A-96A3-CA2AD5CCB78C}"/>
              </a:ext>
            </a:extLst>
          </p:cNvPr>
          <p:cNvSpPr>
            <a:spLocks noGrp="1"/>
          </p:cNvSpPr>
          <p:nvPr/>
        </p:nvSpPr>
        <p:spPr>
          <a:xfrm>
            <a:off x="777433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Cryo_13128">
            <a:extLst>
              <a:ext uri="{FF2B5EF4-FFF2-40B4-BE49-F238E27FC236}">
                <a16:creationId xmlns:a16="http://schemas.microsoft.com/office/drawing/2014/main" id="{0B334184-F6EF-41E5-A5C6-ECABFACE01AC}"/>
              </a:ext>
            </a:extLst>
          </p:cNvPr>
          <p:cNvSpPr>
            <a:spLocks noGrp="1"/>
          </p:cNvSpPr>
          <p:nvPr/>
        </p:nvSpPr>
        <p:spPr>
          <a:xfrm>
            <a:off x="79253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Cryo_13129">
            <a:extLst>
              <a:ext uri="{FF2B5EF4-FFF2-40B4-BE49-F238E27FC236}">
                <a16:creationId xmlns:a16="http://schemas.microsoft.com/office/drawing/2014/main" id="{C8642B4B-4620-4526-AE62-1ED0330B428A}"/>
              </a:ext>
            </a:extLst>
          </p:cNvPr>
          <p:cNvSpPr>
            <a:spLocks noGrp="1"/>
          </p:cNvSpPr>
          <p:nvPr/>
        </p:nvSpPr>
        <p:spPr>
          <a:xfrm>
            <a:off x="791522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Cryo_13130">
            <a:extLst>
              <a:ext uri="{FF2B5EF4-FFF2-40B4-BE49-F238E27FC236}">
                <a16:creationId xmlns:a16="http://schemas.microsoft.com/office/drawing/2014/main" id="{FB260732-396D-411A-8B0E-B544041391C1}"/>
              </a:ext>
            </a:extLst>
          </p:cNvPr>
          <p:cNvSpPr>
            <a:spLocks noGrp="1"/>
          </p:cNvSpPr>
          <p:nvPr/>
        </p:nvSpPr>
        <p:spPr>
          <a:xfrm>
            <a:off x="774819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Cryo_13131">
            <a:extLst>
              <a:ext uri="{FF2B5EF4-FFF2-40B4-BE49-F238E27FC236}">
                <a16:creationId xmlns:a16="http://schemas.microsoft.com/office/drawing/2014/main" id="{F8B369C1-84EA-459E-A00E-E25E102C3AC5}"/>
              </a:ext>
            </a:extLst>
          </p:cNvPr>
          <p:cNvSpPr>
            <a:spLocks noGrp="1"/>
          </p:cNvSpPr>
          <p:nvPr/>
        </p:nvSpPr>
        <p:spPr>
          <a:xfrm>
            <a:off x="79520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Cryo_13132">
            <a:extLst>
              <a:ext uri="{FF2B5EF4-FFF2-40B4-BE49-F238E27FC236}">
                <a16:creationId xmlns:a16="http://schemas.microsoft.com/office/drawing/2014/main" id="{F3788F64-B062-4E21-ADAE-1BC7EFE0243C}"/>
              </a:ext>
            </a:extLst>
          </p:cNvPr>
          <p:cNvSpPr>
            <a:spLocks noGrp="1"/>
          </p:cNvSpPr>
          <p:nvPr/>
        </p:nvSpPr>
        <p:spPr>
          <a:xfrm>
            <a:off x="7890952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Cryo_13133">
            <a:extLst>
              <a:ext uri="{FF2B5EF4-FFF2-40B4-BE49-F238E27FC236}">
                <a16:creationId xmlns:a16="http://schemas.microsoft.com/office/drawing/2014/main" id="{D55C0E71-BCDA-464B-A36F-875A7EEB3BC8}"/>
              </a:ext>
            </a:extLst>
          </p:cNvPr>
          <p:cNvSpPr>
            <a:spLocks noGrp="1"/>
          </p:cNvSpPr>
          <p:nvPr/>
        </p:nvSpPr>
        <p:spPr>
          <a:xfrm>
            <a:off x="78068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Cryo_13134">
            <a:extLst>
              <a:ext uri="{FF2B5EF4-FFF2-40B4-BE49-F238E27FC236}">
                <a16:creationId xmlns:a16="http://schemas.microsoft.com/office/drawing/2014/main" id="{B3C656D4-7D2D-4EA4-B60C-BB2C50C08DDD}"/>
              </a:ext>
            </a:extLst>
          </p:cNvPr>
          <p:cNvSpPr>
            <a:spLocks noGrp="1"/>
          </p:cNvSpPr>
          <p:nvPr/>
        </p:nvSpPr>
        <p:spPr>
          <a:xfrm>
            <a:off x="77544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Cryo_13135">
            <a:extLst>
              <a:ext uri="{FF2B5EF4-FFF2-40B4-BE49-F238E27FC236}">
                <a16:creationId xmlns:a16="http://schemas.microsoft.com/office/drawing/2014/main" id="{045A647E-7B6E-4387-8332-4218A768B1EE}"/>
              </a:ext>
            </a:extLst>
          </p:cNvPr>
          <p:cNvSpPr>
            <a:spLocks noGrp="1"/>
          </p:cNvSpPr>
          <p:nvPr/>
        </p:nvSpPr>
        <p:spPr>
          <a:xfrm>
            <a:off x="770779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Cryo_13136">
            <a:extLst>
              <a:ext uri="{FF2B5EF4-FFF2-40B4-BE49-F238E27FC236}">
                <a16:creationId xmlns:a16="http://schemas.microsoft.com/office/drawing/2014/main" id="{8642651C-4A41-4279-8E40-DDAAC107687B}"/>
              </a:ext>
            </a:extLst>
          </p:cNvPr>
          <p:cNvSpPr>
            <a:spLocks noGrp="1"/>
          </p:cNvSpPr>
          <p:nvPr/>
        </p:nvSpPr>
        <p:spPr>
          <a:xfrm>
            <a:off x="7929541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Cryo_13137">
            <a:extLst>
              <a:ext uri="{FF2B5EF4-FFF2-40B4-BE49-F238E27FC236}">
                <a16:creationId xmlns:a16="http://schemas.microsoft.com/office/drawing/2014/main" id="{C588CC5E-4BB0-49B6-9902-A3FB59D7ADBD}"/>
              </a:ext>
            </a:extLst>
          </p:cNvPr>
          <p:cNvSpPr>
            <a:spLocks noGrp="1"/>
          </p:cNvSpPr>
          <p:nvPr/>
        </p:nvSpPr>
        <p:spPr>
          <a:xfrm>
            <a:off x="77565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Cryo_13138">
            <a:extLst>
              <a:ext uri="{FF2B5EF4-FFF2-40B4-BE49-F238E27FC236}">
                <a16:creationId xmlns:a16="http://schemas.microsoft.com/office/drawing/2014/main" id="{C6C6207A-FC47-4F44-A50F-D6D1B2309726}"/>
              </a:ext>
            </a:extLst>
          </p:cNvPr>
          <p:cNvSpPr>
            <a:spLocks noGrp="1"/>
          </p:cNvSpPr>
          <p:nvPr/>
        </p:nvSpPr>
        <p:spPr>
          <a:xfrm>
            <a:off x="7896161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Cryo_13139">
            <a:extLst>
              <a:ext uri="{FF2B5EF4-FFF2-40B4-BE49-F238E27FC236}">
                <a16:creationId xmlns:a16="http://schemas.microsoft.com/office/drawing/2014/main" id="{835FF5EF-30B9-4B8D-9B89-A36F59C799C3}"/>
              </a:ext>
            </a:extLst>
          </p:cNvPr>
          <p:cNvSpPr>
            <a:spLocks noGrp="1"/>
          </p:cNvSpPr>
          <p:nvPr/>
        </p:nvSpPr>
        <p:spPr>
          <a:xfrm>
            <a:off x="78778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Cryo_13140">
            <a:extLst>
              <a:ext uri="{FF2B5EF4-FFF2-40B4-BE49-F238E27FC236}">
                <a16:creationId xmlns:a16="http://schemas.microsoft.com/office/drawing/2014/main" id="{30F55516-BD9F-4671-B0B0-C41BD59B609E}"/>
              </a:ext>
            </a:extLst>
          </p:cNvPr>
          <p:cNvSpPr>
            <a:spLocks noGrp="1"/>
          </p:cNvSpPr>
          <p:nvPr/>
        </p:nvSpPr>
        <p:spPr>
          <a:xfrm>
            <a:off x="789310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Cryo_13141">
            <a:extLst>
              <a:ext uri="{FF2B5EF4-FFF2-40B4-BE49-F238E27FC236}">
                <a16:creationId xmlns:a16="http://schemas.microsoft.com/office/drawing/2014/main" id="{AB58FA26-A7F5-482D-B687-214578262BF4}"/>
              </a:ext>
            </a:extLst>
          </p:cNvPr>
          <p:cNvSpPr>
            <a:spLocks noGrp="1"/>
          </p:cNvSpPr>
          <p:nvPr/>
        </p:nvSpPr>
        <p:spPr>
          <a:xfrm>
            <a:off x="785687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Cryo_13142">
            <a:extLst>
              <a:ext uri="{FF2B5EF4-FFF2-40B4-BE49-F238E27FC236}">
                <a16:creationId xmlns:a16="http://schemas.microsoft.com/office/drawing/2014/main" id="{7B446F99-734A-4A94-9A4B-DB362127A034}"/>
              </a:ext>
            </a:extLst>
          </p:cNvPr>
          <p:cNvSpPr>
            <a:spLocks noGrp="1"/>
          </p:cNvSpPr>
          <p:nvPr/>
        </p:nvSpPr>
        <p:spPr>
          <a:xfrm>
            <a:off x="793887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Cryo_13143">
            <a:extLst>
              <a:ext uri="{FF2B5EF4-FFF2-40B4-BE49-F238E27FC236}">
                <a16:creationId xmlns:a16="http://schemas.microsoft.com/office/drawing/2014/main" id="{4AC5F30D-E4F9-4C05-8F4F-D5969E7166FF}"/>
              </a:ext>
            </a:extLst>
          </p:cNvPr>
          <p:cNvSpPr>
            <a:spLocks noGrp="1"/>
          </p:cNvSpPr>
          <p:nvPr/>
        </p:nvSpPr>
        <p:spPr>
          <a:xfrm>
            <a:off x="770666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Cryo_13144">
            <a:extLst>
              <a:ext uri="{FF2B5EF4-FFF2-40B4-BE49-F238E27FC236}">
                <a16:creationId xmlns:a16="http://schemas.microsoft.com/office/drawing/2014/main" id="{A5C19014-D0FC-48C7-8E6C-7200C9090DF0}"/>
              </a:ext>
            </a:extLst>
          </p:cNvPr>
          <p:cNvSpPr>
            <a:spLocks noGrp="1"/>
          </p:cNvSpPr>
          <p:nvPr/>
        </p:nvSpPr>
        <p:spPr>
          <a:xfrm>
            <a:off x="78921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Cryo_13145">
            <a:extLst>
              <a:ext uri="{FF2B5EF4-FFF2-40B4-BE49-F238E27FC236}">
                <a16:creationId xmlns:a16="http://schemas.microsoft.com/office/drawing/2014/main" id="{7F6489CB-BF7A-4384-83C3-FB37A549C3ED}"/>
              </a:ext>
            </a:extLst>
          </p:cNvPr>
          <p:cNvSpPr>
            <a:spLocks noGrp="1"/>
          </p:cNvSpPr>
          <p:nvPr/>
        </p:nvSpPr>
        <p:spPr>
          <a:xfrm>
            <a:off x="78974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Cryo_13146">
            <a:extLst>
              <a:ext uri="{FF2B5EF4-FFF2-40B4-BE49-F238E27FC236}">
                <a16:creationId xmlns:a16="http://schemas.microsoft.com/office/drawing/2014/main" id="{A1C5B4C0-322C-49E7-AEF7-C99AFF0385F8}"/>
              </a:ext>
            </a:extLst>
          </p:cNvPr>
          <p:cNvSpPr>
            <a:spLocks noGrp="1"/>
          </p:cNvSpPr>
          <p:nvPr/>
        </p:nvSpPr>
        <p:spPr>
          <a:xfrm>
            <a:off x="7905284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Cryo_13147">
            <a:extLst>
              <a:ext uri="{FF2B5EF4-FFF2-40B4-BE49-F238E27FC236}">
                <a16:creationId xmlns:a16="http://schemas.microsoft.com/office/drawing/2014/main" id="{4EDD0F38-472F-48A0-A788-A6486A304236}"/>
              </a:ext>
            </a:extLst>
          </p:cNvPr>
          <p:cNvSpPr>
            <a:spLocks noGrp="1"/>
          </p:cNvSpPr>
          <p:nvPr/>
        </p:nvSpPr>
        <p:spPr>
          <a:xfrm>
            <a:off x="793772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Cryo_13148">
            <a:extLst>
              <a:ext uri="{FF2B5EF4-FFF2-40B4-BE49-F238E27FC236}">
                <a16:creationId xmlns:a16="http://schemas.microsoft.com/office/drawing/2014/main" id="{C31D714D-71E2-434F-AE6B-D5C6431EF089}"/>
              </a:ext>
            </a:extLst>
          </p:cNvPr>
          <p:cNvSpPr>
            <a:spLocks noGrp="1"/>
          </p:cNvSpPr>
          <p:nvPr/>
        </p:nvSpPr>
        <p:spPr>
          <a:xfrm>
            <a:off x="79074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Cryo_13149">
            <a:extLst>
              <a:ext uri="{FF2B5EF4-FFF2-40B4-BE49-F238E27FC236}">
                <a16:creationId xmlns:a16="http://schemas.microsoft.com/office/drawing/2014/main" id="{0BBB977A-9B63-4C44-BEB2-041C738F98D0}"/>
              </a:ext>
            </a:extLst>
          </p:cNvPr>
          <p:cNvSpPr>
            <a:spLocks noGrp="1"/>
          </p:cNvSpPr>
          <p:nvPr/>
        </p:nvSpPr>
        <p:spPr>
          <a:xfrm>
            <a:off x="783138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Cryo_13150">
            <a:extLst>
              <a:ext uri="{FF2B5EF4-FFF2-40B4-BE49-F238E27FC236}">
                <a16:creationId xmlns:a16="http://schemas.microsoft.com/office/drawing/2014/main" id="{4A504A8D-0F85-4BED-B187-0B1982A388F0}"/>
              </a:ext>
            </a:extLst>
          </p:cNvPr>
          <p:cNvSpPr>
            <a:spLocks noGrp="1"/>
          </p:cNvSpPr>
          <p:nvPr/>
        </p:nvSpPr>
        <p:spPr>
          <a:xfrm>
            <a:off x="77931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Cryo_13151">
            <a:extLst>
              <a:ext uri="{FF2B5EF4-FFF2-40B4-BE49-F238E27FC236}">
                <a16:creationId xmlns:a16="http://schemas.microsoft.com/office/drawing/2014/main" id="{C2F4044E-91C1-46E4-B075-A848BFF7280E}"/>
              </a:ext>
            </a:extLst>
          </p:cNvPr>
          <p:cNvSpPr>
            <a:spLocks noGrp="1"/>
          </p:cNvSpPr>
          <p:nvPr/>
        </p:nvSpPr>
        <p:spPr>
          <a:xfrm>
            <a:off x="78501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Cryo_13152">
            <a:extLst>
              <a:ext uri="{FF2B5EF4-FFF2-40B4-BE49-F238E27FC236}">
                <a16:creationId xmlns:a16="http://schemas.microsoft.com/office/drawing/2014/main" id="{B277B5C4-DE59-4827-BA10-91E4EA7409AB}"/>
              </a:ext>
            </a:extLst>
          </p:cNvPr>
          <p:cNvSpPr>
            <a:spLocks noGrp="1"/>
          </p:cNvSpPr>
          <p:nvPr/>
        </p:nvSpPr>
        <p:spPr>
          <a:xfrm>
            <a:off x="78556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Cryo_13153">
            <a:extLst>
              <a:ext uri="{FF2B5EF4-FFF2-40B4-BE49-F238E27FC236}">
                <a16:creationId xmlns:a16="http://schemas.microsoft.com/office/drawing/2014/main" id="{04B0A2EB-9C5F-4673-8513-F3915FA461A3}"/>
              </a:ext>
            </a:extLst>
          </p:cNvPr>
          <p:cNvSpPr>
            <a:spLocks noGrp="1"/>
          </p:cNvSpPr>
          <p:nvPr/>
        </p:nvSpPr>
        <p:spPr>
          <a:xfrm>
            <a:off x="77248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Cryo_13154">
            <a:extLst>
              <a:ext uri="{FF2B5EF4-FFF2-40B4-BE49-F238E27FC236}">
                <a16:creationId xmlns:a16="http://schemas.microsoft.com/office/drawing/2014/main" id="{219706EB-A328-4A1E-AFF4-98D8C3C1474E}"/>
              </a:ext>
            </a:extLst>
          </p:cNvPr>
          <p:cNvSpPr>
            <a:spLocks noGrp="1"/>
          </p:cNvSpPr>
          <p:nvPr/>
        </p:nvSpPr>
        <p:spPr>
          <a:xfrm>
            <a:off x="789456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Cryo_13155">
            <a:extLst>
              <a:ext uri="{FF2B5EF4-FFF2-40B4-BE49-F238E27FC236}">
                <a16:creationId xmlns:a16="http://schemas.microsoft.com/office/drawing/2014/main" id="{E653C0AB-232A-474F-BAB9-C4D9338F5C79}"/>
              </a:ext>
            </a:extLst>
          </p:cNvPr>
          <p:cNvSpPr>
            <a:spLocks noGrp="1"/>
          </p:cNvSpPr>
          <p:nvPr/>
        </p:nvSpPr>
        <p:spPr>
          <a:xfrm>
            <a:off x="7926245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Cryo_13156">
            <a:extLst>
              <a:ext uri="{FF2B5EF4-FFF2-40B4-BE49-F238E27FC236}">
                <a16:creationId xmlns:a16="http://schemas.microsoft.com/office/drawing/2014/main" id="{97E27EF6-90D9-48FC-A11A-B20C44E018DB}"/>
              </a:ext>
            </a:extLst>
          </p:cNvPr>
          <p:cNvSpPr>
            <a:spLocks noGrp="1"/>
          </p:cNvSpPr>
          <p:nvPr/>
        </p:nvSpPr>
        <p:spPr>
          <a:xfrm>
            <a:off x="7719313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Cryo_13157">
            <a:extLst>
              <a:ext uri="{FF2B5EF4-FFF2-40B4-BE49-F238E27FC236}">
                <a16:creationId xmlns:a16="http://schemas.microsoft.com/office/drawing/2014/main" id="{69377752-5BE8-4615-8300-EDE7AC76CEF6}"/>
              </a:ext>
            </a:extLst>
          </p:cNvPr>
          <p:cNvSpPr>
            <a:spLocks noGrp="1"/>
          </p:cNvSpPr>
          <p:nvPr/>
        </p:nvSpPr>
        <p:spPr>
          <a:xfrm>
            <a:off x="77271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Cryo_13158">
            <a:extLst>
              <a:ext uri="{FF2B5EF4-FFF2-40B4-BE49-F238E27FC236}">
                <a16:creationId xmlns:a16="http://schemas.microsoft.com/office/drawing/2014/main" id="{4E3CC95A-6CC8-409A-B6D4-A4F9B26081AC}"/>
              </a:ext>
            </a:extLst>
          </p:cNvPr>
          <p:cNvSpPr>
            <a:spLocks noGrp="1"/>
          </p:cNvSpPr>
          <p:nvPr/>
        </p:nvSpPr>
        <p:spPr>
          <a:xfrm>
            <a:off x="7841709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Cryo_13159">
            <a:extLst>
              <a:ext uri="{FF2B5EF4-FFF2-40B4-BE49-F238E27FC236}">
                <a16:creationId xmlns:a16="http://schemas.microsoft.com/office/drawing/2014/main" id="{941A6DA0-DAFF-4F46-BBC7-53B50E6C6E06}"/>
              </a:ext>
            </a:extLst>
          </p:cNvPr>
          <p:cNvSpPr>
            <a:spLocks noGrp="1"/>
          </p:cNvSpPr>
          <p:nvPr/>
        </p:nvSpPr>
        <p:spPr>
          <a:xfrm>
            <a:off x="7884531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Cryo_13160">
            <a:extLst>
              <a:ext uri="{FF2B5EF4-FFF2-40B4-BE49-F238E27FC236}">
                <a16:creationId xmlns:a16="http://schemas.microsoft.com/office/drawing/2014/main" id="{68E55A46-B561-48BB-8881-D58FF0AB53B5}"/>
              </a:ext>
            </a:extLst>
          </p:cNvPr>
          <p:cNvSpPr>
            <a:spLocks noGrp="1"/>
          </p:cNvSpPr>
          <p:nvPr/>
        </p:nvSpPr>
        <p:spPr>
          <a:xfrm>
            <a:off x="77182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Cryo_13161">
            <a:extLst>
              <a:ext uri="{FF2B5EF4-FFF2-40B4-BE49-F238E27FC236}">
                <a16:creationId xmlns:a16="http://schemas.microsoft.com/office/drawing/2014/main" id="{7ED3942E-31AF-4700-AB39-B94DF10710D3}"/>
              </a:ext>
            </a:extLst>
          </p:cNvPr>
          <p:cNvSpPr>
            <a:spLocks noGrp="1"/>
          </p:cNvSpPr>
          <p:nvPr/>
        </p:nvSpPr>
        <p:spPr>
          <a:xfrm>
            <a:off x="7945402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Cryo_13162">
            <a:extLst>
              <a:ext uri="{FF2B5EF4-FFF2-40B4-BE49-F238E27FC236}">
                <a16:creationId xmlns:a16="http://schemas.microsoft.com/office/drawing/2014/main" id="{08090A26-7852-4CCF-9650-318385488960}"/>
              </a:ext>
            </a:extLst>
          </p:cNvPr>
          <p:cNvSpPr>
            <a:spLocks noGrp="1"/>
          </p:cNvSpPr>
          <p:nvPr/>
        </p:nvSpPr>
        <p:spPr>
          <a:xfrm>
            <a:off x="77637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Cryo_13163">
            <a:extLst>
              <a:ext uri="{FF2B5EF4-FFF2-40B4-BE49-F238E27FC236}">
                <a16:creationId xmlns:a16="http://schemas.microsoft.com/office/drawing/2014/main" id="{5E979B38-A270-4062-B8E3-1B9D9BA99DEC}"/>
              </a:ext>
            </a:extLst>
          </p:cNvPr>
          <p:cNvSpPr>
            <a:spLocks noGrp="1"/>
          </p:cNvSpPr>
          <p:nvPr/>
        </p:nvSpPr>
        <p:spPr>
          <a:xfrm>
            <a:off x="79209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Cryo_13164">
            <a:extLst>
              <a:ext uri="{FF2B5EF4-FFF2-40B4-BE49-F238E27FC236}">
                <a16:creationId xmlns:a16="http://schemas.microsoft.com/office/drawing/2014/main" id="{FF869F5A-06F5-4879-B421-680BD9D5B974}"/>
              </a:ext>
            </a:extLst>
          </p:cNvPr>
          <p:cNvSpPr>
            <a:spLocks noGrp="1"/>
          </p:cNvSpPr>
          <p:nvPr/>
        </p:nvSpPr>
        <p:spPr>
          <a:xfrm>
            <a:off x="7940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Cryo_13165">
            <a:extLst>
              <a:ext uri="{FF2B5EF4-FFF2-40B4-BE49-F238E27FC236}">
                <a16:creationId xmlns:a16="http://schemas.microsoft.com/office/drawing/2014/main" id="{AD084A16-E754-416A-94EB-195DCB4CB0AF}"/>
              </a:ext>
            </a:extLst>
          </p:cNvPr>
          <p:cNvSpPr>
            <a:spLocks noGrp="1"/>
          </p:cNvSpPr>
          <p:nvPr/>
        </p:nvSpPr>
        <p:spPr>
          <a:xfrm>
            <a:off x="7815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Cryo_13166">
            <a:extLst>
              <a:ext uri="{FF2B5EF4-FFF2-40B4-BE49-F238E27FC236}">
                <a16:creationId xmlns:a16="http://schemas.microsoft.com/office/drawing/2014/main" id="{7076283B-3FCD-4DDB-87F1-3307714D6DE9}"/>
              </a:ext>
            </a:extLst>
          </p:cNvPr>
          <p:cNvSpPr>
            <a:spLocks noGrp="1"/>
          </p:cNvSpPr>
          <p:nvPr/>
        </p:nvSpPr>
        <p:spPr>
          <a:xfrm>
            <a:off x="7752639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Cryo_13167">
            <a:extLst>
              <a:ext uri="{FF2B5EF4-FFF2-40B4-BE49-F238E27FC236}">
                <a16:creationId xmlns:a16="http://schemas.microsoft.com/office/drawing/2014/main" id="{80C99772-52F2-46F8-8468-1253D714610A}"/>
              </a:ext>
            </a:extLst>
          </p:cNvPr>
          <p:cNvSpPr>
            <a:spLocks noGrp="1"/>
          </p:cNvSpPr>
          <p:nvPr/>
        </p:nvSpPr>
        <p:spPr>
          <a:xfrm>
            <a:off x="7702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Cryo_13168">
            <a:extLst>
              <a:ext uri="{FF2B5EF4-FFF2-40B4-BE49-F238E27FC236}">
                <a16:creationId xmlns:a16="http://schemas.microsoft.com/office/drawing/2014/main" id="{876544C1-C662-4734-9817-43DFC4B8E8A7}"/>
              </a:ext>
            </a:extLst>
          </p:cNvPr>
          <p:cNvSpPr>
            <a:spLocks noGrp="1"/>
          </p:cNvSpPr>
          <p:nvPr/>
        </p:nvSpPr>
        <p:spPr>
          <a:xfrm>
            <a:off x="79047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Cryo_13169">
            <a:extLst>
              <a:ext uri="{FF2B5EF4-FFF2-40B4-BE49-F238E27FC236}">
                <a16:creationId xmlns:a16="http://schemas.microsoft.com/office/drawing/2014/main" id="{47C49A01-1A7C-4F34-867A-03E7043561DD}"/>
              </a:ext>
            </a:extLst>
          </p:cNvPr>
          <p:cNvSpPr>
            <a:spLocks noGrp="1"/>
          </p:cNvSpPr>
          <p:nvPr/>
        </p:nvSpPr>
        <p:spPr>
          <a:xfrm>
            <a:off x="1806649" y="42855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Cryo_13170">
            <a:extLst>
              <a:ext uri="{FF2B5EF4-FFF2-40B4-BE49-F238E27FC236}">
                <a16:creationId xmlns:a16="http://schemas.microsoft.com/office/drawing/2014/main" id="{48766329-6B7D-4650-860C-BE0E83C93413}"/>
              </a:ext>
            </a:extLst>
          </p:cNvPr>
          <p:cNvSpPr>
            <a:spLocks noGrp="1"/>
          </p:cNvSpPr>
          <p:nvPr/>
        </p:nvSpPr>
        <p:spPr>
          <a:xfrm>
            <a:off x="1932830" y="34174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Cryo_13171">
            <a:extLst>
              <a:ext uri="{FF2B5EF4-FFF2-40B4-BE49-F238E27FC236}">
                <a16:creationId xmlns:a16="http://schemas.microsoft.com/office/drawing/2014/main" id="{EEC0A544-B28A-4424-807F-67F383D670A9}"/>
              </a:ext>
            </a:extLst>
          </p:cNvPr>
          <p:cNvSpPr>
            <a:spLocks noGrp="1"/>
          </p:cNvSpPr>
          <p:nvPr/>
        </p:nvSpPr>
        <p:spPr>
          <a:xfrm>
            <a:off x="1770545" y="35961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Cryo_13172">
            <a:extLst>
              <a:ext uri="{FF2B5EF4-FFF2-40B4-BE49-F238E27FC236}">
                <a16:creationId xmlns:a16="http://schemas.microsoft.com/office/drawing/2014/main" id="{D9F257AD-6C8D-47E3-B3C1-7B8210D29DF0}"/>
              </a:ext>
            </a:extLst>
          </p:cNvPr>
          <p:cNvSpPr>
            <a:spLocks noGrp="1"/>
          </p:cNvSpPr>
          <p:nvPr/>
        </p:nvSpPr>
        <p:spPr>
          <a:xfrm>
            <a:off x="1776898" y="5902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Cryo_13173">
            <a:extLst>
              <a:ext uri="{FF2B5EF4-FFF2-40B4-BE49-F238E27FC236}">
                <a16:creationId xmlns:a16="http://schemas.microsoft.com/office/drawing/2014/main" id="{47FD24A9-240E-4165-8CE3-1F9EB76BC8DB}"/>
              </a:ext>
            </a:extLst>
          </p:cNvPr>
          <p:cNvSpPr>
            <a:spLocks noGrp="1"/>
          </p:cNvSpPr>
          <p:nvPr/>
        </p:nvSpPr>
        <p:spPr>
          <a:xfrm>
            <a:off x="1882249" y="38496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Cryo_13174">
            <a:extLst>
              <a:ext uri="{FF2B5EF4-FFF2-40B4-BE49-F238E27FC236}">
                <a16:creationId xmlns:a16="http://schemas.microsoft.com/office/drawing/2014/main" id="{2391A569-6E4B-4935-A137-D42C35484F11}"/>
              </a:ext>
            </a:extLst>
          </p:cNvPr>
          <p:cNvSpPr>
            <a:spLocks noGrp="1"/>
          </p:cNvSpPr>
          <p:nvPr/>
        </p:nvSpPr>
        <p:spPr>
          <a:xfrm>
            <a:off x="1807183" y="52041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Cryo_13175">
            <a:extLst>
              <a:ext uri="{FF2B5EF4-FFF2-40B4-BE49-F238E27FC236}">
                <a16:creationId xmlns:a16="http://schemas.microsoft.com/office/drawing/2014/main" id="{216CCE90-A0A5-4316-96BB-89A73BFC1F1E}"/>
              </a:ext>
            </a:extLst>
          </p:cNvPr>
          <p:cNvSpPr>
            <a:spLocks noGrp="1"/>
          </p:cNvSpPr>
          <p:nvPr/>
        </p:nvSpPr>
        <p:spPr>
          <a:xfrm>
            <a:off x="1818710" y="33852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Cryo_13176">
            <a:extLst>
              <a:ext uri="{FF2B5EF4-FFF2-40B4-BE49-F238E27FC236}">
                <a16:creationId xmlns:a16="http://schemas.microsoft.com/office/drawing/2014/main" id="{83E1181D-474A-4353-AC54-D4E81D22C091}"/>
              </a:ext>
            </a:extLst>
          </p:cNvPr>
          <p:cNvSpPr>
            <a:spLocks noGrp="1"/>
          </p:cNvSpPr>
          <p:nvPr/>
        </p:nvSpPr>
        <p:spPr>
          <a:xfrm>
            <a:off x="1950419" y="34378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Cryo_13177">
            <a:extLst>
              <a:ext uri="{FF2B5EF4-FFF2-40B4-BE49-F238E27FC236}">
                <a16:creationId xmlns:a16="http://schemas.microsoft.com/office/drawing/2014/main" id="{BCF3A0F6-C65C-4144-AAF1-A8C412BAD5B1}"/>
              </a:ext>
            </a:extLst>
          </p:cNvPr>
          <p:cNvSpPr>
            <a:spLocks noGrp="1"/>
          </p:cNvSpPr>
          <p:nvPr/>
        </p:nvSpPr>
        <p:spPr>
          <a:xfrm>
            <a:off x="1915690" y="48673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Cryo_13178">
            <a:extLst>
              <a:ext uri="{FF2B5EF4-FFF2-40B4-BE49-F238E27FC236}">
                <a16:creationId xmlns:a16="http://schemas.microsoft.com/office/drawing/2014/main" id="{10046ADC-4863-4A61-B4A4-F90E0065C8AA}"/>
              </a:ext>
            </a:extLst>
          </p:cNvPr>
          <p:cNvSpPr>
            <a:spLocks noGrp="1"/>
          </p:cNvSpPr>
          <p:nvPr/>
        </p:nvSpPr>
        <p:spPr>
          <a:xfrm>
            <a:off x="1856349" y="36320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Cryo_13179">
            <a:extLst>
              <a:ext uri="{FF2B5EF4-FFF2-40B4-BE49-F238E27FC236}">
                <a16:creationId xmlns:a16="http://schemas.microsoft.com/office/drawing/2014/main" id="{962D7F5E-7F23-4724-BC7C-DEF47F216CC9}"/>
              </a:ext>
            </a:extLst>
          </p:cNvPr>
          <p:cNvSpPr>
            <a:spLocks noGrp="1"/>
          </p:cNvSpPr>
          <p:nvPr/>
        </p:nvSpPr>
        <p:spPr>
          <a:xfrm>
            <a:off x="2002581" y="49827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Cryo_13180">
            <a:extLst>
              <a:ext uri="{FF2B5EF4-FFF2-40B4-BE49-F238E27FC236}">
                <a16:creationId xmlns:a16="http://schemas.microsoft.com/office/drawing/2014/main" id="{B03294DF-CC85-427F-A943-229F374B03A2}"/>
              </a:ext>
            </a:extLst>
          </p:cNvPr>
          <p:cNvSpPr>
            <a:spLocks noGrp="1"/>
          </p:cNvSpPr>
          <p:nvPr/>
        </p:nvSpPr>
        <p:spPr>
          <a:xfrm>
            <a:off x="1778565" y="44722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Cryo_13181">
            <a:extLst>
              <a:ext uri="{FF2B5EF4-FFF2-40B4-BE49-F238E27FC236}">
                <a16:creationId xmlns:a16="http://schemas.microsoft.com/office/drawing/2014/main" id="{283BC32A-20AF-4546-912B-2CDEC5CB8600}"/>
              </a:ext>
            </a:extLst>
          </p:cNvPr>
          <p:cNvSpPr>
            <a:spLocks noGrp="1"/>
          </p:cNvSpPr>
          <p:nvPr/>
        </p:nvSpPr>
        <p:spPr>
          <a:xfrm>
            <a:off x="1790979" y="45896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Cryo_13182">
            <a:extLst>
              <a:ext uri="{FF2B5EF4-FFF2-40B4-BE49-F238E27FC236}">
                <a16:creationId xmlns:a16="http://schemas.microsoft.com/office/drawing/2014/main" id="{8BAC871B-EA07-4924-80B9-30CEDCAE085B}"/>
              </a:ext>
            </a:extLst>
          </p:cNvPr>
          <p:cNvSpPr>
            <a:spLocks noGrp="1"/>
          </p:cNvSpPr>
          <p:nvPr/>
        </p:nvSpPr>
        <p:spPr>
          <a:xfrm>
            <a:off x="1924135" y="43234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Cryo_13183">
            <a:extLst>
              <a:ext uri="{FF2B5EF4-FFF2-40B4-BE49-F238E27FC236}">
                <a16:creationId xmlns:a16="http://schemas.microsoft.com/office/drawing/2014/main" id="{A355B89B-7B2A-446E-A6FE-9EAC6E0506A8}"/>
              </a:ext>
            </a:extLst>
          </p:cNvPr>
          <p:cNvSpPr>
            <a:spLocks noGrp="1"/>
          </p:cNvSpPr>
          <p:nvPr/>
        </p:nvSpPr>
        <p:spPr>
          <a:xfrm>
            <a:off x="1783848" y="35446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Cryo_13184">
            <a:extLst>
              <a:ext uri="{FF2B5EF4-FFF2-40B4-BE49-F238E27FC236}">
                <a16:creationId xmlns:a16="http://schemas.microsoft.com/office/drawing/2014/main" id="{D3957871-EBEC-44B4-871E-581F93E9DD44}"/>
              </a:ext>
            </a:extLst>
          </p:cNvPr>
          <p:cNvSpPr>
            <a:spLocks noGrp="1"/>
          </p:cNvSpPr>
          <p:nvPr/>
        </p:nvSpPr>
        <p:spPr>
          <a:xfrm>
            <a:off x="1842651" y="37781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Cryo_13185">
            <a:extLst>
              <a:ext uri="{FF2B5EF4-FFF2-40B4-BE49-F238E27FC236}">
                <a16:creationId xmlns:a16="http://schemas.microsoft.com/office/drawing/2014/main" id="{086266EF-FE5B-4A70-A542-2811702DB29C}"/>
              </a:ext>
            </a:extLst>
          </p:cNvPr>
          <p:cNvSpPr>
            <a:spLocks noGrp="1"/>
          </p:cNvSpPr>
          <p:nvPr/>
        </p:nvSpPr>
        <p:spPr>
          <a:xfrm>
            <a:off x="1787053" y="473606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Cryo_13186">
            <a:extLst>
              <a:ext uri="{FF2B5EF4-FFF2-40B4-BE49-F238E27FC236}">
                <a16:creationId xmlns:a16="http://schemas.microsoft.com/office/drawing/2014/main" id="{2DAA846C-C99B-472C-8B14-752D50E4CC75}"/>
              </a:ext>
            </a:extLst>
          </p:cNvPr>
          <p:cNvSpPr>
            <a:spLocks noGrp="1"/>
          </p:cNvSpPr>
          <p:nvPr/>
        </p:nvSpPr>
        <p:spPr>
          <a:xfrm>
            <a:off x="1891144" y="50442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Cryo_13187">
            <a:extLst>
              <a:ext uri="{FF2B5EF4-FFF2-40B4-BE49-F238E27FC236}">
                <a16:creationId xmlns:a16="http://schemas.microsoft.com/office/drawing/2014/main" id="{6D6E47CC-C523-49FE-9836-535FAD6301FA}"/>
              </a:ext>
            </a:extLst>
          </p:cNvPr>
          <p:cNvSpPr>
            <a:spLocks noGrp="1"/>
          </p:cNvSpPr>
          <p:nvPr/>
        </p:nvSpPr>
        <p:spPr>
          <a:xfrm>
            <a:off x="1985062" y="4136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Cryo_13188">
            <a:extLst>
              <a:ext uri="{FF2B5EF4-FFF2-40B4-BE49-F238E27FC236}">
                <a16:creationId xmlns:a16="http://schemas.microsoft.com/office/drawing/2014/main" id="{B461458B-DC1B-40BC-952D-1251F24C6BD5}"/>
              </a:ext>
            </a:extLst>
          </p:cNvPr>
          <p:cNvSpPr>
            <a:spLocks noGrp="1"/>
          </p:cNvSpPr>
          <p:nvPr/>
        </p:nvSpPr>
        <p:spPr>
          <a:xfrm>
            <a:off x="1774783" y="4330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Cryo_13189">
            <a:extLst>
              <a:ext uri="{FF2B5EF4-FFF2-40B4-BE49-F238E27FC236}">
                <a16:creationId xmlns:a16="http://schemas.microsoft.com/office/drawing/2014/main" id="{80265134-009D-4EFA-A9A2-01AF90D8FBAE}"/>
              </a:ext>
            </a:extLst>
          </p:cNvPr>
          <p:cNvSpPr>
            <a:spLocks noGrp="1"/>
          </p:cNvSpPr>
          <p:nvPr/>
        </p:nvSpPr>
        <p:spPr>
          <a:xfrm>
            <a:off x="1844139" y="51765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Cryo_13190">
            <a:extLst>
              <a:ext uri="{FF2B5EF4-FFF2-40B4-BE49-F238E27FC236}">
                <a16:creationId xmlns:a16="http://schemas.microsoft.com/office/drawing/2014/main" id="{B987287B-179E-4027-8DF3-1B7FFC01FC0B}"/>
              </a:ext>
            </a:extLst>
          </p:cNvPr>
          <p:cNvSpPr>
            <a:spLocks noGrp="1"/>
          </p:cNvSpPr>
          <p:nvPr/>
        </p:nvSpPr>
        <p:spPr>
          <a:xfrm>
            <a:off x="1818471" y="50357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Cryo_13191">
            <a:extLst>
              <a:ext uri="{FF2B5EF4-FFF2-40B4-BE49-F238E27FC236}">
                <a16:creationId xmlns:a16="http://schemas.microsoft.com/office/drawing/2014/main" id="{24747225-6915-41E1-A346-5A98727EC2DF}"/>
              </a:ext>
            </a:extLst>
          </p:cNvPr>
          <p:cNvSpPr>
            <a:spLocks noGrp="1"/>
          </p:cNvSpPr>
          <p:nvPr/>
        </p:nvSpPr>
        <p:spPr>
          <a:xfrm>
            <a:off x="1930001" y="48607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Cryo_13192">
            <a:extLst>
              <a:ext uri="{FF2B5EF4-FFF2-40B4-BE49-F238E27FC236}">
                <a16:creationId xmlns:a16="http://schemas.microsoft.com/office/drawing/2014/main" id="{EA0CF685-480F-4B5D-8DB3-D0316B213671}"/>
              </a:ext>
            </a:extLst>
          </p:cNvPr>
          <p:cNvSpPr>
            <a:spLocks noGrp="1"/>
          </p:cNvSpPr>
          <p:nvPr/>
        </p:nvSpPr>
        <p:spPr>
          <a:xfrm>
            <a:off x="1950704" y="33651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Cryo_13193">
            <a:extLst>
              <a:ext uri="{FF2B5EF4-FFF2-40B4-BE49-F238E27FC236}">
                <a16:creationId xmlns:a16="http://schemas.microsoft.com/office/drawing/2014/main" id="{9E451448-C846-4761-9F4A-55FD1F28DB14}"/>
              </a:ext>
            </a:extLst>
          </p:cNvPr>
          <p:cNvSpPr>
            <a:spLocks noGrp="1"/>
          </p:cNvSpPr>
          <p:nvPr/>
        </p:nvSpPr>
        <p:spPr>
          <a:xfrm>
            <a:off x="1940513" y="60107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Cryo_13194">
            <a:extLst>
              <a:ext uri="{FF2B5EF4-FFF2-40B4-BE49-F238E27FC236}">
                <a16:creationId xmlns:a16="http://schemas.microsoft.com/office/drawing/2014/main" id="{A55A9FD0-198C-4E52-9CC2-80AF1CF7BED0}"/>
              </a:ext>
            </a:extLst>
          </p:cNvPr>
          <p:cNvSpPr>
            <a:spLocks noGrp="1"/>
          </p:cNvSpPr>
          <p:nvPr/>
        </p:nvSpPr>
        <p:spPr>
          <a:xfrm>
            <a:off x="2007895" y="60770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Cryo_13195">
            <a:extLst>
              <a:ext uri="{FF2B5EF4-FFF2-40B4-BE49-F238E27FC236}">
                <a16:creationId xmlns:a16="http://schemas.microsoft.com/office/drawing/2014/main" id="{5D271959-AB0E-4C17-BB19-F8D06FC76651}"/>
              </a:ext>
            </a:extLst>
          </p:cNvPr>
          <p:cNvSpPr>
            <a:spLocks noGrp="1"/>
          </p:cNvSpPr>
          <p:nvPr/>
        </p:nvSpPr>
        <p:spPr>
          <a:xfrm>
            <a:off x="1907506" y="54490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Cryo_13196">
            <a:extLst>
              <a:ext uri="{FF2B5EF4-FFF2-40B4-BE49-F238E27FC236}">
                <a16:creationId xmlns:a16="http://schemas.microsoft.com/office/drawing/2014/main" id="{3011E554-60FF-497B-A34B-498B73BCAEE3}"/>
              </a:ext>
            </a:extLst>
          </p:cNvPr>
          <p:cNvSpPr>
            <a:spLocks noGrp="1"/>
          </p:cNvSpPr>
          <p:nvPr/>
        </p:nvSpPr>
        <p:spPr>
          <a:xfrm>
            <a:off x="1777716" y="46285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Cryo_13197">
            <a:extLst>
              <a:ext uri="{FF2B5EF4-FFF2-40B4-BE49-F238E27FC236}">
                <a16:creationId xmlns:a16="http://schemas.microsoft.com/office/drawing/2014/main" id="{3C49D3EB-F9C3-4AB6-9F0C-33A2C928A910}"/>
              </a:ext>
            </a:extLst>
          </p:cNvPr>
          <p:cNvSpPr>
            <a:spLocks noGrp="1"/>
          </p:cNvSpPr>
          <p:nvPr/>
        </p:nvSpPr>
        <p:spPr>
          <a:xfrm>
            <a:off x="1836234" y="32852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Cryo_13198">
            <a:extLst>
              <a:ext uri="{FF2B5EF4-FFF2-40B4-BE49-F238E27FC236}">
                <a16:creationId xmlns:a16="http://schemas.microsoft.com/office/drawing/2014/main" id="{56252226-C27F-422A-A943-D0B04FC32836}"/>
              </a:ext>
            </a:extLst>
          </p:cNvPr>
          <p:cNvSpPr>
            <a:spLocks noGrp="1"/>
          </p:cNvSpPr>
          <p:nvPr/>
        </p:nvSpPr>
        <p:spPr>
          <a:xfrm>
            <a:off x="1801517" y="33688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Cryo_13199">
            <a:extLst>
              <a:ext uri="{FF2B5EF4-FFF2-40B4-BE49-F238E27FC236}">
                <a16:creationId xmlns:a16="http://schemas.microsoft.com/office/drawing/2014/main" id="{AECAD6FB-764B-4E27-8FD2-3AAF870F153F}"/>
              </a:ext>
            </a:extLst>
          </p:cNvPr>
          <p:cNvSpPr>
            <a:spLocks noGrp="1"/>
          </p:cNvSpPr>
          <p:nvPr/>
        </p:nvSpPr>
        <p:spPr>
          <a:xfrm>
            <a:off x="1826230" y="609785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Cryo_13200">
            <a:extLst>
              <a:ext uri="{FF2B5EF4-FFF2-40B4-BE49-F238E27FC236}">
                <a16:creationId xmlns:a16="http://schemas.microsoft.com/office/drawing/2014/main" id="{F9BC55AF-D6DE-461A-A63D-C02914946B9E}"/>
              </a:ext>
            </a:extLst>
          </p:cNvPr>
          <p:cNvSpPr>
            <a:spLocks noGrp="1"/>
          </p:cNvSpPr>
          <p:nvPr/>
        </p:nvSpPr>
        <p:spPr>
          <a:xfrm>
            <a:off x="1864586" y="42085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Cryo_13201">
            <a:extLst>
              <a:ext uri="{FF2B5EF4-FFF2-40B4-BE49-F238E27FC236}">
                <a16:creationId xmlns:a16="http://schemas.microsoft.com/office/drawing/2014/main" id="{72D8027F-20A6-4A42-899D-C9FB367166B8}"/>
              </a:ext>
            </a:extLst>
          </p:cNvPr>
          <p:cNvSpPr>
            <a:spLocks noGrp="1"/>
          </p:cNvSpPr>
          <p:nvPr/>
        </p:nvSpPr>
        <p:spPr>
          <a:xfrm>
            <a:off x="1952767" y="59752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Cryo_13202">
            <a:extLst>
              <a:ext uri="{FF2B5EF4-FFF2-40B4-BE49-F238E27FC236}">
                <a16:creationId xmlns:a16="http://schemas.microsoft.com/office/drawing/2014/main" id="{3B4F9DAF-CCE9-4E71-A676-B572E2A1EE2C}"/>
              </a:ext>
            </a:extLst>
          </p:cNvPr>
          <p:cNvSpPr>
            <a:spLocks noGrp="1"/>
          </p:cNvSpPr>
          <p:nvPr/>
        </p:nvSpPr>
        <p:spPr>
          <a:xfrm>
            <a:off x="1803151" y="54830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Cryo_13203">
            <a:extLst>
              <a:ext uri="{FF2B5EF4-FFF2-40B4-BE49-F238E27FC236}">
                <a16:creationId xmlns:a16="http://schemas.microsoft.com/office/drawing/2014/main" id="{847DC449-5487-4095-87A1-246CB7679190}"/>
              </a:ext>
            </a:extLst>
          </p:cNvPr>
          <p:cNvSpPr>
            <a:spLocks noGrp="1"/>
          </p:cNvSpPr>
          <p:nvPr/>
        </p:nvSpPr>
        <p:spPr>
          <a:xfrm>
            <a:off x="2020861" y="4652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Cryo_13204">
            <a:extLst>
              <a:ext uri="{FF2B5EF4-FFF2-40B4-BE49-F238E27FC236}">
                <a16:creationId xmlns:a16="http://schemas.microsoft.com/office/drawing/2014/main" id="{1783C19B-38DD-4719-BB53-FF2507618F8F}"/>
              </a:ext>
            </a:extLst>
          </p:cNvPr>
          <p:cNvSpPr>
            <a:spLocks noGrp="1"/>
          </p:cNvSpPr>
          <p:nvPr/>
        </p:nvSpPr>
        <p:spPr>
          <a:xfrm>
            <a:off x="1866469" y="60978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Cryo_13205">
            <a:extLst>
              <a:ext uri="{FF2B5EF4-FFF2-40B4-BE49-F238E27FC236}">
                <a16:creationId xmlns:a16="http://schemas.microsoft.com/office/drawing/2014/main" id="{8C5DC7BF-2E66-4DFF-9255-403DA516A059}"/>
              </a:ext>
            </a:extLst>
          </p:cNvPr>
          <p:cNvSpPr>
            <a:spLocks noGrp="1"/>
          </p:cNvSpPr>
          <p:nvPr/>
        </p:nvSpPr>
        <p:spPr>
          <a:xfrm>
            <a:off x="1931783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Cryo_13206">
            <a:extLst>
              <a:ext uri="{FF2B5EF4-FFF2-40B4-BE49-F238E27FC236}">
                <a16:creationId xmlns:a16="http://schemas.microsoft.com/office/drawing/2014/main" id="{C5AC977E-0A5E-4304-9995-2C298CB9819E}"/>
              </a:ext>
            </a:extLst>
          </p:cNvPr>
          <p:cNvSpPr>
            <a:spLocks noGrp="1"/>
          </p:cNvSpPr>
          <p:nvPr/>
        </p:nvSpPr>
        <p:spPr>
          <a:xfrm>
            <a:off x="1951955" y="4663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Cryo_13207">
            <a:extLst>
              <a:ext uri="{FF2B5EF4-FFF2-40B4-BE49-F238E27FC236}">
                <a16:creationId xmlns:a16="http://schemas.microsoft.com/office/drawing/2014/main" id="{9568264B-F04B-4147-955D-D61E9F9C488F}"/>
              </a:ext>
            </a:extLst>
          </p:cNvPr>
          <p:cNvSpPr>
            <a:spLocks noGrp="1"/>
          </p:cNvSpPr>
          <p:nvPr/>
        </p:nvSpPr>
        <p:spPr>
          <a:xfrm>
            <a:off x="1954385" y="3392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Cryo_13208">
            <a:extLst>
              <a:ext uri="{FF2B5EF4-FFF2-40B4-BE49-F238E27FC236}">
                <a16:creationId xmlns:a16="http://schemas.microsoft.com/office/drawing/2014/main" id="{7963A84F-F94B-4CD8-AF33-1003F66E9BF9}"/>
              </a:ext>
            </a:extLst>
          </p:cNvPr>
          <p:cNvSpPr>
            <a:spLocks noGrp="1"/>
          </p:cNvSpPr>
          <p:nvPr/>
        </p:nvSpPr>
        <p:spPr>
          <a:xfrm>
            <a:off x="1819734" y="32222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Cryo_13209">
            <a:extLst>
              <a:ext uri="{FF2B5EF4-FFF2-40B4-BE49-F238E27FC236}">
                <a16:creationId xmlns:a16="http://schemas.microsoft.com/office/drawing/2014/main" id="{BE49BD96-BB32-4BAC-8E86-39DED5A0DC72}"/>
              </a:ext>
            </a:extLst>
          </p:cNvPr>
          <p:cNvSpPr>
            <a:spLocks noGrp="1"/>
          </p:cNvSpPr>
          <p:nvPr/>
        </p:nvSpPr>
        <p:spPr>
          <a:xfrm>
            <a:off x="1786020" y="6008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Cryo_13210">
            <a:extLst>
              <a:ext uri="{FF2B5EF4-FFF2-40B4-BE49-F238E27FC236}">
                <a16:creationId xmlns:a16="http://schemas.microsoft.com/office/drawing/2014/main" id="{2E58507A-8BD1-4C6E-B198-A10CFA3F057A}"/>
              </a:ext>
            </a:extLst>
          </p:cNvPr>
          <p:cNvSpPr>
            <a:spLocks noGrp="1"/>
          </p:cNvSpPr>
          <p:nvPr/>
        </p:nvSpPr>
        <p:spPr>
          <a:xfrm>
            <a:off x="1964245" y="34606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Cryo_13211">
            <a:extLst>
              <a:ext uri="{FF2B5EF4-FFF2-40B4-BE49-F238E27FC236}">
                <a16:creationId xmlns:a16="http://schemas.microsoft.com/office/drawing/2014/main" id="{EE4EAA87-3C12-4B3D-B2C2-BCDFCF3FA50F}"/>
              </a:ext>
            </a:extLst>
          </p:cNvPr>
          <p:cNvSpPr>
            <a:spLocks noGrp="1"/>
          </p:cNvSpPr>
          <p:nvPr/>
        </p:nvSpPr>
        <p:spPr>
          <a:xfrm>
            <a:off x="1798569" y="3888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Cryo_13212">
            <a:extLst>
              <a:ext uri="{FF2B5EF4-FFF2-40B4-BE49-F238E27FC236}">
                <a16:creationId xmlns:a16="http://schemas.microsoft.com/office/drawing/2014/main" id="{42B2946A-FEDA-430A-8187-9D29689CD315}"/>
              </a:ext>
            </a:extLst>
          </p:cNvPr>
          <p:cNvSpPr>
            <a:spLocks noGrp="1"/>
          </p:cNvSpPr>
          <p:nvPr/>
        </p:nvSpPr>
        <p:spPr>
          <a:xfrm>
            <a:off x="1957963" y="40448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Cryo_13213">
            <a:extLst>
              <a:ext uri="{FF2B5EF4-FFF2-40B4-BE49-F238E27FC236}">
                <a16:creationId xmlns:a16="http://schemas.microsoft.com/office/drawing/2014/main" id="{5A8ABD6B-F4AC-48E1-82E9-F24ECD63671B}"/>
              </a:ext>
            </a:extLst>
          </p:cNvPr>
          <p:cNvSpPr>
            <a:spLocks noGrp="1"/>
          </p:cNvSpPr>
          <p:nvPr/>
        </p:nvSpPr>
        <p:spPr>
          <a:xfrm>
            <a:off x="1835682" y="436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Cryo_13214">
            <a:extLst>
              <a:ext uri="{FF2B5EF4-FFF2-40B4-BE49-F238E27FC236}">
                <a16:creationId xmlns:a16="http://schemas.microsoft.com/office/drawing/2014/main" id="{D09EA7AF-2D82-4650-B3CB-AA2D6E9F104A}"/>
              </a:ext>
            </a:extLst>
          </p:cNvPr>
          <p:cNvSpPr>
            <a:spLocks noGrp="1"/>
          </p:cNvSpPr>
          <p:nvPr/>
        </p:nvSpPr>
        <p:spPr>
          <a:xfrm>
            <a:off x="1869683" y="42112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Cryo_13215">
            <a:extLst>
              <a:ext uri="{FF2B5EF4-FFF2-40B4-BE49-F238E27FC236}">
                <a16:creationId xmlns:a16="http://schemas.microsoft.com/office/drawing/2014/main" id="{D8DAE80D-DE5D-4AA8-A44B-AE64A81FA0A0}"/>
              </a:ext>
            </a:extLst>
          </p:cNvPr>
          <p:cNvSpPr>
            <a:spLocks noGrp="1"/>
          </p:cNvSpPr>
          <p:nvPr/>
        </p:nvSpPr>
        <p:spPr>
          <a:xfrm>
            <a:off x="1946428" y="51289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Cryo_13216">
            <a:extLst>
              <a:ext uri="{FF2B5EF4-FFF2-40B4-BE49-F238E27FC236}">
                <a16:creationId xmlns:a16="http://schemas.microsoft.com/office/drawing/2014/main" id="{F8D1501E-1EAE-41F9-B987-4666AFD2BD13}"/>
              </a:ext>
            </a:extLst>
          </p:cNvPr>
          <p:cNvSpPr>
            <a:spLocks noGrp="1"/>
          </p:cNvSpPr>
          <p:nvPr/>
        </p:nvSpPr>
        <p:spPr>
          <a:xfrm>
            <a:off x="2017046" y="60047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Cryo_13217">
            <a:extLst>
              <a:ext uri="{FF2B5EF4-FFF2-40B4-BE49-F238E27FC236}">
                <a16:creationId xmlns:a16="http://schemas.microsoft.com/office/drawing/2014/main" id="{9531DBA7-CCBA-46D5-A8AE-EF343B5EF380}"/>
              </a:ext>
            </a:extLst>
          </p:cNvPr>
          <p:cNvSpPr>
            <a:spLocks noGrp="1"/>
          </p:cNvSpPr>
          <p:nvPr/>
        </p:nvSpPr>
        <p:spPr>
          <a:xfrm>
            <a:off x="1809563" y="46851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Cryo_13218">
            <a:extLst>
              <a:ext uri="{FF2B5EF4-FFF2-40B4-BE49-F238E27FC236}">
                <a16:creationId xmlns:a16="http://schemas.microsoft.com/office/drawing/2014/main" id="{8C28365B-57F8-4267-80E2-BF56FFEE2149}"/>
              </a:ext>
            </a:extLst>
          </p:cNvPr>
          <p:cNvSpPr>
            <a:spLocks noGrp="1"/>
          </p:cNvSpPr>
          <p:nvPr/>
        </p:nvSpPr>
        <p:spPr>
          <a:xfrm>
            <a:off x="1917758" y="34164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Cryo_13219">
            <a:extLst>
              <a:ext uri="{FF2B5EF4-FFF2-40B4-BE49-F238E27FC236}">
                <a16:creationId xmlns:a16="http://schemas.microsoft.com/office/drawing/2014/main" id="{1E979D0B-2511-4DB8-A377-81C4C9B3CC71}"/>
              </a:ext>
            </a:extLst>
          </p:cNvPr>
          <p:cNvSpPr>
            <a:spLocks noGrp="1"/>
          </p:cNvSpPr>
          <p:nvPr/>
        </p:nvSpPr>
        <p:spPr>
          <a:xfrm>
            <a:off x="1834241" y="45413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Cryo_13220">
            <a:extLst>
              <a:ext uri="{FF2B5EF4-FFF2-40B4-BE49-F238E27FC236}">
                <a16:creationId xmlns:a16="http://schemas.microsoft.com/office/drawing/2014/main" id="{9B179A7D-B543-4CB0-BAB5-85D4C99EDB04}"/>
              </a:ext>
            </a:extLst>
          </p:cNvPr>
          <p:cNvSpPr>
            <a:spLocks noGrp="1"/>
          </p:cNvSpPr>
          <p:nvPr/>
        </p:nvSpPr>
        <p:spPr>
          <a:xfrm>
            <a:off x="1877724" y="60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Cryo_13221">
            <a:extLst>
              <a:ext uri="{FF2B5EF4-FFF2-40B4-BE49-F238E27FC236}">
                <a16:creationId xmlns:a16="http://schemas.microsoft.com/office/drawing/2014/main" id="{0C2956A1-5A16-4DE7-A1BE-A9DEA8115732}"/>
              </a:ext>
            </a:extLst>
          </p:cNvPr>
          <p:cNvSpPr>
            <a:spLocks noGrp="1"/>
          </p:cNvSpPr>
          <p:nvPr/>
        </p:nvSpPr>
        <p:spPr>
          <a:xfrm>
            <a:off x="1991102" y="45501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Cryo_13222">
            <a:extLst>
              <a:ext uri="{FF2B5EF4-FFF2-40B4-BE49-F238E27FC236}">
                <a16:creationId xmlns:a16="http://schemas.microsoft.com/office/drawing/2014/main" id="{ADE5B838-9875-4D0F-BC5D-8D110066C709}"/>
              </a:ext>
            </a:extLst>
          </p:cNvPr>
          <p:cNvSpPr>
            <a:spLocks noGrp="1"/>
          </p:cNvSpPr>
          <p:nvPr/>
        </p:nvSpPr>
        <p:spPr>
          <a:xfrm>
            <a:off x="1865562" y="4645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Cryo_13223">
            <a:extLst>
              <a:ext uri="{FF2B5EF4-FFF2-40B4-BE49-F238E27FC236}">
                <a16:creationId xmlns:a16="http://schemas.microsoft.com/office/drawing/2014/main" id="{06B81301-B81D-481D-BC34-A5955A029FAC}"/>
              </a:ext>
            </a:extLst>
          </p:cNvPr>
          <p:cNvSpPr>
            <a:spLocks noGrp="1"/>
          </p:cNvSpPr>
          <p:nvPr/>
        </p:nvSpPr>
        <p:spPr>
          <a:xfrm>
            <a:off x="1919785" y="42378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Cryo_13224">
            <a:extLst>
              <a:ext uri="{FF2B5EF4-FFF2-40B4-BE49-F238E27FC236}">
                <a16:creationId xmlns:a16="http://schemas.microsoft.com/office/drawing/2014/main" id="{0FC4A835-129A-47AC-971C-EC0FFC3B2223}"/>
              </a:ext>
            </a:extLst>
          </p:cNvPr>
          <p:cNvSpPr>
            <a:spLocks noGrp="1"/>
          </p:cNvSpPr>
          <p:nvPr/>
        </p:nvSpPr>
        <p:spPr>
          <a:xfrm>
            <a:off x="1877942" y="44084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Cryo_13225">
            <a:extLst>
              <a:ext uri="{FF2B5EF4-FFF2-40B4-BE49-F238E27FC236}">
                <a16:creationId xmlns:a16="http://schemas.microsoft.com/office/drawing/2014/main" id="{9B08974D-43FF-42DB-9410-880C45228811}"/>
              </a:ext>
            </a:extLst>
          </p:cNvPr>
          <p:cNvSpPr>
            <a:spLocks noGrp="1"/>
          </p:cNvSpPr>
          <p:nvPr/>
        </p:nvSpPr>
        <p:spPr>
          <a:xfrm>
            <a:off x="2005183" y="438198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Cryo_13226">
            <a:extLst>
              <a:ext uri="{FF2B5EF4-FFF2-40B4-BE49-F238E27FC236}">
                <a16:creationId xmlns:a16="http://schemas.microsoft.com/office/drawing/2014/main" id="{FE39988F-E101-4635-B893-842ADDC6E388}"/>
              </a:ext>
            </a:extLst>
          </p:cNvPr>
          <p:cNvSpPr>
            <a:spLocks noGrp="1"/>
          </p:cNvSpPr>
          <p:nvPr/>
        </p:nvSpPr>
        <p:spPr>
          <a:xfrm>
            <a:off x="1931874" y="31870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Cryo_13227">
            <a:extLst>
              <a:ext uri="{FF2B5EF4-FFF2-40B4-BE49-F238E27FC236}">
                <a16:creationId xmlns:a16="http://schemas.microsoft.com/office/drawing/2014/main" id="{ACA660EB-C5BD-4EE3-A780-61674261E34A}"/>
              </a:ext>
            </a:extLst>
          </p:cNvPr>
          <p:cNvSpPr>
            <a:spLocks noGrp="1"/>
          </p:cNvSpPr>
          <p:nvPr/>
        </p:nvSpPr>
        <p:spPr>
          <a:xfrm>
            <a:off x="1941537" y="35211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Cryo_13228">
            <a:extLst>
              <a:ext uri="{FF2B5EF4-FFF2-40B4-BE49-F238E27FC236}">
                <a16:creationId xmlns:a16="http://schemas.microsoft.com/office/drawing/2014/main" id="{F1D30AC1-812C-4D33-88E6-F7E09295D233}"/>
              </a:ext>
            </a:extLst>
          </p:cNvPr>
          <p:cNvSpPr>
            <a:spLocks noGrp="1"/>
          </p:cNvSpPr>
          <p:nvPr/>
        </p:nvSpPr>
        <p:spPr>
          <a:xfrm>
            <a:off x="1908893" y="36536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Cryo_13229">
            <a:extLst>
              <a:ext uri="{FF2B5EF4-FFF2-40B4-BE49-F238E27FC236}">
                <a16:creationId xmlns:a16="http://schemas.microsoft.com/office/drawing/2014/main" id="{91304FAC-0E8F-4852-B87A-4F88156C8A07}"/>
              </a:ext>
            </a:extLst>
          </p:cNvPr>
          <p:cNvSpPr>
            <a:spLocks noGrp="1"/>
          </p:cNvSpPr>
          <p:nvPr/>
        </p:nvSpPr>
        <p:spPr>
          <a:xfrm>
            <a:off x="1771128" y="4191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Cryo_13230">
            <a:extLst>
              <a:ext uri="{FF2B5EF4-FFF2-40B4-BE49-F238E27FC236}">
                <a16:creationId xmlns:a16="http://schemas.microsoft.com/office/drawing/2014/main" id="{F2B1EC1B-3038-40DF-A667-CBCD000581FE}"/>
              </a:ext>
            </a:extLst>
          </p:cNvPr>
          <p:cNvSpPr>
            <a:spLocks noGrp="1"/>
          </p:cNvSpPr>
          <p:nvPr/>
        </p:nvSpPr>
        <p:spPr>
          <a:xfrm>
            <a:off x="1908353" y="32561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Cryo_13231">
            <a:extLst>
              <a:ext uri="{FF2B5EF4-FFF2-40B4-BE49-F238E27FC236}">
                <a16:creationId xmlns:a16="http://schemas.microsoft.com/office/drawing/2014/main" id="{216191FF-AF92-41D8-888D-73EB1D59816A}"/>
              </a:ext>
            </a:extLst>
          </p:cNvPr>
          <p:cNvSpPr>
            <a:spLocks noGrp="1"/>
          </p:cNvSpPr>
          <p:nvPr/>
        </p:nvSpPr>
        <p:spPr>
          <a:xfrm>
            <a:off x="1863587" y="48412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Cryo_13232">
            <a:extLst>
              <a:ext uri="{FF2B5EF4-FFF2-40B4-BE49-F238E27FC236}">
                <a16:creationId xmlns:a16="http://schemas.microsoft.com/office/drawing/2014/main" id="{4345107D-50E0-4F51-80B7-35DC0C535D24}"/>
              </a:ext>
            </a:extLst>
          </p:cNvPr>
          <p:cNvSpPr>
            <a:spLocks noGrp="1"/>
          </p:cNvSpPr>
          <p:nvPr/>
        </p:nvSpPr>
        <p:spPr>
          <a:xfrm>
            <a:off x="1808869" y="58206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Cryo_13233">
            <a:extLst>
              <a:ext uri="{FF2B5EF4-FFF2-40B4-BE49-F238E27FC236}">
                <a16:creationId xmlns:a16="http://schemas.microsoft.com/office/drawing/2014/main" id="{A210795C-68FC-4778-AF80-EBD77C22F78E}"/>
              </a:ext>
            </a:extLst>
          </p:cNvPr>
          <p:cNvSpPr>
            <a:spLocks noGrp="1"/>
          </p:cNvSpPr>
          <p:nvPr/>
        </p:nvSpPr>
        <p:spPr>
          <a:xfrm>
            <a:off x="1971204" y="60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Cryo_13234">
            <a:extLst>
              <a:ext uri="{FF2B5EF4-FFF2-40B4-BE49-F238E27FC236}">
                <a16:creationId xmlns:a16="http://schemas.microsoft.com/office/drawing/2014/main" id="{D8CC1805-6601-466D-BEAF-0FFBFF5EFB0E}"/>
              </a:ext>
            </a:extLst>
          </p:cNvPr>
          <p:cNvSpPr>
            <a:spLocks noGrp="1"/>
          </p:cNvSpPr>
          <p:nvPr/>
        </p:nvSpPr>
        <p:spPr>
          <a:xfrm>
            <a:off x="1833095" y="556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Cryo_13235">
            <a:extLst>
              <a:ext uri="{FF2B5EF4-FFF2-40B4-BE49-F238E27FC236}">
                <a16:creationId xmlns:a16="http://schemas.microsoft.com/office/drawing/2014/main" id="{0E6A6B24-AEFB-4377-8762-B8829953318A}"/>
              </a:ext>
            </a:extLst>
          </p:cNvPr>
          <p:cNvSpPr>
            <a:spLocks noGrp="1"/>
          </p:cNvSpPr>
          <p:nvPr/>
        </p:nvSpPr>
        <p:spPr>
          <a:xfrm>
            <a:off x="1921589" y="57210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Cryo_13236">
            <a:extLst>
              <a:ext uri="{FF2B5EF4-FFF2-40B4-BE49-F238E27FC236}">
                <a16:creationId xmlns:a16="http://schemas.microsoft.com/office/drawing/2014/main" id="{94F8179F-1F26-494F-8C5E-C7CBC25CD63F}"/>
              </a:ext>
            </a:extLst>
          </p:cNvPr>
          <p:cNvSpPr>
            <a:spLocks noGrp="1"/>
          </p:cNvSpPr>
          <p:nvPr/>
        </p:nvSpPr>
        <p:spPr>
          <a:xfrm>
            <a:off x="2006818" y="6097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Cryo_13237">
            <a:extLst>
              <a:ext uri="{FF2B5EF4-FFF2-40B4-BE49-F238E27FC236}">
                <a16:creationId xmlns:a16="http://schemas.microsoft.com/office/drawing/2014/main" id="{030F926D-32FD-4585-9939-A7E7CB5ECBEA}"/>
              </a:ext>
            </a:extLst>
          </p:cNvPr>
          <p:cNvSpPr>
            <a:spLocks noGrp="1"/>
          </p:cNvSpPr>
          <p:nvPr/>
        </p:nvSpPr>
        <p:spPr>
          <a:xfrm>
            <a:off x="1797301" y="42437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Cryo_13238">
            <a:extLst>
              <a:ext uri="{FF2B5EF4-FFF2-40B4-BE49-F238E27FC236}">
                <a16:creationId xmlns:a16="http://schemas.microsoft.com/office/drawing/2014/main" id="{E06D58E2-4FE9-49AC-B6A0-08312DC9163D}"/>
              </a:ext>
            </a:extLst>
          </p:cNvPr>
          <p:cNvSpPr>
            <a:spLocks noGrp="1"/>
          </p:cNvSpPr>
          <p:nvPr/>
        </p:nvSpPr>
        <p:spPr>
          <a:xfrm>
            <a:off x="1966644" y="52849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Cryo_13239">
            <a:extLst>
              <a:ext uri="{FF2B5EF4-FFF2-40B4-BE49-F238E27FC236}">
                <a16:creationId xmlns:a16="http://schemas.microsoft.com/office/drawing/2014/main" id="{B1CAC626-2375-4B06-9D2F-035203279D32}"/>
              </a:ext>
            </a:extLst>
          </p:cNvPr>
          <p:cNvSpPr>
            <a:spLocks noGrp="1"/>
          </p:cNvSpPr>
          <p:nvPr/>
        </p:nvSpPr>
        <p:spPr>
          <a:xfrm>
            <a:off x="1875755" y="326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Cryo_13240">
            <a:extLst>
              <a:ext uri="{FF2B5EF4-FFF2-40B4-BE49-F238E27FC236}">
                <a16:creationId xmlns:a16="http://schemas.microsoft.com/office/drawing/2014/main" id="{6C92C9D0-A1BB-4475-8BAE-05DA48588995}"/>
              </a:ext>
            </a:extLst>
          </p:cNvPr>
          <p:cNvSpPr>
            <a:spLocks noGrp="1"/>
          </p:cNvSpPr>
          <p:nvPr/>
        </p:nvSpPr>
        <p:spPr>
          <a:xfrm>
            <a:off x="1938809" y="47939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Cryo_13241">
            <a:extLst>
              <a:ext uri="{FF2B5EF4-FFF2-40B4-BE49-F238E27FC236}">
                <a16:creationId xmlns:a16="http://schemas.microsoft.com/office/drawing/2014/main" id="{B563AC99-692A-4A68-9EDF-30D5606D3663}"/>
              </a:ext>
            </a:extLst>
          </p:cNvPr>
          <p:cNvSpPr>
            <a:spLocks noGrp="1"/>
          </p:cNvSpPr>
          <p:nvPr/>
        </p:nvSpPr>
        <p:spPr>
          <a:xfrm>
            <a:off x="1812989" y="48363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Cryo_13242">
            <a:extLst>
              <a:ext uri="{FF2B5EF4-FFF2-40B4-BE49-F238E27FC236}">
                <a16:creationId xmlns:a16="http://schemas.microsoft.com/office/drawing/2014/main" id="{D6DCF09F-D91C-466B-A633-C5FD3E9B6EA7}"/>
              </a:ext>
            </a:extLst>
          </p:cNvPr>
          <p:cNvSpPr>
            <a:spLocks noGrp="1"/>
          </p:cNvSpPr>
          <p:nvPr/>
        </p:nvSpPr>
        <p:spPr>
          <a:xfrm>
            <a:off x="1830189" y="33909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Cryo_13243">
            <a:extLst>
              <a:ext uri="{FF2B5EF4-FFF2-40B4-BE49-F238E27FC236}">
                <a16:creationId xmlns:a16="http://schemas.microsoft.com/office/drawing/2014/main" id="{3E0A59B7-241A-4E44-82B2-D4EB7E671076}"/>
              </a:ext>
            </a:extLst>
          </p:cNvPr>
          <p:cNvSpPr>
            <a:spLocks noGrp="1"/>
          </p:cNvSpPr>
          <p:nvPr/>
        </p:nvSpPr>
        <p:spPr>
          <a:xfrm>
            <a:off x="1977620" y="56101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Cryo_13244">
            <a:extLst>
              <a:ext uri="{FF2B5EF4-FFF2-40B4-BE49-F238E27FC236}">
                <a16:creationId xmlns:a16="http://schemas.microsoft.com/office/drawing/2014/main" id="{869F411E-CD1E-457C-955B-41B3552EFD91}"/>
              </a:ext>
            </a:extLst>
          </p:cNvPr>
          <p:cNvSpPr>
            <a:spLocks noGrp="1"/>
          </p:cNvSpPr>
          <p:nvPr/>
        </p:nvSpPr>
        <p:spPr>
          <a:xfrm>
            <a:off x="2019844" y="53435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Cryo_13245">
            <a:extLst>
              <a:ext uri="{FF2B5EF4-FFF2-40B4-BE49-F238E27FC236}">
                <a16:creationId xmlns:a16="http://schemas.microsoft.com/office/drawing/2014/main" id="{54869BED-E820-411D-8776-5645E34F5134}"/>
              </a:ext>
            </a:extLst>
          </p:cNvPr>
          <p:cNvSpPr>
            <a:spLocks noGrp="1"/>
          </p:cNvSpPr>
          <p:nvPr/>
        </p:nvSpPr>
        <p:spPr>
          <a:xfrm>
            <a:off x="1852561" y="593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Cryo_13246">
            <a:extLst>
              <a:ext uri="{FF2B5EF4-FFF2-40B4-BE49-F238E27FC236}">
                <a16:creationId xmlns:a16="http://schemas.microsoft.com/office/drawing/2014/main" id="{471DECD9-F646-4FE9-9D58-00F76C70A31C}"/>
              </a:ext>
            </a:extLst>
          </p:cNvPr>
          <p:cNvSpPr>
            <a:spLocks noGrp="1"/>
          </p:cNvSpPr>
          <p:nvPr/>
        </p:nvSpPr>
        <p:spPr>
          <a:xfrm>
            <a:off x="1895393" y="33155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Cryo_13247">
            <a:extLst>
              <a:ext uri="{FF2B5EF4-FFF2-40B4-BE49-F238E27FC236}">
                <a16:creationId xmlns:a16="http://schemas.microsoft.com/office/drawing/2014/main" id="{123D05DC-D5AC-4C5F-B096-D56F0F358E00}"/>
              </a:ext>
            </a:extLst>
          </p:cNvPr>
          <p:cNvSpPr>
            <a:spLocks noGrp="1"/>
          </p:cNvSpPr>
          <p:nvPr/>
        </p:nvSpPr>
        <p:spPr>
          <a:xfrm>
            <a:off x="1995203" y="41312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Cryo_13248">
            <a:extLst>
              <a:ext uri="{FF2B5EF4-FFF2-40B4-BE49-F238E27FC236}">
                <a16:creationId xmlns:a16="http://schemas.microsoft.com/office/drawing/2014/main" id="{1F5DCF7A-2A13-4FFD-A6CC-E1810219EA6D}"/>
              </a:ext>
            </a:extLst>
          </p:cNvPr>
          <p:cNvSpPr>
            <a:spLocks noGrp="1"/>
          </p:cNvSpPr>
          <p:nvPr/>
        </p:nvSpPr>
        <p:spPr>
          <a:xfrm>
            <a:off x="1823616" y="343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Cryo_13249">
            <a:extLst>
              <a:ext uri="{FF2B5EF4-FFF2-40B4-BE49-F238E27FC236}">
                <a16:creationId xmlns:a16="http://schemas.microsoft.com/office/drawing/2014/main" id="{490CB181-BB1B-4A05-A5E4-46565D66CB40}"/>
              </a:ext>
            </a:extLst>
          </p:cNvPr>
          <p:cNvSpPr>
            <a:spLocks noGrp="1"/>
          </p:cNvSpPr>
          <p:nvPr/>
        </p:nvSpPr>
        <p:spPr>
          <a:xfrm>
            <a:off x="1870293" y="3334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Cryo_13250">
            <a:extLst>
              <a:ext uri="{FF2B5EF4-FFF2-40B4-BE49-F238E27FC236}">
                <a16:creationId xmlns:a16="http://schemas.microsoft.com/office/drawing/2014/main" id="{EB00B155-AB73-4845-A626-241BA428F8D2}"/>
              </a:ext>
            </a:extLst>
          </p:cNvPr>
          <p:cNvSpPr>
            <a:spLocks noGrp="1"/>
          </p:cNvSpPr>
          <p:nvPr/>
        </p:nvSpPr>
        <p:spPr>
          <a:xfrm>
            <a:off x="1925774" y="46048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Cryo_13251">
            <a:extLst>
              <a:ext uri="{FF2B5EF4-FFF2-40B4-BE49-F238E27FC236}">
                <a16:creationId xmlns:a16="http://schemas.microsoft.com/office/drawing/2014/main" id="{D8F61ED7-0483-4788-941A-9CFA1A5FB49E}"/>
              </a:ext>
            </a:extLst>
          </p:cNvPr>
          <p:cNvSpPr>
            <a:spLocks noGrp="1"/>
          </p:cNvSpPr>
          <p:nvPr/>
        </p:nvSpPr>
        <p:spPr>
          <a:xfrm>
            <a:off x="1991999" y="36589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Cryo_13252">
            <a:extLst>
              <a:ext uri="{FF2B5EF4-FFF2-40B4-BE49-F238E27FC236}">
                <a16:creationId xmlns:a16="http://schemas.microsoft.com/office/drawing/2014/main" id="{5ADE7178-CAA0-403B-96A3-3AB8A9A67B40}"/>
              </a:ext>
            </a:extLst>
          </p:cNvPr>
          <p:cNvSpPr>
            <a:spLocks noGrp="1"/>
          </p:cNvSpPr>
          <p:nvPr/>
        </p:nvSpPr>
        <p:spPr>
          <a:xfrm>
            <a:off x="1769066" y="40275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Cryo_13253">
            <a:extLst>
              <a:ext uri="{FF2B5EF4-FFF2-40B4-BE49-F238E27FC236}">
                <a16:creationId xmlns:a16="http://schemas.microsoft.com/office/drawing/2014/main" id="{D0998B27-8D21-4DA7-B69F-E56BD6AE572D}"/>
              </a:ext>
            </a:extLst>
          </p:cNvPr>
          <p:cNvSpPr>
            <a:spLocks noGrp="1"/>
          </p:cNvSpPr>
          <p:nvPr/>
        </p:nvSpPr>
        <p:spPr>
          <a:xfrm>
            <a:off x="1871002" y="32906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Cryo_13254">
            <a:extLst>
              <a:ext uri="{FF2B5EF4-FFF2-40B4-BE49-F238E27FC236}">
                <a16:creationId xmlns:a16="http://schemas.microsoft.com/office/drawing/2014/main" id="{601C97E9-AFBC-4BB3-B957-3A2FD8D321D7}"/>
              </a:ext>
            </a:extLst>
          </p:cNvPr>
          <p:cNvSpPr>
            <a:spLocks noGrp="1"/>
          </p:cNvSpPr>
          <p:nvPr/>
        </p:nvSpPr>
        <p:spPr>
          <a:xfrm>
            <a:off x="1906829" y="45631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Cryo_13255">
            <a:extLst>
              <a:ext uri="{FF2B5EF4-FFF2-40B4-BE49-F238E27FC236}">
                <a16:creationId xmlns:a16="http://schemas.microsoft.com/office/drawing/2014/main" id="{07A6AB73-1AED-44AF-9F59-773A8F7D6E46}"/>
              </a:ext>
            </a:extLst>
          </p:cNvPr>
          <p:cNvSpPr>
            <a:spLocks noGrp="1"/>
          </p:cNvSpPr>
          <p:nvPr/>
        </p:nvSpPr>
        <p:spPr>
          <a:xfrm>
            <a:off x="2008289" y="51097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Cryo_13256">
            <a:extLst>
              <a:ext uri="{FF2B5EF4-FFF2-40B4-BE49-F238E27FC236}">
                <a16:creationId xmlns:a16="http://schemas.microsoft.com/office/drawing/2014/main" id="{853D8130-A491-4B27-8AF9-ED7EA9A853CA}"/>
              </a:ext>
            </a:extLst>
          </p:cNvPr>
          <p:cNvSpPr>
            <a:spLocks noGrp="1"/>
          </p:cNvSpPr>
          <p:nvPr/>
        </p:nvSpPr>
        <p:spPr>
          <a:xfrm>
            <a:off x="1859320" y="29642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Cryo_13257">
            <a:extLst>
              <a:ext uri="{FF2B5EF4-FFF2-40B4-BE49-F238E27FC236}">
                <a16:creationId xmlns:a16="http://schemas.microsoft.com/office/drawing/2014/main" id="{D044F07A-BB32-4AF5-B0F0-93AB2E3A5CFF}"/>
              </a:ext>
            </a:extLst>
          </p:cNvPr>
          <p:cNvSpPr>
            <a:spLocks noGrp="1"/>
          </p:cNvSpPr>
          <p:nvPr/>
        </p:nvSpPr>
        <p:spPr>
          <a:xfrm>
            <a:off x="1966611" y="59697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Cryo_13258">
            <a:extLst>
              <a:ext uri="{FF2B5EF4-FFF2-40B4-BE49-F238E27FC236}">
                <a16:creationId xmlns:a16="http://schemas.microsoft.com/office/drawing/2014/main" id="{73C67EE6-B288-4472-848B-F6C432274DA6}"/>
              </a:ext>
            </a:extLst>
          </p:cNvPr>
          <p:cNvSpPr>
            <a:spLocks noGrp="1"/>
          </p:cNvSpPr>
          <p:nvPr/>
        </p:nvSpPr>
        <p:spPr>
          <a:xfrm>
            <a:off x="1960013" y="3424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Cryo_13259">
            <a:extLst>
              <a:ext uri="{FF2B5EF4-FFF2-40B4-BE49-F238E27FC236}">
                <a16:creationId xmlns:a16="http://schemas.microsoft.com/office/drawing/2014/main" id="{2BAE27BE-BB8B-4F92-BDBF-F0336395A397}"/>
              </a:ext>
            </a:extLst>
          </p:cNvPr>
          <p:cNvSpPr>
            <a:spLocks noGrp="1"/>
          </p:cNvSpPr>
          <p:nvPr/>
        </p:nvSpPr>
        <p:spPr>
          <a:xfrm>
            <a:off x="1984997" y="49942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Cryo_13260">
            <a:extLst>
              <a:ext uri="{FF2B5EF4-FFF2-40B4-BE49-F238E27FC236}">
                <a16:creationId xmlns:a16="http://schemas.microsoft.com/office/drawing/2014/main" id="{8397361A-4C04-43BD-ABB0-96CE2DA59014}"/>
              </a:ext>
            </a:extLst>
          </p:cNvPr>
          <p:cNvSpPr>
            <a:spLocks noGrp="1"/>
          </p:cNvSpPr>
          <p:nvPr/>
        </p:nvSpPr>
        <p:spPr>
          <a:xfrm>
            <a:off x="1930640" y="4909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Cryo_13261">
            <a:extLst>
              <a:ext uri="{FF2B5EF4-FFF2-40B4-BE49-F238E27FC236}">
                <a16:creationId xmlns:a16="http://schemas.microsoft.com/office/drawing/2014/main" id="{6CB42F1B-194B-4DAE-AE0E-70B40C31BAD4}"/>
              </a:ext>
            </a:extLst>
          </p:cNvPr>
          <p:cNvSpPr>
            <a:spLocks noGrp="1"/>
          </p:cNvSpPr>
          <p:nvPr/>
        </p:nvSpPr>
        <p:spPr>
          <a:xfrm>
            <a:off x="1957146" y="33196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Cryo_13262">
            <a:extLst>
              <a:ext uri="{FF2B5EF4-FFF2-40B4-BE49-F238E27FC236}">
                <a16:creationId xmlns:a16="http://schemas.microsoft.com/office/drawing/2014/main" id="{0ACC69D5-8F54-4CD9-AA1A-1AE860BCB771}"/>
              </a:ext>
            </a:extLst>
          </p:cNvPr>
          <p:cNvSpPr>
            <a:spLocks noGrp="1"/>
          </p:cNvSpPr>
          <p:nvPr/>
        </p:nvSpPr>
        <p:spPr>
          <a:xfrm>
            <a:off x="1940173" y="38765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Cryo_13263">
            <a:extLst>
              <a:ext uri="{FF2B5EF4-FFF2-40B4-BE49-F238E27FC236}">
                <a16:creationId xmlns:a16="http://schemas.microsoft.com/office/drawing/2014/main" id="{244A0C47-4312-471F-BCA4-9D394190A1AE}"/>
              </a:ext>
            </a:extLst>
          </p:cNvPr>
          <p:cNvSpPr>
            <a:spLocks noGrp="1"/>
          </p:cNvSpPr>
          <p:nvPr/>
        </p:nvSpPr>
        <p:spPr>
          <a:xfrm>
            <a:off x="1813176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Cryo_13264">
            <a:extLst>
              <a:ext uri="{FF2B5EF4-FFF2-40B4-BE49-F238E27FC236}">
                <a16:creationId xmlns:a16="http://schemas.microsoft.com/office/drawing/2014/main" id="{8C9458E0-1D38-4905-9064-AD9C38C81431}"/>
              </a:ext>
            </a:extLst>
          </p:cNvPr>
          <p:cNvSpPr>
            <a:spLocks noGrp="1"/>
          </p:cNvSpPr>
          <p:nvPr/>
        </p:nvSpPr>
        <p:spPr>
          <a:xfrm>
            <a:off x="2014186" y="53285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Cryo_13265">
            <a:extLst>
              <a:ext uri="{FF2B5EF4-FFF2-40B4-BE49-F238E27FC236}">
                <a16:creationId xmlns:a16="http://schemas.microsoft.com/office/drawing/2014/main" id="{BFDB35E7-1FA1-463C-A656-854CE1E12102}"/>
              </a:ext>
            </a:extLst>
          </p:cNvPr>
          <p:cNvSpPr>
            <a:spLocks noGrp="1"/>
          </p:cNvSpPr>
          <p:nvPr/>
        </p:nvSpPr>
        <p:spPr>
          <a:xfrm>
            <a:off x="1913209" y="491746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Cryo_13266">
            <a:extLst>
              <a:ext uri="{FF2B5EF4-FFF2-40B4-BE49-F238E27FC236}">
                <a16:creationId xmlns:a16="http://schemas.microsoft.com/office/drawing/2014/main" id="{DF0093A8-1E9C-47AA-A7B3-65043DDDC297}"/>
              </a:ext>
            </a:extLst>
          </p:cNvPr>
          <p:cNvSpPr>
            <a:spLocks noGrp="1"/>
          </p:cNvSpPr>
          <p:nvPr/>
        </p:nvSpPr>
        <p:spPr>
          <a:xfrm>
            <a:off x="1859207" y="47741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Cryo_13267">
            <a:extLst>
              <a:ext uri="{FF2B5EF4-FFF2-40B4-BE49-F238E27FC236}">
                <a16:creationId xmlns:a16="http://schemas.microsoft.com/office/drawing/2014/main" id="{5F0757AE-29C0-4F80-993B-63B741C5BC21}"/>
              </a:ext>
            </a:extLst>
          </p:cNvPr>
          <p:cNvSpPr>
            <a:spLocks noGrp="1"/>
          </p:cNvSpPr>
          <p:nvPr/>
        </p:nvSpPr>
        <p:spPr>
          <a:xfrm>
            <a:off x="1982075" y="50156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Cryo_13268">
            <a:extLst>
              <a:ext uri="{FF2B5EF4-FFF2-40B4-BE49-F238E27FC236}">
                <a16:creationId xmlns:a16="http://schemas.microsoft.com/office/drawing/2014/main" id="{836EEB31-F4D9-4DD2-89D5-500205339181}"/>
              </a:ext>
            </a:extLst>
          </p:cNvPr>
          <p:cNvSpPr>
            <a:spLocks noGrp="1"/>
          </p:cNvSpPr>
          <p:nvPr/>
        </p:nvSpPr>
        <p:spPr>
          <a:xfrm>
            <a:off x="1886004" y="44137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Cryo_13269">
            <a:extLst>
              <a:ext uri="{FF2B5EF4-FFF2-40B4-BE49-F238E27FC236}">
                <a16:creationId xmlns:a16="http://schemas.microsoft.com/office/drawing/2014/main" id="{A0FA74C5-D92A-497D-8CB9-D9F9CF7E015A}"/>
              </a:ext>
            </a:extLst>
          </p:cNvPr>
          <p:cNvSpPr>
            <a:spLocks noGrp="1"/>
          </p:cNvSpPr>
          <p:nvPr/>
        </p:nvSpPr>
        <p:spPr>
          <a:xfrm>
            <a:off x="1963712" y="33577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Cryo_13270">
            <a:extLst>
              <a:ext uri="{FF2B5EF4-FFF2-40B4-BE49-F238E27FC236}">
                <a16:creationId xmlns:a16="http://schemas.microsoft.com/office/drawing/2014/main" id="{FCF1B4DF-3596-45BC-BA4F-D5EE45D7ED15}"/>
              </a:ext>
            </a:extLst>
          </p:cNvPr>
          <p:cNvSpPr>
            <a:spLocks noGrp="1"/>
          </p:cNvSpPr>
          <p:nvPr/>
        </p:nvSpPr>
        <p:spPr>
          <a:xfrm>
            <a:off x="1991602" y="56747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Cryo_13271">
            <a:extLst>
              <a:ext uri="{FF2B5EF4-FFF2-40B4-BE49-F238E27FC236}">
                <a16:creationId xmlns:a16="http://schemas.microsoft.com/office/drawing/2014/main" id="{A17141D8-2365-4532-87CB-1B3365981844}"/>
              </a:ext>
            </a:extLst>
          </p:cNvPr>
          <p:cNvSpPr>
            <a:spLocks noGrp="1"/>
          </p:cNvSpPr>
          <p:nvPr/>
        </p:nvSpPr>
        <p:spPr>
          <a:xfrm>
            <a:off x="1970420" y="6097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Cryo_13272">
            <a:extLst>
              <a:ext uri="{FF2B5EF4-FFF2-40B4-BE49-F238E27FC236}">
                <a16:creationId xmlns:a16="http://schemas.microsoft.com/office/drawing/2014/main" id="{B6C27A6A-076A-4B1B-B1BF-C8BDC447AE24}"/>
              </a:ext>
            </a:extLst>
          </p:cNvPr>
          <p:cNvSpPr>
            <a:spLocks noGrp="1"/>
          </p:cNvSpPr>
          <p:nvPr/>
        </p:nvSpPr>
        <p:spPr>
          <a:xfrm>
            <a:off x="1903883" y="49872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Cryo_13273">
            <a:extLst>
              <a:ext uri="{FF2B5EF4-FFF2-40B4-BE49-F238E27FC236}">
                <a16:creationId xmlns:a16="http://schemas.microsoft.com/office/drawing/2014/main" id="{375C09CC-F64B-4FBC-BA7E-02DD342A9133}"/>
              </a:ext>
            </a:extLst>
          </p:cNvPr>
          <p:cNvSpPr>
            <a:spLocks noGrp="1"/>
          </p:cNvSpPr>
          <p:nvPr/>
        </p:nvSpPr>
        <p:spPr>
          <a:xfrm>
            <a:off x="1939398" y="50965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Cryo_13274">
            <a:extLst>
              <a:ext uri="{FF2B5EF4-FFF2-40B4-BE49-F238E27FC236}">
                <a16:creationId xmlns:a16="http://schemas.microsoft.com/office/drawing/2014/main" id="{2F9C7833-8F3D-4952-AD33-9D5C61ADE40C}"/>
              </a:ext>
            </a:extLst>
          </p:cNvPr>
          <p:cNvSpPr>
            <a:spLocks noGrp="1"/>
          </p:cNvSpPr>
          <p:nvPr/>
        </p:nvSpPr>
        <p:spPr>
          <a:xfrm>
            <a:off x="1795359" y="3735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Cryo_13275">
            <a:extLst>
              <a:ext uri="{FF2B5EF4-FFF2-40B4-BE49-F238E27FC236}">
                <a16:creationId xmlns:a16="http://schemas.microsoft.com/office/drawing/2014/main" id="{45694B06-5019-4691-BC67-16062C8E993B}"/>
              </a:ext>
            </a:extLst>
          </p:cNvPr>
          <p:cNvSpPr>
            <a:spLocks noGrp="1"/>
          </p:cNvSpPr>
          <p:nvPr/>
        </p:nvSpPr>
        <p:spPr>
          <a:xfrm>
            <a:off x="1983115" y="32174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Cryo_13276">
            <a:extLst>
              <a:ext uri="{FF2B5EF4-FFF2-40B4-BE49-F238E27FC236}">
                <a16:creationId xmlns:a16="http://schemas.microsoft.com/office/drawing/2014/main" id="{7C7C5681-2173-4158-A135-3F6F6BA964D6}"/>
              </a:ext>
            </a:extLst>
          </p:cNvPr>
          <p:cNvSpPr>
            <a:spLocks noGrp="1"/>
          </p:cNvSpPr>
          <p:nvPr/>
        </p:nvSpPr>
        <p:spPr>
          <a:xfrm>
            <a:off x="1792799" y="4122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Cryo_13277">
            <a:extLst>
              <a:ext uri="{FF2B5EF4-FFF2-40B4-BE49-F238E27FC236}">
                <a16:creationId xmlns:a16="http://schemas.microsoft.com/office/drawing/2014/main" id="{8A524384-067E-46BC-A943-9DDD4B8CC71A}"/>
              </a:ext>
            </a:extLst>
          </p:cNvPr>
          <p:cNvSpPr>
            <a:spLocks noGrp="1"/>
          </p:cNvSpPr>
          <p:nvPr/>
        </p:nvSpPr>
        <p:spPr>
          <a:xfrm>
            <a:off x="1795405" y="47070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Cryo_13278">
            <a:extLst>
              <a:ext uri="{FF2B5EF4-FFF2-40B4-BE49-F238E27FC236}">
                <a16:creationId xmlns:a16="http://schemas.microsoft.com/office/drawing/2014/main" id="{7A06DDB4-9B66-44B9-95DA-66D1493915EA}"/>
              </a:ext>
            </a:extLst>
          </p:cNvPr>
          <p:cNvSpPr>
            <a:spLocks noGrp="1"/>
          </p:cNvSpPr>
          <p:nvPr/>
        </p:nvSpPr>
        <p:spPr>
          <a:xfrm>
            <a:off x="1928140" y="51620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Cryo_13279">
            <a:extLst>
              <a:ext uri="{FF2B5EF4-FFF2-40B4-BE49-F238E27FC236}">
                <a16:creationId xmlns:a16="http://schemas.microsoft.com/office/drawing/2014/main" id="{DAADDB62-6069-4B64-B47F-251179E32B6B}"/>
              </a:ext>
            </a:extLst>
          </p:cNvPr>
          <p:cNvSpPr>
            <a:spLocks noGrp="1"/>
          </p:cNvSpPr>
          <p:nvPr/>
        </p:nvSpPr>
        <p:spPr>
          <a:xfrm>
            <a:off x="1838588" y="53730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Cryo_13280">
            <a:extLst>
              <a:ext uri="{FF2B5EF4-FFF2-40B4-BE49-F238E27FC236}">
                <a16:creationId xmlns:a16="http://schemas.microsoft.com/office/drawing/2014/main" id="{907FF797-B971-49BD-86A4-DF92FA3A92A0}"/>
              </a:ext>
            </a:extLst>
          </p:cNvPr>
          <p:cNvSpPr>
            <a:spLocks noGrp="1"/>
          </p:cNvSpPr>
          <p:nvPr/>
        </p:nvSpPr>
        <p:spPr>
          <a:xfrm>
            <a:off x="1848206" y="4977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Cryo_13281">
            <a:extLst>
              <a:ext uri="{FF2B5EF4-FFF2-40B4-BE49-F238E27FC236}">
                <a16:creationId xmlns:a16="http://schemas.microsoft.com/office/drawing/2014/main" id="{8A265C19-56D7-4717-A18D-F4784FAB8CCE}"/>
              </a:ext>
            </a:extLst>
          </p:cNvPr>
          <p:cNvSpPr>
            <a:spLocks noGrp="1"/>
          </p:cNvSpPr>
          <p:nvPr/>
        </p:nvSpPr>
        <p:spPr>
          <a:xfrm>
            <a:off x="1881351" y="38992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Cryo_13282">
            <a:extLst>
              <a:ext uri="{FF2B5EF4-FFF2-40B4-BE49-F238E27FC236}">
                <a16:creationId xmlns:a16="http://schemas.microsoft.com/office/drawing/2014/main" id="{B9FBC747-24F3-4AA8-ADF8-10DACA26812A}"/>
              </a:ext>
            </a:extLst>
          </p:cNvPr>
          <p:cNvSpPr>
            <a:spLocks noGrp="1"/>
          </p:cNvSpPr>
          <p:nvPr/>
        </p:nvSpPr>
        <p:spPr>
          <a:xfrm>
            <a:off x="1796780" y="36468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Cryo_13283">
            <a:extLst>
              <a:ext uri="{FF2B5EF4-FFF2-40B4-BE49-F238E27FC236}">
                <a16:creationId xmlns:a16="http://schemas.microsoft.com/office/drawing/2014/main" id="{2E8A49B9-8B47-4E36-8840-47757E7954C0}"/>
              </a:ext>
            </a:extLst>
          </p:cNvPr>
          <p:cNvSpPr>
            <a:spLocks noGrp="1"/>
          </p:cNvSpPr>
          <p:nvPr/>
        </p:nvSpPr>
        <p:spPr>
          <a:xfrm>
            <a:off x="1912537" y="44123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Cryo_13284">
            <a:extLst>
              <a:ext uri="{FF2B5EF4-FFF2-40B4-BE49-F238E27FC236}">
                <a16:creationId xmlns:a16="http://schemas.microsoft.com/office/drawing/2014/main" id="{DF0569BD-F15A-42FF-88E5-75FDE7C825D1}"/>
              </a:ext>
            </a:extLst>
          </p:cNvPr>
          <p:cNvSpPr>
            <a:spLocks noGrp="1"/>
          </p:cNvSpPr>
          <p:nvPr/>
        </p:nvSpPr>
        <p:spPr>
          <a:xfrm>
            <a:off x="1841592" y="511323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Cryo_13285">
            <a:extLst>
              <a:ext uri="{FF2B5EF4-FFF2-40B4-BE49-F238E27FC236}">
                <a16:creationId xmlns:a16="http://schemas.microsoft.com/office/drawing/2014/main" id="{B51356A4-5A33-428A-B4DE-2158DEB5B1E3}"/>
              </a:ext>
            </a:extLst>
          </p:cNvPr>
          <p:cNvSpPr>
            <a:spLocks noGrp="1"/>
          </p:cNvSpPr>
          <p:nvPr/>
        </p:nvSpPr>
        <p:spPr>
          <a:xfrm>
            <a:off x="1974441" y="5810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Cryo_13286">
            <a:extLst>
              <a:ext uri="{FF2B5EF4-FFF2-40B4-BE49-F238E27FC236}">
                <a16:creationId xmlns:a16="http://schemas.microsoft.com/office/drawing/2014/main" id="{AB9C4C34-94EA-4687-9A02-C512A93C47F4}"/>
              </a:ext>
            </a:extLst>
          </p:cNvPr>
          <p:cNvSpPr>
            <a:spLocks noGrp="1"/>
          </p:cNvSpPr>
          <p:nvPr/>
        </p:nvSpPr>
        <p:spPr>
          <a:xfrm>
            <a:off x="1982768" y="37234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Cryo_13287">
            <a:extLst>
              <a:ext uri="{FF2B5EF4-FFF2-40B4-BE49-F238E27FC236}">
                <a16:creationId xmlns:a16="http://schemas.microsoft.com/office/drawing/2014/main" id="{557AD196-04DB-47D4-938E-074CE48BC6FF}"/>
              </a:ext>
            </a:extLst>
          </p:cNvPr>
          <p:cNvSpPr>
            <a:spLocks noGrp="1"/>
          </p:cNvSpPr>
          <p:nvPr/>
        </p:nvSpPr>
        <p:spPr>
          <a:xfrm>
            <a:off x="1972120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Cryo_13288">
            <a:extLst>
              <a:ext uri="{FF2B5EF4-FFF2-40B4-BE49-F238E27FC236}">
                <a16:creationId xmlns:a16="http://schemas.microsoft.com/office/drawing/2014/main" id="{BA4764EC-35B8-412A-BC21-2A472196C99D}"/>
              </a:ext>
            </a:extLst>
          </p:cNvPr>
          <p:cNvSpPr>
            <a:spLocks noGrp="1"/>
          </p:cNvSpPr>
          <p:nvPr/>
        </p:nvSpPr>
        <p:spPr>
          <a:xfrm>
            <a:off x="1783549" y="35592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Cryo_13289">
            <a:extLst>
              <a:ext uri="{FF2B5EF4-FFF2-40B4-BE49-F238E27FC236}">
                <a16:creationId xmlns:a16="http://schemas.microsoft.com/office/drawing/2014/main" id="{8AAAAB34-0526-4526-918C-0156F2E1E6D7}"/>
              </a:ext>
            </a:extLst>
          </p:cNvPr>
          <p:cNvSpPr>
            <a:spLocks noGrp="1"/>
          </p:cNvSpPr>
          <p:nvPr/>
        </p:nvSpPr>
        <p:spPr>
          <a:xfrm>
            <a:off x="1902620" y="59257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Cryo_13290">
            <a:extLst>
              <a:ext uri="{FF2B5EF4-FFF2-40B4-BE49-F238E27FC236}">
                <a16:creationId xmlns:a16="http://schemas.microsoft.com/office/drawing/2014/main" id="{164C7D55-4880-4895-91E2-8447ABFD3778}"/>
              </a:ext>
            </a:extLst>
          </p:cNvPr>
          <p:cNvSpPr>
            <a:spLocks noGrp="1"/>
          </p:cNvSpPr>
          <p:nvPr/>
        </p:nvSpPr>
        <p:spPr>
          <a:xfrm>
            <a:off x="1995211" y="43301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Cryo_13291">
            <a:extLst>
              <a:ext uri="{FF2B5EF4-FFF2-40B4-BE49-F238E27FC236}">
                <a16:creationId xmlns:a16="http://schemas.microsoft.com/office/drawing/2014/main" id="{232FDDBF-5F6D-461B-8391-328B86FF540E}"/>
              </a:ext>
            </a:extLst>
          </p:cNvPr>
          <p:cNvSpPr>
            <a:spLocks noGrp="1"/>
          </p:cNvSpPr>
          <p:nvPr/>
        </p:nvSpPr>
        <p:spPr>
          <a:xfrm>
            <a:off x="1793544" y="4587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Cryo_13292">
            <a:extLst>
              <a:ext uri="{FF2B5EF4-FFF2-40B4-BE49-F238E27FC236}">
                <a16:creationId xmlns:a16="http://schemas.microsoft.com/office/drawing/2014/main" id="{F7F5E5E6-C823-4993-84C1-D1941EF8D5B3}"/>
              </a:ext>
            </a:extLst>
          </p:cNvPr>
          <p:cNvSpPr>
            <a:spLocks noGrp="1"/>
          </p:cNvSpPr>
          <p:nvPr/>
        </p:nvSpPr>
        <p:spPr>
          <a:xfrm>
            <a:off x="1936896" y="45351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Cryo_13293">
            <a:extLst>
              <a:ext uri="{FF2B5EF4-FFF2-40B4-BE49-F238E27FC236}">
                <a16:creationId xmlns:a16="http://schemas.microsoft.com/office/drawing/2014/main" id="{1BF3124E-F924-4C9B-8BB8-D08A6BC1FAF5}"/>
              </a:ext>
            </a:extLst>
          </p:cNvPr>
          <p:cNvSpPr>
            <a:spLocks noGrp="1"/>
          </p:cNvSpPr>
          <p:nvPr/>
        </p:nvSpPr>
        <p:spPr>
          <a:xfrm>
            <a:off x="1941612" y="3523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Cryo_13294">
            <a:extLst>
              <a:ext uri="{FF2B5EF4-FFF2-40B4-BE49-F238E27FC236}">
                <a16:creationId xmlns:a16="http://schemas.microsoft.com/office/drawing/2014/main" id="{E07013E8-0903-475D-85A6-76F9423041AA}"/>
              </a:ext>
            </a:extLst>
          </p:cNvPr>
          <p:cNvSpPr>
            <a:spLocks noGrp="1"/>
          </p:cNvSpPr>
          <p:nvPr/>
        </p:nvSpPr>
        <p:spPr>
          <a:xfrm>
            <a:off x="1929916" y="3347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Cryo_13295">
            <a:extLst>
              <a:ext uri="{FF2B5EF4-FFF2-40B4-BE49-F238E27FC236}">
                <a16:creationId xmlns:a16="http://schemas.microsoft.com/office/drawing/2014/main" id="{09E993F0-A9CF-442B-83DF-815BDE33694A}"/>
              </a:ext>
            </a:extLst>
          </p:cNvPr>
          <p:cNvSpPr>
            <a:spLocks noGrp="1"/>
          </p:cNvSpPr>
          <p:nvPr/>
        </p:nvSpPr>
        <p:spPr>
          <a:xfrm>
            <a:off x="2002303" y="57500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Cryo_13296">
            <a:extLst>
              <a:ext uri="{FF2B5EF4-FFF2-40B4-BE49-F238E27FC236}">
                <a16:creationId xmlns:a16="http://schemas.microsoft.com/office/drawing/2014/main" id="{39F5B01A-E34C-4155-B8DA-8FD9E8B54D7F}"/>
              </a:ext>
            </a:extLst>
          </p:cNvPr>
          <p:cNvSpPr>
            <a:spLocks noGrp="1"/>
          </p:cNvSpPr>
          <p:nvPr/>
        </p:nvSpPr>
        <p:spPr>
          <a:xfrm>
            <a:off x="1970829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Cryo_13297">
            <a:extLst>
              <a:ext uri="{FF2B5EF4-FFF2-40B4-BE49-F238E27FC236}">
                <a16:creationId xmlns:a16="http://schemas.microsoft.com/office/drawing/2014/main" id="{717E62F9-E38C-4AD4-BD7E-D0D26224DD21}"/>
              </a:ext>
            </a:extLst>
          </p:cNvPr>
          <p:cNvSpPr>
            <a:spLocks noGrp="1"/>
          </p:cNvSpPr>
          <p:nvPr/>
        </p:nvSpPr>
        <p:spPr>
          <a:xfrm>
            <a:off x="2020292" y="47127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Cryo_13298">
            <a:extLst>
              <a:ext uri="{FF2B5EF4-FFF2-40B4-BE49-F238E27FC236}">
                <a16:creationId xmlns:a16="http://schemas.microsoft.com/office/drawing/2014/main" id="{2AC54465-ADAE-4277-BAD0-722ED6CC6B09}"/>
              </a:ext>
            </a:extLst>
          </p:cNvPr>
          <p:cNvSpPr>
            <a:spLocks noGrp="1"/>
          </p:cNvSpPr>
          <p:nvPr/>
        </p:nvSpPr>
        <p:spPr>
          <a:xfrm>
            <a:off x="2018657" y="35136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Cryo_13299">
            <a:extLst>
              <a:ext uri="{FF2B5EF4-FFF2-40B4-BE49-F238E27FC236}">
                <a16:creationId xmlns:a16="http://schemas.microsoft.com/office/drawing/2014/main" id="{1E1DF288-7D45-4F57-85A4-C8CE2C2A79EA}"/>
              </a:ext>
            </a:extLst>
          </p:cNvPr>
          <p:cNvSpPr>
            <a:spLocks noGrp="1"/>
          </p:cNvSpPr>
          <p:nvPr/>
        </p:nvSpPr>
        <p:spPr>
          <a:xfrm>
            <a:off x="1957918" y="3962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Cryo_13300">
            <a:extLst>
              <a:ext uri="{FF2B5EF4-FFF2-40B4-BE49-F238E27FC236}">
                <a16:creationId xmlns:a16="http://schemas.microsoft.com/office/drawing/2014/main" id="{1CD205E9-6484-4F60-949F-05C4392036C5}"/>
              </a:ext>
            </a:extLst>
          </p:cNvPr>
          <p:cNvSpPr>
            <a:spLocks noGrp="1"/>
          </p:cNvSpPr>
          <p:nvPr/>
        </p:nvSpPr>
        <p:spPr>
          <a:xfrm>
            <a:off x="1918917" y="45556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Cryo_13301">
            <a:extLst>
              <a:ext uri="{FF2B5EF4-FFF2-40B4-BE49-F238E27FC236}">
                <a16:creationId xmlns:a16="http://schemas.microsoft.com/office/drawing/2014/main" id="{A4CB23CD-E947-4EE0-91CC-7D482926F8B2}"/>
              </a:ext>
            </a:extLst>
          </p:cNvPr>
          <p:cNvSpPr>
            <a:spLocks noGrp="1"/>
          </p:cNvSpPr>
          <p:nvPr/>
        </p:nvSpPr>
        <p:spPr>
          <a:xfrm>
            <a:off x="1840807" y="37483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Cryo_13302">
            <a:extLst>
              <a:ext uri="{FF2B5EF4-FFF2-40B4-BE49-F238E27FC236}">
                <a16:creationId xmlns:a16="http://schemas.microsoft.com/office/drawing/2014/main" id="{EEA01A28-8E2C-4B11-97B8-979E3D3511DF}"/>
              </a:ext>
            </a:extLst>
          </p:cNvPr>
          <p:cNvSpPr>
            <a:spLocks noGrp="1"/>
          </p:cNvSpPr>
          <p:nvPr/>
        </p:nvSpPr>
        <p:spPr>
          <a:xfrm>
            <a:off x="1804602" y="34705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Cryo_13303">
            <a:extLst>
              <a:ext uri="{FF2B5EF4-FFF2-40B4-BE49-F238E27FC236}">
                <a16:creationId xmlns:a16="http://schemas.microsoft.com/office/drawing/2014/main" id="{FF3CA082-AD25-4E1D-8890-C5E1E6EF3AD0}"/>
              </a:ext>
            </a:extLst>
          </p:cNvPr>
          <p:cNvSpPr>
            <a:spLocks noGrp="1"/>
          </p:cNvSpPr>
          <p:nvPr/>
        </p:nvSpPr>
        <p:spPr>
          <a:xfrm>
            <a:off x="1921548" y="4729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Cryo_13304">
            <a:extLst>
              <a:ext uri="{FF2B5EF4-FFF2-40B4-BE49-F238E27FC236}">
                <a16:creationId xmlns:a16="http://schemas.microsoft.com/office/drawing/2014/main" id="{AA4BE8FF-3FAA-4F3F-96B8-7E234454BBD5}"/>
              </a:ext>
            </a:extLst>
          </p:cNvPr>
          <p:cNvSpPr>
            <a:spLocks noGrp="1"/>
          </p:cNvSpPr>
          <p:nvPr/>
        </p:nvSpPr>
        <p:spPr>
          <a:xfrm>
            <a:off x="1808755" y="35088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Cryo_13305">
            <a:extLst>
              <a:ext uri="{FF2B5EF4-FFF2-40B4-BE49-F238E27FC236}">
                <a16:creationId xmlns:a16="http://schemas.microsoft.com/office/drawing/2014/main" id="{A671EBF1-D2D6-4EE1-8AA0-97A6F139F20E}"/>
              </a:ext>
            </a:extLst>
          </p:cNvPr>
          <p:cNvSpPr>
            <a:spLocks noGrp="1"/>
          </p:cNvSpPr>
          <p:nvPr/>
        </p:nvSpPr>
        <p:spPr>
          <a:xfrm>
            <a:off x="1928716" y="44938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Cryo_13306">
            <a:extLst>
              <a:ext uri="{FF2B5EF4-FFF2-40B4-BE49-F238E27FC236}">
                <a16:creationId xmlns:a16="http://schemas.microsoft.com/office/drawing/2014/main" id="{19125DD5-C0CC-40E1-86E8-F844E04805EE}"/>
              </a:ext>
            </a:extLst>
          </p:cNvPr>
          <p:cNvSpPr>
            <a:spLocks noGrp="1"/>
          </p:cNvSpPr>
          <p:nvPr/>
        </p:nvSpPr>
        <p:spPr>
          <a:xfrm>
            <a:off x="1874164" y="37462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Cryo_13307">
            <a:extLst>
              <a:ext uri="{FF2B5EF4-FFF2-40B4-BE49-F238E27FC236}">
                <a16:creationId xmlns:a16="http://schemas.microsoft.com/office/drawing/2014/main" id="{F766479F-A343-4182-83D5-2EF4D9C82AC5}"/>
              </a:ext>
            </a:extLst>
          </p:cNvPr>
          <p:cNvSpPr>
            <a:spLocks noGrp="1"/>
          </p:cNvSpPr>
          <p:nvPr/>
        </p:nvSpPr>
        <p:spPr>
          <a:xfrm>
            <a:off x="1812881" y="60218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Cryo_13308">
            <a:extLst>
              <a:ext uri="{FF2B5EF4-FFF2-40B4-BE49-F238E27FC236}">
                <a16:creationId xmlns:a16="http://schemas.microsoft.com/office/drawing/2014/main" id="{115330CB-1605-4C37-969B-B40AE880B3E4}"/>
              </a:ext>
            </a:extLst>
          </p:cNvPr>
          <p:cNvSpPr>
            <a:spLocks noGrp="1"/>
          </p:cNvSpPr>
          <p:nvPr/>
        </p:nvSpPr>
        <p:spPr>
          <a:xfrm>
            <a:off x="1909960" y="4607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Cryo_13309">
            <a:extLst>
              <a:ext uri="{FF2B5EF4-FFF2-40B4-BE49-F238E27FC236}">
                <a16:creationId xmlns:a16="http://schemas.microsoft.com/office/drawing/2014/main" id="{F0AC9FB3-23EF-4289-85E3-A7B7292BC48E}"/>
              </a:ext>
            </a:extLst>
          </p:cNvPr>
          <p:cNvSpPr>
            <a:spLocks noGrp="1"/>
          </p:cNvSpPr>
          <p:nvPr/>
        </p:nvSpPr>
        <p:spPr>
          <a:xfrm>
            <a:off x="1952061" y="34767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Cryo_13310">
            <a:extLst>
              <a:ext uri="{FF2B5EF4-FFF2-40B4-BE49-F238E27FC236}">
                <a16:creationId xmlns:a16="http://schemas.microsoft.com/office/drawing/2014/main" id="{682C09AF-B14C-4394-BA76-D89DAB2A010D}"/>
              </a:ext>
            </a:extLst>
          </p:cNvPr>
          <p:cNvSpPr>
            <a:spLocks noGrp="1"/>
          </p:cNvSpPr>
          <p:nvPr/>
        </p:nvSpPr>
        <p:spPr>
          <a:xfrm>
            <a:off x="1934890" y="60025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Cryo_13311">
            <a:extLst>
              <a:ext uri="{FF2B5EF4-FFF2-40B4-BE49-F238E27FC236}">
                <a16:creationId xmlns:a16="http://schemas.microsoft.com/office/drawing/2014/main" id="{A75712E9-AC65-4865-B9ED-0C773F2AA217}"/>
              </a:ext>
            </a:extLst>
          </p:cNvPr>
          <p:cNvSpPr>
            <a:spLocks noGrp="1"/>
          </p:cNvSpPr>
          <p:nvPr/>
        </p:nvSpPr>
        <p:spPr>
          <a:xfrm>
            <a:off x="2015112" y="43305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Cryo_13312">
            <a:extLst>
              <a:ext uri="{FF2B5EF4-FFF2-40B4-BE49-F238E27FC236}">
                <a16:creationId xmlns:a16="http://schemas.microsoft.com/office/drawing/2014/main" id="{A47BE025-58EB-4173-A2CC-335E97DEAF10}"/>
              </a:ext>
            </a:extLst>
          </p:cNvPr>
          <p:cNvSpPr>
            <a:spLocks noGrp="1"/>
          </p:cNvSpPr>
          <p:nvPr/>
        </p:nvSpPr>
        <p:spPr>
          <a:xfrm>
            <a:off x="1831394" y="60693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Cryo_13313">
            <a:extLst>
              <a:ext uri="{FF2B5EF4-FFF2-40B4-BE49-F238E27FC236}">
                <a16:creationId xmlns:a16="http://schemas.microsoft.com/office/drawing/2014/main" id="{206793C8-76AA-4F23-8DC1-E2D6F76E45A8}"/>
              </a:ext>
            </a:extLst>
          </p:cNvPr>
          <p:cNvSpPr>
            <a:spLocks noGrp="1"/>
          </p:cNvSpPr>
          <p:nvPr/>
        </p:nvSpPr>
        <p:spPr>
          <a:xfrm>
            <a:off x="1966679" y="49501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Cryo_13314">
            <a:extLst>
              <a:ext uri="{FF2B5EF4-FFF2-40B4-BE49-F238E27FC236}">
                <a16:creationId xmlns:a16="http://schemas.microsoft.com/office/drawing/2014/main" id="{17B90EFD-2C66-461A-9724-FDC55F79BB53}"/>
              </a:ext>
            </a:extLst>
          </p:cNvPr>
          <p:cNvSpPr>
            <a:spLocks noGrp="1"/>
          </p:cNvSpPr>
          <p:nvPr/>
        </p:nvSpPr>
        <p:spPr>
          <a:xfrm>
            <a:off x="1939907" y="51520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Cryo_13315">
            <a:extLst>
              <a:ext uri="{FF2B5EF4-FFF2-40B4-BE49-F238E27FC236}">
                <a16:creationId xmlns:a16="http://schemas.microsoft.com/office/drawing/2014/main" id="{4DC34B08-FEF7-4209-8F84-BE0D54F14410}"/>
              </a:ext>
            </a:extLst>
          </p:cNvPr>
          <p:cNvSpPr>
            <a:spLocks noGrp="1"/>
          </p:cNvSpPr>
          <p:nvPr/>
        </p:nvSpPr>
        <p:spPr>
          <a:xfrm>
            <a:off x="1874898" y="45630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Cryo_13316">
            <a:extLst>
              <a:ext uri="{FF2B5EF4-FFF2-40B4-BE49-F238E27FC236}">
                <a16:creationId xmlns:a16="http://schemas.microsoft.com/office/drawing/2014/main" id="{C8FBF7C1-1A15-4062-81EF-8713A87462F5}"/>
              </a:ext>
            </a:extLst>
          </p:cNvPr>
          <p:cNvSpPr>
            <a:spLocks noGrp="1"/>
          </p:cNvSpPr>
          <p:nvPr/>
        </p:nvSpPr>
        <p:spPr>
          <a:xfrm>
            <a:off x="1809932" y="59123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Cryo_13317">
            <a:extLst>
              <a:ext uri="{FF2B5EF4-FFF2-40B4-BE49-F238E27FC236}">
                <a16:creationId xmlns:a16="http://schemas.microsoft.com/office/drawing/2014/main" id="{5217AC95-F897-4538-ACAC-3401421A65E2}"/>
              </a:ext>
            </a:extLst>
          </p:cNvPr>
          <p:cNvSpPr>
            <a:spLocks noGrp="1"/>
          </p:cNvSpPr>
          <p:nvPr/>
        </p:nvSpPr>
        <p:spPr>
          <a:xfrm>
            <a:off x="2014903" y="40660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Cryo_13318">
            <a:extLst>
              <a:ext uri="{FF2B5EF4-FFF2-40B4-BE49-F238E27FC236}">
                <a16:creationId xmlns:a16="http://schemas.microsoft.com/office/drawing/2014/main" id="{F6D956C4-B3A1-41C0-8366-E848CA939080}"/>
              </a:ext>
            </a:extLst>
          </p:cNvPr>
          <p:cNvSpPr>
            <a:spLocks noGrp="1"/>
          </p:cNvSpPr>
          <p:nvPr/>
        </p:nvSpPr>
        <p:spPr>
          <a:xfrm>
            <a:off x="1931716" y="35824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Cryo_13319">
            <a:extLst>
              <a:ext uri="{FF2B5EF4-FFF2-40B4-BE49-F238E27FC236}">
                <a16:creationId xmlns:a16="http://schemas.microsoft.com/office/drawing/2014/main" id="{D7F0FF28-F9B0-4EAD-A5FD-B41B1D186D49}"/>
              </a:ext>
            </a:extLst>
          </p:cNvPr>
          <p:cNvSpPr>
            <a:spLocks noGrp="1"/>
          </p:cNvSpPr>
          <p:nvPr/>
        </p:nvSpPr>
        <p:spPr>
          <a:xfrm>
            <a:off x="1791823" y="522146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Cryo_13320">
            <a:extLst>
              <a:ext uri="{FF2B5EF4-FFF2-40B4-BE49-F238E27FC236}">
                <a16:creationId xmlns:a16="http://schemas.microsoft.com/office/drawing/2014/main" id="{6318B721-05F9-4E5D-9ACA-184C637DF250}"/>
              </a:ext>
            </a:extLst>
          </p:cNvPr>
          <p:cNvSpPr>
            <a:spLocks noGrp="1"/>
          </p:cNvSpPr>
          <p:nvPr/>
        </p:nvSpPr>
        <p:spPr>
          <a:xfrm>
            <a:off x="1775739" y="35983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Cryo_13321">
            <a:extLst>
              <a:ext uri="{FF2B5EF4-FFF2-40B4-BE49-F238E27FC236}">
                <a16:creationId xmlns:a16="http://schemas.microsoft.com/office/drawing/2014/main" id="{1F0878B6-123F-4784-8367-93391E6F6B4F}"/>
              </a:ext>
            </a:extLst>
          </p:cNvPr>
          <p:cNvSpPr>
            <a:spLocks noGrp="1"/>
          </p:cNvSpPr>
          <p:nvPr/>
        </p:nvSpPr>
        <p:spPr>
          <a:xfrm>
            <a:off x="1793962" y="5426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Cryo_13322">
            <a:extLst>
              <a:ext uri="{FF2B5EF4-FFF2-40B4-BE49-F238E27FC236}">
                <a16:creationId xmlns:a16="http://schemas.microsoft.com/office/drawing/2014/main" id="{7BD4DF08-B872-4354-BE75-D62AF87386E6}"/>
              </a:ext>
            </a:extLst>
          </p:cNvPr>
          <p:cNvSpPr>
            <a:spLocks noGrp="1"/>
          </p:cNvSpPr>
          <p:nvPr/>
        </p:nvSpPr>
        <p:spPr>
          <a:xfrm>
            <a:off x="1950734" y="43687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Cryo_13323">
            <a:extLst>
              <a:ext uri="{FF2B5EF4-FFF2-40B4-BE49-F238E27FC236}">
                <a16:creationId xmlns:a16="http://schemas.microsoft.com/office/drawing/2014/main" id="{6FE16AFE-5555-4BFA-AB25-B83F8503C6AE}"/>
              </a:ext>
            </a:extLst>
          </p:cNvPr>
          <p:cNvSpPr>
            <a:spLocks noGrp="1"/>
          </p:cNvSpPr>
          <p:nvPr/>
        </p:nvSpPr>
        <p:spPr>
          <a:xfrm>
            <a:off x="1835892" y="45810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Cryo_13324">
            <a:extLst>
              <a:ext uri="{FF2B5EF4-FFF2-40B4-BE49-F238E27FC236}">
                <a16:creationId xmlns:a16="http://schemas.microsoft.com/office/drawing/2014/main" id="{DA24EC25-ACC8-4F2D-920C-299237D683E1}"/>
              </a:ext>
            </a:extLst>
          </p:cNvPr>
          <p:cNvSpPr>
            <a:spLocks noGrp="1"/>
          </p:cNvSpPr>
          <p:nvPr/>
        </p:nvSpPr>
        <p:spPr>
          <a:xfrm>
            <a:off x="2003490" y="446715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Cryo_13325">
            <a:extLst>
              <a:ext uri="{FF2B5EF4-FFF2-40B4-BE49-F238E27FC236}">
                <a16:creationId xmlns:a16="http://schemas.microsoft.com/office/drawing/2014/main" id="{B6567D51-45BA-41B2-8206-2CDB4B1F905A}"/>
              </a:ext>
            </a:extLst>
          </p:cNvPr>
          <p:cNvSpPr>
            <a:spLocks noGrp="1"/>
          </p:cNvSpPr>
          <p:nvPr/>
        </p:nvSpPr>
        <p:spPr>
          <a:xfrm>
            <a:off x="1807148" y="40342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Cryo_13326">
            <a:extLst>
              <a:ext uri="{FF2B5EF4-FFF2-40B4-BE49-F238E27FC236}">
                <a16:creationId xmlns:a16="http://schemas.microsoft.com/office/drawing/2014/main" id="{5C8BC36D-431D-4AA7-918D-49765D8E295F}"/>
              </a:ext>
            </a:extLst>
          </p:cNvPr>
          <p:cNvSpPr>
            <a:spLocks noGrp="1"/>
          </p:cNvSpPr>
          <p:nvPr/>
        </p:nvSpPr>
        <p:spPr>
          <a:xfrm>
            <a:off x="1776664" y="37854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Cryo_13327">
            <a:extLst>
              <a:ext uri="{FF2B5EF4-FFF2-40B4-BE49-F238E27FC236}">
                <a16:creationId xmlns:a16="http://schemas.microsoft.com/office/drawing/2014/main" id="{F33B8D49-437F-4CB1-888C-2527E0D8A27B}"/>
              </a:ext>
            </a:extLst>
          </p:cNvPr>
          <p:cNvSpPr>
            <a:spLocks noGrp="1"/>
          </p:cNvSpPr>
          <p:nvPr/>
        </p:nvSpPr>
        <p:spPr>
          <a:xfrm>
            <a:off x="1921332" y="54902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Cryo_13328">
            <a:extLst>
              <a:ext uri="{FF2B5EF4-FFF2-40B4-BE49-F238E27FC236}">
                <a16:creationId xmlns:a16="http://schemas.microsoft.com/office/drawing/2014/main" id="{5E478D8B-411C-4A5C-8BAB-E559BEB3D824}"/>
              </a:ext>
            </a:extLst>
          </p:cNvPr>
          <p:cNvSpPr>
            <a:spLocks noGrp="1"/>
          </p:cNvSpPr>
          <p:nvPr/>
        </p:nvSpPr>
        <p:spPr>
          <a:xfrm>
            <a:off x="1833785" y="3595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Cryo_13329">
            <a:extLst>
              <a:ext uri="{FF2B5EF4-FFF2-40B4-BE49-F238E27FC236}">
                <a16:creationId xmlns:a16="http://schemas.microsoft.com/office/drawing/2014/main" id="{6359BB3D-24E9-4628-8ADD-D2F7B6470BAE}"/>
              </a:ext>
            </a:extLst>
          </p:cNvPr>
          <p:cNvSpPr>
            <a:spLocks noGrp="1"/>
          </p:cNvSpPr>
          <p:nvPr/>
        </p:nvSpPr>
        <p:spPr>
          <a:xfrm>
            <a:off x="1999545" y="55938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Cryo_13330">
            <a:extLst>
              <a:ext uri="{FF2B5EF4-FFF2-40B4-BE49-F238E27FC236}">
                <a16:creationId xmlns:a16="http://schemas.microsoft.com/office/drawing/2014/main" id="{52DBEAC7-665D-45DE-A1F6-CCCCB9A286A1}"/>
              </a:ext>
            </a:extLst>
          </p:cNvPr>
          <p:cNvSpPr>
            <a:spLocks noGrp="1"/>
          </p:cNvSpPr>
          <p:nvPr/>
        </p:nvSpPr>
        <p:spPr>
          <a:xfrm>
            <a:off x="1919497" y="37371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Cryo_13331">
            <a:extLst>
              <a:ext uri="{FF2B5EF4-FFF2-40B4-BE49-F238E27FC236}">
                <a16:creationId xmlns:a16="http://schemas.microsoft.com/office/drawing/2014/main" id="{E67A42F4-FF2C-4D1B-90F6-4D8CA5F7CAB7}"/>
              </a:ext>
            </a:extLst>
          </p:cNvPr>
          <p:cNvSpPr>
            <a:spLocks noGrp="1"/>
          </p:cNvSpPr>
          <p:nvPr/>
        </p:nvSpPr>
        <p:spPr>
          <a:xfrm>
            <a:off x="1831833" y="43670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Cryo_13332">
            <a:extLst>
              <a:ext uri="{FF2B5EF4-FFF2-40B4-BE49-F238E27FC236}">
                <a16:creationId xmlns:a16="http://schemas.microsoft.com/office/drawing/2014/main" id="{D93F1E20-BB4A-4352-8ADE-BF3672DFE4BB}"/>
              </a:ext>
            </a:extLst>
          </p:cNvPr>
          <p:cNvSpPr>
            <a:spLocks noGrp="1"/>
          </p:cNvSpPr>
          <p:nvPr/>
        </p:nvSpPr>
        <p:spPr>
          <a:xfrm>
            <a:off x="1988423" y="33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Cryo_13333">
            <a:extLst>
              <a:ext uri="{FF2B5EF4-FFF2-40B4-BE49-F238E27FC236}">
                <a16:creationId xmlns:a16="http://schemas.microsoft.com/office/drawing/2014/main" id="{B722BB0E-81B3-4F7B-8761-15398F28F3CE}"/>
              </a:ext>
            </a:extLst>
          </p:cNvPr>
          <p:cNvSpPr>
            <a:spLocks noGrp="1"/>
          </p:cNvSpPr>
          <p:nvPr/>
        </p:nvSpPr>
        <p:spPr>
          <a:xfrm>
            <a:off x="1848265" y="40670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Cryo_13334">
            <a:extLst>
              <a:ext uri="{FF2B5EF4-FFF2-40B4-BE49-F238E27FC236}">
                <a16:creationId xmlns:a16="http://schemas.microsoft.com/office/drawing/2014/main" id="{0EAE58C0-9731-4F36-9BBC-E09CF27245CE}"/>
              </a:ext>
            </a:extLst>
          </p:cNvPr>
          <p:cNvSpPr>
            <a:spLocks noGrp="1"/>
          </p:cNvSpPr>
          <p:nvPr/>
        </p:nvSpPr>
        <p:spPr>
          <a:xfrm>
            <a:off x="1986988" y="39874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Cryo_13335">
            <a:extLst>
              <a:ext uri="{FF2B5EF4-FFF2-40B4-BE49-F238E27FC236}">
                <a16:creationId xmlns:a16="http://schemas.microsoft.com/office/drawing/2014/main" id="{2C7F3F98-BD92-4BFE-824F-9920899FB663}"/>
              </a:ext>
            </a:extLst>
          </p:cNvPr>
          <p:cNvSpPr>
            <a:spLocks noGrp="1"/>
          </p:cNvSpPr>
          <p:nvPr/>
        </p:nvSpPr>
        <p:spPr>
          <a:xfrm>
            <a:off x="1895054" y="45993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Cryo_13336">
            <a:extLst>
              <a:ext uri="{FF2B5EF4-FFF2-40B4-BE49-F238E27FC236}">
                <a16:creationId xmlns:a16="http://schemas.microsoft.com/office/drawing/2014/main" id="{C37589C2-B661-4A08-8D60-A5D5F256A4B1}"/>
              </a:ext>
            </a:extLst>
          </p:cNvPr>
          <p:cNvSpPr>
            <a:spLocks noGrp="1"/>
          </p:cNvSpPr>
          <p:nvPr/>
        </p:nvSpPr>
        <p:spPr>
          <a:xfrm>
            <a:off x="1925136" y="50110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Cryo_13337">
            <a:extLst>
              <a:ext uri="{FF2B5EF4-FFF2-40B4-BE49-F238E27FC236}">
                <a16:creationId xmlns:a16="http://schemas.microsoft.com/office/drawing/2014/main" id="{BB4FA05F-0779-4CD1-8838-2C21FFADF5BA}"/>
              </a:ext>
            </a:extLst>
          </p:cNvPr>
          <p:cNvSpPr>
            <a:spLocks noGrp="1"/>
          </p:cNvSpPr>
          <p:nvPr/>
        </p:nvSpPr>
        <p:spPr>
          <a:xfrm>
            <a:off x="1971879" y="50428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Cryo_13338">
            <a:extLst>
              <a:ext uri="{FF2B5EF4-FFF2-40B4-BE49-F238E27FC236}">
                <a16:creationId xmlns:a16="http://schemas.microsoft.com/office/drawing/2014/main" id="{12CB50AB-0DB2-44FD-972A-493494480AFB}"/>
              </a:ext>
            </a:extLst>
          </p:cNvPr>
          <p:cNvSpPr>
            <a:spLocks noGrp="1"/>
          </p:cNvSpPr>
          <p:nvPr/>
        </p:nvSpPr>
        <p:spPr>
          <a:xfrm>
            <a:off x="1971013" y="4755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Cryo_13339">
            <a:extLst>
              <a:ext uri="{FF2B5EF4-FFF2-40B4-BE49-F238E27FC236}">
                <a16:creationId xmlns:a16="http://schemas.microsoft.com/office/drawing/2014/main" id="{07D19706-DD8C-4838-B763-F60502B97B2E}"/>
              </a:ext>
            </a:extLst>
          </p:cNvPr>
          <p:cNvSpPr>
            <a:spLocks noGrp="1"/>
          </p:cNvSpPr>
          <p:nvPr/>
        </p:nvSpPr>
        <p:spPr>
          <a:xfrm>
            <a:off x="1912548" y="34996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Cryo_13340">
            <a:extLst>
              <a:ext uri="{FF2B5EF4-FFF2-40B4-BE49-F238E27FC236}">
                <a16:creationId xmlns:a16="http://schemas.microsoft.com/office/drawing/2014/main" id="{C42724F3-2CF1-4712-8EB2-F9954B4C2B92}"/>
              </a:ext>
            </a:extLst>
          </p:cNvPr>
          <p:cNvSpPr>
            <a:spLocks noGrp="1"/>
          </p:cNvSpPr>
          <p:nvPr/>
        </p:nvSpPr>
        <p:spPr>
          <a:xfrm>
            <a:off x="2010778" y="45574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Cryo_13341">
            <a:extLst>
              <a:ext uri="{FF2B5EF4-FFF2-40B4-BE49-F238E27FC236}">
                <a16:creationId xmlns:a16="http://schemas.microsoft.com/office/drawing/2014/main" id="{88985762-7D90-4B8F-97D1-D510C79B9EA0}"/>
              </a:ext>
            </a:extLst>
          </p:cNvPr>
          <p:cNvSpPr>
            <a:spLocks noGrp="1"/>
          </p:cNvSpPr>
          <p:nvPr/>
        </p:nvSpPr>
        <p:spPr>
          <a:xfrm>
            <a:off x="1951340" y="4915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Cryo_13342">
            <a:extLst>
              <a:ext uri="{FF2B5EF4-FFF2-40B4-BE49-F238E27FC236}">
                <a16:creationId xmlns:a16="http://schemas.microsoft.com/office/drawing/2014/main" id="{69DD0DF8-A1D1-4BE3-8114-F7EB143800A5}"/>
              </a:ext>
            </a:extLst>
          </p:cNvPr>
          <p:cNvSpPr>
            <a:spLocks noGrp="1"/>
          </p:cNvSpPr>
          <p:nvPr/>
        </p:nvSpPr>
        <p:spPr>
          <a:xfrm>
            <a:off x="1853089" y="3708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Cryo_13343">
            <a:extLst>
              <a:ext uri="{FF2B5EF4-FFF2-40B4-BE49-F238E27FC236}">
                <a16:creationId xmlns:a16="http://schemas.microsoft.com/office/drawing/2014/main" id="{8511DE92-8B6A-4BCD-A2EB-A4D693E30962}"/>
              </a:ext>
            </a:extLst>
          </p:cNvPr>
          <p:cNvSpPr>
            <a:spLocks noGrp="1"/>
          </p:cNvSpPr>
          <p:nvPr/>
        </p:nvSpPr>
        <p:spPr>
          <a:xfrm>
            <a:off x="1835551" y="50188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Cryo_13344">
            <a:extLst>
              <a:ext uri="{FF2B5EF4-FFF2-40B4-BE49-F238E27FC236}">
                <a16:creationId xmlns:a16="http://schemas.microsoft.com/office/drawing/2014/main" id="{304400A3-C63D-4FE2-9C6F-73173E0BD103}"/>
              </a:ext>
            </a:extLst>
          </p:cNvPr>
          <p:cNvSpPr>
            <a:spLocks noGrp="1"/>
          </p:cNvSpPr>
          <p:nvPr/>
        </p:nvSpPr>
        <p:spPr>
          <a:xfrm>
            <a:off x="1879423" y="60664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Cryo_13345">
            <a:extLst>
              <a:ext uri="{FF2B5EF4-FFF2-40B4-BE49-F238E27FC236}">
                <a16:creationId xmlns:a16="http://schemas.microsoft.com/office/drawing/2014/main" id="{1A022806-E95A-4868-BC1D-B1A31E2A680F}"/>
              </a:ext>
            </a:extLst>
          </p:cNvPr>
          <p:cNvSpPr>
            <a:spLocks noGrp="1"/>
          </p:cNvSpPr>
          <p:nvPr/>
        </p:nvSpPr>
        <p:spPr>
          <a:xfrm>
            <a:off x="1849424" y="5000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Cryo_13346">
            <a:extLst>
              <a:ext uri="{FF2B5EF4-FFF2-40B4-BE49-F238E27FC236}">
                <a16:creationId xmlns:a16="http://schemas.microsoft.com/office/drawing/2014/main" id="{AC6372F7-ECA8-47A4-823B-26E2128B1CB2}"/>
              </a:ext>
            </a:extLst>
          </p:cNvPr>
          <p:cNvSpPr>
            <a:spLocks noGrp="1"/>
          </p:cNvSpPr>
          <p:nvPr/>
        </p:nvSpPr>
        <p:spPr>
          <a:xfrm>
            <a:off x="1856279" y="59336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Cryo_13347">
            <a:extLst>
              <a:ext uri="{FF2B5EF4-FFF2-40B4-BE49-F238E27FC236}">
                <a16:creationId xmlns:a16="http://schemas.microsoft.com/office/drawing/2014/main" id="{136F7FBF-1D29-44CA-8FCD-068E0C040427}"/>
              </a:ext>
            </a:extLst>
          </p:cNvPr>
          <p:cNvSpPr>
            <a:spLocks noGrp="1"/>
          </p:cNvSpPr>
          <p:nvPr/>
        </p:nvSpPr>
        <p:spPr>
          <a:xfrm>
            <a:off x="1910823" y="46257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Cryo_13348">
            <a:extLst>
              <a:ext uri="{FF2B5EF4-FFF2-40B4-BE49-F238E27FC236}">
                <a16:creationId xmlns:a16="http://schemas.microsoft.com/office/drawing/2014/main" id="{BA36DB4D-F3EB-43B5-81D2-FFB44D9A78AE}"/>
              </a:ext>
            </a:extLst>
          </p:cNvPr>
          <p:cNvSpPr>
            <a:spLocks noGrp="1"/>
          </p:cNvSpPr>
          <p:nvPr/>
        </p:nvSpPr>
        <p:spPr>
          <a:xfrm>
            <a:off x="35513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Cryo_13349">
            <a:extLst>
              <a:ext uri="{FF2B5EF4-FFF2-40B4-BE49-F238E27FC236}">
                <a16:creationId xmlns:a16="http://schemas.microsoft.com/office/drawing/2014/main" id="{57223A5A-23C6-46A4-A0FF-B33775CF846D}"/>
              </a:ext>
            </a:extLst>
          </p:cNvPr>
          <p:cNvSpPr>
            <a:spLocks noGrp="1"/>
          </p:cNvSpPr>
          <p:nvPr/>
        </p:nvSpPr>
        <p:spPr>
          <a:xfrm>
            <a:off x="349080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Cryo_13350">
            <a:extLst>
              <a:ext uri="{FF2B5EF4-FFF2-40B4-BE49-F238E27FC236}">
                <a16:creationId xmlns:a16="http://schemas.microsoft.com/office/drawing/2014/main" id="{3AD0A2EA-7B05-46EF-9E97-E7811ECC1D4D}"/>
              </a:ext>
            </a:extLst>
          </p:cNvPr>
          <p:cNvSpPr>
            <a:spLocks noGrp="1"/>
          </p:cNvSpPr>
          <p:nvPr/>
        </p:nvSpPr>
        <p:spPr>
          <a:xfrm>
            <a:off x="34556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Cryo_13351">
            <a:extLst>
              <a:ext uri="{FF2B5EF4-FFF2-40B4-BE49-F238E27FC236}">
                <a16:creationId xmlns:a16="http://schemas.microsoft.com/office/drawing/2014/main" id="{E185D6D8-F374-41D1-BFE0-437091122C37}"/>
              </a:ext>
            </a:extLst>
          </p:cNvPr>
          <p:cNvSpPr>
            <a:spLocks noGrp="1"/>
          </p:cNvSpPr>
          <p:nvPr/>
        </p:nvSpPr>
        <p:spPr>
          <a:xfrm>
            <a:off x="352769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Cryo_13352">
            <a:extLst>
              <a:ext uri="{FF2B5EF4-FFF2-40B4-BE49-F238E27FC236}">
                <a16:creationId xmlns:a16="http://schemas.microsoft.com/office/drawing/2014/main" id="{CF9134FF-C4C7-4030-AC28-4F2FF8A85BAC}"/>
              </a:ext>
            </a:extLst>
          </p:cNvPr>
          <p:cNvSpPr>
            <a:spLocks noGrp="1"/>
          </p:cNvSpPr>
          <p:nvPr/>
        </p:nvSpPr>
        <p:spPr>
          <a:xfrm>
            <a:off x="350716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Cryo_13353">
            <a:extLst>
              <a:ext uri="{FF2B5EF4-FFF2-40B4-BE49-F238E27FC236}">
                <a16:creationId xmlns:a16="http://schemas.microsoft.com/office/drawing/2014/main" id="{9620DFD7-F161-4537-8AF5-28F07B3E631C}"/>
              </a:ext>
            </a:extLst>
          </p:cNvPr>
          <p:cNvSpPr>
            <a:spLocks noGrp="1"/>
          </p:cNvSpPr>
          <p:nvPr/>
        </p:nvSpPr>
        <p:spPr>
          <a:xfrm>
            <a:off x="35418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Cryo_13354">
            <a:extLst>
              <a:ext uri="{FF2B5EF4-FFF2-40B4-BE49-F238E27FC236}">
                <a16:creationId xmlns:a16="http://schemas.microsoft.com/office/drawing/2014/main" id="{FBEBBA46-EB8F-4A9D-89C7-00A34E41725D}"/>
              </a:ext>
            </a:extLst>
          </p:cNvPr>
          <p:cNvSpPr>
            <a:spLocks noGrp="1"/>
          </p:cNvSpPr>
          <p:nvPr/>
        </p:nvSpPr>
        <p:spPr>
          <a:xfrm>
            <a:off x="3591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Cryo_13355">
            <a:extLst>
              <a:ext uri="{FF2B5EF4-FFF2-40B4-BE49-F238E27FC236}">
                <a16:creationId xmlns:a16="http://schemas.microsoft.com/office/drawing/2014/main" id="{07513966-845A-43DA-BDE8-2A2B1FB0E2BA}"/>
              </a:ext>
            </a:extLst>
          </p:cNvPr>
          <p:cNvSpPr>
            <a:spLocks noGrp="1"/>
          </p:cNvSpPr>
          <p:nvPr/>
        </p:nvSpPr>
        <p:spPr>
          <a:xfrm>
            <a:off x="336273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Cryo_13356">
            <a:extLst>
              <a:ext uri="{FF2B5EF4-FFF2-40B4-BE49-F238E27FC236}">
                <a16:creationId xmlns:a16="http://schemas.microsoft.com/office/drawing/2014/main" id="{93F67726-CA7A-483B-B6BF-CCEB043860C8}"/>
              </a:ext>
            </a:extLst>
          </p:cNvPr>
          <p:cNvSpPr>
            <a:spLocks noGrp="1"/>
          </p:cNvSpPr>
          <p:nvPr/>
        </p:nvSpPr>
        <p:spPr>
          <a:xfrm>
            <a:off x="3584119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Cryo_13357">
            <a:extLst>
              <a:ext uri="{FF2B5EF4-FFF2-40B4-BE49-F238E27FC236}">
                <a16:creationId xmlns:a16="http://schemas.microsoft.com/office/drawing/2014/main" id="{A31EFAC0-0C1C-4E4C-934C-0336E8B69537}"/>
              </a:ext>
            </a:extLst>
          </p:cNvPr>
          <p:cNvSpPr>
            <a:spLocks noGrp="1"/>
          </p:cNvSpPr>
          <p:nvPr/>
        </p:nvSpPr>
        <p:spPr>
          <a:xfrm>
            <a:off x="351141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Cryo_13358">
            <a:extLst>
              <a:ext uri="{FF2B5EF4-FFF2-40B4-BE49-F238E27FC236}">
                <a16:creationId xmlns:a16="http://schemas.microsoft.com/office/drawing/2014/main" id="{C8679F0E-28EB-4CDB-93B8-DBE0786EC110}"/>
              </a:ext>
            </a:extLst>
          </p:cNvPr>
          <p:cNvSpPr>
            <a:spLocks noGrp="1"/>
          </p:cNvSpPr>
          <p:nvPr/>
        </p:nvSpPr>
        <p:spPr>
          <a:xfrm>
            <a:off x="3463414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Cryo_13359">
            <a:extLst>
              <a:ext uri="{FF2B5EF4-FFF2-40B4-BE49-F238E27FC236}">
                <a16:creationId xmlns:a16="http://schemas.microsoft.com/office/drawing/2014/main" id="{81DBAD62-F4B9-430B-8297-A99E2A93A241}"/>
              </a:ext>
            </a:extLst>
          </p:cNvPr>
          <p:cNvSpPr>
            <a:spLocks noGrp="1"/>
          </p:cNvSpPr>
          <p:nvPr/>
        </p:nvSpPr>
        <p:spPr>
          <a:xfrm>
            <a:off x="3568837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Cryo_13360">
            <a:extLst>
              <a:ext uri="{FF2B5EF4-FFF2-40B4-BE49-F238E27FC236}">
                <a16:creationId xmlns:a16="http://schemas.microsoft.com/office/drawing/2014/main" id="{099B5B70-9BBB-40CC-92D3-93D831B5FB87}"/>
              </a:ext>
            </a:extLst>
          </p:cNvPr>
          <p:cNvSpPr>
            <a:spLocks noGrp="1"/>
          </p:cNvSpPr>
          <p:nvPr/>
        </p:nvSpPr>
        <p:spPr>
          <a:xfrm>
            <a:off x="349132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Cryo_13361">
            <a:extLst>
              <a:ext uri="{FF2B5EF4-FFF2-40B4-BE49-F238E27FC236}">
                <a16:creationId xmlns:a16="http://schemas.microsoft.com/office/drawing/2014/main" id="{3CE83976-500D-4FBF-B507-B2B254D814DC}"/>
              </a:ext>
            </a:extLst>
          </p:cNvPr>
          <p:cNvSpPr>
            <a:spLocks noGrp="1"/>
          </p:cNvSpPr>
          <p:nvPr/>
        </p:nvSpPr>
        <p:spPr>
          <a:xfrm>
            <a:off x="33840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Cryo_13362">
            <a:extLst>
              <a:ext uri="{FF2B5EF4-FFF2-40B4-BE49-F238E27FC236}">
                <a16:creationId xmlns:a16="http://schemas.microsoft.com/office/drawing/2014/main" id="{9EB87C9D-3A37-4A38-A149-E331E636CFF8}"/>
              </a:ext>
            </a:extLst>
          </p:cNvPr>
          <p:cNvSpPr>
            <a:spLocks noGrp="1"/>
          </p:cNvSpPr>
          <p:nvPr/>
        </p:nvSpPr>
        <p:spPr>
          <a:xfrm>
            <a:off x="34666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Cryo_13363">
            <a:extLst>
              <a:ext uri="{FF2B5EF4-FFF2-40B4-BE49-F238E27FC236}">
                <a16:creationId xmlns:a16="http://schemas.microsoft.com/office/drawing/2014/main" id="{8DDB0235-DEB2-404A-B19E-4781AED16749}"/>
              </a:ext>
            </a:extLst>
          </p:cNvPr>
          <p:cNvSpPr>
            <a:spLocks noGrp="1"/>
          </p:cNvSpPr>
          <p:nvPr/>
        </p:nvSpPr>
        <p:spPr>
          <a:xfrm>
            <a:off x="342940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Cryo_13364">
            <a:extLst>
              <a:ext uri="{FF2B5EF4-FFF2-40B4-BE49-F238E27FC236}">
                <a16:creationId xmlns:a16="http://schemas.microsoft.com/office/drawing/2014/main" id="{86916FB5-50C9-4D8E-983D-CD7CB44097CC}"/>
              </a:ext>
            </a:extLst>
          </p:cNvPr>
          <p:cNvSpPr>
            <a:spLocks noGrp="1"/>
          </p:cNvSpPr>
          <p:nvPr/>
        </p:nvSpPr>
        <p:spPr>
          <a:xfrm>
            <a:off x="355891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Cryo_13365">
            <a:extLst>
              <a:ext uri="{FF2B5EF4-FFF2-40B4-BE49-F238E27FC236}">
                <a16:creationId xmlns:a16="http://schemas.microsoft.com/office/drawing/2014/main" id="{FAD5D4EA-025B-4CFE-BF1B-230C3ADDE1CC}"/>
              </a:ext>
            </a:extLst>
          </p:cNvPr>
          <p:cNvSpPr>
            <a:spLocks noGrp="1"/>
          </p:cNvSpPr>
          <p:nvPr/>
        </p:nvSpPr>
        <p:spPr>
          <a:xfrm>
            <a:off x="3531949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Cryo_13366">
            <a:extLst>
              <a:ext uri="{FF2B5EF4-FFF2-40B4-BE49-F238E27FC236}">
                <a16:creationId xmlns:a16="http://schemas.microsoft.com/office/drawing/2014/main" id="{5863ECE8-00B5-457C-AA17-1D775004287A}"/>
              </a:ext>
            </a:extLst>
          </p:cNvPr>
          <p:cNvSpPr>
            <a:spLocks noGrp="1"/>
          </p:cNvSpPr>
          <p:nvPr/>
        </p:nvSpPr>
        <p:spPr>
          <a:xfrm>
            <a:off x="3384156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Cryo_13367">
            <a:extLst>
              <a:ext uri="{FF2B5EF4-FFF2-40B4-BE49-F238E27FC236}">
                <a16:creationId xmlns:a16="http://schemas.microsoft.com/office/drawing/2014/main" id="{33B2A12E-0363-4D60-A573-FF4203375211}"/>
              </a:ext>
            </a:extLst>
          </p:cNvPr>
          <p:cNvSpPr>
            <a:spLocks noGrp="1"/>
          </p:cNvSpPr>
          <p:nvPr/>
        </p:nvSpPr>
        <p:spPr>
          <a:xfrm>
            <a:off x="3424800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Cryo_13368">
            <a:extLst>
              <a:ext uri="{FF2B5EF4-FFF2-40B4-BE49-F238E27FC236}">
                <a16:creationId xmlns:a16="http://schemas.microsoft.com/office/drawing/2014/main" id="{93B50FDE-4B2F-49B7-A433-6F41D60C7075}"/>
              </a:ext>
            </a:extLst>
          </p:cNvPr>
          <p:cNvSpPr>
            <a:spLocks noGrp="1"/>
          </p:cNvSpPr>
          <p:nvPr/>
        </p:nvSpPr>
        <p:spPr>
          <a:xfrm>
            <a:off x="349611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Cryo_13369">
            <a:extLst>
              <a:ext uri="{FF2B5EF4-FFF2-40B4-BE49-F238E27FC236}">
                <a16:creationId xmlns:a16="http://schemas.microsoft.com/office/drawing/2014/main" id="{AE83090C-9BA8-47B6-A149-F7C7A53D47CE}"/>
              </a:ext>
            </a:extLst>
          </p:cNvPr>
          <p:cNvSpPr>
            <a:spLocks noGrp="1"/>
          </p:cNvSpPr>
          <p:nvPr/>
        </p:nvSpPr>
        <p:spPr>
          <a:xfrm>
            <a:off x="3359254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Cryo_13370">
            <a:extLst>
              <a:ext uri="{FF2B5EF4-FFF2-40B4-BE49-F238E27FC236}">
                <a16:creationId xmlns:a16="http://schemas.microsoft.com/office/drawing/2014/main" id="{5C391D18-ABE0-4F54-8534-172B2F9ED3D1}"/>
              </a:ext>
            </a:extLst>
          </p:cNvPr>
          <p:cNvSpPr>
            <a:spLocks noGrp="1"/>
          </p:cNvSpPr>
          <p:nvPr/>
        </p:nvSpPr>
        <p:spPr>
          <a:xfrm>
            <a:off x="3462100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Cryo_13371">
            <a:extLst>
              <a:ext uri="{FF2B5EF4-FFF2-40B4-BE49-F238E27FC236}">
                <a16:creationId xmlns:a16="http://schemas.microsoft.com/office/drawing/2014/main" id="{6EE55527-2E86-435A-ACC9-4FC48345A966}"/>
              </a:ext>
            </a:extLst>
          </p:cNvPr>
          <p:cNvSpPr>
            <a:spLocks noGrp="1"/>
          </p:cNvSpPr>
          <p:nvPr/>
        </p:nvSpPr>
        <p:spPr>
          <a:xfrm>
            <a:off x="3405473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Cryo_13372">
            <a:extLst>
              <a:ext uri="{FF2B5EF4-FFF2-40B4-BE49-F238E27FC236}">
                <a16:creationId xmlns:a16="http://schemas.microsoft.com/office/drawing/2014/main" id="{E0D4A855-F0BB-4D7E-ABFE-066E4A5B106A}"/>
              </a:ext>
            </a:extLst>
          </p:cNvPr>
          <p:cNvSpPr>
            <a:spLocks noGrp="1"/>
          </p:cNvSpPr>
          <p:nvPr/>
        </p:nvSpPr>
        <p:spPr>
          <a:xfrm>
            <a:off x="343539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Cryo_13373">
            <a:extLst>
              <a:ext uri="{FF2B5EF4-FFF2-40B4-BE49-F238E27FC236}">
                <a16:creationId xmlns:a16="http://schemas.microsoft.com/office/drawing/2014/main" id="{51C9E085-9B67-4D5D-8EE0-351BB6BBE312}"/>
              </a:ext>
            </a:extLst>
          </p:cNvPr>
          <p:cNvSpPr>
            <a:spLocks noGrp="1"/>
          </p:cNvSpPr>
          <p:nvPr/>
        </p:nvSpPr>
        <p:spPr>
          <a:xfrm>
            <a:off x="343635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Cryo_13374">
            <a:extLst>
              <a:ext uri="{FF2B5EF4-FFF2-40B4-BE49-F238E27FC236}">
                <a16:creationId xmlns:a16="http://schemas.microsoft.com/office/drawing/2014/main" id="{E311ECCB-1B55-4B5F-BD72-295960FA7A64}"/>
              </a:ext>
            </a:extLst>
          </p:cNvPr>
          <p:cNvSpPr>
            <a:spLocks noGrp="1"/>
          </p:cNvSpPr>
          <p:nvPr/>
        </p:nvSpPr>
        <p:spPr>
          <a:xfrm>
            <a:off x="338436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Cryo_13375">
            <a:extLst>
              <a:ext uri="{FF2B5EF4-FFF2-40B4-BE49-F238E27FC236}">
                <a16:creationId xmlns:a16="http://schemas.microsoft.com/office/drawing/2014/main" id="{C2FB8FFC-5B81-4323-A661-79DE2F05AD8B}"/>
              </a:ext>
            </a:extLst>
          </p:cNvPr>
          <p:cNvSpPr>
            <a:spLocks noGrp="1"/>
          </p:cNvSpPr>
          <p:nvPr/>
        </p:nvSpPr>
        <p:spPr>
          <a:xfrm>
            <a:off x="356714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Cryo_13376">
            <a:extLst>
              <a:ext uri="{FF2B5EF4-FFF2-40B4-BE49-F238E27FC236}">
                <a16:creationId xmlns:a16="http://schemas.microsoft.com/office/drawing/2014/main" id="{EB711E9B-B469-43DD-881A-8333AB7FE934}"/>
              </a:ext>
            </a:extLst>
          </p:cNvPr>
          <p:cNvSpPr>
            <a:spLocks noGrp="1"/>
          </p:cNvSpPr>
          <p:nvPr/>
        </p:nvSpPr>
        <p:spPr>
          <a:xfrm>
            <a:off x="338467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Cryo_13377">
            <a:extLst>
              <a:ext uri="{FF2B5EF4-FFF2-40B4-BE49-F238E27FC236}">
                <a16:creationId xmlns:a16="http://schemas.microsoft.com/office/drawing/2014/main" id="{742C1A76-D90F-42EF-8E70-5D17F994ADEF}"/>
              </a:ext>
            </a:extLst>
          </p:cNvPr>
          <p:cNvSpPr>
            <a:spLocks noGrp="1"/>
          </p:cNvSpPr>
          <p:nvPr/>
        </p:nvSpPr>
        <p:spPr>
          <a:xfrm>
            <a:off x="33617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Cryo_13378">
            <a:extLst>
              <a:ext uri="{FF2B5EF4-FFF2-40B4-BE49-F238E27FC236}">
                <a16:creationId xmlns:a16="http://schemas.microsoft.com/office/drawing/2014/main" id="{841E3DD5-81F3-46F9-8805-79B9852A920C}"/>
              </a:ext>
            </a:extLst>
          </p:cNvPr>
          <p:cNvSpPr>
            <a:spLocks noGrp="1"/>
          </p:cNvSpPr>
          <p:nvPr/>
        </p:nvSpPr>
        <p:spPr>
          <a:xfrm>
            <a:off x="334415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Cryo_13379">
            <a:extLst>
              <a:ext uri="{FF2B5EF4-FFF2-40B4-BE49-F238E27FC236}">
                <a16:creationId xmlns:a16="http://schemas.microsoft.com/office/drawing/2014/main" id="{B5E723DC-9378-4F33-8E4A-7204CC23696E}"/>
              </a:ext>
            </a:extLst>
          </p:cNvPr>
          <p:cNvSpPr>
            <a:spLocks noGrp="1"/>
          </p:cNvSpPr>
          <p:nvPr/>
        </p:nvSpPr>
        <p:spPr>
          <a:xfrm>
            <a:off x="3406476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Cryo_13380">
            <a:extLst>
              <a:ext uri="{FF2B5EF4-FFF2-40B4-BE49-F238E27FC236}">
                <a16:creationId xmlns:a16="http://schemas.microsoft.com/office/drawing/2014/main" id="{414A5358-9D10-4DCB-AE86-FD6CFBDCFF4D}"/>
              </a:ext>
            </a:extLst>
          </p:cNvPr>
          <p:cNvSpPr>
            <a:spLocks noGrp="1"/>
          </p:cNvSpPr>
          <p:nvPr/>
        </p:nvSpPr>
        <p:spPr>
          <a:xfrm>
            <a:off x="35119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Cryo_13381">
            <a:extLst>
              <a:ext uri="{FF2B5EF4-FFF2-40B4-BE49-F238E27FC236}">
                <a16:creationId xmlns:a16="http://schemas.microsoft.com/office/drawing/2014/main" id="{D58618CC-A955-4806-AE58-494237DA1E96}"/>
              </a:ext>
            </a:extLst>
          </p:cNvPr>
          <p:cNvSpPr>
            <a:spLocks noGrp="1"/>
          </p:cNvSpPr>
          <p:nvPr/>
        </p:nvSpPr>
        <p:spPr>
          <a:xfrm>
            <a:off x="3356791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Cryo_13382">
            <a:extLst>
              <a:ext uri="{FF2B5EF4-FFF2-40B4-BE49-F238E27FC236}">
                <a16:creationId xmlns:a16="http://schemas.microsoft.com/office/drawing/2014/main" id="{3DD42709-A1DB-47F3-941C-4D188B140943}"/>
              </a:ext>
            </a:extLst>
          </p:cNvPr>
          <p:cNvSpPr>
            <a:spLocks noGrp="1"/>
          </p:cNvSpPr>
          <p:nvPr/>
        </p:nvSpPr>
        <p:spPr>
          <a:xfrm>
            <a:off x="339118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Cryo_13383">
            <a:extLst>
              <a:ext uri="{FF2B5EF4-FFF2-40B4-BE49-F238E27FC236}">
                <a16:creationId xmlns:a16="http://schemas.microsoft.com/office/drawing/2014/main" id="{E61E23BE-7EDD-4DEF-BB7C-91AEF4A39A2F}"/>
              </a:ext>
            </a:extLst>
          </p:cNvPr>
          <p:cNvSpPr>
            <a:spLocks noGrp="1"/>
          </p:cNvSpPr>
          <p:nvPr/>
        </p:nvSpPr>
        <p:spPr>
          <a:xfrm>
            <a:off x="35333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Cryo_13384">
            <a:extLst>
              <a:ext uri="{FF2B5EF4-FFF2-40B4-BE49-F238E27FC236}">
                <a16:creationId xmlns:a16="http://schemas.microsoft.com/office/drawing/2014/main" id="{3B6AF092-F466-46A5-BF0A-7E613FFFDD53}"/>
              </a:ext>
            </a:extLst>
          </p:cNvPr>
          <p:cNvSpPr>
            <a:spLocks noGrp="1"/>
          </p:cNvSpPr>
          <p:nvPr/>
        </p:nvSpPr>
        <p:spPr>
          <a:xfrm>
            <a:off x="343215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Cryo_13385">
            <a:extLst>
              <a:ext uri="{FF2B5EF4-FFF2-40B4-BE49-F238E27FC236}">
                <a16:creationId xmlns:a16="http://schemas.microsoft.com/office/drawing/2014/main" id="{34C415FB-0FD8-4EEF-903B-C8BC862ABAAF}"/>
              </a:ext>
            </a:extLst>
          </p:cNvPr>
          <p:cNvSpPr>
            <a:spLocks noGrp="1"/>
          </p:cNvSpPr>
          <p:nvPr/>
        </p:nvSpPr>
        <p:spPr>
          <a:xfrm>
            <a:off x="341584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Cryo_13386">
            <a:extLst>
              <a:ext uri="{FF2B5EF4-FFF2-40B4-BE49-F238E27FC236}">
                <a16:creationId xmlns:a16="http://schemas.microsoft.com/office/drawing/2014/main" id="{C0DC32C5-4FB6-4900-BECE-4665F8E8BB3D}"/>
              </a:ext>
            </a:extLst>
          </p:cNvPr>
          <p:cNvSpPr>
            <a:spLocks noGrp="1"/>
          </p:cNvSpPr>
          <p:nvPr/>
        </p:nvSpPr>
        <p:spPr>
          <a:xfrm>
            <a:off x="33880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Cryo_13387">
            <a:extLst>
              <a:ext uri="{FF2B5EF4-FFF2-40B4-BE49-F238E27FC236}">
                <a16:creationId xmlns:a16="http://schemas.microsoft.com/office/drawing/2014/main" id="{6B3B20A3-D79F-409B-9081-0F441E6D9B13}"/>
              </a:ext>
            </a:extLst>
          </p:cNvPr>
          <p:cNvSpPr>
            <a:spLocks noGrp="1"/>
          </p:cNvSpPr>
          <p:nvPr/>
        </p:nvSpPr>
        <p:spPr>
          <a:xfrm>
            <a:off x="35420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Cryo_13388">
            <a:extLst>
              <a:ext uri="{FF2B5EF4-FFF2-40B4-BE49-F238E27FC236}">
                <a16:creationId xmlns:a16="http://schemas.microsoft.com/office/drawing/2014/main" id="{D28D558A-58CB-4089-8288-B7B1D4C18ED5}"/>
              </a:ext>
            </a:extLst>
          </p:cNvPr>
          <p:cNvSpPr>
            <a:spLocks noGrp="1"/>
          </p:cNvSpPr>
          <p:nvPr/>
        </p:nvSpPr>
        <p:spPr>
          <a:xfrm>
            <a:off x="3464667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Cryo_13389">
            <a:extLst>
              <a:ext uri="{FF2B5EF4-FFF2-40B4-BE49-F238E27FC236}">
                <a16:creationId xmlns:a16="http://schemas.microsoft.com/office/drawing/2014/main" id="{41D3CEA7-81DE-4C24-81C9-2BDBFB1A2293}"/>
              </a:ext>
            </a:extLst>
          </p:cNvPr>
          <p:cNvSpPr>
            <a:spLocks noGrp="1"/>
          </p:cNvSpPr>
          <p:nvPr/>
        </p:nvSpPr>
        <p:spPr>
          <a:xfrm>
            <a:off x="350573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Cryo_13390">
            <a:extLst>
              <a:ext uri="{FF2B5EF4-FFF2-40B4-BE49-F238E27FC236}">
                <a16:creationId xmlns:a16="http://schemas.microsoft.com/office/drawing/2014/main" id="{6FE03978-7036-4C22-9727-79C88871CF3E}"/>
              </a:ext>
            </a:extLst>
          </p:cNvPr>
          <p:cNvSpPr>
            <a:spLocks noGrp="1"/>
          </p:cNvSpPr>
          <p:nvPr/>
        </p:nvSpPr>
        <p:spPr>
          <a:xfrm>
            <a:off x="342630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Cryo_13391">
            <a:extLst>
              <a:ext uri="{FF2B5EF4-FFF2-40B4-BE49-F238E27FC236}">
                <a16:creationId xmlns:a16="http://schemas.microsoft.com/office/drawing/2014/main" id="{AF1CCB30-9313-4D34-86CD-F85304C15919}"/>
              </a:ext>
            </a:extLst>
          </p:cNvPr>
          <p:cNvSpPr>
            <a:spLocks noGrp="1"/>
          </p:cNvSpPr>
          <p:nvPr/>
        </p:nvSpPr>
        <p:spPr>
          <a:xfrm>
            <a:off x="3576463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Cryo_13392">
            <a:extLst>
              <a:ext uri="{FF2B5EF4-FFF2-40B4-BE49-F238E27FC236}">
                <a16:creationId xmlns:a16="http://schemas.microsoft.com/office/drawing/2014/main" id="{248A9B76-62A3-409C-A3AD-582B95CFDD4F}"/>
              </a:ext>
            </a:extLst>
          </p:cNvPr>
          <p:cNvSpPr>
            <a:spLocks noGrp="1"/>
          </p:cNvSpPr>
          <p:nvPr/>
        </p:nvSpPr>
        <p:spPr>
          <a:xfrm>
            <a:off x="35084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Cryo_13393">
            <a:extLst>
              <a:ext uri="{FF2B5EF4-FFF2-40B4-BE49-F238E27FC236}">
                <a16:creationId xmlns:a16="http://schemas.microsoft.com/office/drawing/2014/main" id="{E5B327E1-A7CD-4B35-9BDA-7B895D1486A2}"/>
              </a:ext>
            </a:extLst>
          </p:cNvPr>
          <p:cNvSpPr>
            <a:spLocks noGrp="1"/>
          </p:cNvSpPr>
          <p:nvPr/>
        </p:nvSpPr>
        <p:spPr>
          <a:xfrm>
            <a:off x="34508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Cryo_13394">
            <a:extLst>
              <a:ext uri="{FF2B5EF4-FFF2-40B4-BE49-F238E27FC236}">
                <a16:creationId xmlns:a16="http://schemas.microsoft.com/office/drawing/2014/main" id="{B6306066-4ECC-419E-9962-1137A5945FC8}"/>
              </a:ext>
            </a:extLst>
          </p:cNvPr>
          <p:cNvSpPr>
            <a:spLocks noGrp="1"/>
          </p:cNvSpPr>
          <p:nvPr/>
        </p:nvSpPr>
        <p:spPr>
          <a:xfrm>
            <a:off x="3479358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Cryo_13395">
            <a:extLst>
              <a:ext uri="{FF2B5EF4-FFF2-40B4-BE49-F238E27FC236}">
                <a16:creationId xmlns:a16="http://schemas.microsoft.com/office/drawing/2014/main" id="{B66C546B-B109-42DD-AE66-C930AE45E106}"/>
              </a:ext>
            </a:extLst>
          </p:cNvPr>
          <p:cNvSpPr>
            <a:spLocks noGrp="1"/>
          </p:cNvSpPr>
          <p:nvPr/>
        </p:nvSpPr>
        <p:spPr>
          <a:xfrm>
            <a:off x="345664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Cryo_13396">
            <a:extLst>
              <a:ext uri="{FF2B5EF4-FFF2-40B4-BE49-F238E27FC236}">
                <a16:creationId xmlns:a16="http://schemas.microsoft.com/office/drawing/2014/main" id="{14B41A9D-BB89-4859-869E-E9674B92CDA1}"/>
              </a:ext>
            </a:extLst>
          </p:cNvPr>
          <p:cNvSpPr>
            <a:spLocks noGrp="1"/>
          </p:cNvSpPr>
          <p:nvPr/>
        </p:nvSpPr>
        <p:spPr>
          <a:xfrm>
            <a:off x="3548295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Cryo_13397">
            <a:extLst>
              <a:ext uri="{FF2B5EF4-FFF2-40B4-BE49-F238E27FC236}">
                <a16:creationId xmlns:a16="http://schemas.microsoft.com/office/drawing/2014/main" id="{D9089F07-2BFA-446D-842D-4FDC95CCABF3}"/>
              </a:ext>
            </a:extLst>
          </p:cNvPr>
          <p:cNvSpPr>
            <a:spLocks noGrp="1"/>
          </p:cNvSpPr>
          <p:nvPr/>
        </p:nvSpPr>
        <p:spPr>
          <a:xfrm>
            <a:off x="347605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Cryo_13398">
            <a:extLst>
              <a:ext uri="{FF2B5EF4-FFF2-40B4-BE49-F238E27FC236}">
                <a16:creationId xmlns:a16="http://schemas.microsoft.com/office/drawing/2014/main" id="{92A966EB-F114-4B8F-9E92-7CF805470971}"/>
              </a:ext>
            </a:extLst>
          </p:cNvPr>
          <p:cNvSpPr>
            <a:spLocks noGrp="1"/>
          </p:cNvSpPr>
          <p:nvPr/>
        </p:nvSpPr>
        <p:spPr>
          <a:xfrm>
            <a:off x="3432440" y="4694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Cryo_13399">
            <a:extLst>
              <a:ext uri="{FF2B5EF4-FFF2-40B4-BE49-F238E27FC236}">
                <a16:creationId xmlns:a16="http://schemas.microsoft.com/office/drawing/2014/main" id="{1D1596B1-8F90-4078-9FB3-0E6331210A5C}"/>
              </a:ext>
            </a:extLst>
          </p:cNvPr>
          <p:cNvSpPr>
            <a:spLocks noGrp="1"/>
          </p:cNvSpPr>
          <p:nvPr/>
        </p:nvSpPr>
        <p:spPr>
          <a:xfrm>
            <a:off x="35439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Cryo_13400">
            <a:extLst>
              <a:ext uri="{FF2B5EF4-FFF2-40B4-BE49-F238E27FC236}">
                <a16:creationId xmlns:a16="http://schemas.microsoft.com/office/drawing/2014/main" id="{5C0092F4-DB4A-4B7F-8C8D-F6BCAB02D575}"/>
              </a:ext>
            </a:extLst>
          </p:cNvPr>
          <p:cNvSpPr>
            <a:spLocks noGrp="1"/>
          </p:cNvSpPr>
          <p:nvPr/>
        </p:nvSpPr>
        <p:spPr>
          <a:xfrm>
            <a:off x="3402530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Cryo_13401">
            <a:extLst>
              <a:ext uri="{FF2B5EF4-FFF2-40B4-BE49-F238E27FC236}">
                <a16:creationId xmlns:a16="http://schemas.microsoft.com/office/drawing/2014/main" id="{3CCDE2BD-AA69-4875-AFA5-78624A7BFF2E}"/>
              </a:ext>
            </a:extLst>
          </p:cNvPr>
          <p:cNvSpPr>
            <a:spLocks noGrp="1"/>
          </p:cNvSpPr>
          <p:nvPr/>
        </p:nvSpPr>
        <p:spPr>
          <a:xfrm>
            <a:off x="3403115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Cryo_13402">
            <a:extLst>
              <a:ext uri="{FF2B5EF4-FFF2-40B4-BE49-F238E27FC236}">
                <a16:creationId xmlns:a16="http://schemas.microsoft.com/office/drawing/2014/main" id="{C3878A9E-D306-47AE-B219-33A80774BE0A}"/>
              </a:ext>
            </a:extLst>
          </p:cNvPr>
          <p:cNvSpPr>
            <a:spLocks noGrp="1"/>
          </p:cNvSpPr>
          <p:nvPr/>
        </p:nvSpPr>
        <p:spPr>
          <a:xfrm>
            <a:off x="3366382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Cryo_13403">
            <a:extLst>
              <a:ext uri="{FF2B5EF4-FFF2-40B4-BE49-F238E27FC236}">
                <a16:creationId xmlns:a16="http://schemas.microsoft.com/office/drawing/2014/main" id="{15FE6E1C-B0BB-406A-B77F-B7ACCF64BA3F}"/>
              </a:ext>
            </a:extLst>
          </p:cNvPr>
          <p:cNvSpPr>
            <a:spLocks noGrp="1"/>
          </p:cNvSpPr>
          <p:nvPr/>
        </p:nvSpPr>
        <p:spPr>
          <a:xfrm>
            <a:off x="3580120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Cryo_13404">
            <a:extLst>
              <a:ext uri="{FF2B5EF4-FFF2-40B4-BE49-F238E27FC236}">
                <a16:creationId xmlns:a16="http://schemas.microsoft.com/office/drawing/2014/main" id="{D9BA6910-7BF4-416C-BF14-91BE044B40A2}"/>
              </a:ext>
            </a:extLst>
          </p:cNvPr>
          <p:cNvSpPr>
            <a:spLocks noGrp="1"/>
          </p:cNvSpPr>
          <p:nvPr/>
        </p:nvSpPr>
        <p:spPr>
          <a:xfrm>
            <a:off x="3398205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Cryo_13405">
            <a:extLst>
              <a:ext uri="{FF2B5EF4-FFF2-40B4-BE49-F238E27FC236}">
                <a16:creationId xmlns:a16="http://schemas.microsoft.com/office/drawing/2014/main" id="{6F9DB75C-AE72-432E-A5E9-CF80DC7A26F5}"/>
              </a:ext>
            </a:extLst>
          </p:cNvPr>
          <p:cNvSpPr>
            <a:spLocks noGrp="1"/>
          </p:cNvSpPr>
          <p:nvPr/>
        </p:nvSpPr>
        <p:spPr>
          <a:xfrm>
            <a:off x="34076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Cryo_13406">
            <a:extLst>
              <a:ext uri="{FF2B5EF4-FFF2-40B4-BE49-F238E27FC236}">
                <a16:creationId xmlns:a16="http://schemas.microsoft.com/office/drawing/2014/main" id="{876C2F9F-D4E5-4884-AF51-F4F43F5A8A73}"/>
              </a:ext>
            </a:extLst>
          </p:cNvPr>
          <p:cNvSpPr>
            <a:spLocks noGrp="1"/>
          </p:cNvSpPr>
          <p:nvPr/>
        </p:nvSpPr>
        <p:spPr>
          <a:xfrm>
            <a:off x="3486649" y="60016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Cryo_13407">
            <a:extLst>
              <a:ext uri="{FF2B5EF4-FFF2-40B4-BE49-F238E27FC236}">
                <a16:creationId xmlns:a16="http://schemas.microsoft.com/office/drawing/2014/main" id="{8AF7C61C-4C9C-4C6C-8255-CE5F1F05721D}"/>
              </a:ext>
            </a:extLst>
          </p:cNvPr>
          <p:cNvSpPr>
            <a:spLocks noGrp="1"/>
          </p:cNvSpPr>
          <p:nvPr/>
        </p:nvSpPr>
        <p:spPr>
          <a:xfrm>
            <a:off x="353476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Cryo_13408">
            <a:extLst>
              <a:ext uri="{FF2B5EF4-FFF2-40B4-BE49-F238E27FC236}">
                <a16:creationId xmlns:a16="http://schemas.microsoft.com/office/drawing/2014/main" id="{0ACE0AC1-442F-4EDB-BCCD-1D787BED1F74}"/>
              </a:ext>
            </a:extLst>
          </p:cNvPr>
          <p:cNvSpPr>
            <a:spLocks noGrp="1"/>
          </p:cNvSpPr>
          <p:nvPr/>
        </p:nvSpPr>
        <p:spPr>
          <a:xfrm>
            <a:off x="3404067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Cryo_13409">
            <a:extLst>
              <a:ext uri="{FF2B5EF4-FFF2-40B4-BE49-F238E27FC236}">
                <a16:creationId xmlns:a16="http://schemas.microsoft.com/office/drawing/2014/main" id="{48A49629-B9D2-47B2-8E36-75EBA87D5D78}"/>
              </a:ext>
            </a:extLst>
          </p:cNvPr>
          <p:cNvSpPr>
            <a:spLocks noGrp="1"/>
          </p:cNvSpPr>
          <p:nvPr/>
        </p:nvSpPr>
        <p:spPr>
          <a:xfrm>
            <a:off x="34469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Cryo_13410">
            <a:extLst>
              <a:ext uri="{FF2B5EF4-FFF2-40B4-BE49-F238E27FC236}">
                <a16:creationId xmlns:a16="http://schemas.microsoft.com/office/drawing/2014/main" id="{C7D0BA53-9150-4F79-ACCE-87CA53C49AE4}"/>
              </a:ext>
            </a:extLst>
          </p:cNvPr>
          <p:cNvSpPr>
            <a:spLocks noGrp="1"/>
          </p:cNvSpPr>
          <p:nvPr/>
        </p:nvSpPr>
        <p:spPr>
          <a:xfrm>
            <a:off x="33751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Cryo_13411">
            <a:extLst>
              <a:ext uri="{FF2B5EF4-FFF2-40B4-BE49-F238E27FC236}">
                <a16:creationId xmlns:a16="http://schemas.microsoft.com/office/drawing/2014/main" id="{3A1C86EE-055B-4A81-B5F2-5DFC08D969E5}"/>
              </a:ext>
            </a:extLst>
          </p:cNvPr>
          <p:cNvSpPr>
            <a:spLocks noGrp="1"/>
          </p:cNvSpPr>
          <p:nvPr/>
        </p:nvSpPr>
        <p:spPr>
          <a:xfrm>
            <a:off x="355204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Cryo_13412">
            <a:extLst>
              <a:ext uri="{FF2B5EF4-FFF2-40B4-BE49-F238E27FC236}">
                <a16:creationId xmlns:a16="http://schemas.microsoft.com/office/drawing/2014/main" id="{812539CE-DD60-4F9E-A593-F0516BD86F2F}"/>
              </a:ext>
            </a:extLst>
          </p:cNvPr>
          <p:cNvSpPr>
            <a:spLocks noGrp="1"/>
          </p:cNvSpPr>
          <p:nvPr/>
        </p:nvSpPr>
        <p:spPr>
          <a:xfrm>
            <a:off x="350282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Cryo_13413">
            <a:extLst>
              <a:ext uri="{FF2B5EF4-FFF2-40B4-BE49-F238E27FC236}">
                <a16:creationId xmlns:a16="http://schemas.microsoft.com/office/drawing/2014/main" id="{7AFB83A4-0E49-4455-B5A6-533A3E22254E}"/>
              </a:ext>
            </a:extLst>
          </p:cNvPr>
          <p:cNvSpPr>
            <a:spLocks noGrp="1"/>
          </p:cNvSpPr>
          <p:nvPr/>
        </p:nvSpPr>
        <p:spPr>
          <a:xfrm>
            <a:off x="3432045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Cryo_13414">
            <a:extLst>
              <a:ext uri="{FF2B5EF4-FFF2-40B4-BE49-F238E27FC236}">
                <a16:creationId xmlns:a16="http://schemas.microsoft.com/office/drawing/2014/main" id="{6B201AF4-7E06-4A2D-8184-64E565769DF3}"/>
              </a:ext>
            </a:extLst>
          </p:cNvPr>
          <p:cNvSpPr>
            <a:spLocks noGrp="1"/>
          </p:cNvSpPr>
          <p:nvPr/>
        </p:nvSpPr>
        <p:spPr>
          <a:xfrm>
            <a:off x="3496225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Cryo_13415">
            <a:extLst>
              <a:ext uri="{FF2B5EF4-FFF2-40B4-BE49-F238E27FC236}">
                <a16:creationId xmlns:a16="http://schemas.microsoft.com/office/drawing/2014/main" id="{E2A9663C-1BF1-400A-9189-5271A00FD6F4}"/>
              </a:ext>
            </a:extLst>
          </p:cNvPr>
          <p:cNvSpPr>
            <a:spLocks noGrp="1"/>
          </p:cNvSpPr>
          <p:nvPr/>
        </p:nvSpPr>
        <p:spPr>
          <a:xfrm>
            <a:off x="33516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Cryo_13416">
            <a:extLst>
              <a:ext uri="{FF2B5EF4-FFF2-40B4-BE49-F238E27FC236}">
                <a16:creationId xmlns:a16="http://schemas.microsoft.com/office/drawing/2014/main" id="{FED6D0B1-916A-4EAB-8912-7F65FAFA762B}"/>
              </a:ext>
            </a:extLst>
          </p:cNvPr>
          <p:cNvSpPr>
            <a:spLocks noGrp="1"/>
          </p:cNvSpPr>
          <p:nvPr/>
        </p:nvSpPr>
        <p:spPr>
          <a:xfrm>
            <a:off x="35109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Cryo_13417">
            <a:extLst>
              <a:ext uri="{FF2B5EF4-FFF2-40B4-BE49-F238E27FC236}">
                <a16:creationId xmlns:a16="http://schemas.microsoft.com/office/drawing/2014/main" id="{42E3C901-298C-49AE-8DE5-602E6D47A473}"/>
              </a:ext>
            </a:extLst>
          </p:cNvPr>
          <p:cNvSpPr>
            <a:spLocks noGrp="1"/>
          </p:cNvSpPr>
          <p:nvPr/>
        </p:nvSpPr>
        <p:spPr>
          <a:xfrm>
            <a:off x="3517492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Cryo_13418">
            <a:extLst>
              <a:ext uri="{FF2B5EF4-FFF2-40B4-BE49-F238E27FC236}">
                <a16:creationId xmlns:a16="http://schemas.microsoft.com/office/drawing/2014/main" id="{A97BF320-7A2C-48F8-9EF5-280DC7A07B94}"/>
              </a:ext>
            </a:extLst>
          </p:cNvPr>
          <p:cNvSpPr>
            <a:spLocks noGrp="1"/>
          </p:cNvSpPr>
          <p:nvPr/>
        </p:nvSpPr>
        <p:spPr>
          <a:xfrm>
            <a:off x="358755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Cryo_13419">
            <a:extLst>
              <a:ext uri="{FF2B5EF4-FFF2-40B4-BE49-F238E27FC236}">
                <a16:creationId xmlns:a16="http://schemas.microsoft.com/office/drawing/2014/main" id="{4D70B460-FEAF-4302-963E-9301342009A1}"/>
              </a:ext>
            </a:extLst>
          </p:cNvPr>
          <p:cNvSpPr>
            <a:spLocks noGrp="1"/>
          </p:cNvSpPr>
          <p:nvPr/>
        </p:nvSpPr>
        <p:spPr>
          <a:xfrm>
            <a:off x="3464610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Cryo_13420">
            <a:extLst>
              <a:ext uri="{FF2B5EF4-FFF2-40B4-BE49-F238E27FC236}">
                <a16:creationId xmlns:a16="http://schemas.microsoft.com/office/drawing/2014/main" id="{AE8D8422-C0A1-4106-9878-E5B50BCC04EA}"/>
              </a:ext>
            </a:extLst>
          </p:cNvPr>
          <p:cNvSpPr>
            <a:spLocks noGrp="1"/>
          </p:cNvSpPr>
          <p:nvPr/>
        </p:nvSpPr>
        <p:spPr>
          <a:xfrm>
            <a:off x="357326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Cryo_13421">
            <a:extLst>
              <a:ext uri="{FF2B5EF4-FFF2-40B4-BE49-F238E27FC236}">
                <a16:creationId xmlns:a16="http://schemas.microsoft.com/office/drawing/2014/main" id="{C79914A4-F2BC-45BF-90E2-2E938B4FA93E}"/>
              </a:ext>
            </a:extLst>
          </p:cNvPr>
          <p:cNvSpPr>
            <a:spLocks noGrp="1"/>
          </p:cNvSpPr>
          <p:nvPr/>
        </p:nvSpPr>
        <p:spPr>
          <a:xfrm>
            <a:off x="343791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Cryo_13422">
            <a:extLst>
              <a:ext uri="{FF2B5EF4-FFF2-40B4-BE49-F238E27FC236}">
                <a16:creationId xmlns:a16="http://schemas.microsoft.com/office/drawing/2014/main" id="{C2883B09-D4CF-48F6-8FC5-4FDAF10460A3}"/>
              </a:ext>
            </a:extLst>
          </p:cNvPr>
          <p:cNvSpPr>
            <a:spLocks noGrp="1"/>
          </p:cNvSpPr>
          <p:nvPr/>
        </p:nvSpPr>
        <p:spPr>
          <a:xfrm>
            <a:off x="3431406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Cryo_13423">
            <a:extLst>
              <a:ext uri="{FF2B5EF4-FFF2-40B4-BE49-F238E27FC236}">
                <a16:creationId xmlns:a16="http://schemas.microsoft.com/office/drawing/2014/main" id="{EACBD1A7-D4FD-4FE7-85C9-BAA338ECF240}"/>
              </a:ext>
            </a:extLst>
          </p:cNvPr>
          <p:cNvSpPr>
            <a:spLocks noGrp="1"/>
          </p:cNvSpPr>
          <p:nvPr/>
        </p:nvSpPr>
        <p:spPr>
          <a:xfrm>
            <a:off x="3509139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Cryo_13424">
            <a:extLst>
              <a:ext uri="{FF2B5EF4-FFF2-40B4-BE49-F238E27FC236}">
                <a16:creationId xmlns:a16="http://schemas.microsoft.com/office/drawing/2014/main" id="{78C93AD4-49E3-45F8-AE2B-F2A3C5BEEAFE}"/>
              </a:ext>
            </a:extLst>
          </p:cNvPr>
          <p:cNvSpPr>
            <a:spLocks noGrp="1"/>
          </p:cNvSpPr>
          <p:nvPr/>
        </p:nvSpPr>
        <p:spPr>
          <a:xfrm>
            <a:off x="35005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Cryo_13425">
            <a:extLst>
              <a:ext uri="{FF2B5EF4-FFF2-40B4-BE49-F238E27FC236}">
                <a16:creationId xmlns:a16="http://schemas.microsoft.com/office/drawing/2014/main" id="{09E823F5-E675-4281-B634-860207FEAA40}"/>
              </a:ext>
            </a:extLst>
          </p:cNvPr>
          <p:cNvSpPr>
            <a:spLocks noGrp="1"/>
          </p:cNvSpPr>
          <p:nvPr/>
        </p:nvSpPr>
        <p:spPr>
          <a:xfrm>
            <a:off x="357810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Cryo_13426">
            <a:extLst>
              <a:ext uri="{FF2B5EF4-FFF2-40B4-BE49-F238E27FC236}">
                <a16:creationId xmlns:a16="http://schemas.microsoft.com/office/drawing/2014/main" id="{689C3CCC-CD59-4D34-8F40-68D3879322BE}"/>
              </a:ext>
            </a:extLst>
          </p:cNvPr>
          <p:cNvSpPr>
            <a:spLocks noGrp="1"/>
          </p:cNvSpPr>
          <p:nvPr/>
        </p:nvSpPr>
        <p:spPr>
          <a:xfrm>
            <a:off x="347035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Cryo_13427">
            <a:extLst>
              <a:ext uri="{FF2B5EF4-FFF2-40B4-BE49-F238E27FC236}">
                <a16:creationId xmlns:a16="http://schemas.microsoft.com/office/drawing/2014/main" id="{2664B4BA-B0C8-4E4A-8DA0-872B8B96FCB4}"/>
              </a:ext>
            </a:extLst>
          </p:cNvPr>
          <p:cNvSpPr>
            <a:spLocks noGrp="1"/>
          </p:cNvSpPr>
          <p:nvPr/>
        </p:nvSpPr>
        <p:spPr>
          <a:xfrm>
            <a:off x="3532369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Cryo_13428">
            <a:extLst>
              <a:ext uri="{FF2B5EF4-FFF2-40B4-BE49-F238E27FC236}">
                <a16:creationId xmlns:a16="http://schemas.microsoft.com/office/drawing/2014/main" id="{137911A9-55FA-4008-BB33-C1B65D8AC0CC}"/>
              </a:ext>
            </a:extLst>
          </p:cNvPr>
          <p:cNvSpPr>
            <a:spLocks noGrp="1"/>
          </p:cNvSpPr>
          <p:nvPr/>
        </p:nvSpPr>
        <p:spPr>
          <a:xfrm>
            <a:off x="35500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Cryo_13429">
            <a:extLst>
              <a:ext uri="{FF2B5EF4-FFF2-40B4-BE49-F238E27FC236}">
                <a16:creationId xmlns:a16="http://schemas.microsoft.com/office/drawing/2014/main" id="{35D42CAC-F602-4D2F-970A-B8A7A74F2BFC}"/>
              </a:ext>
            </a:extLst>
          </p:cNvPr>
          <p:cNvSpPr>
            <a:spLocks noGrp="1"/>
          </p:cNvSpPr>
          <p:nvPr/>
        </p:nvSpPr>
        <p:spPr>
          <a:xfrm>
            <a:off x="3520832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Cryo_13430">
            <a:extLst>
              <a:ext uri="{FF2B5EF4-FFF2-40B4-BE49-F238E27FC236}">
                <a16:creationId xmlns:a16="http://schemas.microsoft.com/office/drawing/2014/main" id="{D9A9D46F-E737-4B4E-A302-30974207267A}"/>
              </a:ext>
            </a:extLst>
          </p:cNvPr>
          <p:cNvSpPr>
            <a:spLocks noGrp="1"/>
          </p:cNvSpPr>
          <p:nvPr/>
        </p:nvSpPr>
        <p:spPr>
          <a:xfrm>
            <a:off x="33790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Cryo_13431">
            <a:extLst>
              <a:ext uri="{FF2B5EF4-FFF2-40B4-BE49-F238E27FC236}">
                <a16:creationId xmlns:a16="http://schemas.microsoft.com/office/drawing/2014/main" id="{530A3942-B4FE-4BC4-9E1F-DFA0431E4267}"/>
              </a:ext>
            </a:extLst>
          </p:cNvPr>
          <p:cNvSpPr>
            <a:spLocks noGrp="1"/>
          </p:cNvSpPr>
          <p:nvPr/>
        </p:nvSpPr>
        <p:spPr>
          <a:xfrm>
            <a:off x="334200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Cryo_13432">
            <a:extLst>
              <a:ext uri="{FF2B5EF4-FFF2-40B4-BE49-F238E27FC236}">
                <a16:creationId xmlns:a16="http://schemas.microsoft.com/office/drawing/2014/main" id="{6A1110BF-806F-4C3C-9F4C-CF1961D88C0C}"/>
              </a:ext>
            </a:extLst>
          </p:cNvPr>
          <p:cNvSpPr>
            <a:spLocks noGrp="1"/>
          </p:cNvSpPr>
          <p:nvPr/>
        </p:nvSpPr>
        <p:spPr>
          <a:xfrm>
            <a:off x="344339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Cryo_13433">
            <a:extLst>
              <a:ext uri="{FF2B5EF4-FFF2-40B4-BE49-F238E27FC236}">
                <a16:creationId xmlns:a16="http://schemas.microsoft.com/office/drawing/2014/main" id="{9F58D4A5-2A7B-4F2D-A38F-6B4B6FD0C4DC}"/>
              </a:ext>
            </a:extLst>
          </p:cNvPr>
          <p:cNvSpPr>
            <a:spLocks noGrp="1"/>
          </p:cNvSpPr>
          <p:nvPr/>
        </p:nvSpPr>
        <p:spPr>
          <a:xfrm>
            <a:off x="3486229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Cryo_13434">
            <a:extLst>
              <a:ext uri="{FF2B5EF4-FFF2-40B4-BE49-F238E27FC236}">
                <a16:creationId xmlns:a16="http://schemas.microsoft.com/office/drawing/2014/main" id="{C46939B8-F9C5-4479-98C4-D04D6E7558F6}"/>
              </a:ext>
            </a:extLst>
          </p:cNvPr>
          <p:cNvSpPr>
            <a:spLocks noGrp="1"/>
          </p:cNvSpPr>
          <p:nvPr/>
        </p:nvSpPr>
        <p:spPr>
          <a:xfrm>
            <a:off x="339315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Cryo_13435">
            <a:extLst>
              <a:ext uri="{FF2B5EF4-FFF2-40B4-BE49-F238E27FC236}">
                <a16:creationId xmlns:a16="http://schemas.microsoft.com/office/drawing/2014/main" id="{9D8EAF24-E3FD-445F-AA9A-85024960252C}"/>
              </a:ext>
            </a:extLst>
          </p:cNvPr>
          <p:cNvSpPr>
            <a:spLocks noGrp="1"/>
          </p:cNvSpPr>
          <p:nvPr/>
        </p:nvSpPr>
        <p:spPr>
          <a:xfrm>
            <a:off x="336763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Cryo_13436">
            <a:extLst>
              <a:ext uri="{FF2B5EF4-FFF2-40B4-BE49-F238E27FC236}">
                <a16:creationId xmlns:a16="http://schemas.microsoft.com/office/drawing/2014/main" id="{0B9C08FF-7BF2-45E2-9017-C5D61CDA9B10}"/>
              </a:ext>
            </a:extLst>
          </p:cNvPr>
          <p:cNvSpPr>
            <a:spLocks noGrp="1"/>
          </p:cNvSpPr>
          <p:nvPr/>
        </p:nvSpPr>
        <p:spPr>
          <a:xfrm>
            <a:off x="355363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Cryo_13437">
            <a:extLst>
              <a:ext uri="{FF2B5EF4-FFF2-40B4-BE49-F238E27FC236}">
                <a16:creationId xmlns:a16="http://schemas.microsoft.com/office/drawing/2014/main" id="{CA838DDE-313C-465B-9EF9-FB531272FF34}"/>
              </a:ext>
            </a:extLst>
          </p:cNvPr>
          <p:cNvSpPr>
            <a:spLocks noGrp="1"/>
          </p:cNvSpPr>
          <p:nvPr/>
        </p:nvSpPr>
        <p:spPr>
          <a:xfrm>
            <a:off x="35268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Cryo_13438">
            <a:extLst>
              <a:ext uri="{FF2B5EF4-FFF2-40B4-BE49-F238E27FC236}">
                <a16:creationId xmlns:a16="http://schemas.microsoft.com/office/drawing/2014/main" id="{5A7E6705-A426-41E0-AFBF-8A10F60219FA}"/>
              </a:ext>
            </a:extLst>
          </p:cNvPr>
          <p:cNvSpPr>
            <a:spLocks noGrp="1"/>
          </p:cNvSpPr>
          <p:nvPr/>
        </p:nvSpPr>
        <p:spPr>
          <a:xfrm>
            <a:off x="344961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Cryo_13439">
            <a:extLst>
              <a:ext uri="{FF2B5EF4-FFF2-40B4-BE49-F238E27FC236}">
                <a16:creationId xmlns:a16="http://schemas.microsoft.com/office/drawing/2014/main" id="{A19764B0-AC8A-4ECF-B635-7B6171260016}"/>
              </a:ext>
            </a:extLst>
          </p:cNvPr>
          <p:cNvSpPr>
            <a:spLocks noGrp="1"/>
          </p:cNvSpPr>
          <p:nvPr/>
        </p:nvSpPr>
        <p:spPr>
          <a:xfrm>
            <a:off x="338159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Cryo_13440">
            <a:extLst>
              <a:ext uri="{FF2B5EF4-FFF2-40B4-BE49-F238E27FC236}">
                <a16:creationId xmlns:a16="http://schemas.microsoft.com/office/drawing/2014/main" id="{766D653F-027F-4FC1-9ACC-8F13B1E61A6E}"/>
              </a:ext>
            </a:extLst>
          </p:cNvPr>
          <p:cNvSpPr>
            <a:spLocks noGrp="1"/>
          </p:cNvSpPr>
          <p:nvPr/>
        </p:nvSpPr>
        <p:spPr>
          <a:xfrm>
            <a:off x="35426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Cryo_13441">
            <a:extLst>
              <a:ext uri="{FF2B5EF4-FFF2-40B4-BE49-F238E27FC236}">
                <a16:creationId xmlns:a16="http://schemas.microsoft.com/office/drawing/2014/main" id="{F1B379C7-E225-4445-BEF0-ADE4294E922B}"/>
              </a:ext>
            </a:extLst>
          </p:cNvPr>
          <p:cNvSpPr>
            <a:spLocks noGrp="1"/>
          </p:cNvSpPr>
          <p:nvPr/>
        </p:nvSpPr>
        <p:spPr>
          <a:xfrm>
            <a:off x="3391943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Cryo_13442">
            <a:extLst>
              <a:ext uri="{FF2B5EF4-FFF2-40B4-BE49-F238E27FC236}">
                <a16:creationId xmlns:a16="http://schemas.microsoft.com/office/drawing/2014/main" id="{1F4D1C4E-6AEC-496A-BA59-796ADA32410B}"/>
              </a:ext>
            </a:extLst>
          </p:cNvPr>
          <p:cNvSpPr>
            <a:spLocks noGrp="1"/>
          </p:cNvSpPr>
          <p:nvPr/>
        </p:nvSpPr>
        <p:spPr>
          <a:xfrm>
            <a:off x="3367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Cryo_13443">
            <a:extLst>
              <a:ext uri="{FF2B5EF4-FFF2-40B4-BE49-F238E27FC236}">
                <a16:creationId xmlns:a16="http://schemas.microsoft.com/office/drawing/2014/main" id="{463F1521-736C-4383-A67B-36EAE7EAEB90}"/>
              </a:ext>
            </a:extLst>
          </p:cNvPr>
          <p:cNvSpPr>
            <a:spLocks noGrp="1"/>
          </p:cNvSpPr>
          <p:nvPr/>
        </p:nvSpPr>
        <p:spPr>
          <a:xfrm>
            <a:off x="347651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Cryo_13444">
            <a:extLst>
              <a:ext uri="{FF2B5EF4-FFF2-40B4-BE49-F238E27FC236}">
                <a16:creationId xmlns:a16="http://schemas.microsoft.com/office/drawing/2014/main" id="{3C4CAEC4-3700-4EC8-835F-BF1CC4DFA5A4}"/>
              </a:ext>
            </a:extLst>
          </p:cNvPr>
          <p:cNvSpPr>
            <a:spLocks noGrp="1"/>
          </p:cNvSpPr>
          <p:nvPr/>
        </p:nvSpPr>
        <p:spPr>
          <a:xfrm>
            <a:off x="33436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Cryo_13445">
            <a:extLst>
              <a:ext uri="{FF2B5EF4-FFF2-40B4-BE49-F238E27FC236}">
                <a16:creationId xmlns:a16="http://schemas.microsoft.com/office/drawing/2014/main" id="{4296FD50-1D18-4455-84A4-4D3D393AD353}"/>
              </a:ext>
            </a:extLst>
          </p:cNvPr>
          <p:cNvSpPr>
            <a:spLocks noGrp="1"/>
          </p:cNvSpPr>
          <p:nvPr/>
        </p:nvSpPr>
        <p:spPr>
          <a:xfrm>
            <a:off x="356217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Cryo_13446">
            <a:extLst>
              <a:ext uri="{FF2B5EF4-FFF2-40B4-BE49-F238E27FC236}">
                <a16:creationId xmlns:a16="http://schemas.microsoft.com/office/drawing/2014/main" id="{2A70578A-8208-4B30-9DFA-F7E6FEA944CE}"/>
              </a:ext>
            </a:extLst>
          </p:cNvPr>
          <p:cNvSpPr>
            <a:spLocks noGrp="1"/>
          </p:cNvSpPr>
          <p:nvPr/>
        </p:nvSpPr>
        <p:spPr>
          <a:xfrm>
            <a:off x="3548802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Cryo_13447">
            <a:extLst>
              <a:ext uri="{FF2B5EF4-FFF2-40B4-BE49-F238E27FC236}">
                <a16:creationId xmlns:a16="http://schemas.microsoft.com/office/drawing/2014/main" id="{15E902AD-222B-4F20-AAC9-283A2C76BF14}"/>
              </a:ext>
            </a:extLst>
          </p:cNvPr>
          <p:cNvSpPr>
            <a:spLocks noGrp="1"/>
          </p:cNvSpPr>
          <p:nvPr/>
        </p:nvSpPr>
        <p:spPr>
          <a:xfrm>
            <a:off x="3577448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Cryo_13448">
            <a:extLst>
              <a:ext uri="{FF2B5EF4-FFF2-40B4-BE49-F238E27FC236}">
                <a16:creationId xmlns:a16="http://schemas.microsoft.com/office/drawing/2014/main" id="{4CE40E6D-2945-40CA-B53C-0EC666194A22}"/>
              </a:ext>
            </a:extLst>
          </p:cNvPr>
          <p:cNvSpPr>
            <a:spLocks noGrp="1"/>
          </p:cNvSpPr>
          <p:nvPr/>
        </p:nvSpPr>
        <p:spPr>
          <a:xfrm>
            <a:off x="3437709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Cryo_13449">
            <a:extLst>
              <a:ext uri="{FF2B5EF4-FFF2-40B4-BE49-F238E27FC236}">
                <a16:creationId xmlns:a16="http://schemas.microsoft.com/office/drawing/2014/main" id="{9F406D44-B92C-4DFA-90FC-A8BA9C120BE6}"/>
              </a:ext>
            </a:extLst>
          </p:cNvPr>
          <p:cNvSpPr>
            <a:spLocks noGrp="1"/>
          </p:cNvSpPr>
          <p:nvPr/>
        </p:nvSpPr>
        <p:spPr>
          <a:xfrm>
            <a:off x="344850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Cryo_13450">
            <a:extLst>
              <a:ext uri="{FF2B5EF4-FFF2-40B4-BE49-F238E27FC236}">
                <a16:creationId xmlns:a16="http://schemas.microsoft.com/office/drawing/2014/main" id="{3AFC5843-5D85-497D-B04A-EA4ED2DA8A5D}"/>
              </a:ext>
            </a:extLst>
          </p:cNvPr>
          <p:cNvSpPr>
            <a:spLocks noGrp="1"/>
          </p:cNvSpPr>
          <p:nvPr/>
        </p:nvSpPr>
        <p:spPr>
          <a:xfrm>
            <a:off x="340545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Cryo_13451">
            <a:extLst>
              <a:ext uri="{FF2B5EF4-FFF2-40B4-BE49-F238E27FC236}">
                <a16:creationId xmlns:a16="http://schemas.microsoft.com/office/drawing/2014/main" id="{9156C8C9-ABF6-4B5A-A4BC-89A56D9B6B67}"/>
              </a:ext>
            </a:extLst>
          </p:cNvPr>
          <p:cNvSpPr>
            <a:spLocks noGrp="1"/>
          </p:cNvSpPr>
          <p:nvPr/>
        </p:nvSpPr>
        <p:spPr>
          <a:xfrm>
            <a:off x="35451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Cryo_13452">
            <a:extLst>
              <a:ext uri="{FF2B5EF4-FFF2-40B4-BE49-F238E27FC236}">
                <a16:creationId xmlns:a16="http://schemas.microsoft.com/office/drawing/2014/main" id="{1D1B2505-9B74-48EA-B7B3-4656B5B27256}"/>
              </a:ext>
            </a:extLst>
          </p:cNvPr>
          <p:cNvSpPr>
            <a:spLocks noGrp="1"/>
          </p:cNvSpPr>
          <p:nvPr/>
        </p:nvSpPr>
        <p:spPr>
          <a:xfrm>
            <a:off x="3488583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Cryo_13453">
            <a:extLst>
              <a:ext uri="{FF2B5EF4-FFF2-40B4-BE49-F238E27FC236}">
                <a16:creationId xmlns:a16="http://schemas.microsoft.com/office/drawing/2014/main" id="{B70BC997-3ECA-4628-ADD6-A55A818857CB}"/>
              </a:ext>
            </a:extLst>
          </p:cNvPr>
          <p:cNvSpPr>
            <a:spLocks noGrp="1"/>
          </p:cNvSpPr>
          <p:nvPr/>
        </p:nvSpPr>
        <p:spPr>
          <a:xfrm>
            <a:off x="353118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Cryo_13454">
            <a:extLst>
              <a:ext uri="{FF2B5EF4-FFF2-40B4-BE49-F238E27FC236}">
                <a16:creationId xmlns:a16="http://schemas.microsoft.com/office/drawing/2014/main" id="{938568CC-FCF2-49ED-9F31-73ED4D3F13DB}"/>
              </a:ext>
            </a:extLst>
          </p:cNvPr>
          <p:cNvSpPr>
            <a:spLocks noGrp="1"/>
          </p:cNvSpPr>
          <p:nvPr/>
        </p:nvSpPr>
        <p:spPr>
          <a:xfrm>
            <a:off x="352040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Cryo_13455">
            <a:extLst>
              <a:ext uri="{FF2B5EF4-FFF2-40B4-BE49-F238E27FC236}">
                <a16:creationId xmlns:a16="http://schemas.microsoft.com/office/drawing/2014/main" id="{7E04C726-E7B6-4260-8A8A-002197DBD9D4}"/>
              </a:ext>
            </a:extLst>
          </p:cNvPr>
          <p:cNvSpPr>
            <a:spLocks noGrp="1"/>
          </p:cNvSpPr>
          <p:nvPr/>
        </p:nvSpPr>
        <p:spPr>
          <a:xfrm>
            <a:off x="3521915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Cryo_13456">
            <a:extLst>
              <a:ext uri="{FF2B5EF4-FFF2-40B4-BE49-F238E27FC236}">
                <a16:creationId xmlns:a16="http://schemas.microsoft.com/office/drawing/2014/main" id="{027F1B5C-4D8E-4A58-9F15-B759BCB3761C}"/>
              </a:ext>
            </a:extLst>
          </p:cNvPr>
          <p:cNvSpPr>
            <a:spLocks noGrp="1"/>
          </p:cNvSpPr>
          <p:nvPr/>
        </p:nvSpPr>
        <p:spPr>
          <a:xfrm>
            <a:off x="346461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Cryo_13457">
            <a:extLst>
              <a:ext uri="{FF2B5EF4-FFF2-40B4-BE49-F238E27FC236}">
                <a16:creationId xmlns:a16="http://schemas.microsoft.com/office/drawing/2014/main" id="{5E8A30D1-3746-4ADF-ADD7-4969C10DFF47}"/>
              </a:ext>
            </a:extLst>
          </p:cNvPr>
          <p:cNvSpPr>
            <a:spLocks noGrp="1"/>
          </p:cNvSpPr>
          <p:nvPr/>
        </p:nvSpPr>
        <p:spPr>
          <a:xfrm>
            <a:off x="3543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Cryo_13458">
            <a:extLst>
              <a:ext uri="{FF2B5EF4-FFF2-40B4-BE49-F238E27FC236}">
                <a16:creationId xmlns:a16="http://schemas.microsoft.com/office/drawing/2014/main" id="{0697958A-1CB6-436D-946A-76ECB1F7E1A2}"/>
              </a:ext>
            </a:extLst>
          </p:cNvPr>
          <p:cNvSpPr>
            <a:spLocks noGrp="1"/>
          </p:cNvSpPr>
          <p:nvPr/>
        </p:nvSpPr>
        <p:spPr>
          <a:xfrm>
            <a:off x="350399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Cryo_13459">
            <a:extLst>
              <a:ext uri="{FF2B5EF4-FFF2-40B4-BE49-F238E27FC236}">
                <a16:creationId xmlns:a16="http://schemas.microsoft.com/office/drawing/2014/main" id="{E85D802A-2D22-48FD-B110-F7CA39A10A70}"/>
              </a:ext>
            </a:extLst>
          </p:cNvPr>
          <p:cNvSpPr>
            <a:spLocks noGrp="1"/>
          </p:cNvSpPr>
          <p:nvPr/>
        </p:nvSpPr>
        <p:spPr>
          <a:xfrm>
            <a:off x="3451651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Cryo_13460">
            <a:extLst>
              <a:ext uri="{FF2B5EF4-FFF2-40B4-BE49-F238E27FC236}">
                <a16:creationId xmlns:a16="http://schemas.microsoft.com/office/drawing/2014/main" id="{0833F5BD-0995-437A-92AC-29E46E6DC59D}"/>
              </a:ext>
            </a:extLst>
          </p:cNvPr>
          <p:cNvSpPr>
            <a:spLocks noGrp="1"/>
          </p:cNvSpPr>
          <p:nvPr/>
        </p:nvSpPr>
        <p:spPr>
          <a:xfrm>
            <a:off x="3348249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Cryo_13461">
            <a:extLst>
              <a:ext uri="{FF2B5EF4-FFF2-40B4-BE49-F238E27FC236}">
                <a16:creationId xmlns:a16="http://schemas.microsoft.com/office/drawing/2014/main" id="{300B3F4F-53FD-4ECD-A7E4-5111C240C366}"/>
              </a:ext>
            </a:extLst>
          </p:cNvPr>
          <p:cNvSpPr>
            <a:spLocks noGrp="1"/>
          </p:cNvSpPr>
          <p:nvPr/>
        </p:nvSpPr>
        <p:spPr>
          <a:xfrm>
            <a:off x="34036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Cryo_13462">
            <a:extLst>
              <a:ext uri="{FF2B5EF4-FFF2-40B4-BE49-F238E27FC236}">
                <a16:creationId xmlns:a16="http://schemas.microsoft.com/office/drawing/2014/main" id="{0152A623-0854-4309-BEF9-038460C5827C}"/>
              </a:ext>
            </a:extLst>
          </p:cNvPr>
          <p:cNvSpPr>
            <a:spLocks noGrp="1"/>
          </p:cNvSpPr>
          <p:nvPr/>
        </p:nvSpPr>
        <p:spPr>
          <a:xfrm>
            <a:off x="338007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Cryo_13463">
            <a:extLst>
              <a:ext uri="{FF2B5EF4-FFF2-40B4-BE49-F238E27FC236}">
                <a16:creationId xmlns:a16="http://schemas.microsoft.com/office/drawing/2014/main" id="{14382BEC-2919-4C29-AFD2-A8DAD974D840}"/>
              </a:ext>
            </a:extLst>
          </p:cNvPr>
          <p:cNvSpPr>
            <a:spLocks noGrp="1"/>
          </p:cNvSpPr>
          <p:nvPr/>
        </p:nvSpPr>
        <p:spPr>
          <a:xfrm>
            <a:off x="341256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Cryo_13464">
            <a:extLst>
              <a:ext uri="{FF2B5EF4-FFF2-40B4-BE49-F238E27FC236}">
                <a16:creationId xmlns:a16="http://schemas.microsoft.com/office/drawing/2014/main" id="{45611628-DB2A-4FFE-99BE-173E2277C583}"/>
              </a:ext>
            </a:extLst>
          </p:cNvPr>
          <p:cNvSpPr>
            <a:spLocks noGrp="1"/>
          </p:cNvSpPr>
          <p:nvPr/>
        </p:nvSpPr>
        <p:spPr>
          <a:xfrm>
            <a:off x="3421721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Cryo_13465">
            <a:extLst>
              <a:ext uri="{FF2B5EF4-FFF2-40B4-BE49-F238E27FC236}">
                <a16:creationId xmlns:a16="http://schemas.microsoft.com/office/drawing/2014/main" id="{638D4E73-1C29-420B-B0EB-EC0460E4CDB9}"/>
              </a:ext>
            </a:extLst>
          </p:cNvPr>
          <p:cNvSpPr>
            <a:spLocks noGrp="1"/>
          </p:cNvSpPr>
          <p:nvPr/>
        </p:nvSpPr>
        <p:spPr>
          <a:xfrm>
            <a:off x="35069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Cryo_13466">
            <a:extLst>
              <a:ext uri="{FF2B5EF4-FFF2-40B4-BE49-F238E27FC236}">
                <a16:creationId xmlns:a16="http://schemas.microsoft.com/office/drawing/2014/main" id="{83D0F7A8-0167-4ECA-B2F5-FEAB76E7DEA5}"/>
              </a:ext>
            </a:extLst>
          </p:cNvPr>
          <p:cNvSpPr>
            <a:spLocks noGrp="1"/>
          </p:cNvSpPr>
          <p:nvPr/>
        </p:nvSpPr>
        <p:spPr>
          <a:xfrm>
            <a:off x="35499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Cryo_13467">
            <a:extLst>
              <a:ext uri="{FF2B5EF4-FFF2-40B4-BE49-F238E27FC236}">
                <a16:creationId xmlns:a16="http://schemas.microsoft.com/office/drawing/2014/main" id="{3FB1FCEF-5509-4758-B0ED-F81C1C9D01CB}"/>
              </a:ext>
            </a:extLst>
          </p:cNvPr>
          <p:cNvSpPr>
            <a:spLocks noGrp="1"/>
          </p:cNvSpPr>
          <p:nvPr/>
        </p:nvSpPr>
        <p:spPr>
          <a:xfrm>
            <a:off x="33612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Cryo_13468">
            <a:extLst>
              <a:ext uri="{FF2B5EF4-FFF2-40B4-BE49-F238E27FC236}">
                <a16:creationId xmlns:a16="http://schemas.microsoft.com/office/drawing/2014/main" id="{A3CB75AE-390A-497A-95A6-E71953E632BD}"/>
              </a:ext>
            </a:extLst>
          </p:cNvPr>
          <p:cNvSpPr>
            <a:spLocks noGrp="1"/>
          </p:cNvSpPr>
          <p:nvPr/>
        </p:nvSpPr>
        <p:spPr>
          <a:xfrm>
            <a:off x="35059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Cryo_13469">
            <a:extLst>
              <a:ext uri="{FF2B5EF4-FFF2-40B4-BE49-F238E27FC236}">
                <a16:creationId xmlns:a16="http://schemas.microsoft.com/office/drawing/2014/main" id="{7508114C-72F0-4585-A6A4-892DB1A96DBB}"/>
              </a:ext>
            </a:extLst>
          </p:cNvPr>
          <p:cNvSpPr>
            <a:spLocks noGrp="1"/>
          </p:cNvSpPr>
          <p:nvPr/>
        </p:nvSpPr>
        <p:spPr>
          <a:xfrm>
            <a:off x="3437034" y="42694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Cryo_13470">
            <a:extLst>
              <a:ext uri="{FF2B5EF4-FFF2-40B4-BE49-F238E27FC236}">
                <a16:creationId xmlns:a16="http://schemas.microsoft.com/office/drawing/2014/main" id="{ECE81FC0-D1CB-4E63-B540-5D14A5210A0D}"/>
              </a:ext>
            </a:extLst>
          </p:cNvPr>
          <p:cNvSpPr>
            <a:spLocks noGrp="1"/>
          </p:cNvSpPr>
          <p:nvPr/>
        </p:nvSpPr>
        <p:spPr>
          <a:xfrm>
            <a:off x="3517738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Cryo_13471">
            <a:extLst>
              <a:ext uri="{FF2B5EF4-FFF2-40B4-BE49-F238E27FC236}">
                <a16:creationId xmlns:a16="http://schemas.microsoft.com/office/drawing/2014/main" id="{733C0B33-8FE9-4BC2-8075-50F0F9A10298}"/>
              </a:ext>
            </a:extLst>
          </p:cNvPr>
          <p:cNvSpPr>
            <a:spLocks noGrp="1"/>
          </p:cNvSpPr>
          <p:nvPr/>
        </p:nvSpPr>
        <p:spPr>
          <a:xfrm>
            <a:off x="3489300" y="49901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Cryo_13472">
            <a:extLst>
              <a:ext uri="{FF2B5EF4-FFF2-40B4-BE49-F238E27FC236}">
                <a16:creationId xmlns:a16="http://schemas.microsoft.com/office/drawing/2014/main" id="{210E85E4-C26C-4C45-A474-C755D66C4EAA}"/>
              </a:ext>
            </a:extLst>
          </p:cNvPr>
          <p:cNvSpPr>
            <a:spLocks noGrp="1"/>
          </p:cNvSpPr>
          <p:nvPr/>
        </p:nvSpPr>
        <p:spPr>
          <a:xfrm>
            <a:off x="349519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Cryo_13473">
            <a:extLst>
              <a:ext uri="{FF2B5EF4-FFF2-40B4-BE49-F238E27FC236}">
                <a16:creationId xmlns:a16="http://schemas.microsoft.com/office/drawing/2014/main" id="{5B2F3B28-FB8B-46E3-989D-865EE4278746}"/>
              </a:ext>
            </a:extLst>
          </p:cNvPr>
          <p:cNvSpPr>
            <a:spLocks noGrp="1"/>
          </p:cNvSpPr>
          <p:nvPr/>
        </p:nvSpPr>
        <p:spPr>
          <a:xfrm>
            <a:off x="35693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Cryo_13474">
            <a:extLst>
              <a:ext uri="{FF2B5EF4-FFF2-40B4-BE49-F238E27FC236}">
                <a16:creationId xmlns:a16="http://schemas.microsoft.com/office/drawing/2014/main" id="{BD1935CC-B180-4C10-B411-885D5EC32CA9}"/>
              </a:ext>
            </a:extLst>
          </p:cNvPr>
          <p:cNvSpPr>
            <a:spLocks noGrp="1"/>
          </p:cNvSpPr>
          <p:nvPr/>
        </p:nvSpPr>
        <p:spPr>
          <a:xfrm>
            <a:off x="3414691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Cryo_13475">
            <a:extLst>
              <a:ext uri="{FF2B5EF4-FFF2-40B4-BE49-F238E27FC236}">
                <a16:creationId xmlns:a16="http://schemas.microsoft.com/office/drawing/2014/main" id="{D4710D36-0062-4FE9-AFE7-9B00521CD680}"/>
              </a:ext>
            </a:extLst>
          </p:cNvPr>
          <p:cNvSpPr>
            <a:spLocks noGrp="1"/>
          </p:cNvSpPr>
          <p:nvPr/>
        </p:nvSpPr>
        <p:spPr>
          <a:xfrm>
            <a:off x="356338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Cryo_13476">
            <a:extLst>
              <a:ext uri="{FF2B5EF4-FFF2-40B4-BE49-F238E27FC236}">
                <a16:creationId xmlns:a16="http://schemas.microsoft.com/office/drawing/2014/main" id="{85A0CA2F-1714-4582-8C87-A19D645A333A}"/>
              </a:ext>
            </a:extLst>
          </p:cNvPr>
          <p:cNvSpPr>
            <a:spLocks noGrp="1"/>
          </p:cNvSpPr>
          <p:nvPr/>
        </p:nvSpPr>
        <p:spPr>
          <a:xfrm>
            <a:off x="34272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Cryo_13477">
            <a:extLst>
              <a:ext uri="{FF2B5EF4-FFF2-40B4-BE49-F238E27FC236}">
                <a16:creationId xmlns:a16="http://schemas.microsoft.com/office/drawing/2014/main" id="{ED8386DF-E921-4EB0-A68B-803719710D4D}"/>
              </a:ext>
            </a:extLst>
          </p:cNvPr>
          <p:cNvSpPr>
            <a:spLocks noGrp="1"/>
          </p:cNvSpPr>
          <p:nvPr/>
        </p:nvSpPr>
        <p:spPr>
          <a:xfrm>
            <a:off x="34522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Cryo_13478">
            <a:extLst>
              <a:ext uri="{FF2B5EF4-FFF2-40B4-BE49-F238E27FC236}">
                <a16:creationId xmlns:a16="http://schemas.microsoft.com/office/drawing/2014/main" id="{03C207EF-E30C-4482-8340-AADDA092A881}"/>
              </a:ext>
            </a:extLst>
          </p:cNvPr>
          <p:cNvSpPr>
            <a:spLocks noGrp="1"/>
          </p:cNvSpPr>
          <p:nvPr/>
        </p:nvSpPr>
        <p:spPr>
          <a:xfrm>
            <a:off x="3512705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Cryo_13479">
            <a:extLst>
              <a:ext uri="{FF2B5EF4-FFF2-40B4-BE49-F238E27FC236}">
                <a16:creationId xmlns:a16="http://schemas.microsoft.com/office/drawing/2014/main" id="{B0FF42BF-AE17-423A-A232-949007816EDA}"/>
              </a:ext>
            </a:extLst>
          </p:cNvPr>
          <p:cNvSpPr>
            <a:spLocks noGrp="1"/>
          </p:cNvSpPr>
          <p:nvPr/>
        </p:nvSpPr>
        <p:spPr>
          <a:xfrm>
            <a:off x="334415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Cryo_13480">
            <a:extLst>
              <a:ext uri="{FF2B5EF4-FFF2-40B4-BE49-F238E27FC236}">
                <a16:creationId xmlns:a16="http://schemas.microsoft.com/office/drawing/2014/main" id="{FFFD48CF-B78F-4A0D-A036-E91199D51F35}"/>
              </a:ext>
            </a:extLst>
          </p:cNvPr>
          <p:cNvSpPr>
            <a:spLocks noGrp="1"/>
          </p:cNvSpPr>
          <p:nvPr/>
        </p:nvSpPr>
        <p:spPr>
          <a:xfrm>
            <a:off x="35677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Cryo_13481">
            <a:extLst>
              <a:ext uri="{FF2B5EF4-FFF2-40B4-BE49-F238E27FC236}">
                <a16:creationId xmlns:a16="http://schemas.microsoft.com/office/drawing/2014/main" id="{A40F48A9-3B59-4FA4-AFBB-0520FE9ADC96}"/>
              </a:ext>
            </a:extLst>
          </p:cNvPr>
          <p:cNvSpPr>
            <a:spLocks noGrp="1"/>
          </p:cNvSpPr>
          <p:nvPr/>
        </p:nvSpPr>
        <p:spPr>
          <a:xfrm>
            <a:off x="359118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Cryo_13482">
            <a:extLst>
              <a:ext uri="{FF2B5EF4-FFF2-40B4-BE49-F238E27FC236}">
                <a16:creationId xmlns:a16="http://schemas.microsoft.com/office/drawing/2014/main" id="{F10C8F8F-893E-4469-B03D-81BBF50A6CD7}"/>
              </a:ext>
            </a:extLst>
          </p:cNvPr>
          <p:cNvSpPr>
            <a:spLocks noGrp="1"/>
          </p:cNvSpPr>
          <p:nvPr/>
        </p:nvSpPr>
        <p:spPr>
          <a:xfrm>
            <a:off x="3507085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Cryo_13483">
            <a:extLst>
              <a:ext uri="{FF2B5EF4-FFF2-40B4-BE49-F238E27FC236}">
                <a16:creationId xmlns:a16="http://schemas.microsoft.com/office/drawing/2014/main" id="{733B8EA6-CB0E-4B49-9136-41BE3A4231DA}"/>
              </a:ext>
            </a:extLst>
          </p:cNvPr>
          <p:cNvSpPr>
            <a:spLocks noGrp="1"/>
          </p:cNvSpPr>
          <p:nvPr/>
        </p:nvSpPr>
        <p:spPr>
          <a:xfrm>
            <a:off x="34150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Cryo_13484">
            <a:extLst>
              <a:ext uri="{FF2B5EF4-FFF2-40B4-BE49-F238E27FC236}">
                <a16:creationId xmlns:a16="http://schemas.microsoft.com/office/drawing/2014/main" id="{4453666A-7E2D-409E-8ADB-2C4E5FF832AA}"/>
              </a:ext>
            </a:extLst>
          </p:cNvPr>
          <p:cNvSpPr>
            <a:spLocks noGrp="1"/>
          </p:cNvSpPr>
          <p:nvPr/>
        </p:nvSpPr>
        <p:spPr>
          <a:xfrm>
            <a:off x="354448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Cryo_13485">
            <a:extLst>
              <a:ext uri="{FF2B5EF4-FFF2-40B4-BE49-F238E27FC236}">
                <a16:creationId xmlns:a16="http://schemas.microsoft.com/office/drawing/2014/main" id="{627A50AC-94C9-407D-B62E-5BBF3751F574}"/>
              </a:ext>
            </a:extLst>
          </p:cNvPr>
          <p:cNvSpPr>
            <a:spLocks noGrp="1"/>
          </p:cNvSpPr>
          <p:nvPr/>
        </p:nvSpPr>
        <p:spPr>
          <a:xfrm>
            <a:off x="34764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Cryo_13486">
            <a:extLst>
              <a:ext uri="{FF2B5EF4-FFF2-40B4-BE49-F238E27FC236}">
                <a16:creationId xmlns:a16="http://schemas.microsoft.com/office/drawing/2014/main" id="{604E0410-84B9-43D1-B02A-08DB90901733}"/>
              </a:ext>
            </a:extLst>
          </p:cNvPr>
          <p:cNvSpPr>
            <a:spLocks noGrp="1"/>
          </p:cNvSpPr>
          <p:nvPr/>
        </p:nvSpPr>
        <p:spPr>
          <a:xfrm>
            <a:off x="34286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Cryo_13487">
            <a:extLst>
              <a:ext uri="{FF2B5EF4-FFF2-40B4-BE49-F238E27FC236}">
                <a16:creationId xmlns:a16="http://schemas.microsoft.com/office/drawing/2014/main" id="{7BBD7F78-1639-474E-867B-392A850E98CE}"/>
              </a:ext>
            </a:extLst>
          </p:cNvPr>
          <p:cNvSpPr>
            <a:spLocks noGrp="1"/>
          </p:cNvSpPr>
          <p:nvPr/>
        </p:nvSpPr>
        <p:spPr>
          <a:xfrm>
            <a:off x="345006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Cryo_13488">
            <a:extLst>
              <a:ext uri="{FF2B5EF4-FFF2-40B4-BE49-F238E27FC236}">
                <a16:creationId xmlns:a16="http://schemas.microsoft.com/office/drawing/2014/main" id="{6E2165C1-3964-4CB6-8BE2-5FDED19173C9}"/>
              </a:ext>
            </a:extLst>
          </p:cNvPr>
          <p:cNvSpPr>
            <a:spLocks noGrp="1"/>
          </p:cNvSpPr>
          <p:nvPr/>
        </p:nvSpPr>
        <p:spPr>
          <a:xfrm>
            <a:off x="351100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Cryo_13489">
            <a:extLst>
              <a:ext uri="{FF2B5EF4-FFF2-40B4-BE49-F238E27FC236}">
                <a16:creationId xmlns:a16="http://schemas.microsoft.com/office/drawing/2014/main" id="{1125FB25-8EC4-4365-9A22-D27E1A0AC681}"/>
              </a:ext>
            </a:extLst>
          </p:cNvPr>
          <p:cNvSpPr>
            <a:spLocks noGrp="1"/>
          </p:cNvSpPr>
          <p:nvPr/>
        </p:nvSpPr>
        <p:spPr>
          <a:xfrm>
            <a:off x="334710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Cryo_13490">
            <a:extLst>
              <a:ext uri="{FF2B5EF4-FFF2-40B4-BE49-F238E27FC236}">
                <a16:creationId xmlns:a16="http://schemas.microsoft.com/office/drawing/2014/main" id="{1E6191FF-DCCA-4C08-83CA-7FDD8927B66B}"/>
              </a:ext>
            </a:extLst>
          </p:cNvPr>
          <p:cNvSpPr>
            <a:spLocks noGrp="1"/>
          </p:cNvSpPr>
          <p:nvPr/>
        </p:nvSpPr>
        <p:spPr>
          <a:xfrm>
            <a:off x="3578935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Cryo_13491">
            <a:extLst>
              <a:ext uri="{FF2B5EF4-FFF2-40B4-BE49-F238E27FC236}">
                <a16:creationId xmlns:a16="http://schemas.microsoft.com/office/drawing/2014/main" id="{9085581A-04CA-44A6-9BE8-6F0337F6C569}"/>
              </a:ext>
            </a:extLst>
          </p:cNvPr>
          <p:cNvSpPr>
            <a:spLocks noGrp="1"/>
          </p:cNvSpPr>
          <p:nvPr/>
        </p:nvSpPr>
        <p:spPr>
          <a:xfrm>
            <a:off x="35889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Cryo_13492">
            <a:extLst>
              <a:ext uri="{FF2B5EF4-FFF2-40B4-BE49-F238E27FC236}">
                <a16:creationId xmlns:a16="http://schemas.microsoft.com/office/drawing/2014/main" id="{FA71273A-EAC2-433D-BA61-0F61C612A7F5}"/>
              </a:ext>
            </a:extLst>
          </p:cNvPr>
          <p:cNvSpPr>
            <a:spLocks noGrp="1"/>
          </p:cNvSpPr>
          <p:nvPr/>
        </p:nvSpPr>
        <p:spPr>
          <a:xfrm>
            <a:off x="339755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Cryo_13493">
            <a:extLst>
              <a:ext uri="{FF2B5EF4-FFF2-40B4-BE49-F238E27FC236}">
                <a16:creationId xmlns:a16="http://schemas.microsoft.com/office/drawing/2014/main" id="{9E46D9A5-46A1-489B-AF75-B8EF1A4487EB}"/>
              </a:ext>
            </a:extLst>
          </p:cNvPr>
          <p:cNvSpPr>
            <a:spLocks noGrp="1"/>
          </p:cNvSpPr>
          <p:nvPr/>
        </p:nvSpPr>
        <p:spPr>
          <a:xfrm>
            <a:off x="3548721" y="54377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Cryo_13494">
            <a:extLst>
              <a:ext uri="{FF2B5EF4-FFF2-40B4-BE49-F238E27FC236}">
                <a16:creationId xmlns:a16="http://schemas.microsoft.com/office/drawing/2014/main" id="{E1F1D9EC-2781-4FC7-A9E6-1B93A05153AA}"/>
              </a:ext>
            </a:extLst>
          </p:cNvPr>
          <p:cNvSpPr>
            <a:spLocks noGrp="1"/>
          </p:cNvSpPr>
          <p:nvPr/>
        </p:nvSpPr>
        <p:spPr>
          <a:xfrm>
            <a:off x="3389340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Cryo_13495">
            <a:extLst>
              <a:ext uri="{FF2B5EF4-FFF2-40B4-BE49-F238E27FC236}">
                <a16:creationId xmlns:a16="http://schemas.microsoft.com/office/drawing/2014/main" id="{BC3022F1-9103-4AFB-81D0-2607BD74B6E4}"/>
              </a:ext>
            </a:extLst>
          </p:cNvPr>
          <p:cNvSpPr>
            <a:spLocks noGrp="1"/>
          </p:cNvSpPr>
          <p:nvPr/>
        </p:nvSpPr>
        <p:spPr>
          <a:xfrm>
            <a:off x="35747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Cryo_13496">
            <a:extLst>
              <a:ext uri="{FF2B5EF4-FFF2-40B4-BE49-F238E27FC236}">
                <a16:creationId xmlns:a16="http://schemas.microsoft.com/office/drawing/2014/main" id="{09D6D268-43CA-4CC8-99C4-01A5A0A30DB7}"/>
              </a:ext>
            </a:extLst>
          </p:cNvPr>
          <p:cNvSpPr>
            <a:spLocks noGrp="1"/>
          </p:cNvSpPr>
          <p:nvPr/>
        </p:nvSpPr>
        <p:spPr>
          <a:xfrm>
            <a:off x="338117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Cryo_13497">
            <a:extLst>
              <a:ext uri="{FF2B5EF4-FFF2-40B4-BE49-F238E27FC236}">
                <a16:creationId xmlns:a16="http://schemas.microsoft.com/office/drawing/2014/main" id="{628B4ADF-BFC0-49C5-ABBA-6339EF7E8565}"/>
              </a:ext>
            </a:extLst>
          </p:cNvPr>
          <p:cNvSpPr>
            <a:spLocks noGrp="1"/>
          </p:cNvSpPr>
          <p:nvPr/>
        </p:nvSpPr>
        <p:spPr>
          <a:xfrm>
            <a:off x="34844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Cryo_13498">
            <a:extLst>
              <a:ext uri="{FF2B5EF4-FFF2-40B4-BE49-F238E27FC236}">
                <a16:creationId xmlns:a16="http://schemas.microsoft.com/office/drawing/2014/main" id="{A93A67A4-9558-4484-A8A0-5979DC061D82}"/>
              </a:ext>
            </a:extLst>
          </p:cNvPr>
          <p:cNvSpPr>
            <a:spLocks noGrp="1"/>
          </p:cNvSpPr>
          <p:nvPr/>
        </p:nvSpPr>
        <p:spPr>
          <a:xfrm>
            <a:off x="33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Cryo_13499">
            <a:extLst>
              <a:ext uri="{FF2B5EF4-FFF2-40B4-BE49-F238E27FC236}">
                <a16:creationId xmlns:a16="http://schemas.microsoft.com/office/drawing/2014/main" id="{3C064711-77E3-40F0-9E89-12CD1128C71E}"/>
              </a:ext>
            </a:extLst>
          </p:cNvPr>
          <p:cNvSpPr>
            <a:spLocks noGrp="1"/>
          </p:cNvSpPr>
          <p:nvPr/>
        </p:nvSpPr>
        <p:spPr>
          <a:xfrm>
            <a:off x="3525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Cryo_13500">
            <a:extLst>
              <a:ext uri="{FF2B5EF4-FFF2-40B4-BE49-F238E27FC236}">
                <a16:creationId xmlns:a16="http://schemas.microsoft.com/office/drawing/2014/main" id="{BAE404A7-74CF-4EB1-9497-18EFD621E9AB}"/>
              </a:ext>
            </a:extLst>
          </p:cNvPr>
          <p:cNvSpPr>
            <a:spLocks noGrp="1"/>
          </p:cNvSpPr>
          <p:nvPr/>
        </p:nvSpPr>
        <p:spPr>
          <a:xfrm>
            <a:off x="34270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Cryo_13501">
            <a:extLst>
              <a:ext uri="{FF2B5EF4-FFF2-40B4-BE49-F238E27FC236}">
                <a16:creationId xmlns:a16="http://schemas.microsoft.com/office/drawing/2014/main" id="{B41EC5C7-2682-41C1-80B3-96F03C76D93D}"/>
              </a:ext>
            </a:extLst>
          </p:cNvPr>
          <p:cNvSpPr>
            <a:spLocks noGrp="1"/>
          </p:cNvSpPr>
          <p:nvPr/>
        </p:nvSpPr>
        <p:spPr>
          <a:xfrm>
            <a:off x="3492392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Cryo_13502">
            <a:extLst>
              <a:ext uri="{FF2B5EF4-FFF2-40B4-BE49-F238E27FC236}">
                <a16:creationId xmlns:a16="http://schemas.microsoft.com/office/drawing/2014/main" id="{BFBD6749-CC6D-4893-9185-31E6744513E6}"/>
              </a:ext>
            </a:extLst>
          </p:cNvPr>
          <p:cNvSpPr>
            <a:spLocks noGrp="1"/>
          </p:cNvSpPr>
          <p:nvPr/>
        </p:nvSpPr>
        <p:spPr>
          <a:xfrm>
            <a:off x="3414161" y="48886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Cryo_13503">
            <a:extLst>
              <a:ext uri="{FF2B5EF4-FFF2-40B4-BE49-F238E27FC236}">
                <a16:creationId xmlns:a16="http://schemas.microsoft.com/office/drawing/2014/main" id="{9FAB329D-3ED9-44C7-B7C4-C766BAB9EF01}"/>
              </a:ext>
            </a:extLst>
          </p:cNvPr>
          <p:cNvSpPr>
            <a:spLocks noGrp="1"/>
          </p:cNvSpPr>
          <p:nvPr/>
        </p:nvSpPr>
        <p:spPr>
          <a:xfrm>
            <a:off x="3358734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Cryo_13504">
            <a:extLst>
              <a:ext uri="{FF2B5EF4-FFF2-40B4-BE49-F238E27FC236}">
                <a16:creationId xmlns:a16="http://schemas.microsoft.com/office/drawing/2014/main" id="{5652C997-4524-4C09-A599-341BD0C83BD2}"/>
              </a:ext>
            </a:extLst>
          </p:cNvPr>
          <p:cNvSpPr>
            <a:spLocks noGrp="1"/>
          </p:cNvSpPr>
          <p:nvPr/>
        </p:nvSpPr>
        <p:spPr>
          <a:xfrm>
            <a:off x="346557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Cryo_13505">
            <a:extLst>
              <a:ext uri="{FF2B5EF4-FFF2-40B4-BE49-F238E27FC236}">
                <a16:creationId xmlns:a16="http://schemas.microsoft.com/office/drawing/2014/main" id="{9001B122-2BC2-411E-A07A-77133C5ABE03}"/>
              </a:ext>
            </a:extLst>
          </p:cNvPr>
          <p:cNvSpPr>
            <a:spLocks noGrp="1"/>
          </p:cNvSpPr>
          <p:nvPr/>
        </p:nvSpPr>
        <p:spPr>
          <a:xfrm>
            <a:off x="340837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Cryo_13506">
            <a:extLst>
              <a:ext uri="{FF2B5EF4-FFF2-40B4-BE49-F238E27FC236}">
                <a16:creationId xmlns:a16="http://schemas.microsoft.com/office/drawing/2014/main" id="{58F3FE0D-6756-4BAE-8471-40BF4252B4F8}"/>
              </a:ext>
            </a:extLst>
          </p:cNvPr>
          <p:cNvSpPr>
            <a:spLocks noGrp="1"/>
          </p:cNvSpPr>
          <p:nvPr/>
        </p:nvSpPr>
        <p:spPr>
          <a:xfrm>
            <a:off x="353781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Cryo_13507">
            <a:extLst>
              <a:ext uri="{FF2B5EF4-FFF2-40B4-BE49-F238E27FC236}">
                <a16:creationId xmlns:a16="http://schemas.microsoft.com/office/drawing/2014/main" id="{A5980914-5CB7-442C-AD08-F670969852D8}"/>
              </a:ext>
            </a:extLst>
          </p:cNvPr>
          <p:cNvSpPr>
            <a:spLocks noGrp="1"/>
          </p:cNvSpPr>
          <p:nvPr/>
        </p:nvSpPr>
        <p:spPr>
          <a:xfrm>
            <a:off x="3400455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Cryo_13508">
            <a:extLst>
              <a:ext uri="{FF2B5EF4-FFF2-40B4-BE49-F238E27FC236}">
                <a16:creationId xmlns:a16="http://schemas.microsoft.com/office/drawing/2014/main" id="{D25BAA6B-8F0F-4BF9-AB71-1BFC62CB755E}"/>
              </a:ext>
            </a:extLst>
          </p:cNvPr>
          <p:cNvSpPr>
            <a:spLocks noGrp="1"/>
          </p:cNvSpPr>
          <p:nvPr/>
        </p:nvSpPr>
        <p:spPr>
          <a:xfrm>
            <a:off x="354859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Cryo_13509">
            <a:extLst>
              <a:ext uri="{FF2B5EF4-FFF2-40B4-BE49-F238E27FC236}">
                <a16:creationId xmlns:a16="http://schemas.microsoft.com/office/drawing/2014/main" id="{924F3550-2772-411A-8961-C75F8DA9002B}"/>
              </a:ext>
            </a:extLst>
          </p:cNvPr>
          <p:cNvSpPr>
            <a:spLocks noGrp="1"/>
          </p:cNvSpPr>
          <p:nvPr/>
        </p:nvSpPr>
        <p:spPr>
          <a:xfrm>
            <a:off x="3507136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Cryo_13510">
            <a:extLst>
              <a:ext uri="{FF2B5EF4-FFF2-40B4-BE49-F238E27FC236}">
                <a16:creationId xmlns:a16="http://schemas.microsoft.com/office/drawing/2014/main" id="{553C2C4A-B160-4353-BBB7-4446E6FF5D43}"/>
              </a:ext>
            </a:extLst>
          </p:cNvPr>
          <p:cNvSpPr>
            <a:spLocks noGrp="1"/>
          </p:cNvSpPr>
          <p:nvPr/>
        </p:nvSpPr>
        <p:spPr>
          <a:xfrm>
            <a:off x="356067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Cryo_13511">
            <a:extLst>
              <a:ext uri="{FF2B5EF4-FFF2-40B4-BE49-F238E27FC236}">
                <a16:creationId xmlns:a16="http://schemas.microsoft.com/office/drawing/2014/main" id="{91209F34-CD83-4A57-8383-62DB9F060B4B}"/>
              </a:ext>
            </a:extLst>
          </p:cNvPr>
          <p:cNvSpPr>
            <a:spLocks noGrp="1"/>
          </p:cNvSpPr>
          <p:nvPr/>
        </p:nvSpPr>
        <p:spPr>
          <a:xfrm>
            <a:off x="35078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Cryo_13512">
            <a:extLst>
              <a:ext uri="{FF2B5EF4-FFF2-40B4-BE49-F238E27FC236}">
                <a16:creationId xmlns:a16="http://schemas.microsoft.com/office/drawing/2014/main" id="{55E576DC-C4BB-49CC-A45C-8EF93A6C16F3}"/>
              </a:ext>
            </a:extLst>
          </p:cNvPr>
          <p:cNvSpPr>
            <a:spLocks noGrp="1"/>
          </p:cNvSpPr>
          <p:nvPr/>
        </p:nvSpPr>
        <p:spPr>
          <a:xfrm>
            <a:off x="3476031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Cryo_13513">
            <a:extLst>
              <a:ext uri="{FF2B5EF4-FFF2-40B4-BE49-F238E27FC236}">
                <a16:creationId xmlns:a16="http://schemas.microsoft.com/office/drawing/2014/main" id="{030BE8C9-209C-435A-ACA7-883FDB64321C}"/>
              </a:ext>
            </a:extLst>
          </p:cNvPr>
          <p:cNvSpPr>
            <a:spLocks noGrp="1"/>
          </p:cNvSpPr>
          <p:nvPr/>
        </p:nvSpPr>
        <p:spPr>
          <a:xfrm>
            <a:off x="3407631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Cryo_13514">
            <a:extLst>
              <a:ext uri="{FF2B5EF4-FFF2-40B4-BE49-F238E27FC236}">
                <a16:creationId xmlns:a16="http://schemas.microsoft.com/office/drawing/2014/main" id="{18940B4A-9C8C-4BD6-8860-815319730F0E}"/>
              </a:ext>
            </a:extLst>
          </p:cNvPr>
          <p:cNvSpPr>
            <a:spLocks noGrp="1"/>
          </p:cNvSpPr>
          <p:nvPr/>
        </p:nvSpPr>
        <p:spPr>
          <a:xfrm>
            <a:off x="344340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Cryo_13515">
            <a:extLst>
              <a:ext uri="{FF2B5EF4-FFF2-40B4-BE49-F238E27FC236}">
                <a16:creationId xmlns:a16="http://schemas.microsoft.com/office/drawing/2014/main" id="{3A6D1A61-8B28-4C0A-AFAA-98C2226B3C20}"/>
              </a:ext>
            </a:extLst>
          </p:cNvPr>
          <p:cNvSpPr>
            <a:spLocks noGrp="1"/>
          </p:cNvSpPr>
          <p:nvPr/>
        </p:nvSpPr>
        <p:spPr>
          <a:xfrm>
            <a:off x="34547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Cryo_13516">
            <a:extLst>
              <a:ext uri="{FF2B5EF4-FFF2-40B4-BE49-F238E27FC236}">
                <a16:creationId xmlns:a16="http://schemas.microsoft.com/office/drawing/2014/main" id="{435F9A7B-1D3C-49AD-BDC9-A2EB5BCEA40A}"/>
              </a:ext>
            </a:extLst>
          </p:cNvPr>
          <p:cNvSpPr>
            <a:spLocks noGrp="1"/>
          </p:cNvSpPr>
          <p:nvPr/>
        </p:nvSpPr>
        <p:spPr>
          <a:xfrm>
            <a:off x="3422130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Cryo_13517">
            <a:extLst>
              <a:ext uri="{FF2B5EF4-FFF2-40B4-BE49-F238E27FC236}">
                <a16:creationId xmlns:a16="http://schemas.microsoft.com/office/drawing/2014/main" id="{B30BC681-C4FD-4A19-9FD6-8B1E3E7F6D68}"/>
              </a:ext>
            </a:extLst>
          </p:cNvPr>
          <p:cNvSpPr>
            <a:spLocks noGrp="1"/>
          </p:cNvSpPr>
          <p:nvPr/>
        </p:nvSpPr>
        <p:spPr>
          <a:xfrm>
            <a:off x="3576125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Cryo_13518">
            <a:extLst>
              <a:ext uri="{FF2B5EF4-FFF2-40B4-BE49-F238E27FC236}">
                <a16:creationId xmlns:a16="http://schemas.microsoft.com/office/drawing/2014/main" id="{030126A5-CCE5-49A7-A142-C2BA995D564A}"/>
              </a:ext>
            </a:extLst>
          </p:cNvPr>
          <p:cNvSpPr>
            <a:spLocks noGrp="1"/>
          </p:cNvSpPr>
          <p:nvPr/>
        </p:nvSpPr>
        <p:spPr>
          <a:xfrm>
            <a:off x="34707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Cryo_13519">
            <a:extLst>
              <a:ext uri="{FF2B5EF4-FFF2-40B4-BE49-F238E27FC236}">
                <a16:creationId xmlns:a16="http://schemas.microsoft.com/office/drawing/2014/main" id="{0B819CE9-5AA5-42A7-94EC-490434BD9437}"/>
              </a:ext>
            </a:extLst>
          </p:cNvPr>
          <p:cNvSpPr>
            <a:spLocks noGrp="1"/>
          </p:cNvSpPr>
          <p:nvPr/>
        </p:nvSpPr>
        <p:spPr>
          <a:xfrm>
            <a:off x="3553065" y="5427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Cryo_13520">
            <a:extLst>
              <a:ext uri="{FF2B5EF4-FFF2-40B4-BE49-F238E27FC236}">
                <a16:creationId xmlns:a16="http://schemas.microsoft.com/office/drawing/2014/main" id="{79BA1033-4226-4492-8E76-9BD2D02687EE}"/>
              </a:ext>
            </a:extLst>
          </p:cNvPr>
          <p:cNvSpPr>
            <a:spLocks noGrp="1"/>
          </p:cNvSpPr>
          <p:nvPr/>
        </p:nvSpPr>
        <p:spPr>
          <a:xfrm>
            <a:off x="3511695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Cryo_13521">
            <a:extLst>
              <a:ext uri="{FF2B5EF4-FFF2-40B4-BE49-F238E27FC236}">
                <a16:creationId xmlns:a16="http://schemas.microsoft.com/office/drawing/2014/main" id="{4C515C77-0586-4369-B88A-BA833D50A91F}"/>
              </a:ext>
            </a:extLst>
          </p:cNvPr>
          <p:cNvSpPr>
            <a:spLocks noGrp="1"/>
          </p:cNvSpPr>
          <p:nvPr/>
        </p:nvSpPr>
        <p:spPr>
          <a:xfrm>
            <a:off x="3426591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Cryo_13522">
            <a:extLst>
              <a:ext uri="{FF2B5EF4-FFF2-40B4-BE49-F238E27FC236}">
                <a16:creationId xmlns:a16="http://schemas.microsoft.com/office/drawing/2014/main" id="{20902A9C-569A-41E2-8F5F-ACB085CB7B9A}"/>
              </a:ext>
            </a:extLst>
          </p:cNvPr>
          <p:cNvSpPr>
            <a:spLocks noGrp="1"/>
          </p:cNvSpPr>
          <p:nvPr/>
        </p:nvSpPr>
        <p:spPr>
          <a:xfrm>
            <a:off x="336959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Cryo_13523">
            <a:extLst>
              <a:ext uri="{FF2B5EF4-FFF2-40B4-BE49-F238E27FC236}">
                <a16:creationId xmlns:a16="http://schemas.microsoft.com/office/drawing/2014/main" id="{AD24D830-A8A8-475F-81F1-54122D6DCB53}"/>
              </a:ext>
            </a:extLst>
          </p:cNvPr>
          <p:cNvSpPr>
            <a:spLocks noGrp="1"/>
          </p:cNvSpPr>
          <p:nvPr/>
        </p:nvSpPr>
        <p:spPr>
          <a:xfrm>
            <a:off x="34358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Cryo_13524">
            <a:extLst>
              <a:ext uri="{FF2B5EF4-FFF2-40B4-BE49-F238E27FC236}">
                <a16:creationId xmlns:a16="http://schemas.microsoft.com/office/drawing/2014/main" id="{FFA95A77-6199-419F-A5DD-42A2CA2C6FA8}"/>
              </a:ext>
            </a:extLst>
          </p:cNvPr>
          <p:cNvSpPr>
            <a:spLocks noGrp="1"/>
          </p:cNvSpPr>
          <p:nvPr/>
        </p:nvSpPr>
        <p:spPr>
          <a:xfrm>
            <a:off x="3485519" y="57630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Cryo_13525">
            <a:extLst>
              <a:ext uri="{FF2B5EF4-FFF2-40B4-BE49-F238E27FC236}">
                <a16:creationId xmlns:a16="http://schemas.microsoft.com/office/drawing/2014/main" id="{2A189543-C24C-4900-A80D-919802F9495A}"/>
              </a:ext>
            </a:extLst>
          </p:cNvPr>
          <p:cNvSpPr>
            <a:spLocks noGrp="1"/>
          </p:cNvSpPr>
          <p:nvPr/>
        </p:nvSpPr>
        <p:spPr>
          <a:xfrm>
            <a:off x="33656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Cryo_13526">
            <a:extLst>
              <a:ext uri="{FF2B5EF4-FFF2-40B4-BE49-F238E27FC236}">
                <a16:creationId xmlns:a16="http://schemas.microsoft.com/office/drawing/2014/main" id="{812997AF-542D-4075-9D02-6AF378FCAB8A}"/>
              </a:ext>
            </a:extLst>
          </p:cNvPr>
          <p:cNvSpPr>
            <a:spLocks noGrp="1"/>
          </p:cNvSpPr>
          <p:nvPr/>
        </p:nvSpPr>
        <p:spPr>
          <a:xfrm>
            <a:off x="35771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Cryo_13527">
            <a:extLst>
              <a:ext uri="{FF2B5EF4-FFF2-40B4-BE49-F238E27FC236}">
                <a16:creationId xmlns:a16="http://schemas.microsoft.com/office/drawing/2014/main" id="{A7067199-549D-4E48-8F35-05D31A0594A0}"/>
              </a:ext>
            </a:extLst>
          </p:cNvPr>
          <p:cNvSpPr>
            <a:spLocks noGrp="1"/>
          </p:cNvSpPr>
          <p:nvPr/>
        </p:nvSpPr>
        <p:spPr>
          <a:xfrm>
            <a:off x="499014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Cryo_13528">
            <a:extLst>
              <a:ext uri="{FF2B5EF4-FFF2-40B4-BE49-F238E27FC236}">
                <a16:creationId xmlns:a16="http://schemas.microsoft.com/office/drawing/2014/main" id="{FB737B75-4ADC-42CF-A646-B44D49D7B2F7}"/>
              </a:ext>
            </a:extLst>
          </p:cNvPr>
          <p:cNvSpPr>
            <a:spLocks noGrp="1"/>
          </p:cNvSpPr>
          <p:nvPr/>
        </p:nvSpPr>
        <p:spPr>
          <a:xfrm>
            <a:off x="505418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Cryo_13529">
            <a:extLst>
              <a:ext uri="{FF2B5EF4-FFF2-40B4-BE49-F238E27FC236}">
                <a16:creationId xmlns:a16="http://schemas.microsoft.com/office/drawing/2014/main" id="{C8AAD29E-055F-4D77-BE66-5B6DD0F88643}"/>
              </a:ext>
            </a:extLst>
          </p:cNvPr>
          <p:cNvSpPr>
            <a:spLocks noGrp="1"/>
          </p:cNvSpPr>
          <p:nvPr/>
        </p:nvSpPr>
        <p:spPr>
          <a:xfrm>
            <a:off x="4946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Cryo_13530">
            <a:extLst>
              <a:ext uri="{FF2B5EF4-FFF2-40B4-BE49-F238E27FC236}">
                <a16:creationId xmlns:a16="http://schemas.microsoft.com/office/drawing/2014/main" id="{2903B8D0-5D6E-4138-A270-8641156171B1}"/>
              </a:ext>
            </a:extLst>
          </p:cNvPr>
          <p:cNvSpPr>
            <a:spLocks noGrp="1"/>
          </p:cNvSpPr>
          <p:nvPr/>
        </p:nvSpPr>
        <p:spPr>
          <a:xfrm>
            <a:off x="4945564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Cryo_13531">
            <a:extLst>
              <a:ext uri="{FF2B5EF4-FFF2-40B4-BE49-F238E27FC236}">
                <a16:creationId xmlns:a16="http://schemas.microsoft.com/office/drawing/2014/main" id="{B534C784-A585-44CA-94D8-42D880553F24}"/>
              </a:ext>
            </a:extLst>
          </p:cNvPr>
          <p:cNvSpPr>
            <a:spLocks noGrp="1"/>
          </p:cNvSpPr>
          <p:nvPr/>
        </p:nvSpPr>
        <p:spPr>
          <a:xfrm>
            <a:off x="4987217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Cryo_13532">
            <a:extLst>
              <a:ext uri="{FF2B5EF4-FFF2-40B4-BE49-F238E27FC236}">
                <a16:creationId xmlns:a16="http://schemas.microsoft.com/office/drawing/2014/main" id="{535F3625-A06B-43EF-9368-58EEDFF3DCA8}"/>
              </a:ext>
            </a:extLst>
          </p:cNvPr>
          <p:cNvSpPr>
            <a:spLocks noGrp="1"/>
          </p:cNvSpPr>
          <p:nvPr/>
        </p:nvSpPr>
        <p:spPr>
          <a:xfrm>
            <a:off x="496056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Cryo_13533">
            <a:extLst>
              <a:ext uri="{FF2B5EF4-FFF2-40B4-BE49-F238E27FC236}">
                <a16:creationId xmlns:a16="http://schemas.microsoft.com/office/drawing/2014/main" id="{EAC1EE42-FA8C-4005-BE74-D4108192412D}"/>
              </a:ext>
            </a:extLst>
          </p:cNvPr>
          <p:cNvSpPr>
            <a:spLocks noGrp="1"/>
          </p:cNvSpPr>
          <p:nvPr/>
        </p:nvSpPr>
        <p:spPr>
          <a:xfrm>
            <a:off x="49602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Cryo_13534">
            <a:extLst>
              <a:ext uri="{FF2B5EF4-FFF2-40B4-BE49-F238E27FC236}">
                <a16:creationId xmlns:a16="http://schemas.microsoft.com/office/drawing/2014/main" id="{6BEAC9DE-C40C-4527-84C6-D9F9FDF1C1D6}"/>
              </a:ext>
            </a:extLst>
          </p:cNvPr>
          <p:cNvSpPr>
            <a:spLocks noGrp="1"/>
          </p:cNvSpPr>
          <p:nvPr/>
        </p:nvSpPr>
        <p:spPr>
          <a:xfrm>
            <a:off x="493374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Cryo_13535">
            <a:extLst>
              <a:ext uri="{FF2B5EF4-FFF2-40B4-BE49-F238E27FC236}">
                <a16:creationId xmlns:a16="http://schemas.microsoft.com/office/drawing/2014/main" id="{8AE3F7E2-7BF3-4749-8F7A-3100B6CC9B61}"/>
              </a:ext>
            </a:extLst>
          </p:cNvPr>
          <p:cNvSpPr>
            <a:spLocks noGrp="1"/>
          </p:cNvSpPr>
          <p:nvPr/>
        </p:nvSpPr>
        <p:spPr>
          <a:xfrm>
            <a:off x="5155951" y="52585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Cryo_13536">
            <a:extLst>
              <a:ext uri="{FF2B5EF4-FFF2-40B4-BE49-F238E27FC236}">
                <a16:creationId xmlns:a16="http://schemas.microsoft.com/office/drawing/2014/main" id="{CA520997-7312-41EF-BB68-51134E761A7F}"/>
              </a:ext>
            </a:extLst>
          </p:cNvPr>
          <p:cNvSpPr>
            <a:spLocks noGrp="1"/>
          </p:cNvSpPr>
          <p:nvPr/>
        </p:nvSpPr>
        <p:spPr>
          <a:xfrm>
            <a:off x="51334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Cryo_13537">
            <a:extLst>
              <a:ext uri="{FF2B5EF4-FFF2-40B4-BE49-F238E27FC236}">
                <a16:creationId xmlns:a16="http://schemas.microsoft.com/office/drawing/2014/main" id="{D12C756A-CCAC-45AD-BD8D-3505952D703F}"/>
              </a:ext>
            </a:extLst>
          </p:cNvPr>
          <p:cNvSpPr>
            <a:spLocks noGrp="1"/>
          </p:cNvSpPr>
          <p:nvPr/>
        </p:nvSpPr>
        <p:spPr>
          <a:xfrm>
            <a:off x="5168932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Cryo_13538">
            <a:extLst>
              <a:ext uri="{FF2B5EF4-FFF2-40B4-BE49-F238E27FC236}">
                <a16:creationId xmlns:a16="http://schemas.microsoft.com/office/drawing/2014/main" id="{9019897B-1B8B-4C8F-8D30-B0CF72BCC543}"/>
              </a:ext>
            </a:extLst>
          </p:cNvPr>
          <p:cNvSpPr>
            <a:spLocks noGrp="1"/>
          </p:cNvSpPr>
          <p:nvPr/>
        </p:nvSpPr>
        <p:spPr>
          <a:xfrm>
            <a:off x="4953588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Cryo_13539">
            <a:extLst>
              <a:ext uri="{FF2B5EF4-FFF2-40B4-BE49-F238E27FC236}">
                <a16:creationId xmlns:a16="http://schemas.microsoft.com/office/drawing/2014/main" id="{8B298105-6911-4EDE-89A3-DBCB47B3036D}"/>
              </a:ext>
            </a:extLst>
          </p:cNvPr>
          <p:cNvSpPr>
            <a:spLocks noGrp="1"/>
          </p:cNvSpPr>
          <p:nvPr/>
        </p:nvSpPr>
        <p:spPr>
          <a:xfrm>
            <a:off x="510629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Cryo_13540">
            <a:extLst>
              <a:ext uri="{FF2B5EF4-FFF2-40B4-BE49-F238E27FC236}">
                <a16:creationId xmlns:a16="http://schemas.microsoft.com/office/drawing/2014/main" id="{92AC5850-A3C8-4038-B3F4-BD7CFE8B54DB}"/>
              </a:ext>
            </a:extLst>
          </p:cNvPr>
          <p:cNvSpPr>
            <a:spLocks noGrp="1"/>
          </p:cNvSpPr>
          <p:nvPr/>
        </p:nvSpPr>
        <p:spPr>
          <a:xfrm>
            <a:off x="495670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Cryo_13541">
            <a:extLst>
              <a:ext uri="{FF2B5EF4-FFF2-40B4-BE49-F238E27FC236}">
                <a16:creationId xmlns:a16="http://schemas.microsoft.com/office/drawing/2014/main" id="{E5342867-CCD1-4036-8F54-CC0F208A4679}"/>
              </a:ext>
            </a:extLst>
          </p:cNvPr>
          <p:cNvSpPr>
            <a:spLocks noGrp="1"/>
          </p:cNvSpPr>
          <p:nvPr/>
        </p:nvSpPr>
        <p:spPr>
          <a:xfrm>
            <a:off x="4994722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Cryo_13542">
            <a:extLst>
              <a:ext uri="{FF2B5EF4-FFF2-40B4-BE49-F238E27FC236}">
                <a16:creationId xmlns:a16="http://schemas.microsoft.com/office/drawing/2014/main" id="{840AF011-A635-44CE-8786-B90D948AD01C}"/>
              </a:ext>
            </a:extLst>
          </p:cNvPr>
          <p:cNvSpPr>
            <a:spLocks noGrp="1"/>
          </p:cNvSpPr>
          <p:nvPr/>
        </p:nvSpPr>
        <p:spPr>
          <a:xfrm>
            <a:off x="49729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Cryo_13543">
            <a:extLst>
              <a:ext uri="{FF2B5EF4-FFF2-40B4-BE49-F238E27FC236}">
                <a16:creationId xmlns:a16="http://schemas.microsoft.com/office/drawing/2014/main" id="{70DBE7E4-9576-47D1-89C2-F198F0C55EC9}"/>
              </a:ext>
            </a:extLst>
          </p:cNvPr>
          <p:cNvSpPr>
            <a:spLocks noGrp="1"/>
          </p:cNvSpPr>
          <p:nvPr/>
        </p:nvSpPr>
        <p:spPr>
          <a:xfrm>
            <a:off x="50317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Cryo_13544">
            <a:extLst>
              <a:ext uri="{FF2B5EF4-FFF2-40B4-BE49-F238E27FC236}">
                <a16:creationId xmlns:a16="http://schemas.microsoft.com/office/drawing/2014/main" id="{6430F3B8-8F78-4D67-A0DA-02DEF6DAB4AC}"/>
              </a:ext>
            </a:extLst>
          </p:cNvPr>
          <p:cNvSpPr>
            <a:spLocks noGrp="1"/>
          </p:cNvSpPr>
          <p:nvPr/>
        </p:nvSpPr>
        <p:spPr>
          <a:xfrm>
            <a:off x="50675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Cryo_13545">
            <a:extLst>
              <a:ext uri="{FF2B5EF4-FFF2-40B4-BE49-F238E27FC236}">
                <a16:creationId xmlns:a16="http://schemas.microsoft.com/office/drawing/2014/main" id="{994F6015-8708-406E-A2CB-93496FBF6BF8}"/>
              </a:ext>
            </a:extLst>
          </p:cNvPr>
          <p:cNvSpPr>
            <a:spLocks noGrp="1"/>
          </p:cNvSpPr>
          <p:nvPr/>
        </p:nvSpPr>
        <p:spPr>
          <a:xfrm>
            <a:off x="4952259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Cryo_13546">
            <a:extLst>
              <a:ext uri="{FF2B5EF4-FFF2-40B4-BE49-F238E27FC236}">
                <a16:creationId xmlns:a16="http://schemas.microsoft.com/office/drawing/2014/main" id="{5EF785FB-75B1-404A-94C1-753FBB58A167}"/>
              </a:ext>
            </a:extLst>
          </p:cNvPr>
          <p:cNvSpPr>
            <a:spLocks noGrp="1"/>
          </p:cNvSpPr>
          <p:nvPr/>
        </p:nvSpPr>
        <p:spPr>
          <a:xfrm>
            <a:off x="509671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Cryo_13547">
            <a:extLst>
              <a:ext uri="{FF2B5EF4-FFF2-40B4-BE49-F238E27FC236}">
                <a16:creationId xmlns:a16="http://schemas.microsoft.com/office/drawing/2014/main" id="{9E0F7DD0-426F-468D-A26C-73BACFF8730F}"/>
              </a:ext>
            </a:extLst>
          </p:cNvPr>
          <p:cNvSpPr>
            <a:spLocks noGrp="1"/>
          </p:cNvSpPr>
          <p:nvPr/>
        </p:nvSpPr>
        <p:spPr>
          <a:xfrm>
            <a:off x="511064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Cryo_13548">
            <a:extLst>
              <a:ext uri="{FF2B5EF4-FFF2-40B4-BE49-F238E27FC236}">
                <a16:creationId xmlns:a16="http://schemas.microsoft.com/office/drawing/2014/main" id="{56885179-2511-46C1-87CF-D7EA050F6DE3}"/>
              </a:ext>
            </a:extLst>
          </p:cNvPr>
          <p:cNvSpPr>
            <a:spLocks noGrp="1"/>
          </p:cNvSpPr>
          <p:nvPr/>
        </p:nvSpPr>
        <p:spPr>
          <a:xfrm>
            <a:off x="516697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Cryo_13549">
            <a:extLst>
              <a:ext uri="{FF2B5EF4-FFF2-40B4-BE49-F238E27FC236}">
                <a16:creationId xmlns:a16="http://schemas.microsoft.com/office/drawing/2014/main" id="{19ACDBDB-507A-47CF-A0AA-75C2176990F6}"/>
              </a:ext>
            </a:extLst>
          </p:cNvPr>
          <p:cNvSpPr>
            <a:spLocks noGrp="1"/>
          </p:cNvSpPr>
          <p:nvPr/>
        </p:nvSpPr>
        <p:spPr>
          <a:xfrm>
            <a:off x="5090711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Cryo_13550">
            <a:extLst>
              <a:ext uri="{FF2B5EF4-FFF2-40B4-BE49-F238E27FC236}">
                <a16:creationId xmlns:a16="http://schemas.microsoft.com/office/drawing/2014/main" id="{AF55D908-3BD1-40D1-9172-03EA18EFAA3B}"/>
              </a:ext>
            </a:extLst>
          </p:cNvPr>
          <p:cNvSpPr>
            <a:spLocks noGrp="1"/>
          </p:cNvSpPr>
          <p:nvPr/>
        </p:nvSpPr>
        <p:spPr>
          <a:xfrm>
            <a:off x="4977711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Cryo_13551">
            <a:extLst>
              <a:ext uri="{FF2B5EF4-FFF2-40B4-BE49-F238E27FC236}">
                <a16:creationId xmlns:a16="http://schemas.microsoft.com/office/drawing/2014/main" id="{C6BA2F59-BBF0-4DC9-A848-55D888091E67}"/>
              </a:ext>
            </a:extLst>
          </p:cNvPr>
          <p:cNvSpPr>
            <a:spLocks noGrp="1"/>
          </p:cNvSpPr>
          <p:nvPr/>
        </p:nvSpPr>
        <p:spPr>
          <a:xfrm>
            <a:off x="4995868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Cryo_13552">
            <a:extLst>
              <a:ext uri="{FF2B5EF4-FFF2-40B4-BE49-F238E27FC236}">
                <a16:creationId xmlns:a16="http://schemas.microsoft.com/office/drawing/2014/main" id="{563CAA61-57BA-49A4-913F-ABA0195FC13C}"/>
              </a:ext>
            </a:extLst>
          </p:cNvPr>
          <p:cNvSpPr>
            <a:spLocks noGrp="1"/>
          </p:cNvSpPr>
          <p:nvPr/>
        </p:nvSpPr>
        <p:spPr>
          <a:xfrm>
            <a:off x="507437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Cryo_13553">
            <a:extLst>
              <a:ext uri="{FF2B5EF4-FFF2-40B4-BE49-F238E27FC236}">
                <a16:creationId xmlns:a16="http://schemas.microsoft.com/office/drawing/2014/main" id="{535CBB48-EC2D-4F96-9745-A63AAE0E6C65}"/>
              </a:ext>
            </a:extLst>
          </p:cNvPr>
          <p:cNvSpPr>
            <a:spLocks noGrp="1"/>
          </p:cNvSpPr>
          <p:nvPr/>
        </p:nvSpPr>
        <p:spPr>
          <a:xfrm>
            <a:off x="495992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Cryo_13554">
            <a:extLst>
              <a:ext uri="{FF2B5EF4-FFF2-40B4-BE49-F238E27FC236}">
                <a16:creationId xmlns:a16="http://schemas.microsoft.com/office/drawing/2014/main" id="{8614823D-ECEE-4D1D-8C37-8B7D5C102DE2}"/>
              </a:ext>
            </a:extLst>
          </p:cNvPr>
          <p:cNvSpPr>
            <a:spLocks noGrp="1"/>
          </p:cNvSpPr>
          <p:nvPr/>
        </p:nvSpPr>
        <p:spPr>
          <a:xfrm>
            <a:off x="505362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Cryo_13555">
            <a:extLst>
              <a:ext uri="{FF2B5EF4-FFF2-40B4-BE49-F238E27FC236}">
                <a16:creationId xmlns:a16="http://schemas.microsoft.com/office/drawing/2014/main" id="{47F97114-F849-47F5-A891-D9EF5F142129}"/>
              </a:ext>
            </a:extLst>
          </p:cNvPr>
          <p:cNvSpPr>
            <a:spLocks noGrp="1"/>
          </p:cNvSpPr>
          <p:nvPr/>
        </p:nvSpPr>
        <p:spPr>
          <a:xfrm>
            <a:off x="5120885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Cryo_13556">
            <a:extLst>
              <a:ext uri="{FF2B5EF4-FFF2-40B4-BE49-F238E27FC236}">
                <a16:creationId xmlns:a16="http://schemas.microsoft.com/office/drawing/2014/main" id="{1696AA09-AB0B-48DA-B997-D40AF72FB97C}"/>
              </a:ext>
            </a:extLst>
          </p:cNvPr>
          <p:cNvSpPr>
            <a:spLocks noGrp="1"/>
          </p:cNvSpPr>
          <p:nvPr/>
        </p:nvSpPr>
        <p:spPr>
          <a:xfrm>
            <a:off x="51296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Cryo_13557">
            <a:extLst>
              <a:ext uri="{FF2B5EF4-FFF2-40B4-BE49-F238E27FC236}">
                <a16:creationId xmlns:a16="http://schemas.microsoft.com/office/drawing/2014/main" id="{F30A73ED-B115-4F7C-BDE6-18E6AC5882F0}"/>
              </a:ext>
            </a:extLst>
          </p:cNvPr>
          <p:cNvSpPr>
            <a:spLocks noGrp="1"/>
          </p:cNvSpPr>
          <p:nvPr/>
        </p:nvSpPr>
        <p:spPr>
          <a:xfrm>
            <a:off x="50935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Cryo_13558">
            <a:extLst>
              <a:ext uri="{FF2B5EF4-FFF2-40B4-BE49-F238E27FC236}">
                <a16:creationId xmlns:a16="http://schemas.microsoft.com/office/drawing/2014/main" id="{0A3BF9DB-D148-4619-8018-4A054B20DE2E}"/>
              </a:ext>
            </a:extLst>
          </p:cNvPr>
          <p:cNvSpPr>
            <a:spLocks noGrp="1"/>
          </p:cNvSpPr>
          <p:nvPr/>
        </p:nvSpPr>
        <p:spPr>
          <a:xfrm>
            <a:off x="5121225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Cryo_13559">
            <a:extLst>
              <a:ext uri="{FF2B5EF4-FFF2-40B4-BE49-F238E27FC236}">
                <a16:creationId xmlns:a16="http://schemas.microsoft.com/office/drawing/2014/main" id="{45A08555-D382-4E33-9778-AF3929084E59}"/>
              </a:ext>
            </a:extLst>
          </p:cNvPr>
          <p:cNvSpPr>
            <a:spLocks noGrp="1"/>
          </p:cNvSpPr>
          <p:nvPr/>
        </p:nvSpPr>
        <p:spPr>
          <a:xfrm>
            <a:off x="496964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Cryo_13560">
            <a:extLst>
              <a:ext uri="{FF2B5EF4-FFF2-40B4-BE49-F238E27FC236}">
                <a16:creationId xmlns:a16="http://schemas.microsoft.com/office/drawing/2014/main" id="{8B6415BD-5B8E-46F6-BA3F-209273A83109}"/>
              </a:ext>
            </a:extLst>
          </p:cNvPr>
          <p:cNvSpPr>
            <a:spLocks noGrp="1"/>
          </p:cNvSpPr>
          <p:nvPr/>
        </p:nvSpPr>
        <p:spPr>
          <a:xfrm>
            <a:off x="5128927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Cryo_13561">
            <a:extLst>
              <a:ext uri="{FF2B5EF4-FFF2-40B4-BE49-F238E27FC236}">
                <a16:creationId xmlns:a16="http://schemas.microsoft.com/office/drawing/2014/main" id="{A99E704A-D60E-42C3-8AB2-827B18F0DC2C}"/>
              </a:ext>
            </a:extLst>
          </p:cNvPr>
          <p:cNvSpPr>
            <a:spLocks noGrp="1"/>
          </p:cNvSpPr>
          <p:nvPr/>
        </p:nvSpPr>
        <p:spPr>
          <a:xfrm>
            <a:off x="51242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Cryo_13562">
            <a:extLst>
              <a:ext uri="{FF2B5EF4-FFF2-40B4-BE49-F238E27FC236}">
                <a16:creationId xmlns:a16="http://schemas.microsoft.com/office/drawing/2014/main" id="{57112043-C967-49EC-899C-E89B100FDF69}"/>
              </a:ext>
            </a:extLst>
          </p:cNvPr>
          <p:cNvSpPr>
            <a:spLocks noGrp="1"/>
          </p:cNvSpPr>
          <p:nvPr/>
        </p:nvSpPr>
        <p:spPr>
          <a:xfrm>
            <a:off x="49211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Cryo_13563">
            <a:extLst>
              <a:ext uri="{FF2B5EF4-FFF2-40B4-BE49-F238E27FC236}">
                <a16:creationId xmlns:a16="http://schemas.microsoft.com/office/drawing/2014/main" id="{6670EEF1-250F-4CDA-8B27-724BE98CC849}"/>
              </a:ext>
            </a:extLst>
          </p:cNvPr>
          <p:cNvSpPr>
            <a:spLocks noGrp="1"/>
          </p:cNvSpPr>
          <p:nvPr/>
        </p:nvSpPr>
        <p:spPr>
          <a:xfrm>
            <a:off x="49260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Cryo_13564">
            <a:extLst>
              <a:ext uri="{FF2B5EF4-FFF2-40B4-BE49-F238E27FC236}">
                <a16:creationId xmlns:a16="http://schemas.microsoft.com/office/drawing/2014/main" id="{D2A1998D-846B-4F5D-88BB-8368D7538A88}"/>
              </a:ext>
            </a:extLst>
          </p:cNvPr>
          <p:cNvSpPr>
            <a:spLocks noGrp="1"/>
          </p:cNvSpPr>
          <p:nvPr/>
        </p:nvSpPr>
        <p:spPr>
          <a:xfrm>
            <a:off x="50811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Cryo_13565">
            <a:extLst>
              <a:ext uri="{FF2B5EF4-FFF2-40B4-BE49-F238E27FC236}">
                <a16:creationId xmlns:a16="http://schemas.microsoft.com/office/drawing/2014/main" id="{A390906A-2A28-489D-9795-C289B8571DFC}"/>
              </a:ext>
            </a:extLst>
          </p:cNvPr>
          <p:cNvSpPr>
            <a:spLocks noGrp="1"/>
          </p:cNvSpPr>
          <p:nvPr/>
        </p:nvSpPr>
        <p:spPr>
          <a:xfrm>
            <a:off x="494973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Cryo_13566">
            <a:extLst>
              <a:ext uri="{FF2B5EF4-FFF2-40B4-BE49-F238E27FC236}">
                <a16:creationId xmlns:a16="http://schemas.microsoft.com/office/drawing/2014/main" id="{A2C98E53-674C-4FBE-86ED-35E64C72271B}"/>
              </a:ext>
            </a:extLst>
          </p:cNvPr>
          <p:cNvSpPr>
            <a:spLocks noGrp="1"/>
          </p:cNvSpPr>
          <p:nvPr/>
        </p:nvSpPr>
        <p:spPr>
          <a:xfrm>
            <a:off x="5035300" y="33438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Cryo_13567">
            <a:extLst>
              <a:ext uri="{FF2B5EF4-FFF2-40B4-BE49-F238E27FC236}">
                <a16:creationId xmlns:a16="http://schemas.microsoft.com/office/drawing/2014/main" id="{F8C47047-3B92-412F-8858-E0D8DBD23280}"/>
              </a:ext>
            </a:extLst>
          </p:cNvPr>
          <p:cNvSpPr>
            <a:spLocks noGrp="1"/>
          </p:cNvSpPr>
          <p:nvPr/>
        </p:nvSpPr>
        <p:spPr>
          <a:xfrm>
            <a:off x="508947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Cryo_13568">
            <a:extLst>
              <a:ext uri="{FF2B5EF4-FFF2-40B4-BE49-F238E27FC236}">
                <a16:creationId xmlns:a16="http://schemas.microsoft.com/office/drawing/2014/main" id="{8B57FF33-EB34-499C-B13D-F89D78E666D2}"/>
              </a:ext>
            </a:extLst>
          </p:cNvPr>
          <p:cNvSpPr>
            <a:spLocks noGrp="1"/>
          </p:cNvSpPr>
          <p:nvPr/>
        </p:nvSpPr>
        <p:spPr>
          <a:xfrm>
            <a:off x="509375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Cryo_13569">
            <a:extLst>
              <a:ext uri="{FF2B5EF4-FFF2-40B4-BE49-F238E27FC236}">
                <a16:creationId xmlns:a16="http://schemas.microsoft.com/office/drawing/2014/main" id="{4CC4DE60-A371-4539-9ED1-982A9D241515}"/>
              </a:ext>
            </a:extLst>
          </p:cNvPr>
          <p:cNvSpPr>
            <a:spLocks noGrp="1"/>
          </p:cNvSpPr>
          <p:nvPr/>
        </p:nvSpPr>
        <p:spPr>
          <a:xfrm>
            <a:off x="51180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Cryo_13570">
            <a:extLst>
              <a:ext uri="{FF2B5EF4-FFF2-40B4-BE49-F238E27FC236}">
                <a16:creationId xmlns:a16="http://schemas.microsoft.com/office/drawing/2014/main" id="{BF4926B2-83FF-4945-8034-781778A9E927}"/>
              </a:ext>
            </a:extLst>
          </p:cNvPr>
          <p:cNvSpPr>
            <a:spLocks noGrp="1"/>
          </p:cNvSpPr>
          <p:nvPr/>
        </p:nvSpPr>
        <p:spPr>
          <a:xfrm>
            <a:off x="4930497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Cryo_13571">
            <a:extLst>
              <a:ext uri="{FF2B5EF4-FFF2-40B4-BE49-F238E27FC236}">
                <a16:creationId xmlns:a16="http://schemas.microsoft.com/office/drawing/2014/main" id="{AAF0C60F-AD19-46FE-8EF8-FFC63179F6B4}"/>
              </a:ext>
            </a:extLst>
          </p:cNvPr>
          <p:cNvSpPr>
            <a:spLocks noGrp="1"/>
          </p:cNvSpPr>
          <p:nvPr/>
        </p:nvSpPr>
        <p:spPr>
          <a:xfrm>
            <a:off x="49771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Cryo_13572">
            <a:extLst>
              <a:ext uri="{FF2B5EF4-FFF2-40B4-BE49-F238E27FC236}">
                <a16:creationId xmlns:a16="http://schemas.microsoft.com/office/drawing/2014/main" id="{7474B5EB-41E2-47E2-9140-5F57060B0A8C}"/>
              </a:ext>
            </a:extLst>
          </p:cNvPr>
          <p:cNvSpPr>
            <a:spLocks noGrp="1"/>
          </p:cNvSpPr>
          <p:nvPr/>
        </p:nvSpPr>
        <p:spPr>
          <a:xfrm>
            <a:off x="510694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Cryo_13573">
            <a:extLst>
              <a:ext uri="{FF2B5EF4-FFF2-40B4-BE49-F238E27FC236}">
                <a16:creationId xmlns:a16="http://schemas.microsoft.com/office/drawing/2014/main" id="{64F1F786-8723-4AE5-BCCE-A2A7E7DCD08F}"/>
              </a:ext>
            </a:extLst>
          </p:cNvPr>
          <p:cNvSpPr>
            <a:spLocks noGrp="1"/>
          </p:cNvSpPr>
          <p:nvPr/>
        </p:nvSpPr>
        <p:spPr>
          <a:xfrm>
            <a:off x="5140909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Cryo_13574">
            <a:extLst>
              <a:ext uri="{FF2B5EF4-FFF2-40B4-BE49-F238E27FC236}">
                <a16:creationId xmlns:a16="http://schemas.microsoft.com/office/drawing/2014/main" id="{817C82C1-F1CD-4865-B9BE-F88AD35DA53E}"/>
              </a:ext>
            </a:extLst>
          </p:cNvPr>
          <p:cNvSpPr>
            <a:spLocks noGrp="1"/>
          </p:cNvSpPr>
          <p:nvPr/>
        </p:nvSpPr>
        <p:spPr>
          <a:xfrm>
            <a:off x="508416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Cryo_13575">
            <a:extLst>
              <a:ext uri="{FF2B5EF4-FFF2-40B4-BE49-F238E27FC236}">
                <a16:creationId xmlns:a16="http://schemas.microsoft.com/office/drawing/2014/main" id="{4736E37D-6091-420D-B577-F4D034A2DF03}"/>
              </a:ext>
            </a:extLst>
          </p:cNvPr>
          <p:cNvSpPr>
            <a:spLocks noGrp="1"/>
          </p:cNvSpPr>
          <p:nvPr/>
        </p:nvSpPr>
        <p:spPr>
          <a:xfrm>
            <a:off x="4915822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Cryo_13576">
            <a:extLst>
              <a:ext uri="{FF2B5EF4-FFF2-40B4-BE49-F238E27FC236}">
                <a16:creationId xmlns:a16="http://schemas.microsoft.com/office/drawing/2014/main" id="{97D3A115-D20A-4D7E-A613-7FB7B465B7F5}"/>
              </a:ext>
            </a:extLst>
          </p:cNvPr>
          <p:cNvSpPr>
            <a:spLocks noGrp="1"/>
          </p:cNvSpPr>
          <p:nvPr/>
        </p:nvSpPr>
        <p:spPr>
          <a:xfrm>
            <a:off x="513798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Cryo_13577">
            <a:extLst>
              <a:ext uri="{FF2B5EF4-FFF2-40B4-BE49-F238E27FC236}">
                <a16:creationId xmlns:a16="http://schemas.microsoft.com/office/drawing/2014/main" id="{03B6E60D-8CBB-4028-82C0-0631B718B2D4}"/>
              </a:ext>
            </a:extLst>
          </p:cNvPr>
          <p:cNvSpPr>
            <a:spLocks noGrp="1"/>
          </p:cNvSpPr>
          <p:nvPr/>
        </p:nvSpPr>
        <p:spPr>
          <a:xfrm>
            <a:off x="5098455" y="52356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Cryo_13578">
            <a:extLst>
              <a:ext uri="{FF2B5EF4-FFF2-40B4-BE49-F238E27FC236}">
                <a16:creationId xmlns:a16="http://schemas.microsoft.com/office/drawing/2014/main" id="{1DD8E3EC-4D31-447F-BC08-3795569001DC}"/>
              </a:ext>
            </a:extLst>
          </p:cNvPr>
          <p:cNvSpPr>
            <a:spLocks noGrp="1"/>
          </p:cNvSpPr>
          <p:nvPr/>
        </p:nvSpPr>
        <p:spPr>
          <a:xfrm>
            <a:off x="51665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Cryo_13579">
            <a:extLst>
              <a:ext uri="{FF2B5EF4-FFF2-40B4-BE49-F238E27FC236}">
                <a16:creationId xmlns:a16="http://schemas.microsoft.com/office/drawing/2014/main" id="{1DFFF200-6F4A-4D7D-90B8-FBC214BCDD97}"/>
              </a:ext>
            </a:extLst>
          </p:cNvPr>
          <p:cNvSpPr>
            <a:spLocks noGrp="1"/>
          </p:cNvSpPr>
          <p:nvPr/>
        </p:nvSpPr>
        <p:spPr>
          <a:xfrm>
            <a:off x="5167286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Cryo_13580">
            <a:extLst>
              <a:ext uri="{FF2B5EF4-FFF2-40B4-BE49-F238E27FC236}">
                <a16:creationId xmlns:a16="http://schemas.microsoft.com/office/drawing/2014/main" id="{F7AE0ACF-2DD9-440C-A509-D1DA81F1C048}"/>
              </a:ext>
            </a:extLst>
          </p:cNvPr>
          <p:cNvSpPr>
            <a:spLocks noGrp="1"/>
          </p:cNvSpPr>
          <p:nvPr/>
        </p:nvSpPr>
        <p:spPr>
          <a:xfrm>
            <a:off x="5005547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Cryo_13581">
            <a:extLst>
              <a:ext uri="{FF2B5EF4-FFF2-40B4-BE49-F238E27FC236}">
                <a16:creationId xmlns:a16="http://schemas.microsoft.com/office/drawing/2014/main" id="{13F014DE-3308-4197-8DBF-FEA41D75CDC0}"/>
              </a:ext>
            </a:extLst>
          </p:cNvPr>
          <p:cNvSpPr>
            <a:spLocks noGrp="1"/>
          </p:cNvSpPr>
          <p:nvPr/>
        </p:nvSpPr>
        <p:spPr>
          <a:xfrm>
            <a:off x="5149435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Cryo_13582">
            <a:extLst>
              <a:ext uri="{FF2B5EF4-FFF2-40B4-BE49-F238E27FC236}">
                <a16:creationId xmlns:a16="http://schemas.microsoft.com/office/drawing/2014/main" id="{C1F09626-EF27-4849-84FC-572AF0578778}"/>
              </a:ext>
            </a:extLst>
          </p:cNvPr>
          <p:cNvSpPr>
            <a:spLocks noGrp="1"/>
          </p:cNvSpPr>
          <p:nvPr/>
        </p:nvSpPr>
        <p:spPr>
          <a:xfrm>
            <a:off x="5162366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Cryo_13583">
            <a:extLst>
              <a:ext uri="{FF2B5EF4-FFF2-40B4-BE49-F238E27FC236}">
                <a16:creationId xmlns:a16="http://schemas.microsoft.com/office/drawing/2014/main" id="{D3007B49-B421-43A5-BA75-F88CABD110A9}"/>
              </a:ext>
            </a:extLst>
          </p:cNvPr>
          <p:cNvSpPr>
            <a:spLocks noGrp="1"/>
          </p:cNvSpPr>
          <p:nvPr/>
        </p:nvSpPr>
        <p:spPr>
          <a:xfrm>
            <a:off x="5042150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Cryo_13584">
            <a:extLst>
              <a:ext uri="{FF2B5EF4-FFF2-40B4-BE49-F238E27FC236}">
                <a16:creationId xmlns:a16="http://schemas.microsoft.com/office/drawing/2014/main" id="{4AB4DC9A-B700-4EDD-9E1C-FC673B67D215}"/>
              </a:ext>
            </a:extLst>
          </p:cNvPr>
          <p:cNvSpPr>
            <a:spLocks noGrp="1"/>
          </p:cNvSpPr>
          <p:nvPr/>
        </p:nvSpPr>
        <p:spPr>
          <a:xfrm>
            <a:off x="50484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Cryo_13585">
            <a:extLst>
              <a:ext uri="{FF2B5EF4-FFF2-40B4-BE49-F238E27FC236}">
                <a16:creationId xmlns:a16="http://schemas.microsoft.com/office/drawing/2014/main" id="{C19F289C-0268-45EE-9D13-41411093EFD0}"/>
              </a:ext>
            </a:extLst>
          </p:cNvPr>
          <p:cNvSpPr>
            <a:spLocks noGrp="1"/>
          </p:cNvSpPr>
          <p:nvPr/>
        </p:nvSpPr>
        <p:spPr>
          <a:xfrm>
            <a:off x="5056678" y="60112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Cryo_13586">
            <a:extLst>
              <a:ext uri="{FF2B5EF4-FFF2-40B4-BE49-F238E27FC236}">
                <a16:creationId xmlns:a16="http://schemas.microsoft.com/office/drawing/2014/main" id="{14E8CCA4-7E28-4353-A69A-769F20A74171}"/>
              </a:ext>
            </a:extLst>
          </p:cNvPr>
          <p:cNvSpPr>
            <a:spLocks noGrp="1"/>
          </p:cNvSpPr>
          <p:nvPr/>
        </p:nvSpPr>
        <p:spPr>
          <a:xfrm>
            <a:off x="50667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Cryo_13587">
            <a:extLst>
              <a:ext uri="{FF2B5EF4-FFF2-40B4-BE49-F238E27FC236}">
                <a16:creationId xmlns:a16="http://schemas.microsoft.com/office/drawing/2014/main" id="{B758427D-EF30-4DAD-8C90-DADF082D19C0}"/>
              </a:ext>
            </a:extLst>
          </p:cNvPr>
          <p:cNvSpPr>
            <a:spLocks noGrp="1"/>
          </p:cNvSpPr>
          <p:nvPr/>
        </p:nvSpPr>
        <p:spPr>
          <a:xfrm>
            <a:off x="5086161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Cryo_13588">
            <a:extLst>
              <a:ext uri="{FF2B5EF4-FFF2-40B4-BE49-F238E27FC236}">
                <a16:creationId xmlns:a16="http://schemas.microsoft.com/office/drawing/2014/main" id="{80452445-85D0-40DF-A510-A7A642C01A6B}"/>
              </a:ext>
            </a:extLst>
          </p:cNvPr>
          <p:cNvSpPr>
            <a:spLocks noGrp="1"/>
          </p:cNvSpPr>
          <p:nvPr/>
        </p:nvSpPr>
        <p:spPr>
          <a:xfrm>
            <a:off x="496542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Cryo_13589">
            <a:extLst>
              <a:ext uri="{FF2B5EF4-FFF2-40B4-BE49-F238E27FC236}">
                <a16:creationId xmlns:a16="http://schemas.microsoft.com/office/drawing/2014/main" id="{36591FC9-E170-4A4E-BB87-F1FA13EA43AB}"/>
              </a:ext>
            </a:extLst>
          </p:cNvPr>
          <p:cNvSpPr>
            <a:spLocks noGrp="1"/>
          </p:cNvSpPr>
          <p:nvPr/>
        </p:nvSpPr>
        <p:spPr>
          <a:xfrm>
            <a:off x="49273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Cryo_13590">
            <a:extLst>
              <a:ext uri="{FF2B5EF4-FFF2-40B4-BE49-F238E27FC236}">
                <a16:creationId xmlns:a16="http://schemas.microsoft.com/office/drawing/2014/main" id="{0A248DC5-3A75-44CB-B4FC-BA5FFCF453C3}"/>
              </a:ext>
            </a:extLst>
          </p:cNvPr>
          <p:cNvSpPr>
            <a:spLocks noGrp="1"/>
          </p:cNvSpPr>
          <p:nvPr/>
        </p:nvSpPr>
        <p:spPr>
          <a:xfrm>
            <a:off x="4996573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Cryo_13591">
            <a:extLst>
              <a:ext uri="{FF2B5EF4-FFF2-40B4-BE49-F238E27FC236}">
                <a16:creationId xmlns:a16="http://schemas.microsoft.com/office/drawing/2014/main" id="{7AEE74C6-36C7-48FA-B271-EA4914500DAE}"/>
              </a:ext>
            </a:extLst>
          </p:cNvPr>
          <p:cNvSpPr>
            <a:spLocks noGrp="1"/>
          </p:cNvSpPr>
          <p:nvPr/>
        </p:nvSpPr>
        <p:spPr>
          <a:xfrm>
            <a:off x="512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Cryo_13592">
            <a:extLst>
              <a:ext uri="{FF2B5EF4-FFF2-40B4-BE49-F238E27FC236}">
                <a16:creationId xmlns:a16="http://schemas.microsoft.com/office/drawing/2014/main" id="{EF7C8DC5-A769-46B0-A349-8A2B2D34B02F}"/>
              </a:ext>
            </a:extLst>
          </p:cNvPr>
          <p:cNvSpPr>
            <a:spLocks noGrp="1"/>
          </p:cNvSpPr>
          <p:nvPr/>
        </p:nvSpPr>
        <p:spPr>
          <a:xfrm>
            <a:off x="5099914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Cryo_13593">
            <a:extLst>
              <a:ext uri="{FF2B5EF4-FFF2-40B4-BE49-F238E27FC236}">
                <a16:creationId xmlns:a16="http://schemas.microsoft.com/office/drawing/2014/main" id="{9879B217-688D-469A-B3DA-F08DBC9200BD}"/>
              </a:ext>
            </a:extLst>
          </p:cNvPr>
          <p:cNvSpPr>
            <a:spLocks noGrp="1"/>
          </p:cNvSpPr>
          <p:nvPr/>
        </p:nvSpPr>
        <p:spPr>
          <a:xfrm>
            <a:off x="4919577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Cryo_13594">
            <a:extLst>
              <a:ext uri="{FF2B5EF4-FFF2-40B4-BE49-F238E27FC236}">
                <a16:creationId xmlns:a16="http://schemas.microsoft.com/office/drawing/2014/main" id="{C0E52812-09AC-461D-AE2C-DC2273467910}"/>
              </a:ext>
            </a:extLst>
          </p:cNvPr>
          <p:cNvSpPr>
            <a:spLocks noGrp="1"/>
          </p:cNvSpPr>
          <p:nvPr/>
        </p:nvSpPr>
        <p:spPr>
          <a:xfrm>
            <a:off x="49845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Cryo_13595">
            <a:extLst>
              <a:ext uri="{FF2B5EF4-FFF2-40B4-BE49-F238E27FC236}">
                <a16:creationId xmlns:a16="http://schemas.microsoft.com/office/drawing/2014/main" id="{FEC8141A-12F0-4620-85E8-53CD1753E20E}"/>
              </a:ext>
            </a:extLst>
          </p:cNvPr>
          <p:cNvSpPr>
            <a:spLocks noGrp="1"/>
          </p:cNvSpPr>
          <p:nvPr/>
        </p:nvSpPr>
        <p:spPr>
          <a:xfrm>
            <a:off x="49159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Cryo_13596">
            <a:extLst>
              <a:ext uri="{FF2B5EF4-FFF2-40B4-BE49-F238E27FC236}">
                <a16:creationId xmlns:a16="http://schemas.microsoft.com/office/drawing/2014/main" id="{F7B3BF65-9836-4465-8D19-B75B9FE1DE36}"/>
              </a:ext>
            </a:extLst>
          </p:cNvPr>
          <p:cNvSpPr>
            <a:spLocks noGrp="1"/>
          </p:cNvSpPr>
          <p:nvPr/>
        </p:nvSpPr>
        <p:spPr>
          <a:xfrm>
            <a:off x="4942058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Cryo_13597">
            <a:extLst>
              <a:ext uri="{FF2B5EF4-FFF2-40B4-BE49-F238E27FC236}">
                <a16:creationId xmlns:a16="http://schemas.microsoft.com/office/drawing/2014/main" id="{FFAA8510-1398-468B-B2FB-95E9FA16C82F}"/>
              </a:ext>
            </a:extLst>
          </p:cNvPr>
          <p:cNvSpPr>
            <a:spLocks noGrp="1"/>
          </p:cNvSpPr>
          <p:nvPr/>
        </p:nvSpPr>
        <p:spPr>
          <a:xfrm>
            <a:off x="510175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Cryo_13598">
            <a:extLst>
              <a:ext uri="{FF2B5EF4-FFF2-40B4-BE49-F238E27FC236}">
                <a16:creationId xmlns:a16="http://schemas.microsoft.com/office/drawing/2014/main" id="{E4A816A3-8064-4573-814A-69E5CD838D07}"/>
              </a:ext>
            </a:extLst>
          </p:cNvPr>
          <p:cNvSpPr>
            <a:spLocks noGrp="1"/>
          </p:cNvSpPr>
          <p:nvPr/>
        </p:nvSpPr>
        <p:spPr>
          <a:xfrm>
            <a:off x="5044294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Cryo_13599">
            <a:extLst>
              <a:ext uri="{FF2B5EF4-FFF2-40B4-BE49-F238E27FC236}">
                <a16:creationId xmlns:a16="http://schemas.microsoft.com/office/drawing/2014/main" id="{5CD108DF-B0BC-40DA-BF23-3F59FEDAC523}"/>
              </a:ext>
            </a:extLst>
          </p:cNvPr>
          <p:cNvSpPr>
            <a:spLocks noGrp="1"/>
          </p:cNvSpPr>
          <p:nvPr/>
        </p:nvSpPr>
        <p:spPr>
          <a:xfrm>
            <a:off x="509628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Cryo_13600">
            <a:extLst>
              <a:ext uri="{FF2B5EF4-FFF2-40B4-BE49-F238E27FC236}">
                <a16:creationId xmlns:a16="http://schemas.microsoft.com/office/drawing/2014/main" id="{B3F8ED7C-AEBC-42F3-A78E-AC64CE571A6B}"/>
              </a:ext>
            </a:extLst>
          </p:cNvPr>
          <p:cNvSpPr>
            <a:spLocks noGrp="1"/>
          </p:cNvSpPr>
          <p:nvPr/>
        </p:nvSpPr>
        <p:spPr>
          <a:xfrm>
            <a:off x="51039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Cryo_13601">
            <a:extLst>
              <a:ext uri="{FF2B5EF4-FFF2-40B4-BE49-F238E27FC236}">
                <a16:creationId xmlns:a16="http://schemas.microsoft.com/office/drawing/2014/main" id="{DEAF0D7C-1EF7-48DD-BC71-8BE543C26188}"/>
              </a:ext>
            </a:extLst>
          </p:cNvPr>
          <p:cNvSpPr>
            <a:spLocks noGrp="1"/>
          </p:cNvSpPr>
          <p:nvPr/>
        </p:nvSpPr>
        <p:spPr>
          <a:xfrm>
            <a:off x="5140850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Cryo_13602">
            <a:extLst>
              <a:ext uri="{FF2B5EF4-FFF2-40B4-BE49-F238E27FC236}">
                <a16:creationId xmlns:a16="http://schemas.microsoft.com/office/drawing/2014/main" id="{1249CDCD-F15C-4FCC-8B87-8277390F195D}"/>
              </a:ext>
            </a:extLst>
          </p:cNvPr>
          <p:cNvSpPr>
            <a:spLocks noGrp="1"/>
          </p:cNvSpPr>
          <p:nvPr/>
        </p:nvSpPr>
        <p:spPr>
          <a:xfrm>
            <a:off x="5157285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Cryo_13603">
            <a:extLst>
              <a:ext uri="{FF2B5EF4-FFF2-40B4-BE49-F238E27FC236}">
                <a16:creationId xmlns:a16="http://schemas.microsoft.com/office/drawing/2014/main" id="{30E23F83-BE4D-4825-BA38-8285786A1B5B}"/>
              </a:ext>
            </a:extLst>
          </p:cNvPr>
          <p:cNvSpPr>
            <a:spLocks noGrp="1"/>
          </p:cNvSpPr>
          <p:nvPr/>
        </p:nvSpPr>
        <p:spPr>
          <a:xfrm>
            <a:off x="49410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Cryo_13604">
            <a:extLst>
              <a:ext uri="{FF2B5EF4-FFF2-40B4-BE49-F238E27FC236}">
                <a16:creationId xmlns:a16="http://schemas.microsoft.com/office/drawing/2014/main" id="{6B904356-A079-4D14-B794-10005E5AFA9F}"/>
              </a:ext>
            </a:extLst>
          </p:cNvPr>
          <p:cNvSpPr>
            <a:spLocks noGrp="1"/>
          </p:cNvSpPr>
          <p:nvPr/>
        </p:nvSpPr>
        <p:spPr>
          <a:xfrm>
            <a:off x="5157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Cryo_13605">
            <a:extLst>
              <a:ext uri="{FF2B5EF4-FFF2-40B4-BE49-F238E27FC236}">
                <a16:creationId xmlns:a16="http://schemas.microsoft.com/office/drawing/2014/main" id="{7B43B2BF-64C0-4BF0-83B1-D3D0D59FE27B}"/>
              </a:ext>
            </a:extLst>
          </p:cNvPr>
          <p:cNvSpPr>
            <a:spLocks noGrp="1"/>
          </p:cNvSpPr>
          <p:nvPr/>
        </p:nvSpPr>
        <p:spPr>
          <a:xfrm>
            <a:off x="50484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Cryo_13606">
            <a:extLst>
              <a:ext uri="{FF2B5EF4-FFF2-40B4-BE49-F238E27FC236}">
                <a16:creationId xmlns:a16="http://schemas.microsoft.com/office/drawing/2014/main" id="{0263385D-A70F-4AF2-A9DC-E4D3B1F46058}"/>
              </a:ext>
            </a:extLst>
          </p:cNvPr>
          <p:cNvSpPr>
            <a:spLocks noGrp="1"/>
          </p:cNvSpPr>
          <p:nvPr/>
        </p:nvSpPr>
        <p:spPr>
          <a:xfrm>
            <a:off x="5037897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Cryo_13607">
            <a:extLst>
              <a:ext uri="{FF2B5EF4-FFF2-40B4-BE49-F238E27FC236}">
                <a16:creationId xmlns:a16="http://schemas.microsoft.com/office/drawing/2014/main" id="{6E337CD0-EEF8-4C9F-B806-CFBA0191ED41}"/>
              </a:ext>
            </a:extLst>
          </p:cNvPr>
          <p:cNvSpPr>
            <a:spLocks noGrp="1"/>
          </p:cNvSpPr>
          <p:nvPr/>
        </p:nvSpPr>
        <p:spPr>
          <a:xfrm>
            <a:off x="49813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Cryo_13608">
            <a:extLst>
              <a:ext uri="{FF2B5EF4-FFF2-40B4-BE49-F238E27FC236}">
                <a16:creationId xmlns:a16="http://schemas.microsoft.com/office/drawing/2014/main" id="{5BAEB504-F8F0-471C-8801-8572238E16CF}"/>
              </a:ext>
            </a:extLst>
          </p:cNvPr>
          <p:cNvSpPr>
            <a:spLocks noGrp="1"/>
          </p:cNvSpPr>
          <p:nvPr/>
        </p:nvSpPr>
        <p:spPr>
          <a:xfrm>
            <a:off x="5080555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Cryo_13609">
            <a:extLst>
              <a:ext uri="{FF2B5EF4-FFF2-40B4-BE49-F238E27FC236}">
                <a16:creationId xmlns:a16="http://schemas.microsoft.com/office/drawing/2014/main" id="{EA0F5B96-8655-489B-B856-1249BE8B8642}"/>
              </a:ext>
            </a:extLst>
          </p:cNvPr>
          <p:cNvSpPr>
            <a:spLocks noGrp="1"/>
          </p:cNvSpPr>
          <p:nvPr/>
        </p:nvSpPr>
        <p:spPr>
          <a:xfrm>
            <a:off x="4956276" y="38497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Cryo_13610">
            <a:extLst>
              <a:ext uri="{FF2B5EF4-FFF2-40B4-BE49-F238E27FC236}">
                <a16:creationId xmlns:a16="http://schemas.microsoft.com/office/drawing/2014/main" id="{AEB361EC-04EE-4095-B589-436131C6BDF5}"/>
              </a:ext>
            </a:extLst>
          </p:cNvPr>
          <p:cNvSpPr>
            <a:spLocks noGrp="1"/>
          </p:cNvSpPr>
          <p:nvPr/>
        </p:nvSpPr>
        <p:spPr>
          <a:xfrm>
            <a:off x="50484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Cryo_13611">
            <a:extLst>
              <a:ext uri="{FF2B5EF4-FFF2-40B4-BE49-F238E27FC236}">
                <a16:creationId xmlns:a16="http://schemas.microsoft.com/office/drawing/2014/main" id="{FAEBB564-687E-4A03-B274-9EE907071545}"/>
              </a:ext>
            </a:extLst>
          </p:cNvPr>
          <p:cNvSpPr>
            <a:spLocks noGrp="1"/>
          </p:cNvSpPr>
          <p:nvPr/>
        </p:nvSpPr>
        <p:spPr>
          <a:xfrm>
            <a:off x="51052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Cryo_13612">
            <a:extLst>
              <a:ext uri="{FF2B5EF4-FFF2-40B4-BE49-F238E27FC236}">
                <a16:creationId xmlns:a16="http://schemas.microsoft.com/office/drawing/2014/main" id="{2657E601-F309-48DE-8CBC-6A33CD37F2F0}"/>
              </a:ext>
            </a:extLst>
          </p:cNvPr>
          <p:cNvSpPr>
            <a:spLocks noGrp="1"/>
          </p:cNvSpPr>
          <p:nvPr/>
        </p:nvSpPr>
        <p:spPr>
          <a:xfrm>
            <a:off x="4953308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Cryo_13613">
            <a:extLst>
              <a:ext uri="{FF2B5EF4-FFF2-40B4-BE49-F238E27FC236}">
                <a16:creationId xmlns:a16="http://schemas.microsoft.com/office/drawing/2014/main" id="{C3AFE029-CFD1-4F97-82B4-2CAA049EDF7C}"/>
              </a:ext>
            </a:extLst>
          </p:cNvPr>
          <p:cNvSpPr>
            <a:spLocks noGrp="1"/>
          </p:cNvSpPr>
          <p:nvPr/>
        </p:nvSpPr>
        <p:spPr>
          <a:xfrm>
            <a:off x="49424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Cryo_13614">
            <a:extLst>
              <a:ext uri="{FF2B5EF4-FFF2-40B4-BE49-F238E27FC236}">
                <a16:creationId xmlns:a16="http://schemas.microsoft.com/office/drawing/2014/main" id="{703663B3-5FDE-4348-BCE2-50B9214E23CE}"/>
              </a:ext>
            </a:extLst>
          </p:cNvPr>
          <p:cNvSpPr>
            <a:spLocks noGrp="1"/>
          </p:cNvSpPr>
          <p:nvPr/>
        </p:nvSpPr>
        <p:spPr>
          <a:xfrm>
            <a:off x="497152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Cryo_13615">
            <a:extLst>
              <a:ext uri="{FF2B5EF4-FFF2-40B4-BE49-F238E27FC236}">
                <a16:creationId xmlns:a16="http://schemas.microsoft.com/office/drawing/2014/main" id="{3F4BD315-C25B-4F85-A9B1-20FDB279C85C}"/>
              </a:ext>
            </a:extLst>
          </p:cNvPr>
          <p:cNvSpPr>
            <a:spLocks noGrp="1"/>
          </p:cNvSpPr>
          <p:nvPr/>
        </p:nvSpPr>
        <p:spPr>
          <a:xfrm>
            <a:off x="511838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Cryo_13616">
            <a:extLst>
              <a:ext uri="{FF2B5EF4-FFF2-40B4-BE49-F238E27FC236}">
                <a16:creationId xmlns:a16="http://schemas.microsoft.com/office/drawing/2014/main" id="{5C85694A-389E-403F-8A01-0D46B225596A}"/>
              </a:ext>
            </a:extLst>
          </p:cNvPr>
          <p:cNvSpPr>
            <a:spLocks noGrp="1"/>
          </p:cNvSpPr>
          <p:nvPr/>
        </p:nvSpPr>
        <p:spPr>
          <a:xfrm>
            <a:off x="50224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Cryo_13617">
            <a:extLst>
              <a:ext uri="{FF2B5EF4-FFF2-40B4-BE49-F238E27FC236}">
                <a16:creationId xmlns:a16="http://schemas.microsoft.com/office/drawing/2014/main" id="{0556743A-116A-498D-ACA3-F2A7EFC0F560}"/>
              </a:ext>
            </a:extLst>
          </p:cNvPr>
          <p:cNvSpPr>
            <a:spLocks noGrp="1"/>
          </p:cNvSpPr>
          <p:nvPr/>
        </p:nvSpPr>
        <p:spPr>
          <a:xfrm>
            <a:off x="516202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Cryo_13618">
            <a:extLst>
              <a:ext uri="{FF2B5EF4-FFF2-40B4-BE49-F238E27FC236}">
                <a16:creationId xmlns:a16="http://schemas.microsoft.com/office/drawing/2014/main" id="{3C23218E-47CC-4844-89DC-2ACA51F59449}"/>
              </a:ext>
            </a:extLst>
          </p:cNvPr>
          <p:cNvSpPr>
            <a:spLocks noGrp="1"/>
          </p:cNvSpPr>
          <p:nvPr/>
        </p:nvSpPr>
        <p:spPr>
          <a:xfrm>
            <a:off x="505832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Cryo_13619">
            <a:extLst>
              <a:ext uri="{FF2B5EF4-FFF2-40B4-BE49-F238E27FC236}">
                <a16:creationId xmlns:a16="http://schemas.microsoft.com/office/drawing/2014/main" id="{3EC26362-5057-459D-B5FC-3A8DFD105997}"/>
              </a:ext>
            </a:extLst>
          </p:cNvPr>
          <p:cNvSpPr>
            <a:spLocks noGrp="1"/>
          </p:cNvSpPr>
          <p:nvPr/>
        </p:nvSpPr>
        <p:spPr>
          <a:xfrm>
            <a:off x="5026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Cryo_13620">
            <a:extLst>
              <a:ext uri="{FF2B5EF4-FFF2-40B4-BE49-F238E27FC236}">
                <a16:creationId xmlns:a16="http://schemas.microsoft.com/office/drawing/2014/main" id="{134EF13E-E4FC-4099-80F3-F52835E5BF78}"/>
              </a:ext>
            </a:extLst>
          </p:cNvPr>
          <p:cNvSpPr>
            <a:spLocks noGrp="1"/>
          </p:cNvSpPr>
          <p:nvPr/>
        </p:nvSpPr>
        <p:spPr>
          <a:xfrm>
            <a:off x="502846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Cryo_13621">
            <a:extLst>
              <a:ext uri="{FF2B5EF4-FFF2-40B4-BE49-F238E27FC236}">
                <a16:creationId xmlns:a16="http://schemas.microsoft.com/office/drawing/2014/main" id="{87772297-F7FC-425D-9F4F-DBA7EBC00809}"/>
              </a:ext>
            </a:extLst>
          </p:cNvPr>
          <p:cNvSpPr>
            <a:spLocks noGrp="1"/>
          </p:cNvSpPr>
          <p:nvPr/>
        </p:nvSpPr>
        <p:spPr>
          <a:xfrm>
            <a:off x="49205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Cryo_13622">
            <a:extLst>
              <a:ext uri="{FF2B5EF4-FFF2-40B4-BE49-F238E27FC236}">
                <a16:creationId xmlns:a16="http://schemas.microsoft.com/office/drawing/2014/main" id="{E032B7C5-2B11-4D45-91DC-863D2B28CF6C}"/>
              </a:ext>
            </a:extLst>
          </p:cNvPr>
          <p:cNvSpPr>
            <a:spLocks noGrp="1"/>
          </p:cNvSpPr>
          <p:nvPr/>
        </p:nvSpPr>
        <p:spPr>
          <a:xfrm>
            <a:off x="5119345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Cryo_13623">
            <a:extLst>
              <a:ext uri="{FF2B5EF4-FFF2-40B4-BE49-F238E27FC236}">
                <a16:creationId xmlns:a16="http://schemas.microsoft.com/office/drawing/2014/main" id="{4A180851-B9C2-4200-A8E0-05FF81DA2A0D}"/>
              </a:ext>
            </a:extLst>
          </p:cNvPr>
          <p:cNvSpPr>
            <a:spLocks noGrp="1"/>
          </p:cNvSpPr>
          <p:nvPr/>
        </p:nvSpPr>
        <p:spPr>
          <a:xfrm>
            <a:off x="50368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Cryo_13624">
            <a:extLst>
              <a:ext uri="{FF2B5EF4-FFF2-40B4-BE49-F238E27FC236}">
                <a16:creationId xmlns:a16="http://schemas.microsoft.com/office/drawing/2014/main" id="{7058EBC8-4720-4F9B-8384-2C3284451FC4}"/>
              </a:ext>
            </a:extLst>
          </p:cNvPr>
          <p:cNvSpPr>
            <a:spLocks noGrp="1"/>
          </p:cNvSpPr>
          <p:nvPr/>
        </p:nvSpPr>
        <p:spPr>
          <a:xfrm>
            <a:off x="497684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Cryo_13625">
            <a:extLst>
              <a:ext uri="{FF2B5EF4-FFF2-40B4-BE49-F238E27FC236}">
                <a16:creationId xmlns:a16="http://schemas.microsoft.com/office/drawing/2014/main" id="{DAD9B5C3-941E-469D-8B67-8FA055714651}"/>
              </a:ext>
            </a:extLst>
          </p:cNvPr>
          <p:cNvSpPr>
            <a:spLocks noGrp="1"/>
          </p:cNvSpPr>
          <p:nvPr/>
        </p:nvSpPr>
        <p:spPr>
          <a:xfrm>
            <a:off x="5064501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Cryo_13626">
            <a:extLst>
              <a:ext uri="{FF2B5EF4-FFF2-40B4-BE49-F238E27FC236}">
                <a16:creationId xmlns:a16="http://schemas.microsoft.com/office/drawing/2014/main" id="{0060EE79-C2C4-47BB-B285-0A2E4F82AA25}"/>
              </a:ext>
            </a:extLst>
          </p:cNvPr>
          <p:cNvSpPr>
            <a:spLocks noGrp="1"/>
          </p:cNvSpPr>
          <p:nvPr/>
        </p:nvSpPr>
        <p:spPr>
          <a:xfrm>
            <a:off x="4955784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Cryo_13627">
            <a:extLst>
              <a:ext uri="{FF2B5EF4-FFF2-40B4-BE49-F238E27FC236}">
                <a16:creationId xmlns:a16="http://schemas.microsoft.com/office/drawing/2014/main" id="{56A5671A-5824-4B08-836D-D8F025051C84}"/>
              </a:ext>
            </a:extLst>
          </p:cNvPr>
          <p:cNvSpPr>
            <a:spLocks noGrp="1"/>
          </p:cNvSpPr>
          <p:nvPr/>
        </p:nvSpPr>
        <p:spPr>
          <a:xfrm>
            <a:off x="511433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Cryo_13628">
            <a:extLst>
              <a:ext uri="{FF2B5EF4-FFF2-40B4-BE49-F238E27FC236}">
                <a16:creationId xmlns:a16="http://schemas.microsoft.com/office/drawing/2014/main" id="{BC302C95-2107-4CC8-91B2-42E079511D10}"/>
              </a:ext>
            </a:extLst>
          </p:cNvPr>
          <p:cNvSpPr>
            <a:spLocks noGrp="1"/>
          </p:cNvSpPr>
          <p:nvPr/>
        </p:nvSpPr>
        <p:spPr>
          <a:xfrm>
            <a:off x="507835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Cryo_13629">
            <a:extLst>
              <a:ext uri="{FF2B5EF4-FFF2-40B4-BE49-F238E27FC236}">
                <a16:creationId xmlns:a16="http://schemas.microsoft.com/office/drawing/2014/main" id="{9650F1B8-044D-476B-B1CE-6654E4EDA1AF}"/>
              </a:ext>
            </a:extLst>
          </p:cNvPr>
          <p:cNvSpPr>
            <a:spLocks noGrp="1"/>
          </p:cNvSpPr>
          <p:nvPr/>
        </p:nvSpPr>
        <p:spPr>
          <a:xfrm>
            <a:off x="51646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Cryo_13630">
            <a:extLst>
              <a:ext uri="{FF2B5EF4-FFF2-40B4-BE49-F238E27FC236}">
                <a16:creationId xmlns:a16="http://schemas.microsoft.com/office/drawing/2014/main" id="{C69C5EC4-6F45-4070-A303-6B832CCCB3C7}"/>
              </a:ext>
            </a:extLst>
          </p:cNvPr>
          <p:cNvSpPr>
            <a:spLocks noGrp="1"/>
          </p:cNvSpPr>
          <p:nvPr/>
        </p:nvSpPr>
        <p:spPr>
          <a:xfrm>
            <a:off x="51586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Cryo_13631">
            <a:extLst>
              <a:ext uri="{FF2B5EF4-FFF2-40B4-BE49-F238E27FC236}">
                <a16:creationId xmlns:a16="http://schemas.microsoft.com/office/drawing/2014/main" id="{29658A8A-7F4F-4AE9-BA96-B3031CCEF73E}"/>
              </a:ext>
            </a:extLst>
          </p:cNvPr>
          <p:cNvSpPr>
            <a:spLocks noGrp="1"/>
          </p:cNvSpPr>
          <p:nvPr/>
        </p:nvSpPr>
        <p:spPr>
          <a:xfrm>
            <a:off x="5105836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Cryo_13632">
            <a:extLst>
              <a:ext uri="{FF2B5EF4-FFF2-40B4-BE49-F238E27FC236}">
                <a16:creationId xmlns:a16="http://schemas.microsoft.com/office/drawing/2014/main" id="{55C9AD6C-3CEE-411F-8A6A-A789E7220DF2}"/>
              </a:ext>
            </a:extLst>
          </p:cNvPr>
          <p:cNvSpPr>
            <a:spLocks noGrp="1"/>
          </p:cNvSpPr>
          <p:nvPr/>
        </p:nvSpPr>
        <p:spPr>
          <a:xfrm>
            <a:off x="5151095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Cryo_13633">
            <a:extLst>
              <a:ext uri="{FF2B5EF4-FFF2-40B4-BE49-F238E27FC236}">
                <a16:creationId xmlns:a16="http://schemas.microsoft.com/office/drawing/2014/main" id="{CA5AFE44-474A-4C81-8BB1-0F7995354521}"/>
              </a:ext>
            </a:extLst>
          </p:cNvPr>
          <p:cNvSpPr>
            <a:spLocks noGrp="1"/>
          </p:cNvSpPr>
          <p:nvPr/>
        </p:nvSpPr>
        <p:spPr>
          <a:xfrm>
            <a:off x="50174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Cryo_13634">
            <a:extLst>
              <a:ext uri="{FF2B5EF4-FFF2-40B4-BE49-F238E27FC236}">
                <a16:creationId xmlns:a16="http://schemas.microsoft.com/office/drawing/2014/main" id="{96CB57B5-B857-4815-8B62-9B2C526A621C}"/>
              </a:ext>
            </a:extLst>
          </p:cNvPr>
          <p:cNvSpPr>
            <a:spLocks noGrp="1"/>
          </p:cNvSpPr>
          <p:nvPr/>
        </p:nvSpPr>
        <p:spPr>
          <a:xfrm>
            <a:off x="5011842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Cryo_13635">
            <a:extLst>
              <a:ext uri="{FF2B5EF4-FFF2-40B4-BE49-F238E27FC236}">
                <a16:creationId xmlns:a16="http://schemas.microsoft.com/office/drawing/2014/main" id="{8B46B2C5-C3D9-47A1-8E36-4133967B0A91}"/>
              </a:ext>
            </a:extLst>
          </p:cNvPr>
          <p:cNvSpPr>
            <a:spLocks noGrp="1"/>
          </p:cNvSpPr>
          <p:nvPr/>
        </p:nvSpPr>
        <p:spPr>
          <a:xfrm>
            <a:off x="495160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Cryo_13636">
            <a:extLst>
              <a:ext uri="{FF2B5EF4-FFF2-40B4-BE49-F238E27FC236}">
                <a16:creationId xmlns:a16="http://schemas.microsoft.com/office/drawing/2014/main" id="{20085275-07D7-417B-B96E-D684DB270E49}"/>
              </a:ext>
            </a:extLst>
          </p:cNvPr>
          <p:cNvSpPr>
            <a:spLocks noGrp="1"/>
          </p:cNvSpPr>
          <p:nvPr/>
        </p:nvSpPr>
        <p:spPr>
          <a:xfrm>
            <a:off x="499011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Cryo_13637">
            <a:extLst>
              <a:ext uri="{FF2B5EF4-FFF2-40B4-BE49-F238E27FC236}">
                <a16:creationId xmlns:a16="http://schemas.microsoft.com/office/drawing/2014/main" id="{81F0506B-2259-466A-AE99-E7BE95445FA2}"/>
              </a:ext>
            </a:extLst>
          </p:cNvPr>
          <p:cNvSpPr>
            <a:spLocks noGrp="1"/>
          </p:cNvSpPr>
          <p:nvPr/>
        </p:nvSpPr>
        <p:spPr>
          <a:xfrm>
            <a:off x="5009139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Cryo_13638">
            <a:extLst>
              <a:ext uri="{FF2B5EF4-FFF2-40B4-BE49-F238E27FC236}">
                <a16:creationId xmlns:a16="http://schemas.microsoft.com/office/drawing/2014/main" id="{E77FF780-146A-41FF-87CC-09E2CD4A8A95}"/>
              </a:ext>
            </a:extLst>
          </p:cNvPr>
          <p:cNvSpPr>
            <a:spLocks noGrp="1"/>
          </p:cNvSpPr>
          <p:nvPr/>
        </p:nvSpPr>
        <p:spPr>
          <a:xfrm>
            <a:off x="5027727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Cryo_13639">
            <a:extLst>
              <a:ext uri="{FF2B5EF4-FFF2-40B4-BE49-F238E27FC236}">
                <a16:creationId xmlns:a16="http://schemas.microsoft.com/office/drawing/2014/main" id="{4B9476EC-865F-464A-82E4-465B3316E405}"/>
              </a:ext>
            </a:extLst>
          </p:cNvPr>
          <p:cNvSpPr>
            <a:spLocks noGrp="1"/>
          </p:cNvSpPr>
          <p:nvPr/>
        </p:nvSpPr>
        <p:spPr>
          <a:xfrm>
            <a:off x="5091290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Cryo_13640">
            <a:extLst>
              <a:ext uri="{FF2B5EF4-FFF2-40B4-BE49-F238E27FC236}">
                <a16:creationId xmlns:a16="http://schemas.microsoft.com/office/drawing/2014/main" id="{C649719D-94CE-4C86-B2D2-45CC6EB4B497}"/>
              </a:ext>
            </a:extLst>
          </p:cNvPr>
          <p:cNvSpPr>
            <a:spLocks noGrp="1"/>
          </p:cNvSpPr>
          <p:nvPr/>
        </p:nvSpPr>
        <p:spPr>
          <a:xfrm>
            <a:off x="514192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Cryo_13641">
            <a:extLst>
              <a:ext uri="{FF2B5EF4-FFF2-40B4-BE49-F238E27FC236}">
                <a16:creationId xmlns:a16="http://schemas.microsoft.com/office/drawing/2014/main" id="{78092F0E-5D64-41F4-9BBA-39AEFCD727D0}"/>
              </a:ext>
            </a:extLst>
          </p:cNvPr>
          <p:cNvSpPr>
            <a:spLocks noGrp="1"/>
          </p:cNvSpPr>
          <p:nvPr/>
        </p:nvSpPr>
        <p:spPr>
          <a:xfrm>
            <a:off x="49529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Cryo_13642">
            <a:extLst>
              <a:ext uri="{FF2B5EF4-FFF2-40B4-BE49-F238E27FC236}">
                <a16:creationId xmlns:a16="http://schemas.microsoft.com/office/drawing/2014/main" id="{8BB2708A-4418-4CCC-8968-E58FB3985275}"/>
              </a:ext>
            </a:extLst>
          </p:cNvPr>
          <p:cNvSpPr>
            <a:spLocks noGrp="1"/>
          </p:cNvSpPr>
          <p:nvPr/>
        </p:nvSpPr>
        <p:spPr>
          <a:xfrm>
            <a:off x="502737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Cryo_13643">
            <a:extLst>
              <a:ext uri="{FF2B5EF4-FFF2-40B4-BE49-F238E27FC236}">
                <a16:creationId xmlns:a16="http://schemas.microsoft.com/office/drawing/2014/main" id="{905819E9-808A-4503-9A3D-61E60ED0A9E1}"/>
              </a:ext>
            </a:extLst>
          </p:cNvPr>
          <p:cNvSpPr>
            <a:spLocks noGrp="1"/>
          </p:cNvSpPr>
          <p:nvPr/>
        </p:nvSpPr>
        <p:spPr>
          <a:xfrm>
            <a:off x="5102098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Cryo_13644">
            <a:extLst>
              <a:ext uri="{FF2B5EF4-FFF2-40B4-BE49-F238E27FC236}">
                <a16:creationId xmlns:a16="http://schemas.microsoft.com/office/drawing/2014/main" id="{6E2865AC-FA26-411F-9B96-A6700266FB60}"/>
              </a:ext>
            </a:extLst>
          </p:cNvPr>
          <p:cNvSpPr>
            <a:spLocks noGrp="1"/>
          </p:cNvSpPr>
          <p:nvPr/>
        </p:nvSpPr>
        <p:spPr>
          <a:xfrm>
            <a:off x="516203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Cryo_13645">
            <a:extLst>
              <a:ext uri="{FF2B5EF4-FFF2-40B4-BE49-F238E27FC236}">
                <a16:creationId xmlns:a16="http://schemas.microsoft.com/office/drawing/2014/main" id="{FCD6BD4B-75CB-4339-8DFA-8FFC17E2E54C}"/>
              </a:ext>
            </a:extLst>
          </p:cNvPr>
          <p:cNvSpPr>
            <a:spLocks noGrp="1"/>
          </p:cNvSpPr>
          <p:nvPr/>
        </p:nvSpPr>
        <p:spPr>
          <a:xfrm>
            <a:off x="505150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Cryo_13646">
            <a:extLst>
              <a:ext uri="{FF2B5EF4-FFF2-40B4-BE49-F238E27FC236}">
                <a16:creationId xmlns:a16="http://schemas.microsoft.com/office/drawing/2014/main" id="{62063A6A-7CEC-4D21-B257-818FEDCE747D}"/>
              </a:ext>
            </a:extLst>
          </p:cNvPr>
          <p:cNvSpPr>
            <a:spLocks noGrp="1"/>
          </p:cNvSpPr>
          <p:nvPr/>
        </p:nvSpPr>
        <p:spPr>
          <a:xfrm>
            <a:off x="505972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Cryo_13647">
            <a:extLst>
              <a:ext uri="{FF2B5EF4-FFF2-40B4-BE49-F238E27FC236}">
                <a16:creationId xmlns:a16="http://schemas.microsoft.com/office/drawing/2014/main" id="{3C8F5BF4-DD26-4F9C-8DF4-014F9076707F}"/>
              </a:ext>
            </a:extLst>
          </p:cNvPr>
          <p:cNvSpPr>
            <a:spLocks noGrp="1"/>
          </p:cNvSpPr>
          <p:nvPr/>
        </p:nvSpPr>
        <p:spPr>
          <a:xfrm>
            <a:off x="51110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Cryo_13648">
            <a:extLst>
              <a:ext uri="{FF2B5EF4-FFF2-40B4-BE49-F238E27FC236}">
                <a16:creationId xmlns:a16="http://schemas.microsoft.com/office/drawing/2014/main" id="{52F8CD29-46DB-4F5A-8FEE-2EEB85F6BA43}"/>
              </a:ext>
            </a:extLst>
          </p:cNvPr>
          <p:cNvSpPr>
            <a:spLocks noGrp="1"/>
          </p:cNvSpPr>
          <p:nvPr/>
        </p:nvSpPr>
        <p:spPr>
          <a:xfrm>
            <a:off x="4996104" y="43965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Cryo_13649">
            <a:extLst>
              <a:ext uri="{FF2B5EF4-FFF2-40B4-BE49-F238E27FC236}">
                <a16:creationId xmlns:a16="http://schemas.microsoft.com/office/drawing/2014/main" id="{63038E0E-D096-405F-A6DD-F40093C3B751}"/>
              </a:ext>
            </a:extLst>
          </p:cNvPr>
          <p:cNvSpPr>
            <a:spLocks noGrp="1"/>
          </p:cNvSpPr>
          <p:nvPr/>
        </p:nvSpPr>
        <p:spPr>
          <a:xfrm>
            <a:off x="5037193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Cryo_13650">
            <a:extLst>
              <a:ext uri="{FF2B5EF4-FFF2-40B4-BE49-F238E27FC236}">
                <a16:creationId xmlns:a16="http://schemas.microsoft.com/office/drawing/2014/main" id="{5E826C1F-7E16-4B3D-9BB3-19D5CFE6FC65}"/>
              </a:ext>
            </a:extLst>
          </p:cNvPr>
          <p:cNvSpPr>
            <a:spLocks noGrp="1"/>
          </p:cNvSpPr>
          <p:nvPr/>
        </p:nvSpPr>
        <p:spPr>
          <a:xfrm>
            <a:off x="5162095" y="51377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Cryo_13651">
            <a:extLst>
              <a:ext uri="{FF2B5EF4-FFF2-40B4-BE49-F238E27FC236}">
                <a16:creationId xmlns:a16="http://schemas.microsoft.com/office/drawing/2014/main" id="{0740833D-B55A-44FA-9493-752D0C4ADFE2}"/>
              </a:ext>
            </a:extLst>
          </p:cNvPr>
          <p:cNvSpPr>
            <a:spLocks noGrp="1"/>
          </p:cNvSpPr>
          <p:nvPr/>
        </p:nvSpPr>
        <p:spPr>
          <a:xfrm>
            <a:off x="50552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Cryo_13652">
            <a:extLst>
              <a:ext uri="{FF2B5EF4-FFF2-40B4-BE49-F238E27FC236}">
                <a16:creationId xmlns:a16="http://schemas.microsoft.com/office/drawing/2014/main" id="{B158A87B-7669-43F6-B78B-522C45DB6A12}"/>
              </a:ext>
            </a:extLst>
          </p:cNvPr>
          <p:cNvSpPr>
            <a:spLocks noGrp="1"/>
          </p:cNvSpPr>
          <p:nvPr/>
        </p:nvSpPr>
        <p:spPr>
          <a:xfrm>
            <a:off x="50006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Cryo_13653">
            <a:extLst>
              <a:ext uri="{FF2B5EF4-FFF2-40B4-BE49-F238E27FC236}">
                <a16:creationId xmlns:a16="http://schemas.microsoft.com/office/drawing/2014/main" id="{7BCF2772-E6B9-4CFA-A1DC-506AFBB059FB}"/>
              </a:ext>
            </a:extLst>
          </p:cNvPr>
          <p:cNvSpPr>
            <a:spLocks noGrp="1"/>
          </p:cNvSpPr>
          <p:nvPr/>
        </p:nvSpPr>
        <p:spPr>
          <a:xfrm>
            <a:off x="4957620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Cryo_13654">
            <a:extLst>
              <a:ext uri="{FF2B5EF4-FFF2-40B4-BE49-F238E27FC236}">
                <a16:creationId xmlns:a16="http://schemas.microsoft.com/office/drawing/2014/main" id="{5A7CCAED-1746-4968-8128-9172CD1C7445}"/>
              </a:ext>
            </a:extLst>
          </p:cNvPr>
          <p:cNvSpPr>
            <a:spLocks noGrp="1"/>
          </p:cNvSpPr>
          <p:nvPr/>
        </p:nvSpPr>
        <p:spPr>
          <a:xfrm>
            <a:off x="51165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Cryo_13655">
            <a:extLst>
              <a:ext uri="{FF2B5EF4-FFF2-40B4-BE49-F238E27FC236}">
                <a16:creationId xmlns:a16="http://schemas.microsoft.com/office/drawing/2014/main" id="{76F80393-BD3C-4B62-B81C-A378ABBAF81D}"/>
              </a:ext>
            </a:extLst>
          </p:cNvPr>
          <p:cNvSpPr>
            <a:spLocks noGrp="1"/>
          </p:cNvSpPr>
          <p:nvPr/>
        </p:nvSpPr>
        <p:spPr>
          <a:xfrm>
            <a:off x="49954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Cryo_13656">
            <a:extLst>
              <a:ext uri="{FF2B5EF4-FFF2-40B4-BE49-F238E27FC236}">
                <a16:creationId xmlns:a16="http://schemas.microsoft.com/office/drawing/2014/main" id="{B9B438F8-5363-4784-998E-49201DF2CA45}"/>
              </a:ext>
            </a:extLst>
          </p:cNvPr>
          <p:cNvSpPr>
            <a:spLocks noGrp="1"/>
          </p:cNvSpPr>
          <p:nvPr/>
        </p:nvSpPr>
        <p:spPr>
          <a:xfrm>
            <a:off x="511144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Cryo_13657">
            <a:extLst>
              <a:ext uri="{FF2B5EF4-FFF2-40B4-BE49-F238E27FC236}">
                <a16:creationId xmlns:a16="http://schemas.microsoft.com/office/drawing/2014/main" id="{A557D911-CE87-4C32-8D98-3197A72DBA5C}"/>
              </a:ext>
            </a:extLst>
          </p:cNvPr>
          <p:cNvSpPr>
            <a:spLocks noGrp="1"/>
          </p:cNvSpPr>
          <p:nvPr/>
        </p:nvSpPr>
        <p:spPr>
          <a:xfrm>
            <a:off x="4940110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Cryo_13658">
            <a:extLst>
              <a:ext uri="{FF2B5EF4-FFF2-40B4-BE49-F238E27FC236}">
                <a16:creationId xmlns:a16="http://schemas.microsoft.com/office/drawing/2014/main" id="{EE06CF5B-EF1B-470D-BB7F-81CA8F7F952E}"/>
              </a:ext>
            </a:extLst>
          </p:cNvPr>
          <p:cNvSpPr>
            <a:spLocks noGrp="1"/>
          </p:cNvSpPr>
          <p:nvPr/>
        </p:nvSpPr>
        <p:spPr>
          <a:xfrm>
            <a:off x="51641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Cryo_13659">
            <a:extLst>
              <a:ext uri="{FF2B5EF4-FFF2-40B4-BE49-F238E27FC236}">
                <a16:creationId xmlns:a16="http://schemas.microsoft.com/office/drawing/2014/main" id="{36EC5A41-1298-48B0-A1E1-7D3F8C9812B3}"/>
              </a:ext>
            </a:extLst>
          </p:cNvPr>
          <p:cNvSpPr>
            <a:spLocks noGrp="1"/>
          </p:cNvSpPr>
          <p:nvPr/>
        </p:nvSpPr>
        <p:spPr>
          <a:xfrm>
            <a:off x="50686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Cryo_13660">
            <a:extLst>
              <a:ext uri="{FF2B5EF4-FFF2-40B4-BE49-F238E27FC236}">
                <a16:creationId xmlns:a16="http://schemas.microsoft.com/office/drawing/2014/main" id="{9AB0F3D9-BD49-4E9B-879F-834F94ED8328}"/>
              </a:ext>
            </a:extLst>
          </p:cNvPr>
          <p:cNvSpPr>
            <a:spLocks noGrp="1"/>
          </p:cNvSpPr>
          <p:nvPr/>
        </p:nvSpPr>
        <p:spPr>
          <a:xfrm>
            <a:off x="51682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Cryo_13661">
            <a:extLst>
              <a:ext uri="{FF2B5EF4-FFF2-40B4-BE49-F238E27FC236}">
                <a16:creationId xmlns:a16="http://schemas.microsoft.com/office/drawing/2014/main" id="{22E58280-2593-4BF6-AFAB-04DE7831754E}"/>
              </a:ext>
            </a:extLst>
          </p:cNvPr>
          <p:cNvSpPr>
            <a:spLocks noGrp="1"/>
          </p:cNvSpPr>
          <p:nvPr/>
        </p:nvSpPr>
        <p:spPr>
          <a:xfrm>
            <a:off x="5043474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Cryo_13662">
            <a:extLst>
              <a:ext uri="{FF2B5EF4-FFF2-40B4-BE49-F238E27FC236}">
                <a16:creationId xmlns:a16="http://schemas.microsoft.com/office/drawing/2014/main" id="{B4A1DF3C-17E6-4612-9DC3-0A0272BF8C54}"/>
              </a:ext>
            </a:extLst>
          </p:cNvPr>
          <p:cNvSpPr>
            <a:spLocks noGrp="1"/>
          </p:cNvSpPr>
          <p:nvPr/>
        </p:nvSpPr>
        <p:spPr>
          <a:xfrm>
            <a:off x="51328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Cryo_13663">
            <a:extLst>
              <a:ext uri="{FF2B5EF4-FFF2-40B4-BE49-F238E27FC236}">
                <a16:creationId xmlns:a16="http://schemas.microsoft.com/office/drawing/2014/main" id="{96B99A04-F86A-4475-9218-D0F443C43135}"/>
              </a:ext>
            </a:extLst>
          </p:cNvPr>
          <p:cNvSpPr>
            <a:spLocks noGrp="1"/>
          </p:cNvSpPr>
          <p:nvPr/>
        </p:nvSpPr>
        <p:spPr>
          <a:xfrm>
            <a:off x="510799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Cryo_13664">
            <a:extLst>
              <a:ext uri="{FF2B5EF4-FFF2-40B4-BE49-F238E27FC236}">
                <a16:creationId xmlns:a16="http://schemas.microsoft.com/office/drawing/2014/main" id="{50E89135-74FC-4007-8DF5-AF6171352285}"/>
              </a:ext>
            </a:extLst>
          </p:cNvPr>
          <p:cNvSpPr>
            <a:spLocks noGrp="1"/>
          </p:cNvSpPr>
          <p:nvPr/>
        </p:nvSpPr>
        <p:spPr>
          <a:xfrm>
            <a:off x="49190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Cryo_13665">
            <a:extLst>
              <a:ext uri="{FF2B5EF4-FFF2-40B4-BE49-F238E27FC236}">
                <a16:creationId xmlns:a16="http://schemas.microsoft.com/office/drawing/2014/main" id="{0EABCAB8-9422-45A4-99AB-945C670BB163}"/>
              </a:ext>
            </a:extLst>
          </p:cNvPr>
          <p:cNvSpPr>
            <a:spLocks noGrp="1"/>
          </p:cNvSpPr>
          <p:nvPr/>
        </p:nvSpPr>
        <p:spPr>
          <a:xfrm>
            <a:off x="50883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Cryo_13666">
            <a:extLst>
              <a:ext uri="{FF2B5EF4-FFF2-40B4-BE49-F238E27FC236}">
                <a16:creationId xmlns:a16="http://schemas.microsoft.com/office/drawing/2014/main" id="{68D1ED92-CFFD-4686-8497-4652FFE38796}"/>
              </a:ext>
            </a:extLst>
          </p:cNvPr>
          <p:cNvSpPr>
            <a:spLocks noGrp="1"/>
          </p:cNvSpPr>
          <p:nvPr/>
        </p:nvSpPr>
        <p:spPr>
          <a:xfrm>
            <a:off x="49644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Cryo_13667">
            <a:extLst>
              <a:ext uri="{FF2B5EF4-FFF2-40B4-BE49-F238E27FC236}">
                <a16:creationId xmlns:a16="http://schemas.microsoft.com/office/drawing/2014/main" id="{503F9017-0247-4238-B363-E057A6383FAB}"/>
              </a:ext>
            </a:extLst>
          </p:cNvPr>
          <p:cNvSpPr>
            <a:spLocks noGrp="1"/>
          </p:cNvSpPr>
          <p:nvPr/>
        </p:nvSpPr>
        <p:spPr>
          <a:xfrm>
            <a:off x="50900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Cryo_13668">
            <a:extLst>
              <a:ext uri="{FF2B5EF4-FFF2-40B4-BE49-F238E27FC236}">
                <a16:creationId xmlns:a16="http://schemas.microsoft.com/office/drawing/2014/main" id="{13AF06BC-7248-41D3-BC6F-2E25AAF55BCA}"/>
              </a:ext>
            </a:extLst>
          </p:cNvPr>
          <p:cNvSpPr>
            <a:spLocks noGrp="1"/>
          </p:cNvSpPr>
          <p:nvPr/>
        </p:nvSpPr>
        <p:spPr>
          <a:xfrm>
            <a:off x="502670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Cryo_13669">
            <a:extLst>
              <a:ext uri="{FF2B5EF4-FFF2-40B4-BE49-F238E27FC236}">
                <a16:creationId xmlns:a16="http://schemas.microsoft.com/office/drawing/2014/main" id="{BCE51149-3879-4625-971B-88B995641AFF}"/>
              </a:ext>
            </a:extLst>
          </p:cNvPr>
          <p:cNvSpPr>
            <a:spLocks noGrp="1"/>
          </p:cNvSpPr>
          <p:nvPr/>
        </p:nvSpPr>
        <p:spPr>
          <a:xfrm>
            <a:off x="4979528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Cryo_13670">
            <a:extLst>
              <a:ext uri="{FF2B5EF4-FFF2-40B4-BE49-F238E27FC236}">
                <a16:creationId xmlns:a16="http://schemas.microsoft.com/office/drawing/2014/main" id="{3145C930-02DE-4E67-8603-2396A5DA6C5B}"/>
              </a:ext>
            </a:extLst>
          </p:cNvPr>
          <p:cNvSpPr>
            <a:spLocks noGrp="1"/>
          </p:cNvSpPr>
          <p:nvPr/>
        </p:nvSpPr>
        <p:spPr>
          <a:xfrm>
            <a:off x="49597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Cryo_13671">
            <a:extLst>
              <a:ext uri="{FF2B5EF4-FFF2-40B4-BE49-F238E27FC236}">
                <a16:creationId xmlns:a16="http://schemas.microsoft.com/office/drawing/2014/main" id="{DEE22F38-2B5F-4C66-A58C-0B47A076A801}"/>
              </a:ext>
            </a:extLst>
          </p:cNvPr>
          <p:cNvSpPr>
            <a:spLocks noGrp="1"/>
          </p:cNvSpPr>
          <p:nvPr/>
        </p:nvSpPr>
        <p:spPr>
          <a:xfrm>
            <a:off x="4979704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Cryo_13672">
            <a:extLst>
              <a:ext uri="{FF2B5EF4-FFF2-40B4-BE49-F238E27FC236}">
                <a16:creationId xmlns:a16="http://schemas.microsoft.com/office/drawing/2014/main" id="{C65CDEEF-BAAB-493C-92D6-C0DE50E9253F}"/>
              </a:ext>
            </a:extLst>
          </p:cNvPr>
          <p:cNvSpPr>
            <a:spLocks noGrp="1"/>
          </p:cNvSpPr>
          <p:nvPr/>
        </p:nvSpPr>
        <p:spPr>
          <a:xfrm>
            <a:off x="5034864" y="5542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Cryo_13673">
            <a:extLst>
              <a:ext uri="{FF2B5EF4-FFF2-40B4-BE49-F238E27FC236}">
                <a16:creationId xmlns:a16="http://schemas.microsoft.com/office/drawing/2014/main" id="{BB624381-072D-4821-8F9D-15004AA0832C}"/>
              </a:ext>
            </a:extLst>
          </p:cNvPr>
          <p:cNvSpPr>
            <a:spLocks noGrp="1"/>
          </p:cNvSpPr>
          <p:nvPr/>
        </p:nvSpPr>
        <p:spPr>
          <a:xfrm>
            <a:off x="5053692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Cryo_13674">
            <a:extLst>
              <a:ext uri="{FF2B5EF4-FFF2-40B4-BE49-F238E27FC236}">
                <a16:creationId xmlns:a16="http://schemas.microsoft.com/office/drawing/2014/main" id="{FCA49160-4896-47E6-8811-262F7E8BBB33}"/>
              </a:ext>
            </a:extLst>
          </p:cNvPr>
          <p:cNvSpPr>
            <a:spLocks noGrp="1"/>
          </p:cNvSpPr>
          <p:nvPr/>
        </p:nvSpPr>
        <p:spPr>
          <a:xfrm>
            <a:off x="510257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Cryo_13675">
            <a:extLst>
              <a:ext uri="{FF2B5EF4-FFF2-40B4-BE49-F238E27FC236}">
                <a16:creationId xmlns:a16="http://schemas.microsoft.com/office/drawing/2014/main" id="{7EB392F0-CAFC-44BF-8E59-2C21EB2EECC0}"/>
              </a:ext>
            </a:extLst>
          </p:cNvPr>
          <p:cNvSpPr>
            <a:spLocks noGrp="1"/>
          </p:cNvSpPr>
          <p:nvPr/>
        </p:nvSpPr>
        <p:spPr>
          <a:xfrm>
            <a:off x="51240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Cryo_13676">
            <a:extLst>
              <a:ext uri="{FF2B5EF4-FFF2-40B4-BE49-F238E27FC236}">
                <a16:creationId xmlns:a16="http://schemas.microsoft.com/office/drawing/2014/main" id="{905437DE-AEB3-46E4-8167-EB424686A286}"/>
              </a:ext>
            </a:extLst>
          </p:cNvPr>
          <p:cNvSpPr>
            <a:spLocks noGrp="1"/>
          </p:cNvSpPr>
          <p:nvPr/>
        </p:nvSpPr>
        <p:spPr>
          <a:xfrm>
            <a:off x="508375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Cryo_13677">
            <a:extLst>
              <a:ext uri="{FF2B5EF4-FFF2-40B4-BE49-F238E27FC236}">
                <a16:creationId xmlns:a16="http://schemas.microsoft.com/office/drawing/2014/main" id="{4EDF032A-D14F-41B2-9489-CA3604C63E99}"/>
              </a:ext>
            </a:extLst>
          </p:cNvPr>
          <p:cNvSpPr>
            <a:spLocks noGrp="1"/>
          </p:cNvSpPr>
          <p:nvPr/>
        </p:nvSpPr>
        <p:spPr>
          <a:xfrm>
            <a:off x="508486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Cryo_13678">
            <a:extLst>
              <a:ext uri="{FF2B5EF4-FFF2-40B4-BE49-F238E27FC236}">
                <a16:creationId xmlns:a16="http://schemas.microsoft.com/office/drawing/2014/main" id="{E2AF2E38-78CC-48A0-A857-CE27DF27B8C0}"/>
              </a:ext>
            </a:extLst>
          </p:cNvPr>
          <p:cNvSpPr>
            <a:spLocks noGrp="1"/>
          </p:cNvSpPr>
          <p:nvPr/>
        </p:nvSpPr>
        <p:spPr>
          <a:xfrm>
            <a:off x="51626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Cryo_13679">
            <a:extLst>
              <a:ext uri="{FF2B5EF4-FFF2-40B4-BE49-F238E27FC236}">
                <a16:creationId xmlns:a16="http://schemas.microsoft.com/office/drawing/2014/main" id="{855ACDA9-1ABD-45A1-AF43-54A2539026CB}"/>
              </a:ext>
            </a:extLst>
          </p:cNvPr>
          <p:cNvSpPr>
            <a:spLocks noGrp="1"/>
          </p:cNvSpPr>
          <p:nvPr/>
        </p:nvSpPr>
        <p:spPr>
          <a:xfrm>
            <a:off x="502933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Cryo_13680">
            <a:extLst>
              <a:ext uri="{FF2B5EF4-FFF2-40B4-BE49-F238E27FC236}">
                <a16:creationId xmlns:a16="http://schemas.microsoft.com/office/drawing/2014/main" id="{B796782A-B10B-48BD-B530-685E72DAFAC2}"/>
              </a:ext>
            </a:extLst>
          </p:cNvPr>
          <p:cNvSpPr>
            <a:spLocks noGrp="1"/>
          </p:cNvSpPr>
          <p:nvPr/>
        </p:nvSpPr>
        <p:spPr>
          <a:xfrm>
            <a:off x="4938847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Cryo_13681">
            <a:extLst>
              <a:ext uri="{FF2B5EF4-FFF2-40B4-BE49-F238E27FC236}">
                <a16:creationId xmlns:a16="http://schemas.microsoft.com/office/drawing/2014/main" id="{34A7F98F-B7A2-4EDA-B04E-B646A1111BDE}"/>
              </a:ext>
            </a:extLst>
          </p:cNvPr>
          <p:cNvSpPr>
            <a:spLocks noGrp="1"/>
          </p:cNvSpPr>
          <p:nvPr/>
        </p:nvSpPr>
        <p:spPr>
          <a:xfrm>
            <a:off x="4930755" y="50285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Cryo_13682">
            <a:extLst>
              <a:ext uri="{FF2B5EF4-FFF2-40B4-BE49-F238E27FC236}">
                <a16:creationId xmlns:a16="http://schemas.microsoft.com/office/drawing/2014/main" id="{30394805-6019-49D1-83D4-07AE043B49D1}"/>
              </a:ext>
            </a:extLst>
          </p:cNvPr>
          <p:cNvSpPr>
            <a:spLocks noGrp="1"/>
          </p:cNvSpPr>
          <p:nvPr/>
        </p:nvSpPr>
        <p:spPr>
          <a:xfrm>
            <a:off x="5059928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Cryo_13683">
            <a:extLst>
              <a:ext uri="{FF2B5EF4-FFF2-40B4-BE49-F238E27FC236}">
                <a16:creationId xmlns:a16="http://schemas.microsoft.com/office/drawing/2014/main" id="{F5129EF4-9553-484E-BF2F-0BBDCC9216C8}"/>
              </a:ext>
            </a:extLst>
          </p:cNvPr>
          <p:cNvSpPr>
            <a:spLocks noGrp="1"/>
          </p:cNvSpPr>
          <p:nvPr/>
        </p:nvSpPr>
        <p:spPr>
          <a:xfrm>
            <a:off x="510958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Cryo_13684">
            <a:extLst>
              <a:ext uri="{FF2B5EF4-FFF2-40B4-BE49-F238E27FC236}">
                <a16:creationId xmlns:a16="http://schemas.microsoft.com/office/drawing/2014/main" id="{A85F9E96-C9EC-4F96-B33E-826C64B9AF34}"/>
              </a:ext>
            </a:extLst>
          </p:cNvPr>
          <p:cNvSpPr>
            <a:spLocks noGrp="1"/>
          </p:cNvSpPr>
          <p:nvPr/>
        </p:nvSpPr>
        <p:spPr>
          <a:xfrm>
            <a:off x="493576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Cryo_13685">
            <a:extLst>
              <a:ext uri="{FF2B5EF4-FFF2-40B4-BE49-F238E27FC236}">
                <a16:creationId xmlns:a16="http://schemas.microsoft.com/office/drawing/2014/main" id="{6A36881E-8157-489D-A3D2-2B0F1892A3FD}"/>
              </a:ext>
            </a:extLst>
          </p:cNvPr>
          <p:cNvSpPr>
            <a:spLocks noGrp="1"/>
          </p:cNvSpPr>
          <p:nvPr/>
        </p:nvSpPr>
        <p:spPr>
          <a:xfrm>
            <a:off x="499241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Cryo_13686">
            <a:extLst>
              <a:ext uri="{FF2B5EF4-FFF2-40B4-BE49-F238E27FC236}">
                <a16:creationId xmlns:a16="http://schemas.microsoft.com/office/drawing/2014/main" id="{3275194C-1B78-4E64-8F2D-CE9468DEA049}"/>
              </a:ext>
            </a:extLst>
          </p:cNvPr>
          <p:cNvSpPr>
            <a:spLocks noGrp="1"/>
          </p:cNvSpPr>
          <p:nvPr/>
        </p:nvSpPr>
        <p:spPr>
          <a:xfrm>
            <a:off x="4929608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Cryo_13687">
            <a:extLst>
              <a:ext uri="{FF2B5EF4-FFF2-40B4-BE49-F238E27FC236}">
                <a16:creationId xmlns:a16="http://schemas.microsoft.com/office/drawing/2014/main" id="{E7C5DD9A-3725-4558-B8DE-4D7F2E72A71D}"/>
              </a:ext>
            </a:extLst>
          </p:cNvPr>
          <p:cNvSpPr>
            <a:spLocks noGrp="1"/>
          </p:cNvSpPr>
          <p:nvPr/>
        </p:nvSpPr>
        <p:spPr>
          <a:xfrm>
            <a:off x="493309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Cryo_13688">
            <a:extLst>
              <a:ext uri="{FF2B5EF4-FFF2-40B4-BE49-F238E27FC236}">
                <a16:creationId xmlns:a16="http://schemas.microsoft.com/office/drawing/2014/main" id="{BAE34151-F3F3-4A50-BF60-2D06B5E074D9}"/>
              </a:ext>
            </a:extLst>
          </p:cNvPr>
          <p:cNvSpPr>
            <a:spLocks noGrp="1"/>
          </p:cNvSpPr>
          <p:nvPr/>
        </p:nvSpPr>
        <p:spPr>
          <a:xfrm>
            <a:off x="505031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Cryo_13689">
            <a:extLst>
              <a:ext uri="{FF2B5EF4-FFF2-40B4-BE49-F238E27FC236}">
                <a16:creationId xmlns:a16="http://schemas.microsoft.com/office/drawing/2014/main" id="{A3E815B2-28AF-40CE-BCA2-4EE4E5F9B854}"/>
              </a:ext>
            </a:extLst>
          </p:cNvPr>
          <p:cNvSpPr>
            <a:spLocks noGrp="1"/>
          </p:cNvSpPr>
          <p:nvPr/>
        </p:nvSpPr>
        <p:spPr>
          <a:xfrm>
            <a:off x="507804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Cryo_13690">
            <a:extLst>
              <a:ext uri="{FF2B5EF4-FFF2-40B4-BE49-F238E27FC236}">
                <a16:creationId xmlns:a16="http://schemas.microsoft.com/office/drawing/2014/main" id="{904D04B6-5837-4680-96FD-1623218C7DA9}"/>
              </a:ext>
            </a:extLst>
          </p:cNvPr>
          <p:cNvSpPr>
            <a:spLocks noGrp="1"/>
          </p:cNvSpPr>
          <p:nvPr/>
        </p:nvSpPr>
        <p:spPr>
          <a:xfrm>
            <a:off x="50032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Cryo_13691">
            <a:extLst>
              <a:ext uri="{FF2B5EF4-FFF2-40B4-BE49-F238E27FC236}">
                <a16:creationId xmlns:a16="http://schemas.microsoft.com/office/drawing/2014/main" id="{9E4E1FDD-E61B-4308-BD2F-981B6D3ABDF3}"/>
              </a:ext>
            </a:extLst>
          </p:cNvPr>
          <p:cNvSpPr>
            <a:spLocks noGrp="1"/>
          </p:cNvSpPr>
          <p:nvPr/>
        </p:nvSpPr>
        <p:spPr>
          <a:xfrm>
            <a:off x="5123000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Cryo_13692">
            <a:extLst>
              <a:ext uri="{FF2B5EF4-FFF2-40B4-BE49-F238E27FC236}">
                <a16:creationId xmlns:a16="http://schemas.microsoft.com/office/drawing/2014/main" id="{9871DB51-4ACD-4F41-9B8B-4F28B6268768}"/>
              </a:ext>
            </a:extLst>
          </p:cNvPr>
          <p:cNvSpPr>
            <a:spLocks noGrp="1"/>
          </p:cNvSpPr>
          <p:nvPr/>
        </p:nvSpPr>
        <p:spPr>
          <a:xfrm>
            <a:off x="499894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Cryo_13693">
            <a:extLst>
              <a:ext uri="{FF2B5EF4-FFF2-40B4-BE49-F238E27FC236}">
                <a16:creationId xmlns:a16="http://schemas.microsoft.com/office/drawing/2014/main" id="{C7B157E6-F0DD-49CB-B1F1-28782F5758DD}"/>
              </a:ext>
            </a:extLst>
          </p:cNvPr>
          <p:cNvSpPr>
            <a:spLocks noGrp="1"/>
          </p:cNvSpPr>
          <p:nvPr/>
        </p:nvSpPr>
        <p:spPr>
          <a:xfrm>
            <a:off x="5105386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Cryo_13694">
            <a:extLst>
              <a:ext uri="{FF2B5EF4-FFF2-40B4-BE49-F238E27FC236}">
                <a16:creationId xmlns:a16="http://schemas.microsoft.com/office/drawing/2014/main" id="{97B38DDD-FAC2-4D5C-972C-771B272BF95F}"/>
              </a:ext>
            </a:extLst>
          </p:cNvPr>
          <p:cNvSpPr>
            <a:spLocks noGrp="1"/>
          </p:cNvSpPr>
          <p:nvPr/>
        </p:nvSpPr>
        <p:spPr>
          <a:xfrm>
            <a:off x="51166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Cryo_13695">
            <a:extLst>
              <a:ext uri="{FF2B5EF4-FFF2-40B4-BE49-F238E27FC236}">
                <a16:creationId xmlns:a16="http://schemas.microsoft.com/office/drawing/2014/main" id="{4E111F17-5837-46A9-AF66-39847D4289B9}"/>
              </a:ext>
            </a:extLst>
          </p:cNvPr>
          <p:cNvSpPr>
            <a:spLocks noGrp="1"/>
          </p:cNvSpPr>
          <p:nvPr/>
        </p:nvSpPr>
        <p:spPr>
          <a:xfrm>
            <a:off x="4931668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Cryo_13696">
            <a:extLst>
              <a:ext uri="{FF2B5EF4-FFF2-40B4-BE49-F238E27FC236}">
                <a16:creationId xmlns:a16="http://schemas.microsoft.com/office/drawing/2014/main" id="{ADC0402B-9BEB-4EBA-B718-08BD455D5CCA}"/>
              </a:ext>
            </a:extLst>
          </p:cNvPr>
          <p:cNvSpPr>
            <a:spLocks noGrp="1"/>
          </p:cNvSpPr>
          <p:nvPr/>
        </p:nvSpPr>
        <p:spPr>
          <a:xfrm>
            <a:off x="4944824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Cryo_13697">
            <a:extLst>
              <a:ext uri="{FF2B5EF4-FFF2-40B4-BE49-F238E27FC236}">
                <a16:creationId xmlns:a16="http://schemas.microsoft.com/office/drawing/2014/main" id="{87A612E0-8984-4E2E-81F6-BB93F897EA6A}"/>
              </a:ext>
            </a:extLst>
          </p:cNvPr>
          <p:cNvSpPr>
            <a:spLocks noGrp="1"/>
          </p:cNvSpPr>
          <p:nvPr/>
        </p:nvSpPr>
        <p:spPr>
          <a:xfrm>
            <a:off x="49512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Cryo_13698">
            <a:extLst>
              <a:ext uri="{FF2B5EF4-FFF2-40B4-BE49-F238E27FC236}">
                <a16:creationId xmlns:a16="http://schemas.microsoft.com/office/drawing/2014/main" id="{476B7887-A36A-4BCB-90F3-2842C0ED6E9B}"/>
              </a:ext>
            </a:extLst>
          </p:cNvPr>
          <p:cNvSpPr>
            <a:spLocks noGrp="1"/>
          </p:cNvSpPr>
          <p:nvPr/>
        </p:nvSpPr>
        <p:spPr>
          <a:xfrm>
            <a:off x="5122694" y="55302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Cryo_13699">
            <a:extLst>
              <a:ext uri="{FF2B5EF4-FFF2-40B4-BE49-F238E27FC236}">
                <a16:creationId xmlns:a16="http://schemas.microsoft.com/office/drawing/2014/main" id="{6337CC64-A643-4E2B-8A7E-5B7931DEDD23}"/>
              </a:ext>
            </a:extLst>
          </p:cNvPr>
          <p:cNvSpPr>
            <a:spLocks noGrp="1"/>
          </p:cNvSpPr>
          <p:nvPr/>
        </p:nvSpPr>
        <p:spPr>
          <a:xfrm>
            <a:off x="4925206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Cryo_13700">
            <a:extLst>
              <a:ext uri="{FF2B5EF4-FFF2-40B4-BE49-F238E27FC236}">
                <a16:creationId xmlns:a16="http://schemas.microsoft.com/office/drawing/2014/main" id="{38D3338F-1A4D-4850-AEB4-3BDD14642B18}"/>
              </a:ext>
            </a:extLst>
          </p:cNvPr>
          <p:cNvSpPr>
            <a:spLocks noGrp="1"/>
          </p:cNvSpPr>
          <p:nvPr/>
        </p:nvSpPr>
        <p:spPr>
          <a:xfrm>
            <a:off x="4964384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Cryo_13701">
            <a:extLst>
              <a:ext uri="{FF2B5EF4-FFF2-40B4-BE49-F238E27FC236}">
                <a16:creationId xmlns:a16="http://schemas.microsoft.com/office/drawing/2014/main" id="{C57482F4-1BAC-4CF1-A179-03D593ABCA9C}"/>
              </a:ext>
            </a:extLst>
          </p:cNvPr>
          <p:cNvSpPr>
            <a:spLocks noGrp="1"/>
          </p:cNvSpPr>
          <p:nvPr/>
        </p:nvSpPr>
        <p:spPr>
          <a:xfrm>
            <a:off x="50238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Cryo_13702">
            <a:extLst>
              <a:ext uri="{FF2B5EF4-FFF2-40B4-BE49-F238E27FC236}">
                <a16:creationId xmlns:a16="http://schemas.microsoft.com/office/drawing/2014/main" id="{DBF31274-5A20-4F0E-9DE1-0CF8B475694F}"/>
              </a:ext>
            </a:extLst>
          </p:cNvPr>
          <p:cNvSpPr>
            <a:spLocks noGrp="1"/>
          </p:cNvSpPr>
          <p:nvPr/>
        </p:nvSpPr>
        <p:spPr>
          <a:xfrm>
            <a:off x="50448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Cryo_13703">
            <a:extLst>
              <a:ext uri="{FF2B5EF4-FFF2-40B4-BE49-F238E27FC236}">
                <a16:creationId xmlns:a16="http://schemas.microsoft.com/office/drawing/2014/main" id="{B3448E97-5A9A-4A22-BBD6-1427401AC7BF}"/>
              </a:ext>
            </a:extLst>
          </p:cNvPr>
          <p:cNvSpPr>
            <a:spLocks noGrp="1"/>
          </p:cNvSpPr>
          <p:nvPr/>
        </p:nvSpPr>
        <p:spPr>
          <a:xfrm>
            <a:off x="5160698" y="5789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Cryo_13704">
            <a:extLst>
              <a:ext uri="{FF2B5EF4-FFF2-40B4-BE49-F238E27FC236}">
                <a16:creationId xmlns:a16="http://schemas.microsoft.com/office/drawing/2014/main" id="{183AEBC3-4BE2-4BA2-9DEE-707AE8B2F5D0}"/>
              </a:ext>
            </a:extLst>
          </p:cNvPr>
          <p:cNvSpPr>
            <a:spLocks noGrp="1"/>
          </p:cNvSpPr>
          <p:nvPr/>
        </p:nvSpPr>
        <p:spPr>
          <a:xfrm>
            <a:off x="4953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Cryo_13705">
            <a:extLst>
              <a:ext uri="{FF2B5EF4-FFF2-40B4-BE49-F238E27FC236}">
                <a16:creationId xmlns:a16="http://schemas.microsoft.com/office/drawing/2014/main" id="{B3DA1F10-F5F5-4E81-9241-3B40EDFE9D5E}"/>
              </a:ext>
            </a:extLst>
          </p:cNvPr>
          <p:cNvSpPr>
            <a:spLocks noGrp="1"/>
          </p:cNvSpPr>
          <p:nvPr/>
        </p:nvSpPr>
        <p:spPr>
          <a:xfrm>
            <a:off x="516681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Cryo_13706">
            <a:extLst>
              <a:ext uri="{FF2B5EF4-FFF2-40B4-BE49-F238E27FC236}">
                <a16:creationId xmlns:a16="http://schemas.microsoft.com/office/drawing/2014/main" id="{EA6425B9-E1DB-469E-96B6-73137B4EC86B}"/>
              </a:ext>
            </a:extLst>
          </p:cNvPr>
          <p:cNvSpPr>
            <a:spLocks noGrp="1"/>
          </p:cNvSpPr>
          <p:nvPr/>
        </p:nvSpPr>
        <p:spPr>
          <a:xfrm>
            <a:off x="6604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Cryo_13707">
            <a:extLst>
              <a:ext uri="{FF2B5EF4-FFF2-40B4-BE49-F238E27FC236}">
                <a16:creationId xmlns:a16="http://schemas.microsoft.com/office/drawing/2014/main" id="{6C40C409-8ED5-43FE-B68A-3FC2A188BF61}"/>
              </a:ext>
            </a:extLst>
          </p:cNvPr>
          <p:cNvSpPr>
            <a:spLocks noGrp="1"/>
          </p:cNvSpPr>
          <p:nvPr/>
        </p:nvSpPr>
        <p:spPr>
          <a:xfrm>
            <a:off x="65761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Cryo_13708">
            <a:extLst>
              <a:ext uri="{FF2B5EF4-FFF2-40B4-BE49-F238E27FC236}">
                <a16:creationId xmlns:a16="http://schemas.microsoft.com/office/drawing/2014/main" id="{4F089E8A-857A-48D9-8FCC-090BB2AF84CF}"/>
              </a:ext>
            </a:extLst>
          </p:cNvPr>
          <p:cNvSpPr>
            <a:spLocks noGrp="1"/>
          </p:cNvSpPr>
          <p:nvPr/>
        </p:nvSpPr>
        <p:spPr>
          <a:xfrm>
            <a:off x="666617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Cryo_13709">
            <a:extLst>
              <a:ext uri="{FF2B5EF4-FFF2-40B4-BE49-F238E27FC236}">
                <a16:creationId xmlns:a16="http://schemas.microsoft.com/office/drawing/2014/main" id="{9D2E1096-79AB-4CEA-8746-BAD2F89225A7}"/>
              </a:ext>
            </a:extLst>
          </p:cNvPr>
          <p:cNvSpPr>
            <a:spLocks noGrp="1"/>
          </p:cNvSpPr>
          <p:nvPr/>
        </p:nvSpPr>
        <p:spPr>
          <a:xfrm>
            <a:off x="673567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Cryo_13710">
            <a:extLst>
              <a:ext uri="{FF2B5EF4-FFF2-40B4-BE49-F238E27FC236}">
                <a16:creationId xmlns:a16="http://schemas.microsoft.com/office/drawing/2014/main" id="{1D4B08C5-3A86-4CE1-A527-7013522DC11D}"/>
              </a:ext>
            </a:extLst>
          </p:cNvPr>
          <p:cNvSpPr>
            <a:spLocks noGrp="1"/>
          </p:cNvSpPr>
          <p:nvPr/>
        </p:nvSpPr>
        <p:spPr>
          <a:xfrm>
            <a:off x="6569639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Cryo_13711">
            <a:extLst>
              <a:ext uri="{FF2B5EF4-FFF2-40B4-BE49-F238E27FC236}">
                <a16:creationId xmlns:a16="http://schemas.microsoft.com/office/drawing/2014/main" id="{44E83461-4187-4A08-81B7-CAD9AFB32C9E}"/>
              </a:ext>
            </a:extLst>
          </p:cNvPr>
          <p:cNvSpPr>
            <a:spLocks noGrp="1"/>
          </p:cNvSpPr>
          <p:nvPr/>
        </p:nvSpPr>
        <p:spPr>
          <a:xfrm>
            <a:off x="663721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Cryo_13712">
            <a:extLst>
              <a:ext uri="{FF2B5EF4-FFF2-40B4-BE49-F238E27FC236}">
                <a16:creationId xmlns:a16="http://schemas.microsoft.com/office/drawing/2014/main" id="{2B7F613F-A6BC-4AAD-82D0-91551EAB59E7}"/>
              </a:ext>
            </a:extLst>
          </p:cNvPr>
          <p:cNvSpPr>
            <a:spLocks noGrp="1"/>
          </p:cNvSpPr>
          <p:nvPr/>
        </p:nvSpPr>
        <p:spPr>
          <a:xfrm>
            <a:off x="662187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Cryo_13713">
            <a:extLst>
              <a:ext uri="{FF2B5EF4-FFF2-40B4-BE49-F238E27FC236}">
                <a16:creationId xmlns:a16="http://schemas.microsoft.com/office/drawing/2014/main" id="{124A653C-D51D-4A22-8ED4-BEA7B2A51A86}"/>
              </a:ext>
            </a:extLst>
          </p:cNvPr>
          <p:cNvSpPr>
            <a:spLocks noGrp="1"/>
          </p:cNvSpPr>
          <p:nvPr/>
        </p:nvSpPr>
        <p:spPr>
          <a:xfrm>
            <a:off x="65926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Cryo_13714">
            <a:extLst>
              <a:ext uri="{FF2B5EF4-FFF2-40B4-BE49-F238E27FC236}">
                <a16:creationId xmlns:a16="http://schemas.microsoft.com/office/drawing/2014/main" id="{651F56B8-9E02-47CF-8795-7E554E2A4503}"/>
              </a:ext>
            </a:extLst>
          </p:cNvPr>
          <p:cNvSpPr>
            <a:spLocks noGrp="1"/>
          </p:cNvSpPr>
          <p:nvPr/>
        </p:nvSpPr>
        <p:spPr>
          <a:xfrm>
            <a:off x="6725776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Cryo_13715">
            <a:extLst>
              <a:ext uri="{FF2B5EF4-FFF2-40B4-BE49-F238E27FC236}">
                <a16:creationId xmlns:a16="http://schemas.microsoft.com/office/drawing/2014/main" id="{3BF53D1A-A689-44F2-8B96-A3C929FD5A14}"/>
              </a:ext>
            </a:extLst>
          </p:cNvPr>
          <p:cNvSpPr>
            <a:spLocks noGrp="1"/>
          </p:cNvSpPr>
          <p:nvPr/>
        </p:nvSpPr>
        <p:spPr>
          <a:xfrm>
            <a:off x="66655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Cryo_13716">
            <a:extLst>
              <a:ext uri="{FF2B5EF4-FFF2-40B4-BE49-F238E27FC236}">
                <a16:creationId xmlns:a16="http://schemas.microsoft.com/office/drawing/2014/main" id="{7606D7FF-88B1-4BEE-9BF2-00CD04E91102}"/>
              </a:ext>
            </a:extLst>
          </p:cNvPr>
          <p:cNvSpPr>
            <a:spLocks noGrp="1"/>
          </p:cNvSpPr>
          <p:nvPr/>
        </p:nvSpPr>
        <p:spPr>
          <a:xfrm>
            <a:off x="6503779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Cryo_13717">
            <a:extLst>
              <a:ext uri="{FF2B5EF4-FFF2-40B4-BE49-F238E27FC236}">
                <a16:creationId xmlns:a16="http://schemas.microsoft.com/office/drawing/2014/main" id="{A78F0CA4-8F75-403D-8402-05FD7893B8DE}"/>
              </a:ext>
            </a:extLst>
          </p:cNvPr>
          <p:cNvSpPr>
            <a:spLocks noGrp="1"/>
          </p:cNvSpPr>
          <p:nvPr/>
        </p:nvSpPr>
        <p:spPr>
          <a:xfrm>
            <a:off x="654582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Cryo_13718">
            <a:extLst>
              <a:ext uri="{FF2B5EF4-FFF2-40B4-BE49-F238E27FC236}">
                <a16:creationId xmlns:a16="http://schemas.microsoft.com/office/drawing/2014/main" id="{E21588D3-9D53-4545-A33F-1F453E03E00F}"/>
              </a:ext>
            </a:extLst>
          </p:cNvPr>
          <p:cNvSpPr>
            <a:spLocks noGrp="1"/>
          </p:cNvSpPr>
          <p:nvPr/>
        </p:nvSpPr>
        <p:spPr>
          <a:xfrm>
            <a:off x="6669069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Cryo_13719">
            <a:extLst>
              <a:ext uri="{FF2B5EF4-FFF2-40B4-BE49-F238E27FC236}">
                <a16:creationId xmlns:a16="http://schemas.microsoft.com/office/drawing/2014/main" id="{B05303B3-E62D-46C3-8372-4CF10CFBF17A}"/>
              </a:ext>
            </a:extLst>
          </p:cNvPr>
          <p:cNvSpPr>
            <a:spLocks noGrp="1"/>
          </p:cNvSpPr>
          <p:nvPr/>
        </p:nvSpPr>
        <p:spPr>
          <a:xfrm>
            <a:off x="667573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Cryo_13720">
            <a:extLst>
              <a:ext uri="{FF2B5EF4-FFF2-40B4-BE49-F238E27FC236}">
                <a16:creationId xmlns:a16="http://schemas.microsoft.com/office/drawing/2014/main" id="{BD0EA873-C598-4D8A-8E2D-F86FDA6D0367}"/>
              </a:ext>
            </a:extLst>
          </p:cNvPr>
          <p:cNvSpPr>
            <a:spLocks noGrp="1"/>
          </p:cNvSpPr>
          <p:nvPr/>
        </p:nvSpPr>
        <p:spPr>
          <a:xfrm>
            <a:off x="664826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Cryo_13721">
            <a:extLst>
              <a:ext uri="{FF2B5EF4-FFF2-40B4-BE49-F238E27FC236}">
                <a16:creationId xmlns:a16="http://schemas.microsoft.com/office/drawing/2014/main" id="{07A30B41-1D39-4E4B-8B1E-EB1A5CEE21B6}"/>
              </a:ext>
            </a:extLst>
          </p:cNvPr>
          <p:cNvSpPr>
            <a:spLocks noGrp="1"/>
          </p:cNvSpPr>
          <p:nvPr/>
        </p:nvSpPr>
        <p:spPr>
          <a:xfrm>
            <a:off x="652755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Cryo_13722">
            <a:extLst>
              <a:ext uri="{FF2B5EF4-FFF2-40B4-BE49-F238E27FC236}">
                <a16:creationId xmlns:a16="http://schemas.microsoft.com/office/drawing/2014/main" id="{72B55C1D-156A-4DEC-9F61-75D12D5DF048}"/>
              </a:ext>
            </a:extLst>
          </p:cNvPr>
          <p:cNvSpPr>
            <a:spLocks noGrp="1"/>
          </p:cNvSpPr>
          <p:nvPr/>
        </p:nvSpPr>
        <p:spPr>
          <a:xfrm>
            <a:off x="670892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Cryo_13723">
            <a:extLst>
              <a:ext uri="{FF2B5EF4-FFF2-40B4-BE49-F238E27FC236}">
                <a16:creationId xmlns:a16="http://schemas.microsoft.com/office/drawing/2014/main" id="{405524EE-9424-4AEC-871E-2A1F336636E3}"/>
              </a:ext>
            </a:extLst>
          </p:cNvPr>
          <p:cNvSpPr>
            <a:spLocks noGrp="1"/>
          </p:cNvSpPr>
          <p:nvPr/>
        </p:nvSpPr>
        <p:spPr>
          <a:xfrm>
            <a:off x="6705648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Cryo_13724">
            <a:extLst>
              <a:ext uri="{FF2B5EF4-FFF2-40B4-BE49-F238E27FC236}">
                <a16:creationId xmlns:a16="http://schemas.microsoft.com/office/drawing/2014/main" id="{D66A05A9-641C-442D-B43D-21387040AD85}"/>
              </a:ext>
            </a:extLst>
          </p:cNvPr>
          <p:cNvSpPr>
            <a:spLocks noGrp="1"/>
          </p:cNvSpPr>
          <p:nvPr/>
        </p:nvSpPr>
        <p:spPr>
          <a:xfrm>
            <a:off x="6508804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Cryo_13725">
            <a:extLst>
              <a:ext uri="{FF2B5EF4-FFF2-40B4-BE49-F238E27FC236}">
                <a16:creationId xmlns:a16="http://schemas.microsoft.com/office/drawing/2014/main" id="{D7F9E71F-B1AF-449F-82E1-0362CAB04938}"/>
              </a:ext>
            </a:extLst>
          </p:cNvPr>
          <p:cNvSpPr>
            <a:spLocks noGrp="1"/>
          </p:cNvSpPr>
          <p:nvPr/>
        </p:nvSpPr>
        <p:spPr>
          <a:xfrm>
            <a:off x="6734569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Cryo_13726">
            <a:extLst>
              <a:ext uri="{FF2B5EF4-FFF2-40B4-BE49-F238E27FC236}">
                <a16:creationId xmlns:a16="http://schemas.microsoft.com/office/drawing/2014/main" id="{33E17045-ED0B-4880-B714-B8B17B83E0FE}"/>
              </a:ext>
            </a:extLst>
          </p:cNvPr>
          <p:cNvSpPr>
            <a:spLocks noGrp="1"/>
          </p:cNvSpPr>
          <p:nvPr/>
        </p:nvSpPr>
        <p:spPr>
          <a:xfrm>
            <a:off x="6579267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Cryo_13727">
            <a:extLst>
              <a:ext uri="{FF2B5EF4-FFF2-40B4-BE49-F238E27FC236}">
                <a16:creationId xmlns:a16="http://schemas.microsoft.com/office/drawing/2014/main" id="{B6FA98CF-2177-4B06-AB86-671E8830D9BA}"/>
              </a:ext>
            </a:extLst>
          </p:cNvPr>
          <p:cNvSpPr>
            <a:spLocks noGrp="1"/>
          </p:cNvSpPr>
          <p:nvPr/>
        </p:nvSpPr>
        <p:spPr>
          <a:xfrm>
            <a:off x="67353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Cryo_13728">
            <a:extLst>
              <a:ext uri="{FF2B5EF4-FFF2-40B4-BE49-F238E27FC236}">
                <a16:creationId xmlns:a16="http://schemas.microsoft.com/office/drawing/2014/main" id="{A44612EF-8A2A-43AC-BD6A-6D3A038586DC}"/>
              </a:ext>
            </a:extLst>
          </p:cNvPr>
          <p:cNvSpPr>
            <a:spLocks noGrp="1"/>
          </p:cNvSpPr>
          <p:nvPr/>
        </p:nvSpPr>
        <p:spPr>
          <a:xfrm>
            <a:off x="6681381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Cryo_13729">
            <a:extLst>
              <a:ext uri="{FF2B5EF4-FFF2-40B4-BE49-F238E27FC236}">
                <a16:creationId xmlns:a16="http://schemas.microsoft.com/office/drawing/2014/main" id="{1E8BD2FF-D5B4-4597-A5AD-DD93B335CA13}"/>
              </a:ext>
            </a:extLst>
          </p:cNvPr>
          <p:cNvSpPr>
            <a:spLocks noGrp="1"/>
          </p:cNvSpPr>
          <p:nvPr/>
        </p:nvSpPr>
        <p:spPr>
          <a:xfrm>
            <a:off x="6638687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Cryo_13730">
            <a:extLst>
              <a:ext uri="{FF2B5EF4-FFF2-40B4-BE49-F238E27FC236}">
                <a16:creationId xmlns:a16="http://schemas.microsoft.com/office/drawing/2014/main" id="{C421B019-F63C-4971-81CA-339277B34E50}"/>
              </a:ext>
            </a:extLst>
          </p:cNvPr>
          <p:cNvSpPr>
            <a:spLocks noGrp="1"/>
          </p:cNvSpPr>
          <p:nvPr/>
        </p:nvSpPr>
        <p:spPr>
          <a:xfrm>
            <a:off x="663591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Cryo_13731">
            <a:extLst>
              <a:ext uri="{FF2B5EF4-FFF2-40B4-BE49-F238E27FC236}">
                <a16:creationId xmlns:a16="http://schemas.microsoft.com/office/drawing/2014/main" id="{DE0D2D5F-65CC-44B4-AE39-03FBF643FD88}"/>
              </a:ext>
            </a:extLst>
          </p:cNvPr>
          <p:cNvSpPr>
            <a:spLocks noGrp="1"/>
          </p:cNvSpPr>
          <p:nvPr/>
        </p:nvSpPr>
        <p:spPr>
          <a:xfrm>
            <a:off x="65522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Cryo_13732">
            <a:extLst>
              <a:ext uri="{FF2B5EF4-FFF2-40B4-BE49-F238E27FC236}">
                <a16:creationId xmlns:a16="http://schemas.microsoft.com/office/drawing/2014/main" id="{E1F712CC-7F3E-4893-A055-81E654E72616}"/>
              </a:ext>
            </a:extLst>
          </p:cNvPr>
          <p:cNvSpPr>
            <a:spLocks noGrp="1"/>
          </p:cNvSpPr>
          <p:nvPr/>
        </p:nvSpPr>
        <p:spPr>
          <a:xfrm>
            <a:off x="67241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Cryo_13733">
            <a:extLst>
              <a:ext uri="{FF2B5EF4-FFF2-40B4-BE49-F238E27FC236}">
                <a16:creationId xmlns:a16="http://schemas.microsoft.com/office/drawing/2014/main" id="{47C05D3B-AEB8-4DD9-AAC5-9C7AC64C3565}"/>
              </a:ext>
            </a:extLst>
          </p:cNvPr>
          <p:cNvSpPr>
            <a:spLocks noGrp="1"/>
          </p:cNvSpPr>
          <p:nvPr/>
        </p:nvSpPr>
        <p:spPr>
          <a:xfrm>
            <a:off x="6503187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Cryo_13734">
            <a:extLst>
              <a:ext uri="{FF2B5EF4-FFF2-40B4-BE49-F238E27FC236}">
                <a16:creationId xmlns:a16="http://schemas.microsoft.com/office/drawing/2014/main" id="{08A0BC4A-5DBC-48A4-851F-F9F08A55C916}"/>
              </a:ext>
            </a:extLst>
          </p:cNvPr>
          <p:cNvSpPr>
            <a:spLocks noGrp="1"/>
          </p:cNvSpPr>
          <p:nvPr/>
        </p:nvSpPr>
        <p:spPr>
          <a:xfrm>
            <a:off x="6530042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Cryo_13735">
            <a:extLst>
              <a:ext uri="{FF2B5EF4-FFF2-40B4-BE49-F238E27FC236}">
                <a16:creationId xmlns:a16="http://schemas.microsoft.com/office/drawing/2014/main" id="{A71F6E2C-A081-4C71-852A-67EC509C82AE}"/>
              </a:ext>
            </a:extLst>
          </p:cNvPr>
          <p:cNvSpPr>
            <a:spLocks noGrp="1"/>
          </p:cNvSpPr>
          <p:nvPr/>
        </p:nvSpPr>
        <p:spPr>
          <a:xfrm>
            <a:off x="66735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Cryo_13736">
            <a:extLst>
              <a:ext uri="{FF2B5EF4-FFF2-40B4-BE49-F238E27FC236}">
                <a16:creationId xmlns:a16="http://schemas.microsoft.com/office/drawing/2014/main" id="{F7D722C2-645D-4284-8A7B-927523B71FE0}"/>
              </a:ext>
            </a:extLst>
          </p:cNvPr>
          <p:cNvSpPr>
            <a:spLocks noGrp="1"/>
          </p:cNvSpPr>
          <p:nvPr/>
        </p:nvSpPr>
        <p:spPr>
          <a:xfrm>
            <a:off x="668997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Cryo_13737">
            <a:extLst>
              <a:ext uri="{FF2B5EF4-FFF2-40B4-BE49-F238E27FC236}">
                <a16:creationId xmlns:a16="http://schemas.microsoft.com/office/drawing/2014/main" id="{A8DB3448-E3B3-45CE-875B-46A78DBAF1C9}"/>
              </a:ext>
            </a:extLst>
          </p:cNvPr>
          <p:cNvSpPr>
            <a:spLocks noGrp="1"/>
          </p:cNvSpPr>
          <p:nvPr/>
        </p:nvSpPr>
        <p:spPr>
          <a:xfrm>
            <a:off x="6664414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Cryo_13738">
            <a:extLst>
              <a:ext uri="{FF2B5EF4-FFF2-40B4-BE49-F238E27FC236}">
                <a16:creationId xmlns:a16="http://schemas.microsoft.com/office/drawing/2014/main" id="{8D168132-9D10-4D1F-9B20-299251142F78}"/>
              </a:ext>
            </a:extLst>
          </p:cNvPr>
          <p:cNvSpPr>
            <a:spLocks noGrp="1"/>
          </p:cNvSpPr>
          <p:nvPr/>
        </p:nvSpPr>
        <p:spPr>
          <a:xfrm>
            <a:off x="66220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Cryo_13739">
            <a:extLst>
              <a:ext uri="{FF2B5EF4-FFF2-40B4-BE49-F238E27FC236}">
                <a16:creationId xmlns:a16="http://schemas.microsoft.com/office/drawing/2014/main" id="{FE2967F0-A5DA-4799-8181-935A51876B39}"/>
              </a:ext>
            </a:extLst>
          </p:cNvPr>
          <p:cNvSpPr>
            <a:spLocks noGrp="1"/>
          </p:cNvSpPr>
          <p:nvPr/>
        </p:nvSpPr>
        <p:spPr>
          <a:xfrm>
            <a:off x="6546910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Cryo_13740">
            <a:extLst>
              <a:ext uri="{FF2B5EF4-FFF2-40B4-BE49-F238E27FC236}">
                <a16:creationId xmlns:a16="http://schemas.microsoft.com/office/drawing/2014/main" id="{BD9EAFD9-0562-42A4-A9F1-5B6FDB76397B}"/>
              </a:ext>
            </a:extLst>
          </p:cNvPr>
          <p:cNvSpPr>
            <a:spLocks noGrp="1"/>
          </p:cNvSpPr>
          <p:nvPr/>
        </p:nvSpPr>
        <p:spPr>
          <a:xfrm>
            <a:off x="650358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Cryo_13741">
            <a:extLst>
              <a:ext uri="{FF2B5EF4-FFF2-40B4-BE49-F238E27FC236}">
                <a16:creationId xmlns:a16="http://schemas.microsoft.com/office/drawing/2014/main" id="{F977D92D-9B74-4D02-A583-404140CAE7B1}"/>
              </a:ext>
            </a:extLst>
          </p:cNvPr>
          <p:cNvSpPr>
            <a:spLocks noGrp="1"/>
          </p:cNvSpPr>
          <p:nvPr/>
        </p:nvSpPr>
        <p:spPr>
          <a:xfrm>
            <a:off x="661829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Cryo_13742">
            <a:extLst>
              <a:ext uri="{FF2B5EF4-FFF2-40B4-BE49-F238E27FC236}">
                <a16:creationId xmlns:a16="http://schemas.microsoft.com/office/drawing/2014/main" id="{0BCB2C59-87C2-43E3-8197-684104EC4776}"/>
              </a:ext>
            </a:extLst>
          </p:cNvPr>
          <p:cNvSpPr>
            <a:spLocks noGrp="1"/>
          </p:cNvSpPr>
          <p:nvPr/>
        </p:nvSpPr>
        <p:spPr>
          <a:xfrm>
            <a:off x="66081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Cryo_13743">
            <a:extLst>
              <a:ext uri="{FF2B5EF4-FFF2-40B4-BE49-F238E27FC236}">
                <a16:creationId xmlns:a16="http://schemas.microsoft.com/office/drawing/2014/main" id="{6E80789D-4BE3-4292-A1CA-7C95FB31112E}"/>
              </a:ext>
            </a:extLst>
          </p:cNvPr>
          <p:cNvSpPr>
            <a:spLocks noGrp="1"/>
          </p:cNvSpPr>
          <p:nvPr/>
        </p:nvSpPr>
        <p:spPr>
          <a:xfrm>
            <a:off x="66065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Cryo_13744">
            <a:extLst>
              <a:ext uri="{FF2B5EF4-FFF2-40B4-BE49-F238E27FC236}">
                <a16:creationId xmlns:a16="http://schemas.microsoft.com/office/drawing/2014/main" id="{B23D1B5E-2EDA-4DFA-A3BE-6CC166AED678}"/>
              </a:ext>
            </a:extLst>
          </p:cNvPr>
          <p:cNvSpPr>
            <a:spLocks noGrp="1"/>
          </p:cNvSpPr>
          <p:nvPr/>
        </p:nvSpPr>
        <p:spPr>
          <a:xfrm>
            <a:off x="65197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Cryo_13745">
            <a:extLst>
              <a:ext uri="{FF2B5EF4-FFF2-40B4-BE49-F238E27FC236}">
                <a16:creationId xmlns:a16="http://schemas.microsoft.com/office/drawing/2014/main" id="{4747E3C8-C002-470F-AD3D-60BC24456AC4}"/>
              </a:ext>
            </a:extLst>
          </p:cNvPr>
          <p:cNvSpPr>
            <a:spLocks noGrp="1"/>
          </p:cNvSpPr>
          <p:nvPr/>
        </p:nvSpPr>
        <p:spPr>
          <a:xfrm>
            <a:off x="663685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Cryo_13746">
            <a:extLst>
              <a:ext uri="{FF2B5EF4-FFF2-40B4-BE49-F238E27FC236}">
                <a16:creationId xmlns:a16="http://schemas.microsoft.com/office/drawing/2014/main" id="{FBCED034-0B73-427B-B31C-A7216A858606}"/>
              </a:ext>
            </a:extLst>
          </p:cNvPr>
          <p:cNvSpPr>
            <a:spLocks noGrp="1"/>
          </p:cNvSpPr>
          <p:nvPr/>
        </p:nvSpPr>
        <p:spPr>
          <a:xfrm>
            <a:off x="653783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Cryo_13747">
            <a:extLst>
              <a:ext uri="{FF2B5EF4-FFF2-40B4-BE49-F238E27FC236}">
                <a16:creationId xmlns:a16="http://schemas.microsoft.com/office/drawing/2014/main" id="{0FB267CC-0F15-4017-BEC2-04092F1E46FC}"/>
              </a:ext>
            </a:extLst>
          </p:cNvPr>
          <p:cNvSpPr>
            <a:spLocks noGrp="1"/>
          </p:cNvSpPr>
          <p:nvPr/>
        </p:nvSpPr>
        <p:spPr>
          <a:xfrm>
            <a:off x="660318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Cryo_13748">
            <a:extLst>
              <a:ext uri="{FF2B5EF4-FFF2-40B4-BE49-F238E27FC236}">
                <a16:creationId xmlns:a16="http://schemas.microsoft.com/office/drawing/2014/main" id="{FBD324D3-DDB8-43B6-AFA5-5C1C7B34964F}"/>
              </a:ext>
            </a:extLst>
          </p:cNvPr>
          <p:cNvSpPr>
            <a:spLocks noGrp="1"/>
          </p:cNvSpPr>
          <p:nvPr/>
        </p:nvSpPr>
        <p:spPr>
          <a:xfrm>
            <a:off x="65488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Cryo_13749">
            <a:extLst>
              <a:ext uri="{FF2B5EF4-FFF2-40B4-BE49-F238E27FC236}">
                <a16:creationId xmlns:a16="http://schemas.microsoft.com/office/drawing/2014/main" id="{5689477D-118A-4325-87D5-FDA7D3A5C3D9}"/>
              </a:ext>
            </a:extLst>
          </p:cNvPr>
          <p:cNvSpPr>
            <a:spLocks noGrp="1"/>
          </p:cNvSpPr>
          <p:nvPr/>
        </p:nvSpPr>
        <p:spPr>
          <a:xfrm>
            <a:off x="6680109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Cryo_13750">
            <a:extLst>
              <a:ext uri="{FF2B5EF4-FFF2-40B4-BE49-F238E27FC236}">
                <a16:creationId xmlns:a16="http://schemas.microsoft.com/office/drawing/2014/main" id="{6B284F35-9C95-4844-8A46-4911C3E76F0A}"/>
              </a:ext>
            </a:extLst>
          </p:cNvPr>
          <p:cNvSpPr>
            <a:spLocks noGrp="1"/>
          </p:cNvSpPr>
          <p:nvPr/>
        </p:nvSpPr>
        <p:spPr>
          <a:xfrm>
            <a:off x="65052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Cryo_13751">
            <a:extLst>
              <a:ext uri="{FF2B5EF4-FFF2-40B4-BE49-F238E27FC236}">
                <a16:creationId xmlns:a16="http://schemas.microsoft.com/office/drawing/2014/main" id="{EF78B61A-4C33-40FB-B8E3-C1A0AF421BEF}"/>
              </a:ext>
            </a:extLst>
          </p:cNvPr>
          <p:cNvSpPr>
            <a:spLocks noGrp="1"/>
          </p:cNvSpPr>
          <p:nvPr/>
        </p:nvSpPr>
        <p:spPr>
          <a:xfrm>
            <a:off x="65437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Cryo_13752">
            <a:extLst>
              <a:ext uri="{FF2B5EF4-FFF2-40B4-BE49-F238E27FC236}">
                <a16:creationId xmlns:a16="http://schemas.microsoft.com/office/drawing/2014/main" id="{2FAC50B0-C9A4-493E-80F1-B37053483365}"/>
              </a:ext>
            </a:extLst>
          </p:cNvPr>
          <p:cNvSpPr>
            <a:spLocks noGrp="1"/>
          </p:cNvSpPr>
          <p:nvPr/>
        </p:nvSpPr>
        <p:spPr>
          <a:xfrm>
            <a:off x="6611172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Cryo_13753">
            <a:extLst>
              <a:ext uri="{FF2B5EF4-FFF2-40B4-BE49-F238E27FC236}">
                <a16:creationId xmlns:a16="http://schemas.microsoft.com/office/drawing/2014/main" id="{DCE80E05-426E-4222-967D-B023F756D0F9}"/>
              </a:ext>
            </a:extLst>
          </p:cNvPr>
          <p:cNvSpPr>
            <a:spLocks noGrp="1"/>
          </p:cNvSpPr>
          <p:nvPr/>
        </p:nvSpPr>
        <p:spPr>
          <a:xfrm>
            <a:off x="65197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Cryo_13754">
            <a:extLst>
              <a:ext uri="{FF2B5EF4-FFF2-40B4-BE49-F238E27FC236}">
                <a16:creationId xmlns:a16="http://schemas.microsoft.com/office/drawing/2014/main" id="{A144D056-1C40-4F92-AE4D-D4B44193877F}"/>
              </a:ext>
            </a:extLst>
          </p:cNvPr>
          <p:cNvSpPr>
            <a:spLocks noGrp="1"/>
          </p:cNvSpPr>
          <p:nvPr/>
        </p:nvSpPr>
        <p:spPr>
          <a:xfrm>
            <a:off x="66144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Cryo_13755">
            <a:extLst>
              <a:ext uri="{FF2B5EF4-FFF2-40B4-BE49-F238E27FC236}">
                <a16:creationId xmlns:a16="http://schemas.microsoft.com/office/drawing/2014/main" id="{520E2BEA-47C7-4D08-AE4D-EB7A99483896}"/>
              </a:ext>
            </a:extLst>
          </p:cNvPr>
          <p:cNvSpPr>
            <a:spLocks noGrp="1"/>
          </p:cNvSpPr>
          <p:nvPr/>
        </p:nvSpPr>
        <p:spPr>
          <a:xfrm>
            <a:off x="658148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Cryo_13756">
            <a:extLst>
              <a:ext uri="{FF2B5EF4-FFF2-40B4-BE49-F238E27FC236}">
                <a16:creationId xmlns:a16="http://schemas.microsoft.com/office/drawing/2014/main" id="{13F9264B-FAFF-4CE9-8528-EE109689631C}"/>
              </a:ext>
            </a:extLst>
          </p:cNvPr>
          <p:cNvSpPr>
            <a:spLocks noGrp="1"/>
          </p:cNvSpPr>
          <p:nvPr/>
        </p:nvSpPr>
        <p:spPr>
          <a:xfrm>
            <a:off x="6492268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Cryo_13757">
            <a:extLst>
              <a:ext uri="{FF2B5EF4-FFF2-40B4-BE49-F238E27FC236}">
                <a16:creationId xmlns:a16="http://schemas.microsoft.com/office/drawing/2014/main" id="{1A5F0FB0-EBC9-446F-BEB3-FFBFC96E34C8}"/>
              </a:ext>
            </a:extLst>
          </p:cNvPr>
          <p:cNvSpPr>
            <a:spLocks noGrp="1"/>
          </p:cNvSpPr>
          <p:nvPr/>
        </p:nvSpPr>
        <p:spPr>
          <a:xfrm>
            <a:off x="6626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Cryo_13758">
            <a:extLst>
              <a:ext uri="{FF2B5EF4-FFF2-40B4-BE49-F238E27FC236}">
                <a16:creationId xmlns:a16="http://schemas.microsoft.com/office/drawing/2014/main" id="{4A86115B-F6D0-42AC-8D7F-DCFA8C35F5DD}"/>
              </a:ext>
            </a:extLst>
          </p:cNvPr>
          <p:cNvSpPr>
            <a:spLocks noGrp="1"/>
          </p:cNvSpPr>
          <p:nvPr/>
        </p:nvSpPr>
        <p:spPr>
          <a:xfrm>
            <a:off x="6496240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Cryo_13759">
            <a:extLst>
              <a:ext uri="{FF2B5EF4-FFF2-40B4-BE49-F238E27FC236}">
                <a16:creationId xmlns:a16="http://schemas.microsoft.com/office/drawing/2014/main" id="{61E734E3-1D32-4B62-9ECA-166A7DB5A2FF}"/>
              </a:ext>
            </a:extLst>
          </p:cNvPr>
          <p:cNvSpPr>
            <a:spLocks noGrp="1"/>
          </p:cNvSpPr>
          <p:nvPr/>
        </p:nvSpPr>
        <p:spPr>
          <a:xfrm>
            <a:off x="6571474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Cryo_13760">
            <a:extLst>
              <a:ext uri="{FF2B5EF4-FFF2-40B4-BE49-F238E27FC236}">
                <a16:creationId xmlns:a16="http://schemas.microsoft.com/office/drawing/2014/main" id="{139850D1-B8CF-4136-B68C-DD14FB393E8D}"/>
              </a:ext>
            </a:extLst>
          </p:cNvPr>
          <p:cNvSpPr>
            <a:spLocks noGrp="1"/>
          </p:cNvSpPr>
          <p:nvPr/>
        </p:nvSpPr>
        <p:spPr>
          <a:xfrm>
            <a:off x="6560973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Cryo_13761">
            <a:extLst>
              <a:ext uri="{FF2B5EF4-FFF2-40B4-BE49-F238E27FC236}">
                <a16:creationId xmlns:a16="http://schemas.microsoft.com/office/drawing/2014/main" id="{05789A9D-9799-462E-B3C9-8F745220260D}"/>
              </a:ext>
            </a:extLst>
          </p:cNvPr>
          <p:cNvSpPr>
            <a:spLocks noGrp="1"/>
          </p:cNvSpPr>
          <p:nvPr/>
        </p:nvSpPr>
        <p:spPr>
          <a:xfrm>
            <a:off x="6699238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Cryo_13762">
            <a:extLst>
              <a:ext uri="{FF2B5EF4-FFF2-40B4-BE49-F238E27FC236}">
                <a16:creationId xmlns:a16="http://schemas.microsoft.com/office/drawing/2014/main" id="{B4FA07A1-218F-4CF5-ACBE-65124C5569FD}"/>
              </a:ext>
            </a:extLst>
          </p:cNvPr>
          <p:cNvSpPr>
            <a:spLocks noGrp="1"/>
          </p:cNvSpPr>
          <p:nvPr/>
        </p:nvSpPr>
        <p:spPr>
          <a:xfrm>
            <a:off x="653071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Cryo_13763">
            <a:extLst>
              <a:ext uri="{FF2B5EF4-FFF2-40B4-BE49-F238E27FC236}">
                <a16:creationId xmlns:a16="http://schemas.microsoft.com/office/drawing/2014/main" id="{5B6BD2C9-7257-4D7C-A2ED-A482AEAEB865}"/>
              </a:ext>
            </a:extLst>
          </p:cNvPr>
          <p:cNvSpPr>
            <a:spLocks noGrp="1"/>
          </p:cNvSpPr>
          <p:nvPr/>
        </p:nvSpPr>
        <p:spPr>
          <a:xfrm>
            <a:off x="65766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Cryo_13764">
            <a:extLst>
              <a:ext uri="{FF2B5EF4-FFF2-40B4-BE49-F238E27FC236}">
                <a16:creationId xmlns:a16="http://schemas.microsoft.com/office/drawing/2014/main" id="{F661FCD5-0FDA-4EA4-907E-F66D872896D9}"/>
              </a:ext>
            </a:extLst>
          </p:cNvPr>
          <p:cNvSpPr>
            <a:spLocks noGrp="1"/>
          </p:cNvSpPr>
          <p:nvPr/>
        </p:nvSpPr>
        <p:spPr>
          <a:xfrm>
            <a:off x="6617850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Cryo_13765">
            <a:extLst>
              <a:ext uri="{FF2B5EF4-FFF2-40B4-BE49-F238E27FC236}">
                <a16:creationId xmlns:a16="http://schemas.microsoft.com/office/drawing/2014/main" id="{F35ADE09-D65F-4D8E-9F94-0E8CAA679C33}"/>
              </a:ext>
            </a:extLst>
          </p:cNvPr>
          <p:cNvSpPr>
            <a:spLocks noGrp="1"/>
          </p:cNvSpPr>
          <p:nvPr/>
        </p:nvSpPr>
        <p:spPr>
          <a:xfrm>
            <a:off x="664613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Cryo_13766">
            <a:extLst>
              <a:ext uri="{FF2B5EF4-FFF2-40B4-BE49-F238E27FC236}">
                <a16:creationId xmlns:a16="http://schemas.microsoft.com/office/drawing/2014/main" id="{2BAC793F-5669-499D-AE6D-B9C81F1C8DC6}"/>
              </a:ext>
            </a:extLst>
          </p:cNvPr>
          <p:cNvSpPr>
            <a:spLocks noGrp="1"/>
          </p:cNvSpPr>
          <p:nvPr/>
        </p:nvSpPr>
        <p:spPr>
          <a:xfrm>
            <a:off x="66694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Cryo_13767">
            <a:extLst>
              <a:ext uri="{FF2B5EF4-FFF2-40B4-BE49-F238E27FC236}">
                <a16:creationId xmlns:a16="http://schemas.microsoft.com/office/drawing/2014/main" id="{903BD165-DC10-46FD-B7F1-95538F9B6132}"/>
              </a:ext>
            </a:extLst>
          </p:cNvPr>
          <p:cNvSpPr>
            <a:spLocks noGrp="1"/>
          </p:cNvSpPr>
          <p:nvPr/>
        </p:nvSpPr>
        <p:spPr>
          <a:xfrm>
            <a:off x="668566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Cryo_13768">
            <a:extLst>
              <a:ext uri="{FF2B5EF4-FFF2-40B4-BE49-F238E27FC236}">
                <a16:creationId xmlns:a16="http://schemas.microsoft.com/office/drawing/2014/main" id="{CC617854-5C02-47AC-9882-C3AA718E0324}"/>
              </a:ext>
            </a:extLst>
          </p:cNvPr>
          <p:cNvSpPr>
            <a:spLocks noGrp="1"/>
          </p:cNvSpPr>
          <p:nvPr/>
        </p:nvSpPr>
        <p:spPr>
          <a:xfrm>
            <a:off x="669138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Cryo_13769">
            <a:extLst>
              <a:ext uri="{FF2B5EF4-FFF2-40B4-BE49-F238E27FC236}">
                <a16:creationId xmlns:a16="http://schemas.microsoft.com/office/drawing/2014/main" id="{5E72E2C9-4766-47AF-9FEC-4559F6E7A1E9}"/>
              </a:ext>
            </a:extLst>
          </p:cNvPr>
          <p:cNvSpPr>
            <a:spLocks noGrp="1"/>
          </p:cNvSpPr>
          <p:nvPr/>
        </p:nvSpPr>
        <p:spPr>
          <a:xfrm>
            <a:off x="67270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Cryo_13770">
            <a:extLst>
              <a:ext uri="{FF2B5EF4-FFF2-40B4-BE49-F238E27FC236}">
                <a16:creationId xmlns:a16="http://schemas.microsoft.com/office/drawing/2014/main" id="{D5B66127-05EF-427D-AD27-173DF973A85F}"/>
              </a:ext>
            </a:extLst>
          </p:cNvPr>
          <p:cNvSpPr>
            <a:spLocks noGrp="1"/>
          </p:cNvSpPr>
          <p:nvPr/>
        </p:nvSpPr>
        <p:spPr>
          <a:xfrm>
            <a:off x="65484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Cryo_13771">
            <a:extLst>
              <a:ext uri="{FF2B5EF4-FFF2-40B4-BE49-F238E27FC236}">
                <a16:creationId xmlns:a16="http://schemas.microsoft.com/office/drawing/2014/main" id="{989AE671-E3CF-4622-8A7B-66C042AFEDE8}"/>
              </a:ext>
            </a:extLst>
          </p:cNvPr>
          <p:cNvSpPr>
            <a:spLocks noGrp="1"/>
          </p:cNvSpPr>
          <p:nvPr/>
        </p:nvSpPr>
        <p:spPr>
          <a:xfrm>
            <a:off x="6616636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Cryo_13772">
            <a:extLst>
              <a:ext uri="{FF2B5EF4-FFF2-40B4-BE49-F238E27FC236}">
                <a16:creationId xmlns:a16="http://schemas.microsoft.com/office/drawing/2014/main" id="{3B0D746E-F838-4C3C-B50C-B00B101C5650}"/>
              </a:ext>
            </a:extLst>
          </p:cNvPr>
          <p:cNvSpPr>
            <a:spLocks noGrp="1"/>
          </p:cNvSpPr>
          <p:nvPr/>
        </p:nvSpPr>
        <p:spPr>
          <a:xfrm>
            <a:off x="6740645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Cryo_13773">
            <a:extLst>
              <a:ext uri="{FF2B5EF4-FFF2-40B4-BE49-F238E27FC236}">
                <a16:creationId xmlns:a16="http://schemas.microsoft.com/office/drawing/2014/main" id="{67219E42-A47A-4E38-8DDB-DFDF2BAFAFBB}"/>
              </a:ext>
            </a:extLst>
          </p:cNvPr>
          <p:cNvSpPr>
            <a:spLocks noGrp="1"/>
          </p:cNvSpPr>
          <p:nvPr/>
        </p:nvSpPr>
        <p:spPr>
          <a:xfrm>
            <a:off x="67303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Cryo_13774">
            <a:extLst>
              <a:ext uri="{FF2B5EF4-FFF2-40B4-BE49-F238E27FC236}">
                <a16:creationId xmlns:a16="http://schemas.microsoft.com/office/drawing/2014/main" id="{886928F1-A32F-4DF5-8BFF-15700ED0D52B}"/>
              </a:ext>
            </a:extLst>
          </p:cNvPr>
          <p:cNvSpPr>
            <a:spLocks noGrp="1"/>
          </p:cNvSpPr>
          <p:nvPr/>
        </p:nvSpPr>
        <p:spPr>
          <a:xfrm>
            <a:off x="6696836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Cryo_13775">
            <a:extLst>
              <a:ext uri="{FF2B5EF4-FFF2-40B4-BE49-F238E27FC236}">
                <a16:creationId xmlns:a16="http://schemas.microsoft.com/office/drawing/2014/main" id="{AFD6872A-453E-4109-AEE1-CF6CA1AC0E19}"/>
              </a:ext>
            </a:extLst>
          </p:cNvPr>
          <p:cNvSpPr>
            <a:spLocks noGrp="1"/>
          </p:cNvSpPr>
          <p:nvPr/>
        </p:nvSpPr>
        <p:spPr>
          <a:xfrm>
            <a:off x="6511259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Cryo_13776">
            <a:extLst>
              <a:ext uri="{FF2B5EF4-FFF2-40B4-BE49-F238E27FC236}">
                <a16:creationId xmlns:a16="http://schemas.microsoft.com/office/drawing/2014/main" id="{7081EB70-F5C4-4847-801D-EAAFE8295F0D}"/>
              </a:ext>
            </a:extLst>
          </p:cNvPr>
          <p:cNvSpPr>
            <a:spLocks noGrp="1"/>
          </p:cNvSpPr>
          <p:nvPr/>
        </p:nvSpPr>
        <p:spPr>
          <a:xfrm>
            <a:off x="660643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Cryo_13777">
            <a:extLst>
              <a:ext uri="{FF2B5EF4-FFF2-40B4-BE49-F238E27FC236}">
                <a16:creationId xmlns:a16="http://schemas.microsoft.com/office/drawing/2014/main" id="{DF111974-703D-4799-A4F1-AB04FC5D5290}"/>
              </a:ext>
            </a:extLst>
          </p:cNvPr>
          <p:cNvSpPr>
            <a:spLocks noGrp="1"/>
          </p:cNvSpPr>
          <p:nvPr/>
        </p:nvSpPr>
        <p:spPr>
          <a:xfrm>
            <a:off x="668302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Cryo_13778">
            <a:extLst>
              <a:ext uri="{FF2B5EF4-FFF2-40B4-BE49-F238E27FC236}">
                <a16:creationId xmlns:a16="http://schemas.microsoft.com/office/drawing/2014/main" id="{BA30778D-A7EE-4271-A5EE-8D7335412C1D}"/>
              </a:ext>
            </a:extLst>
          </p:cNvPr>
          <p:cNvSpPr>
            <a:spLocks noGrp="1"/>
          </p:cNvSpPr>
          <p:nvPr/>
        </p:nvSpPr>
        <p:spPr>
          <a:xfrm>
            <a:off x="662745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Cryo_13779">
            <a:extLst>
              <a:ext uri="{FF2B5EF4-FFF2-40B4-BE49-F238E27FC236}">
                <a16:creationId xmlns:a16="http://schemas.microsoft.com/office/drawing/2014/main" id="{1435CBF2-E710-420D-ACE7-C3740E28CFD2}"/>
              </a:ext>
            </a:extLst>
          </p:cNvPr>
          <p:cNvSpPr>
            <a:spLocks noGrp="1"/>
          </p:cNvSpPr>
          <p:nvPr/>
        </p:nvSpPr>
        <p:spPr>
          <a:xfrm>
            <a:off x="669068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Cryo_13780">
            <a:extLst>
              <a:ext uri="{FF2B5EF4-FFF2-40B4-BE49-F238E27FC236}">
                <a16:creationId xmlns:a16="http://schemas.microsoft.com/office/drawing/2014/main" id="{99D0E9FE-7F8D-444B-9F19-E2AE737C2D31}"/>
              </a:ext>
            </a:extLst>
          </p:cNvPr>
          <p:cNvSpPr>
            <a:spLocks noGrp="1"/>
          </p:cNvSpPr>
          <p:nvPr/>
        </p:nvSpPr>
        <p:spPr>
          <a:xfrm>
            <a:off x="655851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Cryo_13781">
            <a:extLst>
              <a:ext uri="{FF2B5EF4-FFF2-40B4-BE49-F238E27FC236}">
                <a16:creationId xmlns:a16="http://schemas.microsoft.com/office/drawing/2014/main" id="{BC553288-83F1-4B41-A724-10B8C1AA3F00}"/>
              </a:ext>
            </a:extLst>
          </p:cNvPr>
          <p:cNvSpPr>
            <a:spLocks noGrp="1"/>
          </p:cNvSpPr>
          <p:nvPr/>
        </p:nvSpPr>
        <p:spPr>
          <a:xfrm>
            <a:off x="6717406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Cryo_13782">
            <a:extLst>
              <a:ext uri="{FF2B5EF4-FFF2-40B4-BE49-F238E27FC236}">
                <a16:creationId xmlns:a16="http://schemas.microsoft.com/office/drawing/2014/main" id="{A8238AB2-46FE-4D1E-94F5-7F21D54839A0}"/>
              </a:ext>
            </a:extLst>
          </p:cNvPr>
          <p:cNvSpPr>
            <a:spLocks noGrp="1"/>
          </p:cNvSpPr>
          <p:nvPr/>
        </p:nvSpPr>
        <p:spPr>
          <a:xfrm>
            <a:off x="650376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Cryo_13783">
            <a:extLst>
              <a:ext uri="{FF2B5EF4-FFF2-40B4-BE49-F238E27FC236}">
                <a16:creationId xmlns:a16="http://schemas.microsoft.com/office/drawing/2014/main" id="{DD3A73EE-CACA-44B2-8599-BD2AE248FCB7}"/>
              </a:ext>
            </a:extLst>
          </p:cNvPr>
          <p:cNvSpPr>
            <a:spLocks noGrp="1"/>
          </p:cNvSpPr>
          <p:nvPr/>
        </p:nvSpPr>
        <p:spPr>
          <a:xfrm>
            <a:off x="6490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Cryo_13784">
            <a:extLst>
              <a:ext uri="{FF2B5EF4-FFF2-40B4-BE49-F238E27FC236}">
                <a16:creationId xmlns:a16="http://schemas.microsoft.com/office/drawing/2014/main" id="{D33C9EDE-35E7-483B-A498-C57CC32E0B56}"/>
              </a:ext>
            </a:extLst>
          </p:cNvPr>
          <p:cNvSpPr>
            <a:spLocks noGrp="1"/>
          </p:cNvSpPr>
          <p:nvPr/>
        </p:nvSpPr>
        <p:spPr>
          <a:xfrm>
            <a:off x="660172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Cryo_13785">
            <a:extLst>
              <a:ext uri="{FF2B5EF4-FFF2-40B4-BE49-F238E27FC236}">
                <a16:creationId xmlns:a16="http://schemas.microsoft.com/office/drawing/2014/main" id="{372AF3B1-ED77-4FBF-BA72-0F0C83C7B304}"/>
              </a:ext>
            </a:extLst>
          </p:cNvPr>
          <p:cNvSpPr>
            <a:spLocks noGrp="1"/>
          </p:cNvSpPr>
          <p:nvPr/>
        </p:nvSpPr>
        <p:spPr>
          <a:xfrm>
            <a:off x="6502477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Cryo_13786">
            <a:extLst>
              <a:ext uri="{FF2B5EF4-FFF2-40B4-BE49-F238E27FC236}">
                <a16:creationId xmlns:a16="http://schemas.microsoft.com/office/drawing/2014/main" id="{19B43A74-1907-4356-BD5C-4993CCC4150D}"/>
              </a:ext>
            </a:extLst>
          </p:cNvPr>
          <p:cNvSpPr>
            <a:spLocks noGrp="1"/>
          </p:cNvSpPr>
          <p:nvPr/>
        </p:nvSpPr>
        <p:spPr>
          <a:xfrm>
            <a:off x="660745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Cryo_13787">
            <a:extLst>
              <a:ext uri="{FF2B5EF4-FFF2-40B4-BE49-F238E27FC236}">
                <a16:creationId xmlns:a16="http://schemas.microsoft.com/office/drawing/2014/main" id="{8EE6C021-A5CE-4306-935A-E503C5581779}"/>
              </a:ext>
            </a:extLst>
          </p:cNvPr>
          <p:cNvSpPr>
            <a:spLocks noGrp="1"/>
          </p:cNvSpPr>
          <p:nvPr/>
        </p:nvSpPr>
        <p:spPr>
          <a:xfrm>
            <a:off x="660418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Cryo_13788">
            <a:extLst>
              <a:ext uri="{FF2B5EF4-FFF2-40B4-BE49-F238E27FC236}">
                <a16:creationId xmlns:a16="http://schemas.microsoft.com/office/drawing/2014/main" id="{5ACEC7BA-B70A-4CF1-9BF6-49F70B573316}"/>
              </a:ext>
            </a:extLst>
          </p:cNvPr>
          <p:cNvSpPr>
            <a:spLocks noGrp="1"/>
          </p:cNvSpPr>
          <p:nvPr/>
        </p:nvSpPr>
        <p:spPr>
          <a:xfrm>
            <a:off x="6700611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Cryo_13789">
            <a:extLst>
              <a:ext uri="{FF2B5EF4-FFF2-40B4-BE49-F238E27FC236}">
                <a16:creationId xmlns:a16="http://schemas.microsoft.com/office/drawing/2014/main" id="{55CC1BEB-7604-4941-A9E2-D95460E63645}"/>
              </a:ext>
            </a:extLst>
          </p:cNvPr>
          <p:cNvSpPr>
            <a:spLocks noGrp="1"/>
          </p:cNvSpPr>
          <p:nvPr/>
        </p:nvSpPr>
        <p:spPr>
          <a:xfrm>
            <a:off x="669132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Cryo_13790">
            <a:extLst>
              <a:ext uri="{FF2B5EF4-FFF2-40B4-BE49-F238E27FC236}">
                <a16:creationId xmlns:a16="http://schemas.microsoft.com/office/drawing/2014/main" id="{23D84B32-29E9-4DB1-B469-0F30749630E3}"/>
              </a:ext>
            </a:extLst>
          </p:cNvPr>
          <p:cNvSpPr>
            <a:spLocks noGrp="1"/>
          </p:cNvSpPr>
          <p:nvPr/>
        </p:nvSpPr>
        <p:spPr>
          <a:xfrm>
            <a:off x="65703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Cryo_13791">
            <a:extLst>
              <a:ext uri="{FF2B5EF4-FFF2-40B4-BE49-F238E27FC236}">
                <a16:creationId xmlns:a16="http://schemas.microsoft.com/office/drawing/2014/main" id="{7231EFD6-8062-4595-BE96-F334552DDD8D}"/>
              </a:ext>
            </a:extLst>
          </p:cNvPr>
          <p:cNvSpPr>
            <a:spLocks noGrp="1"/>
          </p:cNvSpPr>
          <p:nvPr/>
        </p:nvSpPr>
        <p:spPr>
          <a:xfrm>
            <a:off x="6582266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Cryo_13792">
            <a:extLst>
              <a:ext uri="{FF2B5EF4-FFF2-40B4-BE49-F238E27FC236}">
                <a16:creationId xmlns:a16="http://schemas.microsoft.com/office/drawing/2014/main" id="{B65D632D-E372-4004-B0CC-7E14A5716A50}"/>
              </a:ext>
            </a:extLst>
          </p:cNvPr>
          <p:cNvSpPr>
            <a:spLocks noGrp="1"/>
          </p:cNvSpPr>
          <p:nvPr/>
        </p:nvSpPr>
        <p:spPr>
          <a:xfrm>
            <a:off x="65555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Cryo_13793">
            <a:extLst>
              <a:ext uri="{FF2B5EF4-FFF2-40B4-BE49-F238E27FC236}">
                <a16:creationId xmlns:a16="http://schemas.microsoft.com/office/drawing/2014/main" id="{773C9CF1-C6D2-493C-ABDC-6D776C0BD10B}"/>
              </a:ext>
            </a:extLst>
          </p:cNvPr>
          <p:cNvSpPr>
            <a:spLocks noGrp="1"/>
          </p:cNvSpPr>
          <p:nvPr/>
        </p:nvSpPr>
        <p:spPr>
          <a:xfrm>
            <a:off x="66122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Cryo_13794">
            <a:extLst>
              <a:ext uri="{FF2B5EF4-FFF2-40B4-BE49-F238E27FC236}">
                <a16:creationId xmlns:a16="http://schemas.microsoft.com/office/drawing/2014/main" id="{6FA8EE2A-C7AC-43FB-AD83-778F87F7E29B}"/>
              </a:ext>
            </a:extLst>
          </p:cNvPr>
          <p:cNvSpPr>
            <a:spLocks noGrp="1"/>
          </p:cNvSpPr>
          <p:nvPr/>
        </p:nvSpPr>
        <p:spPr>
          <a:xfrm>
            <a:off x="65513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Cryo_13795">
            <a:extLst>
              <a:ext uri="{FF2B5EF4-FFF2-40B4-BE49-F238E27FC236}">
                <a16:creationId xmlns:a16="http://schemas.microsoft.com/office/drawing/2014/main" id="{5AB5BB21-B49B-441E-985E-138018D6776F}"/>
              </a:ext>
            </a:extLst>
          </p:cNvPr>
          <p:cNvSpPr>
            <a:spLocks noGrp="1"/>
          </p:cNvSpPr>
          <p:nvPr/>
        </p:nvSpPr>
        <p:spPr>
          <a:xfrm>
            <a:off x="656620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Cryo_13796">
            <a:extLst>
              <a:ext uri="{FF2B5EF4-FFF2-40B4-BE49-F238E27FC236}">
                <a16:creationId xmlns:a16="http://schemas.microsoft.com/office/drawing/2014/main" id="{7AEF36E3-BDB0-4075-BA67-19115B23B74B}"/>
              </a:ext>
            </a:extLst>
          </p:cNvPr>
          <p:cNvSpPr>
            <a:spLocks noGrp="1"/>
          </p:cNvSpPr>
          <p:nvPr/>
        </p:nvSpPr>
        <p:spPr>
          <a:xfrm>
            <a:off x="655988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Cryo_13797">
            <a:extLst>
              <a:ext uri="{FF2B5EF4-FFF2-40B4-BE49-F238E27FC236}">
                <a16:creationId xmlns:a16="http://schemas.microsoft.com/office/drawing/2014/main" id="{2E59F5F5-B9AC-482F-A814-AD2341A5E47C}"/>
              </a:ext>
            </a:extLst>
          </p:cNvPr>
          <p:cNvSpPr>
            <a:spLocks noGrp="1"/>
          </p:cNvSpPr>
          <p:nvPr/>
        </p:nvSpPr>
        <p:spPr>
          <a:xfrm>
            <a:off x="666147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Cryo_13798">
            <a:extLst>
              <a:ext uri="{FF2B5EF4-FFF2-40B4-BE49-F238E27FC236}">
                <a16:creationId xmlns:a16="http://schemas.microsoft.com/office/drawing/2014/main" id="{D244377F-E8B1-4A31-BB8B-E7FAB56C62D8}"/>
              </a:ext>
            </a:extLst>
          </p:cNvPr>
          <p:cNvSpPr>
            <a:spLocks noGrp="1"/>
          </p:cNvSpPr>
          <p:nvPr/>
        </p:nvSpPr>
        <p:spPr>
          <a:xfrm>
            <a:off x="65708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Cryo_13799">
            <a:extLst>
              <a:ext uri="{FF2B5EF4-FFF2-40B4-BE49-F238E27FC236}">
                <a16:creationId xmlns:a16="http://schemas.microsoft.com/office/drawing/2014/main" id="{5986D91E-C075-4D8A-BAC2-17CACECFC8ED}"/>
              </a:ext>
            </a:extLst>
          </p:cNvPr>
          <p:cNvSpPr>
            <a:spLocks noGrp="1"/>
          </p:cNvSpPr>
          <p:nvPr/>
        </p:nvSpPr>
        <p:spPr>
          <a:xfrm>
            <a:off x="670577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Cryo_13800">
            <a:extLst>
              <a:ext uri="{FF2B5EF4-FFF2-40B4-BE49-F238E27FC236}">
                <a16:creationId xmlns:a16="http://schemas.microsoft.com/office/drawing/2014/main" id="{FFAC73BB-A917-4526-9CB4-C48DD8E30BB5}"/>
              </a:ext>
            </a:extLst>
          </p:cNvPr>
          <p:cNvSpPr>
            <a:spLocks noGrp="1"/>
          </p:cNvSpPr>
          <p:nvPr/>
        </p:nvSpPr>
        <p:spPr>
          <a:xfrm>
            <a:off x="665672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Cryo_13801">
            <a:extLst>
              <a:ext uri="{FF2B5EF4-FFF2-40B4-BE49-F238E27FC236}">
                <a16:creationId xmlns:a16="http://schemas.microsoft.com/office/drawing/2014/main" id="{D577BF86-11A5-45B9-ADD1-1CA0DE47D588}"/>
              </a:ext>
            </a:extLst>
          </p:cNvPr>
          <p:cNvSpPr>
            <a:spLocks noGrp="1"/>
          </p:cNvSpPr>
          <p:nvPr/>
        </p:nvSpPr>
        <p:spPr>
          <a:xfrm>
            <a:off x="6720619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Cryo_13802">
            <a:extLst>
              <a:ext uri="{FF2B5EF4-FFF2-40B4-BE49-F238E27FC236}">
                <a16:creationId xmlns:a16="http://schemas.microsoft.com/office/drawing/2014/main" id="{56019B9E-BCAD-4950-B167-B8370F4822C0}"/>
              </a:ext>
            </a:extLst>
          </p:cNvPr>
          <p:cNvSpPr>
            <a:spLocks noGrp="1"/>
          </p:cNvSpPr>
          <p:nvPr/>
        </p:nvSpPr>
        <p:spPr>
          <a:xfrm>
            <a:off x="66444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Cryo_13803">
            <a:extLst>
              <a:ext uri="{FF2B5EF4-FFF2-40B4-BE49-F238E27FC236}">
                <a16:creationId xmlns:a16="http://schemas.microsoft.com/office/drawing/2014/main" id="{98CE1278-A849-4699-82E2-4E4C1A106DD3}"/>
              </a:ext>
            </a:extLst>
          </p:cNvPr>
          <p:cNvSpPr>
            <a:spLocks noGrp="1"/>
          </p:cNvSpPr>
          <p:nvPr/>
        </p:nvSpPr>
        <p:spPr>
          <a:xfrm>
            <a:off x="652860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Cryo_13804">
            <a:extLst>
              <a:ext uri="{FF2B5EF4-FFF2-40B4-BE49-F238E27FC236}">
                <a16:creationId xmlns:a16="http://schemas.microsoft.com/office/drawing/2014/main" id="{967AD19B-D33C-4A06-B516-CAB4EBCE0646}"/>
              </a:ext>
            </a:extLst>
          </p:cNvPr>
          <p:cNvSpPr>
            <a:spLocks noGrp="1"/>
          </p:cNvSpPr>
          <p:nvPr/>
        </p:nvSpPr>
        <p:spPr>
          <a:xfrm>
            <a:off x="6531208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Cryo_13805">
            <a:extLst>
              <a:ext uri="{FF2B5EF4-FFF2-40B4-BE49-F238E27FC236}">
                <a16:creationId xmlns:a16="http://schemas.microsoft.com/office/drawing/2014/main" id="{B0093FF4-8CA1-4859-8102-BF76408D45B6}"/>
              </a:ext>
            </a:extLst>
          </p:cNvPr>
          <p:cNvSpPr>
            <a:spLocks noGrp="1"/>
          </p:cNvSpPr>
          <p:nvPr/>
        </p:nvSpPr>
        <p:spPr>
          <a:xfrm>
            <a:off x="6561204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Cryo_13806">
            <a:extLst>
              <a:ext uri="{FF2B5EF4-FFF2-40B4-BE49-F238E27FC236}">
                <a16:creationId xmlns:a16="http://schemas.microsoft.com/office/drawing/2014/main" id="{B753B78E-6864-4147-84FF-B4D470F11720}"/>
              </a:ext>
            </a:extLst>
          </p:cNvPr>
          <p:cNvSpPr>
            <a:spLocks noGrp="1"/>
          </p:cNvSpPr>
          <p:nvPr/>
        </p:nvSpPr>
        <p:spPr>
          <a:xfrm>
            <a:off x="6655636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Cryo_13807">
            <a:extLst>
              <a:ext uri="{FF2B5EF4-FFF2-40B4-BE49-F238E27FC236}">
                <a16:creationId xmlns:a16="http://schemas.microsoft.com/office/drawing/2014/main" id="{0D6DF19E-BAD9-457F-8341-29D08BEE1EE3}"/>
              </a:ext>
            </a:extLst>
          </p:cNvPr>
          <p:cNvSpPr>
            <a:spLocks noGrp="1"/>
          </p:cNvSpPr>
          <p:nvPr/>
        </p:nvSpPr>
        <p:spPr>
          <a:xfrm>
            <a:off x="6567935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Cryo_13808">
            <a:extLst>
              <a:ext uri="{FF2B5EF4-FFF2-40B4-BE49-F238E27FC236}">
                <a16:creationId xmlns:a16="http://schemas.microsoft.com/office/drawing/2014/main" id="{B2286006-FE18-4C0E-8DC6-F54AAAABDFE4}"/>
              </a:ext>
            </a:extLst>
          </p:cNvPr>
          <p:cNvSpPr>
            <a:spLocks noGrp="1"/>
          </p:cNvSpPr>
          <p:nvPr/>
        </p:nvSpPr>
        <p:spPr>
          <a:xfrm>
            <a:off x="663129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Cryo_13809">
            <a:extLst>
              <a:ext uri="{FF2B5EF4-FFF2-40B4-BE49-F238E27FC236}">
                <a16:creationId xmlns:a16="http://schemas.microsoft.com/office/drawing/2014/main" id="{C4659401-E5C1-4C77-802C-3C151214775D}"/>
              </a:ext>
            </a:extLst>
          </p:cNvPr>
          <p:cNvSpPr>
            <a:spLocks noGrp="1"/>
          </p:cNvSpPr>
          <p:nvPr/>
        </p:nvSpPr>
        <p:spPr>
          <a:xfrm>
            <a:off x="659073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Cryo_13810">
            <a:extLst>
              <a:ext uri="{FF2B5EF4-FFF2-40B4-BE49-F238E27FC236}">
                <a16:creationId xmlns:a16="http://schemas.microsoft.com/office/drawing/2014/main" id="{4B343FFD-6CF5-438E-8AD4-9C5A673BAF00}"/>
              </a:ext>
            </a:extLst>
          </p:cNvPr>
          <p:cNvSpPr>
            <a:spLocks noGrp="1"/>
          </p:cNvSpPr>
          <p:nvPr/>
        </p:nvSpPr>
        <p:spPr>
          <a:xfrm>
            <a:off x="66108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Cryo_13811">
            <a:extLst>
              <a:ext uri="{FF2B5EF4-FFF2-40B4-BE49-F238E27FC236}">
                <a16:creationId xmlns:a16="http://schemas.microsoft.com/office/drawing/2014/main" id="{2BCA06F1-CDE6-4788-866F-D3E63A3871DB}"/>
              </a:ext>
            </a:extLst>
          </p:cNvPr>
          <p:cNvSpPr>
            <a:spLocks noGrp="1"/>
          </p:cNvSpPr>
          <p:nvPr/>
        </p:nvSpPr>
        <p:spPr>
          <a:xfrm>
            <a:off x="6493408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Cryo_13812">
            <a:extLst>
              <a:ext uri="{FF2B5EF4-FFF2-40B4-BE49-F238E27FC236}">
                <a16:creationId xmlns:a16="http://schemas.microsoft.com/office/drawing/2014/main" id="{DE1F1F84-488F-41FB-8DEC-AE5ADD46CF3B}"/>
              </a:ext>
            </a:extLst>
          </p:cNvPr>
          <p:cNvSpPr>
            <a:spLocks noGrp="1"/>
          </p:cNvSpPr>
          <p:nvPr/>
        </p:nvSpPr>
        <p:spPr>
          <a:xfrm>
            <a:off x="671528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Cryo_13813">
            <a:extLst>
              <a:ext uri="{FF2B5EF4-FFF2-40B4-BE49-F238E27FC236}">
                <a16:creationId xmlns:a16="http://schemas.microsoft.com/office/drawing/2014/main" id="{5B18EA56-8AC5-4E2A-8F96-84721BD80060}"/>
              </a:ext>
            </a:extLst>
          </p:cNvPr>
          <p:cNvSpPr>
            <a:spLocks noGrp="1"/>
          </p:cNvSpPr>
          <p:nvPr/>
        </p:nvSpPr>
        <p:spPr>
          <a:xfrm>
            <a:off x="6631485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Cryo_13814">
            <a:extLst>
              <a:ext uri="{FF2B5EF4-FFF2-40B4-BE49-F238E27FC236}">
                <a16:creationId xmlns:a16="http://schemas.microsoft.com/office/drawing/2014/main" id="{481206B3-DE60-4811-A505-2D48BA4832B9}"/>
              </a:ext>
            </a:extLst>
          </p:cNvPr>
          <p:cNvSpPr>
            <a:spLocks noGrp="1"/>
          </p:cNvSpPr>
          <p:nvPr/>
        </p:nvSpPr>
        <p:spPr>
          <a:xfrm>
            <a:off x="660664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Cryo_13815">
            <a:extLst>
              <a:ext uri="{FF2B5EF4-FFF2-40B4-BE49-F238E27FC236}">
                <a16:creationId xmlns:a16="http://schemas.microsoft.com/office/drawing/2014/main" id="{45803A47-8B23-424B-9351-545BDA5960EA}"/>
              </a:ext>
            </a:extLst>
          </p:cNvPr>
          <p:cNvSpPr>
            <a:spLocks noGrp="1"/>
          </p:cNvSpPr>
          <p:nvPr/>
        </p:nvSpPr>
        <p:spPr>
          <a:xfrm>
            <a:off x="65350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Cryo_13816">
            <a:extLst>
              <a:ext uri="{FF2B5EF4-FFF2-40B4-BE49-F238E27FC236}">
                <a16:creationId xmlns:a16="http://schemas.microsoft.com/office/drawing/2014/main" id="{27C497E5-AEF4-4E64-943E-5CA76EE3DB32}"/>
              </a:ext>
            </a:extLst>
          </p:cNvPr>
          <p:cNvSpPr>
            <a:spLocks noGrp="1"/>
          </p:cNvSpPr>
          <p:nvPr/>
        </p:nvSpPr>
        <p:spPr>
          <a:xfrm>
            <a:off x="65746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Cryo_13817">
            <a:extLst>
              <a:ext uri="{FF2B5EF4-FFF2-40B4-BE49-F238E27FC236}">
                <a16:creationId xmlns:a16="http://schemas.microsoft.com/office/drawing/2014/main" id="{82DD7531-0778-4B90-8456-3B8A9F2AEEE3}"/>
              </a:ext>
            </a:extLst>
          </p:cNvPr>
          <p:cNvSpPr>
            <a:spLocks noGrp="1"/>
          </p:cNvSpPr>
          <p:nvPr/>
        </p:nvSpPr>
        <p:spPr>
          <a:xfrm>
            <a:off x="672854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Cryo_13818">
            <a:extLst>
              <a:ext uri="{FF2B5EF4-FFF2-40B4-BE49-F238E27FC236}">
                <a16:creationId xmlns:a16="http://schemas.microsoft.com/office/drawing/2014/main" id="{8EE4EAD6-9307-4134-878B-4947EE584864}"/>
              </a:ext>
            </a:extLst>
          </p:cNvPr>
          <p:cNvSpPr>
            <a:spLocks noGrp="1"/>
          </p:cNvSpPr>
          <p:nvPr/>
        </p:nvSpPr>
        <p:spPr>
          <a:xfrm>
            <a:off x="6661244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Cryo_13819">
            <a:extLst>
              <a:ext uri="{FF2B5EF4-FFF2-40B4-BE49-F238E27FC236}">
                <a16:creationId xmlns:a16="http://schemas.microsoft.com/office/drawing/2014/main" id="{A218AA69-9D3B-4139-93CD-79F4C96F3386}"/>
              </a:ext>
            </a:extLst>
          </p:cNvPr>
          <p:cNvSpPr>
            <a:spLocks noGrp="1"/>
          </p:cNvSpPr>
          <p:nvPr/>
        </p:nvSpPr>
        <p:spPr>
          <a:xfrm>
            <a:off x="6491313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Cryo_13820">
            <a:extLst>
              <a:ext uri="{FF2B5EF4-FFF2-40B4-BE49-F238E27FC236}">
                <a16:creationId xmlns:a16="http://schemas.microsoft.com/office/drawing/2014/main" id="{324A1DDF-F770-4C16-95E4-3FAC31A42D9B}"/>
              </a:ext>
            </a:extLst>
          </p:cNvPr>
          <p:cNvSpPr>
            <a:spLocks noGrp="1"/>
          </p:cNvSpPr>
          <p:nvPr/>
        </p:nvSpPr>
        <p:spPr>
          <a:xfrm>
            <a:off x="668170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Cryo_13821">
            <a:extLst>
              <a:ext uri="{FF2B5EF4-FFF2-40B4-BE49-F238E27FC236}">
                <a16:creationId xmlns:a16="http://schemas.microsoft.com/office/drawing/2014/main" id="{82D72619-50F1-4723-A38B-649B6C01DE6B}"/>
              </a:ext>
            </a:extLst>
          </p:cNvPr>
          <p:cNvSpPr>
            <a:spLocks noGrp="1"/>
          </p:cNvSpPr>
          <p:nvPr/>
        </p:nvSpPr>
        <p:spPr>
          <a:xfrm>
            <a:off x="66530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Cryo_13822">
            <a:extLst>
              <a:ext uri="{FF2B5EF4-FFF2-40B4-BE49-F238E27FC236}">
                <a16:creationId xmlns:a16="http://schemas.microsoft.com/office/drawing/2014/main" id="{83BA76E5-E33C-4262-9B98-2C97F801B326}"/>
              </a:ext>
            </a:extLst>
          </p:cNvPr>
          <p:cNvSpPr>
            <a:spLocks noGrp="1"/>
          </p:cNvSpPr>
          <p:nvPr/>
        </p:nvSpPr>
        <p:spPr>
          <a:xfrm>
            <a:off x="6514197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Cryo_13823">
            <a:extLst>
              <a:ext uri="{FF2B5EF4-FFF2-40B4-BE49-F238E27FC236}">
                <a16:creationId xmlns:a16="http://schemas.microsoft.com/office/drawing/2014/main" id="{A9B271A9-E0D7-4A3C-B33D-0B416227CA9B}"/>
              </a:ext>
            </a:extLst>
          </p:cNvPr>
          <p:cNvSpPr>
            <a:spLocks noGrp="1"/>
          </p:cNvSpPr>
          <p:nvPr/>
        </p:nvSpPr>
        <p:spPr>
          <a:xfrm>
            <a:off x="66829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Cryo_13824">
            <a:extLst>
              <a:ext uri="{FF2B5EF4-FFF2-40B4-BE49-F238E27FC236}">
                <a16:creationId xmlns:a16="http://schemas.microsoft.com/office/drawing/2014/main" id="{B1C0072B-8058-460A-B7D0-E466C0D1AF14}"/>
              </a:ext>
            </a:extLst>
          </p:cNvPr>
          <p:cNvSpPr>
            <a:spLocks noGrp="1"/>
          </p:cNvSpPr>
          <p:nvPr/>
        </p:nvSpPr>
        <p:spPr>
          <a:xfrm>
            <a:off x="66176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Cryo_13825">
            <a:extLst>
              <a:ext uri="{FF2B5EF4-FFF2-40B4-BE49-F238E27FC236}">
                <a16:creationId xmlns:a16="http://schemas.microsoft.com/office/drawing/2014/main" id="{CF5C9359-0C34-4752-B4DC-F5AA6D7F4F52}"/>
              </a:ext>
            </a:extLst>
          </p:cNvPr>
          <p:cNvSpPr>
            <a:spLocks noGrp="1"/>
          </p:cNvSpPr>
          <p:nvPr/>
        </p:nvSpPr>
        <p:spPr>
          <a:xfrm>
            <a:off x="671509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Cryo_13826">
            <a:extLst>
              <a:ext uri="{FF2B5EF4-FFF2-40B4-BE49-F238E27FC236}">
                <a16:creationId xmlns:a16="http://schemas.microsoft.com/office/drawing/2014/main" id="{CFD38580-C819-41DE-8931-948E5C668CC1}"/>
              </a:ext>
            </a:extLst>
          </p:cNvPr>
          <p:cNvSpPr>
            <a:spLocks noGrp="1"/>
          </p:cNvSpPr>
          <p:nvPr/>
        </p:nvSpPr>
        <p:spPr>
          <a:xfrm>
            <a:off x="654719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Cryo_13827">
            <a:extLst>
              <a:ext uri="{FF2B5EF4-FFF2-40B4-BE49-F238E27FC236}">
                <a16:creationId xmlns:a16="http://schemas.microsoft.com/office/drawing/2014/main" id="{47AEF54B-3ABB-49F1-ADA2-A9883A46DB3B}"/>
              </a:ext>
            </a:extLst>
          </p:cNvPr>
          <p:cNvSpPr>
            <a:spLocks noGrp="1"/>
          </p:cNvSpPr>
          <p:nvPr/>
        </p:nvSpPr>
        <p:spPr>
          <a:xfrm>
            <a:off x="662888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Cryo_13828">
            <a:extLst>
              <a:ext uri="{FF2B5EF4-FFF2-40B4-BE49-F238E27FC236}">
                <a16:creationId xmlns:a16="http://schemas.microsoft.com/office/drawing/2014/main" id="{3C2777E5-6DD4-435B-BD0C-65384AECD275}"/>
              </a:ext>
            </a:extLst>
          </p:cNvPr>
          <p:cNvSpPr>
            <a:spLocks noGrp="1"/>
          </p:cNvSpPr>
          <p:nvPr/>
        </p:nvSpPr>
        <p:spPr>
          <a:xfrm>
            <a:off x="6623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Cryo_13829">
            <a:extLst>
              <a:ext uri="{FF2B5EF4-FFF2-40B4-BE49-F238E27FC236}">
                <a16:creationId xmlns:a16="http://schemas.microsoft.com/office/drawing/2014/main" id="{8F7986B4-6057-4CD2-9B7D-B7CF70B296B4}"/>
              </a:ext>
            </a:extLst>
          </p:cNvPr>
          <p:cNvSpPr>
            <a:spLocks noGrp="1"/>
          </p:cNvSpPr>
          <p:nvPr/>
        </p:nvSpPr>
        <p:spPr>
          <a:xfrm>
            <a:off x="6700883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Cryo_13830">
            <a:extLst>
              <a:ext uri="{FF2B5EF4-FFF2-40B4-BE49-F238E27FC236}">
                <a16:creationId xmlns:a16="http://schemas.microsoft.com/office/drawing/2014/main" id="{976139EB-35E3-4287-B175-5F2A0B01641C}"/>
              </a:ext>
            </a:extLst>
          </p:cNvPr>
          <p:cNvSpPr>
            <a:spLocks noGrp="1"/>
          </p:cNvSpPr>
          <p:nvPr/>
        </p:nvSpPr>
        <p:spPr>
          <a:xfrm>
            <a:off x="67234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Cryo_13831">
            <a:extLst>
              <a:ext uri="{FF2B5EF4-FFF2-40B4-BE49-F238E27FC236}">
                <a16:creationId xmlns:a16="http://schemas.microsoft.com/office/drawing/2014/main" id="{BDD213B0-626F-408C-80D9-728A34336657}"/>
              </a:ext>
            </a:extLst>
          </p:cNvPr>
          <p:cNvSpPr>
            <a:spLocks noGrp="1"/>
          </p:cNvSpPr>
          <p:nvPr/>
        </p:nvSpPr>
        <p:spPr>
          <a:xfrm>
            <a:off x="660908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Cryo_13832">
            <a:extLst>
              <a:ext uri="{FF2B5EF4-FFF2-40B4-BE49-F238E27FC236}">
                <a16:creationId xmlns:a16="http://schemas.microsoft.com/office/drawing/2014/main" id="{C1FF4276-DF56-4EA8-98DE-4F043B240FE4}"/>
              </a:ext>
            </a:extLst>
          </p:cNvPr>
          <p:cNvSpPr>
            <a:spLocks noGrp="1"/>
          </p:cNvSpPr>
          <p:nvPr/>
        </p:nvSpPr>
        <p:spPr>
          <a:xfrm>
            <a:off x="6589788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Cryo_13833">
            <a:extLst>
              <a:ext uri="{FF2B5EF4-FFF2-40B4-BE49-F238E27FC236}">
                <a16:creationId xmlns:a16="http://schemas.microsoft.com/office/drawing/2014/main" id="{21594756-40E8-438A-A473-A8D7809AAE40}"/>
              </a:ext>
            </a:extLst>
          </p:cNvPr>
          <p:cNvSpPr>
            <a:spLocks noGrp="1"/>
          </p:cNvSpPr>
          <p:nvPr/>
        </p:nvSpPr>
        <p:spPr>
          <a:xfrm>
            <a:off x="6578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Cryo_13834">
            <a:extLst>
              <a:ext uri="{FF2B5EF4-FFF2-40B4-BE49-F238E27FC236}">
                <a16:creationId xmlns:a16="http://schemas.microsoft.com/office/drawing/2014/main" id="{2E1BF8BC-D5AF-4728-8728-1BF6651AB89D}"/>
              </a:ext>
            </a:extLst>
          </p:cNvPr>
          <p:cNvSpPr>
            <a:spLocks noGrp="1"/>
          </p:cNvSpPr>
          <p:nvPr/>
        </p:nvSpPr>
        <p:spPr>
          <a:xfrm>
            <a:off x="67408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Cryo_13835">
            <a:extLst>
              <a:ext uri="{FF2B5EF4-FFF2-40B4-BE49-F238E27FC236}">
                <a16:creationId xmlns:a16="http://schemas.microsoft.com/office/drawing/2014/main" id="{667F37D0-39D2-428C-AB7C-66D90CBA8F01}"/>
              </a:ext>
            </a:extLst>
          </p:cNvPr>
          <p:cNvSpPr>
            <a:spLocks noGrp="1"/>
          </p:cNvSpPr>
          <p:nvPr/>
        </p:nvSpPr>
        <p:spPr>
          <a:xfrm>
            <a:off x="669433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Cryo_13836">
            <a:extLst>
              <a:ext uri="{FF2B5EF4-FFF2-40B4-BE49-F238E27FC236}">
                <a16:creationId xmlns:a16="http://schemas.microsoft.com/office/drawing/2014/main" id="{1BF46061-B575-49C2-AF98-43D6C9A0EAC7}"/>
              </a:ext>
            </a:extLst>
          </p:cNvPr>
          <p:cNvSpPr>
            <a:spLocks noGrp="1"/>
          </p:cNvSpPr>
          <p:nvPr/>
        </p:nvSpPr>
        <p:spPr>
          <a:xfrm>
            <a:off x="67070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Cryo_13837">
            <a:extLst>
              <a:ext uri="{FF2B5EF4-FFF2-40B4-BE49-F238E27FC236}">
                <a16:creationId xmlns:a16="http://schemas.microsoft.com/office/drawing/2014/main" id="{E0B5425F-C1E2-4037-B533-1A4438F8ACEB}"/>
              </a:ext>
            </a:extLst>
          </p:cNvPr>
          <p:cNvSpPr>
            <a:spLocks noGrp="1"/>
          </p:cNvSpPr>
          <p:nvPr/>
        </p:nvSpPr>
        <p:spPr>
          <a:xfrm>
            <a:off x="673400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Cryo_13838">
            <a:extLst>
              <a:ext uri="{FF2B5EF4-FFF2-40B4-BE49-F238E27FC236}">
                <a16:creationId xmlns:a16="http://schemas.microsoft.com/office/drawing/2014/main" id="{546106BE-D30B-4EF6-A4AD-836307D0EDA2}"/>
              </a:ext>
            </a:extLst>
          </p:cNvPr>
          <p:cNvSpPr>
            <a:spLocks noGrp="1"/>
          </p:cNvSpPr>
          <p:nvPr/>
        </p:nvSpPr>
        <p:spPr>
          <a:xfrm>
            <a:off x="66218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Cryo_13839">
            <a:extLst>
              <a:ext uri="{FF2B5EF4-FFF2-40B4-BE49-F238E27FC236}">
                <a16:creationId xmlns:a16="http://schemas.microsoft.com/office/drawing/2014/main" id="{4ECA6E8F-5737-4310-9EE4-B2E8CCA4C82E}"/>
              </a:ext>
            </a:extLst>
          </p:cNvPr>
          <p:cNvSpPr>
            <a:spLocks noGrp="1"/>
          </p:cNvSpPr>
          <p:nvPr/>
        </p:nvSpPr>
        <p:spPr>
          <a:xfrm>
            <a:off x="664125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Cryo_13840">
            <a:extLst>
              <a:ext uri="{FF2B5EF4-FFF2-40B4-BE49-F238E27FC236}">
                <a16:creationId xmlns:a16="http://schemas.microsoft.com/office/drawing/2014/main" id="{18A29E9F-1944-4DD5-AAF3-C30CC1C4A857}"/>
              </a:ext>
            </a:extLst>
          </p:cNvPr>
          <p:cNvSpPr>
            <a:spLocks noGrp="1"/>
          </p:cNvSpPr>
          <p:nvPr/>
        </p:nvSpPr>
        <p:spPr>
          <a:xfrm>
            <a:off x="65081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Cryo_13841">
            <a:extLst>
              <a:ext uri="{FF2B5EF4-FFF2-40B4-BE49-F238E27FC236}">
                <a16:creationId xmlns:a16="http://schemas.microsoft.com/office/drawing/2014/main" id="{68D607C2-E07A-4823-B39E-81F85B376F43}"/>
              </a:ext>
            </a:extLst>
          </p:cNvPr>
          <p:cNvSpPr>
            <a:spLocks noGrp="1"/>
          </p:cNvSpPr>
          <p:nvPr/>
        </p:nvSpPr>
        <p:spPr>
          <a:xfrm>
            <a:off x="6549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Cryo_13842">
            <a:extLst>
              <a:ext uri="{FF2B5EF4-FFF2-40B4-BE49-F238E27FC236}">
                <a16:creationId xmlns:a16="http://schemas.microsoft.com/office/drawing/2014/main" id="{A5175ECC-3B3B-41A0-99E7-13FEF6463016}"/>
              </a:ext>
            </a:extLst>
          </p:cNvPr>
          <p:cNvSpPr>
            <a:spLocks noGrp="1"/>
          </p:cNvSpPr>
          <p:nvPr/>
        </p:nvSpPr>
        <p:spPr>
          <a:xfrm>
            <a:off x="66577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Cryo_13843">
            <a:extLst>
              <a:ext uri="{FF2B5EF4-FFF2-40B4-BE49-F238E27FC236}">
                <a16:creationId xmlns:a16="http://schemas.microsoft.com/office/drawing/2014/main" id="{13ADA223-3F6E-4E30-AEBA-3D9D752CAB8D}"/>
              </a:ext>
            </a:extLst>
          </p:cNvPr>
          <p:cNvSpPr>
            <a:spLocks noGrp="1"/>
          </p:cNvSpPr>
          <p:nvPr/>
        </p:nvSpPr>
        <p:spPr>
          <a:xfrm>
            <a:off x="665538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Cryo_13844">
            <a:extLst>
              <a:ext uri="{FF2B5EF4-FFF2-40B4-BE49-F238E27FC236}">
                <a16:creationId xmlns:a16="http://schemas.microsoft.com/office/drawing/2014/main" id="{E09AA676-0244-40C0-BABF-14BD8F17321C}"/>
              </a:ext>
            </a:extLst>
          </p:cNvPr>
          <p:cNvSpPr>
            <a:spLocks noGrp="1"/>
          </p:cNvSpPr>
          <p:nvPr/>
        </p:nvSpPr>
        <p:spPr>
          <a:xfrm>
            <a:off x="65845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Cryo_13845">
            <a:extLst>
              <a:ext uri="{FF2B5EF4-FFF2-40B4-BE49-F238E27FC236}">
                <a16:creationId xmlns:a16="http://schemas.microsoft.com/office/drawing/2014/main" id="{39ECDAEC-E09F-4EE5-9E61-2F145EAFBD35}"/>
              </a:ext>
            </a:extLst>
          </p:cNvPr>
          <p:cNvSpPr>
            <a:spLocks noGrp="1"/>
          </p:cNvSpPr>
          <p:nvPr/>
        </p:nvSpPr>
        <p:spPr>
          <a:xfrm>
            <a:off x="66555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Cryo_13846">
            <a:extLst>
              <a:ext uri="{FF2B5EF4-FFF2-40B4-BE49-F238E27FC236}">
                <a16:creationId xmlns:a16="http://schemas.microsoft.com/office/drawing/2014/main" id="{5DB8C64C-70EE-4088-82DF-C357A45E9005}"/>
              </a:ext>
            </a:extLst>
          </p:cNvPr>
          <p:cNvSpPr>
            <a:spLocks noGrp="1"/>
          </p:cNvSpPr>
          <p:nvPr/>
        </p:nvSpPr>
        <p:spPr>
          <a:xfrm>
            <a:off x="655934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Cryo_13847">
            <a:extLst>
              <a:ext uri="{FF2B5EF4-FFF2-40B4-BE49-F238E27FC236}">
                <a16:creationId xmlns:a16="http://schemas.microsoft.com/office/drawing/2014/main" id="{C2F651CA-558B-4C54-911C-E3F229D9383A}"/>
              </a:ext>
            </a:extLst>
          </p:cNvPr>
          <p:cNvSpPr>
            <a:spLocks noGrp="1"/>
          </p:cNvSpPr>
          <p:nvPr/>
        </p:nvSpPr>
        <p:spPr>
          <a:xfrm>
            <a:off x="6710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Cryo_13848">
            <a:extLst>
              <a:ext uri="{FF2B5EF4-FFF2-40B4-BE49-F238E27FC236}">
                <a16:creationId xmlns:a16="http://schemas.microsoft.com/office/drawing/2014/main" id="{20B4079D-A9E9-4A7A-9347-AD278B0F5549}"/>
              </a:ext>
            </a:extLst>
          </p:cNvPr>
          <p:cNvSpPr>
            <a:spLocks noGrp="1"/>
          </p:cNvSpPr>
          <p:nvPr/>
        </p:nvSpPr>
        <p:spPr>
          <a:xfrm>
            <a:off x="6620990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Cryo_13849">
            <a:extLst>
              <a:ext uri="{FF2B5EF4-FFF2-40B4-BE49-F238E27FC236}">
                <a16:creationId xmlns:a16="http://schemas.microsoft.com/office/drawing/2014/main" id="{438CE448-829F-4881-B743-A76DBB6AE352}"/>
              </a:ext>
            </a:extLst>
          </p:cNvPr>
          <p:cNvSpPr>
            <a:spLocks noGrp="1"/>
          </p:cNvSpPr>
          <p:nvPr/>
        </p:nvSpPr>
        <p:spPr>
          <a:xfrm>
            <a:off x="66079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Cryo_13850">
            <a:extLst>
              <a:ext uri="{FF2B5EF4-FFF2-40B4-BE49-F238E27FC236}">
                <a16:creationId xmlns:a16="http://schemas.microsoft.com/office/drawing/2014/main" id="{5C14158D-C9D3-45E0-847C-F6B5D8548A65}"/>
              </a:ext>
            </a:extLst>
          </p:cNvPr>
          <p:cNvSpPr>
            <a:spLocks noGrp="1"/>
          </p:cNvSpPr>
          <p:nvPr/>
        </p:nvSpPr>
        <p:spPr>
          <a:xfrm>
            <a:off x="6509693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Cryo_13851">
            <a:extLst>
              <a:ext uri="{FF2B5EF4-FFF2-40B4-BE49-F238E27FC236}">
                <a16:creationId xmlns:a16="http://schemas.microsoft.com/office/drawing/2014/main" id="{A61E3726-C88F-4710-9D26-89867695E3E6}"/>
              </a:ext>
            </a:extLst>
          </p:cNvPr>
          <p:cNvSpPr>
            <a:spLocks noGrp="1"/>
          </p:cNvSpPr>
          <p:nvPr/>
        </p:nvSpPr>
        <p:spPr>
          <a:xfrm>
            <a:off x="666256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Cryo_13852">
            <a:extLst>
              <a:ext uri="{FF2B5EF4-FFF2-40B4-BE49-F238E27FC236}">
                <a16:creationId xmlns:a16="http://schemas.microsoft.com/office/drawing/2014/main" id="{753DE0E2-6B61-4EEE-B1C9-4107053B6528}"/>
              </a:ext>
            </a:extLst>
          </p:cNvPr>
          <p:cNvSpPr>
            <a:spLocks noGrp="1"/>
          </p:cNvSpPr>
          <p:nvPr/>
        </p:nvSpPr>
        <p:spPr>
          <a:xfrm>
            <a:off x="6550730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Cryo_13853">
            <a:extLst>
              <a:ext uri="{FF2B5EF4-FFF2-40B4-BE49-F238E27FC236}">
                <a16:creationId xmlns:a16="http://schemas.microsoft.com/office/drawing/2014/main" id="{53745515-2752-44E5-AF82-6ED878793736}"/>
              </a:ext>
            </a:extLst>
          </p:cNvPr>
          <p:cNvSpPr>
            <a:spLocks noGrp="1"/>
          </p:cNvSpPr>
          <p:nvPr/>
        </p:nvSpPr>
        <p:spPr>
          <a:xfrm>
            <a:off x="66428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Cryo_13854">
            <a:extLst>
              <a:ext uri="{FF2B5EF4-FFF2-40B4-BE49-F238E27FC236}">
                <a16:creationId xmlns:a16="http://schemas.microsoft.com/office/drawing/2014/main" id="{D6A84F84-2ECD-45BF-AD69-E3DEF22E6D07}"/>
              </a:ext>
            </a:extLst>
          </p:cNvPr>
          <p:cNvSpPr>
            <a:spLocks noGrp="1"/>
          </p:cNvSpPr>
          <p:nvPr/>
        </p:nvSpPr>
        <p:spPr>
          <a:xfrm>
            <a:off x="6511293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Cryo_13855">
            <a:extLst>
              <a:ext uri="{FF2B5EF4-FFF2-40B4-BE49-F238E27FC236}">
                <a16:creationId xmlns:a16="http://schemas.microsoft.com/office/drawing/2014/main" id="{E932DCFE-CBF7-4394-8FE7-154CD76EB408}"/>
              </a:ext>
            </a:extLst>
          </p:cNvPr>
          <p:cNvSpPr>
            <a:spLocks noGrp="1"/>
          </p:cNvSpPr>
          <p:nvPr/>
        </p:nvSpPr>
        <p:spPr>
          <a:xfrm>
            <a:off x="670619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Cryo_13856">
            <a:extLst>
              <a:ext uri="{FF2B5EF4-FFF2-40B4-BE49-F238E27FC236}">
                <a16:creationId xmlns:a16="http://schemas.microsoft.com/office/drawing/2014/main" id="{7FEC9DEE-01D6-4D22-B86A-1F822FD7E97A}"/>
              </a:ext>
            </a:extLst>
          </p:cNvPr>
          <p:cNvSpPr>
            <a:spLocks noGrp="1"/>
          </p:cNvSpPr>
          <p:nvPr/>
        </p:nvSpPr>
        <p:spPr>
          <a:xfrm>
            <a:off x="667095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Cryo_13857">
            <a:extLst>
              <a:ext uri="{FF2B5EF4-FFF2-40B4-BE49-F238E27FC236}">
                <a16:creationId xmlns:a16="http://schemas.microsoft.com/office/drawing/2014/main" id="{29E23DD3-1D3D-4381-AFF3-0D97D3605109}"/>
              </a:ext>
            </a:extLst>
          </p:cNvPr>
          <p:cNvSpPr>
            <a:spLocks noGrp="1"/>
          </p:cNvSpPr>
          <p:nvPr/>
        </p:nvSpPr>
        <p:spPr>
          <a:xfrm>
            <a:off x="6608352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Cryo_13858">
            <a:extLst>
              <a:ext uri="{FF2B5EF4-FFF2-40B4-BE49-F238E27FC236}">
                <a16:creationId xmlns:a16="http://schemas.microsoft.com/office/drawing/2014/main" id="{1F279417-7157-403D-9252-31819679216B}"/>
              </a:ext>
            </a:extLst>
          </p:cNvPr>
          <p:cNvSpPr>
            <a:spLocks noGrp="1"/>
          </p:cNvSpPr>
          <p:nvPr/>
        </p:nvSpPr>
        <p:spPr>
          <a:xfrm>
            <a:off x="6504597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Cryo_13859">
            <a:extLst>
              <a:ext uri="{FF2B5EF4-FFF2-40B4-BE49-F238E27FC236}">
                <a16:creationId xmlns:a16="http://schemas.microsoft.com/office/drawing/2014/main" id="{BF77BC55-CCE2-40CC-9812-A914F3E4FE52}"/>
              </a:ext>
            </a:extLst>
          </p:cNvPr>
          <p:cNvSpPr>
            <a:spLocks noGrp="1"/>
          </p:cNvSpPr>
          <p:nvPr/>
        </p:nvSpPr>
        <p:spPr>
          <a:xfrm>
            <a:off x="671063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Cryo_13860">
            <a:extLst>
              <a:ext uri="{FF2B5EF4-FFF2-40B4-BE49-F238E27FC236}">
                <a16:creationId xmlns:a16="http://schemas.microsoft.com/office/drawing/2014/main" id="{7A91D1A4-3220-4BE5-8283-8FD54B84CA06}"/>
              </a:ext>
            </a:extLst>
          </p:cNvPr>
          <p:cNvSpPr>
            <a:spLocks noGrp="1"/>
          </p:cNvSpPr>
          <p:nvPr/>
        </p:nvSpPr>
        <p:spPr>
          <a:xfrm>
            <a:off x="67392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Cryo_13861">
            <a:extLst>
              <a:ext uri="{FF2B5EF4-FFF2-40B4-BE49-F238E27FC236}">
                <a16:creationId xmlns:a16="http://schemas.microsoft.com/office/drawing/2014/main" id="{83AEBD9E-3D3D-49C9-B6D8-6A1194C37E91}"/>
              </a:ext>
            </a:extLst>
          </p:cNvPr>
          <p:cNvSpPr>
            <a:spLocks noGrp="1"/>
          </p:cNvSpPr>
          <p:nvPr/>
        </p:nvSpPr>
        <p:spPr>
          <a:xfrm>
            <a:off x="6519167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Cryo_13862">
            <a:extLst>
              <a:ext uri="{FF2B5EF4-FFF2-40B4-BE49-F238E27FC236}">
                <a16:creationId xmlns:a16="http://schemas.microsoft.com/office/drawing/2014/main" id="{5A91281D-0689-4CA0-86D4-E097ACEA1EC3}"/>
              </a:ext>
            </a:extLst>
          </p:cNvPr>
          <p:cNvSpPr>
            <a:spLocks noGrp="1"/>
          </p:cNvSpPr>
          <p:nvPr/>
        </p:nvSpPr>
        <p:spPr>
          <a:xfrm>
            <a:off x="67261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Cryo_13863">
            <a:extLst>
              <a:ext uri="{FF2B5EF4-FFF2-40B4-BE49-F238E27FC236}">
                <a16:creationId xmlns:a16="http://schemas.microsoft.com/office/drawing/2014/main" id="{10AA1CAA-6475-40A1-A2C0-799B515EDBB0}"/>
              </a:ext>
            </a:extLst>
          </p:cNvPr>
          <p:cNvSpPr>
            <a:spLocks noGrp="1"/>
          </p:cNvSpPr>
          <p:nvPr/>
        </p:nvSpPr>
        <p:spPr>
          <a:xfrm>
            <a:off x="669210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Cryo_13864">
            <a:extLst>
              <a:ext uri="{FF2B5EF4-FFF2-40B4-BE49-F238E27FC236}">
                <a16:creationId xmlns:a16="http://schemas.microsoft.com/office/drawing/2014/main" id="{4240FD7E-A83A-4019-A57C-ED7B78058F85}"/>
              </a:ext>
            </a:extLst>
          </p:cNvPr>
          <p:cNvSpPr>
            <a:spLocks noGrp="1"/>
          </p:cNvSpPr>
          <p:nvPr/>
        </p:nvSpPr>
        <p:spPr>
          <a:xfrm>
            <a:off x="650158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Cryo_13865">
            <a:extLst>
              <a:ext uri="{FF2B5EF4-FFF2-40B4-BE49-F238E27FC236}">
                <a16:creationId xmlns:a16="http://schemas.microsoft.com/office/drawing/2014/main" id="{A7421B86-1E0E-48E7-B306-FD51E0C65576}"/>
              </a:ext>
            </a:extLst>
          </p:cNvPr>
          <p:cNvSpPr>
            <a:spLocks noGrp="1"/>
          </p:cNvSpPr>
          <p:nvPr/>
        </p:nvSpPr>
        <p:spPr>
          <a:xfrm>
            <a:off x="667566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Cryo_13866">
            <a:extLst>
              <a:ext uri="{FF2B5EF4-FFF2-40B4-BE49-F238E27FC236}">
                <a16:creationId xmlns:a16="http://schemas.microsoft.com/office/drawing/2014/main" id="{15217689-6A5E-4C41-AA7A-96A0F38C5F48}"/>
              </a:ext>
            </a:extLst>
          </p:cNvPr>
          <p:cNvSpPr>
            <a:spLocks noGrp="1"/>
          </p:cNvSpPr>
          <p:nvPr/>
        </p:nvSpPr>
        <p:spPr>
          <a:xfrm>
            <a:off x="651135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Cryo_13867">
            <a:extLst>
              <a:ext uri="{FF2B5EF4-FFF2-40B4-BE49-F238E27FC236}">
                <a16:creationId xmlns:a16="http://schemas.microsoft.com/office/drawing/2014/main" id="{3B35E590-78B6-4F4E-B74B-7C330C0279C0}"/>
              </a:ext>
            </a:extLst>
          </p:cNvPr>
          <p:cNvSpPr>
            <a:spLocks noGrp="1"/>
          </p:cNvSpPr>
          <p:nvPr/>
        </p:nvSpPr>
        <p:spPr>
          <a:xfrm>
            <a:off x="656725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Cryo_13868">
            <a:extLst>
              <a:ext uri="{FF2B5EF4-FFF2-40B4-BE49-F238E27FC236}">
                <a16:creationId xmlns:a16="http://schemas.microsoft.com/office/drawing/2014/main" id="{78604802-7D10-4B24-95AC-7A93EA5B2D88}"/>
              </a:ext>
            </a:extLst>
          </p:cNvPr>
          <p:cNvSpPr>
            <a:spLocks noGrp="1"/>
          </p:cNvSpPr>
          <p:nvPr/>
        </p:nvSpPr>
        <p:spPr>
          <a:xfrm>
            <a:off x="66839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Cryo_13869">
            <a:extLst>
              <a:ext uri="{FF2B5EF4-FFF2-40B4-BE49-F238E27FC236}">
                <a16:creationId xmlns:a16="http://schemas.microsoft.com/office/drawing/2014/main" id="{AFD6CF08-9C0A-4E2C-96D4-642756A965FE}"/>
              </a:ext>
            </a:extLst>
          </p:cNvPr>
          <p:cNvSpPr>
            <a:spLocks noGrp="1"/>
          </p:cNvSpPr>
          <p:nvPr/>
        </p:nvSpPr>
        <p:spPr>
          <a:xfrm>
            <a:off x="64971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Cryo_13870">
            <a:extLst>
              <a:ext uri="{FF2B5EF4-FFF2-40B4-BE49-F238E27FC236}">
                <a16:creationId xmlns:a16="http://schemas.microsoft.com/office/drawing/2014/main" id="{517E1F3B-51C5-4B07-95C1-EB97E23F3AAD}"/>
              </a:ext>
            </a:extLst>
          </p:cNvPr>
          <p:cNvSpPr>
            <a:spLocks noGrp="1"/>
          </p:cNvSpPr>
          <p:nvPr/>
        </p:nvSpPr>
        <p:spPr>
          <a:xfrm>
            <a:off x="6546632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Cryo_13871">
            <a:extLst>
              <a:ext uri="{FF2B5EF4-FFF2-40B4-BE49-F238E27FC236}">
                <a16:creationId xmlns:a16="http://schemas.microsoft.com/office/drawing/2014/main" id="{739CE07B-F943-45DF-8150-D84B7F2E7D20}"/>
              </a:ext>
            </a:extLst>
          </p:cNvPr>
          <p:cNvSpPr>
            <a:spLocks noGrp="1"/>
          </p:cNvSpPr>
          <p:nvPr/>
        </p:nvSpPr>
        <p:spPr>
          <a:xfrm>
            <a:off x="654093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Cryo_13872">
            <a:extLst>
              <a:ext uri="{FF2B5EF4-FFF2-40B4-BE49-F238E27FC236}">
                <a16:creationId xmlns:a16="http://schemas.microsoft.com/office/drawing/2014/main" id="{BED9190B-C6A5-4522-810C-A84B1CFA336B}"/>
              </a:ext>
            </a:extLst>
          </p:cNvPr>
          <p:cNvSpPr>
            <a:spLocks noGrp="1"/>
          </p:cNvSpPr>
          <p:nvPr/>
        </p:nvSpPr>
        <p:spPr>
          <a:xfrm>
            <a:off x="6671628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Cryo_13873">
            <a:extLst>
              <a:ext uri="{FF2B5EF4-FFF2-40B4-BE49-F238E27FC236}">
                <a16:creationId xmlns:a16="http://schemas.microsoft.com/office/drawing/2014/main" id="{D5AF48F3-6F3A-4DDC-95E5-9D0DDF79CF74}"/>
              </a:ext>
            </a:extLst>
          </p:cNvPr>
          <p:cNvSpPr>
            <a:spLocks noGrp="1"/>
          </p:cNvSpPr>
          <p:nvPr/>
        </p:nvSpPr>
        <p:spPr>
          <a:xfrm>
            <a:off x="671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Cryo_13874">
            <a:extLst>
              <a:ext uri="{FF2B5EF4-FFF2-40B4-BE49-F238E27FC236}">
                <a16:creationId xmlns:a16="http://schemas.microsoft.com/office/drawing/2014/main" id="{210BF875-7E76-49D7-8184-0F5CBB27FF99}"/>
              </a:ext>
            </a:extLst>
          </p:cNvPr>
          <p:cNvSpPr>
            <a:spLocks noGrp="1"/>
          </p:cNvSpPr>
          <p:nvPr/>
        </p:nvSpPr>
        <p:spPr>
          <a:xfrm>
            <a:off x="6539073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Cryo_13875">
            <a:extLst>
              <a:ext uri="{FF2B5EF4-FFF2-40B4-BE49-F238E27FC236}">
                <a16:creationId xmlns:a16="http://schemas.microsoft.com/office/drawing/2014/main" id="{E4D07CA8-2B90-487C-AC2B-5D526CC0E03B}"/>
              </a:ext>
            </a:extLst>
          </p:cNvPr>
          <p:cNvSpPr>
            <a:spLocks noGrp="1"/>
          </p:cNvSpPr>
          <p:nvPr/>
        </p:nvSpPr>
        <p:spPr>
          <a:xfrm>
            <a:off x="666516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Cryo_13876">
            <a:extLst>
              <a:ext uri="{FF2B5EF4-FFF2-40B4-BE49-F238E27FC236}">
                <a16:creationId xmlns:a16="http://schemas.microsoft.com/office/drawing/2014/main" id="{1B72E21A-6744-4F30-A73C-DCCCCCC9C26D}"/>
              </a:ext>
            </a:extLst>
          </p:cNvPr>
          <p:cNvSpPr>
            <a:spLocks noGrp="1"/>
          </p:cNvSpPr>
          <p:nvPr/>
        </p:nvSpPr>
        <p:spPr>
          <a:xfrm>
            <a:off x="661823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Cryo_13877">
            <a:extLst>
              <a:ext uri="{FF2B5EF4-FFF2-40B4-BE49-F238E27FC236}">
                <a16:creationId xmlns:a16="http://schemas.microsoft.com/office/drawing/2014/main" id="{F93312E0-7272-42AC-AD85-244A316C9ED2}"/>
              </a:ext>
            </a:extLst>
          </p:cNvPr>
          <p:cNvSpPr>
            <a:spLocks noGrp="1"/>
          </p:cNvSpPr>
          <p:nvPr/>
        </p:nvSpPr>
        <p:spPr>
          <a:xfrm>
            <a:off x="6523459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Cryo_13878">
            <a:extLst>
              <a:ext uri="{FF2B5EF4-FFF2-40B4-BE49-F238E27FC236}">
                <a16:creationId xmlns:a16="http://schemas.microsoft.com/office/drawing/2014/main" id="{0A2DFF03-8EEE-45C2-8B1C-502B373EE164}"/>
              </a:ext>
            </a:extLst>
          </p:cNvPr>
          <p:cNvSpPr>
            <a:spLocks noGrp="1"/>
          </p:cNvSpPr>
          <p:nvPr/>
        </p:nvSpPr>
        <p:spPr>
          <a:xfrm>
            <a:off x="664823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Cryo_13879">
            <a:extLst>
              <a:ext uri="{FF2B5EF4-FFF2-40B4-BE49-F238E27FC236}">
                <a16:creationId xmlns:a16="http://schemas.microsoft.com/office/drawing/2014/main" id="{3258DB7C-F6EF-493C-885F-82989C636E1A}"/>
              </a:ext>
            </a:extLst>
          </p:cNvPr>
          <p:cNvSpPr>
            <a:spLocks noGrp="1"/>
          </p:cNvSpPr>
          <p:nvPr/>
        </p:nvSpPr>
        <p:spPr>
          <a:xfrm>
            <a:off x="6515747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Cryo_13880">
            <a:extLst>
              <a:ext uri="{FF2B5EF4-FFF2-40B4-BE49-F238E27FC236}">
                <a16:creationId xmlns:a16="http://schemas.microsoft.com/office/drawing/2014/main" id="{E67268E8-05B3-4D1D-B0F7-83C74934D715}"/>
              </a:ext>
            </a:extLst>
          </p:cNvPr>
          <p:cNvSpPr>
            <a:spLocks noGrp="1"/>
          </p:cNvSpPr>
          <p:nvPr/>
        </p:nvSpPr>
        <p:spPr>
          <a:xfrm>
            <a:off x="65360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Cryo_13881">
            <a:extLst>
              <a:ext uri="{FF2B5EF4-FFF2-40B4-BE49-F238E27FC236}">
                <a16:creationId xmlns:a16="http://schemas.microsoft.com/office/drawing/2014/main" id="{BD690C86-B950-40CB-A2C0-F3A36AB7617C}"/>
              </a:ext>
            </a:extLst>
          </p:cNvPr>
          <p:cNvSpPr>
            <a:spLocks noGrp="1"/>
          </p:cNvSpPr>
          <p:nvPr/>
        </p:nvSpPr>
        <p:spPr>
          <a:xfrm>
            <a:off x="66901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Cryo_13882">
            <a:extLst>
              <a:ext uri="{FF2B5EF4-FFF2-40B4-BE49-F238E27FC236}">
                <a16:creationId xmlns:a16="http://schemas.microsoft.com/office/drawing/2014/main" id="{B76B0B0A-5F7A-4ADE-86D4-982B87CD6F99}"/>
              </a:ext>
            </a:extLst>
          </p:cNvPr>
          <p:cNvSpPr>
            <a:spLocks noGrp="1"/>
          </p:cNvSpPr>
          <p:nvPr/>
        </p:nvSpPr>
        <p:spPr>
          <a:xfrm>
            <a:off x="6560027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Cryo_13883">
            <a:extLst>
              <a:ext uri="{FF2B5EF4-FFF2-40B4-BE49-F238E27FC236}">
                <a16:creationId xmlns:a16="http://schemas.microsoft.com/office/drawing/2014/main" id="{D73DDB0C-A475-4419-A84E-17B67C33BF68}"/>
              </a:ext>
            </a:extLst>
          </p:cNvPr>
          <p:cNvSpPr>
            <a:spLocks noGrp="1"/>
          </p:cNvSpPr>
          <p:nvPr/>
        </p:nvSpPr>
        <p:spPr>
          <a:xfrm>
            <a:off x="66087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Cryo_13884">
            <a:extLst>
              <a:ext uri="{FF2B5EF4-FFF2-40B4-BE49-F238E27FC236}">
                <a16:creationId xmlns:a16="http://schemas.microsoft.com/office/drawing/2014/main" id="{D508B6E4-C8F8-4F70-BC38-BF621815297C}"/>
              </a:ext>
            </a:extLst>
          </p:cNvPr>
          <p:cNvSpPr>
            <a:spLocks noGrp="1"/>
          </p:cNvSpPr>
          <p:nvPr/>
        </p:nvSpPr>
        <p:spPr>
          <a:xfrm>
            <a:off x="653834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Cryo_13885">
            <a:extLst>
              <a:ext uri="{FF2B5EF4-FFF2-40B4-BE49-F238E27FC236}">
                <a16:creationId xmlns:a16="http://schemas.microsoft.com/office/drawing/2014/main" id="{29C36795-0B61-4F96-B1FC-F25DE3D2F8DF}"/>
              </a:ext>
            </a:extLst>
          </p:cNvPr>
          <p:cNvSpPr>
            <a:spLocks noGrp="1"/>
          </p:cNvSpPr>
          <p:nvPr/>
        </p:nvSpPr>
        <p:spPr>
          <a:xfrm>
            <a:off x="82206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Cryo_13886">
            <a:extLst>
              <a:ext uri="{FF2B5EF4-FFF2-40B4-BE49-F238E27FC236}">
                <a16:creationId xmlns:a16="http://schemas.microsoft.com/office/drawing/2014/main" id="{DDC8AFD3-B617-4022-9803-CF203AC7035C}"/>
              </a:ext>
            </a:extLst>
          </p:cNvPr>
          <p:cNvSpPr>
            <a:spLocks noGrp="1"/>
          </p:cNvSpPr>
          <p:nvPr/>
        </p:nvSpPr>
        <p:spPr>
          <a:xfrm>
            <a:off x="82622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Cryo_13887">
            <a:extLst>
              <a:ext uri="{FF2B5EF4-FFF2-40B4-BE49-F238E27FC236}">
                <a16:creationId xmlns:a16="http://schemas.microsoft.com/office/drawing/2014/main" id="{B71B70B8-7E8B-4DED-BC43-5003843178D9}"/>
              </a:ext>
            </a:extLst>
          </p:cNvPr>
          <p:cNvSpPr>
            <a:spLocks noGrp="1"/>
          </p:cNvSpPr>
          <p:nvPr/>
        </p:nvSpPr>
        <p:spPr>
          <a:xfrm>
            <a:off x="83002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Cryo_13888">
            <a:extLst>
              <a:ext uri="{FF2B5EF4-FFF2-40B4-BE49-F238E27FC236}">
                <a16:creationId xmlns:a16="http://schemas.microsoft.com/office/drawing/2014/main" id="{1D90926D-7560-4EC6-BD0F-5191CFAD41A3}"/>
              </a:ext>
            </a:extLst>
          </p:cNvPr>
          <p:cNvSpPr>
            <a:spLocks noGrp="1"/>
          </p:cNvSpPr>
          <p:nvPr/>
        </p:nvSpPr>
        <p:spPr>
          <a:xfrm>
            <a:off x="8192666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Cryo_13889">
            <a:extLst>
              <a:ext uri="{FF2B5EF4-FFF2-40B4-BE49-F238E27FC236}">
                <a16:creationId xmlns:a16="http://schemas.microsoft.com/office/drawing/2014/main" id="{88AD76F4-806D-4E8E-98B3-F7BA13A98A79}"/>
              </a:ext>
            </a:extLst>
          </p:cNvPr>
          <p:cNvSpPr>
            <a:spLocks noGrp="1"/>
          </p:cNvSpPr>
          <p:nvPr/>
        </p:nvSpPr>
        <p:spPr>
          <a:xfrm>
            <a:off x="828463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Cryo_13890">
            <a:extLst>
              <a:ext uri="{FF2B5EF4-FFF2-40B4-BE49-F238E27FC236}">
                <a16:creationId xmlns:a16="http://schemas.microsoft.com/office/drawing/2014/main" id="{F1CDACA1-F1C0-449D-A27F-AD41FDE01425}"/>
              </a:ext>
            </a:extLst>
          </p:cNvPr>
          <p:cNvSpPr>
            <a:spLocks noGrp="1"/>
          </p:cNvSpPr>
          <p:nvPr/>
        </p:nvSpPr>
        <p:spPr>
          <a:xfrm>
            <a:off x="81728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Cryo_13891">
            <a:extLst>
              <a:ext uri="{FF2B5EF4-FFF2-40B4-BE49-F238E27FC236}">
                <a16:creationId xmlns:a16="http://schemas.microsoft.com/office/drawing/2014/main" id="{6FB46D5C-CCAB-42CD-B1AB-FB5FEB66EB1D}"/>
              </a:ext>
            </a:extLst>
          </p:cNvPr>
          <p:cNvSpPr>
            <a:spLocks noGrp="1"/>
          </p:cNvSpPr>
          <p:nvPr/>
        </p:nvSpPr>
        <p:spPr>
          <a:xfrm>
            <a:off x="808779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Cryo_13892">
            <a:extLst>
              <a:ext uri="{FF2B5EF4-FFF2-40B4-BE49-F238E27FC236}">
                <a16:creationId xmlns:a16="http://schemas.microsoft.com/office/drawing/2014/main" id="{D8E8BC40-1B8A-43BA-BAE2-AEFE9D9A5B02}"/>
              </a:ext>
            </a:extLst>
          </p:cNvPr>
          <p:cNvSpPr>
            <a:spLocks noGrp="1"/>
          </p:cNvSpPr>
          <p:nvPr/>
        </p:nvSpPr>
        <p:spPr>
          <a:xfrm>
            <a:off x="82868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Cryo_13893">
            <a:extLst>
              <a:ext uri="{FF2B5EF4-FFF2-40B4-BE49-F238E27FC236}">
                <a16:creationId xmlns:a16="http://schemas.microsoft.com/office/drawing/2014/main" id="{5924C8BB-5DB0-4739-B457-BCDA29666FED}"/>
              </a:ext>
            </a:extLst>
          </p:cNvPr>
          <p:cNvSpPr>
            <a:spLocks noGrp="1"/>
          </p:cNvSpPr>
          <p:nvPr/>
        </p:nvSpPr>
        <p:spPr>
          <a:xfrm>
            <a:off x="8183380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Cryo_13894">
            <a:extLst>
              <a:ext uri="{FF2B5EF4-FFF2-40B4-BE49-F238E27FC236}">
                <a16:creationId xmlns:a16="http://schemas.microsoft.com/office/drawing/2014/main" id="{4ECE7171-9272-4FE2-BC43-EC7F623B1348}"/>
              </a:ext>
            </a:extLst>
          </p:cNvPr>
          <p:cNvSpPr>
            <a:spLocks noGrp="1"/>
          </p:cNvSpPr>
          <p:nvPr/>
        </p:nvSpPr>
        <p:spPr>
          <a:xfrm>
            <a:off x="82578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Cryo_13895">
            <a:extLst>
              <a:ext uri="{FF2B5EF4-FFF2-40B4-BE49-F238E27FC236}">
                <a16:creationId xmlns:a16="http://schemas.microsoft.com/office/drawing/2014/main" id="{008504A6-C473-4D4A-8F20-BFF92D90E04D}"/>
              </a:ext>
            </a:extLst>
          </p:cNvPr>
          <p:cNvSpPr>
            <a:spLocks noGrp="1"/>
          </p:cNvSpPr>
          <p:nvPr/>
        </p:nvSpPr>
        <p:spPr>
          <a:xfrm>
            <a:off x="8210545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Cryo_13896">
            <a:extLst>
              <a:ext uri="{FF2B5EF4-FFF2-40B4-BE49-F238E27FC236}">
                <a16:creationId xmlns:a16="http://schemas.microsoft.com/office/drawing/2014/main" id="{E7CEEAC0-9504-45DE-83FD-194E1DCC0584}"/>
              </a:ext>
            </a:extLst>
          </p:cNvPr>
          <p:cNvSpPr>
            <a:spLocks noGrp="1"/>
          </p:cNvSpPr>
          <p:nvPr/>
        </p:nvSpPr>
        <p:spPr>
          <a:xfrm>
            <a:off x="829783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Cryo_13897">
            <a:extLst>
              <a:ext uri="{FF2B5EF4-FFF2-40B4-BE49-F238E27FC236}">
                <a16:creationId xmlns:a16="http://schemas.microsoft.com/office/drawing/2014/main" id="{C7C736AA-D88D-46E8-BFBE-9456D7E4333A}"/>
              </a:ext>
            </a:extLst>
          </p:cNvPr>
          <p:cNvSpPr>
            <a:spLocks noGrp="1"/>
          </p:cNvSpPr>
          <p:nvPr/>
        </p:nvSpPr>
        <p:spPr>
          <a:xfrm>
            <a:off x="8092856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Cryo_13898">
            <a:extLst>
              <a:ext uri="{FF2B5EF4-FFF2-40B4-BE49-F238E27FC236}">
                <a16:creationId xmlns:a16="http://schemas.microsoft.com/office/drawing/2014/main" id="{A7AB41ED-AFA5-46E6-94EC-C9E093B479F7}"/>
              </a:ext>
            </a:extLst>
          </p:cNvPr>
          <p:cNvSpPr>
            <a:spLocks noGrp="1"/>
          </p:cNvSpPr>
          <p:nvPr/>
        </p:nvSpPr>
        <p:spPr>
          <a:xfrm>
            <a:off x="823618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Cryo_13899">
            <a:extLst>
              <a:ext uri="{FF2B5EF4-FFF2-40B4-BE49-F238E27FC236}">
                <a16:creationId xmlns:a16="http://schemas.microsoft.com/office/drawing/2014/main" id="{D9D10006-916E-4959-B2AC-9B1024575382}"/>
              </a:ext>
            </a:extLst>
          </p:cNvPr>
          <p:cNvSpPr>
            <a:spLocks noGrp="1"/>
          </p:cNvSpPr>
          <p:nvPr/>
        </p:nvSpPr>
        <p:spPr>
          <a:xfrm>
            <a:off x="8279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Cryo_13900">
            <a:extLst>
              <a:ext uri="{FF2B5EF4-FFF2-40B4-BE49-F238E27FC236}">
                <a16:creationId xmlns:a16="http://schemas.microsoft.com/office/drawing/2014/main" id="{D3D714D3-25AA-4798-82FF-C4D2A649850B}"/>
              </a:ext>
            </a:extLst>
          </p:cNvPr>
          <p:cNvSpPr>
            <a:spLocks noGrp="1"/>
          </p:cNvSpPr>
          <p:nvPr/>
        </p:nvSpPr>
        <p:spPr>
          <a:xfrm>
            <a:off x="82823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Cryo_13901">
            <a:extLst>
              <a:ext uri="{FF2B5EF4-FFF2-40B4-BE49-F238E27FC236}">
                <a16:creationId xmlns:a16="http://schemas.microsoft.com/office/drawing/2014/main" id="{DE65391C-72E9-4FDA-A129-B9206275FF07}"/>
              </a:ext>
            </a:extLst>
          </p:cNvPr>
          <p:cNvSpPr>
            <a:spLocks noGrp="1"/>
          </p:cNvSpPr>
          <p:nvPr/>
        </p:nvSpPr>
        <p:spPr>
          <a:xfrm>
            <a:off x="827200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Cryo_13902">
            <a:extLst>
              <a:ext uri="{FF2B5EF4-FFF2-40B4-BE49-F238E27FC236}">
                <a16:creationId xmlns:a16="http://schemas.microsoft.com/office/drawing/2014/main" id="{BD4A5D70-95FF-4412-8668-F5F8C38F7FBF}"/>
              </a:ext>
            </a:extLst>
          </p:cNvPr>
          <p:cNvSpPr>
            <a:spLocks noGrp="1"/>
          </p:cNvSpPr>
          <p:nvPr/>
        </p:nvSpPr>
        <p:spPr>
          <a:xfrm>
            <a:off x="82373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Cryo_13903">
            <a:extLst>
              <a:ext uri="{FF2B5EF4-FFF2-40B4-BE49-F238E27FC236}">
                <a16:creationId xmlns:a16="http://schemas.microsoft.com/office/drawing/2014/main" id="{85B18294-12FD-4F83-8357-50A7D1E4D0AA}"/>
              </a:ext>
            </a:extLst>
          </p:cNvPr>
          <p:cNvSpPr>
            <a:spLocks noGrp="1"/>
          </p:cNvSpPr>
          <p:nvPr/>
        </p:nvSpPr>
        <p:spPr>
          <a:xfrm>
            <a:off x="8120825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Cryo_13904">
            <a:extLst>
              <a:ext uri="{FF2B5EF4-FFF2-40B4-BE49-F238E27FC236}">
                <a16:creationId xmlns:a16="http://schemas.microsoft.com/office/drawing/2014/main" id="{E2EDEA9F-EBB3-4456-94DC-68A394E7A951}"/>
              </a:ext>
            </a:extLst>
          </p:cNvPr>
          <p:cNvSpPr>
            <a:spLocks noGrp="1"/>
          </p:cNvSpPr>
          <p:nvPr/>
        </p:nvSpPr>
        <p:spPr>
          <a:xfrm>
            <a:off x="8260220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Cryo_13905">
            <a:extLst>
              <a:ext uri="{FF2B5EF4-FFF2-40B4-BE49-F238E27FC236}">
                <a16:creationId xmlns:a16="http://schemas.microsoft.com/office/drawing/2014/main" id="{26F079A5-E113-4ECC-9AFC-C1D6DFA629C5}"/>
              </a:ext>
            </a:extLst>
          </p:cNvPr>
          <p:cNvSpPr>
            <a:spLocks noGrp="1"/>
          </p:cNvSpPr>
          <p:nvPr/>
        </p:nvSpPr>
        <p:spPr>
          <a:xfrm>
            <a:off x="8154188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Cryo_13906">
            <a:extLst>
              <a:ext uri="{FF2B5EF4-FFF2-40B4-BE49-F238E27FC236}">
                <a16:creationId xmlns:a16="http://schemas.microsoft.com/office/drawing/2014/main" id="{2E2E64E5-E621-4587-B15E-02115E85E2A1}"/>
              </a:ext>
            </a:extLst>
          </p:cNvPr>
          <p:cNvSpPr>
            <a:spLocks noGrp="1"/>
          </p:cNvSpPr>
          <p:nvPr/>
        </p:nvSpPr>
        <p:spPr>
          <a:xfrm>
            <a:off x="808787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Cryo_13907">
            <a:extLst>
              <a:ext uri="{FF2B5EF4-FFF2-40B4-BE49-F238E27FC236}">
                <a16:creationId xmlns:a16="http://schemas.microsoft.com/office/drawing/2014/main" id="{8A210932-7C30-4AD9-AADD-331C91714E0D}"/>
              </a:ext>
            </a:extLst>
          </p:cNvPr>
          <p:cNvSpPr>
            <a:spLocks noGrp="1"/>
          </p:cNvSpPr>
          <p:nvPr/>
        </p:nvSpPr>
        <p:spPr>
          <a:xfrm>
            <a:off x="8094927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Cryo_13908">
            <a:extLst>
              <a:ext uri="{FF2B5EF4-FFF2-40B4-BE49-F238E27FC236}">
                <a16:creationId xmlns:a16="http://schemas.microsoft.com/office/drawing/2014/main" id="{67FAB9AC-AF88-4CDA-8DB5-5B4CAC2182F6}"/>
              </a:ext>
            </a:extLst>
          </p:cNvPr>
          <p:cNvSpPr>
            <a:spLocks noGrp="1"/>
          </p:cNvSpPr>
          <p:nvPr/>
        </p:nvSpPr>
        <p:spPr>
          <a:xfrm>
            <a:off x="8225644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Cryo_13909">
            <a:extLst>
              <a:ext uri="{FF2B5EF4-FFF2-40B4-BE49-F238E27FC236}">
                <a16:creationId xmlns:a16="http://schemas.microsoft.com/office/drawing/2014/main" id="{C5B9E7BC-9DDD-4DE0-8891-1A30FC934908}"/>
              </a:ext>
            </a:extLst>
          </p:cNvPr>
          <p:cNvSpPr>
            <a:spLocks noGrp="1"/>
          </p:cNvSpPr>
          <p:nvPr/>
        </p:nvSpPr>
        <p:spPr>
          <a:xfrm>
            <a:off x="8213146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Cryo_13910">
            <a:extLst>
              <a:ext uri="{FF2B5EF4-FFF2-40B4-BE49-F238E27FC236}">
                <a16:creationId xmlns:a16="http://schemas.microsoft.com/office/drawing/2014/main" id="{956A31DF-7BD2-4AA7-8C02-36824963294F}"/>
              </a:ext>
            </a:extLst>
          </p:cNvPr>
          <p:cNvSpPr>
            <a:spLocks noGrp="1"/>
          </p:cNvSpPr>
          <p:nvPr/>
        </p:nvSpPr>
        <p:spPr>
          <a:xfrm>
            <a:off x="810571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Cryo_13911">
            <a:extLst>
              <a:ext uri="{FF2B5EF4-FFF2-40B4-BE49-F238E27FC236}">
                <a16:creationId xmlns:a16="http://schemas.microsoft.com/office/drawing/2014/main" id="{9527B094-88EB-4A05-8E93-54EA552F7632}"/>
              </a:ext>
            </a:extLst>
          </p:cNvPr>
          <p:cNvSpPr>
            <a:spLocks noGrp="1"/>
          </p:cNvSpPr>
          <p:nvPr/>
        </p:nvSpPr>
        <p:spPr>
          <a:xfrm>
            <a:off x="8138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Cryo_13912">
            <a:extLst>
              <a:ext uri="{FF2B5EF4-FFF2-40B4-BE49-F238E27FC236}">
                <a16:creationId xmlns:a16="http://schemas.microsoft.com/office/drawing/2014/main" id="{FD81C9A1-E728-46A8-ADA2-5D5BA5BDD0FB}"/>
              </a:ext>
            </a:extLst>
          </p:cNvPr>
          <p:cNvSpPr>
            <a:spLocks noGrp="1"/>
          </p:cNvSpPr>
          <p:nvPr/>
        </p:nvSpPr>
        <p:spPr>
          <a:xfrm>
            <a:off x="8124212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Cryo_13913">
            <a:extLst>
              <a:ext uri="{FF2B5EF4-FFF2-40B4-BE49-F238E27FC236}">
                <a16:creationId xmlns:a16="http://schemas.microsoft.com/office/drawing/2014/main" id="{D303D2B4-2B09-4D50-BECB-9068ED55D8FB}"/>
              </a:ext>
            </a:extLst>
          </p:cNvPr>
          <p:cNvSpPr>
            <a:spLocks noGrp="1"/>
          </p:cNvSpPr>
          <p:nvPr/>
        </p:nvSpPr>
        <p:spPr>
          <a:xfrm>
            <a:off x="8253039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Cryo_13914">
            <a:extLst>
              <a:ext uri="{FF2B5EF4-FFF2-40B4-BE49-F238E27FC236}">
                <a16:creationId xmlns:a16="http://schemas.microsoft.com/office/drawing/2014/main" id="{195D1B0C-00DA-4D59-813D-198920CD4B1A}"/>
              </a:ext>
            </a:extLst>
          </p:cNvPr>
          <p:cNvSpPr>
            <a:spLocks noGrp="1"/>
          </p:cNvSpPr>
          <p:nvPr/>
        </p:nvSpPr>
        <p:spPr>
          <a:xfrm>
            <a:off x="81431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Cryo_13915">
            <a:extLst>
              <a:ext uri="{FF2B5EF4-FFF2-40B4-BE49-F238E27FC236}">
                <a16:creationId xmlns:a16="http://schemas.microsoft.com/office/drawing/2014/main" id="{705937C5-9FDC-4176-82F3-FBACA30C4166}"/>
              </a:ext>
            </a:extLst>
          </p:cNvPr>
          <p:cNvSpPr>
            <a:spLocks noGrp="1"/>
          </p:cNvSpPr>
          <p:nvPr/>
        </p:nvSpPr>
        <p:spPr>
          <a:xfrm>
            <a:off x="80805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Cryo_13916">
            <a:extLst>
              <a:ext uri="{FF2B5EF4-FFF2-40B4-BE49-F238E27FC236}">
                <a16:creationId xmlns:a16="http://schemas.microsoft.com/office/drawing/2014/main" id="{855F92EE-9A88-4900-BF59-6718E9C1AC33}"/>
              </a:ext>
            </a:extLst>
          </p:cNvPr>
          <p:cNvSpPr>
            <a:spLocks noGrp="1"/>
          </p:cNvSpPr>
          <p:nvPr/>
        </p:nvSpPr>
        <p:spPr>
          <a:xfrm>
            <a:off x="8115972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Cryo_13917">
            <a:extLst>
              <a:ext uri="{FF2B5EF4-FFF2-40B4-BE49-F238E27FC236}">
                <a16:creationId xmlns:a16="http://schemas.microsoft.com/office/drawing/2014/main" id="{3FCC91CD-5C00-4992-8B0F-DA76B0A7B115}"/>
              </a:ext>
            </a:extLst>
          </p:cNvPr>
          <p:cNvSpPr>
            <a:spLocks noGrp="1"/>
          </p:cNvSpPr>
          <p:nvPr/>
        </p:nvSpPr>
        <p:spPr>
          <a:xfrm>
            <a:off x="82048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Cryo_13918">
            <a:extLst>
              <a:ext uri="{FF2B5EF4-FFF2-40B4-BE49-F238E27FC236}">
                <a16:creationId xmlns:a16="http://schemas.microsoft.com/office/drawing/2014/main" id="{04780B25-9C8F-4F77-8222-781B42CD28F6}"/>
              </a:ext>
            </a:extLst>
          </p:cNvPr>
          <p:cNvSpPr>
            <a:spLocks noGrp="1"/>
          </p:cNvSpPr>
          <p:nvPr/>
        </p:nvSpPr>
        <p:spPr>
          <a:xfrm>
            <a:off x="8243569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Cryo_13919">
            <a:extLst>
              <a:ext uri="{FF2B5EF4-FFF2-40B4-BE49-F238E27FC236}">
                <a16:creationId xmlns:a16="http://schemas.microsoft.com/office/drawing/2014/main" id="{1073731A-2C9A-493A-BEAC-540A41C992CD}"/>
              </a:ext>
            </a:extLst>
          </p:cNvPr>
          <p:cNvSpPr>
            <a:spLocks noGrp="1"/>
          </p:cNvSpPr>
          <p:nvPr/>
        </p:nvSpPr>
        <p:spPr>
          <a:xfrm>
            <a:off x="82622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Cryo_13920">
            <a:extLst>
              <a:ext uri="{FF2B5EF4-FFF2-40B4-BE49-F238E27FC236}">
                <a16:creationId xmlns:a16="http://schemas.microsoft.com/office/drawing/2014/main" id="{5EC452FF-312A-42B6-886F-B6869CFC599F}"/>
              </a:ext>
            </a:extLst>
          </p:cNvPr>
          <p:cNvSpPr>
            <a:spLocks noGrp="1"/>
          </p:cNvSpPr>
          <p:nvPr/>
        </p:nvSpPr>
        <p:spPr>
          <a:xfrm>
            <a:off x="82043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Cryo_13921">
            <a:extLst>
              <a:ext uri="{FF2B5EF4-FFF2-40B4-BE49-F238E27FC236}">
                <a16:creationId xmlns:a16="http://schemas.microsoft.com/office/drawing/2014/main" id="{A69871BC-AE1D-4370-947F-C390936A9A1B}"/>
              </a:ext>
            </a:extLst>
          </p:cNvPr>
          <p:cNvSpPr>
            <a:spLocks noGrp="1"/>
          </p:cNvSpPr>
          <p:nvPr/>
        </p:nvSpPr>
        <p:spPr>
          <a:xfrm>
            <a:off x="807469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Cryo_13922">
            <a:extLst>
              <a:ext uri="{FF2B5EF4-FFF2-40B4-BE49-F238E27FC236}">
                <a16:creationId xmlns:a16="http://schemas.microsoft.com/office/drawing/2014/main" id="{34F3E9B3-08FD-4A11-B817-A7BFA1F44CBB}"/>
              </a:ext>
            </a:extLst>
          </p:cNvPr>
          <p:cNvSpPr>
            <a:spLocks noGrp="1"/>
          </p:cNvSpPr>
          <p:nvPr/>
        </p:nvSpPr>
        <p:spPr>
          <a:xfrm>
            <a:off x="82065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Cryo_13923">
            <a:extLst>
              <a:ext uri="{FF2B5EF4-FFF2-40B4-BE49-F238E27FC236}">
                <a16:creationId xmlns:a16="http://schemas.microsoft.com/office/drawing/2014/main" id="{46A4128F-3C12-48A5-A94E-8B89463D34A1}"/>
              </a:ext>
            </a:extLst>
          </p:cNvPr>
          <p:cNvSpPr>
            <a:spLocks noGrp="1"/>
          </p:cNvSpPr>
          <p:nvPr/>
        </p:nvSpPr>
        <p:spPr>
          <a:xfrm>
            <a:off x="81239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Cryo_13924">
            <a:extLst>
              <a:ext uri="{FF2B5EF4-FFF2-40B4-BE49-F238E27FC236}">
                <a16:creationId xmlns:a16="http://schemas.microsoft.com/office/drawing/2014/main" id="{69CAF520-55F9-4762-A604-4EB60B4A57C3}"/>
              </a:ext>
            </a:extLst>
          </p:cNvPr>
          <p:cNvSpPr>
            <a:spLocks noGrp="1"/>
          </p:cNvSpPr>
          <p:nvPr/>
        </p:nvSpPr>
        <p:spPr>
          <a:xfrm>
            <a:off x="825110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Cryo_13925">
            <a:extLst>
              <a:ext uri="{FF2B5EF4-FFF2-40B4-BE49-F238E27FC236}">
                <a16:creationId xmlns:a16="http://schemas.microsoft.com/office/drawing/2014/main" id="{DE1877AA-AA94-4FD8-AF43-DB5B52D62039}"/>
              </a:ext>
            </a:extLst>
          </p:cNvPr>
          <p:cNvSpPr>
            <a:spLocks noGrp="1"/>
          </p:cNvSpPr>
          <p:nvPr/>
        </p:nvSpPr>
        <p:spPr>
          <a:xfrm>
            <a:off x="8257221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Cryo_13926">
            <a:extLst>
              <a:ext uri="{FF2B5EF4-FFF2-40B4-BE49-F238E27FC236}">
                <a16:creationId xmlns:a16="http://schemas.microsoft.com/office/drawing/2014/main" id="{BEA4AE0A-ED17-4FCA-854C-25620268C8FF}"/>
              </a:ext>
            </a:extLst>
          </p:cNvPr>
          <p:cNvSpPr>
            <a:spLocks noGrp="1"/>
          </p:cNvSpPr>
          <p:nvPr/>
        </p:nvSpPr>
        <p:spPr>
          <a:xfrm>
            <a:off x="822409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Cryo_13927">
            <a:extLst>
              <a:ext uri="{FF2B5EF4-FFF2-40B4-BE49-F238E27FC236}">
                <a16:creationId xmlns:a16="http://schemas.microsoft.com/office/drawing/2014/main" id="{32C87BE8-89B5-4359-8BBC-9C26B064CBD8}"/>
              </a:ext>
            </a:extLst>
          </p:cNvPr>
          <p:cNvSpPr>
            <a:spLocks noGrp="1"/>
          </p:cNvSpPr>
          <p:nvPr/>
        </p:nvSpPr>
        <p:spPr>
          <a:xfrm>
            <a:off x="82711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Cryo_13928">
            <a:extLst>
              <a:ext uri="{FF2B5EF4-FFF2-40B4-BE49-F238E27FC236}">
                <a16:creationId xmlns:a16="http://schemas.microsoft.com/office/drawing/2014/main" id="{BA16A9AD-1AC9-47D0-8F2B-51E9D0B6D90C}"/>
              </a:ext>
            </a:extLst>
          </p:cNvPr>
          <p:cNvSpPr>
            <a:spLocks noGrp="1"/>
          </p:cNvSpPr>
          <p:nvPr/>
        </p:nvSpPr>
        <p:spPr>
          <a:xfrm>
            <a:off x="8177981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Cryo_13929">
            <a:extLst>
              <a:ext uri="{FF2B5EF4-FFF2-40B4-BE49-F238E27FC236}">
                <a16:creationId xmlns:a16="http://schemas.microsoft.com/office/drawing/2014/main" id="{3A6147F5-A6F8-4CF9-89AA-7AE5B0F8C465}"/>
              </a:ext>
            </a:extLst>
          </p:cNvPr>
          <p:cNvSpPr>
            <a:spLocks noGrp="1"/>
          </p:cNvSpPr>
          <p:nvPr/>
        </p:nvSpPr>
        <p:spPr>
          <a:xfrm>
            <a:off x="82144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Cryo_13930">
            <a:extLst>
              <a:ext uri="{FF2B5EF4-FFF2-40B4-BE49-F238E27FC236}">
                <a16:creationId xmlns:a16="http://schemas.microsoft.com/office/drawing/2014/main" id="{8BFF1A67-A184-49BE-A03C-58F5BDE58E62}"/>
              </a:ext>
            </a:extLst>
          </p:cNvPr>
          <p:cNvSpPr>
            <a:spLocks noGrp="1"/>
          </p:cNvSpPr>
          <p:nvPr/>
        </p:nvSpPr>
        <p:spPr>
          <a:xfrm>
            <a:off x="82686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Cryo_13931">
            <a:extLst>
              <a:ext uri="{FF2B5EF4-FFF2-40B4-BE49-F238E27FC236}">
                <a16:creationId xmlns:a16="http://schemas.microsoft.com/office/drawing/2014/main" id="{49B45553-DF8E-4E5E-96BF-CE85586B9C29}"/>
              </a:ext>
            </a:extLst>
          </p:cNvPr>
          <p:cNvSpPr>
            <a:spLocks noGrp="1"/>
          </p:cNvSpPr>
          <p:nvPr/>
        </p:nvSpPr>
        <p:spPr>
          <a:xfrm>
            <a:off x="8175343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Cryo_13932">
            <a:extLst>
              <a:ext uri="{FF2B5EF4-FFF2-40B4-BE49-F238E27FC236}">
                <a16:creationId xmlns:a16="http://schemas.microsoft.com/office/drawing/2014/main" id="{21E8D419-A8E8-41C5-B00F-A782F4E41681}"/>
              </a:ext>
            </a:extLst>
          </p:cNvPr>
          <p:cNvSpPr>
            <a:spLocks noGrp="1"/>
          </p:cNvSpPr>
          <p:nvPr/>
        </p:nvSpPr>
        <p:spPr>
          <a:xfrm>
            <a:off x="81810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Cryo_13933">
            <a:extLst>
              <a:ext uri="{FF2B5EF4-FFF2-40B4-BE49-F238E27FC236}">
                <a16:creationId xmlns:a16="http://schemas.microsoft.com/office/drawing/2014/main" id="{239E1F43-EDAA-4707-9799-5A04D679E564}"/>
              </a:ext>
            </a:extLst>
          </p:cNvPr>
          <p:cNvSpPr>
            <a:spLocks noGrp="1"/>
          </p:cNvSpPr>
          <p:nvPr/>
        </p:nvSpPr>
        <p:spPr>
          <a:xfrm>
            <a:off x="830466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Cryo_13934">
            <a:extLst>
              <a:ext uri="{FF2B5EF4-FFF2-40B4-BE49-F238E27FC236}">
                <a16:creationId xmlns:a16="http://schemas.microsoft.com/office/drawing/2014/main" id="{47D05511-C1E7-4153-9482-6FB584AC24A4}"/>
              </a:ext>
            </a:extLst>
          </p:cNvPr>
          <p:cNvSpPr>
            <a:spLocks noGrp="1"/>
          </p:cNvSpPr>
          <p:nvPr/>
        </p:nvSpPr>
        <p:spPr>
          <a:xfrm>
            <a:off x="8223466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Cryo_13935">
            <a:extLst>
              <a:ext uri="{FF2B5EF4-FFF2-40B4-BE49-F238E27FC236}">
                <a16:creationId xmlns:a16="http://schemas.microsoft.com/office/drawing/2014/main" id="{9FA98BBE-4802-43FE-A66F-94C6D2B4528C}"/>
              </a:ext>
            </a:extLst>
          </p:cNvPr>
          <p:cNvSpPr>
            <a:spLocks noGrp="1"/>
          </p:cNvSpPr>
          <p:nvPr/>
        </p:nvSpPr>
        <p:spPr>
          <a:xfrm>
            <a:off x="8084425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Cryo_13936">
            <a:extLst>
              <a:ext uri="{FF2B5EF4-FFF2-40B4-BE49-F238E27FC236}">
                <a16:creationId xmlns:a16="http://schemas.microsoft.com/office/drawing/2014/main" id="{1CAF900E-5D90-4F97-8AAA-4D67118C6BF8}"/>
              </a:ext>
            </a:extLst>
          </p:cNvPr>
          <p:cNvSpPr>
            <a:spLocks noGrp="1"/>
          </p:cNvSpPr>
          <p:nvPr/>
        </p:nvSpPr>
        <p:spPr>
          <a:xfrm>
            <a:off x="80832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Cryo_13937">
            <a:extLst>
              <a:ext uri="{FF2B5EF4-FFF2-40B4-BE49-F238E27FC236}">
                <a16:creationId xmlns:a16="http://schemas.microsoft.com/office/drawing/2014/main" id="{76302962-BBD2-49CD-A05E-7A08E3E2A192}"/>
              </a:ext>
            </a:extLst>
          </p:cNvPr>
          <p:cNvSpPr>
            <a:spLocks noGrp="1"/>
          </p:cNvSpPr>
          <p:nvPr/>
        </p:nvSpPr>
        <p:spPr>
          <a:xfrm>
            <a:off x="8075715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Cryo_13938">
            <a:extLst>
              <a:ext uri="{FF2B5EF4-FFF2-40B4-BE49-F238E27FC236}">
                <a16:creationId xmlns:a16="http://schemas.microsoft.com/office/drawing/2014/main" id="{8775E0BC-E083-4763-A81E-6ADDD501056D}"/>
              </a:ext>
            </a:extLst>
          </p:cNvPr>
          <p:cNvSpPr>
            <a:spLocks noGrp="1"/>
          </p:cNvSpPr>
          <p:nvPr/>
        </p:nvSpPr>
        <p:spPr>
          <a:xfrm>
            <a:off x="8104872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Cryo_13939">
            <a:extLst>
              <a:ext uri="{FF2B5EF4-FFF2-40B4-BE49-F238E27FC236}">
                <a16:creationId xmlns:a16="http://schemas.microsoft.com/office/drawing/2014/main" id="{AEED8B6D-6CD3-4000-9276-B1E1DC3953A0}"/>
              </a:ext>
            </a:extLst>
          </p:cNvPr>
          <p:cNvSpPr>
            <a:spLocks noGrp="1"/>
          </p:cNvSpPr>
          <p:nvPr/>
        </p:nvSpPr>
        <p:spPr>
          <a:xfrm>
            <a:off x="8205794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Cryo_13940">
            <a:extLst>
              <a:ext uri="{FF2B5EF4-FFF2-40B4-BE49-F238E27FC236}">
                <a16:creationId xmlns:a16="http://schemas.microsoft.com/office/drawing/2014/main" id="{6E2729C8-AE66-4EF1-A951-660256992D5A}"/>
              </a:ext>
            </a:extLst>
          </p:cNvPr>
          <p:cNvSpPr>
            <a:spLocks noGrp="1"/>
          </p:cNvSpPr>
          <p:nvPr/>
        </p:nvSpPr>
        <p:spPr>
          <a:xfrm>
            <a:off x="8273357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Cryo_13941">
            <a:extLst>
              <a:ext uri="{FF2B5EF4-FFF2-40B4-BE49-F238E27FC236}">
                <a16:creationId xmlns:a16="http://schemas.microsoft.com/office/drawing/2014/main" id="{E3E1A9C8-3FB1-41F8-B26A-62AC3509BD9E}"/>
              </a:ext>
            </a:extLst>
          </p:cNvPr>
          <p:cNvSpPr>
            <a:spLocks noGrp="1"/>
          </p:cNvSpPr>
          <p:nvPr/>
        </p:nvSpPr>
        <p:spPr>
          <a:xfrm>
            <a:off x="815453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Cryo_13942">
            <a:extLst>
              <a:ext uri="{FF2B5EF4-FFF2-40B4-BE49-F238E27FC236}">
                <a16:creationId xmlns:a16="http://schemas.microsoft.com/office/drawing/2014/main" id="{4D3FD531-A4F5-48F8-A17B-8420C52E421C}"/>
              </a:ext>
            </a:extLst>
          </p:cNvPr>
          <p:cNvSpPr>
            <a:spLocks noGrp="1"/>
          </p:cNvSpPr>
          <p:nvPr/>
        </p:nvSpPr>
        <p:spPr>
          <a:xfrm>
            <a:off x="829055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Cryo_13943">
            <a:extLst>
              <a:ext uri="{FF2B5EF4-FFF2-40B4-BE49-F238E27FC236}">
                <a16:creationId xmlns:a16="http://schemas.microsoft.com/office/drawing/2014/main" id="{ACB4FB04-E507-4CA8-B9BD-C6A69F12389C}"/>
              </a:ext>
            </a:extLst>
          </p:cNvPr>
          <p:cNvSpPr>
            <a:spLocks noGrp="1"/>
          </p:cNvSpPr>
          <p:nvPr/>
        </p:nvSpPr>
        <p:spPr>
          <a:xfrm>
            <a:off x="8232013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Cryo_13944">
            <a:extLst>
              <a:ext uri="{FF2B5EF4-FFF2-40B4-BE49-F238E27FC236}">
                <a16:creationId xmlns:a16="http://schemas.microsoft.com/office/drawing/2014/main" id="{52A3B2F2-42CE-4B13-91D9-6495D3A54F8C}"/>
              </a:ext>
            </a:extLst>
          </p:cNvPr>
          <p:cNvSpPr>
            <a:spLocks noGrp="1"/>
          </p:cNvSpPr>
          <p:nvPr/>
        </p:nvSpPr>
        <p:spPr>
          <a:xfrm>
            <a:off x="82067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Cryo_13945">
            <a:extLst>
              <a:ext uri="{FF2B5EF4-FFF2-40B4-BE49-F238E27FC236}">
                <a16:creationId xmlns:a16="http://schemas.microsoft.com/office/drawing/2014/main" id="{33554880-18BE-4A50-8D01-DD750D75240B}"/>
              </a:ext>
            </a:extLst>
          </p:cNvPr>
          <p:cNvSpPr>
            <a:spLocks noGrp="1"/>
          </p:cNvSpPr>
          <p:nvPr/>
        </p:nvSpPr>
        <p:spPr>
          <a:xfrm>
            <a:off x="82156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Cryo_13946">
            <a:extLst>
              <a:ext uri="{FF2B5EF4-FFF2-40B4-BE49-F238E27FC236}">
                <a16:creationId xmlns:a16="http://schemas.microsoft.com/office/drawing/2014/main" id="{C419B738-D275-4020-8711-0A11077690F8}"/>
              </a:ext>
            </a:extLst>
          </p:cNvPr>
          <p:cNvSpPr>
            <a:spLocks noGrp="1"/>
          </p:cNvSpPr>
          <p:nvPr/>
        </p:nvSpPr>
        <p:spPr>
          <a:xfrm>
            <a:off x="82982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Cryo_13947">
            <a:extLst>
              <a:ext uri="{FF2B5EF4-FFF2-40B4-BE49-F238E27FC236}">
                <a16:creationId xmlns:a16="http://schemas.microsoft.com/office/drawing/2014/main" id="{D5FBF90D-D12F-4F98-9F41-87A8B67D8285}"/>
              </a:ext>
            </a:extLst>
          </p:cNvPr>
          <p:cNvSpPr>
            <a:spLocks noGrp="1"/>
          </p:cNvSpPr>
          <p:nvPr/>
        </p:nvSpPr>
        <p:spPr>
          <a:xfrm>
            <a:off x="81437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Cryo_13948">
            <a:extLst>
              <a:ext uri="{FF2B5EF4-FFF2-40B4-BE49-F238E27FC236}">
                <a16:creationId xmlns:a16="http://schemas.microsoft.com/office/drawing/2014/main" id="{B88F356C-7DF5-4C66-A575-80E35C90BAA5}"/>
              </a:ext>
            </a:extLst>
          </p:cNvPr>
          <p:cNvSpPr>
            <a:spLocks noGrp="1"/>
          </p:cNvSpPr>
          <p:nvPr/>
        </p:nvSpPr>
        <p:spPr>
          <a:xfrm>
            <a:off x="82325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Cryo_13949">
            <a:extLst>
              <a:ext uri="{FF2B5EF4-FFF2-40B4-BE49-F238E27FC236}">
                <a16:creationId xmlns:a16="http://schemas.microsoft.com/office/drawing/2014/main" id="{56A691F8-89D2-4803-BD96-DD3E50E80CA1}"/>
              </a:ext>
            </a:extLst>
          </p:cNvPr>
          <p:cNvSpPr>
            <a:spLocks noGrp="1"/>
          </p:cNvSpPr>
          <p:nvPr/>
        </p:nvSpPr>
        <p:spPr>
          <a:xfrm>
            <a:off x="82055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Cryo_13950">
            <a:extLst>
              <a:ext uri="{FF2B5EF4-FFF2-40B4-BE49-F238E27FC236}">
                <a16:creationId xmlns:a16="http://schemas.microsoft.com/office/drawing/2014/main" id="{0E0F169A-F7FE-4069-B493-9FAAEBF94D0C}"/>
              </a:ext>
            </a:extLst>
          </p:cNvPr>
          <p:cNvSpPr>
            <a:spLocks noGrp="1"/>
          </p:cNvSpPr>
          <p:nvPr/>
        </p:nvSpPr>
        <p:spPr>
          <a:xfrm>
            <a:off x="8148431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Cryo_13951">
            <a:extLst>
              <a:ext uri="{FF2B5EF4-FFF2-40B4-BE49-F238E27FC236}">
                <a16:creationId xmlns:a16="http://schemas.microsoft.com/office/drawing/2014/main" id="{409306B3-152C-4B98-A5C1-E115697F0966}"/>
              </a:ext>
            </a:extLst>
          </p:cNvPr>
          <p:cNvSpPr>
            <a:spLocks noGrp="1"/>
          </p:cNvSpPr>
          <p:nvPr/>
        </p:nvSpPr>
        <p:spPr>
          <a:xfrm>
            <a:off x="8143223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Cryo_13952">
            <a:extLst>
              <a:ext uri="{FF2B5EF4-FFF2-40B4-BE49-F238E27FC236}">
                <a16:creationId xmlns:a16="http://schemas.microsoft.com/office/drawing/2014/main" id="{66CD904E-74F4-4AD8-B625-95BA43DDA631}"/>
              </a:ext>
            </a:extLst>
          </p:cNvPr>
          <p:cNvSpPr>
            <a:spLocks noGrp="1"/>
          </p:cNvSpPr>
          <p:nvPr/>
        </p:nvSpPr>
        <p:spPr>
          <a:xfrm>
            <a:off x="81570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Cryo_13953">
            <a:extLst>
              <a:ext uri="{FF2B5EF4-FFF2-40B4-BE49-F238E27FC236}">
                <a16:creationId xmlns:a16="http://schemas.microsoft.com/office/drawing/2014/main" id="{6CE2925B-8108-4C63-8071-90754AF4C978}"/>
              </a:ext>
            </a:extLst>
          </p:cNvPr>
          <p:cNvSpPr>
            <a:spLocks noGrp="1"/>
          </p:cNvSpPr>
          <p:nvPr/>
        </p:nvSpPr>
        <p:spPr>
          <a:xfrm>
            <a:off x="8274272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Cryo_13954">
            <a:extLst>
              <a:ext uri="{FF2B5EF4-FFF2-40B4-BE49-F238E27FC236}">
                <a16:creationId xmlns:a16="http://schemas.microsoft.com/office/drawing/2014/main" id="{0138D142-0551-4873-AAC6-E4460B11AA3A}"/>
              </a:ext>
            </a:extLst>
          </p:cNvPr>
          <p:cNvSpPr>
            <a:spLocks noGrp="1"/>
          </p:cNvSpPr>
          <p:nvPr/>
        </p:nvSpPr>
        <p:spPr>
          <a:xfrm>
            <a:off x="8268190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Cryo_13955">
            <a:extLst>
              <a:ext uri="{FF2B5EF4-FFF2-40B4-BE49-F238E27FC236}">
                <a16:creationId xmlns:a16="http://schemas.microsoft.com/office/drawing/2014/main" id="{8AEC26D5-2318-4916-B4EB-48AAD0436699}"/>
              </a:ext>
            </a:extLst>
          </p:cNvPr>
          <p:cNvSpPr>
            <a:spLocks noGrp="1"/>
          </p:cNvSpPr>
          <p:nvPr/>
        </p:nvSpPr>
        <p:spPr>
          <a:xfrm>
            <a:off x="807936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Cryo_13956">
            <a:extLst>
              <a:ext uri="{FF2B5EF4-FFF2-40B4-BE49-F238E27FC236}">
                <a16:creationId xmlns:a16="http://schemas.microsoft.com/office/drawing/2014/main" id="{76131683-213D-42E0-B61A-54AFB15DCC2A}"/>
              </a:ext>
            </a:extLst>
          </p:cNvPr>
          <p:cNvSpPr>
            <a:spLocks noGrp="1"/>
          </p:cNvSpPr>
          <p:nvPr/>
        </p:nvSpPr>
        <p:spPr>
          <a:xfrm>
            <a:off x="808709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Cryo_13957">
            <a:extLst>
              <a:ext uri="{FF2B5EF4-FFF2-40B4-BE49-F238E27FC236}">
                <a16:creationId xmlns:a16="http://schemas.microsoft.com/office/drawing/2014/main" id="{DAAC9B7D-DC50-436B-9888-50A600D3AE11}"/>
              </a:ext>
            </a:extLst>
          </p:cNvPr>
          <p:cNvSpPr>
            <a:spLocks noGrp="1"/>
          </p:cNvSpPr>
          <p:nvPr/>
        </p:nvSpPr>
        <p:spPr>
          <a:xfrm>
            <a:off x="824622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Cryo_13958">
            <a:extLst>
              <a:ext uri="{FF2B5EF4-FFF2-40B4-BE49-F238E27FC236}">
                <a16:creationId xmlns:a16="http://schemas.microsoft.com/office/drawing/2014/main" id="{2DEA71E1-9AA3-461D-81CD-A2909EED85F1}"/>
              </a:ext>
            </a:extLst>
          </p:cNvPr>
          <p:cNvSpPr>
            <a:spLocks noGrp="1"/>
          </p:cNvSpPr>
          <p:nvPr/>
        </p:nvSpPr>
        <p:spPr>
          <a:xfrm>
            <a:off x="824654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Cryo_13959">
            <a:extLst>
              <a:ext uri="{FF2B5EF4-FFF2-40B4-BE49-F238E27FC236}">
                <a16:creationId xmlns:a16="http://schemas.microsoft.com/office/drawing/2014/main" id="{2E0ABBC0-D2AA-4967-ABC5-D82FD5890373}"/>
              </a:ext>
            </a:extLst>
          </p:cNvPr>
          <p:cNvSpPr>
            <a:spLocks noGrp="1"/>
          </p:cNvSpPr>
          <p:nvPr/>
        </p:nvSpPr>
        <p:spPr>
          <a:xfrm>
            <a:off x="83030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Cryo_13960">
            <a:extLst>
              <a:ext uri="{FF2B5EF4-FFF2-40B4-BE49-F238E27FC236}">
                <a16:creationId xmlns:a16="http://schemas.microsoft.com/office/drawing/2014/main" id="{35AB807A-1792-4C4D-8251-064A1A723A6A}"/>
              </a:ext>
            </a:extLst>
          </p:cNvPr>
          <p:cNvSpPr>
            <a:spLocks noGrp="1"/>
          </p:cNvSpPr>
          <p:nvPr/>
        </p:nvSpPr>
        <p:spPr>
          <a:xfrm>
            <a:off x="8172591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Cryo_13961">
            <a:extLst>
              <a:ext uri="{FF2B5EF4-FFF2-40B4-BE49-F238E27FC236}">
                <a16:creationId xmlns:a16="http://schemas.microsoft.com/office/drawing/2014/main" id="{EBE7B126-6990-4BC3-9071-93A0CCF0F0E8}"/>
              </a:ext>
            </a:extLst>
          </p:cNvPr>
          <p:cNvSpPr>
            <a:spLocks noGrp="1"/>
          </p:cNvSpPr>
          <p:nvPr/>
        </p:nvSpPr>
        <p:spPr>
          <a:xfrm>
            <a:off x="80699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Cryo_13962">
            <a:extLst>
              <a:ext uri="{FF2B5EF4-FFF2-40B4-BE49-F238E27FC236}">
                <a16:creationId xmlns:a16="http://schemas.microsoft.com/office/drawing/2014/main" id="{6E9B7D89-6049-4ADB-88AE-83230F52E75C}"/>
              </a:ext>
            </a:extLst>
          </p:cNvPr>
          <p:cNvSpPr>
            <a:spLocks noGrp="1"/>
          </p:cNvSpPr>
          <p:nvPr/>
        </p:nvSpPr>
        <p:spPr>
          <a:xfrm>
            <a:off x="820317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Cryo_13963">
            <a:extLst>
              <a:ext uri="{FF2B5EF4-FFF2-40B4-BE49-F238E27FC236}">
                <a16:creationId xmlns:a16="http://schemas.microsoft.com/office/drawing/2014/main" id="{A8F392F8-7FC7-48E9-AFB8-F2D5FBD02C9A}"/>
              </a:ext>
            </a:extLst>
          </p:cNvPr>
          <p:cNvSpPr>
            <a:spLocks noGrp="1"/>
          </p:cNvSpPr>
          <p:nvPr/>
        </p:nvSpPr>
        <p:spPr>
          <a:xfrm>
            <a:off x="80894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Cryo_13964">
            <a:extLst>
              <a:ext uri="{FF2B5EF4-FFF2-40B4-BE49-F238E27FC236}">
                <a16:creationId xmlns:a16="http://schemas.microsoft.com/office/drawing/2014/main" id="{D0F8ED89-A41A-4A84-8380-B397AE6626CB}"/>
              </a:ext>
            </a:extLst>
          </p:cNvPr>
          <p:cNvSpPr>
            <a:spLocks noGrp="1"/>
          </p:cNvSpPr>
          <p:nvPr/>
        </p:nvSpPr>
        <p:spPr>
          <a:xfrm>
            <a:off x="8083310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Cryo_13965">
            <a:extLst>
              <a:ext uri="{FF2B5EF4-FFF2-40B4-BE49-F238E27FC236}">
                <a16:creationId xmlns:a16="http://schemas.microsoft.com/office/drawing/2014/main" id="{C7F09EBE-C40B-4D68-99E0-375DFAB7B10E}"/>
              </a:ext>
            </a:extLst>
          </p:cNvPr>
          <p:cNvSpPr>
            <a:spLocks noGrp="1"/>
          </p:cNvSpPr>
          <p:nvPr/>
        </p:nvSpPr>
        <p:spPr>
          <a:xfrm>
            <a:off x="80879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Cryo_13966">
            <a:extLst>
              <a:ext uri="{FF2B5EF4-FFF2-40B4-BE49-F238E27FC236}">
                <a16:creationId xmlns:a16="http://schemas.microsoft.com/office/drawing/2014/main" id="{A3941ECF-B647-4095-90BC-30627DC9B90A}"/>
              </a:ext>
            </a:extLst>
          </p:cNvPr>
          <p:cNvSpPr>
            <a:spLocks noGrp="1"/>
          </p:cNvSpPr>
          <p:nvPr/>
        </p:nvSpPr>
        <p:spPr>
          <a:xfrm>
            <a:off x="823904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Cryo_13967">
            <a:extLst>
              <a:ext uri="{FF2B5EF4-FFF2-40B4-BE49-F238E27FC236}">
                <a16:creationId xmlns:a16="http://schemas.microsoft.com/office/drawing/2014/main" id="{8202BF8E-AAF2-4765-B192-404003E8B9DC}"/>
              </a:ext>
            </a:extLst>
          </p:cNvPr>
          <p:cNvSpPr>
            <a:spLocks noGrp="1"/>
          </p:cNvSpPr>
          <p:nvPr/>
        </p:nvSpPr>
        <p:spPr>
          <a:xfrm>
            <a:off x="8245443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Cryo_13968">
            <a:extLst>
              <a:ext uri="{FF2B5EF4-FFF2-40B4-BE49-F238E27FC236}">
                <a16:creationId xmlns:a16="http://schemas.microsoft.com/office/drawing/2014/main" id="{7F689D1A-C9EC-4234-8199-0D8E114DCAA7}"/>
              </a:ext>
            </a:extLst>
          </p:cNvPr>
          <p:cNvSpPr>
            <a:spLocks noGrp="1"/>
          </p:cNvSpPr>
          <p:nvPr/>
        </p:nvSpPr>
        <p:spPr>
          <a:xfrm>
            <a:off x="80925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Cryo_13969">
            <a:extLst>
              <a:ext uri="{FF2B5EF4-FFF2-40B4-BE49-F238E27FC236}">
                <a16:creationId xmlns:a16="http://schemas.microsoft.com/office/drawing/2014/main" id="{B675E74D-2482-4C94-B729-CA6EDF42C286}"/>
              </a:ext>
            </a:extLst>
          </p:cNvPr>
          <p:cNvSpPr>
            <a:spLocks noGrp="1"/>
          </p:cNvSpPr>
          <p:nvPr/>
        </p:nvSpPr>
        <p:spPr>
          <a:xfrm>
            <a:off x="8266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Cryo_13970">
            <a:extLst>
              <a:ext uri="{FF2B5EF4-FFF2-40B4-BE49-F238E27FC236}">
                <a16:creationId xmlns:a16="http://schemas.microsoft.com/office/drawing/2014/main" id="{5172B1BE-7DC0-4BC3-AD27-04D57D1FEA2B}"/>
              </a:ext>
            </a:extLst>
          </p:cNvPr>
          <p:cNvSpPr>
            <a:spLocks noGrp="1"/>
          </p:cNvSpPr>
          <p:nvPr/>
        </p:nvSpPr>
        <p:spPr>
          <a:xfrm>
            <a:off x="8153483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Cryo_13971">
            <a:extLst>
              <a:ext uri="{FF2B5EF4-FFF2-40B4-BE49-F238E27FC236}">
                <a16:creationId xmlns:a16="http://schemas.microsoft.com/office/drawing/2014/main" id="{61B93015-E98A-4A11-8977-C3DA4BDA6CAE}"/>
              </a:ext>
            </a:extLst>
          </p:cNvPr>
          <p:cNvSpPr>
            <a:spLocks noGrp="1"/>
          </p:cNvSpPr>
          <p:nvPr/>
        </p:nvSpPr>
        <p:spPr>
          <a:xfrm>
            <a:off x="807550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Cryo_13972">
            <a:extLst>
              <a:ext uri="{FF2B5EF4-FFF2-40B4-BE49-F238E27FC236}">
                <a16:creationId xmlns:a16="http://schemas.microsoft.com/office/drawing/2014/main" id="{7081200C-365C-4018-AE73-F247619E2998}"/>
              </a:ext>
            </a:extLst>
          </p:cNvPr>
          <p:cNvSpPr>
            <a:spLocks noGrp="1"/>
          </p:cNvSpPr>
          <p:nvPr/>
        </p:nvSpPr>
        <p:spPr>
          <a:xfrm>
            <a:off x="81469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Cryo_13973">
            <a:extLst>
              <a:ext uri="{FF2B5EF4-FFF2-40B4-BE49-F238E27FC236}">
                <a16:creationId xmlns:a16="http://schemas.microsoft.com/office/drawing/2014/main" id="{50582B55-D580-4132-ACAE-E34172D77FCC}"/>
              </a:ext>
            </a:extLst>
          </p:cNvPr>
          <p:cNvSpPr>
            <a:spLocks noGrp="1"/>
          </p:cNvSpPr>
          <p:nvPr/>
        </p:nvSpPr>
        <p:spPr>
          <a:xfrm>
            <a:off x="821700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Cryo_13974">
            <a:extLst>
              <a:ext uri="{FF2B5EF4-FFF2-40B4-BE49-F238E27FC236}">
                <a16:creationId xmlns:a16="http://schemas.microsoft.com/office/drawing/2014/main" id="{52914A53-98E8-457A-8E4A-3E3C00BEA26A}"/>
              </a:ext>
            </a:extLst>
          </p:cNvPr>
          <p:cNvSpPr>
            <a:spLocks noGrp="1"/>
          </p:cNvSpPr>
          <p:nvPr/>
        </p:nvSpPr>
        <p:spPr>
          <a:xfrm>
            <a:off x="8111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Cryo_13975">
            <a:extLst>
              <a:ext uri="{FF2B5EF4-FFF2-40B4-BE49-F238E27FC236}">
                <a16:creationId xmlns:a16="http://schemas.microsoft.com/office/drawing/2014/main" id="{6145BD30-3F01-451F-B04C-D95291069DFE}"/>
              </a:ext>
            </a:extLst>
          </p:cNvPr>
          <p:cNvSpPr>
            <a:spLocks noGrp="1"/>
          </p:cNvSpPr>
          <p:nvPr/>
        </p:nvSpPr>
        <p:spPr>
          <a:xfrm>
            <a:off x="82320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Cryo_13976">
            <a:extLst>
              <a:ext uri="{FF2B5EF4-FFF2-40B4-BE49-F238E27FC236}">
                <a16:creationId xmlns:a16="http://schemas.microsoft.com/office/drawing/2014/main" id="{C74830CA-1C4B-4BF3-8EA0-CDAB41D0C1ED}"/>
              </a:ext>
            </a:extLst>
          </p:cNvPr>
          <p:cNvSpPr>
            <a:spLocks noGrp="1"/>
          </p:cNvSpPr>
          <p:nvPr/>
        </p:nvSpPr>
        <p:spPr>
          <a:xfrm>
            <a:off x="8110407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Cryo_13977">
            <a:extLst>
              <a:ext uri="{FF2B5EF4-FFF2-40B4-BE49-F238E27FC236}">
                <a16:creationId xmlns:a16="http://schemas.microsoft.com/office/drawing/2014/main" id="{B3D06EFF-9E2C-4993-80CF-F320E7E0492F}"/>
              </a:ext>
            </a:extLst>
          </p:cNvPr>
          <p:cNvSpPr>
            <a:spLocks noGrp="1"/>
          </p:cNvSpPr>
          <p:nvPr/>
        </p:nvSpPr>
        <p:spPr>
          <a:xfrm>
            <a:off x="82752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Cryo_13978">
            <a:extLst>
              <a:ext uri="{FF2B5EF4-FFF2-40B4-BE49-F238E27FC236}">
                <a16:creationId xmlns:a16="http://schemas.microsoft.com/office/drawing/2014/main" id="{5315E091-157A-4B35-9200-DA9B89157FFE}"/>
              </a:ext>
            </a:extLst>
          </p:cNvPr>
          <p:cNvSpPr>
            <a:spLocks noGrp="1"/>
          </p:cNvSpPr>
          <p:nvPr/>
        </p:nvSpPr>
        <p:spPr>
          <a:xfrm>
            <a:off x="8198384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Cryo_13979">
            <a:extLst>
              <a:ext uri="{FF2B5EF4-FFF2-40B4-BE49-F238E27FC236}">
                <a16:creationId xmlns:a16="http://schemas.microsoft.com/office/drawing/2014/main" id="{AFC2C614-0367-4193-8BE7-A097E178A910}"/>
              </a:ext>
            </a:extLst>
          </p:cNvPr>
          <p:cNvSpPr>
            <a:spLocks noGrp="1"/>
          </p:cNvSpPr>
          <p:nvPr/>
        </p:nvSpPr>
        <p:spPr>
          <a:xfrm>
            <a:off x="81693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Cryo_13980">
            <a:extLst>
              <a:ext uri="{FF2B5EF4-FFF2-40B4-BE49-F238E27FC236}">
                <a16:creationId xmlns:a16="http://schemas.microsoft.com/office/drawing/2014/main" id="{86CBDD3E-B731-4027-B1CD-391BCFCFAD2A}"/>
              </a:ext>
            </a:extLst>
          </p:cNvPr>
          <p:cNvSpPr>
            <a:spLocks noGrp="1"/>
          </p:cNvSpPr>
          <p:nvPr/>
        </p:nvSpPr>
        <p:spPr>
          <a:xfrm>
            <a:off x="829807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Cryo_13981">
            <a:extLst>
              <a:ext uri="{FF2B5EF4-FFF2-40B4-BE49-F238E27FC236}">
                <a16:creationId xmlns:a16="http://schemas.microsoft.com/office/drawing/2014/main" id="{FA46F4DB-1472-4989-8DA2-640647E24946}"/>
              </a:ext>
            </a:extLst>
          </p:cNvPr>
          <p:cNvSpPr>
            <a:spLocks noGrp="1"/>
          </p:cNvSpPr>
          <p:nvPr/>
        </p:nvSpPr>
        <p:spPr>
          <a:xfrm>
            <a:off x="80845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Cryo_13982">
            <a:extLst>
              <a:ext uri="{FF2B5EF4-FFF2-40B4-BE49-F238E27FC236}">
                <a16:creationId xmlns:a16="http://schemas.microsoft.com/office/drawing/2014/main" id="{2AFAE51B-3B01-4471-916A-1FB44B572816}"/>
              </a:ext>
            </a:extLst>
          </p:cNvPr>
          <p:cNvSpPr>
            <a:spLocks noGrp="1"/>
          </p:cNvSpPr>
          <p:nvPr/>
        </p:nvSpPr>
        <p:spPr>
          <a:xfrm>
            <a:off x="820728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Cryo_13983">
            <a:extLst>
              <a:ext uri="{FF2B5EF4-FFF2-40B4-BE49-F238E27FC236}">
                <a16:creationId xmlns:a16="http://schemas.microsoft.com/office/drawing/2014/main" id="{5032FC81-C54C-4495-8AD3-6B212970409E}"/>
              </a:ext>
            </a:extLst>
          </p:cNvPr>
          <p:cNvSpPr>
            <a:spLocks noGrp="1"/>
          </p:cNvSpPr>
          <p:nvPr/>
        </p:nvSpPr>
        <p:spPr>
          <a:xfrm>
            <a:off x="8216377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Cryo_13984">
            <a:extLst>
              <a:ext uri="{FF2B5EF4-FFF2-40B4-BE49-F238E27FC236}">
                <a16:creationId xmlns:a16="http://schemas.microsoft.com/office/drawing/2014/main" id="{1B63D242-EF44-4583-87B3-2E3960AD035D}"/>
              </a:ext>
            </a:extLst>
          </p:cNvPr>
          <p:cNvSpPr>
            <a:spLocks noGrp="1"/>
          </p:cNvSpPr>
          <p:nvPr/>
        </p:nvSpPr>
        <p:spPr>
          <a:xfrm>
            <a:off x="8147499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Cryo_13985">
            <a:extLst>
              <a:ext uri="{FF2B5EF4-FFF2-40B4-BE49-F238E27FC236}">
                <a16:creationId xmlns:a16="http://schemas.microsoft.com/office/drawing/2014/main" id="{E75788DB-ADAF-4277-A1B3-490B8F28BD6C}"/>
              </a:ext>
            </a:extLst>
          </p:cNvPr>
          <p:cNvSpPr>
            <a:spLocks noGrp="1"/>
          </p:cNvSpPr>
          <p:nvPr/>
        </p:nvSpPr>
        <p:spPr>
          <a:xfrm>
            <a:off x="8291495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Cryo_13986">
            <a:extLst>
              <a:ext uri="{FF2B5EF4-FFF2-40B4-BE49-F238E27FC236}">
                <a16:creationId xmlns:a16="http://schemas.microsoft.com/office/drawing/2014/main" id="{F5FD1520-BC42-4F71-BC0C-112807349EB5}"/>
              </a:ext>
            </a:extLst>
          </p:cNvPr>
          <p:cNvSpPr>
            <a:spLocks noGrp="1"/>
          </p:cNvSpPr>
          <p:nvPr/>
        </p:nvSpPr>
        <p:spPr>
          <a:xfrm>
            <a:off x="821244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Cryo_13987">
            <a:extLst>
              <a:ext uri="{FF2B5EF4-FFF2-40B4-BE49-F238E27FC236}">
                <a16:creationId xmlns:a16="http://schemas.microsoft.com/office/drawing/2014/main" id="{015D315A-DA2F-4412-8F85-39A4AE0CC2F4}"/>
              </a:ext>
            </a:extLst>
          </p:cNvPr>
          <p:cNvSpPr>
            <a:spLocks noGrp="1"/>
          </p:cNvSpPr>
          <p:nvPr/>
        </p:nvSpPr>
        <p:spPr>
          <a:xfrm>
            <a:off x="80688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Cryo_13988">
            <a:extLst>
              <a:ext uri="{FF2B5EF4-FFF2-40B4-BE49-F238E27FC236}">
                <a16:creationId xmlns:a16="http://schemas.microsoft.com/office/drawing/2014/main" id="{6DDD72F1-E265-48FB-BD5A-29FDA0AEDC4D}"/>
              </a:ext>
            </a:extLst>
          </p:cNvPr>
          <p:cNvSpPr>
            <a:spLocks noGrp="1"/>
          </p:cNvSpPr>
          <p:nvPr/>
        </p:nvSpPr>
        <p:spPr>
          <a:xfrm>
            <a:off x="811440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Cryo_13989">
            <a:extLst>
              <a:ext uri="{FF2B5EF4-FFF2-40B4-BE49-F238E27FC236}">
                <a16:creationId xmlns:a16="http://schemas.microsoft.com/office/drawing/2014/main" id="{2C1E4C88-9CCE-4D21-8C9E-7EB60402AB0E}"/>
              </a:ext>
            </a:extLst>
          </p:cNvPr>
          <p:cNvSpPr>
            <a:spLocks noGrp="1"/>
          </p:cNvSpPr>
          <p:nvPr/>
        </p:nvSpPr>
        <p:spPr>
          <a:xfrm>
            <a:off x="8288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Cryo_13990">
            <a:extLst>
              <a:ext uri="{FF2B5EF4-FFF2-40B4-BE49-F238E27FC236}">
                <a16:creationId xmlns:a16="http://schemas.microsoft.com/office/drawing/2014/main" id="{C9067D24-6936-44B4-BB68-F7F7226AD38B}"/>
              </a:ext>
            </a:extLst>
          </p:cNvPr>
          <p:cNvSpPr>
            <a:spLocks noGrp="1"/>
          </p:cNvSpPr>
          <p:nvPr/>
        </p:nvSpPr>
        <p:spPr>
          <a:xfrm>
            <a:off x="827976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Cryo_13991">
            <a:extLst>
              <a:ext uri="{FF2B5EF4-FFF2-40B4-BE49-F238E27FC236}">
                <a16:creationId xmlns:a16="http://schemas.microsoft.com/office/drawing/2014/main" id="{03E7882C-4AF6-4C3C-B4E7-5E29596CAFCB}"/>
              </a:ext>
            </a:extLst>
          </p:cNvPr>
          <p:cNvSpPr>
            <a:spLocks noGrp="1"/>
          </p:cNvSpPr>
          <p:nvPr/>
        </p:nvSpPr>
        <p:spPr>
          <a:xfrm>
            <a:off x="80772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Cryo_13992">
            <a:extLst>
              <a:ext uri="{FF2B5EF4-FFF2-40B4-BE49-F238E27FC236}">
                <a16:creationId xmlns:a16="http://schemas.microsoft.com/office/drawing/2014/main" id="{67293AA1-CE8D-41D6-B8CA-7BCD056CF4BE}"/>
              </a:ext>
            </a:extLst>
          </p:cNvPr>
          <p:cNvSpPr>
            <a:spLocks noGrp="1"/>
          </p:cNvSpPr>
          <p:nvPr/>
        </p:nvSpPr>
        <p:spPr>
          <a:xfrm>
            <a:off x="8132443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Cryo_13993">
            <a:extLst>
              <a:ext uri="{FF2B5EF4-FFF2-40B4-BE49-F238E27FC236}">
                <a16:creationId xmlns:a16="http://schemas.microsoft.com/office/drawing/2014/main" id="{2A6C0AB3-4A27-487E-9688-36EFAF32307D}"/>
              </a:ext>
            </a:extLst>
          </p:cNvPr>
          <p:cNvSpPr>
            <a:spLocks noGrp="1"/>
          </p:cNvSpPr>
          <p:nvPr/>
        </p:nvSpPr>
        <p:spPr>
          <a:xfrm>
            <a:off x="822548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Cryo_13994">
            <a:extLst>
              <a:ext uri="{FF2B5EF4-FFF2-40B4-BE49-F238E27FC236}">
                <a16:creationId xmlns:a16="http://schemas.microsoft.com/office/drawing/2014/main" id="{F90E70F6-195A-4631-97E1-F3C10BC0CAF2}"/>
              </a:ext>
            </a:extLst>
          </p:cNvPr>
          <p:cNvSpPr>
            <a:spLocks noGrp="1"/>
          </p:cNvSpPr>
          <p:nvPr/>
        </p:nvSpPr>
        <p:spPr>
          <a:xfrm>
            <a:off x="82588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Cryo_13995">
            <a:extLst>
              <a:ext uri="{FF2B5EF4-FFF2-40B4-BE49-F238E27FC236}">
                <a16:creationId xmlns:a16="http://schemas.microsoft.com/office/drawing/2014/main" id="{17ED85EF-5166-4049-B228-4DE91A3A7B55}"/>
              </a:ext>
            </a:extLst>
          </p:cNvPr>
          <p:cNvSpPr>
            <a:spLocks noGrp="1"/>
          </p:cNvSpPr>
          <p:nvPr/>
        </p:nvSpPr>
        <p:spPr>
          <a:xfrm>
            <a:off x="82439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Cryo_13996">
            <a:extLst>
              <a:ext uri="{FF2B5EF4-FFF2-40B4-BE49-F238E27FC236}">
                <a16:creationId xmlns:a16="http://schemas.microsoft.com/office/drawing/2014/main" id="{E73CAAC0-BB92-4CD2-8C81-C9D40E147C97}"/>
              </a:ext>
            </a:extLst>
          </p:cNvPr>
          <p:cNvSpPr>
            <a:spLocks noGrp="1"/>
          </p:cNvSpPr>
          <p:nvPr/>
        </p:nvSpPr>
        <p:spPr>
          <a:xfrm>
            <a:off x="8161859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Cryo_13997">
            <a:extLst>
              <a:ext uri="{FF2B5EF4-FFF2-40B4-BE49-F238E27FC236}">
                <a16:creationId xmlns:a16="http://schemas.microsoft.com/office/drawing/2014/main" id="{1F4C87A4-A2FE-49EC-A0BB-D74C53DDDE21}"/>
              </a:ext>
            </a:extLst>
          </p:cNvPr>
          <p:cNvSpPr>
            <a:spLocks noGrp="1"/>
          </p:cNvSpPr>
          <p:nvPr/>
        </p:nvSpPr>
        <p:spPr>
          <a:xfrm>
            <a:off x="8144861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Cryo_13998">
            <a:extLst>
              <a:ext uri="{FF2B5EF4-FFF2-40B4-BE49-F238E27FC236}">
                <a16:creationId xmlns:a16="http://schemas.microsoft.com/office/drawing/2014/main" id="{A5C6D0ED-70B0-41EF-9430-CAFD1C00206F}"/>
              </a:ext>
            </a:extLst>
          </p:cNvPr>
          <p:cNvSpPr>
            <a:spLocks noGrp="1"/>
          </p:cNvSpPr>
          <p:nvPr/>
        </p:nvSpPr>
        <p:spPr>
          <a:xfrm>
            <a:off x="821348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Cryo_13999">
            <a:extLst>
              <a:ext uri="{FF2B5EF4-FFF2-40B4-BE49-F238E27FC236}">
                <a16:creationId xmlns:a16="http://schemas.microsoft.com/office/drawing/2014/main" id="{A50ADFB4-29C7-4ACF-A5C8-291854CBDE93}"/>
              </a:ext>
            </a:extLst>
          </p:cNvPr>
          <p:cNvSpPr>
            <a:spLocks noGrp="1"/>
          </p:cNvSpPr>
          <p:nvPr/>
        </p:nvSpPr>
        <p:spPr>
          <a:xfrm>
            <a:off x="81366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Cryo_14000">
            <a:extLst>
              <a:ext uri="{FF2B5EF4-FFF2-40B4-BE49-F238E27FC236}">
                <a16:creationId xmlns:a16="http://schemas.microsoft.com/office/drawing/2014/main" id="{492EBC18-3E49-4F44-A4CA-8B75929AA23F}"/>
              </a:ext>
            </a:extLst>
          </p:cNvPr>
          <p:cNvSpPr>
            <a:spLocks noGrp="1"/>
          </p:cNvSpPr>
          <p:nvPr/>
        </p:nvSpPr>
        <p:spPr>
          <a:xfrm>
            <a:off x="81458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Cryo_14001">
            <a:extLst>
              <a:ext uri="{FF2B5EF4-FFF2-40B4-BE49-F238E27FC236}">
                <a16:creationId xmlns:a16="http://schemas.microsoft.com/office/drawing/2014/main" id="{79386848-87F3-4A46-9477-5534C232C994}"/>
              </a:ext>
            </a:extLst>
          </p:cNvPr>
          <p:cNvSpPr>
            <a:spLocks noGrp="1"/>
          </p:cNvSpPr>
          <p:nvPr/>
        </p:nvSpPr>
        <p:spPr>
          <a:xfrm>
            <a:off x="8112526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Cryo_14002">
            <a:extLst>
              <a:ext uri="{FF2B5EF4-FFF2-40B4-BE49-F238E27FC236}">
                <a16:creationId xmlns:a16="http://schemas.microsoft.com/office/drawing/2014/main" id="{BFB13DAE-75D7-452A-BA66-FDC2A7BE6C2F}"/>
              </a:ext>
            </a:extLst>
          </p:cNvPr>
          <p:cNvSpPr>
            <a:spLocks noGrp="1"/>
          </p:cNvSpPr>
          <p:nvPr/>
        </p:nvSpPr>
        <p:spPr>
          <a:xfrm>
            <a:off x="8282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Cryo_14003">
            <a:extLst>
              <a:ext uri="{FF2B5EF4-FFF2-40B4-BE49-F238E27FC236}">
                <a16:creationId xmlns:a16="http://schemas.microsoft.com/office/drawing/2014/main" id="{0EFA8471-69B1-418F-A783-EB994120C884}"/>
              </a:ext>
            </a:extLst>
          </p:cNvPr>
          <p:cNvSpPr>
            <a:spLocks noGrp="1"/>
          </p:cNvSpPr>
          <p:nvPr/>
        </p:nvSpPr>
        <p:spPr>
          <a:xfrm>
            <a:off x="824808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Cryo_14004">
            <a:extLst>
              <a:ext uri="{FF2B5EF4-FFF2-40B4-BE49-F238E27FC236}">
                <a16:creationId xmlns:a16="http://schemas.microsoft.com/office/drawing/2014/main" id="{2998B262-CB73-41CB-892C-3775F0CA4F11}"/>
              </a:ext>
            </a:extLst>
          </p:cNvPr>
          <p:cNvSpPr>
            <a:spLocks noGrp="1"/>
          </p:cNvSpPr>
          <p:nvPr/>
        </p:nvSpPr>
        <p:spPr>
          <a:xfrm>
            <a:off x="819100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Cryo_14005">
            <a:extLst>
              <a:ext uri="{FF2B5EF4-FFF2-40B4-BE49-F238E27FC236}">
                <a16:creationId xmlns:a16="http://schemas.microsoft.com/office/drawing/2014/main" id="{E3DF42CA-A51D-407C-B032-CFA9E95B5CD3}"/>
              </a:ext>
            </a:extLst>
          </p:cNvPr>
          <p:cNvSpPr>
            <a:spLocks noGrp="1"/>
          </p:cNvSpPr>
          <p:nvPr/>
        </p:nvSpPr>
        <p:spPr>
          <a:xfrm>
            <a:off x="82166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Cryo_14006">
            <a:extLst>
              <a:ext uri="{FF2B5EF4-FFF2-40B4-BE49-F238E27FC236}">
                <a16:creationId xmlns:a16="http://schemas.microsoft.com/office/drawing/2014/main" id="{3FAFE27A-7F21-4D82-A030-8A71E6777B82}"/>
              </a:ext>
            </a:extLst>
          </p:cNvPr>
          <p:cNvSpPr>
            <a:spLocks noGrp="1"/>
          </p:cNvSpPr>
          <p:nvPr/>
        </p:nvSpPr>
        <p:spPr>
          <a:xfrm>
            <a:off x="829473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Cryo_14007">
            <a:extLst>
              <a:ext uri="{FF2B5EF4-FFF2-40B4-BE49-F238E27FC236}">
                <a16:creationId xmlns:a16="http://schemas.microsoft.com/office/drawing/2014/main" id="{E57602E5-9EEE-454B-B47D-EAA22B26DED4}"/>
              </a:ext>
            </a:extLst>
          </p:cNvPr>
          <p:cNvSpPr>
            <a:spLocks noGrp="1"/>
          </p:cNvSpPr>
          <p:nvPr/>
        </p:nvSpPr>
        <p:spPr>
          <a:xfrm>
            <a:off x="82080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Cryo_14008">
            <a:extLst>
              <a:ext uri="{FF2B5EF4-FFF2-40B4-BE49-F238E27FC236}">
                <a16:creationId xmlns:a16="http://schemas.microsoft.com/office/drawing/2014/main" id="{71637057-8F6A-45FB-AF31-7452AF4BB9DD}"/>
              </a:ext>
            </a:extLst>
          </p:cNvPr>
          <p:cNvSpPr>
            <a:spLocks noGrp="1"/>
          </p:cNvSpPr>
          <p:nvPr/>
        </p:nvSpPr>
        <p:spPr>
          <a:xfrm>
            <a:off x="8174169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Cryo_14009">
            <a:extLst>
              <a:ext uri="{FF2B5EF4-FFF2-40B4-BE49-F238E27FC236}">
                <a16:creationId xmlns:a16="http://schemas.microsoft.com/office/drawing/2014/main" id="{F304771B-A1B7-4809-896B-A0CC62582696}"/>
              </a:ext>
            </a:extLst>
          </p:cNvPr>
          <p:cNvSpPr>
            <a:spLocks noGrp="1"/>
          </p:cNvSpPr>
          <p:nvPr/>
        </p:nvSpPr>
        <p:spPr>
          <a:xfrm>
            <a:off x="81677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Cryo_14010">
            <a:extLst>
              <a:ext uri="{FF2B5EF4-FFF2-40B4-BE49-F238E27FC236}">
                <a16:creationId xmlns:a16="http://schemas.microsoft.com/office/drawing/2014/main" id="{E72AE3B7-F6CE-4329-B82B-CB098EBFB1E8}"/>
              </a:ext>
            </a:extLst>
          </p:cNvPr>
          <p:cNvSpPr>
            <a:spLocks noGrp="1"/>
          </p:cNvSpPr>
          <p:nvPr/>
        </p:nvSpPr>
        <p:spPr>
          <a:xfrm>
            <a:off x="80947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Cryo_14011">
            <a:extLst>
              <a:ext uri="{FF2B5EF4-FFF2-40B4-BE49-F238E27FC236}">
                <a16:creationId xmlns:a16="http://schemas.microsoft.com/office/drawing/2014/main" id="{09C4EB5B-4C15-461E-A9EC-78B3BD555F30}"/>
              </a:ext>
            </a:extLst>
          </p:cNvPr>
          <p:cNvSpPr>
            <a:spLocks noGrp="1"/>
          </p:cNvSpPr>
          <p:nvPr/>
        </p:nvSpPr>
        <p:spPr>
          <a:xfrm>
            <a:off x="8293172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Cryo_14012">
            <a:extLst>
              <a:ext uri="{FF2B5EF4-FFF2-40B4-BE49-F238E27FC236}">
                <a16:creationId xmlns:a16="http://schemas.microsoft.com/office/drawing/2014/main" id="{4E0698B7-CEC3-4795-B0C9-B4F3C5F719B3}"/>
              </a:ext>
            </a:extLst>
          </p:cNvPr>
          <p:cNvSpPr>
            <a:spLocks noGrp="1"/>
          </p:cNvSpPr>
          <p:nvPr/>
        </p:nvSpPr>
        <p:spPr>
          <a:xfrm>
            <a:off x="8183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Cryo_14013">
            <a:extLst>
              <a:ext uri="{FF2B5EF4-FFF2-40B4-BE49-F238E27FC236}">
                <a16:creationId xmlns:a16="http://schemas.microsoft.com/office/drawing/2014/main" id="{53FB6979-A4EB-4147-BC57-52D90749B130}"/>
              </a:ext>
            </a:extLst>
          </p:cNvPr>
          <p:cNvSpPr>
            <a:spLocks noGrp="1"/>
          </p:cNvSpPr>
          <p:nvPr/>
        </p:nvSpPr>
        <p:spPr>
          <a:xfrm>
            <a:off x="81834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Cryo_14014">
            <a:extLst>
              <a:ext uri="{FF2B5EF4-FFF2-40B4-BE49-F238E27FC236}">
                <a16:creationId xmlns:a16="http://schemas.microsoft.com/office/drawing/2014/main" id="{59889673-A259-4EFD-BF06-85139C2FABDB}"/>
              </a:ext>
            </a:extLst>
          </p:cNvPr>
          <p:cNvSpPr>
            <a:spLocks noGrp="1"/>
          </p:cNvSpPr>
          <p:nvPr/>
        </p:nvSpPr>
        <p:spPr>
          <a:xfrm>
            <a:off x="812704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Cryo_14015">
            <a:extLst>
              <a:ext uri="{FF2B5EF4-FFF2-40B4-BE49-F238E27FC236}">
                <a16:creationId xmlns:a16="http://schemas.microsoft.com/office/drawing/2014/main" id="{52C3AFB8-AA10-4615-8818-127CC8FB73A8}"/>
              </a:ext>
            </a:extLst>
          </p:cNvPr>
          <p:cNvSpPr>
            <a:spLocks noGrp="1"/>
          </p:cNvSpPr>
          <p:nvPr/>
        </p:nvSpPr>
        <p:spPr>
          <a:xfrm>
            <a:off x="82764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Cryo_14016">
            <a:extLst>
              <a:ext uri="{FF2B5EF4-FFF2-40B4-BE49-F238E27FC236}">
                <a16:creationId xmlns:a16="http://schemas.microsoft.com/office/drawing/2014/main" id="{E19F4065-BFE1-4022-9D50-7B00F1304BEC}"/>
              </a:ext>
            </a:extLst>
          </p:cNvPr>
          <p:cNvSpPr>
            <a:spLocks noGrp="1"/>
          </p:cNvSpPr>
          <p:nvPr/>
        </p:nvSpPr>
        <p:spPr>
          <a:xfrm>
            <a:off x="807329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Cryo_14017">
            <a:extLst>
              <a:ext uri="{FF2B5EF4-FFF2-40B4-BE49-F238E27FC236}">
                <a16:creationId xmlns:a16="http://schemas.microsoft.com/office/drawing/2014/main" id="{0B02625D-6977-491E-A803-45DDA1E56D15}"/>
              </a:ext>
            </a:extLst>
          </p:cNvPr>
          <p:cNvSpPr>
            <a:spLocks noGrp="1"/>
          </p:cNvSpPr>
          <p:nvPr/>
        </p:nvSpPr>
        <p:spPr>
          <a:xfrm>
            <a:off x="82207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Cryo_14018">
            <a:extLst>
              <a:ext uri="{FF2B5EF4-FFF2-40B4-BE49-F238E27FC236}">
                <a16:creationId xmlns:a16="http://schemas.microsoft.com/office/drawing/2014/main" id="{08DA3B8B-24A6-4D48-91C7-3EA141AF9732}"/>
              </a:ext>
            </a:extLst>
          </p:cNvPr>
          <p:cNvSpPr>
            <a:spLocks noGrp="1"/>
          </p:cNvSpPr>
          <p:nvPr/>
        </p:nvSpPr>
        <p:spPr>
          <a:xfrm>
            <a:off x="82167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Cryo_14019">
            <a:extLst>
              <a:ext uri="{FF2B5EF4-FFF2-40B4-BE49-F238E27FC236}">
                <a16:creationId xmlns:a16="http://schemas.microsoft.com/office/drawing/2014/main" id="{E76754DA-BDDA-4713-BFD9-F42A18A26394}"/>
              </a:ext>
            </a:extLst>
          </p:cNvPr>
          <p:cNvSpPr>
            <a:spLocks noGrp="1"/>
          </p:cNvSpPr>
          <p:nvPr/>
        </p:nvSpPr>
        <p:spPr>
          <a:xfrm>
            <a:off x="82581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Cryo_14020">
            <a:extLst>
              <a:ext uri="{FF2B5EF4-FFF2-40B4-BE49-F238E27FC236}">
                <a16:creationId xmlns:a16="http://schemas.microsoft.com/office/drawing/2014/main" id="{6FB499D6-4763-4C63-8AB6-4B4051586EFE}"/>
              </a:ext>
            </a:extLst>
          </p:cNvPr>
          <p:cNvSpPr>
            <a:spLocks noGrp="1"/>
          </p:cNvSpPr>
          <p:nvPr/>
        </p:nvSpPr>
        <p:spPr>
          <a:xfrm>
            <a:off x="816702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Cryo_14021">
            <a:extLst>
              <a:ext uri="{FF2B5EF4-FFF2-40B4-BE49-F238E27FC236}">
                <a16:creationId xmlns:a16="http://schemas.microsoft.com/office/drawing/2014/main" id="{3028E6B4-4A22-4727-9793-3EBB059F8229}"/>
              </a:ext>
            </a:extLst>
          </p:cNvPr>
          <p:cNvSpPr>
            <a:spLocks noGrp="1"/>
          </p:cNvSpPr>
          <p:nvPr/>
        </p:nvSpPr>
        <p:spPr>
          <a:xfrm>
            <a:off x="827997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Cryo_14022">
            <a:extLst>
              <a:ext uri="{FF2B5EF4-FFF2-40B4-BE49-F238E27FC236}">
                <a16:creationId xmlns:a16="http://schemas.microsoft.com/office/drawing/2014/main" id="{D46689C9-0B81-42DC-97E2-7671310F96B5}"/>
              </a:ext>
            </a:extLst>
          </p:cNvPr>
          <p:cNvSpPr>
            <a:spLocks noGrp="1"/>
          </p:cNvSpPr>
          <p:nvPr/>
        </p:nvSpPr>
        <p:spPr>
          <a:xfrm>
            <a:off x="816884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Cryo_14023">
            <a:extLst>
              <a:ext uri="{FF2B5EF4-FFF2-40B4-BE49-F238E27FC236}">
                <a16:creationId xmlns:a16="http://schemas.microsoft.com/office/drawing/2014/main" id="{5E65E9EA-CA7F-4C23-8B36-DB55FEA069AC}"/>
              </a:ext>
            </a:extLst>
          </p:cNvPr>
          <p:cNvSpPr>
            <a:spLocks noGrp="1"/>
          </p:cNvSpPr>
          <p:nvPr/>
        </p:nvSpPr>
        <p:spPr>
          <a:xfrm>
            <a:off x="811380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Cryo_14024">
            <a:extLst>
              <a:ext uri="{FF2B5EF4-FFF2-40B4-BE49-F238E27FC236}">
                <a16:creationId xmlns:a16="http://schemas.microsoft.com/office/drawing/2014/main" id="{2B36B3D1-1749-4776-BB0A-FD78977F69F4}"/>
              </a:ext>
            </a:extLst>
          </p:cNvPr>
          <p:cNvSpPr>
            <a:spLocks noGrp="1"/>
          </p:cNvSpPr>
          <p:nvPr/>
        </p:nvSpPr>
        <p:spPr>
          <a:xfrm>
            <a:off x="813297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Cryo_14025">
            <a:extLst>
              <a:ext uri="{FF2B5EF4-FFF2-40B4-BE49-F238E27FC236}">
                <a16:creationId xmlns:a16="http://schemas.microsoft.com/office/drawing/2014/main" id="{2BD0D5FF-1069-4F5A-AA2B-5F9ED043CFBE}"/>
              </a:ext>
            </a:extLst>
          </p:cNvPr>
          <p:cNvSpPr>
            <a:spLocks noGrp="1"/>
          </p:cNvSpPr>
          <p:nvPr/>
        </p:nvSpPr>
        <p:spPr>
          <a:xfrm>
            <a:off x="828889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Cryo_14026">
            <a:extLst>
              <a:ext uri="{FF2B5EF4-FFF2-40B4-BE49-F238E27FC236}">
                <a16:creationId xmlns:a16="http://schemas.microsoft.com/office/drawing/2014/main" id="{10EC8DF2-AB99-45C9-BA84-2D6ACC1B319E}"/>
              </a:ext>
            </a:extLst>
          </p:cNvPr>
          <p:cNvSpPr>
            <a:spLocks noGrp="1"/>
          </p:cNvSpPr>
          <p:nvPr/>
        </p:nvSpPr>
        <p:spPr>
          <a:xfrm>
            <a:off x="826142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Cryo_14027">
            <a:extLst>
              <a:ext uri="{FF2B5EF4-FFF2-40B4-BE49-F238E27FC236}">
                <a16:creationId xmlns:a16="http://schemas.microsoft.com/office/drawing/2014/main" id="{CFAA273A-6C23-40BE-A75A-51BDDAD213E4}"/>
              </a:ext>
            </a:extLst>
          </p:cNvPr>
          <p:cNvSpPr>
            <a:spLocks noGrp="1"/>
          </p:cNvSpPr>
          <p:nvPr/>
        </p:nvSpPr>
        <p:spPr>
          <a:xfrm>
            <a:off x="8200077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Cryo_14028">
            <a:extLst>
              <a:ext uri="{FF2B5EF4-FFF2-40B4-BE49-F238E27FC236}">
                <a16:creationId xmlns:a16="http://schemas.microsoft.com/office/drawing/2014/main" id="{6D998313-5D3C-48D4-AA17-04DB5E0A44B6}"/>
              </a:ext>
            </a:extLst>
          </p:cNvPr>
          <p:cNvSpPr>
            <a:spLocks noGrp="1"/>
          </p:cNvSpPr>
          <p:nvPr/>
        </p:nvSpPr>
        <p:spPr>
          <a:xfrm>
            <a:off x="810634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Cryo_14029">
            <a:extLst>
              <a:ext uri="{FF2B5EF4-FFF2-40B4-BE49-F238E27FC236}">
                <a16:creationId xmlns:a16="http://schemas.microsoft.com/office/drawing/2014/main" id="{BFD3D7E5-4377-4751-9406-CFBB01A30D9D}"/>
              </a:ext>
            </a:extLst>
          </p:cNvPr>
          <p:cNvSpPr>
            <a:spLocks noGrp="1"/>
          </p:cNvSpPr>
          <p:nvPr/>
        </p:nvSpPr>
        <p:spPr>
          <a:xfrm>
            <a:off x="8263402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Cryo_14030">
            <a:extLst>
              <a:ext uri="{FF2B5EF4-FFF2-40B4-BE49-F238E27FC236}">
                <a16:creationId xmlns:a16="http://schemas.microsoft.com/office/drawing/2014/main" id="{55D382DD-A61C-4CFD-A979-EA340AA97028}"/>
              </a:ext>
            </a:extLst>
          </p:cNvPr>
          <p:cNvSpPr>
            <a:spLocks noGrp="1"/>
          </p:cNvSpPr>
          <p:nvPr/>
        </p:nvSpPr>
        <p:spPr>
          <a:xfrm>
            <a:off x="827691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Cryo_14031">
            <a:extLst>
              <a:ext uri="{FF2B5EF4-FFF2-40B4-BE49-F238E27FC236}">
                <a16:creationId xmlns:a16="http://schemas.microsoft.com/office/drawing/2014/main" id="{F81D798F-D6BA-46D8-B804-933D8BEE2DEB}"/>
              </a:ext>
            </a:extLst>
          </p:cNvPr>
          <p:cNvSpPr>
            <a:spLocks noGrp="1"/>
          </p:cNvSpPr>
          <p:nvPr/>
        </p:nvSpPr>
        <p:spPr>
          <a:xfrm>
            <a:off x="8135172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Cryo_14032">
            <a:extLst>
              <a:ext uri="{FF2B5EF4-FFF2-40B4-BE49-F238E27FC236}">
                <a16:creationId xmlns:a16="http://schemas.microsoft.com/office/drawing/2014/main" id="{DC2864C7-5774-461D-95B3-CA7AFAE02B29}"/>
              </a:ext>
            </a:extLst>
          </p:cNvPr>
          <p:cNvSpPr>
            <a:spLocks noGrp="1"/>
          </p:cNvSpPr>
          <p:nvPr/>
        </p:nvSpPr>
        <p:spPr>
          <a:xfrm>
            <a:off x="82825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Cryo_14033">
            <a:extLst>
              <a:ext uri="{FF2B5EF4-FFF2-40B4-BE49-F238E27FC236}">
                <a16:creationId xmlns:a16="http://schemas.microsoft.com/office/drawing/2014/main" id="{56A80BD0-3090-4A43-AD18-9F10FB8F7C98}"/>
              </a:ext>
            </a:extLst>
          </p:cNvPr>
          <p:cNvSpPr>
            <a:spLocks noGrp="1"/>
          </p:cNvSpPr>
          <p:nvPr/>
        </p:nvSpPr>
        <p:spPr>
          <a:xfrm>
            <a:off x="8255004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Cryo_14034">
            <a:extLst>
              <a:ext uri="{FF2B5EF4-FFF2-40B4-BE49-F238E27FC236}">
                <a16:creationId xmlns:a16="http://schemas.microsoft.com/office/drawing/2014/main" id="{5FDFC3FB-7053-40E8-A547-3FD160C3744B}"/>
              </a:ext>
            </a:extLst>
          </p:cNvPr>
          <p:cNvSpPr>
            <a:spLocks noGrp="1"/>
          </p:cNvSpPr>
          <p:nvPr/>
        </p:nvSpPr>
        <p:spPr>
          <a:xfrm>
            <a:off x="818051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Cryo_14035">
            <a:extLst>
              <a:ext uri="{FF2B5EF4-FFF2-40B4-BE49-F238E27FC236}">
                <a16:creationId xmlns:a16="http://schemas.microsoft.com/office/drawing/2014/main" id="{6768F750-C9F2-47FE-8F92-D2A533F22083}"/>
              </a:ext>
            </a:extLst>
          </p:cNvPr>
          <p:cNvSpPr>
            <a:spLocks noGrp="1"/>
          </p:cNvSpPr>
          <p:nvPr/>
        </p:nvSpPr>
        <p:spPr>
          <a:xfrm>
            <a:off x="830863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Cryo_14036">
            <a:extLst>
              <a:ext uri="{FF2B5EF4-FFF2-40B4-BE49-F238E27FC236}">
                <a16:creationId xmlns:a16="http://schemas.microsoft.com/office/drawing/2014/main" id="{ABD13E5E-01B3-46EE-86A7-9BDF8C38A66A}"/>
              </a:ext>
            </a:extLst>
          </p:cNvPr>
          <p:cNvSpPr>
            <a:spLocks noGrp="1"/>
          </p:cNvSpPr>
          <p:nvPr/>
        </p:nvSpPr>
        <p:spPr>
          <a:xfrm>
            <a:off x="8296544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Cryo_14037">
            <a:extLst>
              <a:ext uri="{FF2B5EF4-FFF2-40B4-BE49-F238E27FC236}">
                <a16:creationId xmlns:a16="http://schemas.microsoft.com/office/drawing/2014/main" id="{E5C14F3C-F339-4A08-8634-A0C11DFAA31C}"/>
              </a:ext>
            </a:extLst>
          </p:cNvPr>
          <p:cNvSpPr>
            <a:spLocks noGrp="1"/>
          </p:cNvSpPr>
          <p:nvPr/>
        </p:nvSpPr>
        <p:spPr>
          <a:xfrm>
            <a:off x="812391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Cryo_14038">
            <a:extLst>
              <a:ext uri="{FF2B5EF4-FFF2-40B4-BE49-F238E27FC236}">
                <a16:creationId xmlns:a16="http://schemas.microsoft.com/office/drawing/2014/main" id="{E103C4B2-8FA4-4061-BE7B-3FCF65DC5F16}"/>
              </a:ext>
            </a:extLst>
          </p:cNvPr>
          <p:cNvSpPr>
            <a:spLocks noGrp="1"/>
          </p:cNvSpPr>
          <p:nvPr/>
        </p:nvSpPr>
        <p:spPr>
          <a:xfrm>
            <a:off x="831567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Cryo_14039">
            <a:extLst>
              <a:ext uri="{FF2B5EF4-FFF2-40B4-BE49-F238E27FC236}">
                <a16:creationId xmlns:a16="http://schemas.microsoft.com/office/drawing/2014/main" id="{89C62005-AA9D-43C0-941B-07F9A67AA923}"/>
              </a:ext>
            </a:extLst>
          </p:cNvPr>
          <p:cNvSpPr>
            <a:spLocks noGrp="1"/>
          </p:cNvSpPr>
          <p:nvPr/>
        </p:nvSpPr>
        <p:spPr>
          <a:xfrm>
            <a:off x="806541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Cryo_14040">
            <a:extLst>
              <a:ext uri="{FF2B5EF4-FFF2-40B4-BE49-F238E27FC236}">
                <a16:creationId xmlns:a16="http://schemas.microsoft.com/office/drawing/2014/main" id="{3539DF11-9CFF-4A1A-ACC8-E1428322A3C6}"/>
              </a:ext>
            </a:extLst>
          </p:cNvPr>
          <p:cNvSpPr>
            <a:spLocks noGrp="1"/>
          </p:cNvSpPr>
          <p:nvPr/>
        </p:nvSpPr>
        <p:spPr>
          <a:xfrm>
            <a:off x="8122629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Cryo_14041">
            <a:extLst>
              <a:ext uri="{FF2B5EF4-FFF2-40B4-BE49-F238E27FC236}">
                <a16:creationId xmlns:a16="http://schemas.microsoft.com/office/drawing/2014/main" id="{29ADFCE1-7CC7-4192-961E-B51C1C7117EB}"/>
              </a:ext>
            </a:extLst>
          </p:cNvPr>
          <p:cNvSpPr>
            <a:spLocks noGrp="1"/>
          </p:cNvSpPr>
          <p:nvPr/>
        </p:nvSpPr>
        <p:spPr>
          <a:xfrm>
            <a:off x="827991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Cryo_14042">
            <a:extLst>
              <a:ext uri="{FF2B5EF4-FFF2-40B4-BE49-F238E27FC236}">
                <a16:creationId xmlns:a16="http://schemas.microsoft.com/office/drawing/2014/main" id="{5B08A24B-EE04-4704-9139-9EBFE2A4218A}"/>
              </a:ext>
            </a:extLst>
          </p:cNvPr>
          <p:cNvSpPr>
            <a:spLocks noGrp="1"/>
          </p:cNvSpPr>
          <p:nvPr/>
        </p:nvSpPr>
        <p:spPr>
          <a:xfrm>
            <a:off x="8291400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Cryo_14043">
            <a:extLst>
              <a:ext uri="{FF2B5EF4-FFF2-40B4-BE49-F238E27FC236}">
                <a16:creationId xmlns:a16="http://schemas.microsoft.com/office/drawing/2014/main" id="{BCD6A117-3A5A-4BC4-86C2-5DD7CE375387}"/>
              </a:ext>
            </a:extLst>
          </p:cNvPr>
          <p:cNvSpPr>
            <a:spLocks noGrp="1"/>
          </p:cNvSpPr>
          <p:nvPr/>
        </p:nvSpPr>
        <p:spPr>
          <a:xfrm>
            <a:off x="8137741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Cryo_14044">
            <a:extLst>
              <a:ext uri="{FF2B5EF4-FFF2-40B4-BE49-F238E27FC236}">
                <a16:creationId xmlns:a16="http://schemas.microsoft.com/office/drawing/2014/main" id="{95BA9DCD-E06D-425F-80EB-592D971B56D9}"/>
              </a:ext>
            </a:extLst>
          </p:cNvPr>
          <p:cNvSpPr>
            <a:spLocks noGrp="1"/>
          </p:cNvSpPr>
          <p:nvPr/>
        </p:nvSpPr>
        <p:spPr>
          <a:xfrm>
            <a:off x="824871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Cryo_14045">
            <a:extLst>
              <a:ext uri="{FF2B5EF4-FFF2-40B4-BE49-F238E27FC236}">
                <a16:creationId xmlns:a16="http://schemas.microsoft.com/office/drawing/2014/main" id="{FE29E39E-3601-4976-BB40-F94C0455593D}"/>
              </a:ext>
            </a:extLst>
          </p:cNvPr>
          <p:cNvSpPr>
            <a:spLocks noGrp="1"/>
          </p:cNvSpPr>
          <p:nvPr/>
        </p:nvSpPr>
        <p:spPr>
          <a:xfrm>
            <a:off x="8195035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Cryo_14046">
            <a:extLst>
              <a:ext uri="{FF2B5EF4-FFF2-40B4-BE49-F238E27FC236}">
                <a16:creationId xmlns:a16="http://schemas.microsoft.com/office/drawing/2014/main" id="{E0230387-CB8C-4BCE-8E0B-D295CAA9C36C}"/>
              </a:ext>
            </a:extLst>
          </p:cNvPr>
          <p:cNvSpPr>
            <a:spLocks noGrp="1"/>
          </p:cNvSpPr>
          <p:nvPr/>
        </p:nvSpPr>
        <p:spPr>
          <a:xfrm>
            <a:off x="8093988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Cryo_14047">
            <a:extLst>
              <a:ext uri="{FF2B5EF4-FFF2-40B4-BE49-F238E27FC236}">
                <a16:creationId xmlns:a16="http://schemas.microsoft.com/office/drawing/2014/main" id="{2FDE38B8-B3DF-4ED6-B4B2-5C22B0EC5BFA}"/>
              </a:ext>
            </a:extLst>
          </p:cNvPr>
          <p:cNvSpPr>
            <a:spLocks noGrp="1"/>
          </p:cNvSpPr>
          <p:nvPr/>
        </p:nvSpPr>
        <p:spPr>
          <a:xfrm>
            <a:off x="80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Cryo_14048">
            <a:extLst>
              <a:ext uri="{FF2B5EF4-FFF2-40B4-BE49-F238E27FC236}">
                <a16:creationId xmlns:a16="http://schemas.microsoft.com/office/drawing/2014/main" id="{DD886425-5D45-408D-A3F5-EC2259A1BF65}"/>
              </a:ext>
            </a:extLst>
          </p:cNvPr>
          <p:cNvSpPr>
            <a:spLocks noGrp="1"/>
          </p:cNvSpPr>
          <p:nvPr/>
        </p:nvSpPr>
        <p:spPr>
          <a:xfrm>
            <a:off x="80864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Cryo_14049">
            <a:extLst>
              <a:ext uri="{FF2B5EF4-FFF2-40B4-BE49-F238E27FC236}">
                <a16:creationId xmlns:a16="http://schemas.microsoft.com/office/drawing/2014/main" id="{578A00F7-C286-4138-B985-B44C17CAC87A}"/>
              </a:ext>
            </a:extLst>
          </p:cNvPr>
          <p:cNvSpPr>
            <a:spLocks noGrp="1"/>
          </p:cNvSpPr>
          <p:nvPr/>
        </p:nvSpPr>
        <p:spPr>
          <a:xfrm>
            <a:off x="8079788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Cryo_14050">
            <a:extLst>
              <a:ext uri="{FF2B5EF4-FFF2-40B4-BE49-F238E27FC236}">
                <a16:creationId xmlns:a16="http://schemas.microsoft.com/office/drawing/2014/main" id="{B2E8FC83-7340-4B1D-A990-ECE2ECA1D27E}"/>
              </a:ext>
            </a:extLst>
          </p:cNvPr>
          <p:cNvSpPr>
            <a:spLocks noGrp="1"/>
          </p:cNvSpPr>
          <p:nvPr/>
        </p:nvSpPr>
        <p:spPr>
          <a:xfrm>
            <a:off x="831372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Cryo_14051">
            <a:extLst>
              <a:ext uri="{FF2B5EF4-FFF2-40B4-BE49-F238E27FC236}">
                <a16:creationId xmlns:a16="http://schemas.microsoft.com/office/drawing/2014/main" id="{5D691EFA-E83D-4E17-ACA0-E76BD2F082FC}"/>
              </a:ext>
            </a:extLst>
          </p:cNvPr>
          <p:cNvSpPr>
            <a:spLocks noGrp="1"/>
          </p:cNvSpPr>
          <p:nvPr/>
        </p:nvSpPr>
        <p:spPr>
          <a:xfrm>
            <a:off x="830436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Cryo_14052">
            <a:extLst>
              <a:ext uri="{FF2B5EF4-FFF2-40B4-BE49-F238E27FC236}">
                <a16:creationId xmlns:a16="http://schemas.microsoft.com/office/drawing/2014/main" id="{36BDA172-AD0D-4FE6-8C58-67F2A6551089}"/>
              </a:ext>
            </a:extLst>
          </p:cNvPr>
          <p:cNvSpPr>
            <a:spLocks noGrp="1"/>
          </p:cNvSpPr>
          <p:nvPr/>
        </p:nvSpPr>
        <p:spPr>
          <a:xfrm>
            <a:off x="810486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Cryo_14053">
            <a:extLst>
              <a:ext uri="{FF2B5EF4-FFF2-40B4-BE49-F238E27FC236}">
                <a16:creationId xmlns:a16="http://schemas.microsoft.com/office/drawing/2014/main" id="{12C19D99-D80B-48E5-8570-E97B5BE11C9E}"/>
              </a:ext>
            </a:extLst>
          </p:cNvPr>
          <p:cNvSpPr>
            <a:spLocks noGrp="1"/>
          </p:cNvSpPr>
          <p:nvPr/>
        </p:nvSpPr>
        <p:spPr>
          <a:xfrm>
            <a:off x="8139081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Cryo_14054">
            <a:extLst>
              <a:ext uri="{FF2B5EF4-FFF2-40B4-BE49-F238E27FC236}">
                <a16:creationId xmlns:a16="http://schemas.microsoft.com/office/drawing/2014/main" id="{24709885-918A-4A8C-AE74-583CBBEF99B9}"/>
              </a:ext>
            </a:extLst>
          </p:cNvPr>
          <p:cNvSpPr>
            <a:spLocks noGrp="1"/>
          </p:cNvSpPr>
          <p:nvPr/>
        </p:nvSpPr>
        <p:spPr>
          <a:xfrm>
            <a:off x="812424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Cryo_14055">
            <a:extLst>
              <a:ext uri="{FF2B5EF4-FFF2-40B4-BE49-F238E27FC236}">
                <a16:creationId xmlns:a16="http://schemas.microsoft.com/office/drawing/2014/main" id="{9DD776AA-EDE7-41D8-A53A-57C5DCEB6040}"/>
              </a:ext>
            </a:extLst>
          </p:cNvPr>
          <p:cNvSpPr>
            <a:spLocks noGrp="1"/>
          </p:cNvSpPr>
          <p:nvPr/>
        </p:nvSpPr>
        <p:spPr>
          <a:xfrm>
            <a:off x="81786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Cryo_14056">
            <a:extLst>
              <a:ext uri="{FF2B5EF4-FFF2-40B4-BE49-F238E27FC236}">
                <a16:creationId xmlns:a16="http://schemas.microsoft.com/office/drawing/2014/main" id="{A8783B30-CC8A-49DC-A2EE-A70B2C8F3FC5}"/>
              </a:ext>
            </a:extLst>
          </p:cNvPr>
          <p:cNvSpPr>
            <a:spLocks noGrp="1"/>
          </p:cNvSpPr>
          <p:nvPr/>
        </p:nvSpPr>
        <p:spPr>
          <a:xfrm>
            <a:off x="8066437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Cryo_14057">
            <a:extLst>
              <a:ext uri="{FF2B5EF4-FFF2-40B4-BE49-F238E27FC236}">
                <a16:creationId xmlns:a16="http://schemas.microsoft.com/office/drawing/2014/main" id="{BDE0A5F0-DE31-416F-AFD4-81887876622A}"/>
              </a:ext>
            </a:extLst>
          </p:cNvPr>
          <p:cNvSpPr>
            <a:spLocks noGrp="1"/>
          </p:cNvSpPr>
          <p:nvPr/>
        </p:nvSpPr>
        <p:spPr>
          <a:xfrm>
            <a:off x="81855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Cryo_14058">
            <a:extLst>
              <a:ext uri="{FF2B5EF4-FFF2-40B4-BE49-F238E27FC236}">
                <a16:creationId xmlns:a16="http://schemas.microsoft.com/office/drawing/2014/main" id="{8A911C38-1FA1-498A-A33A-82D71FF77698}"/>
              </a:ext>
            </a:extLst>
          </p:cNvPr>
          <p:cNvSpPr>
            <a:spLocks noGrp="1"/>
          </p:cNvSpPr>
          <p:nvPr/>
        </p:nvSpPr>
        <p:spPr>
          <a:xfrm>
            <a:off x="8078899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Cryo_14059">
            <a:extLst>
              <a:ext uri="{FF2B5EF4-FFF2-40B4-BE49-F238E27FC236}">
                <a16:creationId xmlns:a16="http://schemas.microsoft.com/office/drawing/2014/main" id="{D4263843-9B6E-4E26-AD4B-5BA54259E76C}"/>
              </a:ext>
            </a:extLst>
          </p:cNvPr>
          <p:cNvSpPr>
            <a:spLocks noGrp="1"/>
          </p:cNvSpPr>
          <p:nvPr/>
        </p:nvSpPr>
        <p:spPr>
          <a:xfrm>
            <a:off x="81275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Cryo_14060">
            <a:extLst>
              <a:ext uri="{FF2B5EF4-FFF2-40B4-BE49-F238E27FC236}">
                <a16:creationId xmlns:a16="http://schemas.microsoft.com/office/drawing/2014/main" id="{3EF68DDA-DBDA-4C10-90BC-CFF361F32208}"/>
              </a:ext>
            </a:extLst>
          </p:cNvPr>
          <p:cNvSpPr>
            <a:spLocks noGrp="1"/>
          </p:cNvSpPr>
          <p:nvPr/>
        </p:nvSpPr>
        <p:spPr>
          <a:xfrm>
            <a:off x="80895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Cryo_14061">
            <a:extLst>
              <a:ext uri="{FF2B5EF4-FFF2-40B4-BE49-F238E27FC236}">
                <a16:creationId xmlns:a16="http://schemas.microsoft.com/office/drawing/2014/main" id="{802226F2-4755-49A2-8648-97D7F3E38193}"/>
              </a:ext>
            </a:extLst>
          </p:cNvPr>
          <p:cNvSpPr>
            <a:spLocks noGrp="1"/>
          </p:cNvSpPr>
          <p:nvPr/>
        </p:nvSpPr>
        <p:spPr>
          <a:xfrm>
            <a:off x="8143838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Cryo_14062">
            <a:extLst>
              <a:ext uri="{FF2B5EF4-FFF2-40B4-BE49-F238E27FC236}">
                <a16:creationId xmlns:a16="http://schemas.microsoft.com/office/drawing/2014/main" id="{57FA28F3-F601-4689-BAB6-E16A58FD5DBB}"/>
              </a:ext>
            </a:extLst>
          </p:cNvPr>
          <p:cNvSpPr>
            <a:spLocks noGrp="1"/>
          </p:cNvSpPr>
          <p:nvPr/>
        </p:nvSpPr>
        <p:spPr>
          <a:xfrm>
            <a:off x="82289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Cryo_14063">
            <a:extLst>
              <a:ext uri="{FF2B5EF4-FFF2-40B4-BE49-F238E27FC236}">
                <a16:creationId xmlns:a16="http://schemas.microsoft.com/office/drawing/2014/main" id="{F029A4BC-8F72-4E50-ACE0-5A8F71E1E390}"/>
              </a:ext>
            </a:extLst>
          </p:cNvPr>
          <p:cNvSpPr>
            <a:spLocks noGrp="1"/>
          </p:cNvSpPr>
          <p:nvPr/>
        </p:nvSpPr>
        <p:spPr>
          <a:xfrm>
            <a:off x="82582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Cryo_14064">
            <a:extLst>
              <a:ext uri="{FF2B5EF4-FFF2-40B4-BE49-F238E27FC236}">
                <a16:creationId xmlns:a16="http://schemas.microsoft.com/office/drawing/2014/main" id="{270D4648-48EA-4684-9A0F-EA9F888A31EA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Cryo_14065">
            <a:extLst>
              <a:ext uri="{FF2B5EF4-FFF2-40B4-BE49-F238E27FC236}">
                <a16:creationId xmlns:a16="http://schemas.microsoft.com/office/drawing/2014/main" id="{B52AC1CD-409B-49D3-896C-F67EBAFD116F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Cryo_14066">
            <a:extLst>
              <a:ext uri="{FF2B5EF4-FFF2-40B4-BE49-F238E27FC236}">
                <a16:creationId xmlns:a16="http://schemas.microsoft.com/office/drawing/2014/main" id="{3C2DB52D-91C5-4383-A7E1-A128F69FC49E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Cryo_14067">
            <a:extLst>
              <a:ext uri="{FF2B5EF4-FFF2-40B4-BE49-F238E27FC236}">
                <a16:creationId xmlns:a16="http://schemas.microsoft.com/office/drawing/2014/main" id="{354E7614-03AF-40D9-A98A-0B126F97644C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Cryo_14068">
            <a:extLst>
              <a:ext uri="{FF2B5EF4-FFF2-40B4-BE49-F238E27FC236}">
                <a16:creationId xmlns:a16="http://schemas.microsoft.com/office/drawing/2014/main" id="{53D9C350-2679-4C01-AFD8-915670FABD21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Cryo_14069">
            <a:extLst>
              <a:ext uri="{FF2B5EF4-FFF2-40B4-BE49-F238E27FC236}">
                <a16:creationId xmlns:a16="http://schemas.microsoft.com/office/drawing/2014/main" id="{5845B580-111F-4CE5-80AA-7871FC7936CE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Cryo_14070">
            <a:extLst>
              <a:ext uri="{FF2B5EF4-FFF2-40B4-BE49-F238E27FC236}">
                <a16:creationId xmlns:a16="http://schemas.microsoft.com/office/drawing/2014/main" id="{3AB0EBED-3B1B-453C-8D77-AC8845AED5CA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Cryo_14071">
            <a:extLst>
              <a:ext uri="{FF2B5EF4-FFF2-40B4-BE49-F238E27FC236}">
                <a16:creationId xmlns:a16="http://schemas.microsoft.com/office/drawing/2014/main" id="{76E54C0B-4C49-4F29-A033-B6CF5FFAD035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Cryo_14072">
            <a:extLst>
              <a:ext uri="{FF2B5EF4-FFF2-40B4-BE49-F238E27FC236}">
                <a16:creationId xmlns:a16="http://schemas.microsoft.com/office/drawing/2014/main" id="{5975A9C4-7F1D-4FAA-AF35-4B1026EA7B04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Cryo_14073">
            <a:extLst>
              <a:ext uri="{FF2B5EF4-FFF2-40B4-BE49-F238E27FC236}">
                <a16:creationId xmlns:a16="http://schemas.microsoft.com/office/drawing/2014/main" id="{A0AA62E9-A420-4A91-B1F9-DD2E789E2141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Cryo_14074">
            <a:extLst>
              <a:ext uri="{FF2B5EF4-FFF2-40B4-BE49-F238E27FC236}">
                <a16:creationId xmlns:a16="http://schemas.microsoft.com/office/drawing/2014/main" id="{29F3EF63-F89A-4283-BACB-765C9B835F6D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Cryo_14075">
            <a:extLst>
              <a:ext uri="{FF2B5EF4-FFF2-40B4-BE49-F238E27FC236}">
                <a16:creationId xmlns:a16="http://schemas.microsoft.com/office/drawing/2014/main" id="{CA4A273C-1C83-4E0D-AF33-BD345AB01060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Cryo_14076">
            <a:extLst>
              <a:ext uri="{FF2B5EF4-FFF2-40B4-BE49-F238E27FC236}">
                <a16:creationId xmlns:a16="http://schemas.microsoft.com/office/drawing/2014/main" id="{A26138E3-1711-4F8A-8AA1-9A25F4F22F87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Cryo_14077">
            <a:extLst>
              <a:ext uri="{FF2B5EF4-FFF2-40B4-BE49-F238E27FC236}">
                <a16:creationId xmlns:a16="http://schemas.microsoft.com/office/drawing/2014/main" id="{757CE94F-9EA7-48BC-AC50-12F5CE764B34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Cryo_14078">
            <a:extLst>
              <a:ext uri="{FF2B5EF4-FFF2-40B4-BE49-F238E27FC236}">
                <a16:creationId xmlns:a16="http://schemas.microsoft.com/office/drawing/2014/main" id="{8CCC3C5D-FDFA-424C-B12E-FB4E8FBDAD26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Cryo_14079">
            <a:extLst>
              <a:ext uri="{FF2B5EF4-FFF2-40B4-BE49-F238E27FC236}">
                <a16:creationId xmlns:a16="http://schemas.microsoft.com/office/drawing/2014/main" id="{0E57EDC3-5B12-428E-BEBC-86FA2BAD858B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Cryo_14080">
            <a:extLst>
              <a:ext uri="{FF2B5EF4-FFF2-40B4-BE49-F238E27FC236}">
                <a16:creationId xmlns:a16="http://schemas.microsoft.com/office/drawing/2014/main" id="{3AAC7B46-940D-46A0-B6FB-79CC372E72C5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Cryo_14081">
            <a:extLst>
              <a:ext uri="{FF2B5EF4-FFF2-40B4-BE49-F238E27FC236}">
                <a16:creationId xmlns:a16="http://schemas.microsoft.com/office/drawing/2014/main" id="{7BCF2BD2-2F86-49B9-8A1F-C03E7BCCE582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Cryo_14082">
            <a:extLst>
              <a:ext uri="{FF2B5EF4-FFF2-40B4-BE49-F238E27FC236}">
                <a16:creationId xmlns:a16="http://schemas.microsoft.com/office/drawing/2014/main" id="{FC21D5CE-E53E-43C3-AC5B-3293E500E6B8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Cryo_14083">
            <a:extLst>
              <a:ext uri="{FF2B5EF4-FFF2-40B4-BE49-F238E27FC236}">
                <a16:creationId xmlns:a16="http://schemas.microsoft.com/office/drawing/2014/main" id="{FE58B3B7-403D-4ED0-92AB-A6F074AF8352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Cryo_14084">
            <a:extLst>
              <a:ext uri="{FF2B5EF4-FFF2-40B4-BE49-F238E27FC236}">
                <a16:creationId xmlns:a16="http://schemas.microsoft.com/office/drawing/2014/main" id="{1A8FE72C-EB54-4BB0-AB78-12A5AF47F6DA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Cryo_14085">
            <a:extLst>
              <a:ext uri="{FF2B5EF4-FFF2-40B4-BE49-F238E27FC236}">
                <a16:creationId xmlns:a16="http://schemas.microsoft.com/office/drawing/2014/main" id="{92AAD64D-78CB-4E60-B522-6C30B23649C6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Cryo_14086">
            <a:extLst>
              <a:ext uri="{FF2B5EF4-FFF2-40B4-BE49-F238E27FC236}">
                <a16:creationId xmlns:a16="http://schemas.microsoft.com/office/drawing/2014/main" id="{243315DC-D407-400C-A630-4FAF5E46F67E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Cryo_14087">
            <a:extLst>
              <a:ext uri="{FF2B5EF4-FFF2-40B4-BE49-F238E27FC236}">
                <a16:creationId xmlns:a16="http://schemas.microsoft.com/office/drawing/2014/main" id="{9244CF42-250A-459E-93B1-78733C26F255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Cryo_14088">
            <a:extLst>
              <a:ext uri="{FF2B5EF4-FFF2-40B4-BE49-F238E27FC236}">
                <a16:creationId xmlns:a16="http://schemas.microsoft.com/office/drawing/2014/main" id="{62DCB228-2128-475F-8CF7-357629405BA8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Cryo_14089">
            <a:extLst>
              <a:ext uri="{FF2B5EF4-FFF2-40B4-BE49-F238E27FC236}">
                <a16:creationId xmlns:a16="http://schemas.microsoft.com/office/drawing/2014/main" id="{969B5223-43CC-4C4C-8733-854B578B8C3F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Cryo_14090">
            <a:extLst>
              <a:ext uri="{FF2B5EF4-FFF2-40B4-BE49-F238E27FC236}">
                <a16:creationId xmlns:a16="http://schemas.microsoft.com/office/drawing/2014/main" id="{28D7809C-BA11-41B9-9EE1-648CAB50B5FD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Cryo_14091">
            <a:extLst>
              <a:ext uri="{FF2B5EF4-FFF2-40B4-BE49-F238E27FC236}">
                <a16:creationId xmlns:a16="http://schemas.microsoft.com/office/drawing/2014/main" id="{DCA72E30-2E5C-4156-86E7-7D0E50102807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Cryo_14092">
            <a:extLst>
              <a:ext uri="{FF2B5EF4-FFF2-40B4-BE49-F238E27FC236}">
                <a16:creationId xmlns:a16="http://schemas.microsoft.com/office/drawing/2014/main" id="{ABC6E737-1C37-488F-A3EE-8F93276B203A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Cryo_14093">
            <a:extLst>
              <a:ext uri="{FF2B5EF4-FFF2-40B4-BE49-F238E27FC236}">
                <a16:creationId xmlns:a16="http://schemas.microsoft.com/office/drawing/2014/main" id="{F40F7710-1D6C-44FA-9314-E2D7BEAF854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Cryo_14094">
            <a:extLst>
              <a:ext uri="{FF2B5EF4-FFF2-40B4-BE49-F238E27FC236}">
                <a16:creationId xmlns:a16="http://schemas.microsoft.com/office/drawing/2014/main" id="{0525F566-A143-4CED-A350-A4F1E012F8AB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Cryo_14095">
            <a:extLst>
              <a:ext uri="{FF2B5EF4-FFF2-40B4-BE49-F238E27FC236}">
                <a16:creationId xmlns:a16="http://schemas.microsoft.com/office/drawing/2014/main" id="{37A36E52-0BC4-4356-A6DE-91AF075A200F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Cryo_14096">
            <a:extLst>
              <a:ext uri="{FF2B5EF4-FFF2-40B4-BE49-F238E27FC236}">
                <a16:creationId xmlns:a16="http://schemas.microsoft.com/office/drawing/2014/main" id="{CD7DC98A-5649-48DF-8992-9C6FC1426BFF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Cryo_14097">
            <a:extLst>
              <a:ext uri="{FF2B5EF4-FFF2-40B4-BE49-F238E27FC236}">
                <a16:creationId xmlns:a16="http://schemas.microsoft.com/office/drawing/2014/main" id="{1C1A1539-7E67-46EC-A3C0-50DF4E26B639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Cryo_14098">
            <a:extLst>
              <a:ext uri="{FF2B5EF4-FFF2-40B4-BE49-F238E27FC236}">
                <a16:creationId xmlns:a16="http://schemas.microsoft.com/office/drawing/2014/main" id="{41F4A434-6388-4A36-B1E2-9ED11B907C8D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Cryo_14099">
            <a:extLst>
              <a:ext uri="{FF2B5EF4-FFF2-40B4-BE49-F238E27FC236}">
                <a16:creationId xmlns:a16="http://schemas.microsoft.com/office/drawing/2014/main" id="{B95BC46D-AA66-4514-B258-DCF0178FDEE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Cryo_14100">
            <a:extLst>
              <a:ext uri="{FF2B5EF4-FFF2-40B4-BE49-F238E27FC236}">
                <a16:creationId xmlns:a16="http://schemas.microsoft.com/office/drawing/2014/main" id="{0B9D06C4-519C-42C8-B11E-02958F55BB20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Cryo_14101">
            <a:extLst>
              <a:ext uri="{FF2B5EF4-FFF2-40B4-BE49-F238E27FC236}">
                <a16:creationId xmlns:a16="http://schemas.microsoft.com/office/drawing/2014/main" id="{017BDB57-D7A0-44E4-8A8D-BACAC500EA45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Cryo_14102">
            <a:extLst>
              <a:ext uri="{FF2B5EF4-FFF2-40B4-BE49-F238E27FC236}">
                <a16:creationId xmlns:a16="http://schemas.microsoft.com/office/drawing/2014/main" id="{E9A54C7E-871A-4EBE-9A82-4D16B26E8DFD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Cryo_14103">
            <a:extLst>
              <a:ext uri="{FF2B5EF4-FFF2-40B4-BE49-F238E27FC236}">
                <a16:creationId xmlns:a16="http://schemas.microsoft.com/office/drawing/2014/main" id="{FB2EAAD3-F7AD-4207-8463-FEF720B69250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Cryo_14104">
            <a:extLst>
              <a:ext uri="{FF2B5EF4-FFF2-40B4-BE49-F238E27FC236}">
                <a16:creationId xmlns:a16="http://schemas.microsoft.com/office/drawing/2014/main" id="{3B1404E6-ACC2-4018-BD5B-021CC15EB4D0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Cryo_14105">
            <a:extLst>
              <a:ext uri="{FF2B5EF4-FFF2-40B4-BE49-F238E27FC236}">
                <a16:creationId xmlns:a16="http://schemas.microsoft.com/office/drawing/2014/main" id="{FFCA3A6D-3EFC-4370-AC1E-CAD7AD5C88D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Cryo_14106">
            <a:extLst>
              <a:ext uri="{FF2B5EF4-FFF2-40B4-BE49-F238E27FC236}">
                <a16:creationId xmlns:a16="http://schemas.microsoft.com/office/drawing/2014/main" id="{186A838C-759C-4AB8-A634-70C3AC26FFD3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Cryo_14107">
            <a:extLst>
              <a:ext uri="{FF2B5EF4-FFF2-40B4-BE49-F238E27FC236}">
                <a16:creationId xmlns:a16="http://schemas.microsoft.com/office/drawing/2014/main" id="{672981C8-8B42-4F3C-8664-2A202832EAC1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Cryo_14108">
            <a:extLst>
              <a:ext uri="{FF2B5EF4-FFF2-40B4-BE49-F238E27FC236}">
                <a16:creationId xmlns:a16="http://schemas.microsoft.com/office/drawing/2014/main" id="{74F1128E-167F-4C60-9EE9-EADAF1592B7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Cryo_14109">
            <a:extLst>
              <a:ext uri="{FF2B5EF4-FFF2-40B4-BE49-F238E27FC236}">
                <a16:creationId xmlns:a16="http://schemas.microsoft.com/office/drawing/2014/main" id="{2B2B5282-A400-4648-A0D5-F631F2545693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Cryo_14110">
            <a:extLst>
              <a:ext uri="{FF2B5EF4-FFF2-40B4-BE49-F238E27FC236}">
                <a16:creationId xmlns:a16="http://schemas.microsoft.com/office/drawing/2014/main" id="{561F1A14-4653-49F3-BA84-A701B47E6164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Cryo_14111">
            <a:extLst>
              <a:ext uri="{FF2B5EF4-FFF2-40B4-BE49-F238E27FC236}">
                <a16:creationId xmlns:a16="http://schemas.microsoft.com/office/drawing/2014/main" id="{0307A84B-752B-4F3E-9924-330D30C76AF5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Cryo_14112">
            <a:extLst>
              <a:ext uri="{FF2B5EF4-FFF2-40B4-BE49-F238E27FC236}">
                <a16:creationId xmlns:a16="http://schemas.microsoft.com/office/drawing/2014/main" id="{409F822C-76DE-4760-90CA-DAB0ABC3AB64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Cryo_14113">
            <a:extLst>
              <a:ext uri="{FF2B5EF4-FFF2-40B4-BE49-F238E27FC236}">
                <a16:creationId xmlns:a16="http://schemas.microsoft.com/office/drawing/2014/main" id="{0039FBEE-B162-4443-B879-3755432A0061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Cryo_14114">
            <a:extLst>
              <a:ext uri="{FF2B5EF4-FFF2-40B4-BE49-F238E27FC236}">
                <a16:creationId xmlns:a16="http://schemas.microsoft.com/office/drawing/2014/main" id="{BF016A3E-EBCD-45A8-A918-5CF5EFB2D639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Cryo_14115">
            <a:extLst>
              <a:ext uri="{FF2B5EF4-FFF2-40B4-BE49-F238E27FC236}">
                <a16:creationId xmlns:a16="http://schemas.microsoft.com/office/drawing/2014/main" id="{B8ECCD22-5BD5-42A1-AC4C-DF0B224C8788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Cryo_14116">
            <a:extLst>
              <a:ext uri="{FF2B5EF4-FFF2-40B4-BE49-F238E27FC236}">
                <a16:creationId xmlns:a16="http://schemas.microsoft.com/office/drawing/2014/main" id="{ABAF48C6-10EB-446A-83B9-24B863D12F5D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Cryo_14117">
            <a:extLst>
              <a:ext uri="{FF2B5EF4-FFF2-40B4-BE49-F238E27FC236}">
                <a16:creationId xmlns:a16="http://schemas.microsoft.com/office/drawing/2014/main" id="{8DF6940E-4CB4-4679-B0DB-54B1147FF923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Cryo_14118">
            <a:extLst>
              <a:ext uri="{FF2B5EF4-FFF2-40B4-BE49-F238E27FC236}">
                <a16:creationId xmlns:a16="http://schemas.microsoft.com/office/drawing/2014/main" id="{52B45F90-66B5-4FB3-9601-BF0E1C3E7B24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Cryo_14119">
            <a:extLst>
              <a:ext uri="{FF2B5EF4-FFF2-40B4-BE49-F238E27FC236}">
                <a16:creationId xmlns:a16="http://schemas.microsoft.com/office/drawing/2014/main" id="{942A8FEC-AFB0-45DF-A236-FADB64A53D8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Cryo_14120">
            <a:extLst>
              <a:ext uri="{FF2B5EF4-FFF2-40B4-BE49-F238E27FC236}">
                <a16:creationId xmlns:a16="http://schemas.microsoft.com/office/drawing/2014/main" id="{BA915BFB-FEB8-4FB6-AB8F-FED7B6F10AB2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Cryo_14121">
            <a:extLst>
              <a:ext uri="{FF2B5EF4-FFF2-40B4-BE49-F238E27FC236}">
                <a16:creationId xmlns:a16="http://schemas.microsoft.com/office/drawing/2014/main" id="{41BEAD54-DCE7-43CC-8C77-3D0B55EDE5D5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Cryo_14122">
            <a:extLst>
              <a:ext uri="{FF2B5EF4-FFF2-40B4-BE49-F238E27FC236}">
                <a16:creationId xmlns:a16="http://schemas.microsoft.com/office/drawing/2014/main" id="{6AA94371-73C7-431F-B1B7-E3C9643DA68B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Cryo_14123">
            <a:extLst>
              <a:ext uri="{FF2B5EF4-FFF2-40B4-BE49-F238E27FC236}">
                <a16:creationId xmlns:a16="http://schemas.microsoft.com/office/drawing/2014/main" id="{E967519D-5565-4F51-ACEB-37824642B3EF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Cryo_14124">
            <a:extLst>
              <a:ext uri="{FF2B5EF4-FFF2-40B4-BE49-F238E27FC236}">
                <a16:creationId xmlns:a16="http://schemas.microsoft.com/office/drawing/2014/main" id="{9FB83541-1B6E-4625-9C5E-78CB0EE8AACA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Cryo_14125">
            <a:extLst>
              <a:ext uri="{FF2B5EF4-FFF2-40B4-BE49-F238E27FC236}">
                <a16:creationId xmlns:a16="http://schemas.microsoft.com/office/drawing/2014/main" id="{E9F058DB-2693-424A-A0E5-14D4197F6552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Cryo_14126">
            <a:extLst>
              <a:ext uri="{FF2B5EF4-FFF2-40B4-BE49-F238E27FC236}">
                <a16:creationId xmlns:a16="http://schemas.microsoft.com/office/drawing/2014/main" id="{824D79C0-81A6-438F-8F13-F4B7A8DC5D86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Cryo_14127">
            <a:extLst>
              <a:ext uri="{FF2B5EF4-FFF2-40B4-BE49-F238E27FC236}">
                <a16:creationId xmlns:a16="http://schemas.microsoft.com/office/drawing/2014/main" id="{05408A0E-56F0-4F49-8320-925E926A04B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Cryo_14128">
            <a:extLst>
              <a:ext uri="{FF2B5EF4-FFF2-40B4-BE49-F238E27FC236}">
                <a16:creationId xmlns:a16="http://schemas.microsoft.com/office/drawing/2014/main" id="{CBC2426E-CFF6-4955-AFDA-E1FBCD87FE3C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Cryo_14129">
            <a:extLst>
              <a:ext uri="{FF2B5EF4-FFF2-40B4-BE49-F238E27FC236}">
                <a16:creationId xmlns:a16="http://schemas.microsoft.com/office/drawing/2014/main" id="{F2C1CE4F-FE05-447D-BAB4-B77B864249C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Cryo_14130">
            <a:extLst>
              <a:ext uri="{FF2B5EF4-FFF2-40B4-BE49-F238E27FC236}">
                <a16:creationId xmlns:a16="http://schemas.microsoft.com/office/drawing/2014/main" id="{D984A727-0E6F-420B-B48E-9993D16F2250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Cryo_14131">
            <a:extLst>
              <a:ext uri="{FF2B5EF4-FFF2-40B4-BE49-F238E27FC236}">
                <a16:creationId xmlns:a16="http://schemas.microsoft.com/office/drawing/2014/main" id="{51DE187B-657C-4E45-9A05-55B837B8B8E5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Cryo_14132">
            <a:extLst>
              <a:ext uri="{FF2B5EF4-FFF2-40B4-BE49-F238E27FC236}">
                <a16:creationId xmlns:a16="http://schemas.microsoft.com/office/drawing/2014/main" id="{069B5327-E5E8-4D3B-92CF-8CD34BF8D947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Cryo_14133">
            <a:extLst>
              <a:ext uri="{FF2B5EF4-FFF2-40B4-BE49-F238E27FC236}">
                <a16:creationId xmlns:a16="http://schemas.microsoft.com/office/drawing/2014/main" id="{1A01E97F-8AA4-4B07-AD77-1FE867292EEA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Cryo_14134">
            <a:extLst>
              <a:ext uri="{FF2B5EF4-FFF2-40B4-BE49-F238E27FC236}">
                <a16:creationId xmlns:a16="http://schemas.microsoft.com/office/drawing/2014/main" id="{B654BAF3-156D-4CAD-A988-5E9EED958841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Cryo_14135">
            <a:extLst>
              <a:ext uri="{FF2B5EF4-FFF2-40B4-BE49-F238E27FC236}">
                <a16:creationId xmlns:a16="http://schemas.microsoft.com/office/drawing/2014/main" id="{76E57A17-0AC2-4771-A79A-F82BAF35CCE7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Cryo_14136">
            <a:extLst>
              <a:ext uri="{FF2B5EF4-FFF2-40B4-BE49-F238E27FC236}">
                <a16:creationId xmlns:a16="http://schemas.microsoft.com/office/drawing/2014/main" id="{57B444AD-5C59-4921-B527-3DC4118583AC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Cryo_14137">
            <a:extLst>
              <a:ext uri="{FF2B5EF4-FFF2-40B4-BE49-F238E27FC236}">
                <a16:creationId xmlns:a16="http://schemas.microsoft.com/office/drawing/2014/main" id="{274A6D20-DE73-4EFA-ADCA-B745F73A1D14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Cryo_14138">
            <a:extLst>
              <a:ext uri="{FF2B5EF4-FFF2-40B4-BE49-F238E27FC236}">
                <a16:creationId xmlns:a16="http://schemas.microsoft.com/office/drawing/2014/main" id="{5F788347-7AA4-49B8-A199-BDB8D6758D8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Cryo_14139">
            <a:extLst>
              <a:ext uri="{FF2B5EF4-FFF2-40B4-BE49-F238E27FC236}">
                <a16:creationId xmlns:a16="http://schemas.microsoft.com/office/drawing/2014/main" id="{17B7DEE6-E32F-42C2-887D-BDC732A0DFBC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Cryo_14140">
            <a:extLst>
              <a:ext uri="{FF2B5EF4-FFF2-40B4-BE49-F238E27FC236}">
                <a16:creationId xmlns:a16="http://schemas.microsoft.com/office/drawing/2014/main" id="{4E95117D-3BA1-448C-8DCD-5FC7281CBB82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Cryo_14141">
            <a:extLst>
              <a:ext uri="{FF2B5EF4-FFF2-40B4-BE49-F238E27FC236}">
                <a16:creationId xmlns:a16="http://schemas.microsoft.com/office/drawing/2014/main" id="{8882163F-D5F4-472E-AC0D-C016545F2431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Cryo_14142">
            <a:extLst>
              <a:ext uri="{FF2B5EF4-FFF2-40B4-BE49-F238E27FC236}">
                <a16:creationId xmlns:a16="http://schemas.microsoft.com/office/drawing/2014/main" id="{3142BA22-CC52-44A2-95C1-E09070B9CBED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Cryo_14143">
            <a:extLst>
              <a:ext uri="{FF2B5EF4-FFF2-40B4-BE49-F238E27FC236}">
                <a16:creationId xmlns:a16="http://schemas.microsoft.com/office/drawing/2014/main" id="{B1DED506-4FBE-46DF-83A6-2C0877FC08F2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Cryo_14144">
            <a:extLst>
              <a:ext uri="{FF2B5EF4-FFF2-40B4-BE49-F238E27FC236}">
                <a16:creationId xmlns:a16="http://schemas.microsoft.com/office/drawing/2014/main" id="{E33623FA-A207-46ED-821B-6D38A66540CC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Cryo_14145">
            <a:extLst>
              <a:ext uri="{FF2B5EF4-FFF2-40B4-BE49-F238E27FC236}">
                <a16:creationId xmlns:a16="http://schemas.microsoft.com/office/drawing/2014/main" id="{2810254A-BF75-4A56-91A8-E1B2D5C5ED5F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Cryo_14146">
            <a:extLst>
              <a:ext uri="{FF2B5EF4-FFF2-40B4-BE49-F238E27FC236}">
                <a16:creationId xmlns:a16="http://schemas.microsoft.com/office/drawing/2014/main" id="{E9ADE9DD-724D-47ED-BBC0-B04D2582000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Cryo_14147">
            <a:extLst>
              <a:ext uri="{FF2B5EF4-FFF2-40B4-BE49-F238E27FC236}">
                <a16:creationId xmlns:a16="http://schemas.microsoft.com/office/drawing/2014/main" id="{6E6CFA85-EC45-4C6B-8B38-70107D8EB61B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Cryo_14148">
            <a:extLst>
              <a:ext uri="{FF2B5EF4-FFF2-40B4-BE49-F238E27FC236}">
                <a16:creationId xmlns:a16="http://schemas.microsoft.com/office/drawing/2014/main" id="{0010CA7C-32B9-400D-B886-FBBCD9312A6F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Cryo_14149">
            <a:extLst>
              <a:ext uri="{FF2B5EF4-FFF2-40B4-BE49-F238E27FC236}">
                <a16:creationId xmlns:a16="http://schemas.microsoft.com/office/drawing/2014/main" id="{FFE55E3A-4E11-406E-BB62-9A4126C1DB73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Cryo_14150">
            <a:extLst>
              <a:ext uri="{FF2B5EF4-FFF2-40B4-BE49-F238E27FC236}">
                <a16:creationId xmlns:a16="http://schemas.microsoft.com/office/drawing/2014/main" id="{3A700A12-0287-4154-81A6-8C6179B68022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Cryo_14151">
            <a:extLst>
              <a:ext uri="{FF2B5EF4-FFF2-40B4-BE49-F238E27FC236}">
                <a16:creationId xmlns:a16="http://schemas.microsoft.com/office/drawing/2014/main" id="{D0E350E4-C5DA-4BEB-845F-F3DBB5CA905A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Cryo_14152">
            <a:extLst>
              <a:ext uri="{FF2B5EF4-FFF2-40B4-BE49-F238E27FC236}">
                <a16:creationId xmlns:a16="http://schemas.microsoft.com/office/drawing/2014/main" id="{CF89DF6C-3E6A-4889-A085-30FE722FE2AE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Cryo_14153">
            <a:extLst>
              <a:ext uri="{FF2B5EF4-FFF2-40B4-BE49-F238E27FC236}">
                <a16:creationId xmlns:a16="http://schemas.microsoft.com/office/drawing/2014/main" id="{8467FC0A-5C60-4465-B57C-2E998C1F4472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Cryo_14154">
            <a:extLst>
              <a:ext uri="{FF2B5EF4-FFF2-40B4-BE49-F238E27FC236}">
                <a16:creationId xmlns:a16="http://schemas.microsoft.com/office/drawing/2014/main" id="{959CB46B-FAB6-4A4A-B13C-3251944B3FD4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Cryo_14155">
            <a:extLst>
              <a:ext uri="{FF2B5EF4-FFF2-40B4-BE49-F238E27FC236}">
                <a16:creationId xmlns:a16="http://schemas.microsoft.com/office/drawing/2014/main" id="{6425A99F-872D-41C5-8D47-A14AAB5F7E14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Cryo_14156">
            <a:extLst>
              <a:ext uri="{FF2B5EF4-FFF2-40B4-BE49-F238E27FC236}">
                <a16:creationId xmlns:a16="http://schemas.microsoft.com/office/drawing/2014/main" id="{EDC07F44-9A8E-4F8F-956C-5AD8918802BF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Cryo_14157">
            <a:extLst>
              <a:ext uri="{FF2B5EF4-FFF2-40B4-BE49-F238E27FC236}">
                <a16:creationId xmlns:a16="http://schemas.microsoft.com/office/drawing/2014/main" id="{CABD9975-43FA-40B4-8326-9B2830924119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Cryo_14158">
            <a:extLst>
              <a:ext uri="{FF2B5EF4-FFF2-40B4-BE49-F238E27FC236}">
                <a16:creationId xmlns:a16="http://schemas.microsoft.com/office/drawing/2014/main" id="{D61D4723-F077-47CB-802D-60E03E9B070F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Cryo_14159">
            <a:extLst>
              <a:ext uri="{FF2B5EF4-FFF2-40B4-BE49-F238E27FC236}">
                <a16:creationId xmlns:a16="http://schemas.microsoft.com/office/drawing/2014/main" id="{76D812A2-58B3-4F9F-AE7A-F092BCEBDCFA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Cryo_14160">
            <a:extLst>
              <a:ext uri="{FF2B5EF4-FFF2-40B4-BE49-F238E27FC236}">
                <a16:creationId xmlns:a16="http://schemas.microsoft.com/office/drawing/2014/main" id="{81B314FF-09CB-419B-A998-8502BD3541E8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Cryo_14161">
            <a:extLst>
              <a:ext uri="{FF2B5EF4-FFF2-40B4-BE49-F238E27FC236}">
                <a16:creationId xmlns:a16="http://schemas.microsoft.com/office/drawing/2014/main" id="{F95D86E3-F05C-448B-9F7C-52AF49ECD51E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Cryo_14162">
            <a:extLst>
              <a:ext uri="{FF2B5EF4-FFF2-40B4-BE49-F238E27FC236}">
                <a16:creationId xmlns:a16="http://schemas.microsoft.com/office/drawing/2014/main" id="{2233680B-68BA-4DB1-AE38-34556FD4D556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Cryo_14163">
            <a:extLst>
              <a:ext uri="{FF2B5EF4-FFF2-40B4-BE49-F238E27FC236}">
                <a16:creationId xmlns:a16="http://schemas.microsoft.com/office/drawing/2014/main" id="{6041D431-E8A7-4D07-8AAE-D979FFA5C80E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Cryo_14164">
            <a:extLst>
              <a:ext uri="{FF2B5EF4-FFF2-40B4-BE49-F238E27FC236}">
                <a16:creationId xmlns:a16="http://schemas.microsoft.com/office/drawing/2014/main" id="{0B99474F-0094-4508-A56D-3618034E3883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Cryo_14165">
            <a:extLst>
              <a:ext uri="{FF2B5EF4-FFF2-40B4-BE49-F238E27FC236}">
                <a16:creationId xmlns:a16="http://schemas.microsoft.com/office/drawing/2014/main" id="{C641ACAB-58CB-4020-8337-7FC676BD27DD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Cryo_14166">
            <a:extLst>
              <a:ext uri="{FF2B5EF4-FFF2-40B4-BE49-F238E27FC236}">
                <a16:creationId xmlns:a16="http://schemas.microsoft.com/office/drawing/2014/main" id="{DE915B7E-B557-42BC-8A37-B67F38CFEADB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Cryo_14167">
            <a:extLst>
              <a:ext uri="{FF2B5EF4-FFF2-40B4-BE49-F238E27FC236}">
                <a16:creationId xmlns:a16="http://schemas.microsoft.com/office/drawing/2014/main" id="{9E5F1D23-40B8-4D69-85E1-4151F68D8ED7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Cryo_14168">
            <a:extLst>
              <a:ext uri="{FF2B5EF4-FFF2-40B4-BE49-F238E27FC236}">
                <a16:creationId xmlns:a16="http://schemas.microsoft.com/office/drawing/2014/main" id="{32DE53CF-BD65-4FBC-846A-5EAD57E0E724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Cryo_14169">
            <a:extLst>
              <a:ext uri="{FF2B5EF4-FFF2-40B4-BE49-F238E27FC236}">
                <a16:creationId xmlns:a16="http://schemas.microsoft.com/office/drawing/2014/main" id="{39D1CA28-3BFD-4DF9-AD3B-0FD9991F78E4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Cryo_14170">
            <a:extLst>
              <a:ext uri="{FF2B5EF4-FFF2-40B4-BE49-F238E27FC236}">
                <a16:creationId xmlns:a16="http://schemas.microsoft.com/office/drawing/2014/main" id="{7F6B7E7E-E032-41ED-8F07-334E8FE2B60B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Cryo_14171">
            <a:extLst>
              <a:ext uri="{FF2B5EF4-FFF2-40B4-BE49-F238E27FC236}">
                <a16:creationId xmlns:a16="http://schemas.microsoft.com/office/drawing/2014/main" id="{7B7A740F-C81D-4B30-97EF-641486953A62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Cryo_14172">
            <a:extLst>
              <a:ext uri="{FF2B5EF4-FFF2-40B4-BE49-F238E27FC236}">
                <a16:creationId xmlns:a16="http://schemas.microsoft.com/office/drawing/2014/main" id="{7A4F0A10-9A33-4A51-BFFD-0C65CCB417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Cryo_14173">
            <a:extLst>
              <a:ext uri="{FF2B5EF4-FFF2-40B4-BE49-F238E27FC236}">
                <a16:creationId xmlns:a16="http://schemas.microsoft.com/office/drawing/2014/main" id="{2B6DBEBC-8047-4CF3-8025-BC0D799A7949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Cryo_14174">
            <a:extLst>
              <a:ext uri="{FF2B5EF4-FFF2-40B4-BE49-F238E27FC236}">
                <a16:creationId xmlns:a16="http://schemas.microsoft.com/office/drawing/2014/main" id="{9EF25936-C4C9-44AA-A16E-6F7FECAC15EA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Cryo_14175">
            <a:extLst>
              <a:ext uri="{FF2B5EF4-FFF2-40B4-BE49-F238E27FC236}">
                <a16:creationId xmlns:a16="http://schemas.microsoft.com/office/drawing/2014/main" id="{E38BFE1D-FF6A-47AC-9794-36B6D7E22BD4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Cryo_14176">
            <a:extLst>
              <a:ext uri="{FF2B5EF4-FFF2-40B4-BE49-F238E27FC236}">
                <a16:creationId xmlns:a16="http://schemas.microsoft.com/office/drawing/2014/main" id="{F92FD536-DD5A-483B-91E7-BB79EEBB88E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Cryo_14177">
            <a:extLst>
              <a:ext uri="{FF2B5EF4-FFF2-40B4-BE49-F238E27FC236}">
                <a16:creationId xmlns:a16="http://schemas.microsoft.com/office/drawing/2014/main" id="{363F9265-077E-4E5B-BE1E-B9E3B6A621FD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Cryo_14178">
            <a:extLst>
              <a:ext uri="{FF2B5EF4-FFF2-40B4-BE49-F238E27FC236}">
                <a16:creationId xmlns:a16="http://schemas.microsoft.com/office/drawing/2014/main" id="{C1C439D5-8303-461C-A4D1-CC5F9D34A466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Cryo_14179">
            <a:extLst>
              <a:ext uri="{FF2B5EF4-FFF2-40B4-BE49-F238E27FC236}">
                <a16:creationId xmlns:a16="http://schemas.microsoft.com/office/drawing/2014/main" id="{2FAD9A1A-4C4E-42D4-9E2C-46CAECC1DF68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Cryo_14180">
            <a:extLst>
              <a:ext uri="{FF2B5EF4-FFF2-40B4-BE49-F238E27FC236}">
                <a16:creationId xmlns:a16="http://schemas.microsoft.com/office/drawing/2014/main" id="{6417B937-E781-4842-AFA6-9BF5AB05230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Cryo_14181">
            <a:extLst>
              <a:ext uri="{FF2B5EF4-FFF2-40B4-BE49-F238E27FC236}">
                <a16:creationId xmlns:a16="http://schemas.microsoft.com/office/drawing/2014/main" id="{8DCCFB97-4CC6-4D64-BCD0-28B08D3A7B49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Cryo_14182">
            <a:extLst>
              <a:ext uri="{FF2B5EF4-FFF2-40B4-BE49-F238E27FC236}">
                <a16:creationId xmlns:a16="http://schemas.microsoft.com/office/drawing/2014/main" id="{253CACDB-B54D-438E-9A0F-3198E377A15A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Cryo_14183">
            <a:extLst>
              <a:ext uri="{FF2B5EF4-FFF2-40B4-BE49-F238E27FC236}">
                <a16:creationId xmlns:a16="http://schemas.microsoft.com/office/drawing/2014/main" id="{FE1E3F54-96EF-4905-8A05-2471B377079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Cryo_14184">
            <a:extLst>
              <a:ext uri="{FF2B5EF4-FFF2-40B4-BE49-F238E27FC236}">
                <a16:creationId xmlns:a16="http://schemas.microsoft.com/office/drawing/2014/main" id="{2FF13644-5142-4492-8753-E3A20B9CD4D0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Cryo_14185">
            <a:extLst>
              <a:ext uri="{FF2B5EF4-FFF2-40B4-BE49-F238E27FC236}">
                <a16:creationId xmlns:a16="http://schemas.microsoft.com/office/drawing/2014/main" id="{FE0212F9-769A-4C19-A22C-8F5452B25EFB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Cryo_14186">
            <a:extLst>
              <a:ext uri="{FF2B5EF4-FFF2-40B4-BE49-F238E27FC236}">
                <a16:creationId xmlns:a16="http://schemas.microsoft.com/office/drawing/2014/main" id="{57B06BD5-549F-4E38-9592-F8445B88175A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Cryo_14187">
            <a:extLst>
              <a:ext uri="{FF2B5EF4-FFF2-40B4-BE49-F238E27FC236}">
                <a16:creationId xmlns:a16="http://schemas.microsoft.com/office/drawing/2014/main" id="{7EAEFAAD-F593-40E1-8121-67B9837EA240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Cryo_14188">
            <a:extLst>
              <a:ext uri="{FF2B5EF4-FFF2-40B4-BE49-F238E27FC236}">
                <a16:creationId xmlns:a16="http://schemas.microsoft.com/office/drawing/2014/main" id="{77C456CD-874F-48E1-BA86-9E81EFBDE005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Cryo_14189">
            <a:extLst>
              <a:ext uri="{FF2B5EF4-FFF2-40B4-BE49-F238E27FC236}">
                <a16:creationId xmlns:a16="http://schemas.microsoft.com/office/drawing/2014/main" id="{16BF9E90-DFA6-433B-A680-FAF0F3A64C37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Cryo_14190">
            <a:extLst>
              <a:ext uri="{FF2B5EF4-FFF2-40B4-BE49-F238E27FC236}">
                <a16:creationId xmlns:a16="http://schemas.microsoft.com/office/drawing/2014/main" id="{8A885728-79CD-4F4E-9852-A4E533975A1D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Cryo_14191">
            <a:extLst>
              <a:ext uri="{FF2B5EF4-FFF2-40B4-BE49-F238E27FC236}">
                <a16:creationId xmlns:a16="http://schemas.microsoft.com/office/drawing/2014/main" id="{D254DD75-273D-401C-8ABF-121705C82611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Cryo_14192">
            <a:extLst>
              <a:ext uri="{FF2B5EF4-FFF2-40B4-BE49-F238E27FC236}">
                <a16:creationId xmlns:a16="http://schemas.microsoft.com/office/drawing/2014/main" id="{177E3564-008C-4EEF-839C-2F7A6BA4FFF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Cryo_14193">
            <a:extLst>
              <a:ext uri="{FF2B5EF4-FFF2-40B4-BE49-F238E27FC236}">
                <a16:creationId xmlns:a16="http://schemas.microsoft.com/office/drawing/2014/main" id="{233B3FDB-7118-44E6-88E8-4854EE8A84B3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Cryo_14194">
            <a:extLst>
              <a:ext uri="{FF2B5EF4-FFF2-40B4-BE49-F238E27FC236}">
                <a16:creationId xmlns:a16="http://schemas.microsoft.com/office/drawing/2014/main" id="{A90416C0-5056-4B29-8C54-5C962FA88EDE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Cryo_14195">
            <a:extLst>
              <a:ext uri="{FF2B5EF4-FFF2-40B4-BE49-F238E27FC236}">
                <a16:creationId xmlns:a16="http://schemas.microsoft.com/office/drawing/2014/main" id="{C28E6E95-DEE6-47C4-938C-C2BB564FB34D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Cryo_14196">
            <a:extLst>
              <a:ext uri="{FF2B5EF4-FFF2-40B4-BE49-F238E27FC236}">
                <a16:creationId xmlns:a16="http://schemas.microsoft.com/office/drawing/2014/main" id="{A38DB492-48E6-47A6-99F7-03B2FB09A84F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Cryo_14197">
            <a:extLst>
              <a:ext uri="{FF2B5EF4-FFF2-40B4-BE49-F238E27FC236}">
                <a16:creationId xmlns:a16="http://schemas.microsoft.com/office/drawing/2014/main" id="{0D10FE9B-43DC-421F-A240-B51E3B824189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Cryo_14198">
            <a:extLst>
              <a:ext uri="{FF2B5EF4-FFF2-40B4-BE49-F238E27FC236}">
                <a16:creationId xmlns:a16="http://schemas.microsoft.com/office/drawing/2014/main" id="{E25AE05F-3CF1-4323-9A28-9253FECE3247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Cryo_14199">
            <a:extLst>
              <a:ext uri="{FF2B5EF4-FFF2-40B4-BE49-F238E27FC236}">
                <a16:creationId xmlns:a16="http://schemas.microsoft.com/office/drawing/2014/main" id="{D47BCB70-369E-41BB-9458-E65775836941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Cryo_14200">
            <a:extLst>
              <a:ext uri="{FF2B5EF4-FFF2-40B4-BE49-F238E27FC236}">
                <a16:creationId xmlns:a16="http://schemas.microsoft.com/office/drawing/2014/main" id="{FAB6BBE9-8670-4E37-B1EA-2091BC07C17F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Cryo_14201">
            <a:extLst>
              <a:ext uri="{FF2B5EF4-FFF2-40B4-BE49-F238E27FC236}">
                <a16:creationId xmlns:a16="http://schemas.microsoft.com/office/drawing/2014/main" id="{FD904C93-3603-432A-8553-A31C21EB5D56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Cryo_14202">
            <a:extLst>
              <a:ext uri="{FF2B5EF4-FFF2-40B4-BE49-F238E27FC236}">
                <a16:creationId xmlns:a16="http://schemas.microsoft.com/office/drawing/2014/main" id="{5606207E-6955-4FAE-A839-DA516CB11206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Cryo_14203">
            <a:extLst>
              <a:ext uri="{FF2B5EF4-FFF2-40B4-BE49-F238E27FC236}">
                <a16:creationId xmlns:a16="http://schemas.microsoft.com/office/drawing/2014/main" id="{26566D7B-3275-48FC-BAFA-DBED6B8A6F55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Cryo_14204">
            <a:extLst>
              <a:ext uri="{FF2B5EF4-FFF2-40B4-BE49-F238E27FC236}">
                <a16:creationId xmlns:a16="http://schemas.microsoft.com/office/drawing/2014/main" id="{F882E329-5653-4423-9747-A8FFEB790869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Cryo_14205">
            <a:extLst>
              <a:ext uri="{FF2B5EF4-FFF2-40B4-BE49-F238E27FC236}">
                <a16:creationId xmlns:a16="http://schemas.microsoft.com/office/drawing/2014/main" id="{BB612912-90F4-408F-A2BD-822C1D9CAD7A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Cryo_14206">
            <a:extLst>
              <a:ext uri="{FF2B5EF4-FFF2-40B4-BE49-F238E27FC236}">
                <a16:creationId xmlns:a16="http://schemas.microsoft.com/office/drawing/2014/main" id="{A4A01866-5A06-45BA-AD02-813AF8A29458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Cryo_14207">
            <a:extLst>
              <a:ext uri="{FF2B5EF4-FFF2-40B4-BE49-F238E27FC236}">
                <a16:creationId xmlns:a16="http://schemas.microsoft.com/office/drawing/2014/main" id="{5DB88D7E-591F-4F95-A15C-ABFC06625A0A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Cryo_14208">
            <a:extLst>
              <a:ext uri="{FF2B5EF4-FFF2-40B4-BE49-F238E27FC236}">
                <a16:creationId xmlns:a16="http://schemas.microsoft.com/office/drawing/2014/main" id="{7998A5BE-1110-4061-880B-21759EB1FBE2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Cryo_14209">
            <a:extLst>
              <a:ext uri="{FF2B5EF4-FFF2-40B4-BE49-F238E27FC236}">
                <a16:creationId xmlns:a16="http://schemas.microsoft.com/office/drawing/2014/main" id="{355B9E01-EF7F-478E-B95F-A85A8BCBAF20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Cryo_14210">
            <a:extLst>
              <a:ext uri="{FF2B5EF4-FFF2-40B4-BE49-F238E27FC236}">
                <a16:creationId xmlns:a16="http://schemas.microsoft.com/office/drawing/2014/main" id="{97A012C9-73F2-4792-9D14-1C46856B0F1D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Cryo_14211">
            <a:extLst>
              <a:ext uri="{FF2B5EF4-FFF2-40B4-BE49-F238E27FC236}">
                <a16:creationId xmlns:a16="http://schemas.microsoft.com/office/drawing/2014/main" id="{19FCBBBB-B6D3-474C-B16B-E549DC9397EA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Cryo_14212">
            <a:extLst>
              <a:ext uri="{FF2B5EF4-FFF2-40B4-BE49-F238E27FC236}">
                <a16:creationId xmlns:a16="http://schemas.microsoft.com/office/drawing/2014/main" id="{50B3EC2C-FCC0-4293-9C95-46F38EF2CBDC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Cryo_14213">
            <a:extLst>
              <a:ext uri="{FF2B5EF4-FFF2-40B4-BE49-F238E27FC236}">
                <a16:creationId xmlns:a16="http://schemas.microsoft.com/office/drawing/2014/main" id="{4FE7AC21-DFF4-4244-B3DF-935EDA4B70F4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Cryo_14214">
            <a:extLst>
              <a:ext uri="{FF2B5EF4-FFF2-40B4-BE49-F238E27FC236}">
                <a16:creationId xmlns:a16="http://schemas.microsoft.com/office/drawing/2014/main" id="{5A8888BD-C67A-4830-A4A2-702895A1C13B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Cryo_14215">
            <a:extLst>
              <a:ext uri="{FF2B5EF4-FFF2-40B4-BE49-F238E27FC236}">
                <a16:creationId xmlns:a16="http://schemas.microsoft.com/office/drawing/2014/main" id="{9412F935-0167-4D44-AD95-A10082A6764F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Cryo_14216">
            <a:extLst>
              <a:ext uri="{FF2B5EF4-FFF2-40B4-BE49-F238E27FC236}">
                <a16:creationId xmlns:a16="http://schemas.microsoft.com/office/drawing/2014/main" id="{AC38C26F-62E6-4BD6-9E80-0A8BCEE14F4C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Cryo_14217">
            <a:extLst>
              <a:ext uri="{FF2B5EF4-FFF2-40B4-BE49-F238E27FC236}">
                <a16:creationId xmlns:a16="http://schemas.microsoft.com/office/drawing/2014/main" id="{4604EA45-E358-43D0-83F9-B79B5ACAD9AB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Cryo_14218">
            <a:extLst>
              <a:ext uri="{FF2B5EF4-FFF2-40B4-BE49-F238E27FC236}">
                <a16:creationId xmlns:a16="http://schemas.microsoft.com/office/drawing/2014/main" id="{92456394-DC81-4ED1-937C-D2A2DC7FC6E6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Cryo_14219">
            <a:extLst>
              <a:ext uri="{FF2B5EF4-FFF2-40B4-BE49-F238E27FC236}">
                <a16:creationId xmlns:a16="http://schemas.microsoft.com/office/drawing/2014/main" id="{3FF4B433-8D99-459C-ABD1-4CD1977211B3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Cryo_14220">
            <a:extLst>
              <a:ext uri="{FF2B5EF4-FFF2-40B4-BE49-F238E27FC236}">
                <a16:creationId xmlns:a16="http://schemas.microsoft.com/office/drawing/2014/main" id="{9F1FA588-81BD-45C9-BB34-849DE5C6D041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Cryo_14221">
            <a:extLst>
              <a:ext uri="{FF2B5EF4-FFF2-40B4-BE49-F238E27FC236}">
                <a16:creationId xmlns:a16="http://schemas.microsoft.com/office/drawing/2014/main" id="{07CC9AFB-9867-40D4-B8D2-6FD2E3E38C19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Cryo_14222">
            <a:extLst>
              <a:ext uri="{FF2B5EF4-FFF2-40B4-BE49-F238E27FC236}">
                <a16:creationId xmlns:a16="http://schemas.microsoft.com/office/drawing/2014/main" id="{85C514EE-1205-4E4D-8A7F-CAC7C9B1A29B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Cryo_14223">
            <a:extLst>
              <a:ext uri="{FF2B5EF4-FFF2-40B4-BE49-F238E27FC236}">
                <a16:creationId xmlns:a16="http://schemas.microsoft.com/office/drawing/2014/main" id="{A586DBBA-B9BD-4AFE-8899-2F68D2BF0D9C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Cryo_14224">
            <a:extLst>
              <a:ext uri="{FF2B5EF4-FFF2-40B4-BE49-F238E27FC236}">
                <a16:creationId xmlns:a16="http://schemas.microsoft.com/office/drawing/2014/main" id="{6517CA13-B4FB-42E2-8D92-BF35BE1C861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Cryo_14225">
            <a:extLst>
              <a:ext uri="{FF2B5EF4-FFF2-40B4-BE49-F238E27FC236}">
                <a16:creationId xmlns:a16="http://schemas.microsoft.com/office/drawing/2014/main" id="{274B2D93-793F-4B2F-AF50-824EF986A644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Cryo_14226">
            <a:extLst>
              <a:ext uri="{FF2B5EF4-FFF2-40B4-BE49-F238E27FC236}">
                <a16:creationId xmlns:a16="http://schemas.microsoft.com/office/drawing/2014/main" id="{94CF65D7-D4AA-4E40-8BF3-AC57F7AA1334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Cryo_14227">
            <a:extLst>
              <a:ext uri="{FF2B5EF4-FFF2-40B4-BE49-F238E27FC236}">
                <a16:creationId xmlns:a16="http://schemas.microsoft.com/office/drawing/2014/main" id="{00AF9F29-1AB5-445E-B34E-FA454A14E0C7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Cryo_14228">
            <a:extLst>
              <a:ext uri="{FF2B5EF4-FFF2-40B4-BE49-F238E27FC236}">
                <a16:creationId xmlns:a16="http://schemas.microsoft.com/office/drawing/2014/main" id="{B3ECE069-207F-4882-A61B-41ADF88B37FC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Cryo_14229">
            <a:extLst>
              <a:ext uri="{FF2B5EF4-FFF2-40B4-BE49-F238E27FC236}">
                <a16:creationId xmlns:a16="http://schemas.microsoft.com/office/drawing/2014/main" id="{BF8525FB-B50B-4983-80C3-5B19D47DDC31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Cryo_14230">
            <a:extLst>
              <a:ext uri="{FF2B5EF4-FFF2-40B4-BE49-F238E27FC236}">
                <a16:creationId xmlns:a16="http://schemas.microsoft.com/office/drawing/2014/main" id="{BC6B089C-0C23-46AA-9A04-2A69ED2BEC8D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Cryo_14231">
            <a:extLst>
              <a:ext uri="{FF2B5EF4-FFF2-40B4-BE49-F238E27FC236}">
                <a16:creationId xmlns:a16="http://schemas.microsoft.com/office/drawing/2014/main" id="{E4B41BAA-4DB8-41A3-AEA5-6C26CBF670AD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Cryo_14232">
            <a:extLst>
              <a:ext uri="{FF2B5EF4-FFF2-40B4-BE49-F238E27FC236}">
                <a16:creationId xmlns:a16="http://schemas.microsoft.com/office/drawing/2014/main" id="{0FA38ADC-41BA-48A0-BFB9-43A154635BC5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Cryo_14233">
            <a:extLst>
              <a:ext uri="{FF2B5EF4-FFF2-40B4-BE49-F238E27FC236}">
                <a16:creationId xmlns:a16="http://schemas.microsoft.com/office/drawing/2014/main" id="{FBB20026-DC8F-4E62-95FA-ED8969AD3F17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Cryo_14234">
            <a:extLst>
              <a:ext uri="{FF2B5EF4-FFF2-40B4-BE49-F238E27FC236}">
                <a16:creationId xmlns:a16="http://schemas.microsoft.com/office/drawing/2014/main" id="{16FC794D-8C6E-49B6-939F-22886838DA5F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Cryo_14235">
            <a:extLst>
              <a:ext uri="{FF2B5EF4-FFF2-40B4-BE49-F238E27FC236}">
                <a16:creationId xmlns:a16="http://schemas.microsoft.com/office/drawing/2014/main" id="{A81D59DA-93B9-4C98-813D-29438BF7DEA7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Cryo_14236">
            <a:extLst>
              <a:ext uri="{FF2B5EF4-FFF2-40B4-BE49-F238E27FC236}">
                <a16:creationId xmlns:a16="http://schemas.microsoft.com/office/drawing/2014/main" id="{E6DEC166-2591-4151-8163-CEF6A41C7E66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Cryo_14237">
            <a:extLst>
              <a:ext uri="{FF2B5EF4-FFF2-40B4-BE49-F238E27FC236}">
                <a16:creationId xmlns:a16="http://schemas.microsoft.com/office/drawing/2014/main" id="{9C1623C4-3E9C-49CF-87E3-CA6D8324F484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Cryo_14238">
            <a:extLst>
              <a:ext uri="{FF2B5EF4-FFF2-40B4-BE49-F238E27FC236}">
                <a16:creationId xmlns:a16="http://schemas.microsoft.com/office/drawing/2014/main" id="{D5BF6282-3622-43B1-8713-FE13C3749966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Cryo_14239">
            <a:extLst>
              <a:ext uri="{FF2B5EF4-FFF2-40B4-BE49-F238E27FC236}">
                <a16:creationId xmlns:a16="http://schemas.microsoft.com/office/drawing/2014/main" id="{19367DF5-9A06-48A9-8CA5-73EFCE598C5B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Cryo_14240">
            <a:extLst>
              <a:ext uri="{FF2B5EF4-FFF2-40B4-BE49-F238E27FC236}">
                <a16:creationId xmlns:a16="http://schemas.microsoft.com/office/drawing/2014/main" id="{35D9D64E-0F14-460D-9628-F5F730DCB106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Cryo_14241">
            <a:extLst>
              <a:ext uri="{FF2B5EF4-FFF2-40B4-BE49-F238E27FC236}">
                <a16:creationId xmlns:a16="http://schemas.microsoft.com/office/drawing/2014/main" id="{F394E364-757F-494A-9667-FF85C22E0089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Cryo_14242">
            <a:extLst>
              <a:ext uri="{FF2B5EF4-FFF2-40B4-BE49-F238E27FC236}">
                <a16:creationId xmlns:a16="http://schemas.microsoft.com/office/drawing/2014/main" id="{DADBB475-546F-49F9-ADB7-6DD34A67DAC2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Cryo_14243">
            <a:extLst>
              <a:ext uri="{FF2B5EF4-FFF2-40B4-BE49-F238E27FC236}">
                <a16:creationId xmlns:a16="http://schemas.microsoft.com/office/drawing/2014/main" id="{6FF45FE6-D6C9-46EA-B533-E60F2C4C1FAC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Cryo_14244">
            <a:extLst>
              <a:ext uri="{FF2B5EF4-FFF2-40B4-BE49-F238E27FC236}">
                <a16:creationId xmlns:a16="http://schemas.microsoft.com/office/drawing/2014/main" id="{96311C1E-7C9A-4470-9C32-7A7FAE5E0266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Cryo_14245">
            <a:extLst>
              <a:ext uri="{FF2B5EF4-FFF2-40B4-BE49-F238E27FC236}">
                <a16:creationId xmlns:a16="http://schemas.microsoft.com/office/drawing/2014/main" id="{383A1363-4B47-40F3-81CE-3E3D77F91C6A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Cryo_14246">
            <a:extLst>
              <a:ext uri="{FF2B5EF4-FFF2-40B4-BE49-F238E27FC236}">
                <a16:creationId xmlns:a16="http://schemas.microsoft.com/office/drawing/2014/main" id="{E1A9C0DE-44FF-423D-A4A9-AE52C6E59E9A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Cryo_14247">
            <a:extLst>
              <a:ext uri="{FF2B5EF4-FFF2-40B4-BE49-F238E27FC236}">
                <a16:creationId xmlns:a16="http://schemas.microsoft.com/office/drawing/2014/main" id="{C9550E00-B028-41D6-A9D1-3F16C8722404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Cryo_14248">
            <a:extLst>
              <a:ext uri="{FF2B5EF4-FFF2-40B4-BE49-F238E27FC236}">
                <a16:creationId xmlns:a16="http://schemas.microsoft.com/office/drawing/2014/main" id="{15C08FEA-DF9F-4404-AD0C-B34C3CA63F90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Cryo_14249">
            <a:extLst>
              <a:ext uri="{FF2B5EF4-FFF2-40B4-BE49-F238E27FC236}">
                <a16:creationId xmlns:a16="http://schemas.microsoft.com/office/drawing/2014/main" id="{93334CD4-2CB7-4BE6-95A1-5BDC600DD063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Cryo_14250">
            <a:extLst>
              <a:ext uri="{FF2B5EF4-FFF2-40B4-BE49-F238E27FC236}">
                <a16:creationId xmlns:a16="http://schemas.microsoft.com/office/drawing/2014/main" id="{9E6D629A-BD51-4CE4-8480-B8FEF5EBDD00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Cryo_14251">
            <a:extLst>
              <a:ext uri="{FF2B5EF4-FFF2-40B4-BE49-F238E27FC236}">
                <a16:creationId xmlns:a16="http://schemas.microsoft.com/office/drawing/2014/main" id="{889D3657-790A-4649-B9FC-EA4444036B0C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Cryo_14252">
            <a:extLst>
              <a:ext uri="{FF2B5EF4-FFF2-40B4-BE49-F238E27FC236}">
                <a16:creationId xmlns:a16="http://schemas.microsoft.com/office/drawing/2014/main" id="{3C075A71-AACC-4036-842F-A173A705344D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Cryo_14253">
            <a:extLst>
              <a:ext uri="{FF2B5EF4-FFF2-40B4-BE49-F238E27FC236}">
                <a16:creationId xmlns:a16="http://schemas.microsoft.com/office/drawing/2014/main" id="{C694FBCA-55A3-4E3B-946B-75E81351734D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Cryo_14254">
            <a:extLst>
              <a:ext uri="{FF2B5EF4-FFF2-40B4-BE49-F238E27FC236}">
                <a16:creationId xmlns:a16="http://schemas.microsoft.com/office/drawing/2014/main" id="{233D5561-90CF-444D-96BE-8A2EDA749640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Cryo_14255">
            <a:extLst>
              <a:ext uri="{FF2B5EF4-FFF2-40B4-BE49-F238E27FC236}">
                <a16:creationId xmlns:a16="http://schemas.microsoft.com/office/drawing/2014/main" id="{9F6DC25A-11AA-4E9E-901B-88DA51C1FCF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Cryo_14256">
            <a:extLst>
              <a:ext uri="{FF2B5EF4-FFF2-40B4-BE49-F238E27FC236}">
                <a16:creationId xmlns:a16="http://schemas.microsoft.com/office/drawing/2014/main" id="{B0DD4C9C-2F0B-4071-BFAA-F65B7FADFA20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Cryo_14257">
            <a:extLst>
              <a:ext uri="{FF2B5EF4-FFF2-40B4-BE49-F238E27FC236}">
                <a16:creationId xmlns:a16="http://schemas.microsoft.com/office/drawing/2014/main" id="{D8DA45EE-C8B0-4865-9B00-3867BF56A859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Cryo_14258">
            <a:extLst>
              <a:ext uri="{FF2B5EF4-FFF2-40B4-BE49-F238E27FC236}">
                <a16:creationId xmlns:a16="http://schemas.microsoft.com/office/drawing/2014/main" id="{3E1F3E47-5F8F-43A6-A40F-3BA9BFE39A34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Cryo_14259">
            <a:extLst>
              <a:ext uri="{FF2B5EF4-FFF2-40B4-BE49-F238E27FC236}">
                <a16:creationId xmlns:a16="http://schemas.microsoft.com/office/drawing/2014/main" id="{74F3F128-9BDC-4F2D-ABFC-E239744CBD28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Cryo_14260">
            <a:extLst>
              <a:ext uri="{FF2B5EF4-FFF2-40B4-BE49-F238E27FC236}">
                <a16:creationId xmlns:a16="http://schemas.microsoft.com/office/drawing/2014/main" id="{2DCFC02C-FD04-4DFD-B929-2C9107B83D1A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Cryo_14261">
            <a:extLst>
              <a:ext uri="{FF2B5EF4-FFF2-40B4-BE49-F238E27FC236}">
                <a16:creationId xmlns:a16="http://schemas.microsoft.com/office/drawing/2014/main" id="{A14ADA0C-6560-40C5-919B-6BF43C1BBC0D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Cryo_14262">
            <a:extLst>
              <a:ext uri="{FF2B5EF4-FFF2-40B4-BE49-F238E27FC236}">
                <a16:creationId xmlns:a16="http://schemas.microsoft.com/office/drawing/2014/main" id="{1A71B423-95B1-4CAC-A9D2-0C18BDBB243D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Cryo_14263">
            <a:extLst>
              <a:ext uri="{FF2B5EF4-FFF2-40B4-BE49-F238E27FC236}">
                <a16:creationId xmlns:a16="http://schemas.microsoft.com/office/drawing/2014/main" id="{2E2FAA72-B1D9-4136-8649-50609467D8A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Cryo_14264">
            <a:extLst>
              <a:ext uri="{FF2B5EF4-FFF2-40B4-BE49-F238E27FC236}">
                <a16:creationId xmlns:a16="http://schemas.microsoft.com/office/drawing/2014/main" id="{2D7A6C7F-24BD-40F1-A5EB-619B368C48ED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Cryo_14265">
            <a:extLst>
              <a:ext uri="{FF2B5EF4-FFF2-40B4-BE49-F238E27FC236}">
                <a16:creationId xmlns:a16="http://schemas.microsoft.com/office/drawing/2014/main" id="{1FF29E58-6B47-4D5A-941F-AF4FFA59722D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Cryo_14266">
            <a:extLst>
              <a:ext uri="{FF2B5EF4-FFF2-40B4-BE49-F238E27FC236}">
                <a16:creationId xmlns:a16="http://schemas.microsoft.com/office/drawing/2014/main" id="{BDF465EB-7332-4299-9645-3C39F165420B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Cryo_14267">
            <a:extLst>
              <a:ext uri="{FF2B5EF4-FFF2-40B4-BE49-F238E27FC236}">
                <a16:creationId xmlns:a16="http://schemas.microsoft.com/office/drawing/2014/main" id="{C2187A09-F576-44D6-B7A2-38CDA78C30B1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Cryo_14268">
            <a:extLst>
              <a:ext uri="{FF2B5EF4-FFF2-40B4-BE49-F238E27FC236}">
                <a16:creationId xmlns:a16="http://schemas.microsoft.com/office/drawing/2014/main" id="{06DF0662-56F9-4AA0-832E-A0A92F70F09D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Cryo_14269">
            <a:extLst>
              <a:ext uri="{FF2B5EF4-FFF2-40B4-BE49-F238E27FC236}">
                <a16:creationId xmlns:a16="http://schemas.microsoft.com/office/drawing/2014/main" id="{88F691EB-BD7E-44E3-84F3-BCC171895D3A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Cryo_14270">
            <a:extLst>
              <a:ext uri="{FF2B5EF4-FFF2-40B4-BE49-F238E27FC236}">
                <a16:creationId xmlns:a16="http://schemas.microsoft.com/office/drawing/2014/main" id="{76C4F69E-532A-4B5D-A257-B9626ED3E3AA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Cryo_14271">
            <a:extLst>
              <a:ext uri="{FF2B5EF4-FFF2-40B4-BE49-F238E27FC236}">
                <a16:creationId xmlns:a16="http://schemas.microsoft.com/office/drawing/2014/main" id="{CF87B94F-B0D4-4E1A-9CBC-2D562FC4E7B6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Cryo_14272">
            <a:extLst>
              <a:ext uri="{FF2B5EF4-FFF2-40B4-BE49-F238E27FC236}">
                <a16:creationId xmlns:a16="http://schemas.microsoft.com/office/drawing/2014/main" id="{2856B248-81AC-462C-A4EF-1E1BAAAAD2D2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Cryo_14273">
            <a:extLst>
              <a:ext uri="{FF2B5EF4-FFF2-40B4-BE49-F238E27FC236}">
                <a16:creationId xmlns:a16="http://schemas.microsoft.com/office/drawing/2014/main" id="{D08030A7-1DE8-49A4-841F-A6B10D9F5715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Cryo_14274">
            <a:extLst>
              <a:ext uri="{FF2B5EF4-FFF2-40B4-BE49-F238E27FC236}">
                <a16:creationId xmlns:a16="http://schemas.microsoft.com/office/drawing/2014/main" id="{8EE4AF8A-0752-4BEB-82A1-5629962706E0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Cryo_14275">
            <a:extLst>
              <a:ext uri="{FF2B5EF4-FFF2-40B4-BE49-F238E27FC236}">
                <a16:creationId xmlns:a16="http://schemas.microsoft.com/office/drawing/2014/main" id="{F8B671FD-917A-4A17-B787-7E88564E25E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Cryo_14276">
            <a:extLst>
              <a:ext uri="{FF2B5EF4-FFF2-40B4-BE49-F238E27FC236}">
                <a16:creationId xmlns:a16="http://schemas.microsoft.com/office/drawing/2014/main" id="{D91D77D4-C80A-4800-863E-1A9A772CA59B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Cryo_14277">
            <a:extLst>
              <a:ext uri="{FF2B5EF4-FFF2-40B4-BE49-F238E27FC236}">
                <a16:creationId xmlns:a16="http://schemas.microsoft.com/office/drawing/2014/main" id="{886EE66A-2DB9-4218-ABC6-F7F58E8AC5AE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Cryo_14278">
            <a:extLst>
              <a:ext uri="{FF2B5EF4-FFF2-40B4-BE49-F238E27FC236}">
                <a16:creationId xmlns:a16="http://schemas.microsoft.com/office/drawing/2014/main" id="{F132BF3E-E5FE-48F2-9398-8845C04FEB26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Cryo_14279">
            <a:extLst>
              <a:ext uri="{FF2B5EF4-FFF2-40B4-BE49-F238E27FC236}">
                <a16:creationId xmlns:a16="http://schemas.microsoft.com/office/drawing/2014/main" id="{B1586D79-A885-4DF3-96E5-C08893213BB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Cryo_14280">
            <a:extLst>
              <a:ext uri="{FF2B5EF4-FFF2-40B4-BE49-F238E27FC236}">
                <a16:creationId xmlns:a16="http://schemas.microsoft.com/office/drawing/2014/main" id="{45E8E6F4-4FEB-4EB1-B948-FA1479BF7209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Cryo_14281">
            <a:extLst>
              <a:ext uri="{FF2B5EF4-FFF2-40B4-BE49-F238E27FC236}">
                <a16:creationId xmlns:a16="http://schemas.microsoft.com/office/drawing/2014/main" id="{CB51EE57-6EAD-4127-9A19-460AD26D2076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Cryo_14282">
            <a:extLst>
              <a:ext uri="{FF2B5EF4-FFF2-40B4-BE49-F238E27FC236}">
                <a16:creationId xmlns:a16="http://schemas.microsoft.com/office/drawing/2014/main" id="{DDDC135B-4DD1-4F9B-B38C-C21267917A7E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Cryo_14283">
            <a:extLst>
              <a:ext uri="{FF2B5EF4-FFF2-40B4-BE49-F238E27FC236}">
                <a16:creationId xmlns:a16="http://schemas.microsoft.com/office/drawing/2014/main" id="{EA6B4E41-2007-45AC-8FF2-68460D3F154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Cryo_14284">
            <a:extLst>
              <a:ext uri="{FF2B5EF4-FFF2-40B4-BE49-F238E27FC236}">
                <a16:creationId xmlns:a16="http://schemas.microsoft.com/office/drawing/2014/main" id="{7CE24AC7-3FCA-4AA2-A91F-97788D0B17F3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Cryo_14285">
            <a:extLst>
              <a:ext uri="{FF2B5EF4-FFF2-40B4-BE49-F238E27FC236}">
                <a16:creationId xmlns:a16="http://schemas.microsoft.com/office/drawing/2014/main" id="{10877C63-D6AD-4B6B-A355-275A1280388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Cryo_14286">
            <a:extLst>
              <a:ext uri="{FF2B5EF4-FFF2-40B4-BE49-F238E27FC236}">
                <a16:creationId xmlns:a16="http://schemas.microsoft.com/office/drawing/2014/main" id="{874037AE-A34E-4703-BFFF-DA6DE940B47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Cryo_14287">
            <a:extLst>
              <a:ext uri="{FF2B5EF4-FFF2-40B4-BE49-F238E27FC236}">
                <a16:creationId xmlns:a16="http://schemas.microsoft.com/office/drawing/2014/main" id="{5B9757B1-37F9-4F1D-80F4-13D94C4B5D24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Cryo_14288">
            <a:extLst>
              <a:ext uri="{FF2B5EF4-FFF2-40B4-BE49-F238E27FC236}">
                <a16:creationId xmlns:a16="http://schemas.microsoft.com/office/drawing/2014/main" id="{BFBFBA8E-6ED7-43DF-BCD0-B59EF9B23A3C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Cryo_14289">
            <a:extLst>
              <a:ext uri="{FF2B5EF4-FFF2-40B4-BE49-F238E27FC236}">
                <a16:creationId xmlns:a16="http://schemas.microsoft.com/office/drawing/2014/main" id="{D3A87657-5710-4869-8049-7344DECE925A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Cryo_14290">
            <a:extLst>
              <a:ext uri="{FF2B5EF4-FFF2-40B4-BE49-F238E27FC236}">
                <a16:creationId xmlns:a16="http://schemas.microsoft.com/office/drawing/2014/main" id="{B58715F8-08A8-45E6-9CCB-18C535054A37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Cryo_14291">
            <a:extLst>
              <a:ext uri="{FF2B5EF4-FFF2-40B4-BE49-F238E27FC236}">
                <a16:creationId xmlns:a16="http://schemas.microsoft.com/office/drawing/2014/main" id="{D5054D51-6AA6-4C86-970E-AD629A03743A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Cryo_14292">
            <a:extLst>
              <a:ext uri="{FF2B5EF4-FFF2-40B4-BE49-F238E27FC236}">
                <a16:creationId xmlns:a16="http://schemas.microsoft.com/office/drawing/2014/main" id="{3452A389-00A0-4322-9552-1023151E4CB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Cryo_14293">
            <a:extLst>
              <a:ext uri="{FF2B5EF4-FFF2-40B4-BE49-F238E27FC236}">
                <a16:creationId xmlns:a16="http://schemas.microsoft.com/office/drawing/2014/main" id="{5DC9C526-C64E-4855-9A74-647B95653A9C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Cryo_14294">
            <a:extLst>
              <a:ext uri="{FF2B5EF4-FFF2-40B4-BE49-F238E27FC236}">
                <a16:creationId xmlns:a16="http://schemas.microsoft.com/office/drawing/2014/main" id="{766DD6CA-F19A-40E9-A4AE-79D963795FE6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Cryo_14295">
            <a:extLst>
              <a:ext uri="{FF2B5EF4-FFF2-40B4-BE49-F238E27FC236}">
                <a16:creationId xmlns:a16="http://schemas.microsoft.com/office/drawing/2014/main" id="{8B8D15BB-0FE3-476B-AAA0-81015E99496E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Cryo_14296">
            <a:extLst>
              <a:ext uri="{FF2B5EF4-FFF2-40B4-BE49-F238E27FC236}">
                <a16:creationId xmlns:a16="http://schemas.microsoft.com/office/drawing/2014/main" id="{8702D280-FC9F-43CD-A379-2AEC8EED9BB8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Cryo_14297">
            <a:extLst>
              <a:ext uri="{FF2B5EF4-FFF2-40B4-BE49-F238E27FC236}">
                <a16:creationId xmlns:a16="http://schemas.microsoft.com/office/drawing/2014/main" id="{835607CD-B3BB-4539-BB0E-A2AC5AD3E53C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Cryo_14298">
            <a:extLst>
              <a:ext uri="{FF2B5EF4-FFF2-40B4-BE49-F238E27FC236}">
                <a16:creationId xmlns:a16="http://schemas.microsoft.com/office/drawing/2014/main" id="{4B3791B1-5837-4943-9017-9886B72369B2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Cryo_14299">
            <a:extLst>
              <a:ext uri="{FF2B5EF4-FFF2-40B4-BE49-F238E27FC236}">
                <a16:creationId xmlns:a16="http://schemas.microsoft.com/office/drawing/2014/main" id="{4A122BB6-6529-4F48-A215-84D775642AF1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Cryo_14300">
            <a:extLst>
              <a:ext uri="{FF2B5EF4-FFF2-40B4-BE49-F238E27FC236}">
                <a16:creationId xmlns:a16="http://schemas.microsoft.com/office/drawing/2014/main" id="{D42E7607-DDA9-498F-B65D-9DB565E8769E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Cryo_14301">
            <a:extLst>
              <a:ext uri="{FF2B5EF4-FFF2-40B4-BE49-F238E27FC236}">
                <a16:creationId xmlns:a16="http://schemas.microsoft.com/office/drawing/2014/main" id="{3B620C02-BB4E-4418-BBA9-DD7674D4D993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Cryo_14302">
            <a:extLst>
              <a:ext uri="{FF2B5EF4-FFF2-40B4-BE49-F238E27FC236}">
                <a16:creationId xmlns:a16="http://schemas.microsoft.com/office/drawing/2014/main" id="{4DD413BA-BE53-4CDA-8AD6-00ED5153F1C5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Cryo_14303">
            <a:extLst>
              <a:ext uri="{FF2B5EF4-FFF2-40B4-BE49-F238E27FC236}">
                <a16:creationId xmlns:a16="http://schemas.microsoft.com/office/drawing/2014/main" id="{A4993B7E-9D33-4733-BDE2-BC16324E294C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Cryo_14304">
            <a:extLst>
              <a:ext uri="{FF2B5EF4-FFF2-40B4-BE49-F238E27FC236}">
                <a16:creationId xmlns:a16="http://schemas.microsoft.com/office/drawing/2014/main" id="{F78A359E-EDB1-4FE0-87B9-A8133E779405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Cryo_14305">
            <a:extLst>
              <a:ext uri="{FF2B5EF4-FFF2-40B4-BE49-F238E27FC236}">
                <a16:creationId xmlns:a16="http://schemas.microsoft.com/office/drawing/2014/main" id="{8DB9DB5D-5749-49A2-90C5-7E3BD763C98B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Cryo_14306">
            <a:extLst>
              <a:ext uri="{FF2B5EF4-FFF2-40B4-BE49-F238E27FC236}">
                <a16:creationId xmlns:a16="http://schemas.microsoft.com/office/drawing/2014/main" id="{6154D0D2-C44B-4E79-8AF1-BB2050FBE1E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Cryo_14307">
            <a:extLst>
              <a:ext uri="{FF2B5EF4-FFF2-40B4-BE49-F238E27FC236}">
                <a16:creationId xmlns:a16="http://schemas.microsoft.com/office/drawing/2014/main" id="{3111D15D-CD55-41DC-B573-66B7F2939E57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Cryo_14308">
            <a:extLst>
              <a:ext uri="{FF2B5EF4-FFF2-40B4-BE49-F238E27FC236}">
                <a16:creationId xmlns:a16="http://schemas.microsoft.com/office/drawing/2014/main" id="{22DF5714-20F2-4E1E-BEC9-25CB6FA85693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Cryo_14309">
            <a:extLst>
              <a:ext uri="{FF2B5EF4-FFF2-40B4-BE49-F238E27FC236}">
                <a16:creationId xmlns:a16="http://schemas.microsoft.com/office/drawing/2014/main" id="{05151781-52CB-44D9-A5C6-4BC182BCF74E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Cryo_14310">
            <a:extLst>
              <a:ext uri="{FF2B5EF4-FFF2-40B4-BE49-F238E27FC236}">
                <a16:creationId xmlns:a16="http://schemas.microsoft.com/office/drawing/2014/main" id="{F5F9FCEE-AA03-4BFD-B5CB-1E0E824BF5FC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Cryo_14311">
            <a:extLst>
              <a:ext uri="{FF2B5EF4-FFF2-40B4-BE49-F238E27FC236}">
                <a16:creationId xmlns:a16="http://schemas.microsoft.com/office/drawing/2014/main" id="{95C192A2-D142-4474-8406-757EFAB0C66A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Cryo_14312">
            <a:extLst>
              <a:ext uri="{FF2B5EF4-FFF2-40B4-BE49-F238E27FC236}">
                <a16:creationId xmlns:a16="http://schemas.microsoft.com/office/drawing/2014/main" id="{8977DC97-CDA8-4947-A9DD-A2B28CC45E52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Cryo_14313">
            <a:extLst>
              <a:ext uri="{FF2B5EF4-FFF2-40B4-BE49-F238E27FC236}">
                <a16:creationId xmlns:a16="http://schemas.microsoft.com/office/drawing/2014/main" id="{68F95921-FEDF-4F43-8C43-BDA0A1876870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Cryo_14314">
            <a:extLst>
              <a:ext uri="{FF2B5EF4-FFF2-40B4-BE49-F238E27FC236}">
                <a16:creationId xmlns:a16="http://schemas.microsoft.com/office/drawing/2014/main" id="{FE98F736-603A-4412-A366-BF0DE872BFD8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Cryo_14315">
            <a:extLst>
              <a:ext uri="{FF2B5EF4-FFF2-40B4-BE49-F238E27FC236}">
                <a16:creationId xmlns:a16="http://schemas.microsoft.com/office/drawing/2014/main" id="{FB182345-1C01-4A6F-A389-459D71D1B9D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Cryo_14316">
            <a:extLst>
              <a:ext uri="{FF2B5EF4-FFF2-40B4-BE49-F238E27FC236}">
                <a16:creationId xmlns:a16="http://schemas.microsoft.com/office/drawing/2014/main" id="{82281143-6709-4095-91A2-7656DEF46725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Cryo_14317">
            <a:extLst>
              <a:ext uri="{FF2B5EF4-FFF2-40B4-BE49-F238E27FC236}">
                <a16:creationId xmlns:a16="http://schemas.microsoft.com/office/drawing/2014/main" id="{CB8A77A1-2F79-4B99-A5A9-2FA7865DC328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Cryo_14318">
            <a:extLst>
              <a:ext uri="{FF2B5EF4-FFF2-40B4-BE49-F238E27FC236}">
                <a16:creationId xmlns:a16="http://schemas.microsoft.com/office/drawing/2014/main" id="{07F8FD1F-F788-4B14-AF69-153B9B6FDCE9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Cryo_14319">
            <a:extLst>
              <a:ext uri="{FF2B5EF4-FFF2-40B4-BE49-F238E27FC236}">
                <a16:creationId xmlns:a16="http://schemas.microsoft.com/office/drawing/2014/main" id="{457788DB-42EA-403F-9996-6C1A986C6106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Cryo_14320">
            <a:extLst>
              <a:ext uri="{FF2B5EF4-FFF2-40B4-BE49-F238E27FC236}">
                <a16:creationId xmlns:a16="http://schemas.microsoft.com/office/drawing/2014/main" id="{9DDC30BD-B867-49A1-A593-A3FD58691378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Cryo_14321">
            <a:extLst>
              <a:ext uri="{FF2B5EF4-FFF2-40B4-BE49-F238E27FC236}">
                <a16:creationId xmlns:a16="http://schemas.microsoft.com/office/drawing/2014/main" id="{9CEB96CF-FE5C-4422-B41D-EE113807ADC8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Cryo_14322">
            <a:extLst>
              <a:ext uri="{FF2B5EF4-FFF2-40B4-BE49-F238E27FC236}">
                <a16:creationId xmlns:a16="http://schemas.microsoft.com/office/drawing/2014/main" id="{12FD3EDA-DDFA-4D55-9514-85C199467DB9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Cryo_14323">
            <a:extLst>
              <a:ext uri="{FF2B5EF4-FFF2-40B4-BE49-F238E27FC236}">
                <a16:creationId xmlns:a16="http://schemas.microsoft.com/office/drawing/2014/main" id="{E2A43155-FA07-4FED-B391-48A583D7CD05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Cryo_14324">
            <a:extLst>
              <a:ext uri="{FF2B5EF4-FFF2-40B4-BE49-F238E27FC236}">
                <a16:creationId xmlns:a16="http://schemas.microsoft.com/office/drawing/2014/main" id="{4982C4AC-D037-491E-84F0-548396662ADB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Cryo_14325">
            <a:extLst>
              <a:ext uri="{FF2B5EF4-FFF2-40B4-BE49-F238E27FC236}">
                <a16:creationId xmlns:a16="http://schemas.microsoft.com/office/drawing/2014/main" id="{AD2D78E6-90FA-4C2E-B0B8-2545BA47A47F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Cryo_14326">
            <a:extLst>
              <a:ext uri="{FF2B5EF4-FFF2-40B4-BE49-F238E27FC236}">
                <a16:creationId xmlns:a16="http://schemas.microsoft.com/office/drawing/2014/main" id="{50C39A8B-C56E-4DA9-8FA3-97B3EE1013F2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Cryo_14327">
            <a:extLst>
              <a:ext uri="{FF2B5EF4-FFF2-40B4-BE49-F238E27FC236}">
                <a16:creationId xmlns:a16="http://schemas.microsoft.com/office/drawing/2014/main" id="{AC380E7A-E80C-4558-9B20-01F177A8D18E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Cryo_14328">
            <a:extLst>
              <a:ext uri="{FF2B5EF4-FFF2-40B4-BE49-F238E27FC236}">
                <a16:creationId xmlns:a16="http://schemas.microsoft.com/office/drawing/2014/main" id="{F691D568-E99A-456C-8FEB-8B2A598D6F48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Cryo_14329">
            <a:extLst>
              <a:ext uri="{FF2B5EF4-FFF2-40B4-BE49-F238E27FC236}">
                <a16:creationId xmlns:a16="http://schemas.microsoft.com/office/drawing/2014/main" id="{B02A4A87-3C7F-45A8-B8C8-034514EE2C16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Cryo_14330">
            <a:extLst>
              <a:ext uri="{FF2B5EF4-FFF2-40B4-BE49-F238E27FC236}">
                <a16:creationId xmlns:a16="http://schemas.microsoft.com/office/drawing/2014/main" id="{7BB9B60B-EA10-4535-8370-293C321C4079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Cryo_14331">
            <a:extLst>
              <a:ext uri="{FF2B5EF4-FFF2-40B4-BE49-F238E27FC236}">
                <a16:creationId xmlns:a16="http://schemas.microsoft.com/office/drawing/2014/main" id="{6C3B28D2-D0EA-4238-A4E8-B294C910AE46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Cryo_14332">
            <a:extLst>
              <a:ext uri="{FF2B5EF4-FFF2-40B4-BE49-F238E27FC236}">
                <a16:creationId xmlns:a16="http://schemas.microsoft.com/office/drawing/2014/main" id="{DE64311C-CCAA-4650-BA32-CBA34625E3EE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Cryo_14333">
            <a:extLst>
              <a:ext uri="{FF2B5EF4-FFF2-40B4-BE49-F238E27FC236}">
                <a16:creationId xmlns:a16="http://schemas.microsoft.com/office/drawing/2014/main" id="{C41F7F45-5C7E-4BC1-8540-D0FBC2313C97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Cryo_14334">
            <a:extLst>
              <a:ext uri="{FF2B5EF4-FFF2-40B4-BE49-F238E27FC236}">
                <a16:creationId xmlns:a16="http://schemas.microsoft.com/office/drawing/2014/main" id="{0476D93C-81D9-4862-939B-38C9DD693579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Cryo_14335">
            <a:extLst>
              <a:ext uri="{FF2B5EF4-FFF2-40B4-BE49-F238E27FC236}">
                <a16:creationId xmlns:a16="http://schemas.microsoft.com/office/drawing/2014/main" id="{10FED8ED-C467-48B8-95B0-08FB249E5513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Cryo_14336">
            <a:extLst>
              <a:ext uri="{FF2B5EF4-FFF2-40B4-BE49-F238E27FC236}">
                <a16:creationId xmlns:a16="http://schemas.microsoft.com/office/drawing/2014/main" id="{F0AB204A-5D56-4B44-B15D-D1F7CCC56E3D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Cryo_14337">
            <a:extLst>
              <a:ext uri="{FF2B5EF4-FFF2-40B4-BE49-F238E27FC236}">
                <a16:creationId xmlns:a16="http://schemas.microsoft.com/office/drawing/2014/main" id="{4407E6FB-425C-47C0-B98A-1EE759ACF3AE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Cryo_14338">
            <a:extLst>
              <a:ext uri="{FF2B5EF4-FFF2-40B4-BE49-F238E27FC236}">
                <a16:creationId xmlns:a16="http://schemas.microsoft.com/office/drawing/2014/main" id="{0A479A9E-EF7B-4060-9189-486614DE9A62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Cryo_14339">
            <a:extLst>
              <a:ext uri="{FF2B5EF4-FFF2-40B4-BE49-F238E27FC236}">
                <a16:creationId xmlns:a16="http://schemas.microsoft.com/office/drawing/2014/main" id="{40D7BC06-2AD7-4741-9ED4-2A704885A45F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Cryo_14340">
            <a:extLst>
              <a:ext uri="{FF2B5EF4-FFF2-40B4-BE49-F238E27FC236}">
                <a16:creationId xmlns:a16="http://schemas.microsoft.com/office/drawing/2014/main" id="{8B275D7E-C3D6-4A8D-A354-36C50CA900B6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Cryo_14341">
            <a:extLst>
              <a:ext uri="{FF2B5EF4-FFF2-40B4-BE49-F238E27FC236}">
                <a16:creationId xmlns:a16="http://schemas.microsoft.com/office/drawing/2014/main" id="{F9219771-6EAC-4748-984B-59AB1DB695F3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Cryo_14342">
            <a:extLst>
              <a:ext uri="{FF2B5EF4-FFF2-40B4-BE49-F238E27FC236}">
                <a16:creationId xmlns:a16="http://schemas.microsoft.com/office/drawing/2014/main" id="{4BAD2792-79BA-4986-8B42-6ABCF53DB454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Cryo_14343">
            <a:extLst>
              <a:ext uri="{FF2B5EF4-FFF2-40B4-BE49-F238E27FC236}">
                <a16:creationId xmlns:a16="http://schemas.microsoft.com/office/drawing/2014/main" id="{21E56FBD-1D1B-405D-82BA-F445062CA95B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Cryo_14344">
            <a:extLst>
              <a:ext uri="{FF2B5EF4-FFF2-40B4-BE49-F238E27FC236}">
                <a16:creationId xmlns:a16="http://schemas.microsoft.com/office/drawing/2014/main" id="{22DB72A6-91CC-47BC-8109-1DA91F24640F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Cryo_14345">
            <a:extLst>
              <a:ext uri="{FF2B5EF4-FFF2-40B4-BE49-F238E27FC236}">
                <a16:creationId xmlns:a16="http://schemas.microsoft.com/office/drawing/2014/main" id="{C6854DB2-D442-456D-9AD4-8BD94C41799D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Cryo_14346">
            <a:extLst>
              <a:ext uri="{FF2B5EF4-FFF2-40B4-BE49-F238E27FC236}">
                <a16:creationId xmlns:a16="http://schemas.microsoft.com/office/drawing/2014/main" id="{92C98D4C-9F3D-4013-A1DA-346037EBD924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Cryo_14347">
            <a:extLst>
              <a:ext uri="{FF2B5EF4-FFF2-40B4-BE49-F238E27FC236}">
                <a16:creationId xmlns:a16="http://schemas.microsoft.com/office/drawing/2014/main" id="{C7287978-8F3E-4396-87E3-9418979E32E0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Cryo_14348">
            <a:extLst>
              <a:ext uri="{FF2B5EF4-FFF2-40B4-BE49-F238E27FC236}">
                <a16:creationId xmlns:a16="http://schemas.microsoft.com/office/drawing/2014/main" id="{706A5713-E1A6-45E8-AAB9-52B63CEEB052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Cryo_14349">
            <a:extLst>
              <a:ext uri="{FF2B5EF4-FFF2-40B4-BE49-F238E27FC236}">
                <a16:creationId xmlns:a16="http://schemas.microsoft.com/office/drawing/2014/main" id="{6BF44B4A-2BDE-4859-A88F-E54F827F9BAA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Cryo_14350">
            <a:extLst>
              <a:ext uri="{FF2B5EF4-FFF2-40B4-BE49-F238E27FC236}">
                <a16:creationId xmlns:a16="http://schemas.microsoft.com/office/drawing/2014/main" id="{49AA8615-DA75-4FE1-A9A4-445DA8384378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Cryo_14351">
            <a:extLst>
              <a:ext uri="{FF2B5EF4-FFF2-40B4-BE49-F238E27FC236}">
                <a16:creationId xmlns:a16="http://schemas.microsoft.com/office/drawing/2014/main" id="{59306CBB-C678-4ED6-A316-80BCAF6709A7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Cryo_14352">
            <a:extLst>
              <a:ext uri="{FF2B5EF4-FFF2-40B4-BE49-F238E27FC236}">
                <a16:creationId xmlns:a16="http://schemas.microsoft.com/office/drawing/2014/main" id="{E1CC25D4-6A0C-45B4-A08F-59F2B84CC16A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Cryo_14353">
            <a:extLst>
              <a:ext uri="{FF2B5EF4-FFF2-40B4-BE49-F238E27FC236}">
                <a16:creationId xmlns:a16="http://schemas.microsoft.com/office/drawing/2014/main" id="{2EC53A47-FC9C-4188-89F9-DEFE30A2318C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Cryo_14354">
            <a:extLst>
              <a:ext uri="{FF2B5EF4-FFF2-40B4-BE49-F238E27FC236}">
                <a16:creationId xmlns:a16="http://schemas.microsoft.com/office/drawing/2014/main" id="{6E0EC00A-6DF7-40C9-A88E-2F9B828F76DA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Cryo_14355">
            <a:extLst>
              <a:ext uri="{FF2B5EF4-FFF2-40B4-BE49-F238E27FC236}">
                <a16:creationId xmlns:a16="http://schemas.microsoft.com/office/drawing/2014/main" id="{21C8BAB1-1D42-4A5D-A4FC-DD9C7A9D904E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Cryo_14356">
            <a:extLst>
              <a:ext uri="{FF2B5EF4-FFF2-40B4-BE49-F238E27FC236}">
                <a16:creationId xmlns:a16="http://schemas.microsoft.com/office/drawing/2014/main" id="{3F1DF45E-CB45-41DC-994C-DAA2975C1E24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Cryo_14357">
            <a:extLst>
              <a:ext uri="{FF2B5EF4-FFF2-40B4-BE49-F238E27FC236}">
                <a16:creationId xmlns:a16="http://schemas.microsoft.com/office/drawing/2014/main" id="{F8F6A3F5-4D86-44F0-9869-0F0890215C53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Cryo_14358">
            <a:extLst>
              <a:ext uri="{FF2B5EF4-FFF2-40B4-BE49-F238E27FC236}">
                <a16:creationId xmlns:a16="http://schemas.microsoft.com/office/drawing/2014/main" id="{5C8A1D7A-E4A6-4B39-AB64-1904F83992A0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Cryo_14359">
            <a:extLst>
              <a:ext uri="{FF2B5EF4-FFF2-40B4-BE49-F238E27FC236}">
                <a16:creationId xmlns:a16="http://schemas.microsoft.com/office/drawing/2014/main" id="{B09316B9-74AA-4D62-87F6-9E72B4D0ABA5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Cryo_14360">
            <a:extLst>
              <a:ext uri="{FF2B5EF4-FFF2-40B4-BE49-F238E27FC236}">
                <a16:creationId xmlns:a16="http://schemas.microsoft.com/office/drawing/2014/main" id="{3C316852-2913-43A0-A70D-F479CEE7FC1B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Cryo_14361">
            <a:extLst>
              <a:ext uri="{FF2B5EF4-FFF2-40B4-BE49-F238E27FC236}">
                <a16:creationId xmlns:a16="http://schemas.microsoft.com/office/drawing/2014/main" id="{939377A2-3863-40D6-BD1E-734CF9733C4B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Cryo_14362">
            <a:extLst>
              <a:ext uri="{FF2B5EF4-FFF2-40B4-BE49-F238E27FC236}">
                <a16:creationId xmlns:a16="http://schemas.microsoft.com/office/drawing/2014/main" id="{5CB0C5FE-8201-4138-9A83-0B4B97A39237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Cryo_14363">
            <a:extLst>
              <a:ext uri="{FF2B5EF4-FFF2-40B4-BE49-F238E27FC236}">
                <a16:creationId xmlns:a16="http://schemas.microsoft.com/office/drawing/2014/main" id="{A885B2FF-6D27-423D-8D3C-69CA18DF9E24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Cryo_14364">
            <a:extLst>
              <a:ext uri="{FF2B5EF4-FFF2-40B4-BE49-F238E27FC236}">
                <a16:creationId xmlns:a16="http://schemas.microsoft.com/office/drawing/2014/main" id="{291FF92E-6A2C-41D4-A142-F696DF93B36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Cryo_14365">
            <a:extLst>
              <a:ext uri="{FF2B5EF4-FFF2-40B4-BE49-F238E27FC236}">
                <a16:creationId xmlns:a16="http://schemas.microsoft.com/office/drawing/2014/main" id="{78B685FB-839B-4C80-828B-DFD71530D864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Cryo_14366">
            <a:extLst>
              <a:ext uri="{FF2B5EF4-FFF2-40B4-BE49-F238E27FC236}">
                <a16:creationId xmlns:a16="http://schemas.microsoft.com/office/drawing/2014/main" id="{61451384-9FFC-4A80-AA4F-4B1252DDD297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Cryo_14367">
            <a:extLst>
              <a:ext uri="{FF2B5EF4-FFF2-40B4-BE49-F238E27FC236}">
                <a16:creationId xmlns:a16="http://schemas.microsoft.com/office/drawing/2014/main" id="{14E5E353-5B4E-4C8C-A540-B9497C29F87E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Cryo_14368">
            <a:extLst>
              <a:ext uri="{FF2B5EF4-FFF2-40B4-BE49-F238E27FC236}">
                <a16:creationId xmlns:a16="http://schemas.microsoft.com/office/drawing/2014/main" id="{DCD9CD3F-C3DB-4FD4-B360-DF8C6199E9A4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Cryo_14369">
            <a:extLst>
              <a:ext uri="{FF2B5EF4-FFF2-40B4-BE49-F238E27FC236}">
                <a16:creationId xmlns:a16="http://schemas.microsoft.com/office/drawing/2014/main" id="{0168F54C-808A-482F-9B19-DAF7AC8BD717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Cryo_14370">
            <a:extLst>
              <a:ext uri="{FF2B5EF4-FFF2-40B4-BE49-F238E27FC236}">
                <a16:creationId xmlns:a16="http://schemas.microsoft.com/office/drawing/2014/main" id="{F0F93A0F-ECFF-4832-A3E8-EFD562154DCD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Cryo_14371">
            <a:extLst>
              <a:ext uri="{FF2B5EF4-FFF2-40B4-BE49-F238E27FC236}">
                <a16:creationId xmlns:a16="http://schemas.microsoft.com/office/drawing/2014/main" id="{BE5A3DB2-C198-44C3-8883-ADD974D4EEB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Cryo_14372">
            <a:extLst>
              <a:ext uri="{FF2B5EF4-FFF2-40B4-BE49-F238E27FC236}">
                <a16:creationId xmlns:a16="http://schemas.microsoft.com/office/drawing/2014/main" id="{88306914-2C08-4C93-B629-936B0B3F2D31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Cryo_14373">
            <a:extLst>
              <a:ext uri="{FF2B5EF4-FFF2-40B4-BE49-F238E27FC236}">
                <a16:creationId xmlns:a16="http://schemas.microsoft.com/office/drawing/2014/main" id="{13ADB416-87C3-4E09-88A9-BC139D714C12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Cryo_14374">
            <a:extLst>
              <a:ext uri="{FF2B5EF4-FFF2-40B4-BE49-F238E27FC236}">
                <a16:creationId xmlns:a16="http://schemas.microsoft.com/office/drawing/2014/main" id="{E92ED57D-71B4-4009-8F9E-D78F35B9D3E8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Cryo_14375">
            <a:extLst>
              <a:ext uri="{FF2B5EF4-FFF2-40B4-BE49-F238E27FC236}">
                <a16:creationId xmlns:a16="http://schemas.microsoft.com/office/drawing/2014/main" id="{8E763FBA-77AC-45C5-82E2-D03A7D2245F4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Cryo_14376">
            <a:extLst>
              <a:ext uri="{FF2B5EF4-FFF2-40B4-BE49-F238E27FC236}">
                <a16:creationId xmlns:a16="http://schemas.microsoft.com/office/drawing/2014/main" id="{52DDF64B-126E-44BC-BC24-7637C280F29F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Cryo_14377">
            <a:extLst>
              <a:ext uri="{FF2B5EF4-FFF2-40B4-BE49-F238E27FC236}">
                <a16:creationId xmlns:a16="http://schemas.microsoft.com/office/drawing/2014/main" id="{4CBB05A7-561B-4BB1-9443-C52AADE75CAE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Cryo_14378">
            <a:extLst>
              <a:ext uri="{FF2B5EF4-FFF2-40B4-BE49-F238E27FC236}">
                <a16:creationId xmlns:a16="http://schemas.microsoft.com/office/drawing/2014/main" id="{42A845EB-7F66-400B-8DAF-A5D67BB1448A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Cryo_14379">
            <a:extLst>
              <a:ext uri="{FF2B5EF4-FFF2-40B4-BE49-F238E27FC236}">
                <a16:creationId xmlns:a16="http://schemas.microsoft.com/office/drawing/2014/main" id="{BC4A1DE3-AAB6-49CB-B8D3-3D8AD8551FA3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Cryo_14380">
            <a:extLst>
              <a:ext uri="{FF2B5EF4-FFF2-40B4-BE49-F238E27FC236}">
                <a16:creationId xmlns:a16="http://schemas.microsoft.com/office/drawing/2014/main" id="{67E7223D-FC4C-4DB2-8DF9-0702D5817BD8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Cryo_14381">
            <a:extLst>
              <a:ext uri="{FF2B5EF4-FFF2-40B4-BE49-F238E27FC236}">
                <a16:creationId xmlns:a16="http://schemas.microsoft.com/office/drawing/2014/main" id="{5658B020-C678-43B2-BDC0-FC20ED5FC619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Cryo_14382">
            <a:extLst>
              <a:ext uri="{FF2B5EF4-FFF2-40B4-BE49-F238E27FC236}">
                <a16:creationId xmlns:a16="http://schemas.microsoft.com/office/drawing/2014/main" id="{415357A9-8868-4153-865A-DAFAED6909D2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Cryo_14383">
            <a:extLst>
              <a:ext uri="{FF2B5EF4-FFF2-40B4-BE49-F238E27FC236}">
                <a16:creationId xmlns:a16="http://schemas.microsoft.com/office/drawing/2014/main" id="{8A3BDA1A-B911-4718-A9BB-7276C4871DF5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Cryo_14384">
            <a:extLst>
              <a:ext uri="{FF2B5EF4-FFF2-40B4-BE49-F238E27FC236}">
                <a16:creationId xmlns:a16="http://schemas.microsoft.com/office/drawing/2014/main" id="{B4D86B3C-E1CC-4521-9561-EBF58709C510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Cryo_14385">
            <a:extLst>
              <a:ext uri="{FF2B5EF4-FFF2-40B4-BE49-F238E27FC236}">
                <a16:creationId xmlns:a16="http://schemas.microsoft.com/office/drawing/2014/main" id="{83EF8C19-6402-4797-B037-8EC13F77503A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Cryo_14386">
            <a:extLst>
              <a:ext uri="{FF2B5EF4-FFF2-40B4-BE49-F238E27FC236}">
                <a16:creationId xmlns:a16="http://schemas.microsoft.com/office/drawing/2014/main" id="{487DA427-45EB-4826-A55F-0C7DF04307B3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Cryo_14387">
            <a:extLst>
              <a:ext uri="{FF2B5EF4-FFF2-40B4-BE49-F238E27FC236}">
                <a16:creationId xmlns:a16="http://schemas.microsoft.com/office/drawing/2014/main" id="{7B54676E-3A6F-43EF-85F0-6B21166054AA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Cryo_14388">
            <a:extLst>
              <a:ext uri="{FF2B5EF4-FFF2-40B4-BE49-F238E27FC236}">
                <a16:creationId xmlns:a16="http://schemas.microsoft.com/office/drawing/2014/main" id="{A30B7CA2-B688-4C19-9FF5-290051CF0D29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Cryo_14389">
            <a:extLst>
              <a:ext uri="{FF2B5EF4-FFF2-40B4-BE49-F238E27FC236}">
                <a16:creationId xmlns:a16="http://schemas.microsoft.com/office/drawing/2014/main" id="{E8032172-0C8A-4752-B2ED-3133BB0F5D44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Cryo_14390">
            <a:extLst>
              <a:ext uri="{FF2B5EF4-FFF2-40B4-BE49-F238E27FC236}">
                <a16:creationId xmlns:a16="http://schemas.microsoft.com/office/drawing/2014/main" id="{B4B24CD4-3C2A-44D9-B77D-29400E7878E9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Cryo_14391">
            <a:extLst>
              <a:ext uri="{FF2B5EF4-FFF2-40B4-BE49-F238E27FC236}">
                <a16:creationId xmlns:a16="http://schemas.microsoft.com/office/drawing/2014/main" id="{8BBCFE9B-EDF0-415B-8014-7CC80D68BA00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Cryo_14392">
            <a:extLst>
              <a:ext uri="{FF2B5EF4-FFF2-40B4-BE49-F238E27FC236}">
                <a16:creationId xmlns:a16="http://schemas.microsoft.com/office/drawing/2014/main" id="{CE3DC2E9-07D2-477D-836D-634B3AE78E0C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Cryo_14393">
            <a:extLst>
              <a:ext uri="{FF2B5EF4-FFF2-40B4-BE49-F238E27FC236}">
                <a16:creationId xmlns:a16="http://schemas.microsoft.com/office/drawing/2014/main" id="{CA4A4220-445D-4050-AE9C-2AF79E22A8EB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Cryo_14394">
            <a:extLst>
              <a:ext uri="{FF2B5EF4-FFF2-40B4-BE49-F238E27FC236}">
                <a16:creationId xmlns:a16="http://schemas.microsoft.com/office/drawing/2014/main" id="{A0B9C798-9E0F-4DAA-87F4-88AFA19C6A33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Cryo_14395">
            <a:extLst>
              <a:ext uri="{FF2B5EF4-FFF2-40B4-BE49-F238E27FC236}">
                <a16:creationId xmlns:a16="http://schemas.microsoft.com/office/drawing/2014/main" id="{70A1BD98-6EB3-4579-8B1F-AC3B2C528CC6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Cryo_14396">
            <a:extLst>
              <a:ext uri="{FF2B5EF4-FFF2-40B4-BE49-F238E27FC236}">
                <a16:creationId xmlns:a16="http://schemas.microsoft.com/office/drawing/2014/main" id="{D04DDE1C-239A-489F-A17B-0F433626DBBC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Cryo_14397">
            <a:extLst>
              <a:ext uri="{FF2B5EF4-FFF2-40B4-BE49-F238E27FC236}">
                <a16:creationId xmlns:a16="http://schemas.microsoft.com/office/drawing/2014/main" id="{80DD6349-7B7D-4CFD-A6B2-FA11CC663FC7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Cryo_14398">
            <a:extLst>
              <a:ext uri="{FF2B5EF4-FFF2-40B4-BE49-F238E27FC236}">
                <a16:creationId xmlns:a16="http://schemas.microsoft.com/office/drawing/2014/main" id="{7D7B41F1-97C8-4978-AFE1-494617C17CD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Cryo_14399">
            <a:extLst>
              <a:ext uri="{FF2B5EF4-FFF2-40B4-BE49-F238E27FC236}">
                <a16:creationId xmlns:a16="http://schemas.microsoft.com/office/drawing/2014/main" id="{707367EF-D18B-4EFF-A5CD-C8CBA08B46BE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Cryo_14400">
            <a:extLst>
              <a:ext uri="{FF2B5EF4-FFF2-40B4-BE49-F238E27FC236}">
                <a16:creationId xmlns:a16="http://schemas.microsoft.com/office/drawing/2014/main" id="{49B3E9E6-8D3F-47DA-AF7C-03DEC848D522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Cryo_14401">
            <a:extLst>
              <a:ext uri="{FF2B5EF4-FFF2-40B4-BE49-F238E27FC236}">
                <a16:creationId xmlns:a16="http://schemas.microsoft.com/office/drawing/2014/main" id="{B48007B3-3E34-4C1A-8807-27CC63DD29AB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Cryo_14402">
            <a:extLst>
              <a:ext uri="{FF2B5EF4-FFF2-40B4-BE49-F238E27FC236}">
                <a16:creationId xmlns:a16="http://schemas.microsoft.com/office/drawing/2014/main" id="{4D466CE2-6A46-4BE4-A8E7-81F0FC54C057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Cryo_14403">
            <a:extLst>
              <a:ext uri="{FF2B5EF4-FFF2-40B4-BE49-F238E27FC236}">
                <a16:creationId xmlns:a16="http://schemas.microsoft.com/office/drawing/2014/main" id="{25EB72EE-85A1-4377-A017-ADDF7215CB13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Cryo_14404">
            <a:extLst>
              <a:ext uri="{FF2B5EF4-FFF2-40B4-BE49-F238E27FC236}">
                <a16:creationId xmlns:a16="http://schemas.microsoft.com/office/drawing/2014/main" id="{9FCFD663-AC4B-4CCC-9BAC-5C2BDB97F581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Cryo_14405">
            <a:extLst>
              <a:ext uri="{FF2B5EF4-FFF2-40B4-BE49-F238E27FC236}">
                <a16:creationId xmlns:a16="http://schemas.microsoft.com/office/drawing/2014/main" id="{6AC8B695-0C3C-4E8C-BE33-9C7B58EF0D8A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Cryo_14406">
            <a:extLst>
              <a:ext uri="{FF2B5EF4-FFF2-40B4-BE49-F238E27FC236}">
                <a16:creationId xmlns:a16="http://schemas.microsoft.com/office/drawing/2014/main" id="{81EA3025-A467-4A7D-8345-DD7B69AD0A86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Cryo_14407">
            <a:extLst>
              <a:ext uri="{FF2B5EF4-FFF2-40B4-BE49-F238E27FC236}">
                <a16:creationId xmlns:a16="http://schemas.microsoft.com/office/drawing/2014/main" id="{55F749D8-A95D-4BB8-B4B7-7091A7ABD1CD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Cryo_14408">
            <a:extLst>
              <a:ext uri="{FF2B5EF4-FFF2-40B4-BE49-F238E27FC236}">
                <a16:creationId xmlns:a16="http://schemas.microsoft.com/office/drawing/2014/main" id="{97848701-498A-4FE0-A7D5-7378D9A21BCF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Cryo_14409">
            <a:extLst>
              <a:ext uri="{FF2B5EF4-FFF2-40B4-BE49-F238E27FC236}">
                <a16:creationId xmlns:a16="http://schemas.microsoft.com/office/drawing/2014/main" id="{DEA746AF-D11D-4D2C-874F-F8C98705EB14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Cryo_14410">
            <a:extLst>
              <a:ext uri="{FF2B5EF4-FFF2-40B4-BE49-F238E27FC236}">
                <a16:creationId xmlns:a16="http://schemas.microsoft.com/office/drawing/2014/main" id="{8BAE3414-3B11-45E3-87A3-50DB14EC865C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Cryo_14411">
            <a:extLst>
              <a:ext uri="{FF2B5EF4-FFF2-40B4-BE49-F238E27FC236}">
                <a16:creationId xmlns:a16="http://schemas.microsoft.com/office/drawing/2014/main" id="{2C2B7F2A-8723-4D26-A2E9-008B3C0E8EC6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Cryo_14412">
            <a:extLst>
              <a:ext uri="{FF2B5EF4-FFF2-40B4-BE49-F238E27FC236}">
                <a16:creationId xmlns:a16="http://schemas.microsoft.com/office/drawing/2014/main" id="{FBEE387C-F95B-4BDF-9FD8-D6D28DF69F3E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Cryo_14413">
            <a:extLst>
              <a:ext uri="{FF2B5EF4-FFF2-40B4-BE49-F238E27FC236}">
                <a16:creationId xmlns:a16="http://schemas.microsoft.com/office/drawing/2014/main" id="{526A9BC4-E8B5-4767-9635-173B8E90998F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Cryo_14414">
            <a:extLst>
              <a:ext uri="{FF2B5EF4-FFF2-40B4-BE49-F238E27FC236}">
                <a16:creationId xmlns:a16="http://schemas.microsoft.com/office/drawing/2014/main" id="{808E8D57-3306-4048-A7C1-A41FAE3474D7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Cryo_14415">
            <a:extLst>
              <a:ext uri="{FF2B5EF4-FFF2-40B4-BE49-F238E27FC236}">
                <a16:creationId xmlns:a16="http://schemas.microsoft.com/office/drawing/2014/main" id="{2E7DFCF2-DE49-410E-8EB0-72E75C14F2EC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Cryo_14416">
            <a:extLst>
              <a:ext uri="{FF2B5EF4-FFF2-40B4-BE49-F238E27FC236}">
                <a16:creationId xmlns:a16="http://schemas.microsoft.com/office/drawing/2014/main" id="{B5E27E41-BBE4-40DF-88AC-A04F2928D8C8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Cryo_14417">
            <a:extLst>
              <a:ext uri="{FF2B5EF4-FFF2-40B4-BE49-F238E27FC236}">
                <a16:creationId xmlns:a16="http://schemas.microsoft.com/office/drawing/2014/main" id="{7D6DFA79-1D6B-46FE-95DB-7BBB550F8359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Cryo_14418">
            <a:extLst>
              <a:ext uri="{FF2B5EF4-FFF2-40B4-BE49-F238E27FC236}">
                <a16:creationId xmlns:a16="http://schemas.microsoft.com/office/drawing/2014/main" id="{81EEAD4D-4F80-4691-932E-20282D82C624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Cryo_14419">
            <a:extLst>
              <a:ext uri="{FF2B5EF4-FFF2-40B4-BE49-F238E27FC236}">
                <a16:creationId xmlns:a16="http://schemas.microsoft.com/office/drawing/2014/main" id="{B50E70FA-D2D7-4B55-9E58-6E7DD013FE82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Cryo_14420">
            <a:extLst>
              <a:ext uri="{FF2B5EF4-FFF2-40B4-BE49-F238E27FC236}">
                <a16:creationId xmlns:a16="http://schemas.microsoft.com/office/drawing/2014/main" id="{784720A4-B9E3-481D-962B-23A8B62F88B0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Cryo_14421">
            <a:extLst>
              <a:ext uri="{FF2B5EF4-FFF2-40B4-BE49-F238E27FC236}">
                <a16:creationId xmlns:a16="http://schemas.microsoft.com/office/drawing/2014/main" id="{54126181-FE99-43D1-AC23-963AC4F5D0DD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Cryo_14422">
            <a:extLst>
              <a:ext uri="{FF2B5EF4-FFF2-40B4-BE49-F238E27FC236}">
                <a16:creationId xmlns:a16="http://schemas.microsoft.com/office/drawing/2014/main" id="{07451635-B58D-40E0-8D9B-95A8A859804E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Cryo_14423">
            <a:extLst>
              <a:ext uri="{FF2B5EF4-FFF2-40B4-BE49-F238E27FC236}">
                <a16:creationId xmlns:a16="http://schemas.microsoft.com/office/drawing/2014/main" id="{7884D879-DAE7-4ABF-86BB-5029B619A614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Cryo_14424">
            <a:extLst>
              <a:ext uri="{FF2B5EF4-FFF2-40B4-BE49-F238E27FC236}">
                <a16:creationId xmlns:a16="http://schemas.microsoft.com/office/drawing/2014/main" id="{5EFE2E77-13C0-4F99-AF3F-D64312C3B8C4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Cryo_14425">
            <a:extLst>
              <a:ext uri="{FF2B5EF4-FFF2-40B4-BE49-F238E27FC236}">
                <a16:creationId xmlns:a16="http://schemas.microsoft.com/office/drawing/2014/main" id="{E1F5B99B-B86F-477B-97BD-7DE0444D6475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Cryo_14426">
            <a:extLst>
              <a:ext uri="{FF2B5EF4-FFF2-40B4-BE49-F238E27FC236}">
                <a16:creationId xmlns:a16="http://schemas.microsoft.com/office/drawing/2014/main" id="{CF1C2AD1-C861-4B4F-BC1F-DFA969AD08EA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Cryo_14427">
            <a:extLst>
              <a:ext uri="{FF2B5EF4-FFF2-40B4-BE49-F238E27FC236}">
                <a16:creationId xmlns:a16="http://schemas.microsoft.com/office/drawing/2014/main" id="{D0E37DCE-6E30-4380-B880-98E1629DDD5C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Cryo_14428">
            <a:extLst>
              <a:ext uri="{FF2B5EF4-FFF2-40B4-BE49-F238E27FC236}">
                <a16:creationId xmlns:a16="http://schemas.microsoft.com/office/drawing/2014/main" id="{369CB05B-2A47-4E7B-A1F3-00FED9F4B163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Cryo_14429">
            <a:extLst>
              <a:ext uri="{FF2B5EF4-FFF2-40B4-BE49-F238E27FC236}">
                <a16:creationId xmlns:a16="http://schemas.microsoft.com/office/drawing/2014/main" id="{B3005BD8-C7D3-4AF3-A6D9-7D5D4ECA6616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Cryo_14430">
            <a:extLst>
              <a:ext uri="{FF2B5EF4-FFF2-40B4-BE49-F238E27FC236}">
                <a16:creationId xmlns:a16="http://schemas.microsoft.com/office/drawing/2014/main" id="{359F9875-1E97-4C2F-A977-7BFEB3CD195A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Cryo_14431">
            <a:extLst>
              <a:ext uri="{FF2B5EF4-FFF2-40B4-BE49-F238E27FC236}">
                <a16:creationId xmlns:a16="http://schemas.microsoft.com/office/drawing/2014/main" id="{C3D79608-513E-49F7-BE8A-4F0A390B0CD9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Cryo_14432">
            <a:extLst>
              <a:ext uri="{FF2B5EF4-FFF2-40B4-BE49-F238E27FC236}">
                <a16:creationId xmlns:a16="http://schemas.microsoft.com/office/drawing/2014/main" id="{E8D8F431-8071-4247-8522-EEFAEE7375AC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Cryo_14433">
            <a:extLst>
              <a:ext uri="{FF2B5EF4-FFF2-40B4-BE49-F238E27FC236}">
                <a16:creationId xmlns:a16="http://schemas.microsoft.com/office/drawing/2014/main" id="{CD0406EF-60A2-4B13-8C2D-F396FD5B66B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Cryo_14434">
            <a:extLst>
              <a:ext uri="{FF2B5EF4-FFF2-40B4-BE49-F238E27FC236}">
                <a16:creationId xmlns:a16="http://schemas.microsoft.com/office/drawing/2014/main" id="{0BA1C115-A237-4970-B220-6E42A568E35C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Cryo_14435">
            <a:extLst>
              <a:ext uri="{FF2B5EF4-FFF2-40B4-BE49-F238E27FC236}">
                <a16:creationId xmlns:a16="http://schemas.microsoft.com/office/drawing/2014/main" id="{6051DBF9-C015-4DAD-AAA0-E7309B73821B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Cryo_14436">
            <a:extLst>
              <a:ext uri="{FF2B5EF4-FFF2-40B4-BE49-F238E27FC236}">
                <a16:creationId xmlns:a16="http://schemas.microsoft.com/office/drawing/2014/main" id="{586EB6C0-53E4-436C-8A86-C7B17E917C00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Cryo_14437">
            <a:extLst>
              <a:ext uri="{FF2B5EF4-FFF2-40B4-BE49-F238E27FC236}">
                <a16:creationId xmlns:a16="http://schemas.microsoft.com/office/drawing/2014/main" id="{42899C3E-546B-4605-A317-A4F020213B54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Cryo_14438">
            <a:extLst>
              <a:ext uri="{FF2B5EF4-FFF2-40B4-BE49-F238E27FC236}">
                <a16:creationId xmlns:a16="http://schemas.microsoft.com/office/drawing/2014/main" id="{8E647BAE-5268-4A7A-9DCD-335BE3496783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Cryo_14439">
            <a:extLst>
              <a:ext uri="{FF2B5EF4-FFF2-40B4-BE49-F238E27FC236}">
                <a16:creationId xmlns:a16="http://schemas.microsoft.com/office/drawing/2014/main" id="{F626BEE7-FA0E-459C-8C78-4A0D78F41D32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Cryo_14440">
            <a:extLst>
              <a:ext uri="{FF2B5EF4-FFF2-40B4-BE49-F238E27FC236}">
                <a16:creationId xmlns:a16="http://schemas.microsoft.com/office/drawing/2014/main" id="{B87674D3-50FA-49CA-A9AD-D3BB6D002FB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Cryo_14441">
            <a:extLst>
              <a:ext uri="{FF2B5EF4-FFF2-40B4-BE49-F238E27FC236}">
                <a16:creationId xmlns:a16="http://schemas.microsoft.com/office/drawing/2014/main" id="{7719F204-A593-4B2E-94CB-42D7C84727E6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Cryo_14442">
            <a:extLst>
              <a:ext uri="{FF2B5EF4-FFF2-40B4-BE49-F238E27FC236}">
                <a16:creationId xmlns:a16="http://schemas.microsoft.com/office/drawing/2014/main" id="{159F0DDC-CBEB-4B18-8D4C-15B25BBA846B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Cryo_14443">
            <a:extLst>
              <a:ext uri="{FF2B5EF4-FFF2-40B4-BE49-F238E27FC236}">
                <a16:creationId xmlns:a16="http://schemas.microsoft.com/office/drawing/2014/main" id="{BF354BE4-442E-460F-859C-5989147BF8C0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Cryo_14444">
            <a:extLst>
              <a:ext uri="{FF2B5EF4-FFF2-40B4-BE49-F238E27FC236}">
                <a16:creationId xmlns:a16="http://schemas.microsoft.com/office/drawing/2014/main" id="{CD138FD8-D0E9-439C-9333-146ED460791B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Cryo_14445">
            <a:extLst>
              <a:ext uri="{FF2B5EF4-FFF2-40B4-BE49-F238E27FC236}">
                <a16:creationId xmlns:a16="http://schemas.microsoft.com/office/drawing/2014/main" id="{CE2E23FA-7C6B-493C-9C92-AE45354DD25F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Cryo_14446">
            <a:extLst>
              <a:ext uri="{FF2B5EF4-FFF2-40B4-BE49-F238E27FC236}">
                <a16:creationId xmlns:a16="http://schemas.microsoft.com/office/drawing/2014/main" id="{1458471F-1B78-40CF-8B07-A5D7E54AEDF7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Cryo_14447">
            <a:extLst>
              <a:ext uri="{FF2B5EF4-FFF2-40B4-BE49-F238E27FC236}">
                <a16:creationId xmlns:a16="http://schemas.microsoft.com/office/drawing/2014/main" id="{C5561247-ACF1-4197-A082-8BEC6381F0C6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Cryo_14448">
            <a:extLst>
              <a:ext uri="{FF2B5EF4-FFF2-40B4-BE49-F238E27FC236}">
                <a16:creationId xmlns:a16="http://schemas.microsoft.com/office/drawing/2014/main" id="{670FA463-8EB3-46C4-AB66-07AFC5AFDD04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Cryo_14449">
            <a:extLst>
              <a:ext uri="{FF2B5EF4-FFF2-40B4-BE49-F238E27FC236}">
                <a16:creationId xmlns:a16="http://schemas.microsoft.com/office/drawing/2014/main" id="{66ED5244-4D06-4353-89DE-8AA765DB14A6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Cryo_14450">
            <a:extLst>
              <a:ext uri="{FF2B5EF4-FFF2-40B4-BE49-F238E27FC236}">
                <a16:creationId xmlns:a16="http://schemas.microsoft.com/office/drawing/2014/main" id="{5103D5F6-83AF-4BB2-9CD1-5DFB0F5847A9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Cryo_14451">
            <a:extLst>
              <a:ext uri="{FF2B5EF4-FFF2-40B4-BE49-F238E27FC236}">
                <a16:creationId xmlns:a16="http://schemas.microsoft.com/office/drawing/2014/main" id="{3F23E37C-2D83-479C-B7E8-68C71806A540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Cryo_14452">
            <a:extLst>
              <a:ext uri="{FF2B5EF4-FFF2-40B4-BE49-F238E27FC236}">
                <a16:creationId xmlns:a16="http://schemas.microsoft.com/office/drawing/2014/main" id="{97D90CC7-7128-4D68-B6B8-27CB2971BBEE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Cryo_14453">
            <a:extLst>
              <a:ext uri="{FF2B5EF4-FFF2-40B4-BE49-F238E27FC236}">
                <a16:creationId xmlns:a16="http://schemas.microsoft.com/office/drawing/2014/main" id="{5E1A0A65-126D-4218-854D-DF792804214C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Cryo_14454">
            <a:extLst>
              <a:ext uri="{FF2B5EF4-FFF2-40B4-BE49-F238E27FC236}">
                <a16:creationId xmlns:a16="http://schemas.microsoft.com/office/drawing/2014/main" id="{54A399AB-944A-4A11-8FA6-5407D0CDB9DE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Cryo_14455">
            <a:extLst>
              <a:ext uri="{FF2B5EF4-FFF2-40B4-BE49-F238E27FC236}">
                <a16:creationId xmlns:a16="http://schemas.microsoft.com/office/drawing/2014/main" id="{E844FEDA-0452-44F7-89E6-8C5CB2106E2B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Cryo_14456">
            <a:extLst>
              <a:ext uri="{FF2B5EF4-FFF2-40B4-BE49-F238E27FC236}">
                <a16:creationId xmlns:a16="http://schemas.microsoft.com/office/drawing/2014/main" id="{88F294E4-15F8-4534-BCEE-7821B326BA8C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Cryo_14457">
            <a:extLst>
              <a:ext uri="{FF2B5EF4-FFF2-40B4-BE49-F238E27FC236}">
                <a16:creationId xmlns:a16="http://schemas.microsoft.com/office/drawing/2014/main" id="{03D2EDE0-05EB-478B-B29A-4263FEBF0C36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Cryo_14458">
            <a:extLst>
              <a:ext uri="{FF2B5EF4-FFF2-40B4-BE49-F238E27FC236}">
                <a16:creationId xmlns:a16="http://schemas.microsoft.com/office/drawing/2014/main" id="{D04B08E1-6339-4205-91EE-F52051CBC039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Cryo_14459">
            <a:extLst>
              <a:ext uri="{FF2B5EF4-FFF2-40B4-BE49-F238E27FC236}">
                <a16:creationId xmlns:a16="http://schemas.microsoft.com/office/drawing/2014/main" id="{E055D2DC-E77D-4E7A-AEA5-BF833CB8414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Cryo_14460">
            <a:extLst>
              <a:ext uri="{FF2B5EF4-FFF2-40B4-BE49-F238E27FC236}">
                <a16:creationId xmlns:a16="http://schemas.microsoft.com/office/drawing/2014/main" id="{4C5E401D-9415-4A03-8993-D570B74AD80C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Cryo_14461">
            <a:extLst>
              <a:ext uri="{FF2B5EF4-FFF2-40B4-BE49-F238E27FC236}">
                <a16:creationId xmlns:a16="http://schemas.microsoft.com/office/drawing/2014/main" id="{842597F9-1850-48B8-80FD-5628E3BDB0B2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Cryo_14462">
            <a:extLst>
              <a:ext uri="{FF2B5EF4-FFF2-40B4-BE49-F238E27FC236}">
                <a16:creationId xmlns:a16="http://schemas.microsoft.com/office/drawing/2014/main" id="{B5D19A61-F382-4F19-836B-AE41D66E266C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Cryo_14463">
            <a:extLst>
              <a:ext uri="{FF2B5EF4-FFF2-40B4-BE49-F238E27FC236}">
                <a16:creationId xmlns:a16="http://schemas.microsoft.com/office/drawing/2014/main" id="{F676858F-22EB-4459-9B9D-791D8F7CE75B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Cryo_14464">
            <a:extLst>
              <a:ext uri="{FF2B5EF4-FFF2-40B4-BE49-F238E27FC236}">
                <a16:creationId xmlns:a16="http://schemas.microsoft.com/office/drawing/2014/main" id="{FBCCC076-FB68-4098-8D9D-F68728F801B7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Cryo_14465">
            <a:extLst>
              <a:ext uri="{FF2B5EF4-FFF2-40B4-BE49-F238E27FC236}">
                <a16:creationId xmlns:a16="http://schemas.microsoft.com/office/drawing/2014/main" id="{9845D30C-A4E9-431D-B4AD-CA0210DBF741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Cryo_14466">
            <a:extLst>
              <a:ext uri="{FF2B5EF4-FFF2-40B4-BE49-F238E27FC236}">
                <a16:creationId xmlns:a16="http://schemas.microsoft.com/office/drawing/2014/main" id="{65A56DE7-7770-4F6A-B60F-DFBBB50B9BAE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Cryo_14467">
            <a:extLst>
              <a:ext uri="{FF2B5EF4-FFF2-40B4-BE49-F238E27FC236}">
                <a16:creationId xmlns:a16="http://schemas.microsoft.com/office/drawing/2014/main" id="{D0D350FB-ED3A-406D-91E3-8B099EDD4F55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Cryo_14468">
            <a:extLst>
              <a:ext uri="{FF2B5EF4-FFF2-40B4-BE49-F238E27FC236}">
                <a16:creationId xmlns:a16="http://schemas.microsoft.com/office/drawing/2014/main" id="{42D8E649-59BA-4101-B2E5-536F699F32E1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Cryo_14469">
            <a:extLst>
              <a:ext uri="{FF2B5EF4-FFF2-40B4-BE49-F238E27FC236}">
                <a16:creationId xmlns:a16="http://schemas.microsoft.com/office/drawing/2014/main" id="{E67B2F0B-5172-440C-8EB7-44FD8A683D96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Cryo_14470">
            <a:extLst>
              <a:ext uri="{FF2B5EF4-FFF2-40B4-BE49-F238E27FC236}">
                <a16:creationId xmlns:a16="http://schemas.microsoft.com/office/drawing/2014/main" id="{12B36AE3-6736-4B4C-9176-957B8D4304A0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Cryo_14471">
            <a:extLst>
              <a:ext uri="{FF2B5EF4-FFF2-40B4-BE49-F238E27FC236}">
                <a16:creationId xmlns:a16="http://schemas.microsoft.com/office/drawing/2014/main" id="{6E373217-0F25-454A-B64F-E0405A8FC426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Cryo_14472">
            <a:extLst>
              <a:ext uri="{FF2B5EF4-FFF2-40B4-BE49-F238E27FC236}">
                <a16:creationId xmlns:a16="http://schemas.microsoft.com/office/drawing/2014/main" id="{7BB1B976-C548-468F-9A96-3F2CCE5A48AC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Cryo_14473">
            <a:extLst>
              <a:ext uri="{FF2B5EF4-FFF2-40B4-BE49-F238E27FC236}">
                <a16:creationId xmlns:a16="http://schemas.microsoft.com/office/drawing/2014/main" id="{892A562C-2265-475A-BDF0-B1F04AA3665D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Cryo_14474">
            <a:extLst>
              <a:ext uri="{FF2B5EF4-FFF2-40B4-BE49-F238E27FC236}">
                <a16:creationId xmlns:a16="http://schemas.microsoft.com/office/drawing/2014/main" id="{73A85FE1-7E33-40D7-9205-CC16DDD8F715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Cryo_14475">
            <a:extLst>
              <a:ext uri="{FF2B5EF4-FFF2-40B4-BE49-F238E27FC236}">
                <a16:creationId xmlns:a16="http://schemas.microsoft.com/office/drawing/2014/main" id="{607B4857-E1B9-480B-B21F-BEBC6A54B3B0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Cryo_14476">
            <a:extLst>
              <a:ext uri="{FF2B5EF4-FFF2-40B4-BE49-F238E27FC236}">
                <a16:creationId xmlns:a16="http://schemas.microsoft.com/office/drawing/2014/main" id="{C42BE58C-DED6-4670-B931-CA2173D42666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Cryo_14477">
            <a:extLst>
              <a:ext uri="{FF2B5EF4-FFF2-40B4-BE49-F238E27FC236}">
                <a16:creationId xmlns:a16="http://schemas.microsoft.com/office/drawing/2014/main" id="{2011DC0E-588E-4361-BFC9-4D434BA933EB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Cryo_14478">
            <a:extLst>
              <a:ext uri="{FF2B5EF4-FFF2-40B4-BE49-F238E27FC236}">
                <a16:creationId xmlns:a16="http://schemas.microsoft.com/office/drawing/2014/main" id="{D9595E10-862D-407E-92EC-141116946956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Cryo_14479">
            <a:extLst>
              <a:ext uri="{FF2B5EF4-FFF2-40B4-BE49-F238E27FC236}">
                <a16:creationId xmlns:a16="http://schemas.microsoft.com/office/drawing/2014/main" id="{EBCB7636-71C7-4F56-82D6-E1DF1F636526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Cryo_14480">
            <a:extLst>
              <a:ext uri="{FF2B5EF4-FFF2-40B4-BE49-F238E27FC236}">
                <a16:creationId xmlns:a16="http://schemas.microsoft.com/office/drawing/2014/main" id="{D38E57A6-AC05-4DFC-8BC4-B06BEC1DADCF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Cryo_14481">
            <a:extLst>
              <a:ext uri="{FF2B5EF4-FFF2-40B4-BE49-F238E27FC236}">
                <a16:creationId xmlns:a16="http://schemas.microsoft.com/office/drawing/2014/main" id="{1EBEA0C8-30F8-4A76-A297-6ABAA22E6E07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Cryo_14482">
            <a:extLst>
              <a:ext uri="{FF2B5EF4-FFF2-40B4-BE49-F238E27FC236}">
                <a16:creationId xmlns:a16="http://schemas.microsoft.com/office/drawing/2014/main" id="{77ACB81C-CC11-4727-B255-D3F9D76EE52E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Cryo_14483">
            <a:extLst>
              <a:ext uri="{FF2B5EF4-FFF2-40B4-BE49-F238E27FC236}">
                <a16:creationId xmlns:a16="http://schemas.microsoft.com/office/drawing/2014/main" id="{BBCCEB93-E1E0-4D7D-9AD6-3B1B6022229B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Cryo_14484">
            <a:extLst>
              <a:ext uri="{FF2B5EF4-FFF2-40B4-BE49-F238E27FC236}">
                <a16:creationId xmlns:a16="http://schemas.microsoft.com/office/drawing/2014/main" id="{B20D9923-CA5F-4261-9B98-26F96237141D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Cryo_14485">
            <a:extLst>
              <a:ext uri="{FF2B5EF4-FFF2-40B4-BE49-F238E27FC236}">
                <a16:creationId xmlns:a16="http://schemas.microsoft.com/office/drawing/2014/main" id="{1D10AF53-EF37-4F34-B144-9564ABC4C73A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Cryo_14486">
            <a:extLst>
              <a:ext uri="{FF2B5EF4-FFF2-40B4-BE49-F238E27FC236}">
                <a16:creationId xmlns:a16="http://schemas.microsoft.com/office/drawing/2014/main" id="{6C5C95D8-AAE3-4E15-851C-423E032D5FAD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Cryo_14487">
            <a:extLst>
              <a:ext uri="{FF2B5EF4-FFF2-40B4-BE49-F238E27FC236}">
                <a16:creationId xmlns:a16="http://schemas.microsoft.com/office/drawing/2014/main" id="{C534E864-FD96-4807-B393-546D61373B7D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Cryo_14488">
            <a:extLst>
              <a:ext uri="{FF2B5EF4-FFF2-40B4-BE49-F238E27FC236}">
                <a16:creationId xmlns:a16="http://schemas.microsoft.com/office/drawing/2014/main" id="{C465358E-D008-4A18-80A3-5713C129B961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Cryo_14489">
            <a:extLst>
              <a:ext uri="{FF2B5EF4-FFF2-40B4-BE49-F238E27FC236}">
                <a16:creationId xmlns:a16="http://schemas.microsoft.com/office/drawing/2014/main" id="{DA9D3586-675E-45C3-82EA-DC2208411681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Cryo_14490">
            <a:extLst>
              <a:ext uri="{FF2B5EF4-FFF2-40B4-BE49-F238E27FC236}">
                <a16:creationId xmlns:a16="http://schemas.microsoft.com/office/drawing/2014/main" id="{92E18242-9A91-4219-8586-C5466C030144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Cryo_14491">
            <a:extLst>
              <a:ext uri="{FF2B5EF4-FFF2-40B4-BE49-F238E27FC236}">
                <a16:creationId xmlns:a16="http://schemas.microsoft.com/office/drawing/2014/main" id="{00FA8B85-8A47-4849-B3BC-A4E3C6A3986A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Cryo_14492">
            <a:extLst>
              <a:ext uri="{FF2B5EF4-FFF2-40B4-BE49-F238E27FC236}">
                <a16:creationId xmlns:a16="http://schemas.microsoft.com/office/drawing/2014/main" id="{F0601AB6-16F7-4A15-AD74-2CFDCA48081A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Cryo_14493">
            <a:extLst>
              <a:ext uri="{FF2B5EF4-FFF2-40B4-BE49-F238E27FC236}">
                <a16:creationId xmlns:a16="http://schemas.microsoft.com/office/drawing/2014/main" id="{87403DCF-F845-46D9-A156-6FEB3EDC6BBE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Cryo_14494">
            <a:extLst>
              <a:ext uri="{FF2B5EF4-FFF2-40B4-BE49-F238E27FC236}">
                <a16:creationId xmlns:a16="http://schemas.microsoft.com/office/drawing/2014/main" id="{728B7453-C12F-4AFE-832E-7D14D3C70DAE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Cryo_14495">
            <a:extLst>
              <a:ext uri="{FF2B5EF4-FFF2-40B4-BE49-F238E27FC236}">
                <a16:creationId xmlns:a16="http://schemas.microsoft.com/office/drawing/2014/main" id="{C4B937B7-BAA2-4CE5-93F8-80C5142A5F43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Cryo_14496">
            <a:extLst>
              <a:ext uri="{FF2B5EF4-FFF2-40B4-BE49-F238E27FC236}">
                <a16:creationId xmlns:a16="http://schemas.microsoft.com/office/drawing/2014/main" id="{5658F06B-F009-48D3-AAB0-ECE3CE3ABF7C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Cryo_14497">
            <a:extLst>
              <a:ext uri="{FF2B5EF4-FFF2-40B4-BE49-F238E27FC236}">
                <a16:creationId xmlns:a16="http://schemas.microsoft.com/office/drawing/2014/main" id="{D489DBE8-3012-4151-A0D1-30D83B945F15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Cryo_14498">
            <a:extLst>
              <a:ext uri="{FF2B5EF4-FFF2-40B4-BE49-F238E27FC236}">
                <a16:creationId xmlns:a16="http://schemas.microsoft.com/office/drawing/2014/main" id="{30DB5B6B-9893-4A8A-9783-2D078527D0A5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Cryo_14499">
            <a:extLst>
              <a:ext uri="{FF2B5EF4-FFF2-40B4-BE49-F238E27FC236}">
                <a16:creationId xmlns:a16="http://schemas.microsoft.com/office/drawing/2014/main" id="{F9D0CE89-93AF-46AF-99AA-120F61E5862F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Cryo_14500">
            <a:extLst>
              <a:ext uri="{FF2B5EF4-FFF2-40B4-BE49-F238E27FC236}">
                <a16:creationId xmlns:a16="http://schemas.microsoft.com/office/drawing/2014/main" id="{400CC249-EA2D-4E10-BB32-BCA9AEF4ECC4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Cryo_14501">
            <a:extLst>
              <a:ext uri="{FF2B5EF4-FFF2-40B4-BE49-F238E27FC236}">
                <a16:creationId xmlns:a16="http://schemas.microsoft.com/office/drawing/2014/main" id="{E1814119-3B4D-4CBE-9C67-56CDC768015E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Cryo_14502">
            <a:extLst>
              <a:ext uri="{FF2B5EF4-FFF2-40B4-BE49-F238E27FC236}">
                <a16:creationId xmlns:a16="http://schemas.microsoft.com/office/drawing/2014/main" id="{7A498CF1-D1AE-4CCE-8FB8-010335602690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Cryo_14503">
            <a:extLst>
              <a:ext uri="{FF2B5EF4-FFF2-40B4-BE49-F238E27FC236}">
                <a16:creationId xmlns:a16="http://schemas.microsoft.com/office/drawing/2014/main" id="{863D7336-4863-4970-A6DD-A0183D2AF105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Cryo_14504">
            <a:extLst>
              <a:ext uri="{FF2B5EF4-FFF2-40B4-BE49-F238E27FC236}">
                <a16:creationId xmlns:a16="http://schemas.microsoft.com/office/drawing/2014/main" id="{6B356FE4-7D74-4E86-B726-7DE6C25FF7EF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Cryo_14505">
            <a:extLst>
              <a:ext uri="{FF2B5EF4-FFF2-40B4-BE49-F238E27FC236}">
                <a16:creationId xmlns:a16="http://schemas.microsoft.com/office/drawing/2014/main" id="{E7E88883-C3A5-4156-B7A5-FEF4D124A525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Cryo_14506">
            <a:extLst>
              <a:ext uri="{FF2B5EF4-FFF2-40B4-BE49-F238E27FC236}">
                <a16:creationId xmlns:a16="http://schemas.microsoft.com/office/drawing/2014/main" id="{F5FE8258-338D-4686-A677-4C2F36790E33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Cryo_14507">
            <a:extLst>
              <a:ext uri="{FF2B5EF4-FFF2-40B4-BE49-F238E27FC236}">
                <a16:creationId xmlns:a16="http://schemas.microsoft.com/office/drawing/2014/main" id="{B95A3245-FDDF-46DB-98C4-E52298D88123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Cryo_14508">
            <a:extLst>
              <a:ext uri="{FF2B5EF4-FFF2-40B4-BE49-F238E27FC236}">
                <a16:creationId xmlns:a16="http://schemas.microsoft.com/office/drawing/2014/main" id="{EF374AB9-1C8B-4054-8E37-CB088BFA6905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Cryo_14509">
            <a:extLst>
              <a:ext uri="{FF2B5EF4-FFF2-40B4-BE49-F238E27FC236}">
                <a16:creationId xmlns:a16="http://schemas.microsoft.com/office/drawing/2014/main" id="{A3075036-4C6E-4006-8668-6817353B5D3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Cryo_14510">
            <a:extLst>
              <a:ext uri="{FF2B5EF4-FFF2-40B4-BE49-F238E27FC236}">
                <a16:creationId xmlns:a16="http://schemas.microsoft.com/office/drawing/2014/main" id="{30D3DF9B-7E21-436F-A388-B829C6EE0809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Cryo_14511">
            <a:extLst>
              <a:ext uri="{FF2B5EF4-FFF2-40B4-BE49-F238E27FC236}">
                <a16:creationId xmlns:a16="http://schemas.microsoft.com/office/drawing/2014/main" id="{101337A2-9C7D-41F4-AE38-BD40530AD289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Cryo_14512">
            <a:extLst>
              <a:ext uri="{FF2B5EF4-FFF2-40B4-BE49-F238E27FC236}">
                <a16:creationId xmlns:a16="http://schemas.microsoft.com/office/drawing/2014/main" id="{61E25764-0664-4488-AE8E-67556C34A562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Cryo_14513">
            <a:extLst>
              <a:ext uri="{FF2B5EF4-FFF2-40B4-BE49-F238E27FC236}">
                <a16:creationId xmlns:a16="http://schemas.microsoft.com/office/drawing/2014/main" id="{66C308A4-C770-43FC-8A31-0AB9D7900109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Cryo_14514">
            <a:extLst>
              <a:ext uri="{FF2B5EF4-FFF2-40B4-BE49-F238E27FC236}">
                <a16:creationId xmlns:a16="http://schemas.microsoft.com/office/drawing/2014/main" id="{3AD89EB9-1A65-47AE-844E-43A062C97FBD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Cryo_14515">
            <a:extLst>
              <a:ext uri="{FF2B5EF4-FFF2-40B4-BE49-F238E27FC236}">
                <a16:creationId xmlns:a16="http://schemas.microsoft.com/office/drawing/2014/main" id="{0B772E99-F650-48E8-A5EA-859F3E0783B5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Cryo_14516">
            <a:extLst>
              <a:ext uri="{FF2B5EF4-FFF2-40B4-BE49-F238E27FC236}">
                <a16:creationId xmlns:a16="http://schemas.microsoft.com/office/drawing/2014/main" id="{117705A5-E435-4040-8E87-C7B16C5FD7B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Cryo_14517">
            <a:extLst>
              <a:ext uri="{FF2B5EF4-FFF2-40B4-BE49-F238E27FC236}">
                <a16:creationId xmlns:a16="http://schemas.microsoft.com/office/drawing/2014/main" id="{217CE61E-CFF5-4D1C-84AA-2A7D103C2352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Cryo_14518">
            <a:extLst>
              <a:ext uri="{FF2B5EF4-FFF2-40B4-BE49-F238E27FC236}">
                <a16:creationId xmlns:a16="http://schemas.microsoft.com/office/drawing/2014/main" id="{FD6F7704-279B-4654-85EA-BA1291A08BE6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Cryo_14519">
            <a:extLst>
              <a:ext uri="{FF2B5EF4-FFF2-40B4-BE49-F238E27FC236}">
                <a16:creationId xmlns:a16="http://schemas.microsoft.com/office/drawing/2014/main" id="{E81D979A-D168-4EEB-A40D-0E8EDE08BCE9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Cryo_14520">
            <a:extLst>
              <a:ext uri="{FF2B5EF4-FFF2-40B4-BE49-F238E27FC236}">
                <a16:creationId xmlns:a16="http://schemas.microsoft.com/office/drawing/2014/main" id="{F2B71A13-55A1-44E5-98FA-943F7C1FDC1D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Cryo_14521">
            <a:extLst>
              <a:ext uri="{FF2B5EF4-FFF2-40B4-BE49-F238E27FC236}">
                <a16:creationId xmlns:a16="http://schemas.microsoft.com/office/drawing/2014/main" id="{4D2F2E69-FEEF-40DA-9E3D-34924B0CBD3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Cryo_14522">
            <a:extLst>
              <a:ext uri="{FF2B5EF4-FFF2-40B4-BE49-F238E27FC236}">
                <a16:creationId xmlns:a16="http://schemas.microsoft.com/office/drawing/2014/main" id="{BD831231-AC95-4B45-935F-54F0A4842041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Cryo_14523">
            <a:extLst>
              <a:ext uri="{FF2B5EF4-FFF2-40B4-BE49-F238E27FC236}">
                <a16:creationId xmlns:a16="http://schemas.microsoft.com/office/drawing/2014/main" id="{2CDE048B-59B3-4EDD-847F-A87B7430071B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Cryo_14524">
            <a:extLst>
              <a:ext uri="{FF2B5EF4-FFF2-40B4-BE49-F238E27FC236}">
                <a16:creationId xmlns:a16="http://schemas.microsoft.com/office/drawing/2014/main" id="{FF18C637-F38E-4D45-A43A-F531A43F1914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Cryo_14525">
            <a:extLst>
              <a:ext uri="{FF2B5EF4-FFF2-40B4-BE49-F238E27FC236}">
                <a16:creationId xmlns:a16="http://schemas.microsoft.com/office/drawing/2014/main" id="{3592D836-817C-4D1C-8A77-111F4D0B6A1D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Cryo_14526">
            <a:extLst>
              <a:ext uri="{FF2B5EF4-FFF2-40B4-BE49-F238E27FC236}">
                <a16:creationId xmlns:a16="http://schemas.microsoft.com/office/drawing/2014/main" id="{40E3C3A4-2291-4967-8E77-DE2B24B53D2D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Cryo_14527">
            <a:extLst>
              <a:ext uri="{FF2B5EF4-FFF2-40B4-BE49-F238E27FC236}">
                <a16:creationId xmlns:a16="http://schemas.microsoft.com/office/drawing/2014/main" id="{1342A063-EDCF-47A5-9353-68F7140B39B2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Cryo_14528">
            <a:extLst>
              <a:ext uri="{FF2B5EF4-FFF2-40B4-BE49-F238E27FC236}">
                <a16:creationId xmlns:a16="http://schemas.microsoft.com/office/drawing/2014/main" id="{C39CD5FD-1A2D-4CF9-9B98-EE21AC251825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Cryo_14529">
            <a:extLst>
              <a:ext uri="{FF2B5EF4-FFF2-40B4-BE49-F238E27FC236}">
                <a16:creationId xmlns:a16="http://schemas.microsoft.com/office/drawing/2014/main" id="{3FEB50BC-8DB6-4777-98C1-9CE438D4BAF4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Cryo_14530">
            <a:extLst>
              <a:ext uri="{FF2B5EF4-FFF2-40B4-BE49-F238E27FC236}">
                <a16:creationId xmlns:a16="http://schemas.microsoft.com/office/drawing/2014/main" id="{110A2F3A-8C24-4C05-BAE3-F7105B90B23E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Cryo_14531">
            <a:extLst>
              <a:ext uri="{FF2B5EF4-FFF2-40B4-BE49-F238E27FC236}">
                <a16:creationId xmlns:a16="http://schemas.microsoft.com/office/drawing/2014/main" id="{094CFA19-B2FC-4B44-8CF2-BC86276B4ACC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Cryo_14532">
            <a:extLst>
              <a:ext uri="{FF2B5EF4-FFF2-40B4-BE49-F238E27FC236}">
                <a16:creationId xmlns:a16="http://schemas.microsoft.com/office/drawing/2014/main" id="{63F9ECC0-EB96-42B9-A1C0-752FA431257E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Cryo_14533">
            <a:extLst>
              <a:ext uri="{FF2B5EF4-FFF2-40B4-BE49-F238E27FC236}">
                <a16:creationId xmlns:a16="http://schemas.microsoft.com/office/drawing/2014/main" id="{3155E222-53C8-4CEA-ADED-87BC59597963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Cryo_14534">
            <a:extLst>
              <a:ext uri="{FF2B5EF4-FFF2-40B4-BE49-F238E27FC236}">
                <a16:creationId xmlns:a16="http://schemas.microsoft.com/office/drawing/2014/main" id="{CE933202-1294-4EBD-BFAA-6774BC4D59EB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Cryo_14535">
            <a:extLst>
              <a:ext uri="{FF2B5EF4-FFF2-40B4-BE49-F238E27FC236}">
                <a16:creationId xmlns:a16="http://schemas.microsoft.com/office/drawing/2014/main" id="{13202473-7ADC-499D-B674-CE9F5E4AB105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Cryo_14536">
            <a:extLst>
              <a:ext uri="{FF2B5EF4-FFF2-40B4-BE49-F238E27FC236}">
                <a16:creationId xmlns:a16="http://schemas.microsoft.com/office/drawing/2014/main" id="{E0A2A00A-BE57-4C99-93A8-643EB026BB0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Cryo_14537">
            <a:extLst>
              <a:ext uri="{FF2B5EF4-FFF2-40B4-BE49-F238E27FC236}">
                <a16:creationId xmlns:a16="http://schemas.microsoft.com/office/drawing/2014/main" id="{8DC4E3DC-8C4D-4133-8EF4-B848B05DA6F8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Cryo_14538">
            <a:extLst>
              <a:ext uri="{FF2B5EF4-FFF2-40B4-BE49-F238E27FC236}">
                <a16:creationId xmlns:a16="http://schemas.microsoft.com/office/drawing/2014/main" id="{2E0F14E6-3B63-4A77-9716-1C3548F037A5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Cryo_14539">
            <a:extLst>
              <a:ext uri="{FF2B5EF4-FFF2-40B4-BE49-F238E27FC236}">
                <a16:creationId xmlns:a16="http://schemas.microsoft.com/office/drawing/2014/main" id="{8B59D503-10A4-447D-B7FF-1883DB17A654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Cryo_14540">
            <a:extLst>
              <a:ext uri="{FF2B5EF4-FFF2-40B4-BE49-F238E27FC236}">
                <a16:creationId xmlns:a16="http://schemas.microsoft.com/office/drawing/2014/main" id="{93CC6E9E-BE6B-43D9-B17C-B4E0DBF866D4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Cryo_14541">
            <a:extLst>
              <a:ext uri="{FF2B5EF4-FFF2-40B4-BE49-F238E27FC236}">
                <a16:creationId xmlns:a16="http://schemas.microsoft.com/office/drawing/2014/main" id="{F6A5CD8A-F745-4148-86E0-D32C264AC7E3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Cryo_14542">
            <a:extLst>
              <a:ext uri="{FF2B5EF4-FFF2-40B4-BE49-F238E27FC236}">
                <a16:creationId xmlns:a16="http://schemas.microsoft.com/office/drawing/2014/main" id="{0FEF9CA6-71BF-4D3B-932B-A86194699FAD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Cryo_14543">
            <a:extLst>
              <a:ext uri="{FF2B5EF4-FFF2-40B4-BE49-F238E27FC236}">
                <a16:creationId xmlns:a16="http://schemas.microsoft.com/office/drawing/2014/main" id="{E6565774-7D71-48E8-A47B-35E479CAA125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Cryo_14544">
            <a:extLst>
              <a:ext uri="{FF2B5EF4-FFF2-40B4-BE49-F238E27FC236}">
                <a16:creationId xmlns:a16="http://schemas.microsoft.com/office/drawing/2014/main" id="{24E96062-5100-4F7E-A906-D76A379857AD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Cryo_14545">
            <a:extLst>
              <a:ext uri="{FF2B5EF4-FFF2-40B4-BE49-F238E27FC236}">
                <a16:creationId xmlns:a16="http://schemas.microsoft.com/office/drawing/2014/main" id="{6B809CF6-1413-4B33-A3DA-F8822B245877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Cryo_14546">
            <a:extLst>
              <a:ext uri="{FF2B5EF4-FFF2-40B4-BE49-F238E27FC236}">
                <a16:creationId xmlns:a16="http://schemas.microsoft.com/office/drawing/2014/main" id="{DE615B0D-43BD-4CBF-A3CC-9313CEFEE5AE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Cryo_14547">
            <a:extLst>
              <a:ext uri="{FF2B5EF4-FFF2-40B4-BE49-F238E27FC236}">
                <a16:creationId xmlns:a16="http://schemas.microsoft.com/office/drawing/2014/main" id="{5507386B-BE55-4BAD-BEE5-EEE070ACCBED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Cryo_14548">
            <a:extLst>
              <a:ext uri="{FF2B5EF4-FFF2-40B4-BE49-F238E27FC236}">
                <a16:creationId xmlns:a16="http://schemas.microsoft.com/office/drawing/2014/main" id="{B70CCA62-DC98-4289-BC50-E8DF424F20C0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Cryo_14549">
            <a:extLst>
              <a:ext uri="{FF2B5EF4-FFF2-40B4-BE49-F238E27FC236}">
                <a16:creationId xmlns:a16="http://schemas.microsoft.com/office/drawing/2014/main" id="{C2FE6D6F-987E-4EC8-A2DE-E96186693663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Cryo_14550">
            <a:extLst>
              <a:ext uri="{FF2B5EF4-FFF2-40B4-BE49-F238E27FC236}">
                <a16:creationId xmlns:a16="http://schemas.microsoft.com/office/drawing/2014/main" id="{4B39A8B5-6F96-461D-B8CF-8C50C779E76C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Cryo_14551">
            <a:extLst>
              <a:ext uri="{FF2B5EF4-FFF2-40B4-BE49-F238E27FC236}">
                <a16:creationId xmlns:a16="http://schemas.microsoft.com/office/drawing/2014/main" id="{300C5291-7D08-4C20-BAA7-A1D560CCB929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Cryo_14552">
            <a:extLst>
              <a:ext uri="{FF2B5EF4-FFF2-40B4-BE49-F238E27FC236}">
                <a16:creationId xmlns:a16="http://schemas.microsoft.com/office/drawing/2014/main" id="{12DDCC31-B2BD-4B77-8257-8302B6DDEEFE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Cryo_14553">
            <a:extLst>
              <a:ext uri="{FF2B5EF4-FFF2-40B4-BE49-F238E27FC236}">
                <a16:creationId xmlns:a16="http://schemas.microsoft.com/office/drawing/2014/main" id="{3E1AF69C-7F0F-4CDF-9FA3-6C3E4FFA6787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Cryo_14554">
            <a:extLst>
              <a:ext uri="{FF2B5EF4-FFF2-40B4-BE49-F238E27FC236}">
                <a16:creationId xmlns:a16="http://schemas.microsoft.com/office/drawing/2014/main" id="{2AC9B375-597D-4D5A-8657-49909E4496BA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Cryo_14555">
            <a:extLst>
              <a:ext uri="{FF2B5EF4-FFF2-40B4-BE49-F238E27FC236}">
                <a16:creationId xmlns:a16="http://schemas.microsoft.com/office/drawing/2014/main" id="{7D996D77-C581-4D20-8339-70BBFAE20917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Cryo_14556">
            <a:extLst>
              <a:ext uri="{FF2B5EF4-FFF2-40B4-BE49-F238E27FC236}">
                <a16:creationId xmlns:a16="http://schemas.microsoft.com/office/drawing/2014/main" id="{127743EB-9C7A-4935-9D2E-316D509A8386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Cryo_14557">
            <a:extLst>
              <a:ext uri="{FF2B5EF4-FFF2-40B4-BE49-F238E27FC236}">
                <a16:creationId xmlns:a16="http://schemas.microsoft.com/office/drawing/2014/main" id="{8F9A858B-4551-4555-A9FB-E9AA62B87E6F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Cryo_14558">
            <a:extLst>
              <a:ext uri="{FF2B5EF4-FFF2-40B4-BE49-F238E27FC236}">
                <a16:creationId xmlns:a16="http://schemas.microsoft.com/office/drawing/2014/main" id="{A438C3F2-9C38-46DD-9508-3D7B7C8107F7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Cryo_14559">
            <a:extLst>
              <a:ext uri="{FF2B5EF4-FFF2-40B4-BE49-F238E27FC236}">
                <a16:creationId xmlns:a16="http://schemas.microsoft.com/office/drawing/2014/main" id="{9A561FFA-3221-49B5-B2FA-D4DEE187C4B3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Cryo_14560">
            <a:extLst>
              <a:ext uri="{FF2B5EF4-FFF2-40B4-BE49-F238E27FC236}">
                <a16:creationId xmlns:a16="http://schemas.microsoft.com/office/drawing/2014/main" id="{AD3C1700-17F9-4BA1-8007-E7B136078ACA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Cryo_14561">
            <a:extLst>
              <a:ext uri="{FF2B5EF4-FFF2-40B4-BE49-F238E27FC236}">
                <a16:creationId xmlns:a16="http://schemas.microsoft.com/office/drawing/2014/main" id="{73819B35-DC73-4A75-AFDD-824787871695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Cryo_14562">
            <a:extLst>
              <a:ext uri="{FF2B5EF4-FFF2-40B4-BE49-F238E27FC236}">
                <a16:creationId xmlns:a16="http://schemas.microsoft.com/office/drawing/2014/main" id="{7BB0FE35-5412-461A-A80B-E77E70AF9637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Cryo_14563">
            <a:extLst>
              <a:ext uri="{FF2B5EF4-FFF2-40B4-BE49-F238E27FC236}">
                <a16:creationId xmlns:a16="http://schemas.microsoft.com/office/drawing/2014/main" id="{8034D56F-34D4-42DA-81F1-A068119592D7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Cryo_14564">
            <a:extLst>
              <a:ext uri="{FF2B5EF4-FFF2-40B4-BE49-F238E27FC236}">
                <a16:creationId xmlns:a16="http://schemas.microsoft.com/office/drawing/2014/main" id="{9CF2C944-52B5-47FC-A88F-6F9EB0C7D50C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Cryo_14565">
            <a:extLst>
              <a:ext uri="{FF2B5EF4-FFF2-40B4-BE49-F238E27FC236}">
                <a16:creationId xmlns:a16="http://schemas.microsoft.com/office/drawing/2014/main" id="{3FA15AF7-F901-4096-9749-4D6BDE3D34B1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Cryo_14566">
            <a:extLst>
              <a:ext uri="{FF2B5EF4-FFF2-40B4-BE49-F238E27FC236}">
                <a16:creationId xmlns:a16="http://schemas.microsoft.com/office/drawing/2014/main" id="{650E8B01-A48F-492D-AC19-36F16802B5E9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Cryo_14567">
            <a:extLst>
              <a:ext uri="{FF2B5EF4-FFF2-40B4-BE49-F238E27FC236}">
                <a16:creationId xmlns:a16="http://schemas.microsoft.com/office/drawing/2014/main" id="{7A30CA23-7068-4B0B-BB8E-57D1EE01614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Cryo_14568">
            <a:extLst>
              <a:ext uri="{FF2B5EF4-FFF2-40B4-BE49-F238E27FC236}">
                <a16:creationId xmlns:a16="http://schemas.microsoft.com/office/drawing/2014/main" id="{47CD1771-D1B7-4325-ADB5-6F59AF69863F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Cryo_14569">
            <a:extLst>
              <a:ext uri="{FF2B5EF4-FFF2-40B4-BE49-F238E27FC236}">
                <a16:creationId xmlns:a16="http://schemas.microsoft.com/office/drawing/2014/main" id="{E3347B98-0371-4760-B24F-D4E8C5B1F3A8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Cryo_14570">
            <a:extLst>
              <a:ext uri="{FF2B5EF4-FFF2-40B4-BE49-F238E27FC236}">
                <a16:creationId xmlns:a16="http://schemas.microsoft.com/office/drawing/2014/main" id="{E06E993A-5A03-4A56-A184-381A57483FBA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Cryo_14571">
            <a:extLst>
              <a:ext uri="{FF2B5EF4-FFF2-40B4-BE49-F238E27FC236}">
                <a16:creationId xmlns:a16="http://schemas.microsoft.com/office/drawing/2014/main" id="{0C71BC03-4AB8-4B50-876B-A9DA639EB3B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Cryo_14572">
            <a:extLst>
              <a:ext uri="{FF2B5EF4-FFF2-40B4-BE49-F238E27FC236}">
                <a16:creationId xmlns:a16="http://schemas.microsoft.com/office/drawing/2014/main" id="{9514F419-D3AB-4486-8719-6BE4202D4738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Cryo_14573">
            <a:extLst>
              <a:ext uri="{FF2B5EF4-FFF2-40B4-BE49-F238E27FC236}">
                <a16:creationId xmlns:a16="http://schemas.microsoft.com/office/drawing/2014/main" id="{AFA91853-8092-4FAC-B14B-9A2F707AB9E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Cryo_14574">
            <a:extLst>
              <a:ext uri="{FF2B5EF4-FFF2-40B4-BE49-F238E27FC236}">
                <a16:creationId xmlns:a16="http://schemas.microsoft.com/office/drawing/2014/main" id="{91918D16-B1B6-4B5F-AF2F-4EE42E24615E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Cryo_14575">
            <a:extLst>
              <a:ext uri="{FF2B5EF4-FFF2-40B4-BE49-F238E27FC236}">
                <a16:creationId xmlns:a16="http://schemas.microsoft.com/office/drawing/2014/main" id="{953DE0D6-56B5-4934-B21C-9AACE777CBD0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Cryo_14576">
            <a:extLst>
              <a:ext uri="{FF2B5EF4-FFF2-40B4-BE49-F238E27FC236}">
                <a16:creationId xmlns:a16="http://schemas.microsoft.com/office/drawing/2014/main" id="{664ACE9A-6DC2-4F6C-89FD-F5246DDD2FE7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Cryo_14577">
            <a:extLst>
              <a:ext uri="{FF2B5EF4-FFF2-40B4-BE49-F238E27FC236}">
                <a16:creationId xmlns:a16="http://schemas.microsoft.com/office/drawing/2014/main" id="{8F156576-F87D-4EFF-A895-E1A4117B02CE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Cryo_14578">
            <a:extLst>
              <a:ext uri="{FF2B5EF4-FFF2-40B4-BE49-F238E27FC236}">
                <a16:creationId xmlns:a16="http://schemas.microsoft.com/office/drawing/2014/main" id="{B8979D86-9CAB-4DFF-9990-ED1B222E33A1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Cryo_14579">
            <a:extLst>
              <a:ext uri="{FF2B5EF4-FFF2-40B4-BE49-F238E27FC236}">
                <a16:creationId xmlns:a16="http://schemas.microsoft.com/office/drawing/2014/main" id="{77BFF990-41ED-4A20-9B6C-EACA414A0FCA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Cryo_14580">
            <a:extLst>
              <a:ext uri="{FF2B5EF4-FFF2-40B4-BE49-F238E27FC236}">
                <a16:creationId xmlns:a16="http://schemas.microsoft.com/office/drawing/2014/main" id="{DC131B51-880C-4BFA-9A0D-81CBD51E3E19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Cryo_14581">
            <a:extLst>
              <a:ext uri="{FF2B5EF4-FFF2-40B4-BE49-F238E27FC236}">
                <a16:creationId xmlns:a16="http://schemas.microsoft.com/office/drawing/2014/main" id="{5DEE2F35-ACE8-4D46-AD34-EC0D96F5363E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Cryo_14582">
            <a:extLst>
              <a:ext uri="{FF2B5EF4-FFF2-40B4-BE49-F238E27FC236}">
                <a16:creationId xmlns:a16="http://schemas.microsoft.com/office/drawing/2014/main" id="{E084C87D-E0B6-4E26-9558-75C672E58212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Cryo_14583">
            <a:extLst>
              <a:ext uri="{FF2B5EF4-FFF2-40B4-BE49-F238E27FC236}">
                <a16:creationId xmlns:a16="http://schemas.microsoft.com/office/drawing/2014/main" id="{731AFFC1-84C9-498E-8374-0AFDD4B21D4B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Cryo_14584">
            <a:extLst>
              <a:ext uri="{FF2B5EF4-FFF2-40B4-BE49-F238E27FC236}">
                <a16:creationId xmlns:a16="http://schemas.microsoft.com/office/drawing/2014/main" id="{296CC968-1D2A-4B6C-9E3A-E891F58E4DE2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Cryo_14585">
            <a:extLst>
              <a:ext uri="{FF2B5EF4-FFF2-40B4-BE49-F238E27FC236}">
                <a16:creationId xmlns:a16="http://schemas.microsoft.com/office/drawing/2014/main" id="{8AA49F7A-984B-4683-80C0-BFF95F80ED8C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Cryo_14586">
            <a:extLst>
              <a:ext uri="{FF2B5EF4-FFF2-40B4-BE49-F238E27FC236}">
                <a16:creationId xmlns:a16="http://schemas.microsoft.com/office/drawing/2014/main" id="{DD3785E4-98DF-4FAF-A518-6AC067485FC5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Cryo_14587">
            <a:extLst>
              <a:ext uri="{FF2B5EF4-FFF2-40B4-BE49-F238E27FC236}">
                <a16:creationId xmlns:a16="http://schemas.microsoft.com/office/drawing/2014/main" id="{2535CDF9-723A-474F-B1EC-18AD846544C7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Cryo_14588">
            <a:extLst>
              <a:ext uri="{FF2B5EF4-FFF2-40B4-BE49-F238E27FC236}">
                <a16:creationId xmlns:a16="http://schemas.microsoft.com/office/drawing/2014/main" id="{3C2FBC8E-90CC-438D-AF4C-BB416BE0328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Cryo_14589">
            <a:extLst>
              <a:ext uri="{FF2B5EF4-FFF2-40B4-BE49-F238E27FC236}">
                <a16:creationId xmlns:a16="http://schemas.microsoft.com/office/drawing/2014/main" id="{E75D8F03-B1F8-4C76-962D-64181B6F6E3F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Cryo_14590">
            <a:extLst>
              <a:ext uri="{FF2B5EF4-FFF2-40B4-BE49-F238E27FC236}">
                <a16:creationId xmlns:a16="http://schemas.microsoft.com/office/drawing/2014/main" id="{C90E99D9-38D4-459A-855A-487C4C8C6EA1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Cryo_14591">
            <a:extLst>
              <a:ext uri="{FF2B5EF4-FFF2-40B4-BE49-F238E27FC236}">
                <a16:creationId xmlns:a16="http://schemas.microsoft.com/office/drawing/2014/main" id="{6B07A36A-C104-4053-8675-3331ABE41EA0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Cryo_14592">
            <a:extLst>
              <a:ext uri="{FF2B5EF4-FFF2-40B4-BE49-F238E27FC236}">
                <a16:creationId xmlns:a16="http://schemas.microsoft.com/office/drawing/2014/main" id="{72F6A722-3D09-402A-8B67-1D595E4E0678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Cryo_14593">
            <a:extLst>
              <a:ext uri="{FF2B5EF4-FFF2-40B4-BE49-F238E27FC236}">
                <a16:creationId xmlns:a16="http://schemas.microsoft.com/office/drawing/2014/main" id="{4B226198-11CB-4074-BE34-91212AF10F08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Cryo_14594">
            <a:extLst>
              <a:ext uri="{FF2B5EF4-FFF2-40B4-BE49-F238E27FC236}">
                <a16:creationId xmlns:a16="http://schemas.microsoft.com/office/drawing/2014/main" id="{42879A7F-EA22-40F7-8D8E-DA73B9846F61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Cryo_14595">
            <a:extLst>
              <a:ext uri="{FF2B5EF4-FFF2-40B4-BE49-F238E27FC236}">
                <a16:creationId xmlns:a16="http://schemas.microsoft.com/office/drawing/2014/main" id="{DF7FE2F8-A82E-4EC9-B0CE-8A9669E93F6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Cryo_14596">
            <a:extLst>
              <a:ext uri="{FF2B5EF4-FFF2-40B4-BE49-F238E27FC236}">
                <a16:creationId xmlns:a16="http://schemas.microsoft.com/office/drawing/2014/main" id="{EF59066E-613C-453A-BCEB-04EBD498571B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Cryo_14597">
            <a:extLst>
              <a:ext uri="{FF2B5EF4-FFF2-40B4-BE49-F238E27FC236}">
                <a16:creationId xmlns:a16="http://schemas.microsoft.com/office/drawing/2014/main" id="{9CD11B62-9E3E-4676-8350-990E43B0F919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Cryo_14598">
            <a:extLst>
              <a:ext uri="{FF2B5EF4-FFF2-40B4-BE49-F238E27FC236}">
                <a16:creationId xmlns:a16="http://schemas.microsoft.com/office/drawing/2014/main" id="{CCDC1F36-6AC5-40D8-8131-95F2CE505B79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Cryo_14599">
            <a:extLst>
              <a:ext uri="{FF2B5EF4-FFF2-40B4-BE49-F238E27FC236}">
                <a16:creationId xmlns:a16="http://schemas.microsoft.com/office/drawing/2014/main" id="{BE5825A7-A44E-455A-9F77-CBE03DE68303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Cryo_14600">
            <a:extLst>
              <a:ext uri="{FF2B5EF4-FFF2-40B4-BE49-F238E27FC236}">
                <a16:creationId xmlns:a16="http://schemas.microsoft.com/office/drawing/2014/main" id="{4BC1E9CD-E14E-4671-A078-AC202AC9FCB1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Cryo_14601">
            <a:extLst>
              <a:ext uri="{FF2B5EF4-FFF2-40B4-BE49-F238E27FC236}">
                <a16:creationId xmlns:a16="http://schemas.microsoft.com/office/drawing/2014/main" id="{CF55DF5B-337A-4AA3-A940-19A23DF69434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Cryo_14602">
            <a:extLst>
              <a:ext uri="{FF2B5EF4-FFF2-40B4-BE49-F238E27FC236}">
                <a16:creationId xmlns:a16="http://schemas.microsoft.com/office/drawing/2014/main" id="{A95B63BE-8847-46C6-A6FD-4D200467E37D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Cryo_14603">
            <a:extLst>
              <a:ext uri="{FF2B5EF4-FFF2-40B4-BE49-F238E27FC236}">
                <a16:creationId xmlns:a16="http://schemas.microsoft.com/office/drawing/2014/main" id="{FED8DF5C-DFB5-41BC-BCC5-1AF89679DBCA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Cryo_14604">
            <a:extLst>
              <a:ext uri="{FF2B5EF4-FFF2-40B4-BE49-F238E27FC236}">
                <a16:creationId xmlns:a16="http://schemas.microsoft.com/office/drawing/2014/main" id="{2743F270-EC94-4DF6-BE8D-042EEB37C16E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Cryo_14605">
            <a:extLst>
              <a:ext uri="{FF2B5EF4-FFF2-40B4-BE49-F238E27FC236}">
                <a16:creationId xmlns:a16="http://schemas.microsoft.com/office/drawing/2014/main" id="{CCB065AE-6B19-47C7-820C-1D57BE01A651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Cryo_14606">
            <a:extLst>
              <a:ext uri="{FF2B5EF4-FFF2-40B4-BE49-F238E27FC236}">
                <a16:creationId xmlns:a16="http://schemas.microsoft.com/office/drawing/2014/main" id="{42141F31-252F-496E-A6CC-171B63EFC5F0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Cryo_14607">
            <a:extLst>
              <a:ext uri="{FF2B5EF4-FFF2-40B4-BE49-F238E27FC236}">
                <a16:creationId xmlns:a16="http://schemas.microsoft.com/office/drawing/2014/main" id="{FB9F141B-97A5-447D-9C72-A7A1D3B38BE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Cryo_14608">
            <a:extLst>
              <a:ext uri="{FF2B5EF4-FFF2-40B4-BE49-F238E27FC236}">
                <a16:creationId xmlns:a16="http://schemas.microsoft.com/office/drawing/2014/main" id="{51C7F702-7EC2-427F-A997-B173AB337471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Cryo_14609">
            <a:extLst>
              <a:ext uri="{FF2B5EF4-FFF2-40B4-BE49-F238E27FC236}">
                <a16:creationId xmlns:a16="http://schemas.microsoft.com/office/drawing/2014/main" id="{EF1EE8A1-4BA6-4F59-A794-0EEF41F9A045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Cryo_14610">
            <a:extLst>
              <a:ext uri="{FF2B5EF4-FFF2-40B4-BE49-F238E27FC236}">
                <a16:creationId xmlns:a16="http://schemas.microsoft.com/office/drawing/2014/main" id="{31245D2D-5D1B-4607-B906-6665961CA7DC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Cryo_14611">
            <a:extLst>
              <a:ext uri="{FF2B5EF4-FFF2-40B4-BE49-F238E27FC236}">
                <a16:creationId xmlns:a16="http://schemas.microsoft.com/office/drawing/2014/main" id="{593BCBDC-C46D-482A-9766-9343B0B19BF9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Cryo_14612">
            <a:extLst>
              <a:ext uri="{FF2B5EF4-FFF2-40B4-BE49-F238E27FC236}">
                <a16:creationId xmlns:a16="http://schemas.microsoft.com/office/drawing/2014/main" id="{C5E7B06B-C124-43C3-8647-14B09F01C7C2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Cryo_14613">
            <a:extLst>
              <a:ext uri="{FF2B5EF4-FFF2-40B4-BE49-F238E27FC236}">
                <a16:creationId xmlns:a16="http://schemas.microsoft.com/office/drawing/2014/main" id="{98616ABF-8D4D-4770-8862-7DEA1ACF5226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Cryo_14614">
            <a:extLst>
              <a:ext uri="{FF2B5EF4-FFF2-40B4-BE49-F238E27FC236}">
                <a16:creationId xmlns:a16="http://schemas.microsoft.com/office/drawing/2014/main" id="{BCB21045-1F5B-4AC3-BB92-709271D6F1E0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Cryo_14615">
            <a:extLst>
              <a:ext uri="{FF2B5EF4-FFF2-40B4-BE49-F238E27FC236}">
                <a16:creationId xmlns:a16="http://schemas.microsoft.com/office/drawing/2014/main" id="{77B25826-B0B1-4F8A-B717-23E9A7E78F1A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Cryo_14616">
            <a:extLst>
              <a:ext uri="{FF2B5EF4-FFF2-40B4-BE49-F238E27FC236}">
                <a16:creationId xmlns:a16="http://schemas.microsoft.com/office/drawing/2014/main" id="{FE29AEEF-0DA3-4B9A-B49E-ED288089B3B7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Cryo_14617">
            <a:extLst>
              <a:ext uri="{FF2B5EF4-FFF2-40B4-BE49-F238E27FC236}">
                <a16:creationId xmlns:a16="http://schemas.microsoft.com/office/drawing/2014/main" id="{2C95F1FD-83CE-4B76-8B74-56CB68732FDB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Cryo_14618">
            <a:extLst>
              <a:ext uri="{FF2B5EF4-FFF2-40B4-BE49-F238E27FC236}">
                <a16:creationId xmlns:a16="http://schemas.microsoft.com/office/drawing/2014/main" id="{7001D515-EE10-4CB8-9F5F-D7FB91870393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Cryo_14619">
            <a:extLst>
              <a:ext uri="{FF2B5EF4-FFF2-40B4-BE49-F238E27FC236}">
                <a16:creationId xmlns:a16="http://schemas.microsoft.com/office/drawing/2014/main" id="{6D6139FB-172C-4E12-A27F-5C66A712F303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Cryo_14620">
            <a:extLst>
              <a:ext uri="{FF2B5EF4-FFF2-40B4-BE49-F238E27FC236}">
                <a16:creationId xmlns:a16="http://schemas.microsoft.com/office/drawing/2014/main" id="{6E1D241B-1135-4890-9BDE-AA56DE0D3316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Cryo_14621">
            <a:extLst>
              <a:ext uri="{FF2B5EF4-FFF2-40B4-BE49-F238E27FC236}">
                <a16:creationId xmlns:a16="http://schemas.microsoft.com/office/drawing/2014/main" id="{0181D0FB-2BCE-4E81-9C7C-7225C0BDE80D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Cryo_14622">
            <a:extLst>
              <a:ext uri="{FF2B5EF4-FFF2-40B4-BE49-F238E27FC236}">
                <a16:creationId xmlns:a16="http://schemas.microsoft.com/office/drawing/2014/main" id="{08DA51D5-1CC9-401B-A6BA-188E3E07D9F4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Cryo_14623">
            <a:extLst>
              <a:ext uri="{FF2B5EF4-FFF2-40B4-BE49-F238E27FC236}">
                <a16:creationId xmlns:a16="http://schemas.microsoft.com/office/drawing/2014/main" id="{1243E57B-02E9-4313-97CC-9EC0ADB43DD2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Cryo_14624">
            <a:extLst>
              <a:ext uri="{FF2B5EF4-FFF2-40B4-BE49-F238E27FC236}">
                <a16:creationId xmlns:a16="http://schemas.microsoft.com/office/drawing/2014/main" id="{4308E97B-3614-4A19-8F86-8CE070E2F79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Cryo_14625">
            <a:extLst>
              <a:ext uri="{FF2B5EF4-FFF2-40B4-BE49-F238E27FC236}">
                <a16:creationId xmlns:a16="http://schemas.microsoft.com/office/drawing/2014/main" id="{214BD4F0-E3E5-4EDF-BBF7-A8B7BD5C1F66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Cryo_14626">
            <a:extLst>
              <a:ext uri="{FF2B5EF4-FFF2-40B4-BE49-F238E27FC236}">
                <a16:creationId xmlns:a16="http://schemas.microsoft.com/office/drawing/2014/main" id="{9EBAB873-5C8E-4823-8357-04C4C590FFA2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Cryo_14627">
            <a:extLst>
              <a:ext uri="{FF2B5EF4-FFF2-40B4-BE49-F238E27FC236}">
                <a16:creationId xmlns:a16="http://schemas.microsoft.com/office/drawing/2014/main" id="{B65EF665-695B-4C36-946D-583215FAF07B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Cryo_14628">
            <a:extLst>
              <a:ext uri="{FF2B5EF4-FFF2-40B4-BE49-F238E27FC236}">
                <a16:creationId xmlns:a16="http://schemas.microsoft.com/office/drawing/2014/main" id="{1D811466-33A2-4549-9461-A2EDFFF845B0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Cryo_14629">
            <a:extLst>
              <a:ext uri="{FF2B5EF4-FFF2-40B4-BE49-F238E27FC236}">
                <a16:creationId xmlns:a16="http://schemas.microsoft.com/office/drawing/2014/main" id="{834CF8BE-FD3E-4A0C-BA30-C2C7798A1A34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Cryo_14630">
            <a:extLst>
              <a:ext uri="{FF2B5EF4-FFF2-40B4-BE49-F238E27FC236}">
                <a16:creationId xmlns:a16="http://schemas.microsoft.com/office/drawing/2014/main" id="{0FEE8BCE-85B1-44DD-966E-606BDBBADF48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Cryo_14631">
            <a:extLst>
              <a:ext uri="{FF2B5EF4-FFF2-40B4-BE49-F238E27FC236}">
                <a16:creationId xmlns:a16="http://schemas.microsoft.com/office/drawing/2014/main" id="{9ED0782B-0F3F-4D03-97BF-9702013C48AF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Cryo_14632">
            <a:extLst>
              <a:ext uri="{FF2B5EF4-FFF2-40B4-BE49-F238E27FC236}">
                <a16:creationId xmlns:a16="http://schemas.microsoft.com/office/drawing/2014/main" id="{E7FB0ABE-EC7E-42B4-83D3-F29B8B8038B4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Cryo_14633">
            <a:extLst>
              <a:ext uri="{FF2B5EF4-FFF2-40B4-BE49-F238E27FC236}">
                <a16:creationId xmlns:a16="http://schemas.microsoft.com/office/drawing/2014/main" id="{B78053A1-FF10-423F-99F5-8D7A4349F649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Cryo_14634">
            <a:extLst>
              <a:ext uri="{FF2B5EF4-FFF2-40B4-BE49-F238E27FC236}">
                <a16:creationId xmlns:a16="http://schemas.microsoft.com/office/drawing/2014/main" id="{9C4908B0-18D2-4236-8E3A-D970EA92932E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Cryo_14635">
            <a:extLst>
              <a:ext uri="{FF2B5EF4-FFF2-40B4-BE49-F238E27FC236}">
                <a16:creationId xmlns:a16="http://schemas.microsoft.com/office/drawing/2014/main" id="{8ACDA0D1-636B-43CA-9DAC-A63CF513F62B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Cryo_14636">
            <a:extLst>
              <a:ext uri="{FF2B5EF4-FFF2-40B4-BE49-F238E27FC236}">
                <a16:creationId xmlns:a16="http://schemas.microsoft.com/office/drawing/2014/main" id="{1EAF5330-6681-4E7E-8E1B-AA74763E7A45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Cryo_14637">
            <a:extLst>
              <a:ext uri="{FF2B5EF4-FFF2-40B4-BE49-F238E27FC236}">
                <a16:creationId xmlns:a16="http://schemas.microsoft.com/office/drawing/2014/main" id="{77CF64CC-6445-46E7-8BA1-45087F74FDDB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Cryo_14638">
            <a:extLst>
              <a:ext uri="{FF2B5EF4-FFF2-40B4-BE49-F238E27FC236}">
                <a16:creationId xmlns:a16="http://schemas.microsoft.com/office/drawing/2014/main" id="{50C24759-657A-469C-862B-CB758CEF4973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Cryo_14639">
            <a:extLst>
              <a:ext uri="{FF2B5EF4-FFF2-40B4-BE49-F238E27FC236}">
                <a16:creationId xmlns:a16="http://schemas.microsoft.com/office/drawing/2014/main" id="{915D1E5C-264A-4827-9582-4EBB2EA8E9F5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Cryo_14640">
            <a:extLst>
              <a:ext uri="{FF2B5EF4-FFF2-40B4-BE49-F238E27FC236}">
                <a16:creationId xmlns:a16="http://schemas.microsoft.com/office/drawing/2014/main" id="{6264F551-96DF-4EBE-BE0C-661343551F01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Cryo_14641">
            <a:extLst>
              <a:ext uri="{FF2B5EF4-FFF2-40B4-BE49-F238E27FC236}">
                <a16:creationId xmlns:a16="http://schemas.microsoft.com/office/drawing/2014/main" id="{3C6E86EE-57DD-4F69-8923-362BDBA88C84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Cryo_14642">
            <a:extLst>
              <a:ext uri="{FF2B5EF4-FFF2-40B4-BE49-F238E27FC236}">
                <a16:creationId xmlns:a16="http://schemas.microsoft.com/office/drawing/2014/main" id="{C6C44F6A-EF40-4186-8948-7D1DB6D18584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Cryo_14643">
            <a:extLst>
              <a:ext uri="{FF2B5EF4-FFF2-40B4-BE49-F238E27FC236}">
                <a16:creationId xmlns:a16="http://schemas.microsoft.com/office/drawing/2014/main" id="{6DF25B4A-5CEE-4F5C-BB4C-8ACA6EFE7359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Cryo_14644">
            <a:extLst>
              <a:ext uri="{FF2B5EF4-FFF2-40B4-BE49-F238E27FC236}">
                <a16:creationId xmlns:a16="http://schemas.microsoft.com/office/drawing/2014/main" id="{EB02147E-38EF-4393-98B1-FCAE7DC5F8C9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Cryo_14645">
            <a:extLst>
              <a:ext uri="{FF2B5EF4-FFF2-40B4-BE49-F238E27FC236}">
                <a16:creationId xmlns:a16="http://schemas.microsoft.com/office/drawing/2014/main" id="{DF56B240-6820-42B3-92B1-89CA194CA00C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Cryo_14646">
            <a:extLst>
              <a:ext uri="{FF2B5EF4-FFF2-40B4-BE49-F238E27FC236}">
                <a16:creationId xmlns:a16="http://schemas.microsoft.com/office/drawing/2014/main" id="{068E3308-E7BF-4A0D-AAC5-728A911E8F43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Cryo_14647">
            <a:extLst>
              <a:ext uri="{FF2B5EF4-FFF2-40B4-BE49-F238E27FC236}">
                <a16:creationId xmlns:a16="http://schemas.microsoft.com/office/drawing/2014/main" id="{3FFDE97C-43E2-4218-9CE2-76EBA0D37735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Cryo_14648">
            <a:extLst>
              <a:ext uri="{FF2B5EF4-FFF2-40B4-BE49-F238E27FC236}">
                <a16:creationId xmlns:a16="http://schemas.microsoft.com/office/drawing/2014/main" id="{AA5139AC-93F0-4C29-A741-5C3158FAE646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Cryo_14649">
            <a:extLst>
              <a:ext uri="{FF2B5EF4-FFF2-40B4-BE49-F238E27FC236}">
                <a16:creationId xmlns:a16="http://schemas.microsoft.com/office/drawing/2014/main" id="{5AF2902E-FBF8-406F-9F04-E00B9CE0B07D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Cryo_14650">
            <a:extLst>
              <a:ext uri="{FF2B5EF4-FFF2-40B4-BE49-F238E27FC236}">
                <a16:creationId xmlns:a16="http://schemas.microsoft.com/office/drawing/2014/main" id="{0BE22879-E585-4908-B037-A283A0DEE155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Cryo_14651">
            <a:extLst>
              <a:ext uri="{FF2B5EF4-FFF2-40B4-BE49-F238E27FC236}">
                <a16:creationId xmlns:a16="http://schemas.microsoft.com/office/drawing/2014/main" id="{323088E1-3A6E-43ED-88DB-53720534679C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Cryo_14652">
            <a:extLst>
              <a:ext uri="{FF2B5EF4-FFF2-40B4-BE49-F238E27FC236}">
                <a16:creationId xmlns:a16="http://schemas.microsoft.com/office/drawing/2014/main" id="{582088A9-1C2F-4311-8BF5-02265BA316BD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Cryo_14653">
            <a:extLst>
              <a:ext uri="{FF2B5EF4-FFF2-40B4-BE49-F238E27FC236}">
                <a16:creationId xmlns:a16="http://schemas.microsoft.com/office/drawing/2014/main" id="{6156DC34-5077-47F6-BC36-21C0C60595AA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Cryo_14654">
            <a:extLst>
              <a:ext uri="{FF2B5EF4-FFF2-40B4-BE49-F238E27FC236}">
                <a16:creationId xmlns:a16="http://schemas.microsoft.com/office/drawing/2014/main" id="{4019F3F7-BC9A-4F18-81E8-1AEA2455D851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Cryo_14655">
            <a:extLst>
              <a:ext uri="{FF2B5EF4-FFF2-40B4-BE49-F238E27FC236}">
                <a16:creationId xmlns:a16="http://schemas.microsoft.com/office/drawing/2014/main" id="{C9D4F547-3164-45E9-B44F-4E5FFD2B14AE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Cryo_14656">
            <a:extLst>
              <a:ext uri="{FF2B5EF4-FFF2-40B4-BE49-F238E27FC236}">
                <a16:creationId xmlns:a16="http://schemas.microsoft.com/office/drawing/2014/main" id="{5E853A53-CED4-4E42-8D1E-C423067608A6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Cryo_14657">
            <a:extLst>
              <a:ext uri="{FF2B5EF4-FFF2-40B4-BE49-F238E27FC236}">
                <a16:creationId xmlns:a16="http://schemas.microsoft.com/office/drawing/2014/main" id="{5D94DF48-1487-4BAD-9D6D-C7657CD1BC39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Cryo_14658">
            <a:extLst>
              <a:ext uri="{FF2B5EF4-FFF2-40B4-BE49-F238E27FC236}">
                <a16:creationId xmlns:a16="http://schemas.microsoft.com/office/drawing/2014/main" id="{84A9B720-38AC-4DD9-9790-E18F0650B698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Cryo_14659">
            <a:extLst>
              <a:ext uri="{FF2B5EF4-FFF2-40B4-BE49-F238E27FC236}">
                <a16:creationId xmlns:a16="http://schemas.microsoft.com/office/drawing/2014/main" id="{FBA1515F-DC3C-4FFC-9FDD-004C07FB9DD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Cryo_14660">
            <a:extLst>
              <a:ext uri="{FF2B5EF4-FFF2-40B4-BE49-F238E27FC236}">
                <a16:creationId xmlns:a16="http://schemas.microsoft.com/office/drawing/2014/main" id="{3C5F341D-5FEB-41C7-847A-7A6FA8F4ADCA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Cryo_14661">
            <a:extLst>
              <a:ext uri="{FF2B5EF4-FFF2-40B4-BE49-F238E27FC236}">
                <a16:creationId xmlns:a16="http://schemas.microsoft.com/office/drawing/2014/main" id="{0007538D-3D04-4034-89C8-C508DCB7E8D5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Cryo_14662">
            <a:extLst>
              <a:ext uri="{FF2B5EF4-FFF2-40B4-BE49-F238E27FC236}">
                <a16:creationId xmlns:a16="http://schemas.microsoft.com/office/drawing/2014/main" id="{B50D6827-36D4-4B60-8EAC-060A0A279571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Cryo_14663">
            <a:extLst>
              <a:ext uri="{FF2B5EF4-FFF2-40B4-BE49-F238E27FC236}">
                <a16:creationId xmlns:a16="http://schemas.microsoft.com/office/drawing/2014/main" id="{E547E819-A6C9-4C4B-8459-CE94084F2314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Cryo_14664">
            <a:extLst>
              <a:ext uri="{FF2B5EF4-FFF2-40B4-BE49-F238E27FC236}">
                <a16:creationId xmlns:a16="http://schemas.microsoft.com/office/drawing/2014/main" id="{4CAE119E-4D5C-4C75-B78E-A548AADAC97B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Cryo_14665">
            <a:extLst>
              <a:ext uri="{FF2B5EF4-FFF2-40B4-BE49-F238E27FC236}">
                <a16:creationId xmlns:a16="http://schemas.microsoft.com/office/drawing/2014/main" id="{099BB833-C7D3-48B2-AD91-99AD8B92A16A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Cryo_14666">
            <a:extLst>
              <a:ext uri="{FF2B5EF4-FFF2-40B4-BE49-F238E27FC236}">
                <a16:creationId xmlns:a16="http://schemas.microsoft.com/office/drawing/2014/main" id="{3224165A-DC3D-4101-B705-64BC5DDD6F87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Cryo_14667">
            <a:extLst>
              <a:ext uri="{FF2B5EF4-FFF2-40B4-BE49-F238E27FC236}">
                <a16:creationId xmlns:a16="http://schemas.microsoft.com/office/drawing/2014/main" id="{35716EF2-FE22-4D9E-A115-3AC37CEADCA4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Cryo_14668">
            <a:extLst>
              <a:ext uri="{FF2B5EF4-FFF2-40B4-BE49-F238E27FC236}">
                <a16:creationId xmlns:a16="http://schemas.microsoft.com/office/drawing/2014/main" id="{9E15DC68-E75D-4B53-8208-BB5FF8375D00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Cryo_14669">
            <a:extLst>
              <a:ext uri="{FF2B5EF4-FFF2-40B4-BE49-F238E27FC236}">
                <a16:creationId xmlns:a16="http://schemas.microsoft.com/office/drawing/2014/main" id="{CAF85F82-2EB0-4B7B-8AA4-F35FE7D05E0F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Cryo_14670">
            <a:extLst>
              <a:ext uri="{FF2B5EF4-FFF2-40B4-BE49-F238E27FC236}">
                <a16:creationId xmlns:a16="http://schemas.microsoft.com/office/drawing/2014/main" id="{C14336C2-85B2-4ED9-B773-7982A4F1EB69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Cryo_14671">
            <a:extLst>
              <a:ext uri="{FF2B5EF4-FFF2-40B4-BE49-F238E27FC236}">
                <a16:creationId xmlns:a16="http://schemas.microsoft.com/office/drawing/2014/main" id="{9FD288E4-3366-48A4-B822-F9D2A5C2E16D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Cryo_14672">
            <a:extLst>
              <a:ext uri="{FF2B5EF4-FFF2-40B4-BE49-F238E27FC236}">
                <a16:creationId xmlns:a16="http://schemas.microsoft.com/office/drawing/2014/main" id="{1EB4F762-BCB4-4794-B5B7-70572A1122C0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Cryo_14673">
            <a:extLst>
              <a:ext uri="{FF2B5EF4-FFF2-40B4-BE49-F238E27FC236}">
                <a16:creationId xmlns:a16="http://schemas.microsoft.com/office/drawing/2014/main" id="{A6FF6FBA-46DB-4AD0-909C-07BE5CAD208A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Cryo_14674">
            <a:extLst>
              <a:ext uri="{FF2B5EF4-FFF2-40B4-BE49-F238E27FC236}">
                <a16:creationId xmlns:a16="http://schemas.microsoft.com/office/drawing/2014/main" id="{3422D60D-44D9-4275-99F7-D9A0412F4FB0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Cryo_14675">
            <a:extLst>
              <a:ext uri="{FF2B5EF4-FFF2-40B4-BE49-F238E27FC236}">
                <a16:creationId xmlns:a16="http://schemas.microsoft.com/office/drawing/2014/main" id="{B567F676-F275-45F3-9093-498EBDE7F8E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Cryo_14676">
            <a:extLst>
              <a:ext uri="{FF2B5EF4-FFF2-40B4-BE49-F238E27FC236}">
                <a16:creationId xmlns:a16="http://schemas.microsoft.com/office/drawing/2014/main" id="{B9851454-EE1C-412D-B4FA-487F492292A0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Cryo_14677">
            <a:extLst>
              <a:ext uri="{FF2B5EF4-FFF2-40B4-BE49-F238E27FC236}">
                <a16:creationId xmlns:a16="http://schemas.microsoft.com/office/drawing/2014/main" id="{FF110100-384D-4083-ACB0-704805306C46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Cryo_14678">
            <a:extLst>
              <a:ext uri="{FF2B5EF4-FFF2-40B4-BE49-F238E27FC236}">
                <a16:creationId xmlns:a16="http://schemas.microsoft.com/office/drawing/2014/main" id="{5C37C81A-FE41-4037-BD99-F8C8AA7C0834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Cryo_14679">
            <a:extLst>
              <a:ext uri="{FF2B5EF4-FFF2-40B4-BE49-F238E27FC236}">
                <a16:creationId xmlns:a16="http://schemas.microsoft.com/office/drawing/2014/main" id="{E1200827-C048-4F41-B2BB-A45474267137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Cryo_14680">
            <a:extLst>
              <a:ext uri="{FF2B5EF4-FFF2-40B4-BE49-F238E27FC236}">
                <a16:creationId xmlns:a16="http://schemas.microsoft.com/office/drawing/2014/main" id="{619D308D-DEA6-49C3-89EE-38EEC8E90A82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Cryo_14681">
            <a:extLst>
              <a:ext uri="{FF2B5EF4-FFF2-40B4-BE49-F238E27FC236}">
                <a16:creationId xmlns:a16="http://schemas.microsoft.com/office/drawing/2014/main" id="{4EFC716C-A81C-449A-A50E-B7C4076FC68E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Cryo_14682">
            <a:extLst>
              <a:ext uri="{FF2B5EF4-FFF2-40B4-BE49-F238E27FC236}">
                <a16:creationId xmlns:a16="http://schemas.microsoft.com/office/drawing/2014/main" id="{E3DC1804-6E55-4871-B93B-70C577C00269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Cryo_14683">
            <a:extLst>
              <a:ext uri="{FF2B5EF4-FFF2-40B4-BE49-F238E27FC236}">
                <a16:creationId xmlns:a16="http://schemas.microsoft.com/office/drawing/2014/main" id="{140B72AA-3EDA-40D0-8156-42EF5BE085CA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Cryo_14684">
            <a:extLst>
              <a:ext uri="{FF2B5EF4-FFF2-40B4-BE49-F238E27FC236}">
                <a16:creationId xmlns:a16="http://schemas.microsoft.com/office/drawing/2014/main" id="{754D2749-3668-4937-A2C8-ED2E293847FB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Cryo_14685">
            <a:extLst>
              <a:ext uri="{FF2B5EF4-FFF2-40B4-BE49-F238E27FC236}">
                <a16:creationId xmlns:a16="http://schemas.microsoft.com/office/drawing/2014/main" id="{ABE53171-B57B-4C28-8025-E529C336BD99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Cryo_14686">
            <a:extLst>
              <a:ext uri="{FF2B5EF4-FFF2-40B4-BE49-F238E27FC236}">
                <a16:creationId xmlns:a16="http://schemas.microsoft.com/office/drawing/2014/main" id="{ED01879D-5DE9-4860-8114-B316E1F40F4A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Cryo_14687">
            <a:extLst>
              <a:ext uri="{FF2B5EF4-FFF2-40B4-BE49-F238E27FC236}">
                <a16:creationId xmlns:a16="http://schemas.microsoft.com/office/drawing/2014/main" id="{A128797E-342B-4F28-A6A7-478265CAC698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Cryo_14688">
            <a:extLst>
              <a:ext uri="{FF2B5EF4-FFF2-40B4-BE49-F238E27FC236}">
                <a16:creationId xmlns:a16="http://schemas.microsoft.com/office/drawing/2014/main" id="{97D952C0-D933-4715-A5C9-0B1415BF6A00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Cryo_14689">
            <a:extLst>
              <a:ext uri="{FF2B5EF4-FFF2-40B4-BE49-F238E27FC236}">
                <a16:creationId xmlns:a16="http://schemas.microsoft.com/office/drawing/2014/main" id="{B3C7CED2-2DAC-4AE7-8E70-7A3E1337100A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Cryo_14690">
            <a:extLst>
              <a:ext uri="{FF2B5EF4-FFF2-40B4-BE49-F238E27FC236}">
                <a16:creationId xmlns:a16="http://schemas.microsoft.com/office/drawing/2014/main" id="{F5337D79-85DB-4606-A3E5-9A9674BF76D7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Cryo_14691">
            <a:extLst>
              <a:ext uri="{FF2B5EF4-FFF2-40B4-BE49-F238E27FC236}">
                <a16:creationId xmlns:a16="http://schemas.microsoft.com/office/drawing/2014/main" id="{7D24B252-E860-40E5-ACDB-1C6EC8626E09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Cryo_14692">
            <a:extLst>
              <a:ext uri="{FF2B5EF4-FFF2-40B4-BE49-F238E27FC236}">
                <a16:creationId xmlns:a16="http://schemas.microsoft.com/office/drawing/2014/main" id="{D31B24FD-B97D-434A-A8CC-74A99081B0D8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Cryo_14693">
            <a:extLst>
              <a:ext uri="{FF2B5EF4-FFF2-40B4-BE49-F238E27FC236}">
                <a16:creationId xmlns:a16="http://schemas.microsoft.com/office/drawing/2014/main" id="{4419919B-1245-4224-91AA-5BCA6E6FAEEF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Cryo_14694">
            <a:extLst>
              <a:ext uri="{FF2B5EF4-FFF2-40B4-BE49-F238E27FC236}">
                <a16:creationId xmlns:a16="http://schemas.microsoft.com/office/drawing/2014/main" id="{768C5C0C-E522-4CA0-84A2-06609F2F5C3F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Cryo_14695">
            <a:extLst>
              <a:ext uri="{FF2B5EF4-FFF2-40B4-BE49-F238E27FC236}">
                <a16:creationId xmlns:a16="http://schemas.microsoft.com/office/drawing/2014/main" id="{3C1705AF-CB35-4E22-A331-7540E94B73A8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Cryo_14696">
            <a:extLst>
              <a:ext uri="{FF2B5EF4-FFF2-40B4-BE49-F238E27FC236}">
                <a16:creationId xmlns:a16="http://schemas.microsoft.com/office/drawing/2014/main" id="{F2063B17-42E2-4CEC-A3F1-6D55B670F556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Cryo_14697">
            <a:extLst>
              <a:ext uri="{FF2B5EF4-FFF2-40B4-BE49-F238E27FC236}">
                <a16:creationId xmlns:a16="http://schemas.microsoft.com/office/drawing/2014/main" id="{3B095EE5-566C-433F-BF96-F0E8F85EED76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Cryo_14698">
            <a:extLst>
              <a:ext uri="{FF2B5EF4-FFF2-40B4-BE49-F238E27FC236}">
                <a16:creationId xmlns:a16="http://schemas.microsoft.com/office/drawing/2014/main" id="{1CE6787E-62C2-4AA9-A06D-04AC423565DA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Cryo_14699">
            <a:extLst>
              <a:ext uri="{FF2B5EF4-FFF2-40B4-BE49-F238E27FC236}">
                <a16:creationId xmlns:a16="http://schemas.microsoft.com/office/drawing/2014/main" id="{12F0BB37-D4FA-4CC1-A292-AA67ED8D37C5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Cryo_14700">
            <a:extLst>
              <a:ext uri="{FF2B5EF4-FFF2-40B4-BE49-F238E27FC236}">
                <a16:creationId xmlns:a16="http://schemas.microsoft.com/office/drawing/2014/main" id="{B94B39C3-BAED-4948-BAE0-0D625AEE9F04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Cryo_14701">
            <a:extLst>
              <a:ext uri="{FF2B5EF4-FFF2-40B4-BE49-F238E27FC236}">
                <a16:creationId xmlns:a16="http://schemas.microsoft.com/office/drawing/2014/main" id="{88E28FE1-57B5-49A1-ADEB-CC5106B50716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Cryo_14702">
            <a:extLst>
              <a:ext uri="{FF2B5EF4-FFF2-40B4-BE49-F238E27FC236}">
                <a16:creationId xmlns:a16="http://schemas.microsoft.com/office/drawing/2014/main" id="{633EECA4-AB12-4984-8DAC-D9144129B948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Cryo_14703">
            <a:extLst>
              <a:ext uri="{FF2B5EF4-FFF2-40B4-BE49-F238E27FC236}">
                <a16:creationId xmlns:a16="http://schemas.microsoft.com/office/drawing/2014/main" id="{8A3EEC14-746A-45BE-B0FC-07C98FBD9CE1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Cryo_14704">
            <a:extLst>
              <a:ext uri="{FF2B5EF4-FFF2-40B4-BE49-F238E27FC236}">
                <a16:creationId xmlns:a16="http://schemas.microsoft.com/office/drawing/2014/main" id="{B196708E-6D85-4B65-8307-2D5D65CD9F3B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Cryo_14705">
            <a:extLst>
              <a:ext uri="{FF2B5EF4-FFF2-40B4-BE49-F238E27FC236}">
                <a16:creationId xmlns:a16="http://schemas.microsoft.com/office/drawing/2014/main" id="{80F41754-5701-4688-8847-58AF736281EE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Cryo_14706">
            <a:extLst>
              <a:ext uri="{FF2B5EF4-FFF2-40B4-BE49-F238E27FC236}">
                <a16:creationId xmlns:a16="http://schemas.microsoft.com/office/drawing/2014/main" id="{DDCEDBC5-DDE6-4FAC-8DFF-F3CD53F46800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Cryo_14707">
            <a:extLst>
              <a:ext uri="{FF2B5EF4-FFF2-40B4-BE49-F238E27FC236}">
                <a16:creationId xmlns:a16="http://schemas.microsoft.com/office/drawing/2014/main" id="{D81AC366-02CE-46E4-AA98-3646EBB02B97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Cryo_14708">
            <a:extLst>
              <a:ext uri="{FF2B5EF4-FFF2-40B4-BE49-F238E27FC236}">
                <a16:creationId xmlns:a16="http://schemas.microsoft.com/office/drawing/2014/main" id="{D2A8FB5A-20C5-4753-AD6D-C54591120106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Cryo_14709">
            <a:extLst>
              <a:ext uri="{FF2B5EF4-FFF2-40B4-BE49-F238E27FC236}">
                <a16:creationId xmlns:a16="http://schemas.microsoft.com/office/drawing/2014/main" id="{8D698BF2-D796-47D8-822E-0F2E1DB293E7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Cryo_14710">
            <a:extLst>
              <a:ext uri="{FF2B5EF4-FFF2-40B4-BE49-F238E27FC236}">
                <a16:creationId xmlns:a16="http://schemas.microsoft.com/office/drawing/2014/main" id="{AF2D5913-8C7F-477C-B1EF-491F9E9870A6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Cryo_14711">
            <a:extLst>
              <a:ext uri="{FF2B5EF4-FFF2-40B4-BE49-F238E27FC236}">
                <a16:creationId xmlns:a16="http://schemas.microsoft.com/office/drawing/2014/main" id="{FFAC74F6-76C3-4885-B1A0-DC1C4C236ED6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Cryo_14712">
            <a:extLst>
              <a:ext uri="{FF2B5EF4-FFF2-40B4-BE49-F238E27FC236}">
                <a16:creationId xmlns:a16="http://schemas.microsoft.com/office/drawing/2014/main" id="{4E68E15F-3060-4F66-84F9-4DE68ADD6D8A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Cryo_14713">
            <a:extLst>
              <a:ext uri="{FF2B5EF4-FFF2-40B4-BE49-F238E27FC236}">
                <a16:creationId xmlns:a16="http://schemas.microsoft.com/office/drawing/2014/main" id="{50AE0E2E-3628-441C-9000-4FB4F5139CB5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Cryo_14714">
            <a:extLst>
              <a:ext uri="{FF2B5EF4-FFF2-40B4-BE49-F238E27FC236}">
                <a16:creationId xmlns:a16="http://schemas.microsoft.com/office/drawing/2014/main" id="{C40727CB-6A90-4B5E-88A4-C2BCB213998F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Cryo_14715">
            <a:extLst>
              <a:ext uri="{FF2B5EF4-FFF2-40B4-BE49-F238E27FC236}">
                <a16:creationId xmlns:a16="http://schemas.microsoft.com/office/drawing/2014/main" id="{FB71E9DC-9628-492C-B2E3-EF9EDD08E977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Cryo_14716">
            <a:extLst>
              <a:ext uri="{FF2B5EF4-FFF2-40B4-BE49-F238E27FC236}">
                <a16:creationId xmlns:a16="http://schemas.microsoft.com/office/drawing/2014/main" id="{34201897-F6EB-4D1C-B108-A6C67FC82312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Cryo_14717">
            <a:extLst>
              <a:ext uri="{FF2B5EF4-FFF2-40B4-BE49-F238E27FC236}">
                <a16:creationId xmlns:a16="http://schemas.microsoft.com/office/drawing/2014/main" id="{61C9221F-9C2A-47EE-8171-DE89F1E01149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Cryo_14718">
            <a:extLst>
              <a:ext uri="{FF2B5EF4-FFF2-40B4-BE49-F238E27FC236}">
                <a16:creationId xmlns:a16="http://schemas.microsoft.com/office/drawing/2014/main" id="{53DF0A73-D4C0-48E3-8150-25AF8B19BBF4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Cryo_14719">
            <a:extLst>
              <a:ext uri="{FF2B5EF4-FFF2-40B4-BE49-F238E27FC236}">
                <a16:creationId xmlns:a16="http://schemas.microsoft.com/office/drawing/2014/main" id="{D1FC5F71-9BAF-4283-90B0-DBA79BCADAA7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Cryo_14720">
            <a:extLst>
              <a:ext uri="{FF2B5EF4-FFF2-40B4-BE49-F238E27FC236}">
                <a16:creationId xmlns:a16="http://schemas.microsoft.com/office/drawing/2014/main" id="{F33578CC-8712-4B0B-82F1-75AE360609A2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Cryo_14721">
            <a:extLst>
              <a:ext uri="{FF2B5EF4-FFF2-40B4-BE49-F238E27FC236}">
                <a16:creationId xmlns:a16="http://schemas.microsoft.com/office/drawing/2014/main" id="{28627295-1210-4E08-8B36-5CD422F95509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Cryo_14722">
            <a:extLst>
              <a:ext uri="{FF2B5EF4-FFF2-40B4-BE49-F238E27FC236}">
                <a16:creationId xmlns:a16="http://schemas.microsoft.com/office/drawing/2014/main" id="{9EF226A4-7B50-462A-933B-C7675A602C06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Cryo_14723">
            <a:extLst>
              <a:ext uri="{FF2B5EF4-FFF2-40B4-BE49-F238E27FC236}">
                <a16:creationId xmlns:a16="http://schemas.microsoft.com/office/drawing/2014/main" id="{38D73B9B-6B52-47AA-B53A-8C2FACF81421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Cryo_14724">
            <a:extLst>
              <a:ext uri="{FF2B5EF4-FFF2-40B4-BE49-F238E27FC236}">
                <a16:creationId xmlns:a16="http://schemas.microsoft.com/office/drawing/2014/main" id="{126D655A-903D-46E2-A5C8-94BA67E05579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Cryo_14725">
            <a:extLst>
              <a:ext uri="{FF2B5EF4-FFF2-40B4-BE49-F238E27FC236}">
                <a16:creationId xmlns:a16="http://schemas.microsoft.com/office/drawing/2014/main" id="{86A4944B-9AE7-4376-888E-6516E9A9DE11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Cryo_14726">
            <a:extLst>
              <a:ext uri="{FF2B5EF4-FFF2-40B4-BE49-F238E27FC236}">
                <a16:creationId xmlns:a16="http://schemas.microsoft.com/office/drawing/2014/main" id="{5DB7C0BB-DA31-4E9E-866D-FBBDE2B6985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Cryo_14727">
            <a:extLst>
              <a:ext uri="{FF2B5EF4-FFF2-40B4-BE49-F238E27FC236}">
                <a16:creationId xmlns:a16="http://schemas.microsoft.com/office/drawing/2014/main" id="{0D4162D4-E173-448D-A046-659C2C6751A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Cryo_14728">
            <a:extLst>
              <a:ext uri="{FF2B5EF4-FFF2-40B4-BE49-F238E27FC236}">
                <a16:creationId xmlns:a16="http://schemas.microsoft.com/office/drawing/2014/main" id="{CB2F5C13-FFBD-4A9D-8BFF-ECB18E9AE97D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Cryo_14729">
            <a:extLst>
              <a:ext uri="{FF2B5EF4-FFF2-40B4-BE49-F238E27FC236}">
                <a16:creationId xmlns:a16="http://schemas.microsoft.com/office/drawing/2014/main" id="{5BC3A684-10E0-4589-9296-F2FFE7835478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Cryo_14730">
            <a:extLst>
              <a:ext uri="{FF2B5EF4-FFF2-40B4-BE49-F238E27FC236}">
                <a16:creationId xmlns:a16="http://schemas.microsoft.com/office/drawing/2014/main" id="{B7B3137B-96BE-4B43-B876-03EBCBBDDA36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Cryo_14731">
            <a:extLst>
              <a:ext uri="{FF2B5EF4-FFF2-40B4-BE49-F238E27FC236}">
                <a16:creationId xmlns:a16="http://schemas.microsoft.com/office/drawing/2014/main" id="{7091C706-6549-4FB7-B221-96A17EFA8EF5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Cryo_14732">
            <a:extLst>
              <a:ext uri="{FF2B5EF4-FFF2-40B4-BE49-F238E27FC236}">
                <a16:creationId xmlns:a16="http://schemas.microsoft.com/office/drawing/2014/main" id="{5D6A8EA4-4AA4-4B04-93F3-96E6C40074B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Cryo_14733">
            <a:extLst>
              <a:ext uri="{FF2B5EF4-FFF2-40B4-BE49-F238E27FC236}">
                <a16:creationId xmlns:a16="http://schemas.microsoft.com/office/drawing/2014/main" id="{9A6E5D73-DFDB-42E6-9EC2-99944739B27D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Cryo_14734">
            <a:extLst>
              <a:ext uri="{FF2B5EF4-FFF2-40B4-BE49-F238E27FC236}">
                <a16:creationId xmlns:a16="http://schemas.microsoft.com/office/drawing/2014/main" id="{42B1ECBB-68FF-4752-9E38-04390B176168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Cryo_14735">
            <a:extLst>
              <a:ext uri="{FF2B5EF4-FFF2-40B4-BE49-F238E27FC236}">
                <a16:creationId xmlns:a16="http://schemas.microsoft.com/office/drawing/2014/main" id="{74E16074-C1C0-4966-BD1E-E061AD1C87C8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Cryo_14736">
            <a:extLst>
              <a:ext uri="{FF2B5EF4-FFF2-40B4-BE49-F238E27FC236}">
                <a16:creationId xmlns:a16="http://schemas.microsoft.com/office/drawing/2014/main" id="{2C62EDC1-F282-4CD5-90DA-4ACF4DB96889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Cryo_14737">
            <a:extLst>
              <a:ext uri="{FF2B5EF4-FFF2-40B4-BE49-F238E27FC236}">
                <a16:creationId xmlns:a16="http://schemas.microsoft.com/office/drawing/2014/main" id="{87398409-B1BB-4431-BA49-E8C49584864A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Cryo_14738">
            <a:extLst>
              <a:ext uri="{FF2B5EF4-FFF2-40B4-BE49-F238E27FC236}">
                <a16:creationId xmlns:a16="http://schemas.microsoft.com/office/drawing/2014/main" id="{01737EF5-4AE3-4AEF-A3A4-8F1B264B3FA7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Cryo_14739">
            <a:extLst>
              <a:ext uri="{FF2B5EF4-FFF2-40B4-BE49-F238E27FC236}">
                <a16:creationId xmlns:a16="http://schemas.microsoft.com/office/drawing/2014/main" id="{8387DF21-AB43-4EF5-91C4-480CE8C3863D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Cryo_14740">
            <a:extLst>
              <a:ext uri="{FF2B5EF4-FFF2-40B4-BE49-F238E27FC236}">
                <a16:creationId xmlns:a16="http://schemas.microsoft.com/office/drawing/2014/main" id="{290296A3-56AE-4C0F-BF43-7326490E0F7D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Cryo_14741">
            <a:extLst>
              <a:ext uri="{FF2B5EF4-FFF2-40B4-BE49-F238E27FC236}">
                <a16:creationId xmlns:a16="http://schemas.microsoft.com/office/drawing/2014/main" id="{E5FFFF66-B5CA-4394-8FF6-336BEA720B51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Cryo_14742">
            <a:extLst>
              <a:ext uri="{FF2B5EF4-FFF2-40B4-BE49-F238E27FC236}">
                <a16:creationId xmlns:a16="http://schemas.microsoft.com/office/drawing/2014/main" id="{724C3A54-B0FB-48CE-B4A5-64F3F6C51DEE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Cryo_14743">
            <a:extLst>
              <a:ext uri="{FF2B5EF4-FFF2-40B4-BE49-F238E27FC236}">
                <a16:creationId xmlns:a16="http://schemas.microsoft.com/office/drawing/2014/main" id="{692EFE01-1E20-4191-BFAC-070D33B0AC3B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Cryo_14744">
            <a:extLst>
              <a:ext uri="{FF2B5EF4-FFF2-40B4-BE49-F238E27FC236}">
                <a16:creationId xmlns:a16="http://schemas.microsoft.com/office/drawing/2014/main" id="{61C16B41-B871-4AC5-94A5-98B55B25FE4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Cryo_14745">
            <a:extLst>
              <a:ext uri="{FF2B5EF4-FFF2-40B4-BE49-F238E27FC236}">
                <a16:creationId xmlns:a16="http://schemas.microsoft.com/office/drawing/2014/main" id="{6F3A6321-F04D-46A9-A8D5-CFBF3AC03CC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Cryo_14746">
            <a:extLst>
              <a:ext uri="{FF2B5EF4-FFF2-40B4-BE49-F238E27FC236}">
                <a16:creationId xmlns:a16="http://schemas.microsoft.com/office/drawing/2014/main" id="{067869FA-2730-48BF-9141-AB12B899BDA6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Cryo_14747">
            <a:extLst>
              <a:ext uri="{FF2B5EF4-FFF2-40B4-BE49-F238E27FC236}">
                <a16:creationId xmlns:a16="http://schemas.microsoft.com/office/drawing/2014/main" id="{554B13CB-E85B-4BE2-B1BB-50A2C31EF006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Cryo_14748">
            <a:extLst>
              <a:ext uri="{FF2B5EF4-FFF2-40B4-BE49-F238E27FC236}">
                <a16:creationId xmlns:a16="http://schemas.microsoft.com/office/drawing/2014/main" id="{900BBDD6-A7B9-41A9-A271-84CE5A6C1813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Cryo_14749">
            <a:extLst>
              <a:ext uri="{FF2B5EF4-FFF2-40B4-BE49-F238E27FC236}">
                <a16:creationId xmlns:a16="http://schemas.microsoft.com/office/drawing/2014/main" id="{462DC22A-0C53-44D0-9015-7006FBB2E758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Cryo_14750">
            <a:extLst>
              <a:ext uri="{FF2B5EF4-FFF2-40B4-BE49-F238E27FC236}">
                <a16:creationId xmlns:a16="http://schemas.microsoft.com/office/drawing/2014/main" id="{0F5272F7-39BD-4F1B-9393-6A82E48055B1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Cryo_14751">
            <a:extLst>
              <a:ext uri="{FF2B5EF4-FFF2-40B4-BE49-F238E27FC236}">
                <a16:creationId xmlns:a16="http://schemas.microsoft.com/office/drawing/2014/main" id="{3E5EBF81-EBE4-4B43-A1D6-C73BB6E28EED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Cryo_14752">
            <a:extLst>
              <a:ext uri="{FF2B5EF4-FFF2-40B4-BE49-F238E27FC236}">
                <a16:creationId xmlns:a16="http://schemas.microsoft.com/office/drawing/2014/main" id="{9524556D-BA96-414F-8AE3-30AA69A2BB66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Cryo_14753">
            <a:extLst>
              <a:ext uri="{FF2B5EF4-FFF2-40B4-BE49-F238E27FC236}">
                <a16:creationId xmlns:a16="http://schemas.microsoft.com/office/drawing/2014/main" id="{1EC6470D-50EF-42F0-A363-86D1693DDAFD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Cryo_14754">
            <a:extLst>
              <a:ext uri="{FF2B5EF4-FFF2-40B4-BE49-F238E27FC236}">
                <a16:creationId xmlns:a16="http://schemas.microsoft.com/office/drawing/2014/main" id="{B9E3DF32-D2C0-4BC7-BBCA-127C55ABBE4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Cryo_14755">
            <a:extLst>
              <a:ext uri="{FF2B5EF4-FFF2-40B4-BE49-F238E27FC236}">
                <a16:creationId xmlns:a16="http://schemas.microsoft.com/office/drawing/2014/main" id="{08BFB946-86A7-4B25-8FC1-74B86778DC3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Cryo_14756">
            <a:extLst>
              <a:ext uri="{FF2B5EF4-FFF2-40B4-BE49-F238E27FC236}">
                <a16:creationId xmlns:a16="http://schemas.microsoft.com/office/drawing/2014/main" id="{B475FEB2-F7A1-41DE-885C-065B7AD03DF6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Cryo_14757">
            <a:extLst>
              <a:ext uri="{FF2B5EF4-FFF2-40B4-BE49-F238E27FC236}">
                <a16:creationId xmlns:a16="http://schemas.microsoft.com/office/drawing/2014/main" id="{3B20C44E-8BDB-42F2-9F7C-71C5CD9CC9C1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Cryo_14758">
            <a:extLst>
              <a:ext uri="{FF2B5EF4-FFF2-40B4-BE49-F238E27FC236}">
                <a16:creationId xmlns:a16="http://schemas.microsoft.com/office/drawing/2014/main" id="{386EDFFC-E297-4C95-8CAE-757CEB24DC9B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Cryo_14759">
            <a:extLst>
              <a:ext uri="{FF2B5EF4-FFF2-40B4-BE49-F238E27FC236}">
                <a16:creationId xmlns:a16="http://schemas.microsoft.com/office/drawing/2014/main" id="{247644EF-5C04-4D54-9CDE-76AF75584E44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Cryo_14760">
            <a:extLst>
              <a:ext uri="{FF2B5EF4-FFF2-40B4-BE49-F238E27FC236}">
                <a16:creationId xmlns:a16="http://schemas.microsoft.com/office/drawing/2014/main" id="{AA7663C8-0E2E-400E-B755-0029B6338E55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Cryo_14761">
            <a:extLst>
              <a:ext uri="{FF2B5EF4-FFF2-40B4-BE49-F238E27FC236}">
                <a16:creationId xmlns:a16="http://schemas.microsoft.com/office/drawing/2014/main" id="{93BCF308-A096-4AE2-9CB6-C3247AC4911A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Cryo_14762">
            <a:extLst>
              <a:ext uri="{FF2B5EF4-FFF2-40B4-BE49-F238E27FC236}">
                <a16:creationId xmlns:a16="http://schemas.microsoft.com/office/drawing/2014/main" id="{12878761-D9E4-452F-8943-DC2473355F62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Cryo_14763">
            <a:extLst>
              <a:ext uri="{FF2B5EF4-FFF2-40B4-BE49-F238E27FC236}">
                <a16:creationId xmlns:a16="http://schemas.microsoft.com/office/drawing/2014/main" id="{1D90A2F6-F786-46C3-822D-0AF66FF282A7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Cryo_14764">
            <a:extLst>
              <a:ext uri="{FF2B5EF4-FFF2-40B4-BE49-F238E27FC236}">
                <a16:creationId xmlns:a16="http://schemas.microsoft.com/office/drawing/2014/main" id="{7F5B12D0-F41E-47DC-8EEA-54650434AE85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Cryo_14765">
            <a:extLst>
              <a:ext uri="{FF2B5EF4-FFF2-40B4-BE49-F238E27FC236}">
                <a16:creationId xmlns:a16="http://schemas.microsoft.com/office/drawing/2014/main" id="{DAE309FC-D111-4EBC-AC50-34F2D6744BC4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Cryo_14766">
            <a:extLst>
              <a:ext uri="{FF2B5EF4-FFF2-40B4-BE49-F238E27FC236}">
                <a16:creationId xmlns:a16="http://schemas.microsoft.com/office/drawing/2014/main" id="{0685D737-D959-4FE4-B495-CFC12FAB6392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Cryo_14767">
            <a:extLst>
              <a:ext uri="{FF2B5EF4-FFF2-40B4-BE49-F238E27FC236}">
                <a16:creationId xmlns:a16="http://schemas.microsoft.com/office/drawing/2014/main" id="{49E80182-2FFB-4897-89EB-6E6CD0A9BF5D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Cryo_14768">
            <a:extLst>
              <a:ext uri="{FF2B5EF4-FFF2-40B4-BE49-F238E27FC236}">
                <a16:creationId xmlns:a16="http://schemas.microsoft.com/office/drawing/2014/main" id="{1617BA44-7F3F-4EC3-B721-B1E6C630B5B3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Cryo_14769">
            <a:extLst>
              <a:ext uri="{FF2B5EF4-FFF2-40B4-BE49-F238E27FC236}">
                <a16:creationId xmlns:a16="http://schemas.microsoft.com/office/drawing/2014/main" id="{933B2981-ADF9-4E91-8575-A4DC1B4572D9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Cryo_14770">
            <a:extLst>
              <a:ext uri="{FF2B5EF4-FFF2-40B4-BE49-F238E27FC236}">
                <a16:creationId xmlns:a16="http://schemas.microsoft.com/office/drawing/2014/main" id="{CCACA4D7-68C5-4DD1-BF13-22B6822DEEB4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Cryo_14771">
            <a:extLst>
              <a:ext uri="{FF2B5EF4-FFF2-40B4-BE49-F238E27FC236}">
                <a16:creationId xmlns:a16="http://schemas.microsoft.com/office/drawing/2014/main" id="{675D368E-0EDF-4DC2-81D3-ABD2DF23C0A8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Cryo_14772">
            <a:extLst>
              <a:ext uri="{FF2B5EF4-FFF2-40B4-BE49-F238E27FC236}">
                <a16:creationId xmlns:a16="http://schemas.microsoft.com/office/drawing/2014/main" id="{B27021B5-E452-4DD9-9670-0EAF0D82E9A6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Cryo_14773">
            <a:extLst>
              <a:ext uri="{FF2B5EF4-FFF2-40B4-BE49-F238E27FC236}">
                <a16:creationId xmlns:a16="http://schemas.microsoft.com/office/drawing/2014/main" id="{63FF12AE-A2A7-4973-9E1B-94EAA15DEB4B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Cryo_14774">
            <a:extLst>
              <a:ext uri="{FF2B5EF4-FFF2-40B4-BE49-F238E27FC236}">
                <a16:creationId xmlns:a16="http://schemas.microsoft.com/office/drawing/2014/main" id="{B9807B63-AF9E-423E-94C8-DDBD72D77110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Cryo_14775">
            <a:extLst>
              <a:ext uri="{FF2B5EF4-FFF2-40B4-BE49-F238E27FC236}">
                <a16:creationId xmlns:a16="http://schemas.microsoft.com/office/drawing/2014/main" id="{8DC9A028-9B92-495C-BD88-AA34CDBD0AFE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Cryo_14776">
            <a:extLst>
              <a:ext uri="{FF2B5EF4-FFF2-40B4-BE49-F238E27FC236}">
                <a16:creationId xmlns:a16="http://schemas.microsoft.com/office/drawing/2014/main" id="{63E1D16A-D369-48FA-A6CF-5130EB15E053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Cryo_14777">
            <a:extLst>
              <a:ext uri="{FF2B5EF4-FFF2-40B4-BE49-F238E27FC236}">
                <a16:creationId xmlns:a16="http://schemas.microsoft.com/office/drawing/2014/main" id="{F1E845E5-39F2-4E99-8671-7447787B6AA0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Cryo_14778">
            <a:extLst>
              <a:ext uri="{FF2B5EF4-FFF2-40B4-BE49-F238E27FC236}">
                <a16:creationId xmlns:a16="http://schemas.microsoft.com/office/drawing/2014/main" id="{09A904A5-1ED6-4154-8BF4-5BA577AAF466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Cryo_14779">
            <a:extLst>
              <a:ext uri="{FF2B5EF4-FFF2-40B4-BE49-F238E27FC236}">
                <a16:creationId xmlns:a16="http://schemas.microsoft.com/office/drawing/2014/main" id="{6D9261F3-72BB-4CA7-A3F8-212D5251F3A6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Cryo_14780">
            <a:extLst>
              <a:ext uri="{FF2B5EF4-FFF2-40B4-BE49-F238E27FC236}">
                <a16:creationId xmlns:a16="http://schemas.microsoft.com/office/drawing/2014/main" id="{E477CC9C-72FB-4CBE-8204-FE098CCDD6EA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Cryo_14781">
            <a:extLst>
              <a:ext uri="{FF2B5EF4-FFF2-40B4-BE49-F238E27FC236}">
                <a16:creationId xmlns:a16="http://schemas.microsoft.com/office/drawing/2014/main" id="{869097DC-B498-4EFC-9AF3-E9BF1114D1F6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Cryo_14782">
            <a:extLst>
              <a:ext uri="{FF2B5EF4-FFF2-40B4-BE49-F238E27FC236}">
                <a16:creationId xmlns:a16="http://schemas.microsoft.com/office/drawing/2014/main" id="{6B9FE770-291B-459D-A072-391B9240432A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Cryo_14783">
            <a:extLst>
              <a:ext uri="{FF2B5EF4-FFF2-40B4-BE49-F238E27FC236}">
                <a16:creationId xmlns:a16="http://schemas.microsoft.com/office/drawing/2014/main" id="{8656A161-DA5C-4C13-A6F8-5C359FADD5B2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Cryo_14784">
            <a:extLst>
              <a:ext uri="{FF2B5EF4-FFF2-40B4-BE49-F238E27FC236}">
                <a16:creationId xmlns:a16="http://schemas.microsoft.com/office/drawing/2014/main" id="{9EB67631-5442-44B9-9514-FCEBF7D6C1A6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Cryo_14785">
            <a:extLst>
              <a:ext uri="{FF2B5EF4-FFF2-40B4-BE49-F238E27FC236}">
                <a16:creationId xmlns:a16="http://schemas.microsoft.com/office/drawing/2014/main" id="{9544F46D-77F8-4FDC-9121-35DB691330EE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Cryo_14786">
            <a:extLst>
              <a:ext uri="{FF2B5EF4-FFF2-40B4-BE49-F238E27FC236}">
                <a16:creationId xmlns:a16="http://schemas.microsoft.com/office/drawing/2014/main" id="{3124C6A1-0623-45D5-95E7-1E865996739F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Cryo_14787">
            <a:extLst>
              <a:ext uri="{FF2B5EF4-FFF2-40B4-BE49-F238E27FC236}">
                <a16:creationId xmlns:a16="http://schemas.microsoft.com/office/drawing/2014/main" id="{B585C32D-5517-4C87-8B60-B9E24100E905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Cryo_14788">
            <a:extLst>
              <a:ext uri="{FF2B5EF4-FFF2-40B4-BE49-F238E27FC236}">
                <a16:creationId xmlns:a16="http://schemas.microsoft.com/office/drawing/2014/main" id="{43DDBB0B-342D-46CE-8358-A7359771FAB7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Cryo_14789">
            <a:extLst>
              <a:ext uri="{FF2B5EF4-FFF2-40B4-BE49-F238E27FC236}">
                <a16:creationId xmlns:a16="http://schemas.microsoft.com/office/drawing/2014/main" id="{0ED92135-66A1-4C95-9C91-9698CBFD471F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Cryo_14790">
            <a:extLst>
              <a:ext uri="{FF2B5EF4-FFF2-40B4-BE49-F238E27FC236}">
                <a16:creationId xmlns:a16="http://schemas.microsoft.com/office/drawing/2014/main" id="{94813733-5A22-498C-B893-4697D63FF173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Cryo_14791">
            <a:extLst>
              <a:ext uri="{FF2B5EF4-FFF2-40B4-BE49-F238E27FC236}">
                <a16:creationId xmlns:a16="http://schemas.microsoft.com/office/drawing/2014/main" id="{CA066276-E6A4-4B95-8584-6945BC92C40B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Cryo_14792">
            <a:extLst>
              <a:ext uri="{FF2B5EF4-FFF2-40B4-BE49-F238E27FC236}">
                <a16:creationId xmlns:a16="http://schemas.microsoft.com/office/drawing/2014/main" id="{FF49CE23-E796-4A31-9311-6A54B1B61F0D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Cryo_14793">
            <a:extLst>
              <a:ext uri="{FF2B5EF4-FFF2-40B4-BE49-F238E27FC236}">
                <a16:creationId xmlns:a16="http://schemas.microsoft.com/office/drawing/2014/main" id="{56B6BCC9-79D2-457E-8639-8CACA0CBC005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Cryo_14794">
            <a:extLst>
              <a:ext uri="{FF2B5EF4-FFF2-40B4-BE49-F238E27FC236}">
                <a16:creationId xmlns:a16="http://schemas.microsoft.com/office/drawing/2014/main" id="{756A7FC0-CC5A-438A-B506-384DD159C88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Cryo_14795">
            <a:extLst>
              <a:ext uri="{FF2B5EF4-FFF2-40B4-BE49-F238E27FC236}">
                <a16:creationId xmlns:a16="http://schemas.microsoft.com/office/drawing/2014/main" id="{0EFAB6F2-4066-4404-8078-2E15212465C3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Cryo_14796">
            <a:extLst>
              <a:ext uri="{FF2B5EF4-FFF2-40B4-BE49-F238E27FC236}">
                <a16:creationId xmlns:a16="http://schemas.microsoft.com/office/drawing/2014/main" id="{465A5E98-F42E-4509-BD3D-009505C35FAB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Cryo_14797">
            <a:extLst>
              <a:ext uri="{FF2B5EF4-FFF2-40B4-BE49-F238E27FC236}">
                <a16:creationId xmlns:a16="http://schemas.microsoft.com/office/drawing/2014/main" id="{01E423ED-81A8-4EB0-8ED6-A1F51A36B836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Cryo_14798">
            <a:extLst>
              <a:ext uri="{FF2B5EF4-FFF2-40B4-BE49-F238E27FC236}">
                <a16:creationId xmlns:a16="http://schemas.microsoft.com/office/drawing/2014/main" id="{3ED4616F-6BBC-4B98-A4A0-06E8883960C9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Cryo_14799">
            <a:extLst>
              <a:ext uri="{FF2B5EF4-FFF2-40B4-BE49-F238E27FC236}">
                <a16:creationId xmlns:a16="http://schemas.microsoft.com/office/drawing/2014/main" id="{2DC926D6-FA76-47BE-8362-AA6355534F1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Cryo_14800">
            <a:extLst>
              <a:ext uri="{FF2B5EF4-FFF2-40B4-BE49-F238E27FC236}">
                <a16:creationId xmlns:a16="http://schemas.microsoft.com/office/drawing/2014/main" id="{9C3FDC0A-83E6-4CF6-885B-33DF9A37F522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Cryo_14801">
            <a:extLst>
              <a:ext uri="{FF2B5EF4-FFF2-40B4-BE49-F238E27FC236}">
                <a16:creationId xmlns:a16="http://schemas.microsoft.com/office/drawing/2014/main" id="{9363F196-BEA2-45EB-B2C1-AED86EFA6C8B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Cryo_14802">
            <a:extLst>
              <a:ext uri="{FF2B5EF4-FFF2-40B4-BE49-F238E27FC236}">
                <a16:creationId xmlns:a16="http://schemas.microsoft.com/office/drawing/2014/main" id="{A6EEFEA0-522C-49E2-BF8F-D6EF54D4606D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Cryo_14803">
            <a:extLst>
              <a:ext uri="{FF2B5EF4-FFF2-40B4-BE49-F238E27FC236}">
                <a16:creationId xmlns:a16="http://schemas.microsoft.com/office/drawing/2014/main" id="{CD0A79E2-E714-44A8-A941-1918248634DF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Cryo_14804">
            <a:extLst>
              <a:ext uri="{FF2B5EF4-FFF2-40B4-BE49-F238E27FC236}">
                <a16:creationId xmlns:a16="http://schemas.microsoft.com/office/drawing/2014/main" id="{D981EF5F-37DE-4FD6-A5FD-ADEFE6E4A461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Cryo_14805">
            <a:extLst>
              <a:ext uri="{FF2B5EF4-FFF2-40B4-BE49-F238E27FC236}">
                <a16:creationId xmlns:a16="http://schemas.microsoft.com/office/drawing/2014/main" id="{5A5E6970-BCE1-4128-BF95-8DD1AB6B1FFD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Cryo_14806">
            <a:extLst>
              <a:ext uri="{FF2B5EF4-FFF2-40B4-BE49-F238E27FC236}">
                <a16:creationId xmlns:a16="http://schemas.microsoft.com/office/drawing/2014/main" id="{D577AC93-0E37-42C3-B59E-C77CBD1CD297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Cryo_14807">
            <a:extLst>
              <a:ext uri="{FF2B5EF4-FFF2-40B4-BE49-F238E27FC236}">
                <a16:creationId xmlns:a16="http://schemas.microsoft.com/office/drawing/2014/main" id="{AC804002-CA02-4EB5-8702-9E9E7A468EDF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Cryo_14808">
            <a:extLst>
              <a:ext uri="{FF2B5EF4-FFF2-40B4-BE49-F238E27FC236}">
                <a16:creationId xmlns:a16="http://schemas.microsoft.com/office/drawing/2014/main" id="{1DED7A31-845D-4128-A445-827AB7F8AB9D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Cryo_14809">
            <a:extLst>
              <a:ext uri="{FF2B5EF4-FFF2-40B4-BE49-F238E27FC236}">
                <a16:creationId xmlns:a16="http://schemas.microsoft.com/office/drawing/2014/main" id="{9E13F43E-4267-47A5-ACA2-B3DD343BAFBC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Cryo_14810">
            <a:extLst>
              <a:ext uri="{FF2B5EF4-FFF2-40B4-BE49-F238E27FC236}">
                <a16:creationId xmlns:a16="http://schemas.microsoft.com/office/drawing/2014/main" id="{A2BFDF06-F4E3-4BF8-9A10-D7B565C5BCDB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Cryo_14811">
            <a:extLst>
              <a:ext uri="{FF2B5EF4-FFF2-40B4-BE49-F238E27FC236}">
                <a16:creationId xmlns:a16="http://schemas.microsoft.com/office/drawing/2014/main" id="{6501CE04-392D-4C7C-AC11-90208EF3228A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Cryo_14812">
            <a:extLst>
              <a:ext uri="{FF2B5EF4-FFF2-40B4-BE49-F238E27FC236}">
                <a16:creationId xmlns:a16="http://schemas.microsoft.com/office/drawing/2014/main" id="{8038107C-8885-4DF3-9DC2-6B2349505F63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Cryo_14813">
            <a:extLst>
              <a:ext uri="{FF2B5EF4-FFF2-40B4-BE49-F238E27FC236}">
                <a16:creationId xmlns:a16="http://schemas.microsoft.com/office/drawing/2014/main" id="{72FDC3DA-568C-4D17-B6AB-42E48F056B04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Cryo_14814">
            <a:extLst>
              <a:ext uri="{FF2B5EF4-FFF2-40B4-BE49-F238E27FC236}">
                <a16:creationId xmlns:a16="http://schemas.microsoft.com/office/drawing/2014/main" id="{F5CF9127-0C8C-4704-81D8-409C73A3F964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Cryo_14815">
            <a:extLst>
              <a:ext uri="{FF2B5EF4-FFF2-40B4-BE49-F238E27FC236}">
                <a16:creationId xmlns:a16="http://schemas.microsoft.com/office/drawing/2014/main" id="{C0FFA3C8-070A-4454-A3EF-1285905F5C14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Cryo_14816">
            <a:extLst>
              <a:ext uri="{FF2B5EF4-FFF2-40B4-BE49-F238E27FC236}">
                <a16:creationId xmlns:a16="http://schemas.microsoft.com/office/drawing/2014/main" id="{D10F7A1F-6B0F-42F8-9F2B-B4EF6DDF2C7F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Cryo_14817">
            <a:extLst>
              <a:ext uri="{FF2B5EF4-FFF2-40B4-BE49-F238E27FC236}">
                <a16:creationId xmlns:a16="http://schemas.microsoft.com/office/drawing/2014/main" id="{0348683F-0D41-4ADD-A853-AC19E334D0F0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Cryo_14818">
            <a:extLst>
              <a:ext uri="{FF2B5EF4-FFF2-40B4-BE49-F238E27FC236}">
                <a16:creationId xmlns:a16="http://schemas.microsoft.com/office/drawing/2014/main" id="{0FC245B1-267B-429A-969A-AB955E66E78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Cryo_14819">
            <a:extLst>
              <a:ext uri="{FF2B5EF4-FFF2-40B4-BE49-F238E27FC236}">
                <a16:creationId xmlns:a16="http://schemas.microsoft.com/office/drawing/2014/main" id="{4B9C51C5-6259-41D7-8AAB-401571690B19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Cryo_14820">
            <a:extLst>
              <a:ext uri="{FF2B5EF4-FFF2-40B4-BE49-F238E27FC236}">
                <a16:creationId xmlns:a16="http://schemas.microsoft.com/office/drawing/2014/main" id="{258C39A5-068A-4561-B238-6D614EB8F220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Cryo_14821">
            <a:extLst>
              <a:ext uri="{FF2B5EF4-FFF2-40B4-BE49-F238E27FC236}">
                <a16:creationId xmlns:a16="http://schemas.microsoft.com/office/drawing/2014/main" id="{2504BECD-A357-45C8-A3B0-CC3A0C5B0CAA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Cryo_14822">
            <a:extLst>
              <a:ext uri="{FF2B5EF4-FFF2-40B4-BE49-F238E27FC236}">
                <a16:creationId xmlns:a16="http://schemas.microsoft.com/office/drawing/2014/main" id="{E14E261B-C5B5-4396-8AAA-4007084471B4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Cryo_14823">
            <a:extLst>
              <a:ext uri="{FF2B5EF4-FFF2-40B4-BE49-F238E27FC236}">
                <a16:creationId xmlns:a16="http://schemas.microsoft.com/office/drawing/2014/main" id="{C406E2AE-926A-4271-8025-51743552EF90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Cryo_14824">
            <a:extLst>
              <a:ext uri="{FF2B5EF4-FFF2-40B4-BE49-F238E27FC236}">
                <a16:creationId xmlns:a16="http://schemas.microsoft.com/office/drawing/2014/main" id="{C01862D9-D31D-4856-90FF-A4E749983B00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Cryo_14825">
            <a:extLst>
              <a:ext uri="{FF2B5EF4-FFF2-40B4-BE49-F238E27FC236}">
                <a16:creationId xmlns:a16="http://schemas.microsoft.com/office/drawing/2014/main" id="{32174043-E0E1-412E-9616-E7ECF051516F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Cryo_14826">
            <a:extLst>
              <a:ext uri="{FF2B5EF4-FFF2-40B4-BE49-F238E27FC236}">
                <a16:creationId xmlns:a16="http://schemas.microsoft.com/office/drawing/2014/main" id="{97DA44E1-4A05-4897-8541-5A7673D2C8CF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Cryo_14827">
            <a:extLst>
              <a:ext uri="{FF2B5EF4-FFF2-40B4-BE49-F238E27FC236}">
                <a16:creationId xmlns:a16="http://schemas.microsoft.com/office/drawing/2014/main" id="{D7F71338-4E55-497F-85D4-EA32A76D3629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Cryo_14828">
            <a:extLst>
              <a:ext uri="{FF2B5EF4-FFF2-40B4-BE49-F238E27FC236}">
                <a16:creationId xmlns:a16="http://schemas.microsoft.com/office/drawing/2014/main" id="{CF3BF475-98B1-4EE0-9B35-91535110FE45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Cryo_14829">
            <a:extLst>
              <a:ext uri="{FF2B5EF4-FFF2-40B4-BE49-F238E27FC236}">
                <a16:creationId xmlns:a16="http://schemas.microsoft.com/office/drawing/2014/main" id="{D38DD180-E28A-4C56-9C28-D53918003D9D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Cryo_14830">
            <a:extLst>
              <a:ext uri="{FF2B5EF4-FFF2-40B4-BE49-F238E27FC236}">
                <a16:creationId xmlns:a16="http://schemas.microsoft.com/office/drawing/2014/main" id="{0F65640D-E833-4A4D-968A-CE49712C00FE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Cryo_14831">
            <a:extLst>
              <a:ext uri="{FF2B5EF4-FFF2-40B4-BE49-F238E27FC236}">
                <a16:creationId xmlns:a16="http://schemas.microsoft.com/office/drawing/2014/main" id="{16525DA7-C2F9-43DF-AEC2-12FCB8D1C26C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Cryo_14832">
            <a:extLst>
              <a:ext uri="{FF2B5EF4-FFF2-40B4-BE49-F238E27FC236}">
                <a16:creationId xmlns:a16="http://schemas.microsoft.com/office/drawing/2014/main" id="{CDA6AC9E-3154-4D53-B3EB-6173FB1F69B5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Cryo_14833">
            <a:extLst>
              <a:ext uri="{FF2B5EF4-FFF2-40B4-BE49-F238E27FC236}">
                <a16:creationId xmlns:a16="http://schemas.microsoft.com/office/drawing/2014/main" id="{0147A2DF-C6E5-4BBE-BB10-E5847B12FC68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Cryo_14834">
            <a:extLst>
              <a:ext uri="{FF2B5EF4-FFF2-40B4-BE49-F238E27FC236}">
                <a16:creationId xmlns:a16="http://schemas.microsoft.com/office/drawing/2014/main" id="{2B7EBDFC-BDED-490A-9A3B-ACE2DC9802D1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Cryo_14835">
            <a:extLst>
              <a:ext uri="{FF2B5EF4-FFF2-40B4-BE49-F238E27FC236}">
                <a16:creationId xmlns:a16="http://schemas.microsoft.com/office/drawing/2014/main" id="{F07B47C2-8F99-4FEF-9DA1-B1658968AD6B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Cryo_14836">
            <a:extLst>
              <a:ext uri="{FF2B5EF4-FFF2-40B4-BE49-F238E27FC236}">
                <a16:creationId xmlns:a16="http://schemas.microsoft.com/office/drawing/2014/main" id="{EA046359-3086-42CB-9B41-AEEBB7BEAD60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Cryo_14837">
            <a:extLst>
              <a:ext uri="{FF2B5EF4-FFF2-40B4-BE49-F238E27FC236}">
                <a16:creationId xmlns:a16="http://schemas.microsoft.com/office/drawing/2014/main" id="{11C820C8-2EB8-4A3E-BFEE-65F7054BB57E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Cryo_14838">
            <a:extLst>
              <a:ext uri="{FF2B5EF4-FFF2-40B4-BE49-F238E27FC236}">
                <a16:creationId xmlns:a16="http://schemas.microsoft.com/office/drawing/2014/main" id="{554DC8AF-A056-439C-8B65-6C1B4A77FC7A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Cryo_14839">
            <a:extLst>
              <a:ext uri="{FF2B5EF4-FFF2-40B4-BE49-F238E27FC236}">
                <a16:creationId xmlns:a16="http://schemas.microsoft.com/office/drawing/2014/main" id="{65AA652A-C483-47CF-A35B-9AF78AE457FB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Cryo_14840">
            <a:extLst>
              <a:ext uri="{FF2B5EF4-FFF2-40B4-BE49-F238E27FC236}">
                <a16:creationId xmlns:a16="http://schemas.microsoft.com/office/drawing/2014/main" id="{F50D40ED-E7B5-4AED-9DC7-7894B7C7C520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Cryo_14841">
            <a:extLst>
              <a:ext uri="{FF2B5EF4-FFF2-40B4-BE49-F238E27FC236}">
                <a16:creationId xmlns:a16="http://schemas.microsoft.com/office/drawing/2014/main" id="{970D41CB-8693-4F8C-A553-8755749F6F0A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Cryo_14842">
            <a:extLst>
              <a:ext uri="{FF2B5EF4-FFF2-40B4-BE49-F238E27FC236}">
                <a16:creationId xmlns:a16="http://schemas.microsoft.com/office/drawing/2014/main" id="{515EC101-BF20-4A59-B6B9-7436B8569D8D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Cryo_14843">
            <a:extLst>
              <a:ext uri="{FF2B5EF4-FFF2-40B4-BE49-F238E27FC236}">
                <a16:creationId xmlns:a16="http://schemas.microsoft.com/office/drawing/2014/main" id="{5AD93400-8189-425C-8359-9CFB2F966C22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Cryo_14844">
            <a:extLst>
              <a:ext uri="{FF2B5EF4-FFF2-40B4-BE49-F238E27FC236}">
                <a16:creationId xmlns:a16="http://schemas.microsoft.com/office/drawing/2014/main" id="{C4ADA0EF-DB17-4FAF-81A2-A77B0CB6CBDC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Cryo_14845">
            <a:extLst>
              <a:ext uri="{FF2B5EF4-FFF2-40B4-BE49-F238E27FC236}">
                <a16:creationId xmlns:a16="http://schemas.microsoft.com/office/drawing/2014/main" id="{217280A4-C71E-43E3-AD82-95C2DA3A1A20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Cryo_14846">
            <a:extLst>
              <a:ext uri="{FF2B5EF4-FFF2-40B4-BE49-F238E27FC236}">
                <a16:creationId xmlns:a16="http://schemas.microsoft.com/office/drawing/2014/main" id="{C59518EF-E54F-4AF9-93F3-E54B2C310CAF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Cryo_14847">
            <a:extLst>
              <a:ext uri="{FF2B5EF4-FFF2-40B4-BE49-F238E27FC236}">
                <a16:creationId xmlns:a16="http://schemas.microsoft.com/office/drawing/2014/main" id="{BECFFA6C-0BF7-409A-B79B-E221580BDEAE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Cryo_14848">
            <a:extLst>
              <a:ext uri="{FF2B5EF4-FFF2-40B4-BE49-F238E27FC236}">
                <a16:creationId xmlns:a16="http://schemas.microsoft.com/office/drawing/2014/main" id="{32F74B7B-E8AA-4F5A-AEA8-9C507F3D6C80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Cryo_14849">
            <a:extLst>
              <a:ext uri="{FF2B5EF4-FFF2-40B4-BE49-F238E27FC236}">
                <a16:creationId xmlns:a16="http://schemas.microsoft.com/office/drawing/2014/main" id="{AE5F4EDA-4BC0-4CC0-89F5-05CCA5ED02D2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Cryo_14850">
            <a:extLst>
              <a:ext uri="{FF2B5EF4-FFF2-40B4-BE49-F238E27FC236}">
                <a16:creationId xmlns:a16="http://schemas.microsoft.com/office/drawing/2014/main" id="{8FD4D7A3-0616-41B9-A19C-8AFD4F9E0838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Cryo_14851">
            <a:extLst>
              <a:ext uri="{FF2B5EF4-FFF2-40B4-BE49-F238E27FC236}">
                <a16:creationId xmlns:a16="http://schemas.microsoft.com/office/drawing/2014/main" id="{83093568-8A89-44EB-B320-32125DCE1C53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Cryo_14852">
            <a:extLst>
              <a:ext uri="{FF2B5EF4-FFF2-40B4-BE49-F238E27FC236}">
                <a16:creationId xmlns:a16="http://schemas.microsoft.com/office/drawing/2014/main" id="{8B30746E-BC4E-4734-BC98-E273D8A4606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Cryo_14853">
            <a:extLst>
              <a:ext uri="{FF2B5EF4-FFF2-40B4-BE49-F238E27FC236}">
                <a16:creationId xmlns:a16="http://schemas.microsoft.com/office/drawing/2014/main" id="{02A7FD72-90AE-4DD5-B484-71CA676811A3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Cryo_14854">
            <a:extLst>
              <a:ext uri="{FF2B5EF4-FFF2-40B4-BE49-F238E27FC236}">
                <a16:creationId xmlns:a16="http://schemas.microsoft.com/office/drawing/2014/main" id="{D04008D2-364B-424D-ACF3-2ED162ECA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Cryo_14855">
            <a:extLst>
              <a:ext uri="{FF2B5EF4-FFF2-40B4-BE49-F238E27FC236}">
                <a16:creationId xmlns:a16="http://schemas.microsoft.com/office/drawing/2014/main" id="{EB520BC3-91BE-4B7D-AC9B-E408D8116E03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Cryo_14856">
            <a:extLst>
              <a:ext uri="{FF2B5EF4-FFF2-40B4-BE49-F238E27FC236}">
                <a16:creationId xmlns:a16="http://schemas.microsoft.com/office/drawing/2014/main" id="{6D61A38F-A88F-4016-B4BD-DF8AD999509E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Cryo_14857">
            <a:extLst>
              <a:ext uri="{FF2B5EF4-FFF2-40B4-BE49-F238E27FC236}">
                <a16:creationId xmlns:a16="http://schemas.microsoft.com/office/drawing/2014/main" id="{0049EF57-0A15-4F43-8096-B74ADB5249C7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Cryo_14858">
            <a:extLst>
              <a:ext uri="{FF2B5EF4-FFF2-40B4-BE49-F238E27FC236}">
                <a16:creationId xmlns:a16="http://schemas.microsoft.com/office/drawing/2014/main" id="{3824A72A-EF3F-4AFE-92F8-85BABBB9EFA7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Cryo_14859">
            <a:extLst>
              <a:ext uri="{FF2B5EF4-FFF2-40B4-BE49-F238E27FC236}">
                <a16:creationId xmlns:a16="http://schemas.microsoft.com/office/drawing/2014/main" id="{950C3EF0-1B29-4CB3-9510-102283DC250C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Cryo_14860">
            <a:extLst>
              <a:ext uri="{FF2B5EF4-FFF2-40B4-BE49-F238E27FC236}">
                <a16:creationId xmlns:a16="http://schemas.microsoft.com/office/drawing/2014/main" id="{7AF74761-232B-4220-B637-0F45C7B976C9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Cryo_14861">
            <a:extLst>
              <a:ext uri="{FF2B5EF4-FFF2-40B4-BE49-F238E27FC236}">
                <a16:creationId xmlns:a16="http://schemas.microsoft.com/office/drawing/2014/main" id="{4A10A30B-F9F7-4FA3-96CC-CC2DEAD09386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Cryo_14862">
            <a:extLst>
              <a:ext uri="{FF2B5EF4-FFF2-40B4-BE49-F238E27FC236}">
                <a16:creationId xmlns:a16="http://schemas.microsoft.com/office/drawing/2014/main" id="{50F44B81-F4BC-4755-937E-88CC860BC2FA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Cryo_14863">
            <a:extLst>
              <a:ext uri="{FF2B5EF4-FFF2-40B4-BE49-F238E27FC236}">
                <a16:creationId xmlns:a16="http://schemas.microsoft.com/office/drawing/2014/main" id="{08B1087B-8AAD-4105-85A6-1130CD6D8EB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Cryo_14864">
            <a:extLst>
              <a:ext uri="{FF2B5EF4-FFF2-40B4-BE49-F238E27FC236}">
                <a16:creationId xmlns:a16="http://schemas.microsoft.com/office/drawing/2014/main" id="{A9E213E2-5811-4514-889B-4FA6DC950C9D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Cryo_14865">
            <a:extLst>
              <a:ext uri="{FF2B5EF4-FFF2-40B4-BE49-F238E27FC236}">
                <a16:creationId xmlns:a16="http://schemas.microsoft.com/office/drawing/2014/main" id="{A28DC109-1259-4153-9458-510DF8E19E61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Cryo_14866">
            <a:extLst>
              <a:ext uri="{FF2B5EF4-FFF2-40B4-BE49-F238E27FC236}">
                <a16:creationId xmlns:a16="http://schemas.microsoft.com/office/drawing/2014/main" id="{DEC55A7D-816C-4A37-B032-7155297C2E74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Cryo_14867">
            <a:extLst>
              <a:ext uri="{FF2B5EF4-FFF2-40B4-BE49-F238E27FC236}">
                <a16:creationId xmlns:a16="http://schemas.microsoft.com/office/drawing/2014/main" id="{A9DB1C5D-F98D-4404-AF27-090279289BD9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Cryo_14868">
            <a:extLst>
              <a:ext uri="{FF2B5EF4-FFF2-40B4-BE49-F238E27FC236}">
                <a16:creationId xmlns:a16="http://schemas.microsoft.com/office/drawing/2014/main" id="{0FF31FCA-DEA5-40FB-8455-DABF598DCBE7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Cryo_14869">
            <a:extLst>
              <a:ext uri="{FF2B5EF4-FFF2-40B4-BE49-F238E27FC236}">
                <a16:creationId xmlns:a16="http://schemas.microsoft.com/office/drawing/2014/main" id="{BE90384D-7CF3-4713-9A78-6B0FDBAADC2C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Cryo_14870">
            <a:extLst>
              <a:ext uri="{FF2B5EF4-FFF2-40B4-BE49-F238E27FC236}">
                <a16:creationId xmlns:a16="http://schemas.microsoft.com/office/drawing/2014/main" id="{520A66BC-34F0-4CC2-A37E-6DFC5B23F98E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Cryo_14871">
            <a:extLst>
              <a:ext uri="{FF2B5EF4-FFF2-40B4-BE49-F238E27FC236}">
                <a16:creationId xmlns:a16="http://schemas.microsoft.com/office/drawing/2014/main" id="{F0AAB754-078A-46FE-8226-5B19102AC221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Cryo_14872">
            <a:extLst>
              <a:ext uri="{FF2B5EF4-FFF2-40B4-BE49-F238E27FC236}">
                <a16:creationId xmlns:a16="http://schemas.microsoft.com/office/drawing/2014/main" id="{6B8AE92D-1BB0-449A-9207-C265721B05B2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Cryo_14873">
            <a:extLst>
              <a:ext uri="{FF2B5EF4-FFF2-40B4-BE49-F238E27FC236}">
                <a16:creationId xmlns:a16="http://schemas.microsoft.com/office/drawing/2014/main" id="{E8F13512-D021-468C-8A19-D27D8C524785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Cryo_14874">
            <a:extLst>
              <a:ext uri="{FF2B5EF4-FFF2-40B4-BE49-F238E27FC236}">
                <a16:creationId xmlns:a16="http://schemas.microsoft.com/office/drawing/2014/main" id="{0117B74A-DD3A-407B-B359-FC8F3CFDEE99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Cryo_14875">
            <a:extLst>
              <a:ext uri="{FF2B5EF4-FFF2-40B4-BE49-F238E27FC236}">
                <a16:creationId xmlns:a16="http://schemas.microsoft.com/office/drawing/2014/main" id="{C42A7621-1DCD-4C87-8564-C54353BB7D26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Cryo_14876">
            <a:extLst>
              <a:ext uri="{FF2B5EF4-FFF2-40B4-BE49-F238E27FC236}">
                <a16:creationId xmlns:a16="http://schemas.microsoft.com/office/drawing/2014/main" id="{704646D8-9E8A-4F6B-B644-F505C8CD06D3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Cryo_14877">
            <a:extLst>
              <a:ext uri="{FF2B5EF4-FFF2-40B4-BE49-F238E27FC236}">
                <a16:creationId xmlns:a16="http://schemas.microsoft.com/office/drawing/2014/main" id="{440E0C02-8050-4D32-AF0D-223D95E65F6F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Cryo_14878">
            <a:extLst>
              <a:ext uri="{FF2B5EF4-FFF2-40B4-BE49-F238E27FC236}">
                <a16:creationId xmlns:a16="http://schemas.microsoft.com/office/drawing/2014/main" id="{8710331B-9F5B-4AEF-BEDB-7D43C0D11933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Cryo_14879">
            <a:extLst>
              <a:ext uri="{FF2B5EF4-FFF2-40B4-BE49-F238E27FC236}">
                <a16:creationId xmlns:a16="http://schemas.microsoft.com/office/drawing/2014/main" id="{D36E06F6-3D18-4EEF-843D-5C8A1B7E1957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Cryo_14880">
            <a:extLst>
              <a:ext uri="{FF2B5EF4-FFF2-40B4-BE49-F238E27FC236}">
                <a16:creationId xmlns:a16="http://schemas.microsoft.com/office/drawing/2014/main" id="{DE6D641F-22D4-4953-9328-B5CFDBB38A80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Cryo_14881">
            <a:extLst>
              <a:ext uri="{FF2B5EF4-FFF2-40B4-BE49-F238E27FC236}">
                <a16:creationId xmlns:a16="http://schemas.microsoft.com/office/drawing/2014/main" id="{40B0874F-4BE4-40B2-8779-918B10EAF9E5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Cryo_14882">
            <a:extLst>
              <a:ext uri="{FF2B5EF4-FFF2-40B4-BE49-F238E27FC236}">
                <a16:creationId xmlns:a16="http://schemas.microsoft.com/office/drawing/2014/main" id="{B96DFE8D-60F4-45CB-B85D-6F0188E01A5C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Cryo_14883">
            <a:extLst>
              <a:ext uri="{FF2B5EF4-FFF2-40B4-BE49-F238E27FC236}">
                <a16:creationId xmlns:a16="http://schemas.microsoft.com/office/drawing/2014/main" id="{3C68648F-B6F0-48F3-BA28-457A254A16D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Cryo_14884">
            <a:extLst>
              <a:ext uri="{FF2B5EF4-FFF2-40B4-BE49-F238E27FC236}">
                <a16:creationId xmlns:a16="http://schemas.microsoft.com/office/drawing/2014/main" id="{CD8DD0D7-25AD-4C69-BD2E-FA2540CC8397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Cryo_14885">
            <a:extLst>
              <a:ext uri="{FF2B5EF4-FFF2-40B4-BE49-F238E27FC236}">
                <a16:creationId xmlns:a16="http://schemas.microsoft.com/office/drawing/2014/main" id="{5826955F-7E23-42D5-8BDA-E3B65095DB98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Cryo_14886">
            <a:extLst>
              <a:ext uri="{FF2B5EF4-FFF2-40B4-BE49-F238E27FC236}">
                <a16:creationId xmlns:a16="http://schemas.microsoft.com/office/drawing/2014/main" id="{78EA0018-44AB-4242-BA41-6F52565E62B6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Cryo_14887">
            <a:extLst>
              <a:ext uri="{FF2B5EF4-FFF2-40B4-BE49-F238E27FC236}">
                <a16:creationId xmlns:a16="http://schemas.microsoft.com/office/drawing/2014/main" id="{D3AABDC9-FB26-4F4F-9676-FD001F001815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Cryo_14888">
            <a:extLst>
              <a:ext uri="{FF2B5EF4-FFF2-40B4-BE49-F238E27FC236}">
                <a16:creationId xmlns:a16="http://schemas.microsoft.com/office/drawing/2014/main" id="{6315E41D-6835-40A8-8FDB-74B5E0038AB4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Cryo_14889">
            <a:extLst>
              <a:ext uri="{FF2B5EF4-FFF2-40B4-BE49-F238E27FC236}">
                <a16:creationId xmlns:a16="http://schemas.microsoft.com/office/drawing/2014/main" id="{8D2D3F5D-0186-4228-BB9B-01A4C8217BED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Cryo_14890">
            <a:extLst>
              <a:ext uri="{FF2B5EF4-FFF2-40B4-BE49-F238E27FC236}">
                <a16:creationId xmlns:a16="http://schemas.microsoft.com/office/drawing/2014/main" id="{5225F0C5-3935-4C30-AE96-195BAD516620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Cryo_14891">
            <a:extLst>
              <a:ext uri="{FF2B5EF4-FFF2-40B4-BE49-F238E27FC236}">
                <a16:creationId xmlns:a16="http://schemas.microsoft.com/office/drawing/2014/main" id="{1190CA57-385D-46AA-B18B-129802AA574C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Cryo_14892">
            <a:extLst>
              <a:ext uri="{FF2B5EF4-FFF2-40B4-BE49-F238E27FC236}">
                <a16:creationId xmlns:a16="http://schemas.microsoft.com/office/drawing/2014/main" id="{59D3DFD5-8D8C-49B9-93F8-EBBB48E00942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Cryo_14893">
            <a:extLst>
              <a:ext uri="{FF2B5EF4-FFF2-40B4-BE49-F238E27FC236}">
                <a16:creationId xmlns:a16="http://schemas.microsoft.com/office/drawing/2014/main" id="{F646A1A7-9FE4-4E1F-A3FF-1A8C2A2ADDF1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Cryo_14894">
            <a:extLst>
              <a:ext uri="{FF2B5EF4-FFF2-40B4-BE49-F238E27FC236}">
                <a16:creationId xmlns:a16="http://schemas.microsoft.com/office/drawing/2014/main" id="{4EEB46C9-FACB-46B8-BDA8-FE44B5E6B333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Cryo_14895">
            <a:extLst>
              <a:ext uri="{FF2B5EF4-FFF2-40B4-BE49-F238E27FC236}">
                <a16:creationId xmlns:a16="http://schemas.microsoft.com/office/drawing/2014/main" id="{A874C750-E57E-4034-90A0-0A24E700F74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Cryo_14896">
            <a:extLst>
              <a:ext uri="{FF2B5EF4-FFF2-40B4-BE49-F238E27FC236}">
                <a16:creationId xmlns:a16="http://schemas.microsoft.com/office/drawing/2014/main" id="{048168EC-FCBA-4EE9-AE0F-941E290EBCD5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Cryo_14897">
            <a:extLst>
              <a:ext uri="{FF2B5EF4-FFF2-40B4-BE49-F238E27FC236}">
                <a16:creationId xmlns:a16="http://schemas.microsoft.com/office/drawing/2014/main" id="{E60D02DF-D14E-4C7C-9D0F-E5A92E194CC4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Cryo_14898">
            <a:extLst>
              <a:ext uri="{FF2B5EF4-FFF2-40B4-BE49-F238E27FC236}">
                <a16:creationId xmlns:a16="http://schemas.microsoft.com/office/drawing/2014/main" id="{AB3312E1-A8D5-4C76-AEC1-7F0DD4A3EFF3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Cryo_14899">
            <a:extLst>
              <a:ext uri="{FF2B5EF4-FFF2-40B4-BE49-F238E27FC236}">
                <a16:creationId xmlns:a16="http://schemas.microsoft.com/office/drawing/2014/main" id="{371DD433-253E-4981-A715-FB8C9EF72BD6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Cryo_14900">
            <a:extLst>
              <a:ext uri="{FF2B5EF4-FFF2-40B4-BE49-F238E27FC236}">
                <a16:creationId xmlns:a16="http://schemas.microsoft.com/office/drawing/2014/main" id="{231E4652-7327-41CE-A71E-3B7BBD5FB220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Cryo_14901">
            <a:extLst>
              <a:ext uri="{FF2B5EF4-FFF2-40B4-BE49-F238E27FC236}">
                <a16:creationId xmlns:a16="http://schemas.microsoft.com/office/drawing/2014/main" id="{00EDBD20-A9EB-4D07-B3B0-E5FCD9E1882A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Cryo_14902">
            <a:extLst>
              <a:ext uri="{FF2B5EF4-FFF2-40B4-BE49-F238E27FC236}">
                <a16:creationId xmlns:a16="http://schemas.microsoft.com/office/drawing/2014/main" id="{C39136EA-85F6-49DE-AE4A-77A9CB180DB1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Cryo_14903">
            <a:extLst>
              <a:ext uri="{FF2B5EF4-FFF2-40B4-BE49-F238E27FC236}">
                <a16:creationId xmlns:a16="http://schemas.microsoft.com/office/drawing/2014/main" id="{2C535D63-C91A-4EE6-857F-4AAC0FC69911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Cryo_14904">
            <a:extLst>
              <a:ext uri="{FF2B5EF4-FFF2-40B4-BE49-F238E27FC236}">
                <a16:creationId xmlns:a16="http://schemas.microsoft.com/office/drawing/2014/main" id="{DC33CF2B-AFBF-4763-8EE9-96B643A147A1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Cryo_14905">
            <a:extLst>
              <a:ext uri="{FF2B5EF4-FFF2-40B4-BE49-F238E27FC236}">
                <a16:creationId xmlns:a16="http://schemas.microsoft.com/office/drawing/2014/main" id="{5E096583-BB6B-4551-8E5C-D8879E8C083C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Cryo_14906">
            <a:extLst>
              <a:ext uri="{FF2B5EF4-FFF2-40B4-BE49-F238E27FC236}">
                <a16:creationId xmlns:a16="http://schemas.microsoft.com/office/drawing/2014/main" id="{BC7160BD-BBAA-47D5-AA54-E30EE4C86532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Cryo_14907">
            <a:extLst>
              <a:ext uri="{FF2B5EF4-FFF2-40B4-BE49-F238E27FC236}">
                <a16:creationId xmlns:a16="http://schemas.microsoft.com/office/drawing/2014/main" id="{C8FD0A48-34DA-4105-A144-A540C82D6D41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Cryo_14908">
            <a:extLst>
              <a:ext uri="{FF2B5EF4-FFF2-40B4-BE49-F238E27FC236}">
                <a16:creationId xmlns:a16="http://schemas.microsoft.com/office/drawing/2014/main" id="{7136DF80-02B7-41BE-9D4A-276A54555177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Cryo_14909">
            <a:extLst>
              <a:ext uri="{FF2B5EF4-FFF2-40B4-BE49-F238E27FC236}">
                <a16:creationId xmlns:a16="http://schemas.microsoft.com/office/drawing/2014/main" id="{3DB70BFC-2B02-4D94-A9A7-09900EA9333A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Cryo_14910">
            <a:extLst>
              <a:ext uri="{FF2B5EF4-FFF2-40B4-BE49-F238E27FC236}">
                <a16:creationId xmlns:a16="http://schemas.microsoft.com/office/drawing/2014/main" id="{EA0A7DFD-BF5F-43F3-8CF4-21E5BB0F3180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Cryo_14911">
            <a:extLst>
              <a:ext uri="{FF2B5EF4-FFF2-40B4-BE49-F238E27FC236}">
                <a16:creationId xmlns:a16="http://schemas.microsoft.com/office/drawing/2014/main" id="{2D46C123-8C5B-458B-94A4-2EC3656D0F0B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Cryo_14912">
            <a:extLst>
              <a:ext uri="{FF2B5EF4-FFF2-40B4-BE49-F238E27FC236}">
                <a16:creationId xmlns:a16="http://schemas.microsoft.com/office/drawing/2014/main" id="{DD9F2CD8-10CF-4D2A-A162-4C254B6659CE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Cryo_14913">
            <a:extLst>
              <a:ext uri="{FF2B5EF4-FFF2-40B4-BE49-F238E27FC236}">
                <a16:creationId xmlns:a16="http://schemas.microsoft.com/office/drawing/2014/main" id="{63903B91-1505-408B-877A-3037535044E9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Cryo_14914">
            <a:extLst>
              <a:ext uri="{FF2B5EF4-FFF2-40B4-BE49-F238E27FC236}">
                <a16:creationId xmlns:a16="http://schemas.microsoft.com/office/drawing/2014/main" id="{48906211-8AF7-49C0-BC60-6D1FCCA1A394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Cryo_14915">
            <a:extLst>
              <a:ext uri="{FF2B5EF4-FFF2-40B4-BE49-F238E27FC236}">
                <a16:creationId xmlns:a16="http://schemas.microsoft.com/office/drawing/2014/main" id="{A8498292-BA06-467D-9A4A-B0A17D8D6FA9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Cryo_14916">
            <a:extLst>
              <a:ext uri="{FF2B5EF4-FFF2-40B4-BE49-F238E27FC236}">
                <a16:creationId xmlns:a16="http://schemas.microsoft.com/office/drawing/2014/main" id="{C003B28C-E71E-478C-9D9E-B2D4B566F8D2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Cryo_14917">
            <a:extLst>
              <a:ext uri="{FF2B5EF4-FFF2-40B4-BE49-F238E27FC236}">
                <a16:creationId xmlns:a16="http://schemas.microsoft.com/office/drawing/2014/main" id="{918ADDFD-BCBB-4186-847A-5A2EFBE81E9B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Cryo_14918">
            <a:extLst>
              <a:ext uri="{FF2B5EF4-FFF2-40B4-BE49-F238E27FC236}">
                <a16:creationId xmlns:a16="http://schemas.microsoft.com/office/drawing/2014/main" id="{6DDF026D-73E0-4AB8-B5A5-7741AA754C4B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Cryo_14919">
            <a:extLst>
              <a:ext uri="{FF2B5EF4-FFF2-40B4-BE49-F238E27FC236}">
                <a16:creationId xmlns:a16="http://schemas.microsoft.com/office/drawing/2014/main" id="{6AC811EB-8143-4DB2-A03C-0739964019F1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Cryo_14920">
            <a:extLst>
              <a:ext uri="{FF2B5EF4-FFF2-40B4-BE49-F238E27FC236}">
                <a16:creationId xmlns:a16="http://schemas.microsoft.com/office/drawing/2014/main" id="{836B243E-B130-4425-93F4-583EE0F0548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Cryo_14921">
            <a:extLst>
              <a:ext uri="{FF2B5EF4-FFF2-40B4-BE49-F238E27FC236}">
                <a16:creationId xmlns:a16="http://schemas.microsoft.com/office/drawing/2014/main" id="{B6B84601-5FE0-42F5-BA62-6D6660A3F3F7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Cryo_14922">
            <a:extLst>
              <a:ext uri="{FF2B5EF4-FFF2-40B4-BE49-F238E27FC236}">
                <a16:creationId xmlns:a16="http://schemas.microsoft.com/office/drawing/2014/main" id="{EAFEC458-6EDD-492A-9214-BD4FC6EDD36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Cryo_14923">
            <a:extLst>
              <a:ext uri="{FF2B5EF4-FFF2-40B4-BE49-F238E27FC236}">
                <a16:creationId xmlns:a16="http://schemas.microsoft.com/office/drawing/2014/main" id="{72E74920-DA67-4981-8DB2-28A1C3612EF4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Cryo_14924">
            <a:extLst>
              <a:ext uri="{FF2B5EF4-FFF2-40B4-BE49-F238E27FC236}">
                <a16:creationId xmlns:a16="http://schemas.microsoft.com/office/drawing/2014/main" id="{FCF62411-5E32-4F22-AC73-25A7B404D6E3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Cryo_14925">
            <a:extLst>
              <a:ext uri="{FF2B5EF4-FFF2-40B4-BE49-F238E27FC236}">
                <a16:creationId xmlns:a16="http://schemas.microsoft.com/office/drawing/2014/main" id="{042BE041-95BC-4DC8-99AB-7CEA1280BB80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Cryo_14926">
            <a:extLst>
              <a:ext uri="{FF2B5EF4-FFF2-40B4-BE49-F238E27FC236}">
                <a16:creationId xmlns:a16="http://schemas.microsoft.com/office/drawing/2014/main" id="{05E52BD8-9DBD-4377-9DDD-A17229AB407B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Cryo_14927">
            <a:extLst>
              <a:ext uri="{FF2B5EF4-FFF2-40B4-BE49-F238E27FC236}">
                <a16:creationId xmlns:a16="http://schemas.microsoft.com/office/drawing/2014/main" id="{D6D8A018-9FCB-4DF5-840F-0DC503D6F51D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Cryo_14928">
            <a:extLst>
              <a:ext uri="{FF2B5EF4-FFF2-40B4-BE49-F238E27FC236}">
                <a16:creationId xmlns:a16="http://schemas.microsoft.com/office/drawing/2014/main" id="{D29B2E9C-73DB-4009-B1C3-99C26BBEFE98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Cryo_14929">
            <a:extLst>
              <a:ext uri="{FF2B5EF4-FFF2-40B4-BE49-F238E27FC236}">
                <a16:creationId xmlns:a16="http://schemas.microsoft.com/office/drawing/2014/main" id="{0F6A6918-455C-4FA9-9643-0E673849CB88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Cryo_14930">
            <a:extLst>
              <a:ext uri="{FF2B5EF4-FFF2-40B4-BE49-F238E27FC236}">
                <a16:creationId xmlns:a16="http://schemas.microsoft.com/office/drawing/2014/main" id="{6119C037-C71F-4E8F-BD0C-27EB5FEB4A6E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Cryo_14931">
            <a:extLst>
              <a:ext uri="{FF2B5EF4-FFF2-40B4-BE49-F238E27FC236}">
                <a16:creationId xmlns:a16="http://schemas.microsoft.com/office/drawing/2014/main" id="{8F52F7C6-A1C7-4520-8696-E8F90659087B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Cryo_14932">
            <a:extLst>
              <a:ext uri="{FF2B5EF4-FFF2-40B4-BE49-F238E27FC236}">
                <a16:creationId xmlns:a16="http://schemas.microsoft.com/office/drawing/2014/main" id="{5BEEAB79-0300-491C-AC1E-9D28EAE9B836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Cryo_14933">
            <a:extLst>
              <a:ext uri="{FF2B5EF4-FFF2-40B4-BE49-F238E27FC236}">
                <a16:creationId xmlns:a16="http://schemas.microsoft.com/office/drawing/2014/main" id="{9D071342-2169-430A-BB19-2A8E0F9E6719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Cryo_14934">
            <a:extLst>
              <a:ext uri="{FF2B5EF4-FFF2-40B4-BE49-F238E27FC236}">
                <a16:creationId xmlns:a16="http://schemas.microsoft.com/office/drawing/2014/main" id="{F5F9DA04-3021-4906-B332-76B058510460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Cryo_14935">
            <a:extLst>
              <a:ext uri="{FF2B5EF4-FFF2-40B4-BE49-F238E27FC236}">
                <a16:creationId xmlns:a16="http://schemas.microsoft.com/office/drawing/2014/main" id="{160528C8-F2FE-4635-84F1-B9F990DD7664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Cryo_14936">
            <a:extLst>
              <a:ext uri="{FF2B5EF4-FFF2-40B4-BE49-F238E27FC236}">
                <a16:creationId xmlns:a16="http://schemas.microsoft.com/office/drawing/2014/main" id="{07EA2F2D-7937-41DC-A7E3-BF7E7FB999A5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Cryo_14937">
            <a:extLst>
              <a:ext uri="{FF2B5EF4-FFF2-40B4-BE49-F238E27FC236}">
                <a16:creationId xmlns:a16="http://schemas.microsoft.com/office/drawing/2014/main" id="{7EAA7BD1-DDE4-4A8A-9A0E-135BDEF5803B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Cryo_14938">
            <a:extLst>
              <a:ext uri="{FF2B5EF4-FFF2-40B4-BE49-F238E27FC236}">
                <a16:creationId xmlns:a16="http://schemas.microsoft.com/office/drawing/2014/main" id="{6B31920E-2719-4512-A751-D140B74A7DEF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Cryo_14939">
            <a:extLst>
              <a:ext uri="{FF2B5EF4-FFF2-40B4-BE49-F238E27FC236}">
                <a16:creationId xmlns:a16="http://schemas.microsoft.com/office/drawing/2014/main" id="{65E296FD-C850-4F30-9B6C-429444965F0D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Cryo_14940">
            <a:extLst>
              <a:ext uri="{FF2B5EF4-FFF2-40B4-BE49-F238E27FC236}">
                <a16:creationId xmlns:a16="http://schemas.microsoft.com/office/drawing/2014/main" id="{3315F807-B02F-41CE-B144-2842020FAA3D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Cryo_14941">
            <a:extLst>
              <a:ext uri="{FF2B5EF4-FFF2-40B4-BE49-F238E27FC236}">
                <a16:creationId xmlns:a16="http://schemas.microsoft.com/office/drawing/2014/main" id="{86063F4D-FAB0-4C4A-8874-43818B38AC54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Cryo_14942">
            <a:extLst>
              <a:ext uri="{FF2B5EF4-FFF2-40B4-BE49-F238E27FC236}">
                <a16:creationId xmlns:a16="http://schemas.microsoft.com/office/drawing/2014/main" id="{42311513-0BE5-411C-B498-3EB124478CCF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Cryo_14943">
            <a:extLst>
              <a:ext uri="{FF2B5EF4-FFF2-40B4-BE49-F238E27FC236}">
                <a16:creationId xmlns:a16="http://schemas.microsoft.com/office/drawing/2014/main" id="{F1FA1DF0-6E38-4645-8BE7-42B59F12FB99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Cryo_14944">
            <a:extLst>
              <a:ext uri="{FF2B5EF4-FFF2-40B4-BE49-F238E27FC236}">
                <a16:creationId xmlns:a16="http://schemas.microsoft.com/office/drawing/2014/main" id="{2B00F4CA-66A9-4B9D-A4B0-1F657DDBEB65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Cryo_14945">
            <a:extLst>
              <a:ext uri="{FF2B5EF4-FFF2-40B4-BE49-F238E27FC236}">
                <a16:creationId xmlns:a16="http://schemas.microsoft.com/office/drawing/2014/main" id="{D6B7CCE3-7658-4725-BF30-2642A1D0C183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Cryo_14946">
            <a:extLst>
              <a:ext uri="{FF2B5EF4-FFF2-40B4-BE49-F238E27FC236}">
                <a16:creationId xmlns:a16="http://schemas.microsoft.com/office/drawing/2014/main" id="{D90BFA2F-7E8D-476A-AA8A-509ABD9E6441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Cryo_14947">
            <a:extLst>
              <a:ext uri="{FF2B5EF4-FFF2-40B4-BE49-F238E27FC236}">
                <a16:creationId xmlns:a16="http://schemas.microsoft.com/office/drawing/2014/main" id="{0949ACA6-D2D7-48AD-8E7C-4F37D8DDB16F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Cryo_14948">
            <a:extLst>
              <a:ext uri="{FF2B5EF4-FFF2-40B4-BE49-F238E27FC236}">
                <a16:creationId xmlns:a16="http://schemas.microsoft.com/office/drawing/2014/main" id="{711A03BA-074D-43C8-B480-5AFBE8FECD47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Cryo_14949">
            <a:extLst>
              <a:ext uri="{FF2B5EF4-FFF2-40B4-BE49-F238E27FC236}">
                <a16:creationId xmlns:a16="http://schemas.microsoft.com/office/drawing/2014/main" id="{9336B09D-F581-4A4C-9C6F-6B3C02A427B6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Cryo_14950">
            <a:extLst>
              <a:ext uri="{FF2B5EF4-FFF2-40B4-BE49-F238E27FC236}">
                <a16:creationId xmlns:a16="http://schemas.microsoft.com/office/drawing/2014/main" id="{331366CB-40ED-4E1A-990F-90634433105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Cryo_14951">
            <a:extLst>
              <a:ext uri="{FF2B5EF4-FFF2-40B4-BE49-F238E27FC236}">
                <a16:creationId xmlns:a16="http://schemas.microsoft.com/office/drawing/2014/main" id="{C1AC24A9-0742-46AE-A9D8-2590C8FCFA2B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Cryo_14952">
            <a:extLst>
              <a:ext uri="{FF2B5EF4-FFF2-40B4-BE49-F238E27FC236}">
                <a16:creationId xmlns:a16="http://schemas.microsoft.com/office/drawing/2014/main" id="{1A2FE1BB-6F6F-4ABB-8776-57BE50B89179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Cryo_14953">
            <a:extLst>
              <a:ext uri="{FF2B5EF4-FFF2-40B4-BE49-F238E27FC236}">
                <a16:creationId xmlns:a16="http://schemas.microsoft.com/office/drawing/2014/main" id="{B21D4B34-CDE2-484B-A567-83A93A7ABE8D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Cryo_14954">
            <a:extLst>
              <a:ext uri="{FF2B5EF4-FFF2-40B4-BE49-F238E27FC236}">
                <a16:creationId xmlns:a16="http://schemas.microsoft.com/office/drawing/2014/main" id="{602453BF-0B0D-4FF4-B14F-C72BEC13C046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Cryo_14955">
            <a:extLst>
              <a:ext uri="{FF2B5EF4-FFF2-40B4-BE49-F238E27FC236}">
                <a16:creationId xmlns:a16="http://schemas.microsoft.com/office/drawing/2014/main" id="{A823182C-C37D-4485-BC2B-75752D5D82AC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Cryo_14956">
            <a:extLst>
              <a:ext uri="{FF2B5EF4-FFF2-40B4-BE49-F238E27FC236}">
                <a16:creationId xmlns:a16="http://schemas.microsoft.com/office/drawing/2014/main" id="{2DFD01DD-CB07-4133-B67E-02973ED0F1EB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Cryo_14957">
            <a:extLst>
              <a:ext uri="{FF2B5EF4-FFF2-40B4-BE49-F238E27FC236}">
                <a16:creationId xmlns:a16="http://schemas.microsoft.com/office/drawing/2014/main" id="{5936B8A0-8C6A-4B2A-AB48-31AB84856DE1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Cryo_14958">
            <a:extLst>
              <a:ext uri="{FF2B5EF4-FFF2-40B4-BE49-F238E27FC236}">
                <a16:creationId xmlns:a16="http://schemas.microsoft.com/office/drawing/2014/main" id="{0E332A9D-D171-4CB9-BD87-E338D912C8EA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Cryo_14959">
            <a:extLst>
              <a:ext uri="{FF2B5EF4-FFF2-40B4-BE49-F238E27FC236}">
                <a16:creationId xmlns:a16="http://schemas.microsoft.com/office/drawing/2014/main" id="{E839567C-C116-4AF9-92A4-86D412A61F61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Cryo_14960">
            <a:extLst>
              <a:ext uri="{FF2B5EF4-FFF2-40B4-BE49-F238E27FC236}">
                <a16:creationId xmlns:a16="http://schemas.microsoft.com/office/drawing/2014/main" id="{71BD82D0-B5BB-41AB-BE48-5A8B10EDB822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Cryo_14961">
            <a:extLst>
              <a:ext uri="{FF2B5EF4-FFF2-40B4-BE49-F238E27FC236}">
                <a16:creationId xmlns:a16="http://schemas.microsoft.com/office/drawing/2014/main" id="{942CAFE6-BD04-445A-AB0E-13ADD4912E0F}"/>
              </a:ext>
            </a:extLst>
          </p:cNvPr>
          <p:cNvSpPr>
            <a:spLocks noGrp="1"/>
          </p:cNvSpPr>
          <p:nvPr/>
        </p:nvSpPr>
        <p:spPr>
          <a:xfrm>
            <a:off x="1550055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39" name="A1_bar_Cryo_14962">
            <a:extLst>
              <a:ext uri="{FF2B5EF4-FFF2-40B4-BE49-F238E27FC236}">
                <a16:creationId xmlns:a16="http://schemas.microsoft.com/office/drawing/2014/main" id="{7E8A82B7-BC2F-4251-A2C2-2F4F264FB1B7}"/>
              </a:ext>
            </a:extLst>
          </p:cNvPr>
          <p:cNvSpPr>
            <a:spLocks noGrp="1"/>
          </p:cNvSpPr>
          <p:nvPr/>
        </p:nvSpPr>
        <p:spPr>
          <a:xfrm>
            <a:off x="1459560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0" name="A1_bar_Cryo_14963">
            <a:extLst>
              <a:ext uri="{FF2B5EF4-FFF2-40B4-BE49-F238E27FC236}">
                <a16:creationId xmlns:a16="http://schemas.microsoft.com/office/drawing/2014/main" id="{309BF795-7C65-45BD-9B6B-A61DB6465E2E}"/>
              </a:ext>
            </a:extLst>
          </p:cNvPr>
          <p:cNvSpPr>
            <a:spLocks noGrp="1"/>
          </p:cNvSpPr>
          <p:nvPr/>
        </p:nvSpPr>
        <p:spPr>
          <a:xfrm>
            <a:off x="1459560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1" name="A1_bar_Cryo_14964">
            <a:extLst>
              <a:ext uri="{FF2B5EF4-FFF2-40B4-BE49-F238E27FC236}">
                <a16:creationId xmlns:a16="http://schemas.microsoft.com/office/drawing/2014/main" id="{10CB8C10-7C97-4AF7-861A-989ECBC04CED}"/>
              </a:ext>
            </a:extLst>
          </p:cNvPr>
          <p:cNvSpPr>
            <a:spLocks noGrp="1"/>
          </p:cNvSpPr>
          <p:nvPr/>
        </p:nvSpPr>
        <p:spPr>
          <a:xfrm>
            <a:off x="3123878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2" name="A1_bar_Cryo_14965">
            <a:extLst>
              <a:ext uri="{FF2B5EF4-FFF2-40B4-BE49-F238E27FC236}">
                <a16:creationId xmlns:a16="http://schemas.microsoft.com/office/drawing/2014/main" id="{FFA92AE2-9B4E-4266-ADDF-DFC5A85415BB}"/>
              </a:ext>
            </a:extLst>
          </p:cNvPr>
          <p:cNvSpPr>
            <a:spLocks noGrp="1"/>
          </p:cNvSpPr>
          <p:nvPr/>
        </p:nvSpPr>
        <p:spPr>
          <a:xfrm>
            <a:off x="3033383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3" name="A1_bar_Cryo_14966">
            <a:extLst>
              <a:ext uri="{FF2B5EF4-FFF2-40B4-BE49-F238E27FC236}">
                <a16:creationId xmlns:a16="http://schemas.microsoft.com/office/drawing/2014/main" id="{B131C115-4179-43D6-AB9F-5907E465ED9B}"/>
              </a:ext>
            </a:extLst>
          </p:cNvPr>
          <p:cNvSpPr>
            <a:spLocks noGrp="1"/>
          </p:cNvSpPr>
          <p:nvPr/>
        </p:nvSpPr>
        <p:spPr>
          <a:xfrm>
            <a:off x="3033383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4" name="A1_bar_Cryo_14967">
            <a:extLst>
              <a:ext uri="{FF2B5EF4-FFF2-40B4-BE49-F238E27FC236}">
                <a16:creationId xmlns:a16="http://schemas.microsoft.com/office/drawing/2014/main" id="{F5CDE0C1-1058-4BAD-B598-2FE8DD7DA08A}"/>
              </a:ext>
            </a:extLst>
          </p:cNvPr>
          <p:cNvSpPr>
            <a:spLocks noGrp="1"/>
          </p:cNvSpPr>
          <p:nvPr/>
        </p:nvSpPr>
        <p:spPr>
          <a:xfrm>
            <a:off x="4697701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5" name="A1_bar_Cryo_14968">
            <a:extLst>
              <a:ext uri="{FF2B5EF4-FFF2-40B4-BE49-F238E27FC236}">
                <a16:creationId xmlns:a16="http://schemas.microsoft.com/office/drawing/2014/main" id="{CBF3D195-0276-4AAC-AE23-279177B7C681}"/>
              </a:ext>
            </a:extLst>
          </p:cNvPr>
          <p:cNvSpPr>
            <a:spLocks noGrp="1"/>
          </p:cNvSpPr>
          <p:nvPr/>
        </p:nvSpPr>
        <p:spPr>
          <a:xfrm>
            <a:off x="4607206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6" name="A1_bar_Cryo_14969">
            <a:extLst>
              <a:ext uri="{FF2B5EF4-FFF2-40B4-BE49-F238E27FC236}">
                <a16:creationId xmlns:a16="http://schemas.microsoft.com/office/drawing/2014/main" id="{F4D4A05F-FB42-471A-AD5A-DE812A141FFC}"/>
              </a:ext>
            </a:extLst>
          </p:cNvPr>
          <p:cNvSpPr>
            <a:spLocks noGrp="1"/>
          </p:cNvSpPr>
          <p:nvPr/>
        </p:nvSpPr>
        <p:spPr>
          <a:xfrm>
            <a:off x="4607206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7" name="A1_bar_Cryo_14970">
            <a:extLst>
              <a:ext uri="{FF2B5EF4-FFF2-40B4-BE49-F238E27FC236}">
                <a16:creationId xmlns:a16="http://schemas.microsoft.com/office/drawing/2014/main" id="{4F780803-C421-494A-9953-2B742840D8B8}"/>
              </a:ext>
            </a:extLst>
          </p:cNvPr>
          <p:cNvSpPr>
            <a:spLocks noGrp="1"/>
          </p:cNvSpPr>
          <p:nvPr/>
        </p:nvSpPr>
        <p:spPr>
          <a:xfrm>
            <a:off x="6271524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8" name="A1_bar_Cryo_14971">
            <a:extLst>
              <a:ext uri="{FF2B5EF4-FFF2-40B4-BE49-F238E27FC236}">
                <a16:creationId xmlns:a16="http://schemas.microsoft.com/office/drawing/2014/main" id="{EFA7A231-AD6C-43B0-A5A4-00C2A5B249DF}"/>
              </a:ext>
            </a:extLst>
          </p:cNvPr>
          <p:cNvSpPr>
            <a:spLocks noGrp="1"/>
          </p:cNvSpPr>
          <p:nvPr/>
        </p:nvSpPr>
        <p:spPr>
          <a:xfrm>
            <a:off x="6181029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9" name="A1_bar_Cryo_14972">
            <a:extLst>
              <a:ext uri="{FF2B5EF4-FFF2-40B4-BE49-F238E27FC236}">
                <a16:creationId xmlns:a16="http://schemas.microsoft.com/office/drawing/2014/main" id="{83C2FAA3-EA34-4176-B0EB-04D601D42644}"/>
              </a:ext>
            </a:extLst>
          </p:cNvPr>
          <p:cNvSpPr>
            <a:spLocks noGrp="1"/>
          </p:cNvSpPr>
          <p:nvPr/>
        </p:nvSpPr>
        <p:spPr>
          <a:xfrm>
            <a:off x="6181029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0" name="A1_bar_Cryo_14973">
            <a:extLst>
              <a:ext uri="{FF2B5EF4-FFF2-40B4-BE49-F238E27FC236}">
                <a16:creationId xmlns:a16="http://schemas.microsoft.com/office/drawing/2014/main" id="{B9DAB33C-11A3-48E6-A55F-7A351FA5ED98}"/>
              </a:ext>
            </a:extLst>
          </p:cNvPr>
          <p:cNvSpPr>
            <a:spLocks noGrp="1"/>
          </p:cNvSpPr>
          <p:nvPr/>
        </p:nvSpPr>
        <p:spPr>
          <a:xfrm>
            <a:off x="7845347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1" name="A1_bar_Cryo_14974">
            <a:extLst>
              <a:ext uri="{FF2B5EF4-FFF2-40B4-BE49-F238E27FC236}">
                <a16:creationId xmlns:a16="http://schemas.microsoft.com/office/drawing/2014/main" id="{8E83438C-4E4E-4D19-BF95-327D3F234DB0}"/>
              </a:ext>
            </a:extLst>
          </p:cNvPr>
          <p:cNvSpPr>
            <a:spLocks noGrp="1"/>
          </p:cNvSpPr>
          <p:nvPr/>
        </p:nvSpPr>
        <p:spPr>
          <a:xfrm>
            <a:off x="7754852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2" name="A1_bar_Cryo_14975">
            <a:extLst>
              <a:ext uri="{FF2B5EF4-FFF2-40B4-BE49-F238E27FC236}">
                <a16:creationId xmlns:a16="http://schemas.microsoft.com/office/drawing/2014/main" id="{86A03C3D-25F7-462C-8D99-821AF93E0FEF}"/>
              </a:ext>
            </a:extLst>
          </p:cNvPr>
          <p:cNvSpPr>
            <a:spLocks noGrp="1"/>
          </p:cNvSpPr>
          <p:nvPr/>
        </p:nvSpPr>
        <p:spPr>
          <a:xfrm>
            <a:off x="7754852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3" name="A1_bar_Cryo_14976">
            <a:extLst>
              <a:ext uri="{FF2B5EF4-FFF2-40B4-BE49-F238E27FC236}">
                <a16:creationId xmlns:a16="http://schemas.microsoft.com/office/drawing/2014/main" id="{6C19541A-2DBC-42A7-B7B8-B59781E77ED8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4" name="A1_bar_Cryo_14977">
            <a:extLst>
              <a:ext uri="{FF2B5EF4-FFF2-40B4-BE49-F238E27FC236}">
                <a16:creationId xmlns:a16="http://schemas.microsoft.com/office/drawing/2014/main" id="{D0C5DF4D-ED6B-48FE-BFD0-9D9D03CF9377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5" name="A1_bar_Cryo_14978">
            <a:extLst>
              <a:ext uri="{FF2B5EF4-FFF2-40B4-BE49-F238E27FC236}">
                <a16:creationId xmlns:a16="http://schemas.microsoft.com/office/drawing/2014/main" id="{9ACD350F-3FA2-4E08-BE7C-C63329483972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6" name="A1_bar_Cryo_14979">
            <a:extLst>
              <a:ext uri="{FF2B5EF4-FFF2-40B4-BE49-F238E27FC236}">
                <a16:creationId xmlns:a16="http://schemas.microsoft.com/office/drawing/2014/main" id="{8833DB5C-DB51-43D2-B9D9-C04ECB873F28}"/>
              </a:ext>
            </a:extLst>
          </p:cNvPr>
          <p:cNvSpPr>
            <a:spLocks noGrp="1"/>
          </p:cNvSpPr>
          <p:nvPr/>
        </p:nvSpPr>
        <p:spPr>
          <a:xfrm>
            <a:off x="3485857" y="4226423"/>
            <a:ext cx="191" cy="314085"/>
          </a:xfrm>
          <a:custGeom>
            <a:avLst/>
            <a:gdLst/>
            <a:ahLst/>
            <a:cxnLst/>
            <a:rect l="0" t="0" r="0" b="0"/>
            <a:pathLst>
              <a:path w="191" h="314085">
                <a:moveTo>
                  <a:pt x="0" y="31408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7" name="A1_bar_Cryo_14980">
            <a:extLst>
              <a:ext uri="{FF2B5EF4-FFF2-40B4-BE49-F238E27FC236}">
                <a16:creationId xmlns:a16="http://schemas.microsoft.com/office/drawing/2014/main" id="{84B18B94-F36F-4872-BDCF-2FF4C0BC5579}"/>
              </a:ext>
            </a:extLst>
          </p:cNvPr>
          <p:cNvSpPr>
            <a:spLocks noGrp="1"/>
          </p:cNvSpPr>
          <p:nvPr/>
        </p:nvSpPr>
        <p:spPr>
          <a:xfrm>
            <a:off x="3395362" y="454050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8" name="A1_bar_Cryo_14981">
            <a:extLst>
              <a:ext uri="{FF2B5EF4-FFF2-40B4-BE49-F238E27FC236}">
                <a16:creationId xmlns:a16="http://schemas.microsoft.com/office/drawing/2014/main" id="{213ED61B-C99F-4908-9956-8AE55CCE986A}"/>
              </a:ext>
            </a:extLst>
          </p:cNvPr>
          <p:cNvSpPr>
            <a:spLocks noGrp="1"/>
          </p:cNvSpPr>
          <p:nvPr/>
        </p:nvSpPr>
        <p:spPr>
          <a:xfrm>
            <a:off x="3395362" y="422642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9" name="A1_bar_Cryo_14982">
            <a:extLst>
              <a:ext uri="{FF2B5EF4-FFF2-40B4-BE49-F238E27FC236}">
                <a16:creationId xmlns:a16="http://schemas.microsoft.com/office/drawing/2014/main" id="{B42BF0D3-FD0D-4B38-ADF4-2436AF3F919E}"/>
              </a:ext>
            </a:extLst>
          </p:cNvPr>
          <p:cNvSpPr>
            <a:spLocks noGrp="1"/>
          </p:cNvSpPr>
          <p:nvPr/>
        </p:nvSpPr>
        <p:spPr>
          <a:xfrm>
            <a:off x="5059680" y="4271624"/>
            <a:ext cx="191" cy="312043"/>
          </a:xfrm>
          <a:custGeom>
            <a:avLst/>
            <a:gdLst/>
            <a:ahLst/>
            <a:cxnLst/>
            <a:rect l="0" t="0" r="0" b="0"/>
            <a:pathLst>
              <a:path w="191" h="312043">
                <a:moveTo>
                  <a:pt x="0" y="31204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0" name="A1_bar_Cryo_14983">
            <a:extLst>
              <a:ext uri="{FF2B5EF4-FFF2-40B4-BE49-F238E27FC236}">
                <a16:creationId xmlns:a16="http://schemas.microsoft.com/office/drawing/2014/main" id="{EE6E708F-DBAF-4D64-9D6D-B4965DB79D8D}"/>
              </a:ext>
            </a:extLst>
          </p:cNvPr>
          <p:cNvSpPr>
            <a:spLocks noGrp="1"/>
          </p:cNvSpPr>
          <p:nvPr/>
        </p:nvSpPr>
        <p:spPr>
          <a:xfrm>
            <a:off x="4969185" y="458366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1" name="A1_bar_Cryo_14984">
            <a:extLst>
              <a:ext uri="{FF2B5EF4-FFF2-40B4-BE49-F238E27FC236}">
                <a16:creationId xmlns:a16="http://schemas.microsoft.com/office/drawing/2014/main" id="{92C48B27-1543-454B-9FCE-421B42E4C00B}"/>
              </a:ext>
            </a:extLst>
          </p:cNvPr>
          <p:cNvSpPr>
            <a:spLocks noGrp="1"/>
          </p:cNvSpPr>
          <p:nvPr/>
        </p:nvSpPr>
        <p:spPr>
          <a:xfrm>
            <a:off x="4969185" y="427162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2" name="A1_bar_Cryo_14985">
            <a:extLst>
              <a:ext uri="{FF2B5EF4-FFF2-40B4-BE49-F238E27FC236}">
                <a16:creationId xmlns:a16="http://schemas.microsoft.com/office/drawing/2014/main" id="{5FA33741-8B27-462F-89ED-D3BB6CE4119D}"/>
              </a:ext>
            </a:extLst>
          </p:cNvPr>
          <p:cNvSpPr>
            <a:spLocks noGrp="1"/>
          </p:cNvSpPr>
          <p:nvPr/>
        </p:nvSpPr>
        <p:spPr>
          <a:xfrm>
            <a:off x="6633503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3" name="A1_bar_Cryo_14986">
            <a:extLst>
              <a:ext uri="{FF2B5EF4-FFF2-40B4-BE49-F238E27FC236}">
                <a16:creationId xmlns:a16="http://schemas.microsoft.com/office/drawing/2014/main" id="{195AB3B4-A9D4-417F-AD4D-9A2B3841F0B1}"/>
              </a:ext>
            </a:extLst>
          </p:cNvPr>
          <p:cNvSpPr>
            <a:spLocks noGrp="1"/>
          </p:cNvSpPr>
          <p:nvPr/>
        </p:nvSpPr>
        <p:spPr>
          <a:xfrm>
            <a:off x="6543008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4" name="A1_bar_Cryo_14987">
            <a:extLst>
              <a:ext uri="{FF2B5EF4-FFF2-40B4-BE49-F238E27FC236}">
                <a16:creationId xmlns:a16="http://schemas.microsoft.com/office/drawing/2014/main" id="{79F99F7E-4370-455A-885F-23D7BC0A81A4}"/>
              </a:ext>
            </a:extLst>
          </p:cNvPr>
          <p:cNvSpPr>
            <a:spLocks noGrp="1"/>
          </p:cNvSpPr>
          <p:nvPr/>
        </p:nvSpPr>
        <p:spPr>
          <a:xfrm>
            <a:off x="6543008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5" name="A1_bar_Cryo_14988">
            <a:extLst>
              <a:ext uri="{FF2B5EF4-FFF2-40B4-BE49-F238E27FC236}">
                <a16:creationId xmlns:a16="http://schemas.microsoft.com/office/drawing/2014/main" id="{ACC34FAB-926C-40DC-97B7-6C732A17EFF4}"/>
              </a:ext>
            </a:extLst>
          </p:cNvPr>
          <p:cNvSpPr>
            <a:spLocks noGrp="1"/>
          </p:cNvSpPr>
          <p:nvPr/>
        </p:nvSpPr>
        <p:spPr>
          <a:xfrm>
            <a:off x="8207326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6" name="A1_bar_Cryo_14989">
            <a:extLst>
              <a:ext uri="{FF2B5EF4-FFF2-40B4-BE49-F238E27FC236}">
                <a16:creationId xmlns:a16="http://schemas.microsoft.com/office/drawing/2014/main" id="{4E454993-149F-4803-B3C3-48A074C051F1}"/>
              </a:ext>
            </a:extLst>
          </p:cNvPr>
          <p:cNvSpPr>
            <a:spLocks noGrp="1"/>
          </p:cNvSpPr>
          <p:nvPr/>
        </p:nvSpPr>
        <p:spPr>
          <a:xfrm>
            <a:off x="8116831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7" name="A1_bar_Cryo_14990">
            <a:extLst>
              <a:ext uri="{FF2B5EF4-FFF2-40B4-BE49-F238E27FC236}">
                <a16:creationId xmlns:a16="http://schemas.microsoft.com/office/drawing/2014/main" id="{2454B5B2-C76E-46E7-AC96-83FF341AB609}"/>
              </a:ext>
            </a:extLst>
          </p:cNvPr>
          <p:cNvSpPr>
            <a:spLocks noGrp="1"/>
          </p:cNvSpPr>
          <p:nvPr/>
        </p:nvSpPr>
        <p:spPr>
          <a:xfrm>
            <a:off x="8116831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8" name="A1_bar_Cryo_14991">
            <a:extLst>
              <a:ext uri="{FF2B5EF4-FFF2-40B4-BE49-F238E27FC236}">
                <a16:creationId xmlns:a16="http://schemas.microsoft.com/office/drawing/2014/main" id="{91CD9401-55B9-4A04-8A6A-CB9DFBD6BF6F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Cryo_14992">
            <a:extLst>
              <a:ext uri="{FF2B5EF4-FFF2-40B4-BE49-F238E27FC236}">
                <a16:creationId xmlns:a16="http://schemas.microsoft.com/office/drawing/2014/main" id="{353CCF67-5117-415C-B563-E03803DD455E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Cryo_14993">
            <a:extLst>
              <a:ext uri="{FF2B5EF4-FFF2-40B4-BE49-F238E27FC236}">
                <a16:creationId xmlns:a16="http://schemas.microsoft.com/office/drawing/2014/main" id="{87D15754-CB43-4A2F-96FE-A26626D8664B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Cryo_14994">
            <a:extLst>
              <a:ext uri="{FF2B5EF4-FFF2-40B4-BE49-F238E27FC236}">
                <a16:creationId xmlns:a16="http://schemas.microsoft.com/office/drawing/2014/main" id="{53B3285C-2D94-435A-9D3C-2C26F6C5A132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Cryo_14995">
            <a:extLst>
              <a:ext uri="{FF2B5EF4-FFF2-40B4-BE49-F238E27FC236}">
                <a16:creationId xmlns:a16="http://schemas.microsoft.com/office/drawing/2014/main" id="{4F718DD9-2656-4FC3-B60C-046964E04B3D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Cryo_14996">
            <a:extLst>
              <a:ext uri="{FF2B5EF4-FFF2-40B4-BE49-F238E27FC236}">
                <a16:creationId xmlns:a16="http://schemas.microsoft.com/office/drawing/2014/main" id="{A600A7BE-EDD1-4E34-9BAB-8AD2DB5D3563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Cryo_14997">
            <a:extLst>
              <a:ext uri="{FF2B5EF4-FFF2-40B4-BE49-F238E27FC236}">
                <a16:creationId xmlns:a16="http://schemas.microsoft.com/office/drawing/2014/main" id="{B8AEE9CC-23AE-45CA-BC90-985A1061A14A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Cryo_14998">
            <a:extLst>
              <a:ext uri="{FF2B5EF4-FFF2-40B4-BE49-F238E27FC236}">
                <a16:creationId xmlns:a16="http://schemas.microsoft.com/office/drawing/2014/main" id="{E277CC32-F3F4-4D18-8E05-52285F42DCE7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Cryo_14999">
            <a:extLst>
              <a:ext uri="{FF2B5EF4-FFF2-40B4-BE49-F238E27FC236}">
                <a16:creationId xmlns:a16="http://schemas.microsoft.com/office/drawing/2014/main" id="{317DD9B8-8B48-4F78-AB2B-CCFC9D717E5E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Cryo_15000">
            <a:extLst>
              <a:ext uri="{FF2B5EF4-FFF2-40B4-BE49-F238E27FC236}">
                <a16:creationId xmlns:a16="http://schemas.microsoft.com/office/drawing/2014/main" id="{61897E44-B12B-4247-94E1-9C3422922A4F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Cryo_15001">
            <a:extLst>
              <a:ext uri="{FF2B5EF4-FFF2-40B4-BE49-F238E27FC236}">
                <a16:creationId xmlns:a16="http://schemas.microsoft.com/office/drawing/2014/main" id="{7D78138D-E98F-474E-847C-AFD9035E81F1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Cryo_15002">
            <a:extLst>
              <a:ext uri="{FF2B5EF4-FFF2-40B4-BE49-F238E27FC236}">
                <a16:creationId xmlns:a16="http://schemas.microsoft.com/office/drawing/2014/main" id="{FDB12236-F5E6-4461-8300-441445418CB4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Cryo_15003">
            <a:extLst>
              <a:ext uri="{FF2B5EF4-FFF2-40B4-BE49-F238E27FC236}">
                <a16:creationId xmlns:a16="http://schemas.microsoft.com/office/drawing/2014/main" id="{56D8B3B6-27F2-43B0-B268-BB28DE5FD7EE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Cryo_15004">
            <a:extLst>
              <a:ext uri="{FF2B5EF4-FFF2-40B4-BE49-F238E27FC236}">
                <a16:creationId xmlns:a16="http://schemas.microsoft.com/office/drawing/2014/main" id="{2E037010-0E8B-468B-AAB4-F295E0DAA5E5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Cryo_15005">
            <a:extLst>
              <a:ext uri="{FF2B5EF4-FFF2-40B4-BE49-F238E27FC236}">
                <a16:creationId xmlns:a16="http://schemas.microsoft.com/office/drawing/2014/main" id="{EB42F2C0-F46E-46E2-97D2-E39279B2731F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Cryo_15006">
            <a:extLst>
              <a:ext uri="{FF2B5EF4-FFF2-40B4-BE49-F238E27FC236}">
                <a16:creationId xmlns:a16="http://schemas.microsoft.com/office/drawing/2014/main" id="{F0E841C7-BCDB-4E3E-970D-3BA835454605}"/>
              </a:ext>
            </a:extLst>
          </p:cNvPr>
          <p:cNvSpPr>
            <a:spLocks noGrp="1"/>
          </p:cNvSpPr>
          <p:nvPr/>
        </p:nvSpPr>
        <p:spPr>
          <a:xfrm>
            <a:off x="1405263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4" name="A1_bar_Cryo_15007">
            <a:extLst>
              <a:ext uri="{FF2B5EF4-FFF2-40B4-BE49-F238E27FC236}">
                <a16:creationId xmlns:a16="http://schemas.microsoft.com/office/drawing/2014/main" id="{A7B088FD-C4C3-48CE-855C-CD2C29CEB95B}"/>
              </a:ext>
            </a:extLst>
          </p:cNvPr>
          <p:cNvSpPr>
            <a:spLocks noGrp="1"/>
          </p:cNvSpPr>
          <p:nvPr/>
        </p:nvSpPr>
        <p:spPr>
          <a:xfrm>
            <a:off x="2979086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5" name="A1_bar_Cryo_15008">
            <a:extLst>
              <a:ext uri="{FF2B5EF4-FFF2-40B4-BE49-F238E27FC236}">
                <a16:creationId xmlns:a16="http://schemas.microsoft.com/office/drawing/2014/main" id="{A140101B-5822-41AD-BDAF-255D8AF5EF0D}"/>
              </a:ext>
            </a:extLst>
          </p:cNvPr>
          <p:cNvSpPr>
            <a:spLocks noGrp="1"/>
          </p:cNvSpPr>
          <p:nvPr/>
        </p:nvSpPr>
        <p:spPr>
          <a:xfrm>
            <a:off x="4552909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6" name="A1_bar_Cryo_15009">
            <a:extLst>
              <a:ext uri="{FF2B5EF4-FFF2-40B4-BE49-F238E27FC236}">
                <a16:creationId xmlns:a16="http://schemas.microsoft.com/office/drawing/2014/main" id="{AB14ACAA-EAAD-401A-BA05-F347DC00F181}"/>
              </a:ext>
            </a:extLst>
          </p:cNvPr>
          <p:cNvSpPr>
            <a:spLocks noGrp="1"/>
          </p:cNvSpPr>
          <p:nvPr/>
        </p:nvSpPr>
        <p:spPr>
          <a:xfrm>
            <a:off x="6126732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7" name="A1_bar_Cryo_15010">
            <a:extLst>
              <a:ext uri="{FF2B5EF4-FFF2-40B4-BE49-F238E27FC236}">
                <a16:creationId xmlns:a16="http://schemas.microsoft.com/office/drawing/2014/main" id="{15270000-27EB-4E69-B1CB-19FF7D73B434}"/>
              </a:ext>
            </a:extLst>
          </p:cNvPr>
          <p:cNvSpPr>
            <a:spLocks noGrp="1"/>
          </p:cNvSpPr>
          <p:nvPr/>
        </p:nvSpPr>
        <p:spPr>
          <a:xfrm>
            <a:off x="7700555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8" name="A1_bar_Cryo_15011">
            <a:extLst>
              <a:ext uri="{FF2B5EF4-FFF2-40B4-BE49-F238E27FC236}">
                <a16:creationId xmlns:a16="http://schemas.microsoft.com/office/drawing/2014/main" id="{3BCF174D-9623-411B-8845-5844AF68A2E6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89" name="A1_bar_Cryo_15012">
            <a:extLst>
              <a:ext uri="{FF2B5EF4-FFF2-40B4-BE49-F238E27FC236}">
                <a16:creationId xmlns:a16="http://schemas.microsoft.com/office/drawing/2014/main" id="{17428788-559E-4F89-9C45-3C63DE5081A6}"/>
              </a:ext>
            </a:extLst>
          </p:cNvPr>
          <p:cNvSpPr>
            <a:spLocks noGrp="1"/>
          </p:cNvSpPr>
          <p:nvPr/>
        </p:nvSpPr>
        <p:spPr>
          <a:xfrm>
            <a:off x="3341065" y="438299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0" name="A1_bar_Cryo_15013">
            <a:extLst>
              <a:ext uri="{FF2B5EF4-FFF2-40B4-BE49-F238E27FC236}">
                <a16:creationId xmlns:a16="http://schemas.microsoft.com/office/drawing/2014/main" id="{CCFAFDBE-3E1E-43D8-A63C-1EDFE7344AA9}"/>
              </a:ext>
            </a:extLst>
          </p:cNvPr>
          <p:cNvSpPr>
            <a:spLocks noGrp="1"/>
          </p:cNvSpPr>
          <p:nvPr/>
        </p:nvSpPr>
        <p:spPr>
          <a:xfrm>
            <a:off x="4914888" y="442675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1" name="A1_bar_Cryo_15014">
            <a:extLst>
              <a:ext uri="{FF2B5EF4-FFF2-40B4-BE49-F238E27FC236}">
                <a16:creationId xmlns:a16="http://schemas.microsoft.com/office/drawing/2014/main" id="{4059AAEC-05C3-4E0A-B51E-6B36F77CF3BA}"/>
              </a:ext>
            </a:extLst>
          </p:cNvPr>
          <p:cNvSpPr>
            <a:spLocks noGrp="1"/>
          </p:cNvSpPr>
          <p:nvPr/>
        </p:nvSpPr>
        <p:spPr>
          <a:xfrm>
            <a:off x="6488711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2" name="A1_bar_Cryo_15015">
            <a:extLst>
              <a:ext uri="{FF2B5EF4-FFF2-40B4-BE49-F238E27FC236}">
                <a16:creationId xmlns:a16="http://schemas.microsoft.com/office/drawing/2014/main" id="{99656F07-7350-489B-9662-8BC9A9D4AEE9}"/>
              </a:ext>
            </a:extLst>
          </p:cNvPr>
          <p:cNvSpPr>
            <a:spLocks noGrp="1"/>
          </p:cNvSpPr>
          <p:nvPr/>
        </p:nvSpPr>
        <p:spPr>
          <a:xfrm>
            <a:off x="8062534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3" name="A1_bar_Cryo_15016">
            <a:extLst>
              <a:ext uri="{FF2B5EF4-FFF2-40B4-BE49-F238E27FC236}">
                <a16:creationId xmlns:a16="http://schemas.microsoft.com/office/drawing/2014/main" id="{33238BC1-5373-4126-800C-C86731088664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Cryo_15017">
            <a:extLst>
              <a:ext uri="{FF2B5EF4-FFF2-40B4-BE49-F238E27FC236}">
                <a16:creationId xmlns:a16="http://schemas.microsoft.com/office/drawing/2014/main" id="{3CF2190F-900E-4EBD-8704-BD7718382791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Cryo_15018">
            <a:extLst>
              <a:ext uri="{FF2B5EF4-FFF2-40B4-BE49-F238E27FC236}">
                <a16:creationId xmlns:a16="http://schemas.microsoft.com/office/drawing/2014/main" id="{6BE86C3D-0978-4EF9-A7C5-6BEDCDCD9037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Cryo_15019">
            <a:extLst>
              <a:ext uri="{FF2B5EF4-FFF2-40B4-BE49-F238E27FC236}">
                <a16:creationId xmlns:a16="http://schemas.microsoft.com/office/drawing/2014/main" id="{ABCD7C66-C83C-4A82-AC51-B62A3B0A3673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Cryo_15020">
            <a:extLst>
              <a:ext uri="{FF2B5EF4-FFF2-40B4-BE49-F238E27FC236}">
                <a16:creationId xmlns:a16="http://schemas.microsoft.com/office/drawing/2014/main" id="{62BAE02E-ED72-4DF8-B186-8B266F94ACA1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5021">
            <a:extLst>
              <a:ext uri="{FF2B5EF4-FFF2-40B4-BE49-F238E27FC236}">
                <a16:creationId xmlns:a16="http://schemas.microsoft.com/office/drawing/2014/main" id="{E9949D96-D55C-4D21-B5F8-7BC89222172E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899606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CryoAtom2 receptor</a:t>
            </a:r>
          </a:p>
        </p:txBody>
      </p:sp>
      <p:sp>
        <p:nvSpPr>
          <p:cNvPr id="2799" name="text_15022">
            <a:extLst>
              <a:ext uri="{FF2B5EF4-FFF2-40B4-BE49-F238E27FC236}">
                <a16:creationId xmlns:a16="http://schemas.microsoft.com/office/drawing/2014/main" id="{034C7DAA-B972-47BC-AAEF-EE002F900D6A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Cryo_15023">
            <a:extLst>
              <a:ext uri="{FF2B5EF4-FFF2-40B4-BE49-F238E27FC236}">
                <a16:creationId xmlns:a16="http://schemas.microsoft.com/office/drawing/2014/main" id="{6D749776-B087-4C7E-8EF7-28B4676796A4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5024">
            <a:extLst>
              <a:ext uri="{FF2B5EF4-FFF2-40B4-BE49-F238E27FC236}">
                <a16:creationId xmlns:a16="http://schemas.microsoft.com/office/drawing/2014/main" id="{AB25638E-EC29-48F3-BED1-0F2485736138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Cryo_15025">
            <a:extLst>
              <a:ext uri="{FF2B5EF4-FFF2-40B4-BE49-F238E27FC236}">
                <a16:creationId xmlns:a16="http://schemas.microsoft.com/office/drawing/2014/main" id="{60D86937-CF5F-4D53-AE36-807260AAD265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B876A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5026">
            <a:extLst>
              <a:ext uri="{FF2B5EF4-FFF2-40B4-BE49-F238E27FC236}">
                <a16:creationId xmlns:a16="http://schemas.microsoft.com/office/drawing/2014/main" id="{4A7E0B1E-8451-44C6-BA5E-200C7DB157A3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Cryo_15027">
            <a:extLst>
              <a:ext uri="{FF2B5EF4-FFF2-40B4-BE49-F238E27FC236}">
                <a16:creationId xmlns:a16="http://schemas.microsoft.com/office/drawing/2014/main" id="{EE42B6E7-9657-461B-B080-489E7B1E597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5028">
            <a:extLst>
              <a:ext uri="{FF2B5EF4-FFF2-40B4-BE49-F238E27FC236}">
                <a16:creationId xmlns:a16="http://schemas.microsoft.com/office/drawing/2014/main" id="{E65F6701-AF3B-4604-B47E-47E0C2D3AC86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6627973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Cryo_15029">
            <a:extLst>
              <a:ext uri="{FF2B5EF4-FFF2-40B4-BE49-F238E27FC236}">
                <a16:creationId xmlns:a16="http://schemas.microsoft.com/office/drawing/2014/main" id="{5E399D57-954C-4E92-8211-D1B93B7F0FE4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Cryo_15030">
            <a:extLst>
              <a:ext uri="{FF2B5EF4-FFF2-40B4-BE49-F238E27FC236}">
                <a16:creationId xmlns:a16="http://schemas.microsoft.com/office/drawing/2014/main" id="{9FDB9D6A-D98E-4922-9A93-A4FC3B7B3E8A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Cryo_15031">
            <a:extLst>
              <a:ext uri="{FF2B5EF4-FFF2-40B4-BE49-F238E27FC236}">
                <a16:creationId xmlns:a16="http://schemas.microsoft.com/office/drawing/2014/main" id="{2F1E7445-C9CD-4609-A8BA-26413E353B37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Cryo_15032">
            <a:extLst>
              <a:ext uri="{FF2B5EF4-FFF2-40B4-BE49-F238E27FC236}">
                <a16:creationId xmlns:a16="http://schemas.microsoft.com/office/drawing/2014/main" id="{99048578-3AE7-4269-A5C0-5D37C0F6243A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Cryo_15033">
            <a:extLst>
              <a:ext uri="{FF2B5EF4-FFF2-40B4-BE49-F238E27FC236}">
                <a16:creationId xmlns:a16="http://schemas.microsoft.com/office/drawing/2014/main" id="{F88B2C20-1353-4DCE-837B-F02AF9C1F148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Cryo_15034">
            <a:extLst>
              <a:ext uri="{FF2B5EF4-FFF2-40B4-BE49-F238E27FC236}">
                <a16:creationId xmlns:a16="http://schemas.microsoft.com/office/drawing/2014/main" id="{9FD3C3F4-5CE2-4BDC-B9C3-C316826E5F60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Cryo_15035">
            <a:extLst>
              <a:ext uri="{FF2B5EF4-FFF2-40B4-BE49-F238E27FC236}">
                <a16:creationId xmlns:a16="http://schemas.microsoft.com/office/drawing/2014/main" id="{ED43D711-5FDC-4439-A61A-37EDC33C27E3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Cryo_15036">
            <a:extLst>
              <a:ext uri="{FF2B5EF4-FFF2-40B4-BE49-F238E27FC236}">
                <a16:creationId xmlns:a16="http://schemas.microsoft.com/office/drawing/2014/main" id="{053C90F6-A616-4201-9B7C-2FE3E022F574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solidFill>
            <a:srgbClr val="566AB4">
              <a:alpha val="6000"/>
            </a:srgbClr>
          </a:solidFill>
          <a:ln w="22949">
            <a:solidFill>
              <a:srgbClr val="566AB4">
                <a:alpha val="6000"/>
              </a:srgbClr>
            </a:solidFill>
            <a:prstDash val="solid"/>
          </a:ln>
        </p:spPr>
      </p:sp>
      <p:sp>
        <p:nvSpPr>
          <p:cNvPr id="9" name="A2_polygon_Cryo_15037">
            <a:extLst>
              <a:ext uri="{FF2B5EF4-FFF2-40B4-BE49-F238E27FC236}">
                <a16:creationId xmlns:a16="http://schemas.microsoft.com/office/drawing/2014/main" id="{B8968043-C753-4E12-B011-616EAFD3408B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solidFill>
            <a:srgbClr val="B876A3">
              <a:alpha val="6000"/>
            </a:srgbClr>
          </a:solidFill>
          <a:ln w="22949">
            <a:solidFill>
              <a:srgbClr val="B876A3">
                <a:alpha val="6000"/>
              </a:srgbClr>
            </a:solidFill>
            <a:prstDash val="solid"/>
          </a:ln>
        </p:spPr>
      </p:sp>
      <p:sp>
        <p:nvSpPr>
          <p:cNvPr id="10" name="A2_polygon_Cryo_15038">
            <a:extLst>
              <a:ext uri="{FF2B5EF4-FFF2-40B4-BE49-F238E27FC236}">
                <a16:creationId xmlns:a16="http://schemas.microsoft.com/office/drawing/2014/main" id="{11A9E67F-75E2-4850-8F5F-5D18112CA45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Cryo_15039">
            <a:extLst>
              <a:ext uri="{FF2B5EF4-FFF2-40B4-BE49-F238E27FC236}">
                <a16:creationId xmlns:a16="http://schemas.microsoft.com/office/drawing/2014/main" id="{B293A3D7-0047-4E1B-AE14-D52E65C42CED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5040">
            <a:extLst>
              <a:ext uri="{FF2B5EF4-FFF2-40B4-BE49-F238E27FC236}">
                <a16:creationId xmlns:a16="http://schemas.microsoft.com/office/drawing/2014/main" id="{688E687A-EE49-4A3B-82AA-A47DECEE88BD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5041">
            <a:extLst>
              <a:ext uri="{FF2B5EF4-FFF2-40B4-BE49-F238E27FC236}">
                <a16:creationId xmlns:a16="http://schemas.microsoft.com/office/drawing/2014/main" id="{D4AB1523-1246-489C-8C85-E179440E8884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Cryo_15042">
            <a:extLst>
              <a:ext uri="{FF2B5EF4-FFF2-40B4-BE49-F238E27FC236}">
                <a16:creationId xmlns:a16="http://schemas.microsoft.com/office/drawing/2014/main" id="{68C05EC4-FF4C-47ED-8189-C1178F414821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5043">
            <a:extLst>
              <a:ext uri="{FF2B5EF4-FFF2-40B4-BE49-F238E27FC236}">
                <a16:creationId xmlns:a16="http://schemas.microsoft.com/office/drawing/2014/main" id="{6C2DACFB-85DF-4A8F-97CE-3C79ABD5AF94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5044">
            <a:extLst>
              <a:ext uri="{FF2B5EF4-FFF2-40B4-BE49-F238E27FC236}">
                <a16:creationId xmlns:a16="http://schemas.microsoft.com/office/drawing/2014/main" id="{17EB2DC2-E4FC-4A1D-AF14-BE7D13E7D376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Cryo_15045">
            <a:extLst>
              <a:ext uri="{FF2B5EF4-FFF2-40B4-BE49-F238E27FC236}">
                <a16:creationId xmlns:a16="http://schemas.microsoft.com/office/drawing/2014/main" id="{73788EAD-DD01-4B43-A405-C96B95605A4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5046">
            <a:extLst>
              <a:ext uri="{FF2B5EF4-FFF2-40B4-BE49-F238E27FC236}">
                <a16:creationId xmlns:a16="http://schemas.microsoft.com/office/drawing/2014/main" id="{F2C33EBD-B17C-4748-BA67-ABA8692BCF7D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5047">
            <a:extLst>
              <a:ext uri="{FF2B5EF4-FFF2-40B4-BE49-F238E27FC236}">
                <a16:creationId xmlns:a16="http://schemas.microsoft.com/office/drawing/2014/main" id="{673E3313-ECE1-4778-8051-6A2CA22CF460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Cryo_15048">
            <a:extLst>
              <a:ext uri="{FF2B5EF4-FFF2-40B4-BE49-F238E27FC236}">
                <a16:creationId xmlns:a16="http://schemas.microsoft.com/office/drawing/2014/main" id="{2B95D6FE-5301-4463-BB5D-91A4FA019543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5049">
            <a:extLst>
              <a:ext uri="{FF2B5EF4-FFF2-40B4-BE49-F238E27FC236}">
                <a16:creationId xmlns:a16="http://schemas.microsoft.com/office/drawing/2014/main" id="{A5F19303-4317-4BB9-9E48-DB98ECF69D39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5050">
            <a:extLst>
              <a:ext uri="{FF2B5EF4-FFF2-40B4-BE49-F238E27FC236}">
                <a16:creationId xmlns:a16="http://schemas.microsoft.com/office/drawing/2014/main" id="{C34435ED-D18F-420D-8217-541156B24407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Cryo_15051">
            <a:extLst>
              <a:ext uri="{FF2B5EF4-FFF2-40B4-BE49-F238E27FC236}">
                <a16:creationId xmlns:a16="http://schemas.microsoft.com/office/drawing/2014/main" id="{ACE30EB2-090F-4121-A6F6-CB28FDA38100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5052">
            <a:extLst>
              <a:ext uri="{FF2B5EF4-FFF2-40B4-BE49-F238E27FC236}">
                <a16:creationId xmlns:a16="http://schemas.microsoft.com/office/drawing/2014/main" id="{FD78690B-B32E-46CC-B960-BBA25CAEB334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5053">
            <a:extLst>
              <a:ext uri="{FF2B5EF4-FFF2-40B4-BE49-F238E27FC236}">
                <a16:creationId xmlns:a16="http://schemas.microsoft.com/office/drawing/2014/main" id="{A68EE7FF-4056-4E7D-B623-720488117311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5054">
            <a:extLst>
              <a:ext uri="{FF2B5EF4-FFF2-40B4-BE49-F238E27FC236}">
                <a16:creationId xmlns:a16="http://schemas.microsoft.com/office/drawing/2014/main" id="{28FDF810-58B1-46F9-9BE5-F23FA82A9E07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5055">
            <a:extLst>
              <a:ext uri="{FF2B5EF4-FFF2-40B4-BE49-F238E27FC236}">
                <a16:creationId xmlns:a16="http://schemas.microsoft.com/office/drawing/2014/main" id="{5F3E893D-214B-4DF4-B74C-3E9DAE6226A1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5056">
            <a:extLst>
              <a:ext uri="{FF2B5EF4-FFF2-40B4-BE49-F238E27FC236}">
                <a16:creationId xmlns:a16="http://schemas.microsoft.com/office/drawing/2014/main" id="{7DA3F353-4A0D-4260-9E9C-282146879376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5057">
            <a:extLst>
              <a:ext uri="{FF2B5EF4-FFF2-40B4-BE49-F238E27FC236}">
                <a16:creationId xmlns:a16="http://schemas.microsoft.com/office/drawing/2014/main" id="{E8301B75-0918-4F94-BF45-91408098024D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5058">
            <a:extLst>
              <a:ext uri="{FF2B5EF4-FFF2-40B4-BE49-F238E27FC236}">
                <a16:creationId xmlns:a16="http://schemas.microsoft.com/office/drawing/2014/main" id="{2A07A02B-838E-4876-9617-7F2C2CC37413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Cryo_15059">
            <a:extLst>
              <a:ext uri="{FF2B5EF4-FFF2-40B4-BE49-F238E27FC236}">
                <a16:creationId xmlns:a16="http://schemas.microsoft.com/office/drawing/2014/main" id="{8AC45C8A-B5AB-468C-BAED-80DC950820EA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32" name="A2_polygon_Cryo_15060">
            <a:extLst>
              <a:ext uri="{FF2B5EF4-FFF2-40B4-BE49-F238E27FC236}">
                <a16:creationId xmlns:a16="http://schemas.microsoft.com/office/drawing/2014/main" id="{CF4A7F01-E3B2-4F14-81A4-57937D407213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3" name="A2_polygon_Cryo_15061">
            <a:extLst>
              <a:ext uri="{FF2B5EF4-FFF2-40B4-BE49-F238E27FC236}">
                <a16:creationId xmlns:a16="http://schemas.microsoft.com/office/drawing/2014/main" id="{78073983-A45E-4D41-A134-7A8921D396D9}"/>
              </a:ext>
            </a:extLst>
          </p:cNvPr>
          <p:cNvSpPr>
            <a:spLocks noGrp="1"/>
          </p:cNvSpPr>
          <p:nvPr/>
        </p:nvSpPr>
        <p:spPr>
          <a:xfrm>
            <a:off x="5977516" y="37172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4" name="A2_polygon_Cryo_15062">
            <a:extLst>
              <a:ext uri="{FF2B5EF4-FFF2-40B4-BE49-F238E27FC236}">
                <a16:creationId xmlns:a16="http://schemas.microsoft.com/office/drawing/2014/main" id="{51D61C15-9EB0-4FF4-B49E-D3A0272A3775}"/>
              </a:ext>
            </a:extLst>
          </p:cNvPr>
          <p:cNvSpPr>
            <a:spLocks noGrp="1"/>
          </p:cNvSpPr>
          <p:nvPr/>
        </p:nvSpPr>
        <p:spPr>
          <a:xfrm>
            <a:off x="5264899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5" name="A2_polygon_Cryo_15063">
            <a:extLst>
              <a:ext uri="{FF2B5EF4-FFF2-40B4-BE49-F238E27FC236}">
                <a16:creationId xmlns:a16="http://schemas.microsoft.com/office/drawing/2014/main" id="{881DEBE1-361D-4B23-A09F-5F85421F9EB2}"/>
              </a:ext>
            </a:extLst>
          </p:cNvPr>
          <p:cNvSpPr>
            <a:spLocks noGrp="1"/>
          </p:cNvSpPr>
          <p:nvPr/>
        </p:nvSpPr>
        <p:spPr>
          <a:xfrm>
            <a:off x="4191255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6" name="A2_polygon_Cryo_15064">
            <a:extLst>
              <a:ext uri="{FF2B5EF4-FFF2-40B4-BE49-F238E27FC236}">
                <a16:creationId xmlns:a16="http://schemas.microsoft.com/office/drawing/2014/main" id="{9758B8E2-3295-4A13-9641-77EEFA7EB258}"/>
              </a:ext>
            </a:extLst>
          </p:cNvPr>
          <p:cNvSpPr>
            <a:spLocks noGrp="1"/>
          </p:cNvSpPr>
          <p:nvPr/>
        </p:nvSpPr>
        <p:spPr>
          <a:xfrm>
            <a:off x="3447224" y="3707065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7" name="A2_polygon_Cryo_15065">
            <a:extLst>
              <a:ext uri="{FF2B5EF4-FFF2-40B4-BE49-F238E27FC236}">
                <a16:creationId xmlns:a16="http://schemas.microsoft.com/office/drawing/2014/main" id="{97EE3E0A-6810-47E9-97F1-08031B9F1FE7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8" name="A2_polygon_Cryo_15066">
            <a:extLst>
              <a:ext uri="{FF2B5EF4-FFF2-40B4-BE49-F238E27FC236}">
                <a16:creationId xmlns:a16="http://schemas.microsoft.com/office/drawing/2014/main" id="{FA53533E-BBDC-4247-8305-8670677DC896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39" name="A2_polygon_Cryo_15067">
            <a:extLst>
              <a:ext uri="{FF2B5EF4-FFF2-40B4-BE49-F238E27FC236}">
                <a16:creationId xmlns:a16="http://schemas.microsoft.com/office/drawing/2014/main" id="{FBAF5469-D534-4B4C-A571-037456D3C0AF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0" name="A2_polygon_Cryo_15068">
            <a:extLst>
              <a:ext uri="{FF2B5EF4-FFF2-40B4-BE49-F238E27FC236}">
                <a16:creationId xmlns:a16="http://schemas.microsoft.com/office/drawing/2014/main" id="{F37953FD-8D91-4ECC-AEB4-6C282CBBB8BD}"/>
              </a:ext>
            </a:extLst>
          </p:cNvPr>
          <p:cNvSpPr>
            <a:spLocks noGrp="1"/>
          </p:cNvSpPr>
          <p:nvPr/>
        </p:nvSpPr>
        <p:spPr>
          <a:xfrm>
            <a:off x="5967183" y="372063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1" name="A2_polygon_Cryo_15069">
            <a:extLst>
              <a:ext uri="{FF2B5EF4-FFF2-40B4-BE49-F238E27FC236}">
                <a16:creationId xmlns:a16="http://schemas.microsoft.com/office/drawing/2014/main" id="{5B186D63-4A24-434A-81E5-649954DF6822}"/>
              </a:ext>
            </a:extLst>
          </p:cNvPr>
          <p:cNvSpPr>
            <a:spLocks noGrp="1"/>
          </p:cNvSpPr>
          <p:nvPr/>
        </p:nvSpPr>
        <p:spPr>
          <a:xfrm>
            <a:off x="5286930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2" name="A2_polygon_Cryo_15070">
            <a:extLst>
              <a:ext uri="{FF2B5EF4-FFF2-40B4-BE49-F238E27FC236}">
                <a16:creationId xmlns:a16="http://schemas.microsoft.com/office/drawing/2014/main" id="{D8CC9DBA-0BAB-4F16-8F48-97B6E94C3369}"/>
              </a:ext>
            </a:extLst>
          </p:cNvPr>
          <p:cNvSpPr>
            <a:spLocks noGrp="1"/>
          </p:cNvSpPr>
          <p:nvPr/>
        </p:nvSpPr>
        <p:spPr>
          <a:xfrm>
            <a:off x="4169224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3" name="A2_polygon_Cryo_15071">
            <a:extLst>
              <a:ext uri="{FF2B5EF4-FFF2-40B4-BE49-F238E27FC236}">
                <a16:creationId xmlns:a16="http://schemas.microsoft.com/office/drawing/2014/main" id="{0DF0D0AE-844E-452D-9380-6128AE08282D}"/>
              </a:ext>
            </a:extLst>
          </p:cNvPr>
          <p:cNvSpPr>
            <a:spLocks noGrp="1"/>
          </p:cNvSpPr>
          <p:nvPr/>
        </p:nvSpPr>
        <p:spPr>
          <a:xfrm>
            <a:off x="3456855" y="371019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4" name="A2_polygon_Cryo_15072">
            <a:extLst>
              <a:ext uri="{FF2B5EF4-FFF2-40B4-BE49-F238E27FC236}">
                <a16:creationId xmlns:a16="http://schemas.microsoft.com/office/drawing/2014/main" id="{12DB20CD-9B6C-4FEB-907C-B75A1F031125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5" name="A2_polygon_Cryo_15073">
            <a:extLst>
              <a:ext uri="{FF2B5EF4-FFF2-40B4-BE49-F238E27FC236}">
                <a16:creationId xmlns:a16="http://schemas.microsoft.com/office/drawing/2014/main" id="{B6FA5238-8553-482D-81A8-9FEEAD6D3504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Cryo_15074">
            <a:extLst>
              <a:ext uri="{FF2B5EF4-FFF2-40B4-BE49-F238E27FC236}">
                <a16:creationId xmlns:a16="http://schemas.microsoft.com/office/drawing/2014/main" id="{333E6881-0C1A-464F-B538-DC741DB65269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Cryo_15075">
            <a:extLst>
              <a:ext uri="{FF2B5EF4-FFF2-40B4-BE49-F238E27FC236}">
                <a16:creationId xmlns:a16="http://schemas.microsoft.com/office/drawing/2014/main" id="{7BB9823A-93DF-4808-886C-2ED772391BCA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Cryo_15076">
            <a:extLst>
              <a:ext uri="{FF2B5EF4-FFF2-40B4-BE49-F238E27FC236}">
                <a16:creationId xmlns:a16="http://schemas.microsoft.com/office/drawing/2014/main" id="{960B228D-6618-4666-BC73-B64F5DB1545C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Cryo_15077">
            <a:extLst>
              <a:ext uri="{FF2B5EF4-FFF2-40B4-BE49-F238E27FC236}">
                <a16:creationId xmlns:a16="http://schemas.microsoft.com/office/drawing/2014/main" id="{95238D35-5268-459A-9306-5AD66BC9AC19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Cryo_15078">
            <a:extLst>
              <a:ext uri="{FF2B5EF4-FFF2-40B4-BE49-F238E27FC236}">
                <a16:creationId xmlns:a16="http://schemas.microsoft.com/office/drawing/2014/main" id="{E694439D-A975-4822-BDFC-F071ABF625E9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Cryo_15079">
            <a:extLst>
              <a:ext uri="{FF2B5EF4-FFF2-40B4-BE49-F238E27FC236}">
                <a16:creationId xmlns:a16="http://schemas.microsoft.com/office/drawing/2014/main" id="{13C39956-9D89-43D5-8273-4250C3EB3701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5080">
            <a:extLst>
              <a:ext uri="{FF2B5EF4-FFF2-40B4-BE49-F238E27FC236}">
                <a16:creationId xmlns:a16="http://schemas.microsoft.com/office/drawing/2014/main" id="{6F2A8E0A-B344-4D8C-9150-1F850D21433D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4474050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CryoAtom2 receptor</a:t>
            </a:r>
          </a:p>
        </p:txBody>
      </p:sp>
      <p:sp>
        <p:nvSpPr>
          <p:cNvPr id="53" name="text_15081">
            <a:extLst>
              <a:ext uri="{FF2B5EF4-FFF2-40B4-BE49-F238E27FC236}">
                <a16:creationId xmlns:a16="http://schemas.microsoft.com/office/drawing/2014/main" id="{6542089F-EBF9-4244-AB91-9493AD24D1EE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Cryo_15082">
            <a:extLst>
              <a:ext uri="{FF2B5EF4-FFF2-40B4-BE49-F238E27FC236}">
                <a16:creationId xmlns:a16="http://schemas.microsoft.com/office/drawing/2014/main" id="{1FE61703-3E45-45A4-89B1-E97D04F843C1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55" name="A2_polygon_Cryo_15083">
            <a:extLst>
              <a:ext uri="{FF2B5EF4-FFF2-40B4-BE49-F238E27FC236}">
                <a16:creationId xmlns:a16="http://schemas.microsoft.com/office/drawing/2014/main" id="{A1802DC3-9ACA-4B15-A564-B8E701C2CBC9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56" name="text_15084">
            <a:extLst>
              <a:ext uri="{FF2B5EF4-FFF2-40B4-BE49-F238E27FC236}">
                <a16:creationId xmlns:a16="http://schemas.microsoft.com/office/drawing/2014/main" id="{6067D25F-8A45-4060-A376-2E08FB8633C2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Cryo_15085">
            <a:extLst>
              <a:ext uri="{FF2B5EF4-FFF2-40B4-BE49-F238E27FC236}">
                <a16:creationId xmlns:a16="http://schemas.microsoft.com/office/drawing/2014/main" id="{A0E9073E-4C79-435F-B10D-14B5A3B262AB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58" name="A2_polygon_Cryo_15086">
            <a:extLst>
              <a:ext uri="{FF2B5EF4-FFF2-40B4-BE49-F238E27FC236}">
                <a16:creationId xmlns:a16="http://schemas.microsoft.com/office/drawing/2014/main" id="{05B52B22-F985-42CD-8533-28AF1AB6046A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59" name="text_15087">
            <a:extLst>
              <a:ext uri="{FF2B5EF4-FFF2-40B4-BE49-F238E27FC236}">
                <a16:creationId xmlns:a16="http://schemas.microsoft.com/office/drawing/2014/main" id="{AAACB70B-2A15-41B6-B6BB-E1C9C80FB1D9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Cryo_15088">
            <a:extLst>
              <a:ext uri="{FF2B5EF4-FFF2-40B4-BE49-F238E27FC236}">
                <a16:creationId xmlns:a16="http://schemas.microsoft.com/office/drawing/2014/main" id="{053BC724-168D-457C-9B23-9C545316E0E0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Cryo_15089">
            <a:extLst>
              <a:ext uri="{FF2B5EF4-FFF2-40B4-BE49-F238E27FC236}">
                <a16:creationId xmlns:a16="http://schemas.microsoft.com/office/drawing/2014/main" id="{10E5D9B8-6C5D-4A7B-B6E4-BA3EC6166A90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5090">
            <a:extLst>
              <a:ext uri="{FF2B5EF4-FFF2-40B4-BE49-F238E27FC236}">
                <a16:creationId xmlns:a16="http://schemas.microsoft.com/office/drawing/2014/main" id="{6BD7B035-E364-46BE-9CF2-3CDE20697AF8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26609460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8025</TotalTime>
  <Words>5756</Words>
  <Application>Microsoft Office PowerPoint</Application>
  <DocSecurity>0</DocSecurity>
  <PresentationFormat>自定义</PresentationFormat>
  <Paragraphs>536</Paragraphs>
  <Slides>12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5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10</cp:revision>
  <dcterms:created xsi:type="dcterms:W3CDTF">2026-09-23T07:01:10Z</dcterms:created>
  <dcterms:modified xsi:type="dcterms:W3CDTF">2026-09-29T08:26:14Z</dcterms:modified>
</cp:coreProperties>
</file>