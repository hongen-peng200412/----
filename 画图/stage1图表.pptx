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E_26AA73A5.xml" ContentType="application/vnd.ms-powerpoint.comments+xml"/>
  <Override PartName="/ppt/notesSlides/notesSlide2.xml" ContentType="application/vnd.openxmlformats-officedocument.presentationml.notesSlide+xml"/>
  <Override PartName="/ppt/comments/modernComment_10F_9C68F700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4_9E97C8C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0" r:id="rId2"/>
    <p:sldId id="271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6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883" autoAdjust="0"/>
  </p:normalViewPr>
  <p:slideViewPr>
    <p:cSldViewPr snapToGrid="0">
      <p:cViewPr varScale="1">
        <p:scale>
          <a:sx n="71" d="100"/>
          <a:sy n="71" d="100"/>
        </p:scale>
        <p:origin x="11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E_26AA73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1F3CECB-9CFD-482B-92CA-4F363E50C317}" authorId="{D3F71A66-0C34-DF1A-5236-FECDBC820DCB}" created="2026-09-29T10:02:47.976">
    <pc:sldMkLst xmlns:pc="http://schemas.microsoft.com/office/powerpoint/2013/main/command">
      <pc:docMk/>
      <pc:sldMk cId="648704933" sldId="270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017F3191-C4D9-4929-BF16-506A4A5DF025}" authorId="{D3F71A66-0C34-DF1A-5236-FECDBC820DCB}" created="2026-09-29T10:02:47.979">
    <pc:sldMkLst xmlns:pc="http://schemas.microsoft.com/office/powerpoint/2013/main/command">
      <pc:docMk/>
      <pc:sldMk cId="648704933" sldId="270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0F_9C68F7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18AECB4-FD75-4792-90AC-6549A061CDA1}" authorId="{D3F71A66-0C34-DF1A-5236-FECDBC820DCB}" created="2026-09-29T10:02:47.987">
    <pc:sldMkLst xmlns:pc="http://schemas.microsoft.com/office/powerpoint/2013/main/command">
      <pc:docMk/>
      <pc:sldMk cId="2624124672" sldId="271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8EA44F39-BB8D-4840-9447-461EBED128D8}" authorId="{D3F71A66-0C34-DF1A-5236-FECDBC820DCB}" created="2026-09-29T10:02:47.989">
    <pc:sldMkLst xmlns:pc="http://schemas.microsoft.com/office/powerpoint/2013/main/command">
      <pc:docMk/>
      <pc:sldMk cId="2624124672" sldId="271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4_9E97C8C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EFEB3CB-293C-42F6-B3A8-5C3538630D86}" authorId="{D3F71A66-0C34-DF1A-5236-FECDBC820DCB}" created="2026-09-29T10:02:48.026">
    <pc:sldMkLst xmlns:pc="http://schemas.microsoft.com/office/powerpoint/2013/main/command">
      <pc:docMk/>
      <pc:sldMk cId="2660747457" sldId="276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C20D4A6A-3312-4EF6-BE15-2F2AD5ED46BF}" authorId="{D3F71A66-0C34-DF1A-5236-FECDBC820DCB}" created="2026-09-29T10:02:48.027">
    <pc:sldMkLst xmlns:pc="http://schemas.microsoft.com/office/powerpoint/2013/main/command">
      <pc:docMk/>
      <pc:sldMk cId="2660747457" sldId="276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PDB。柱高为 PDB 等权均值，点为逐 PDB 结果，误差线为 10,000 次 PDB bootstrap 的均值 95% 区间。Find_1 均使用冻结的 F2–F1 Gaussian 流程，Emap2lig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9129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PDB。柱高为 PDB 等权均值，点为逐 PDB 结果，误差线为 10,000 次 PDB bootstrap 的均值 95% 区间。Find_1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99190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Emap2lig，纵轴为 CryoAtom2 受体 Find_1，虚线为等值线，点颜色为实验地图分辨率。Find_1 较高、相等、Emap2lig 较高分别为 112、40、27 个 PDB。Find_1 均使用冻结的 F2–F1 Gaussian 流程，Emap2lig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Emap2lig，纵轴为 CryoAtom2 受体 Find_1，虚线为等值线，点颜色为实验地图分辨率。Find_1 较高、相等、Emap2lig 较高分别为 40、36、18 个 PDB。Find_1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结果，白点为中位数，粗线为四分位范围。Find_1 均使用冻结的 F2–F1 Gaussian 流程，Emap2lig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结果，白点为中位数，粗线为四分位范围。Find_1 均使用冻结的 F2–F1 Gaussian 流程，Emap2lig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3</a:t>
            </a:r>
            <a:r>
              <a:rPr lang="zh-CN" altLang="en-US"/>
              <a:t>｜</a:t>
            </a:r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 2｜Stage1 配体区域检测。左列：全配体（179 PDB）；右列：小分子-only（94 PDB，821 实例）。a、b，Dice 与 one-to-one PRAUC；柱高为 macro 均值，误差线为 10,000 次 PDB bootstrap 的均值 95% 区间。c、d，one-to-one PRAUC@0.3 配对比较；Find_1 较高/相等/Emap2lig 较高为 112/40/27 和 40/36/18。e、f，同阈值 Precision/Recall；白点和粗线为中位数与四分位范围。各点代表一个 PDB。Find_1 使用 F2–F1 Gaussian。小分子评估排除无小分子 GT 的 PDB，忽略固定归属非小分子的候选，未归属候选仍保留。两列的评价范围不同，均值差不表示性能变化。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4183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E_26AA73A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9C68F70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9E97C8C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78AA3361-36C0-43A6-A971-E1B791B7E06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57FE7197-5C3B-4496-A34B-BCD890E877F9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2213B3BE-782F-481F-9282-316C9F7459E9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5311BC0D-CDA5-4AA8-9A52-F3AFBAD6F991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DBAC7F10-0A2E-4733-807C-FD9D5275ED1C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3D470608-E4ED-4A4C-91C3-39A5B3E7A6B7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361B7A9E-D3A7-46AE-BA24-D5554A16C5D8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C7D4C79D-7FB4-493F-8EF8-1BE7FE0A9D93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84C63FFD-9642-4770-85E2-E078923A142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1484B0BD-A487-4DDB-82F2-A239E9FE5D01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F7B7EA74-75AC-4699-87C6-0AAA84BAA59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A7C8E4B0-26AC-4B55-B1DB-0935BFC89A26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48823E2-C136-4D0E-9204-A43518C33DCA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76E543D4-1B6B-43C0-BF0A-276248953A3B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9E298673-F500-465A-BA44-77B3FF82D339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F6408652-DC0A-48AE-9944-3450022D81E3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2EDB82BD-EEAB-43F1-BB5B-C05C3E8E966A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479E77D6-4406-40E6-959A-4B24B3E01B4A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C83DDA01-FEF1-42D0-95F1-794577A3B20E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BBD99ED4-E334-4967-A798-278051F33138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8B34BE45-D0C5-4E98-9E59-FA2D7B2DBC83}"/>
              </a:ext>
            </a:extLst>
          </p:cNvPr>
          <p:cNvSpPr>
            <a:spLocks noGrp="1"/>
          </p:cNvSpPr>
          <p:nvPr/>
        </p:nvSpPr>
        <p:spPr>
          <a:xfrm>
            <a:off x="6941048" y="4254407"/>
            <a:ext cx="494991" cy="1779160"/>
          </a:xfrm>
          <a:custGeom>
            <a:avLst/>
            <a:gdLst/>
            <a:ahLst/>
            <a:cxnLst/>
            <a:rect l="0" t="0" r="0" b="0"/>
            <a:pathLst>
              <a:path w="494991" h="1779160">
                <a:moveTo>
                  <a:pt x="0" y="1779160"/>
                </a:moveTo>
                <a:lnTo>
                  <a:pt x="494991" y="1779160"/>
                </a:lnTo>
                <a:lnTo>
                  <a:pt x="494991" y="0"/>
                </a:lnTo>
                <a:lnTo>
                  <a:pt x="0" y="0"/>
                </a:lnTo>
                <a:lnTo>
                  <a:pt x="0" y="177916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27216EFE-EAA0-47EB-8DDB-DC73FAD9449A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0873307E-F1E9-4503-96F4-42181BED5B18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6C2D9640-2573-40A6-B32F-106518AD33A8}"/>
              </a:ext>
            </a:extLst>
          </p:cNvPr>
          <p:cNvSpPr>
            <a:spLocks noGrp="1"/>
          </p:cNvSpPr>
          <p:nvPr/>
        </p:nvSpPr>
        <p:spPr>
          <a:xfrm>
            <a:off x="7503538" y="4677507"/>
            <a:ext cx="494991" cy="1356060"/>
          </a:xfrm>
          <a:custGeom>
            <a:avLst/>
            <a:gdLst/>
            <a:ahLst/>
            <a:cxnLst/>
            <a:rect l="0" t="0" r="0" b="0"/>
            <a:pathLst>
              <a:path w="494991" h="1356060">
                <a:moveTo>
                  <a:pt x="0" y="1356060"/>
                </a:moveTo>
                <a:lnTo>
                  <a:pt x="494991" y="1356060"/>
                </a:lnTo>
                <a:lnTo>
                  <a:pt x="494991" y="0"/>
                </a:lnTo>
                <a:lnTo>
                  <a:pt x="0" y="0"/>
                </a:lnTo>
                <a:lnTo>
                  <a:pt x="0" y="1356060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2EC9E47-4109-471D-A0F7-46ADC59F0015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308A0B60-1267-46B6-B399-B12C6CDE16F5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13ECCB2D-0E56-4787-AAF8-697B4B1ACAD5}"/>
              </a:ext>
            </a:extLst>
          </p:cNvPr>
          <p:cNvSpPr>
            <a:spLocks noGrp="1"/>
          </p:cNvSpPr>
          <p:nvPr/>
        </p:nvSpPr>
        <p:spPr>
          <a:xfrm>
            <a:off x="8066027" y="5788418"/>
            <a:ext cx="494991" cy="245149"/>
          </a:xfrm>
          <a:custGeom>
            <a:avLst/>
            <a:gdLst/>
            <a:ahLst/>
            <a:cxnLst/>
            <a:rect l="0" t="0" r="0" b="0"/>
            <a:pathLst>
              <a:path w="494991" h="245149">
                <a:moveTo>
                  <a:pt x="0" y="245149"/>
                </a:moveTo>
                <a:lnTo>
                  <a:pt x="494991" y="245149"/>
                </a:lnTo>
                <a:lnTo>
                  <a:pt x="494991" y="0"/>
                </a:lnTo>
                <a:lnTo>
                  <a:pt x="0" y="0"/>
                </a:lnTo>
                <a:lnTo>
                  <a:pt x="0" y="24514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6668E127-7BB2-431F-9620-C12FA1701DF4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92CFE5ED-F0FE-42EC-AC3E-BC13909C81C4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B1CCDEE5-5599-49E3-B08D-05AAD0735B7D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862F0927-4958-4E97-A4AE-EF7A0C85E160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F7AD9050-3B23-421D-B1E6-0F8A1340BE07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7EBA88BB-EF13-486E-83F8-020E05E570F1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6B33ABF0-B4A9-41D8-B8E6-BF95F32103A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1441187E-CD27-4726-9EF5-5A5BBF0B3DD0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13150C4F-8DA5-4787-BA96-0451F2C22BE1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ADEBCE80-C929-418B-80B5-86EA41008BA4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CDFCD353-DFC9-456C-99BA-9AD0C9B4F56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A73CBAC6-F118-4057-9F7E-26AF549B048F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7CA6B0F9-ADFD-43EE-A249-E95BBDA8854E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831F243F-63F3-4D72-A08F-654D825B824D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785E73D3-4AC8-4E09-B35F-EDAE2FAADC70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835D505D-BF7B-4941-8A05-7FE147997D65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D4C46C71-4F55-45AB-A714-4A8BDCC573DB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0B6003C7-6CA8-444C-AAD8-4927CAE85775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1F0E9B31-75C6-4ECF-9A7E-3EFCEAD40DC3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1F92B689-D157-4B93-94F3-B01840C04B98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213E31C9-D07E-438C-8D47-A6E2A77BA1B9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3B548110-E5F2-45D0-8C7A-FB1D4F89CA2A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2F5A1D77-ED97-4883-A225-8318EECCF97E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41EF1567-B12E-4013-8556-FC95819AC0EE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2E5452B0-1167-4C95-A5EF-99A8E0AB804C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B3E858B4-2D47-4C4B-BF1C-AE165034C0EB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1C87A293-9930-4CF9-B141-CF828DD14F00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328B9DDE-AE1B-46D8-8CD3-AB86549DB1D9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C77FAE96-259B-465D-91B4-E67A787096B2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B224E6A4-D38B-43CD-881F-00173D6E65CE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1D4A54D7-DC95-41C4-A1CC-3AEECC108675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ACF349AA-612B-4C46-8787-502B341359A9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4DEC1FB8-7320-4F56-9B14-58FD841BE238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BC785629-1644-4716-A6BB-0AF8D771F7EE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083AFCD5-0674-4810-8FC9-B53120DAD83C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44337367-2858-455B-BE2C-D518E5809994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917EC871-B79F-40D5-9ABE-30C8297E671C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2147334A-F020-4425-A1D8-F51F5CF153AB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C2816E-E62A-4C9D-A8BC-BE6DD9BE6257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BAEC1949-A535-4EDD-A09C-1E5BA86BEE6A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5A223DF3-620C-402E-A36B-5734427BBA28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F2DF56B8-0632-4EE6-BBDE-FBC55A85F781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55C2C075-5A7D-4FDE-86A9-A25168A35A9C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1299CADA-1177-4634-98E9-E3706CAE267A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2C4A3C01-712F-4385-9D1D-3CB5A064B9EE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9F46CF31-7082-4CDA-A32C-ED076483B7A1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39EED6F0-8A37-42CB-916E-3B8426FF00B1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72456661-4498-434E-B01C-8E2DB4F21C07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FE201321-292A-4A08-A727-CC6F46AA6048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FFDEDF66-C663-4C66-A6A5-4189F0998711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638AC061-7302-4910-9ED6-BA496DE2799F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1D15DC52-D6D9-4E14-9EAC-224BEA8F66A4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F6BEE346-BECE-4E1D-885D-DA4F4F2FCF9C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E8BF83BE-B484-4967-808C-397BCB5E17EB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7DA87CEB-DDC0-4A66-BA4C-5FE16D0EB79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B16C7B1F-288B-4AF2-895A-82B8AFDAC027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F01EA318-B904-42BE-AF39-16D1D1EFFFC9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E300F9D3-5CF5-47FA-B531-F95F8F8B008E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81210B64-58F8-4AB6-80E5-D6FD57E3D43C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8DA13D7D-7DC8-43A8-989E-6D93B0681023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716CAE4D-D6AF-4565-BF29-2EDF83BD905B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CC07C5A4-C415-47DB-B0B3-86D34D78FF28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4F38F7FD-1955-4EDA-AF13-0DF999201FD5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0CCD2050-B22F-4749-BCF0-065E774F43A4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829A20C5-5033-4BCF-A688-068EEC1807F9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1093A4F6-792B-48C8-BA25-2DD6F14679FB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7A462AF4-578B-469C-A881-5D1920372EA1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0A97A8D7-C8D5-4632-8E9F-41043415EAB7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69B1E201-8A58-4ABC-BA3F-2028C2C2B21D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CC446764-43DC-487E-A464-B579A6A53C5F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F86F5646-EC44-4E2F-8F3E-17875548A325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824503AC-B7D2-4025-8D59-DD103446F390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7A6E52A7-33E9-417E-AFBF-3F6DDDE79670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160D7992-A0B4-4648-92E1-EFED0FDBC31F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B4E5D193-F075-4AD1-9C86-EB31DCEAD874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50491F07-7A11-4EAF-BF91-194AD86CA55F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4CAC88BE-4808-447A-A22E-29DB7C1C8C85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BE684D10-5EB3-41A7-A618-9F8B6E9E8F7A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00F96D96-A41A-42A3-AE3D-4E854192B96A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CDABA4CB-F409-4ADE-9CFF-74C562F5AE43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3676C736-FD89-44B4-B4CA-01400967E3C4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47A6AEDE-A5A2-468A-8661-2FBDC292C098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94A61393-CEE5-462C-80D4-5C0419DB8907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195321C7-33A7-413F-B8A7-CE3FA28B956E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80C10A09-B4AB-4E28-A8FC-808FEFFDBCB5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43F924B5-B9DE-4A4D-9172-DEF17288A81F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855587A3-9DAE-4256-843C-2E65765CC1AD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EAE24717-9DF9-4C58-AAA9-B093D0F22FD3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CB72FB0A-B701-4CD2-8054-9CACC0282FEA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DC133613-8297-4342-AED9-BE7E91E6EDCC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2360A345-5652-4AF7-B1D4-AB75BC5B0B49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A0B6F831-96E9-4859-B498-055B8C92005E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C1B98704-F94B-4BBB-BA39-3BD5E4D6A4B3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C87782A6-891F-430E-BA33-C7615748CCEF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A2F0DE48-E1AE-41AC-BCDE-764DD4B0F785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1CD7BD28-C46F-4924-990F-F6F6805DC5E6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A86E7CDB-490F-462B-AAA5-D8CF2F1AB27A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86A2D88A-4C6A-43F5-B510-B8FE3772D1DD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38BD9C45-2538-4E67-B18E-B161F3EE6867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1C0931C4-AAD3-48BA-AAD9-9A8982A6910B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C0A8B8FE-7D85-4376-8EF8-AC93F7A995ED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903007CB-518B-4CD9-822C-6E18AA339700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1B5C334A-39FC-4544-8ED9-6220EF654F3E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155718A8-F379-48D5-996F-4D20B0E5A662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BC80A856-510D-4343-93BE-D91CCA2C53EA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7C055198-17D1-4F8C-89ED-B9DFEA181F73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CB7F4B7D-DE82-4756-B34A-BF487F9EF177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C2E4E6-6654-482C-9E2A-9C40BB53A89A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307BD642-3783-4E7A-B63C-18213A248063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4CDDD504-0A85-4A0F-A1F6-24F0C321AACB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4F1DF25B-0F9C-425A-B1BA-A33C8F8ED1B4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ABA43F24-8351-4A94-A982-36BB0DCF029F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6A59FA53-2D8E-4115-9701-E6B5C74A890F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F93644AC-00BF-453F-B220-59DB465A17F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2086A949-9764-43CB-9094-DD1C09107C38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227E2970-371A-464B-8464-823FCD4E300D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C2AEC890-A632-4184-86FF-314D7874256B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50A7858D-9B97-4AB3-85B0-5B074C9C1A58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C214FA7-80DA-4581-BB9D-85B0F3A77465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CDC4A4E4-D9D0-4D31-AEA1-35294B6CD505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47AE8316-4962-46AA-ABB6-489AA22897A8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94F7F0F6-1BBD-4824-B97F-2F1755F39D62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EBE30E82-F7E5-49E3-AEF0-786FBA25E99C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FC0B002A-D632-4ADD-A49C-3333DA1D018B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57859390-67B1-47F4-A2A6-CFA4BBEE3DDC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FE1550B1-152A-4AE0-AE2D-B26B4D969B2B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A81512EE-5728-4D8E-9AE4-6C2936FA73D0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114C0B91-DB55-478F-8522-C99A8C029364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DC2BB85F-6C62-4EE5-8C9C-D402BB4E3C19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4A6DE317-E9CF-49D0-AEC0-2B95348AE1D4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817EA83E-BE08-44F4-AE71-6C29E12524FD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B2E061C-A4F8-40C4-B6FD-BDB0D0D0BD71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5CA0F189-8510-4858-9B8F-2AC226253D11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1478A6DD-B1B8-4914-897E-3361DCCE2C86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9D6629D7-DD8A-478E-8DEB-ACAD3FB52C6E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30B4DCFB-E71F-4AB8-9E09-F7A9217D0CEA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4D88B43E-EF78-4EFD-9FFA-7E7A4087C78C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16E88371-BD80-48B6-AFCA-7FF54B32732E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F9E56233-4626-430A-9712-EA60B24B26DE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A73E5BF8-31A8-4DBC-AD92-1E49996E7038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FF53254D-1B53-4346-BBB9-34A07B5AB3B6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DFF42BA2-39DD-4345-BDDA-7EF9DE34DA77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82C1C0D7-F70A-4B1B-9EC0-9FD26561B8F9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27B41898-03EE-48A8-9681-578DD0FA1D20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DAE6E8CB-291D-4539-9876-04F5A03AFFFA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C8D66E1D-358E-431F-9D46-DE8971D16B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33242793-62D0-41E4-9DEB-0A20B0E890E0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66F8ECEB-F4CC-4BD0-BCB5-1031A95F9CA0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81B78F2-BEB2-44CA-B15A-C3C38D4BA151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C8535A83-FC1E-4F71-8470-13124C07D606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E35E2166-D391-42EB-BFAC-0BD7BA954F59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67B22E01-C78D-4AC8-9AF5-2A5613C97ECA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DA4AD942-6FB3-4637-8167-C9669B4668B4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A7E75EF0-22F7-442F-BCC2-F6C9B579E363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DCCCBAFC-3B6E-407D-A244-9907B831D8C7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CF6681E0-161F-45EC-9E5F-2D4D50C32FC3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671F3BF7-24A7-411A-A4E2-24A5B852C602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56D91E4B-6DBB-4644-9D63-0180B453E626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9941EB5D-F3CE-4B11-8BE3-BAB3A5827D08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4E7CB7F3-A205-42C2-9007-BCF7A553E827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6200D287-7F38-47B6-BCF3-E61F516AF7CA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9DA74D5B-2F88-4790-A279-BB2FFB623EA4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FF604B25-EE0A-41A2-A81E-E980449FB48B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64D1C085-DA7D-4433-B3BD-58BD9BBDE127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BA6E78C5-950C-4A50-92ED-CA8190640B64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DE281F1D-6F48-4444-910D-0AB645A2C820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DEA50B59-F096-4778-A4DC-DD3CB80B5312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BBDDE038-24C3-4C35-B9A0-5C1D532ECD81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3849BB23-7120-4F9E-B6E8-2E886C0B6DDE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BAA2DC74-1481-4C3F-B552-041DA9215C05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C68A2545-B8A7-4373-AF0C-1C061D0722C5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B0CD58DF-F7F2-41CC-B521-12AF1C3F90FF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6F1B024C-B41E-40E9-9535-90D975C1A85E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6AC79A46-6F4D-4E77-BCF9-379229A52A10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B15C84AC-8AF8-42B5-81CF-9E5D1110C937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A4C1CF4-6505-4A03-A8B0-5F3434EAC663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5955A0DA-1DF7-4D19-B889-FDD2070BA319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AF184AD9-49EB-4C91-95FE-24208153E080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E463B789-5EE7-4C9D-9FAF-12A64AD04CE4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BDEE5A0D-5C83-4775-964C-1239F2594111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9522194A-990E-45C7-8B1C-084E0A9ECEFE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59BB4128-3D78-4A70-9222-3111F4D42B5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F3882E8A-2DCC-4714-A5D9-E55EEA3B9EDC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14F55A00-A8F6-4053-8AC4-75351024C24B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30E26F9F-6B39-492F-BA0D-805D5E76AB07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E2135DF1-2FD4-4422-A333-2013DC6BE653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8452EAC2-1FDC-41CF-A4FB-22C19C866A88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C6D76221-175F-4B57-980B-46E64DBA4A3B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1F8B4B07-BFBC-4A1E-A3E1-388B9DDED44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4C27C10C-7D20-4EC9-BA4D-FB2150774968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14223708-4900-4E47-98A4-E68294B66267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B314ACDC-C586-4FCA-8CC2-3189D2118ADE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0B74D52-D89A-46B5-A504-BE7A4C84B790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546E6B9F-CC0E-43D8-9846-0971F0ABDFBF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6D436513-9DFD-4EF0-95D6-BE268622031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E1A08E35-F855-492F-9871-E95A945E4AF4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C1B3ED02-ADBB-41EB-A4E9-5E5B4941E0E7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3C4A7086-FC69-4A1F-90A5-E4BAB564944A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BBCAB8D3-FE87-4882-B421-D0B680A1EAB4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B9879DC-4FD1-4344-AAD5-A9FD433A15B0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E4C5DF2D-E8F8-4E21-8228-ED4F1614FA84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3B2CE5B5-957E-4C14-9C60-08AE55BED7A1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DEEFE8D7-03C3-40BD-A262-621BA14BF218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4247E2C6-DBFD-4CC6-999B-2EC17A56E1D3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7E4F7319-4C86-4E7E-9244-A6183D6664EE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E772D96C-94C8-4371-AAD2-793B449B0CE7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145EF071-64AD-4417-ACFB-A6F4C140D2FC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C58076B3-FB79-41BE-9B2A-4354B18538ED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C9E0C417-8BE0-4290-9EA3-569A821B7D3D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73B52BB5-3410-48D2-B2E6-D31323267467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9EAACF26-6EF0-48F2-88E9-40D3E225CFD0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259FC144-FBF4-4A1F-83C6-2A038E914E7B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F9B4C4A7-678C-4DE9-B9F8-61A514BDB385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B2EDA4D2-67C0-4DA0-BCEA-24A71B708676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957A09DE-6901-4A46-8F0C-3256AAB80A9C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4EBDE31D-7F1D-47EB-BE03-C349F597474B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8AB7A539-FF5D-43D5-9361-BF83B869F841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6F494AE0-5598-4805-948E-52489C086E2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BAD716B-4B99-43D5-862B-01CA6C23E57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0E9B0DF7-2E1B-4EDF-87E7-6BD0FF9F96C3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B8D187EA-3A30-42B2-9A39-ABD9E197CF2F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68F92CD1-F1C4-4688-9B59-3A34EB8D697C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01130380-D4F4-4A5E-9C0A-8910E1F4AE3C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0D3091A1-E980-4C24-855F-F5D53160FB3A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2DFE562B-9880-46BE-A71B-2003E49E9851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C149577-CAD9-441B-B94D-F8290AC9E702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41F6B17B-E4DF-4E62-A3C9-C0F9E685FD00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D73E056F-A378-4673-82EA-D828726E01E2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905337C5-5CA3-4108-83BF-49EE2B3EBFBE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C06DC196-F750-426E-8298-6EC2879BD748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05958028-2ACD-41C2-87B1-235D3273F6EE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55338F58-93F2-4F35-B0D3-0418EDFCC3C3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B208EE86-03EB-4D3B-8D89-ADB1E7F02361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5F8393C1-27EB-4293-A123-BE6B12D2A6C4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5D3A610E-DE2A-4B88-8104-F6F0D6A1D525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6F68DD7E-12FC-4529-B786-BF0FBDE9EDE7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10E6C21C-1B70-4AFE-A7C1-B0D74DA9309E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2F583390-37DC-4B0C-A2E7-274DBD007B5A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BEADBF6A-990F-461F-8B49-B10752E67B1C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29751315-FE9A-4F57-AC41-A40231A57B0D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D2831DF1-DF40-4A6D-A0BB-6F2DCC65A4B6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24A1FB2C-FBE0-4E91-B12A-F42A0233C1AA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453A5BAD-93F0-4631-B802-9C06B9080C87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7D96530D-4F30-47C5-9E1B-BF6E953DC874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81948D84-654D-4654-9828-E8AF9DB30D0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4FA3AC96-C684-4298-AABE-2B3A5FD18613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39CC416C-0E50-4740-87D0-AF169E5DDE94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59B74F13-C8C8-4D2A-9DD5-F49B4537CBA9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2851C22F-C9CB-4C4E-892F-CC88E5F05645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3C8F64C2-3E02-4120-A0F2-7120B14980E4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6FE190B9-6337-4B14-8199-3FF594DA7D50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335B818-2F19-462A-BB37-4C74C899F796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24E9FF9-5035-4834-ADBF-79C5D6306835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D89FD1A0-6B2D-4FD7-8D9F-D34FD34FE51B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CA8772A3-1165-42E5-B7A7-6C2788FD75FD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33348A2D-1EAA-4CC0-90E2-37468829F843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7D0920BE-25C3-48F5-9663-A106EC3A04C1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C74ECE96-1582-443C-9F49-4C68857BD31E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D5C716A8-2A1B-46EF-9A04-51F6C182F04C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C25ED0B6-9EFD-4BD1-9F27-1ADC4D808F0B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6272DB67-5B8E-430E-8BCD-A7CB00498737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0672056F-5868-4E1E-A08B-31A17078FBF1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53AC7B7C-8AF0-4D74-9C40-95FA477ACFF0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99234E0C-C77D-4944-B3F0-E15BC3619E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EA7BF29B-D6C6-4FBF-B2DC-6E169B75EBD0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296F6C10-908D-4862-8937-A448A8726B0D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94F6B416-DFAD-4EE4-9A68-13E021ECA83B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00A215F2-C760-4698-88C4-E3F7C2A65BA0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753C4155-E582-468E-BE03-3DE42427008D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33A5E81B-EDCF-4501-9750-BB803416A5CA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5D74F775-8932-4B4C-B8AB-AD0831A9D678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B7B3147D-BE12-4691-AC1E-1B8E8E4755B3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052DCDB9-9EC2-48C9-A5CD-369DC24AA3D5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AA0A0652-BAD1-43F1-B349-AF792845A98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D0577135-2F13-484E-946A-ACC57CE2414E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9F2A575E-DA3D-4ECC-8DC8-3932531132EE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FCF2605E-8104-486B-861F-D5D28714749A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43D542F7-8A1E-4898-9952-022617BA2B8B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EEE7D6B9-D664-4F77-83C1-0E00BFFAB91E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710A9CB6-B9BE-4C2E-BCD8-0AB99748C60A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65AB5F78-931E-41FD-865B-11A643BBF396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8D765669-FFF9-485B-9CDB-AFCFF58EBC6A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58A3C78D-4107-445B-8E22-7FD89E737003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5A77689C-1CF3-4B3F-997C-BA7089E83111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DF63C174-687F-4610-9CF2-58BD3897D788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C4BA5A91-19F0-4354-BC58-0263FCD5BCE7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F9D02A0A-A21D-4781-B5A3-8A1D897767BD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86688E4D-8F62-4259-A0FE-7ED79ED945FF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8B36DD3-8420-41DE-8931-8AFC29C9F6DC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E78CC70-27B8-4BAE-8CAC-4BDD6A8A37E5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6CAF24EB-7186-4585-8161-80D185BDF9BB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2FEB201A-CEE7-4033-9A03-C24C7B6A8701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00E780F8-0663-4D51-A9A1-B5D230E014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F31E5740-CCDD-4EC1-B10B-8CD27052BA58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5499AE4F-3056-4785-BB5B-EB81186B3EFF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D94B509F-B081-4B00-B3A1-CD7D663534DC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F71E6CC7-E050-4423-A1DE-A5564D34A5E2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000BA120-E4FD-4561-888B-5242F988A919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FECC66D2-F85A-4025-B106-678B953A06FF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B5DFBC8A-6548-4B59-9357-EABD32CB8297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E5B59BF2-79E1-485F-AC36-B9DC60B24FD1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CCCA2AB4-9E72-4FC7-9514-E3BC74A193C1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B253B318-0BC2-44A3-995B-26E5E744A959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02EAD1A0-DD77-4A3D-B93C-8B00C6A4CC98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AD96D57E-2FDB-4AC2-91DF-14DD53D61793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11DFA32A-85F1-483E-A62F-11D50EC086ED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AC38C562-B3BF-4966-8A9E-6A7E157D8FF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BCE11337-2C65-4F67-9AA2-BA4658EAE581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EDA957D8-CD2C-4DB5-A523-CBE2CA898E78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55025EBB-FAB6-4940-970F-1DB233C2DE41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DAB5CEB1-D3A9-4C5D-90F2-AED037BCDA17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2F106749-AA7F-4763-BDBC-BC7C521F23AB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4B4B9057-79F2-4102-9FEC-0AA2FD64CD29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6845DB26-DF28-43E4-8685-AC40F3A7081A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0E8689D3-F27E-4E9C-BBCD-0D2F70DC1E3C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65A10F85-DDBE-4DE9-A16A-C5DEEDF03E92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796552B9-7092-4BDC-8923-A9C6635CD27E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3F757509-5FD0-4349-AC06-5E556D6AC65F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C13B1B37-97A6-4E0D-A635-372612D6F67D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EDB96031-3F2B-481E-B318-DF38FF068EF7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CF3C61A3-303E-4A33-B1C5-A5C98917CB9E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D79D4F86-FFC6-460E-905D-3B2E592639A7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DD8EBD39-AFFD-4E5B-982F-A3B546E10ABB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C0238674-D12D-4DBF-A8AB-C5848390A70B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25DE09A0-9C37-4ECC-90D4-EBD1FA461563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17F0D7CF-25D5-4065-9FDF-22B867661122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483E16F3-F59D-4BFA-975A-5A4C06FE8536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D72C2065-C417-46C2-99D0-CF9F733F6FEB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6F47436E-EBAE-4680-9648-C0DD56F95DE7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5EC24CC3-41CF-4AB7-88AC-3D6B68468A6D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F67A6D1A-2A1C-4A2E-A689-9E93132D7305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8DD47ACA-DE18-431D-A0B8-BEAA38D3E32C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22A44F29-CD0F-429F-B8E1-F461A1B52018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3CBA73B4-A079-4D7D-9F6F-D304D30B785A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B20B0991-F1DC-42A6-9E4A-1FB4C3AF8F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72BB9603-DF79-4B9F-B662-210A8B8DF954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DFF87A0F-9D06-4397-9D69-867979B5F5D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AD678A76-8074-49A3-A636-E92421143D09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B380BDA6-4E90-464C-9EA1-51B6106515BB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813AF2F1-A44F-4733-A41A-A06A7DB7D418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B452F91D-76B3-4D56-8B75-1859D160D03D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661761B0-25BB-456E-859D-75FEBB976A4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7151A4ED-1AB6-448F-AB2C-60CB3C177424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94B5E3A6-7E6F-45E4-92BD-3A0C6CA89699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B98F74C1-5A5A-425D-8E2D-BE6643BA291A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B560F570-EDDF-43A8-8B59-AE2061AE0D00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A986FFA4-688B-43F2-9776-A1670A862153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FE4396EF-CA20-44D2-9A10-627B01A9CB8E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0C3C8601-B725-437E-B9FF-1884EF421A15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8B426F20-59DC-47C2-9230-5E0C77CCB5F4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CAF3764E-B921-43E6-B842-1EB91AF4117F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E6856E8-BB5D-457C-9569-0AD4236F1BC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E7F385FC-A252-4BCA-BF6F-CD62B763930C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0B8A3DB4-8E8D-4861-BB8F-F35A0A591450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FD989CD0-BC6D-4450-A9CF-59B501987851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40CE4D24-7699-4523-9640-E35433E67B33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E3CFFBCF-4B82-4F2A-B234-CFCB343A1912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597645E1-691C-4055-95AC-278CD9546C43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57E1DD99-D1F9-4F13-9AF3-184C4EDEDA7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1A19AD3F-62C4-4337-8DA7-C5FAA23CB369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BEBA2181-BFE0-4F2E-9BF2-27B4CC08E0CB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BEF54FC3-1BA3-4E99-8F21-C35FE5F62C1E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7576AA03-75E6-4E42-B999-59BCBA0209C1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0FDEB2A4-4202-4EC5-8EF5-EA43A0E057C4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F298862-007E-4E40-BB13-12AAC3D66971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718A07F9-0F10-43CF-8422-EFEA370FD115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BE1419C4-9AD0-4F96-8E48-48F1CCA5885D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1235E056-990E-4213-9901-9CB09C592723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FEC563A3-9B24-45B1-979E-4DC489FD261F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BABACD33-05D0-4EB4-A9C4-85BD25AF349C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63429534-C5EC-4265-A6CE-13E77AE8E559}"/>
              </a:ext>
            </a:extLst>
          </p:cNvPr>
          <p:cNvSpPr>
            <a:spLocks noGrp="1"/>
          </p:cNvSpPr>
          <p:nvPr/>
        </p:nvSpPr>
        <p:spPr>
          <a:xfrm>
            <a:off x="7075040" y="43593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5CE77093-980F-41F8-9196-D18223ADD6EF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2BD2E3CF-7752-49D6-8E06-9D2D5D400D6E}"/>
              </a:ext>
            </a:extLst>
          </p:cNvPr>
          <p:cNvSpPr>
            <a:spLocks noGrp="1"/>
          </p:cNvSpPr>
          <p:nvPr/>
        </p:nvSpPr>
        <p:spPr>
          <a:xfrm>
            <a:off x="709766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7B9CF62B-B760-4435-8474-8531D61CB710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47902F7A-AF64-48BF-992C-AEF4F1666107}"/>
              </a:ext>
            </a:extLst>
          </p:cNvPr>
          <p:cNvSpPr>
            <a:spLocks noGrp="1"/>
          </p:cNvSpPr>
          <p:nvPr/>
        </p:nvSpPr>
        <p:spPr>
          <a:xfrm>
            <a:off x="726100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122A0FE8-9549-493A-A1CE-958C03BE7A2E}"/>
              </a:ext>
            </a:extLst>
          </p:cNvPr>
          <p:cNvSpPr>
            <a:spLocks noGrp="1"/>
          </p:cNvSpPr>
          <p:nvPr/>
        </p:nvSpPr>
        <p:spPr>
          <a:xfrm>
            <a:off x="7099017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6A157099-693D-4AB8-9A80-5C81C385473A}"/>
              </a:ext>
            </a:extLst>
          </p:cNvPr>
          <p:cNvSpPr>
            <a:spLocks noGrp="1"/>
          </p:cNvSpPr>
          <p:nvPr/>
        </p:nvSpPr>
        <p:spPr>
          <a:xfrm>
            <a:off x="7095487" y="57046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FB7630F5-C46A-4244-BB92-54B3E0C3F6B9}"/>
              </a:ext>
            </a:extLst>
          </p:cNvPr>
          <p:cNvSpPr>
            <a:spLocks noGrp="1"/>
          </p:cNvSpPr>
          <p:nvPr/>
        </p:nvSpPr>
        <p:spPr>
          <a:xfrm>
            <a:off x="7052656" y="42399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D7DE3C14-824E-4619-A8A8-6699370138E3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800BB70D-43B1-4C63-821D-2323836E572C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F7417490-1343-4F37-AAD9-8719B4BBB958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9CDF3B7A-6F30-4B14-8860-E01B002EA477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C36F7980-B259-457E-8340-5A0F837664BD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B9918B87-7740-46D2-AB1F-94FFA3313948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1E06409A-E7CA-42B3-A98D-AC537C26BFD8}"/>
              </a:ext>
            </a:extLst>
          </p:cNvPr>
          <p:cNvSpPr>
            <a:spLocks noGrp="1"/>
          </p:cNvSpPr>
          <p:nvPr/>
        </p:nvSpPr>
        <p:spPr>
          <a:xfrm>
            <a:off x="717038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6E3BA5FB-C296-4E56-A6BC-9C020EAA904F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439792F1-055C-4346-AA2C-97ED91DC57CE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B59D2726-CCEB-478C-BD1F-48517E7065A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1393BBE9-2C61-4298-93E3-08A5AFFC960B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5B76E9A2-5F54-42BE-B797-D8DEF8AA8A08}"/>
              </a:ext>
            </a:extLst>
          </p:cNvPr>
          <p:cNvSpPr>
            <a:spLocks noGrp="1"/>
          </p:cNvSpPr>
          <p:nvPr/>
        </p:nvSpPr>
        <p:spPr>
          <a:xfrm>
            <a:off x="7128330" y="55858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8F266255-87FD-41B8-9765-3F196CDEC887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A374D1E4-3A2A-4A78-89C1-D6A5B9C1FEBC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9EEF23F0-BC02-4E42-B837-277D58DC89DE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2A35FBA3-10F0-4BC7-B281-D88549028BD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1BD9EAC6-1116-4032-ADAA-A1A9B0CD8DD8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FF87B8CC-B6EF-4A6E-A8F7-FD7EDC5D0E4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4A7A05C2-1B27-4F45-9624-FAD83A15C1CD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2F11648B-6336-4CEB-A08E-03C73E9E3F1B}"/>
              </a:ext>
            </a:extLst>
          </p:cNvPr>
          <p:cNvSpPr>
            <a:spLocks noGrp="1"/>
          </p:cNvSpPr>
          <p:nvPr/>
        </p:nvSpPr>
        <p:spPr>
          <a:xfrm>
            <a:off x="7156541" y="47696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8AC8B21A-427D-4721-B420-E74718F2229C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F71D49AF-7D34-444A-A4D6-FBABFC8B8DB6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297D533E-F5CC-4B67-BE57-621A5E1B4A9B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25F21A61-BB91-48B9-BB52-6BA42568B580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22BBEA9-4FE8-4502-AA6D-B80F851E002C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4882DC0-1A1A-421E-97EE-E59F2BD21F4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EAEAF295-64CE-4460-925F-398EAF064F3F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9C4AA5B2-14E3-4E05-B9EA-605016C075B3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2DD9CFDE-2502-43D7-8B2A-DA4858554437}"/>
              </a:ext>
            </a:extLst>
          </p:cNvPr>
          <p:cNvSpPr>
            <a:spLocks noGrp="1"/>
          </p:cNvSpPr>
          <p:nvPr/>
        </p:nvSpPr>
        <p:spPr>
          <a:xfrm>
            <a:off x="72626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D283EDC6-40FC-41E0-B81C-A66EA3BB1223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69DDB95A-5CAB-4099-8592-7EBF0B026BF4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88AE5A6A-62E3-4DCC-831D-B6C2F136CE6D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1BF9BD83-E6FA-457F-9E9A-FE9F12687018}"/>
              </a:ext>
            </a:extLst>
          </p:cNvPr>
          <p:cNvSpPr>
            <a:spLocks noGrp="1"/>
          </p:cNvSpPr>
          <p:nvPr/>
        </p:nvSpPr>
        <p:spPr>
          <a:xfrm>
            <a:off x="7165674" y="3455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9FD97115-77AA-49E9-A331-FB1B767F3B45}"/>
              </a:ext>
            </a:extLst>
          </p:cNvPr>
          <p:cNvSpPr>
            <a:spLocks noGrp="1"/>
          </p:cNvSpPr>
          <p:nvPr/>
        </p:nvSpPr>
        <p:spPr>
          <a:xfrm>
            <a:off x="7175047" y="54170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534C99A-4129-4A29-BD43-CDB206657719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A76F5B7D-60E4-4871-87AC-6D3A08A79E2A}"/>
              </a:ext>
            </a:extLst>
          </p:cNvPr>
          <p:cNvSpPr>
            <a:spLocks noGrp="1"/>
          </p:cNvSpPr>
          <p:nvPr/>
        </p:nvSpPr>
        <p:spPr>
          <a:xfrm>
            <a:off x="70905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7E0BC90A-4FA4-4FCA-9BAB-85AACEAB693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2DCA0A04-F5EE-44D5-B14A-041979F456FB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2F21BD39-BF7B-41D3-98C5-D982788D7055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D13F7435-E252-4802-9960-F9BB35ED5E76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199DD50E-00F4-42CC-AF9C-7A63BBAFC3D6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5BA707B9-E40C-4BF7-A195-928D15EA3AAB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17EFC397-32C0-4F1F-878B-2F78EF1868C8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43FE8D96-477A-4307-B187-8BC8EE6837D5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F3D97D3B-60F6-48F0-AD03-2C44C07063CC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BDD2100C-1962-4FCA-B735-76B14C5CC382}"/>
              </a:ext>
            </a:extLst>
          </p:cNvPr>
          <p:cNvSpPr>
            <a:spLocks noGrp="1"/>
          </p:cNvSpPr>
          <p:nvPr/>
        </p:nvSpPr>
        <p:spPr>
          <a:xfrm>
            <a:off x="7079573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D3911AE3-B5AA-48EA-B95B-B7A7EC696EED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50A204BA-C0A9-4C8E-ACD6-A5ED25B93EE5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23BF4FF3-6BDD-4F43-B242-002183E76F7F}"/>
              </a:ext>
            </a:extLst>
          </p:cNvPr>
          <p:cNvSpPr>
            <a:spLocks noGrp="1"/>
          </p:cNvSpPr>
          <p:nvPr/>
        </p:nvSpPr>
        <p:spPr>
          <a:xfrm>
            <a:off x="7238367" y="40172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0A239D39-B0A8-43CF-AAE8-E6648C553A5F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CB91DAD3-805D-4E1E-9B09-996B3C78789F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759A43AC-ED9D-494D-9B1C-6F9208BAA889}"/>
              </a:ext>
            </a:extLst>
          </p:cNvPr>
          <p:cNvSpPr>
            <a:spLocks noGrp="1"/>
          </p:cNvSpPr>
          <p:nvPr/>
        </p:nvSpPr>
        <p:spPr>
          <a:xfrm>
            <a:off x="702642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B7042622-9DB7-4F20-B168-AAFC84052C9E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EF440068-1049-470F-99C6-745123F78FE4}"/>
              </a:ext>
            </a:extLst>
          </p:cNvPr>
          <p:cNvSpPr>
            <a:spLocks noGrp="1"/>
          </p:cNvSpPr>
          <p:nvPr/>
        </p:nvSpPr>
        <p:spPr>
          <a:xfrm>
            <a:off x="723910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6D56AA21-28A3-407E-B94D-D1A486880E68}"/>
              </a:ext>
            </a:extLst>
          </p:cNvPr>
          <p:cNvSpPr>
            <a:spLocks noGrp="1"/>
          </p:cNvSpPr>
          <p:nvPr/>
        </p:nvSpPr>
        <p:spPr>
          <a:xfrm>
            <a:off x="72417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4F30B737-84CB-4760-802C-B42A513654F1}"/>
              </a:ext>
            </a:extLst>
          </p:cNvPr>
          <p:cNvSpPr>
            <a:spLocks noGrp="1"/>
          </p:cNvSpPr>
          <p:nvPr/>
        </p:nvSpPr>
        <p:spPr>
          <a:xfrm>
            <a:off x="7033910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ECA74153-F14C-40FC-BBB1-E30FB54D1957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A98901CA-6740-4A62-85AC-180027216A28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CF0EFFD0-57DE-425C-AAEB-3476404B40BA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D1A7B10E-E682-4240-A9B7-2D0C44E699AE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3E14A421-3193-481C-A21A-70472BB79BAD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939FC2C9-75C1-49CC-83F2-FEBAA53C6A44}"/>
              </a:ext>
            </a:extLst>
          </p:cNvPr>
          <p:cNvSpPr>
            <a:spLocks noGrp="1"/>
          </p:cNvSpPr>
          <p:nvPr/>
        </p:nvSpPr>
        <p:spPr>
          <a:xfrm>
            <a:off x="7165602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2BF2F28E-A294-44C4-9F69-EC5A4EE1949A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915AB27C-37C6-4BD8-A228-579930910384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3A7BC4DB-C0D2-41B2-ADA1-D0FC36F0004B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D7C2051A-4648-4936-8A6B-5BA8E4087170}"/>
              </a:ext>
            </a:extLst>
          </p:cNvPr>
          <p:cNvSpPr>
            <a:spLocks noGrp="1"/>
          </p:cNvSpPr>
          <p:nvPr/>
        </p:nvSpPr>
        <p:spPr>
          <a:xfrm>
            <a:off x="7342663" y="56319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4CB94C5F-832B-486E-9743-E7BC42E59F64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2DB54EC7-6186-43F8-8012-A6CBA041119B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A3FE2EA7-21CE-4E9E-8DA1-7F908A3C8D7E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89DC38D6-DB29-4A24-9379-87FCAC7DD5AE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90F10BCF-575C-493E-A03A-32969E496FA0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D97E2775-A89A-41BA-9130-6F3260949D2B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C4A6E66F-C43C-492C-B8FB-44E2DCFF2C0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5F43BBC2-E1A2-4478-81C6-E88BD97D11ED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3F7A3E5-ABFC-468A-86A4-8075EC933291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ADD1B85C-388B-45CB-8BF4-E8AC89839FB7}"/>
              </a:ext>
            </a:extLst>
          </p:cNvPr>
          <p:cNvSpPr>
            <a:spLocks noGrp="1"/>
          </p:cNvSpPr>
          <p:nvPr/>
        </p:nvSpPr>
        <p:spPr>
          <a:xfrm>
            <a:off x="700802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F6F26C11-6C5D-481F-9774-31F768122DEA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73343B99-3E60-43D3-96A3-52F64E3A4B1A}"/>
              </a:ext>
            </a:extLst>
          </p:cNvPr>
          <p:cNvSpPr>
            <a:spLocks noGrp="1"/>
          </p:cNvSpPr>
          <p:nvPr/>
        </p:nvSpPr>
        <p:spPr>
          <a:xfrm>
            <a:off x="733388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EF2F87E-3430-4F1F-B628-4B671D9AC3E1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38EAEE89-452E-4C94-9195-1430947E539B}"/>
              </a:ext>
            </a:extLst>
          </p:cNvPr>
          <p:cNvSpPr>
            <a:spLocks noGrp="1"/>
          </p:cNvSpPr>
          <p:nvPr/>
        </p:nvSpPr>
        <p:spPr>
          <a:xfrm>
            <a:off x="7175045" y="49304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076B86E4-732C-481E-A605-ABDF1908DC55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CFA8B83A-A663-4425-B547-239A27F8BA46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A232AF4F-DF8D-4A99-B5A7-16ED7C35029B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6332A344-A835-4F54-8911-2C4E44D68C25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306D4236-1CAE-4EF5-A711-A782D701BB15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6FE34030-4976-45C8-AF71-BA0224912EED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A361DD2C-68F2-4747-8E46-B54F77AF510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28CA1F60-F5F9-4986-AAA3-872846D8458A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3519C837-4B14-4079-A234-1FA4620CE7D5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312E6ECE-3EE7-4812-A4CD-DA41124BE537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2C3ABB79-3550-4745-87E0-3E5E697E98D6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10A025D0-BBD7-4878-A7FE-B23BCE504988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E6F8873-E389-4771-8B3B-751068A2DBF4}"/>
              </a:ext>
            </a:extLst>
          </p:cNvPr>
          <p:cNvSpPr>
            <a:spLocks noGrp="1"/>
          </p:cNvSpPr>
          <p:nvPr/>
        </p:nvSpPr>
        <p:spPr>
          <a:xfrm>
            <a:off x="7201946" y="3672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8A430F94-1ACF-4E4A-B00F-1C7F39D53B98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D02001-12A2-442A-8991-F34D8F641146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2945422C-78DB-4423-ABB6-083D695CC9E6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81A707D0-0148-412C-A228-8E79D7058A5F}"/>
              </a:ext>
            </a:extLst>
          </p:cNvPr>
          <p:cNvSpPr>
            <a:spLocks noGrp="1"/>
          </p:cNvSpPr>
          <p:nvPr/>
        </p:nvSpPr>
        <p:spPr>
          <a:xfrm>
            <a:off x="6973078" y="41835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3526BE16-D367-4546-BEBF-DFD712CCB637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F0DF28BD-EA5B-4631-B1C0-CA50A0362237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0502C75E-2F89-4598-9333-5AFA2DCAD46D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6CD98E70-5DEA-4CFA-AA8E-9352D4374F11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86A4CA85-B2D7-4E05-BFAD-220EA34E89B9}"/>
              </a:ext>
            </a:extLst>
          </p:cNvPr>
          <p:cNvSpPr>
            <a:spLocks noGrp="1"/>
          </p:cNvSpPr>
          <p:nvPr/>
        </p:nvSpPr>
        <p:spPr>
          <a:xfrm>
            <a:off x="7238688" y="48745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393A35ED-92F0-4BEE-9615-3A992E96459C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7816509F-F606-4B2F-9185-42B30FBE77A3}"/>
              </a:ext>
            </a:extLst>
          </p:cNvPr>
          <p:cNvSpPr>
            <a:spLocks noGrp="1"/>
          </p:cNvSpPr>
          <p:nvPr/>
        </p:nvSpPr>
        <p:spPr>
          <a:xfrm>
            <a:off x="7224653" y="553455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598F6DE0-165F-4A50-BEAE-EF4088A02449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B8C0DD5-A746-4BEE-B148-73F68658F362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104CA609-D89E-40CE-A92D-30E7678FC098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157466F-7B92-4912-A55F-756127E97D5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78464AEF-A39E-4464-B740-E3CAE9F9335B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9FD3DF8A-A3D8-42C6-8244-7AF2A8DC5F9E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43B38656-CEDF-46F2-A63E-BE988CEE30E1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0C0D1811-7311-492B-B299-1CA9EB05C4CE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18EF47D9-E74E-4DA4-86D7-0B3CB12FB2E7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9808F9F2-C608-43B6-AFFD-E0A9AF6E37CA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6E261255-6393-44D2-B61B-561194C0FED6}"/>
              </a:ext>
            </a:extLst>
          </p:cNvPr>
          <p:cNvSpPr>
            <a:spLocks noGrp="1"/>
          </p:cNvSpPr>
          <p:nvPr/>
        </p:nvSpPr>
        <p:spPr>
          <a:xfrm>
            <a:off x="7230184" y="5956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1DAA92BE-E947-4A28-B592-B0D85400FF36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B6BCBB61-E081-4ABD-9E07-9DD46CBBD897}"/>
              </a:ext>
            </a:extLst>
          </p:cNvPr>
          <p:cNvSpPr>
            <a:spLocks noGrp="1"/>
          </p:cNvSpPr>
          <p:nvPr/>
        </p:nvSpPr>
        <p:spPr>
          <a:xfrm>
            <a:off x="703557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3FEDB928-B98C-4B52-825C-896969C56C2C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B831EFD-AB37-47BD-9C74-2BC145A5264C}"/>
              </a:ext>
            </a:extLst>
          </p:cNvPr>
          <p:cNvSpPr>
            <a:spLocks noGrp="1"/>
          </p:cNvSpPr>
          <p:nvPr/>
        </p:nvSpPr>
        <p:spPr>
          <a:xfrm>
            <a:off x="708697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529B962B-08E1-4F03-91DB-1BC8E8C3BBAA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8413D0EF-0A24-4D83-906F-BCA7CAE9F109}"/>
              </a:ext>
            </a:extLst>
          </p:cNvPr>
          <p:cNvSpPr>
            <a:spLocks noGrp="1"/>
          </p:cNvSpPr>
          <p:nvPr/>
        </p:nvSpPr>
        <p:spPr>
          <a:xfrm>
            <a:off x="7120975" y="42378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3A03252B-E29D-4E09-AFFE-33DA936D7106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80F479F6-4D51-4C23-AAE8-29045E258A4F}"/>
              </a:ext>
            </a:extLst>
          </p:cNvPr>
          <p:cNvSpPr>
            <a:spLocks noGrp="1"/>
          </p:cNvSpPr>
          <p:nvPr/>
        </p:nvSpPr>
        <p:spPr>
          <a:xfrm>
            <a:off x="6981107" y="58977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DDC2AF13-FCF9-48CD-B907-49D08FDB0CA0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07A2F1C7-6D03-46C5-A44F-B91F90D6095C}"/>
              </a:ext>
            </a:extLst>
          </p:cNvPr>
          <p:cNvSpPr>
            <a:spLocks noGrp="1"/>
          </p:cNvSpPr>
          <p:nvPr/>
        </p:nvSpPr>
        <p:spPr>
          <a:xfrm>
            <a:off x="7043736" y="5498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B83EA2B3-2DA1-44FF-B1B0-40A8F9D37ABE}"/>
              </a:ext>
            </a:extLst>
          </p:cNvPr>
          <p:cNvSpPr>
            <a:spLocks noGrp="1"/>
          </p:cNvSpPr>
          <p:nvPr/>
        </p:nvSpPr>
        <p:spPr>
          <a:xfrm>
            <a:off x="7028534" y="59069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BC388285-7131-423F-9ACC-3A26FEFA0059}"/>
              </a:ext>
            </a:extLst>
          </p:cNvPr>
          <p:cNvSpPr>
            <a:spLocks noGrp="1"/>
          </p:cNvSpPr>
          <p:nvPr/>
        </p:nvSpPr>
        <p:spPr>
          <a:xfrm>
            <a:off x="7334944" y="50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D159498D-188D-466E-933A-73A28EFC8DBE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8064F396-85C5-45D5-81B0-7E0DF89570F9}"/>
              </a:ext>
            </a:extLst>
          </p:cNvPr>
          <p:cNvSpPr>
            <a:spLocks noGrp="1"/>
          </p:cNvSpPr>
          <p:nvPr/>
        </p:nvSpPr>
        <p:spPr>
          <a:xfrm>
            <a:off x="7029251" y="35286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427DDA68-CB2A-49FE-84A5-78F7C3B57F31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3FBA2536-06B2-4699-9CDB-A56B1B04FCE6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6AA09BCC-EE89-45C9-BFC7-427AF9B4FCED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0649149E-6260-4434-9385-CCD526381B89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C50EE74E-15E2-414C-946A-7F012D549BD5}"/>
              </a:ext>
            </a:extLst>
          </p:cNvPr>
          <p:cNvSpPr>
            <a:spLocks noGrp="1"/>
          </p:cNvSpPr>
          <p:nvPr/>
        </p:nvSpPr>
        <p:spPr>
          <a:xfrm>
            <a:off x="6975752" y="47545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4E5786F9-2401-43FF-B755-0FB1AE58088D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D89EB567-2EE2-409E-9F2E-EE1C47CC63E8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C56516CC-4D42-411D-98A1-A33FCF7C343A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0D9F7CDF-3246-409D-A301-AA56D078BFE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69D48195-6865-41C8-865B-07A1211266BB}"/>
              </a:ext>
            </a:extLst>
          </p:cNvPr>
          <p:cNvSpPr>
            <a:spLocks noGrp="1"/>
          </p:cNvSpPr>
          <p:nvPr/>
        </p:nvSpPr>
        <p:spPr>
          <a:xfrm>
            <a:off x="7189262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435301AB-EF54-4421-8EED-2B4182FFC02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BAB0889F-4F21-4EB9-BCBA-952EE82D8770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7B8853F0-E886-4B52-A915-F5EF0A2BD461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07BB0788-DD89-44A8-A48C-06520847854E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EEA814A5-4BA3-425D-B51A-7D285E919CC8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E155E4AB-6F10-44B9-A741-382194A36CBF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459D33BE-2888-455D-9D79-3C09E0A914F5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D2634ECA-EAFC-498A-B636-254DF9140B1B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6119BD2B-6CCF-40DC-80B0-7EEE4AD8F721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FA1D2081-D4DB-4098-94A1-0BD6F526B747}"/>
              </a:ext>
            </a:extLst>
          </p:cNvPr>
          <p:cNvSpPr>
            <a:spLocks noGrp="1"/>
          </p:cNvSpPr>
          <p:nvPr/>
        </p:nvSpPr>
        <p:spPr>
          <a:xfrm>
            <a:off x="7058164" y="50638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06A82616-FA9C-4F69-937A-C2B8C4083A2B}"/>
              </a:ext>
            </a:extLst>
          </p:cNvPr>
          <p:cNvSpPr>
            <a:spLocks noGrp="1"/>
          </p:cNvSpPr>
          <p:nvPr/>
        </p:nvSpPr>
        <p:spPr>
          <a:xfrm>
            <a:off x="716408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5F8B91CA-09AE-453D-A00F-1827500F6D31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1F2CC6D7-ACD3-427A-A9A8-81B3206BDA9E}"/>
              </a:ext>
            </a:extLst>
          </p:cNvPr>
          <p:cNvSpPr>
            <a:spLocks noGrp="1"/>
          </p:cNvSpPr>
          <p:nvPr/>
        </p:nvSpPr>
        <p:spPr>
          <a:xfrm>
            <a:off x="7126033" y="5709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02660921-2EF6-4388-993C-449DA175F219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1D35092E-5DBE-4586-8B7F-A209F8937E64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FFEA66DC-B5C6-40C7-A75E-5F5B7B0677C6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52373958-6735-4550-B595-0632F328665A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095F9F91-46A1-42DF-BC27-1A6F712FC596}"/>
              </a:ext>
            </a:extLst>
          </p:cNvPr>
          <p:cNvSpPr>
            <a:spLocks noGrp="1"/>
          </p:cNvSpPr>
          <p:nvPr/>
        </p:nvSpPr>
        <p:spPr>
          <a:xfrm>
            <a:off x="7246590" y="57975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67060FBE-2A70-48BC-AB28-7FC21841FA43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131AD5F7-D8B3-45F1-A4E5-FD1291E481A9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1528A4D2-08A0-428E-B9C3-22A111CA6309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70B5658A-5A54-41ED-A28A-13F9A7A3E165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615069DA-174F-42A1-B712-02B13841269D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BD0C92D7-4C26-4A02-909A-3FBFE5482FE4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FF1B430E-C577-4B4E-B0FB-0D8C116EFCBA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8EAEDF0F-0A42-45E1-A804-9201A5CC33CC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10D5997D-7942-47EB-B87C-A0DAC1B65D83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FA8F3D66-3589-4619-817F-59B020DC2426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87CB5E97-68A9-4E24-8253-6BE6D2146C66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FD1A551D-A0AB-4D58-BEFC-453FA5485FBB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26555E56-F110-4900-9C72-2542EB87D60F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CD814772-A3B8-421D-ADF4-2FBAD89C4E2F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06CCBF03-80D9-4F9F-B251-CF2CCABE5C1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9041B3C0-7469-4A6D-A6D7-3F9C3F65164F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96DCAEE6-DF92-4FBA-92C5-B0E4FD9DB195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54593630-F263-4DE8-AF38-0BDE4CA27911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F3C9E19C-2437-4DE6-817C-5BA45F70EEBC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98362A13-EA4E-4510-B323-7E7091D709E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E3DC0AB3-E6FE-4CAD-99F9-77070160DCF8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EDD407B9-E9C5-4CD0-B3B8-4E10549C5566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91E33C1F-ED38-4197-A878-104FCA68B681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C1FB9817-DA21-4444-8F3C-18FC04BFA317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E26D4862-7410-4D5C-9DAA-CCC07C08EAD4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C394F10B-9D93-46A9-B3EC-0304E23C9FF6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81ADAB2-3A75-4F4E-B5A9-AAD36DA73FE0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AFA341EC-7CE6-47A1-8641-B4E925EBB979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A4711AC-03D8-44D5-AF03-A105DA80E97B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06E004D5-FBB6-4D9A-8B9F-4955F5B1EA48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63E3941E-05FC-4E68-81BE-43FEBE01B89B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92DE8AFC-E1EA-44E6-A24F-971BCFEA2FA5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1352BAE3-CD46-423A-B471-073D9CF0058B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2474FD27-0816-4F9E-8AD7-D5ADE01C1997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F6521F85-675A-44CE-8C01-17A338702DBB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DDF8F453-EECE-4949-BF44-71C3FF57022C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3F2B0146-C2B6-4CB1-8C63-7149810B2DE6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785DEFFB-C187-4971-A808-C0E584F799FC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91FD1B1D-6344-48AC-AB92-E0D109249146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4862F45E-1E5E-428C-9B5B-0601E9D03A73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53D89EF7-209E-45D3-8F82-0CD5CC1DA3D4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39F602A4-9C24-402C-B6A7-D337C33A34D7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A216C41E-477F-44E2-8A6B-455AAE1C01BB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11A98139-4360-4606-8E5D-26E5CDFAF2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6F9200C1-106C-468C-9F97-6F8AC3315543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77FDBC0A-B623-434C-AB32-96D4A049895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1801587B-9B24-421F-9A13-5B54BDA30115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18C9B669-3F20-4C80-AF3B-DF3C4C603EED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F81A1BF0-99C9-4972-BBD8-694253A88862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69ADA06F-77CC-4746-8E03-A372A6725C39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C1C84508-EBDE-451F-A1E6-37B8CA174BD4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D8B677C3-9CEC-42D4-8E3C-0D98999CD018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11286B00-0531-4769-A754-6C08B317D443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326CA6-C81E-4D4D-A65D-6022F7C8DB4D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D48ECFF-CCAF-48C6-BE50-54CA182E3AF8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5D60FC16-6C61-4D13-95EA-44D17C8E388D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E4FE8524-D80A-4572-8CB0-1F9F35E9386D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69511D8E-591F-450D-94D2-BAFC8D4B66B4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3DFC3E67-0820-4BBB-B0A7-8AF5F0ED878D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CDF46128-D936-4517-AF09-25E97A76D554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EF9B431C-230D-4246-B957-348D3D910D60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4B9F2B6A-F4C8-48CA-B8EF-C407E11620B9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72009292-80BA-4D4A-9FA5-91E355796723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B4889D61-87A3-469F-8726-593AB6CA55B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47CD1EC5-C918-47A0-B37D-5855B769F33D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2A6224C4-1F05-4CBF-B824-C292C7A86FE0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48AC09CD-2502-45A8-AE88-7AF671D8C140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49812F61-5962-4109-8266-53E673BEFF54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286DE9FE-E130-4E94-A6BA-B33F5A47CAC6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383B79D-5462-4F80-B491-4C6AC3E16AC1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DEC212B3-8CC8-4CA5-AA57-4411D1CEC329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0CB2F961-B4F5-4E81-BF12-4910E858B86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E55DBE3-3610-48F6-891E-7B18362FFEFC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DE23FFCE-D4E8-419C-A26D-580429EEDAFD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2CA61A35-23B7-4333-8F28-BD7119E2DB02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76EB7BE5-5307-4040-9A82-841078268252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B0DCB5AA-1360-4A6F-AA93-5E4588F36D59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7796771-DF07-4F4C-B8E0-4EFD115C4CE9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D185CB5A-7471-4180-926F-A0472D63290B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4DB1832E-EA28-493C-817A-66B123872D02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4A4D0742-3AA9-47B3-B507-C8916DB6A58A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D8C38100-CC93-487F-9D7E-B1B329357569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6F54F5F-26B2-4ACF-BFFB-853B91C49778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0DEDA793-B69B-4613-85FB-05B6D8829CA4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4B3FBEA7-357C-4FE3-886D-C8F7C363DF2F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3097DE9B-5DA5-4C90-A095-D9E088BECEB5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33A3F4AF-7928-427F-889E-4AE8D9FCBBF7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555FD41A-34F8-4E0C-866A-FC57E1CB5817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196433F1-3E19-483B-90C5-1EA77E06A3A0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5883B4E8-65BD-41FE-88A3-24C3FC9402D8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0E3CAAD7-6631-4094-BCE4-C16D4C779DA1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8D10CA8D-7108-4D73-BDAD-5E6B315CE9A7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EC21C3A2-D049-4AF4-8783-EB99045DC700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BA573A49-AAC4-4080-A564-3291B25904A0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71D3BA1B-EEED-4841-AF50-8ADB4E8317FB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A59E6E7B-5F07-4CBF-8929-EBC39DFCB054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3AB74621-954D-4439-A71D-5FE504A78933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2479E056-0EDC-449B-A03D-881246B169F6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D5501442-59F9-445F-B60E-842A21C1127F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35C864CB-ABA3-4C4A-90DD-41AC8C33D07B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BBE66638-9962-421E-9DDF-E7491200546D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1D66D297-5C9D-44D5-B06A-6E4DE8F670CA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09C8EB66-208E-4B17-9E9D-2D139D8D3CEE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B547FB18-3482-42D0-A20D-8266244CC113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EE8CC7AE-2141-4016-86C0-5FE66F7EB5A5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3DB8BF3E-3C48-41DE-9F47-B72A06D9372A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14A219C9-F9BD-4190-BD70-C9CDC08B30CD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3A6C7898-D78A-4AF5-957F-1745D3E972D5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18E21284-D951-4AB3-A24F-681F83AC7BA4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14B44F94-B40E-4CAB-8593-605B5C3FD63C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A87094D9-0753-4741-BD4D-01C33EDFC9A6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E50EC3BB-0200-43D2-B2BB-BFCCA588FF74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818F59AD-EE17-4574-B736-35443277E08F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AE4A703E-4037-463F-804C-2C88DE21816B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D8284A09-CEEB-4625-B887-4CF67EEFB47D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6445F147-F286-4221-BC56-17FE7BA3BD4C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1A6ABE60-A791-4AE3-8CDC-8809372486EB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2971E0CD-7370-4F95-AD09-7305E083B9FC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11707CDD-10E7-4167-97E4-DFFBE08B3793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6F288658-742E-442B-B179-19C31E352652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5030F32A-338E-4598-AE9F-3B0767C256B8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F9D99E44-F038-42CA-A126-ACC22D41C73E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6BFB23C-AF98-4ABB-A036-D021457F45E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943EC59C-6E0B-4FB7-9D86-6A1CCD44241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FDD5C568-DC19-4B64-BB75-49FE38BB8447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1F59BBA5-B654-4F4E-AC6B-80D5B363BC53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BF8EFD96-740E-4D30-AE9C-12B76F98822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47108F7C-64C0-4A5E-8D23-939803704D4E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BFDFCF76-CFD6-4374-B2A4-CFAA3019EF0E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C7A5ECF-520D-4CF3-AA27-93EC03CC3359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10294702-4DC2-438E-8E2D-6D49B34F9429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60F01BBB-4B35-4E93-80DE-D78366EDC051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2AF9C827-39D1-4341-9FC9-6049A4A0BF22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F212E446-5D9F-4380-91D5-0F0706FD58A4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0EE68A04-EC21-4EA0-AF81-078B55727008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C20C26EA-5C30-48B6-B7AF-320FFC209D1F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933CFC21-6C8B-451B-93AD-84F9B512B6B2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0196C985-59AD-41C9-9A3E-01347C503220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D4FCC50D-1473-4412-9D16-0BC9C1AE7396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2D0BEEA3-3A12-445A-ACD6-AC53A6BA38C8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27932068-A4BC-4262-9467-2AEBFC0389ED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0B98DD3C-AFBF-4FB7-9361-8E5E23F0481D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9067BB46-D0AB-4D65-BE0B-37BFCD5B0385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26614825-97BC-40E3-9DC4-5B1748696338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E9953C08-84B9-42F1-94F0-3B563E846180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54891A8E-E1B7-4D5F-9B56-BDEEE94FEBC3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B2AD2787-B59D-4A8B-AEB1-A49201E4AB23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B8D0CCDB-91CC-48C4-B074-23497F6EAA26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B0551127-BED4-4B51-9948-BA41CE4A1037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C109C19C-C7A0-41BD-B875-9885EE5D3032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51DB1AF1-5DA8-4A6A-ACFF-8FD362863F67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94C721E1-C322-47C4-9733-F4E16AE1B9BA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5EA933F1-71ED-4336-B8F4-E0D3E9ADB3AF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E1DA8F9A-BA10-453E-A349-EE7F2A2827B9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D8C97C9E-E70C-4696-8AF3-C7E21F832CC4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A6707E0E-4FDF-4E45-B48B-4C7B41E53F93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8606FAE5-39FC-465B-A910-2EB069D514FF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BE03338A-6AAC-4FBF-A91B-84B2BD24A29C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687E904D-4B5B-4B9F-BF30-681B78DF3A05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DBB15EEC-40DB-4775-AF4C-0694885F925E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59BCE5FB-2C92-4A0D-9556-A69E98106624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7466BFA8-9A2D-468B-A8B5-E970177EF1C5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7ACA2287-EB1B-439E-93B6-1FBC89CDCAFD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8AD63D72-44EF-472D-B149-25E29A8ECF80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44AF5505-B9F1-4AB6-81B6-39067AF35C78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5B047F3D-45F6-4086-BB72-9E8AFC97AA9A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7736B244-D848-4595-B5FD-6D2C8D4E5D54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D32778AB-B19B-4B7D-83EC-670C39C23B35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8CB39E77-74E8-4E41-B5EB-37A360FDEA09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F6A5B0A2-B3B6-4D95-8474-50CB3D90CFC6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D3FA6825-447D-4358-BF8C-CB4A3E2E952F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78E9342D-FE14-4153-9F2C-A37C4D64E935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F3602679-A266-4767-AE1D-9EC7CA27E7D2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4BDAD720-9599-4D88-9A90-28D98FB5AC2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17F512C3-B717-48CA-B2B7-3CA157814027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82C81FE5-4C43-48E7-8824-D6ED8EB589AD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6ECD081-A575-406E-AD73-417B0ADE543B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9A855406-10FA-4A6D-869F-B9F6C5D2A02D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6C305B48-BC67-4680-8B48-7DDB8D10D243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C520E320-AD65-4E17-8774-E5745A37AA98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A1D085A2-6B20-4FCF-849A-B13D5518AE79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B800C6C0-065E-4DB9-9795-099CB7BADA8B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79A11A77-EFEE-41EB-A7AC-988575D5CEE5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D65486B2-5218-4455-8BD1-689C49B1214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8D1F8E5E-4116-47E3-AC46-B7D889D26DF9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DAF368A8-9FEE-4E9B-A1D8-8C6C7E3C2880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45983CD0-6089-4B88-8096-2411CA803303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B614C9C6-5900-403D-BB7E-6EFC9AB8EAA4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BF6BDAD2-34A3-4019-A010-C89B271B08E4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BEBD65A5-07DB-436A-A13E-7B74231DEF36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6024B77-1C6E-49C4-951C-066F0BA25D7C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BC39D0D1-C2C3-418E-BF76-8B1983E17B6E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D969E7FD-F428-4FE9-AE41-5A64BE7E7C0D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848E607F-CC30-4AD3-B84D-D6DD9C649745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0127CD85-F3A5-4134-88AD-75BABA0CA51A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99F3732A-B5C9-41D4-9700-E83475C68CE0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1AD85D54-1F6D-4C9D-92F3-F1623CAEAA93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7626A472-16E4-4697-9C97-44BA637203A5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29A03F29-74CF-4FCC-824B-5E2DEB009AA5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2735EF67-A05A-45B5-9F9B-B40BC8B60A48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4EE4646B-6808-4055-B426-447A29FE45D5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EA25C6D7-BBE7-4660-920F-BEF8C8854A27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597901BE-155F-4C8A-837C-115911445F7A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64B81279-144B-47B4-9980-4CDE9935AC9C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AD3B6969-5055-4B95-AB78-CCB5DF076D96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A9A40BD9-5ECB-4155-B9E3-B8F28CDD50B5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28BB85C6-DD41-4F1D-8210-5FCFAA1E5326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D71F5F27-7379-4296-ACF8-A95541096A10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321533CC-CEB0-4130-8CFB-78CF3BF9D2EB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5C38751C-61A2-4F39-80DF-7FF9CE8A6A3E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568A4808-11C4-4667-808D-13FEC2D2110E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1A21B6A6-EF09-471F-BC5F-B46CD8EDA8C1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009EEA89-C949-4C0A-9127-830324D01829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14101BE3-25B8-41B7-90C6-2ACCF407F8CA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CF1B88C1-9EF8-4F55-AF99-63452002D4F9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FCEC81E8-5F29-4813-851F-5859AF62860D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1019079F-22AF-4D37-AEE8-F2229674786D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6D7EE01B-ABB9-421C-A653-07E19C7B0B92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6F75A841-A9EF-4B3B-BD13-4C7113CAFF0B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1FFFF2F3-078E-4C2C-9635-4D018D586229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1C9D56F9-6031-4C18-80B5-9C557D0C0CE1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ACA29FA3-5269-4DAA-BBD9-50F9E5B0B4C2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E20002F7-5356-4881-A4DF-93CD3B0401BA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480CCC42-5C63-45FD-9A0E-26DC7543CA1F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FA9CB81B-686C-417B-A553-CBCE849EEF9A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5D8B5ADF-570D-475A-B180-19F3073F628B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B79EA637-5A25-4213-82B2-8A1056386F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5E069433-2CB8-4C23-9CA4-A4D3FBD3233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CAFA023D-4933-4BF1-A26B-121727F9758C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303ECACD-3DF0-4328-B297-13148004FC01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03B5F336-18C5-48DE-B8BC-5A8C95783060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8D4DC3D-64C8-4746-AE3B-96A1DCCC6ABF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ADB0ADA0-ED63-4E36-88BB-53CCEA31C32A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9EA9F9E0-7B01-433B-9395-EB6D78129BE9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507AC4D6-9AB5-44C2-972A-D7F04B0C1570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78DB22E1-D7E9-448E-9485-60FB8D38E905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394A6FD5-B58F-42A4-AFFA-4A63D2222AA7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222EF375-C6E5-43AF-ABB1-D1B609C203ED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67876DA0-F07C-4A8E-BA52-9C25D5953F52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94CB38A2-F3A0-4FDC-AC99-2D5DACE7F350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1CF039EE-983B-46B4-9E1B-39DF68468969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3A22FE7C-B15A-494F-8866-5FB918CD27F4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F310944E-403A-4B69-8876-5A6CDD6E8AF8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23862918-6896-4940-A2DB-7F07DE18CACE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B1E02584-8F8C-4FAD-813B-083093E22DBB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AB208A9A-5B3B-4C23-AA42-86704DA87400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9829E145-8270-436D-8983-E8F5FB319FC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66EA4A0B-9778-475B-994D-D79CB2277965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4D19F8DF-AAA8-4BAF-AA74-B32DFF19BF80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83A6EC51-2962-44A8-A9C2-8177020E1932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502E8031-8BDB-4E5D-8D1E-48B4C5868E01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EC0746F7-AFC3-4B45-A703-E0EB6524C36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5B6C296F-5F7B-4690-B95E-3A24DF4433DD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4000B320-AFC6-42D9-BA57-0620DFBFF5D4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DC2B60B2-FE3D-414C-88D6-0744B15B9111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DB10C84C-ADE0-4F68-AB8C-269D2C9447F8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E8AB50E1-26AC-4D2E-993B-BACC590243E8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29749365-D4A8-47F5-835E-BFCC2AB75928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A731C625-2A09-49EB-9427-8F3D08438C9D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B49F1C5A-BDA5-4F21-AE47-146B686B2550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6736CD9B-9796-4E80-AADF-4D5A932ECD3E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DE3E09BF-D0F5-42D6-9933-987B55156AA6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216C095F-1242-4BDD-B435-FDD4AD6A482E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20DC29FF-7C5F-4035-80FC-A7DF43989D0D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25779AE0-3A3C-4045-A0D0-07B79DA50ED0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A5D7C390-0C6E-496C-98D8-BC12AB358E94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597B55EE-FDD0-4092-8F80-5F22A8E7E907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B5D2FA15-CC89-4256-AE55-B13BA134CECC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877C0F92-7EF1-486A-936E-839BFE1A14AB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67B53473-88B0-4A97-A1AD-1884FA7CB8AA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00D43777-2F40-4BFC-9F9E-E688C61C55B2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9BD1BE42-9A99-4506-BFCE-DD577A02E908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9B67C97C-6403-4C91-B4B6-2F4B4B3F51D9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AF8ED58C-C62F-43A4-A11B-361F5C9198BA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8197F335-5D45-4994-AE4D-5E5C5DFF335D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627FF364-E69D-4860-9614-FB6D70344C3A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E0363853-C182-4BC2-935B-6AE47935DDB1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D9AB958F-A826-46C6-A87C-4ED4D3C22B43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06956AC-8900-478B-8A78-EFF2700F1300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C0BE356D-6BF9-464D-A232-C796FB5FEC04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36B72228-A994-45E0-94BE-C7378DABE1B2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B19FC4B7-B01E-4D38-A10F-D82F2CC53D1D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A37538B6-EF11-4721-BC50-1CC63065B1BA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5C759E09-A3A7-4867-8DD8-6740A23B1EC8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8EDD3096-FC40-493C-B82A-D642A9724EFF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405FF25A-1720-4AE3-A66B-3F9623485FE4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CF2F014D-3CF2-47E1-8D39-DEB1DD726B6B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EE52775E-DEC7-485C-B781-A015729D9D7A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AE8475A7-5E0E-4BFD-BEB8-2C82A6BB687F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7BCB11FE-EC3D-4CCE-B7C0-4D376CE60422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A56BD41F-A941-4747-9A7E-00129C18EF8D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3CBA2B04-35B8-4874-851E-8CB9D0C16ACA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58D5D33F-68DB-466C-A378-EB2A17BE0973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63F9840E-BB67-4B6B-BDEE-0E559DABA927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63FCD100-4F72-43E1-8702-7EF25DC8C31E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33CB1F33-1B04-4124-A4AC-810B44F24D86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6B73524D-3ECA-4CDF-972C-D7EC174BFD98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9138A9A8-EC87-4360-9DBB-9177C7B62F46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F12D5BC2-FB98-426A-89DB-BC3DF6DB8446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D4E520F-ADE7-4995-8F1A-701115425F5C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01B96279-AC93-4145-BD98-CD613EE38C93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92D5390C-5470-487A-918B-338BAA104E52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03EC5666-6DF4-407F-9DDE-9437BFFCEC9F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17047419-9D45-4717-97FB-7C20B33BADF6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3448B071-F7BA-490E-8A22-245D0C723602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0A985129-57BB-40B5-AF29-73CAF31B6E4D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BD872C24-05D0-4084-92ED-DFF2CF318136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F099100E-6387-4C9F-9D8A-95B3702DEE2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F03BAE48-4282-4CB8-8740-5EB2C78BA5C4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79BCE51E-73C5-49A2-A6FF-5EBA763AF039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2B04508A-822E-4A4D-A9CA-5AAC8A6F7E7B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E24729D3-15EC-47D9-80DF-3BC096C830DB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258E7E50-6FCD-4F75-8211-069AEE795CE7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E3FE01AE-2CE3-4755-AFCF-42198BC0F52C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9CD41A77-FAFE-41EF-B000-0E962D28BFFA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D89766AA-4AAB-4988-9C5B-308B1344F9D9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3982329B-329C-4764-9058-A3A172B0EEE0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C20D21E5-3033-42A2-8D7D-2134B5997664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E526BBF1-A475-4482-8D5D-ADCA63BC25E5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D16461EF-C7FC-4B46-9443-AC31286D5AFA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10941E36-AFDC-4C11-93C6-7D2095E5902B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0FE527EC-557A-487B-B4D0-5810587FA9E2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5DB2BB4B-85F9-4C17-88B3-6B5A7BADD436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2372CBF5-CCCC-4D11-AC17-3FE067268B50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C29B6047-77B4-4388-ADEF-843B3F4EDD14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5A8611A7-F017-4115-9A6C-0E5E0EBDDB27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21B300D5-4671-4F60-B09F-98EF4DB9B6DB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C4DFD669-6891-4DD7-AD09-771BFA8A8F4A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F46D0EF8-EB46-444D-8609-A9B0ED91B754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9BAFF6E3-F973-4A8A-813F-B6D96F7ECCD3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FD8B673-6CE5-49E7-B255-1F212905D4F6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D36D96B7-38A7-437F-A088-88C41F5B8C11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58600E4C-F1F1-4EDB-B646-E079D991FC8C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8637CAF3-CF2C-4A02-8508-D7632B38AF62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DB1C1165-2BBD-4E87-8551-8FBEE82E1DFD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20219D8-E211-446C-92C7-B95E343FA100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65EF306A-41B1-41F1-AA9C-91ABE1160187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30FD6CCE-BA84-4E20-9BDD-2E6520569282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B3975C02-9361-45A7-B044-844B51AC23E5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527C0C0F-5EB1-419F-9BE8-3D5F5BB23107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847AE325-8FD4-49CC-BD85-5CE506844C62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CBCDAFDC-0E5D-4A9D-8942-E8D5E710E270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B0C0C1A8-74EF-4EF6-937D-016FC9011096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09E7C91C-6122-46F9-B718-01BCACF35521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EE638932-EF0C-44A2-9260-5669DDB10993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272641AB-036D-45FE-8114-AA06CD48C06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C60CA740-C898-4EA9-85EF-AF4637B17D43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BAECD402-1108-4F29-AB98-0B23A7076DFE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1C9AA6F3-FDF5-4F79-9077-9AD41C43DEAE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926BBFFB-DED7-4A64-8EC0-64F26A0F135B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5671D7AF-6423-4943-8952-804F7A6619E1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DCC1F6BE-B895-40F0-9ED3-FDD19F6C01D8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525DA585-6721-428B-B3E4-5517E02B3888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0FEB261A-8880-4D90-AB70-5E392A9D6358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F97F419E-6F9B-40BB-AAC1-F13085DE6190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1A8EDC68-A176-4765-874A-C00DC7A21BBE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10EADCB6-BAD5-4E06-B02A-C308642B355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A76107BC-9E63-4609-802E-D74B9B33D943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A3FE3030-97D0-4E7D-9D21-1790A4FD7EBF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18FF2402-2D8C-4461-908C-9C02892622CE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D38A525D-3C3F-4DEB-9789-350F912B5B9C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E1509C1C-A9BF-4FD2-80A4-9D7E6E148AAB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C03A7068-A7DD-4DEB-A0B2-B6A331926E68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FBAA5F8-2638-4EBC-B354-3095BBD94F28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4718C92C-A2E3-4C3C-8C5E-973DE63B492F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AEBF8F9F-729C-4A31-BADE-F55742A7A2AE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62FDE5A-CBC6-4D63-8AC4-075532F1C394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11F913C1-57AF-45DD-998C-16F70E6C9E6F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7D47C3C0-E67E-4470-806B-A0BC41F4522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A10C84B2-19A2-4E99-ADBF-AAA4C2404583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B34C7D5E-39F9-428C-9561-BF0CAB5672EF}"/>
              </a:ext>
            </a:extLst>
          </p:cNvPr>
          <p:cNvSpPr>
            <a:spLocks noGrp="1"/>
          </p:cNvSpPr>
          <p:nvPr/>
        </p:nvSpPr>
        <p:spPr>
          <a:xfrm>
            <a:off x="7851368" y="43143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8F8C5480-1171-40B6-A225-5A7428DC6AFA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86192686-0B6D-4253-8095-F3446FA25CE7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00CD73A4-7A7E-4BAC-B21E-645674B2000E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6069F8E8-7C24-4C0A-ACB0-9592E6D92368}"/>
              </a:ext>
            </a:extLst>
          </p:cNvPr>
          <p:cNvSpPr>
            <a:spLocks noGrp="1"/>
          </p:cNvSpPr>
          <p:nvPr/>
        </p:nvSpPr>
        <p:spPr>
          <a:xfrm>
            <a:off x="77709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070D4F9A-004D-4437-9F4C-5BFB7C1F4ADF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F30AE403-0318-4E99-A1AF-8BCDDA495176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05072C76-C1AA-41CB-92D7-89107B6C0404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B285BDA6-7D96-4C45-A64E-96D050CABDBE}"/>
              </a:ext>
            </a:extLst>
          </p:cNvPr>
          <p:cNvSpPr>
            <a:spLocks noGrp="1"/>
          </p:cNvSpPr>
          <p:nvPr/>
        </p:nvSpPr>
        <p:spPr>
          <a:xfrm>
            <a:off x="759265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4D0C3F2B-0A42-450D-9840-D4AEA774B32E}"/>
              </a:ext>
            </a:extLst>
          </p:cNvPr>
          <p:cNvSpPr>
            <a:spLocks noGrp="1"/>
          </p:cNvSpPr>
          <p:nvPr/>
        </p:nvSpPr>
        <p:spPr>
          <a:xfrm>
            <a:off x="7853372" y="51978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B5A0F5DC-EB48-4D92-9461-5AD7B73A9DF6}"/>
              </a:ext>
            </a:extLst>
          </p:cNvPr>
          <p:cNvSpPr>
            <a:spLocks noGrp="1"/>
          </p:cNvSpPr>
          <p:nvPr/>
        </p:nvSpPr>
        <p:spPr>
          <a:xfrm>
            <a:off x="784740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DCECFEBB-1B59-47C7-B2B1-713ABD60E1B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1BEB5A5C-C361-49C9-BC54-737A111A54E2}"/>
              </a:ext>
            </a:extLst>
          </p:cNvPr>
          <p:cNvSpPr>
            <a:spLocks noGrp="1"/>
          </p:cNvSpPr>
          <p:nvPr/>
        </p:nvSpPr>
        <p:spPr>
          <a:xfrm>
            <a:off x="7896469" y="581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A2A108BC-D7FC-49EA-A217-D7E633DABE51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4F06FEE3-3F40-4E3F-8F2D-6A4D1C7C0EE4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BB4D990A-3764-44ED-83F4-282EF2834CFD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18A7F3A6-06D5-4EA2-B5C4-BFE82A8CCBE7}"/>
              </a:ext>
            </a:extLst>
          </p:cNvPr>
          <p:cNvSpPr>
            <a:spLocks noGrp="1"/>
          </p:cNvSpPr>
          <p:nvPr/>
        </p:nvSpPr>
        <p:spPr>
          <a:xfrm>
            <a:off x="764003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B5F4CE1A-7205-4435-A88B-83B43F758180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80667DC-4680-4387-9ACD-889600E027F5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05F9B3AB-EA63-4231-B74D-2B7C56DAF87D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9800C198-614D-4030-AC61-F35DBF4137C5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2D4A8FEB-6055-4253-8D6B-4FF7F79D810A}"/>
              </a:ext>
            </a:extLst>
          </p:cNvPr>
          <p:cNvSpPr>
            <a:spLocks noGrp="1"/>
          </p:cNvSpPr>
          <p:nvPr/>
        </p:nvSpPr>
        <p:spPr>
          <a:xfrm>
            <a:off x="7864240" y="581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44388927-8331-4E61-9199-DB5F148C33D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6E9A6BBF-5F7B-4B44-A902-71F430E4BE69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91C20680-BE98-4A3C-B44F-E7D0C4E5E758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B27BDA2E-4767-49D0-A391-C9C6B766F38B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012FF722-B81C-40D2-94B1-BF2B9A25F71E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C3739509-984A-45EE-95D6-6E3AB4FF3CA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2804F1C9-F8F4-46AE-A82B-8034B9A30112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AD419CE4-892B-490A-B4FC-C66AB2A8F93E}"/>
              </a:ext>
            </a:extLst>
          </p:cNvPr>
          <p:cNvSpPr>
            <a:spLocks noGrp="1"/>
          </p:cNvSpPr>
          <p:nvPr/>
        </p:nvSpPr>
        <p:spPr>
          <a:xfrm>
            <a:off x="7636003" y="47696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D3CAD929-4340-43AA-9EB7-B41F7490F1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C1726C40-520F-4219-8A44-0AE944AADA25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2E412FB2-4B40-4D66-B2CD-AF2EFDFC4992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1AC3A3D1-6B0E-4DFE-81D7-412A1689E00D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DF31BFB8-1A71-43E7-AAEC-8D6D04AE7D52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1D5832-A7C6-47D9-B026-4F48D6ABAB17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54742B11-FA06-468E-BC34-13CF3FA72126}"/>
              </a:ext>
            </a:extLst>
          </p:cNvPr>
          <p:cNvSpPr>
            <a:spLocks noGrp="1"/>
          </p:cNvSpPr>
          <p:nvPr/>
        </p:nvSpPr>
        <p:spPr>
          <a:xfrm>
            <a:off x="7895784" y="55134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A67B5E8B-2CE2-4F46-9ABA-ECC99F663526}"/>
              </a:ext>
            </a:extLst>
          </p:cNvPr>
          <p:cNvSpPr>
            <a:spLocks noGrp="1"/>
          </p:cNvSpPr>
          <p:nvPr/>
        </p:nvSpPr>
        <p:spPr>
          <a:xfrm>
            <a:off x="77582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A074CD1F-11F7-4ECB-B664-EDFDBB2DBB66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D97F5D6D-7B75-4A26-8F2C-FB0351BF3F0F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8E4FC821-12A2-49F8-B6AE-EB09C4B2B302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FBF5554C-362F-4FDE-A2BB-1B46A36443CA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E87C11F2-3C0C-4400-BBC9-11F37546EB01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2939AB28-0939-4C44-AD00-5128379AC777}"/>
              </a:ext>
            </a:extLst>
          </p:cNvPr>
          <p:cNvSpPr>
            <a:spLocks noGrp="1"/>
          </p:cNvSpPr>
          <p:nvPr/>
        </p:nvSpPr>
        <p:spPr>
          <a:xfrm>
            <a:off x="7636493" y="5664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D3717F55-8371-4F4C-B5F8-FAECFF4BD876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1E32B91D-6858-4242-800C-F7C69D88D8DC}"/>
              </a:ext>
            </a:extLst>
          </p:cNvPr>
          <p:cNvSpPr>
            <a:spLocks noGrp="1"/>
          </p:cNvSpPr>
          <p:nvPr/>
        </p:nvSpPr>
        <p:spPr>
          <a:xfrm>
            <a:off x="7587094" y="5908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5C183120-9019-4E01-8FDD-5A603329AC76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03B45171-0B7D-4F55-B833-928913EEF05B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684E33BF-ACB0-4CC9-B2EE-4CC5A1C63048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EDF9B7F9-C1E4-406C-8D65-151EA573FA83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DDEF0E88-399D-40E8-B87E-C371CAF45629}"/>
              </a:ext>
            </a:extLst>
          </p:cNvPr>
          <p:cNvSpPr>
            <a:spLocks noGrp="1"/>
          </p:cNvSpPr>
          <p:nvPr/>
        </p:nvSpPr>
        <p:spPr>
          <a:xfrm>
            <a:off x="7623407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94B16BE0-EB0F-4CC5-ABDD-79CA653543CF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DF1ECAB5-7E2E-4B12-BB02-9E647815819F}"/>
              </a:ext>
            </a:extLst>
          </p:cNvPr>
          <p:cNvSpPr>
            <a:spLocks noGrp="1"/>
          </p:cNvSpPr>
          <p:nvPr/>
        </p:nvSpPr>
        <p:spPr>
          <a:xfrm>
            <a:off x="78548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3578E97E-9EED-42CE-A213-45F351F6B97D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21DDC547-BE60-4B53-97DC-36B9059D8C75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1889F2E8-542A-4E8E-A1C3-0B2B6588D571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4A2BCB59-D128-4D60-9942-39BF3887C5D0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BB128D40-916A-4790-87C1-5CDF5DA23532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5BE94D1-F053-4D7C-BFE2-1B10D75A7ED2}"/>
              </a:ext>
            </a:extLst>
          </p:cNvPr>
          <p:cNvSpPr>
            <a:spLocks noGrp="1"/>
          </p:cNvSpPr>
          <p:nvPr/>
        </p:nvSpPr>
        <p:spPr>
          <a:xfrm>
            <a:off x="7896547" y="4035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636C268-C4A3-4CF0-A09F-1736FA191FE8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F716F5F9-2456-426E-995A-58855D5AF9F6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7FADD945-51D1-45B8-BF8C-AFEDD2CDA622}"/>
              </a:ext>
            </a:extLst>
          </p:cNvPr>
          <p:cNvSpPr>
            <a:spLocks noGrp="1"/>
          </p:cNvSpPr>
          <p:nvPr/>
        </p:nvSpPr>
        <p:spPr>
          <a:xfrm>
            <a:off x="7870651" y="47320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45A7886A-F5FE-4BCD-87DC-62C847B4970B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F249BDBC-F71B-48F1-8B33-E3513B113652}"/>
              </a:ext>
            </a:extLst>
          </p:cNvPr>
          <p:cNvSpPr>
            <a:spLocks noGrp="1"/>
          </p:cNvSpPr>
          <p:nvPr/>
        </p:nvSpPr>
        <p:spPr>
          <a:xfrm>
            <a:off x="7800018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6E5E1EC9-9488-4ED4-89FB-92356D2D75B4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8253252F-FFF8-4A52-AF8A-3853AD1F1B3B}"/>
              </a:ext>
            </a:extLst>
          </p:cNvPr>
          <p:cNvSpPr>
            <a:spLocks noGrp="1"/>
          </p:cNvSpPr>
          <p:nvPr/>
        </p:nvSpPr>
        <p:spPr>
          <a:xfrm>
            <a:off x="788800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0FBA3EB9-CA7D-4E3A-9382-53150B82CA0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F9A3EB43-E9CA-4D6C-A286-C9E2B04D5643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49A1EB7C-786E-4258-82B3-50393FC49F26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53A942CB-BEC9-4FCE-9509-6AD0DD4DCCA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5A88EC6F-8171-455D-809B-94F0E73E939C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3B288009-FEDA-4499-B94C-1184502216DF}"/>
              </a:ext>
            </a:extLst>
          </p:cNvPr>
          <p:cNvSpPr>
            <a:spLocks noGrp="1"/>
          </p:cNvSpPr>
          <p:nvPr/>
        </p:nvSpPr>
        <p:spPr>
          <a:xfrm>
            <a:off x="772638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B25B8846-9E3B-458F-BD22-F6D1685F7A4B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7DBB482F-A74A-476C-9132-0AAEB85DBD36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AB3066D6-CC7F-4C7A-99CA-ADABC724200C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6D2F15D8-712E-459B-8A0C-59B884A3E746}"/>
              </a:ext>
            </a:extLst>
          </p:cNvPr>
          <p:cNvSpPr>
            <a:spLocks noGrp="1"/>
          </p:cNvSpPr>
          <p:nvPr/>
        </p:nvSpPr>
        <p:spPr>
          <a:xfrm>
            <a:off x="7668573" y="57428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79D2B747-CC8F-40EE-94F3-EF3EE93E1390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D2497558-DDF7-4D95-9CB1-D2892AC6B4C0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A8C0C699-1BA7-47A9-9EB8-D7A824A62AF3}"/>
              </a:ext>
            </a:extLst>
          </p:cNvPr>
          <p:cNvSpPr>
            <a:spLocks noGrp="1"/>
          </p:cNvSpPr>
          <p:nvPr/>
        </p:nvSpPr>
        <p:spPr>
          <a:xfrm>
            <a:off x="7843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0133521F-42F7-4B9C-AE7B-7943DCF3D832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6770D25-DAF7-4403-8E94-397A1FE08981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68A1B1FC-85D8-4E83-8939-04FADD4C8DFF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50176BD4-5F2C-4C9B-B56F-CD0244AE80F1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B60B0EFF-EE0B-4D20-81D2-5D0D9BD3A421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2C315B15-ADCC-4668-9EA2-9106E3D0821F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CB4816C8-3DC8-4A15-855B-52E438A3A87E}"/>
              </a:ext>
            </a:extLst>
          </p:cNvPr>
          <p:cNvSpPr>
            <a:spLocks noGrp="1"/>
          </p:cNvSpPr>
          <p:nvPr/>
        </p:nvSpPr>
        <p:spPr>
          <a:xfrm>
            <a:off x="7549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230EC5A6-E5AC-4AC1-9D78-8B95E4CA33FE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417B2743-771C-4A85-9557-49BAA56D063E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0CE20716-0A4F-4F91-87FA-0AC88E60433C}"/>
              </a:ext>
            </a:extLst>
          </p:cNvPr>
          <p:cNvSpPr>
            <a:spLocks noGrp="1"/>
          </p:cNvSpPr>
          <p:nvPr/>
        </p:nvSpPr>
        <p:spPr>
          <a:xfrm>
            <a:off x="76049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3EC66F3D-7B18-4172-AECB-A2080A80DB50}"/>
              </a:ext>
            </a:extLst>
          </p:cNvPr>
          <p:cNvSpPr>
            <a:spLocks noGrp="1"/>
          </p:cNvSpPr>
          <p:nvPr/>
        </p:nvSpPr>
        <p:spPr>
          <a:xfrm>
            <a:off x="7763569" y="53984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4273ED36-CCFC-4D75-B9AA-B390A5D4FFFE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0AD2D9E8-9C66-4312-ACAC-D01425037595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4215DB3F-80B6-434E-94AB-61F9B2A56398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BC9F3D5-E200-419E-8192-012DF83C8164}"/>
              </a:ext>
            </a:extLst>
          </p:cNvPr>
          <p:cNvSpPr>
            <a:spLocks noGrp="1"/>
          </p:cNvSpPr>
          <p:nvPr/>
        </p:nvSpPr>
        <p:spPr>
          <a:xfrm>
            <a:off x="75845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A3B874A4-1DDF-448A-8C32-2E6FEA8DA728}"/>
              </a:ext>
            </a:extLst>
          </p:cNvPr>
          <p:cNvSpPr>
            <a:spLocks noGrp="1"/>
          </p:cNvSpPr>
          <p:nvPr/>
        </p:nvSpPr>
        <p:spPr>
          <a:xfrm>
            <a:off x="77066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DD95A3CC-D1AB-4503-A8A5-EB9AF44A38D8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C1370651-D88E-4B29-B6E3-7B7F6AE08EF1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FDC493D3-E793-42BE-A8C6-F77EC9D81F75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E74BA207-7D76-4019-96F6-6AEB2184454B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B22043-74F7-4A30-878F-B4C1F48F1DCE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D1C0909C-2569-4704-93AF-376F196068B4}"/>
              </a:ext>
            </a:extLst>
          </p:cNvPr>
          <p:cNvSpPr>
            <a:spLocks noGrp="1"/>
          </p:cNvSpPr>
          <p:nvPr/>
        </p:nvSpPr>
        <p:spPr>
          <a:xfrm>
            <a:off x="7590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120A3930-2D4E-4042-84F7-42A7BD00C14B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1A575555-8BD2-4625-999A-99058A65EA9D}"/>
              </a:ext>
            </a:extLst>
          </p:cNvPr>
          <p:cNvSpPr>
            <a:spLocks noGrp="1"/>
          </p:cNvSpPr>
          <p:nvPr/>
        </p:nvSpPr>
        <p:spPr>
          <a:xfrm>
            <a:off x="7711020" y="3883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F89561FE-FE0E-4BB5-ABBD-B26BE510D3D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931640C9-2858-4F09-A393-EA18104F625F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25F4941E-94EE-4D34-B773-6E1906252206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2AC206D6-A03C-4CD5-90D3-58ECDEBBE065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1C206E03-1188-43E8-A8A3-BB028DA627CE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5A70525F-4D86-437B-82F8-8C02AA2B85F9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4B26BA62-25AC-46E4-A4E1-992D506F9AAB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E307E278-DCC3-4519-935A-7A6747896A0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F8B31DE7-C3C1-428E-8F12-AF423150E6A2}"/>
              </a:ext>
            </a:extLst>
          </p:cNvPr>
          <p:cNvSpPr>
            <a:spLocks noGrp="1"/>
          </p:cNvSpPr>
          <p:nvPr/>
        </p:nvSpPr>
        <p:spPr>
          <a:xfrm>
            <a:off x="7737186" y="4835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4F003E47-0061-4275-9E77-C2BE77693476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E85A0827-F9E0-46BB-9C87-649E8FCA7BA2}"/>
              </a:ext>
            </a:extLst>
          </p:cNvPr>
          <p:cNvSpPr>
            <a:spLocks noGrp="1"/>
          </p:cNvSpPr>
          <p:nvPr/>
        </p:nvSpPr>
        <p:spPr>
          <a:xfrm>
            <a:off x="7593660" y="58252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127631E3-2E85-42A7-B575-A902225A12AC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1284456D-00D5-45BC-AB42-E7BE808E80D6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6A272997-A6A2-4EEE-80B5-4BE83E9FA8E6}"/>
              </a:ext>
            </a:extLst>
          </p:cNvPr>
          <p:cNvSpPr>
            <a:spLocks noGrp="1"/>
          </p:cNvSpPr>
          <p:nvPr/>
        </p:nvSpPr>
        <p:spPr>
          <a:xfrm>
            <a:off x="7762044" y="52930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1423739A-4805-4179-B06A-61B4320C0A0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2CA4C572-044B-4021-8C68-5DBBF2B077A7}"/>
              </a:ext>
            </a:extLst>
          </p:cNvPr>
          <p:cNvSpPr>
            <a:spLocks noGrp="1"/>
          </p:cNvSpPr>
          <p:nvPr/>
        </p:nvSpPr>
        <p:spPr>
          <a:xfrm>
            <a:off x="769339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1A2F756D-BFB4-45E9-BFC6-49AC5F0ECF96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A29B0EF4-DF73-464E-AF66-2BDE5338C74C}"/>
              </a:ext>
            </a:extLst>
          </p:cNvPr>
          <p:cNvSpPr>
            <a:spLocks noGrp="1"/>
          </p:cNvSpPr>
          <p:nvPr/>
        </p:nvSpPr>
        <p:spPr>
          <a:xfrm>
            <a:off x="77750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7AEA14FA-E5A9-400A-9270-0CED7B1F8713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D79AC375-1B86-4807-89D4-7FB7653F30FB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04F2D88D-0F68-4044-8FD0-3F4CA24DAA00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E69A9F8D-170C-4D25-AB60-DBB8538F3E86}"/>
              </a:ext>
            </a:extLst>
          </p:cNvPr>
          <p:cNvSpPr>
            <a:spLocks noGrp="1"/>
          </p:cNvSpPr>
          <p:nvPr/>
        </p:nvSpPr>
        <p:spPr>
          <a:xfrm>
            <a:off x="7744825" y="59191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B6CAB353-4F26-4767-A216-5758F2C50436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CA3C9A84-2931-4606-9E96-C0C17E97073B}"/>
              </a:ext>
            </a:extLst>
          </p:cNvPr>
          <p:cNvSpPr>
            <a:spLocks noGrp="1"/>
          </p:cNvSpPr>
          <p:nvPr/>
        </p:nvSpPr>
        <p:spPr>
          <a:xfrm>
            <a:off x="768876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735974F5-1568-4DD5-8956-CD45AB1DDFF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C06FDBC1-208B-47AF-8BAE-0124551EDAFB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1BDF67A0-AD14-4944-A95B-F7AD7959F212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ED74AC-2D71-4F00-97FC-437AD9ED7338}"/>
              </a:ext>
            </a:extLst>
          </p:cNvPr>
          <p:cNvSpPr>
            <a:spLocks noGrp="1"/>
          </p:cNvSpPr>
          <p:nvPr/>
        </p:nvSpPr>
        <p:spPr>
          <a:xfrm>
            <a:off x="7809298" y="45250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C11FC81D-9D34-431B-B54E-21D0E639DF22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EFE4542D-79C0-450A-99C0-AE70F321B94E}"/>
              </a:ext>
            </a:extLst>
          </p:cNvPr>
          <p:cNvSpPr>
            <a:spLocks noGrp="1"/>
          </p:cNvSpPr>
          <p:nvPr/>
        </p:nvSpPr>
        <p:spPr>
          <a:xfrm>
            <a:off x="7560668" y="58022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677F4601-E560-4C25-ACA7-6B95C457EC9C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285B289A-36AA-4A19-821F-1EEBC2BA9146}"/>
              </a:ext>
            </a:extLst>
          </p:cNvPr>
          <p:cNvSpPr>
            <a:spLocks noGrp="1"/>
          </p:cNvSpPr>
          <p:nvPr/>
        </p:nvSpPr>
        <p:spPr>
          <a:xfrm>
            <a:off x="7676783" y="5453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5BB94CCB-5348-44B9-BDDC-8EE988BAA9B9}"/>
              </a:ext>
            </a:extLst>
          </p:cNvPr>
          <p:cNvSpPr>
            <a:spLocks noGrp="1"/>
          </p:cNvSpPr>
          <p:nvPr/>
        </p:nvSpPr>
        <p:spPr>
          <a:xfrm>
            <a:off x="7618469" y="597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4F0F4020-D3D4-405C-BD20-5991CF58496F}"/>
              </a:ext>
            </a:extLst>
          </p:cNvPr>
          <p:cNvSpPr>
            <a:spLocks noGrp="1"/>
          </p:cNvSpPr>
          <p:nvPr/>
        </p:nvSpPr>
        <p:spPr>
          <a:xfrm>
            <a:off x="7635603" y="45906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AE8DEB85-A64D-4183-A5E6-EC43E013D184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7749E2CC-7980-4E57-BBB9-ED6FE1257DDA}"/>
              </a:ext>
            </a:extLst>
          </p:cNvPr>
          <p:cNvSpPr>
            <a:spLocks noGrp="1"/>
          </p:cNvSpPr>
          <p:nvPr/>
        </p:nvSpPr>
        <p:spPr>
          <a:xfrm>
            <a:off x="7727387" y="528052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131505BE-29F5-42A2-9FE5-E8FEE2A448F6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E718270F-AD74-4C8D-8F84-E12A308D0E0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3C23D919-246D-4130-BEBB-C1F2D830E9F9}"/>
              </a:ext>
            </a:extLst>
          </p:cNvPr>
          <p:cNvSpPr>
            <a:spLocks noGrp="1"/>
          </p:cNvSpPr>
          <p:nvPr/>
        </p:nvSpPr>
        <p:spPr>
          <a:xfrm>
            <a:off x="7897046" y="3253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7D8ECE75-5EC4-4726-97F3-81F8AB3D2EB9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6AF506FC-F096-4E15-9FB1-6A74BC0E1EDD}"/>
              </a:ext>
            </a:extLst>
          </p:cNvPr>
          <p:cNvSpPr>
            <a:spLocks noGrp="1"/>
          </p:cNvSpPr>
          <p:nvPr/>
        </p:nvSpPr>
        <p:spPr>
          <a:xfrm>
            <a:off x="7660202" y="5677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E7AD3E9C-5B6C-4503-BC0F-3854F964CA12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F2DE8794-CB05-4D37-9946-7C070190D30C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25DF0936-41A9-4596-BC41-3FB21C57EED9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4FB1AD35-49E4-4B9E-9F31-08E226ABAD1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31AD7F85-1046-4AD3-BA99-7F6E36F561C9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E36814E0-3DB1-47F2-BBEB-4FAD1C7FA2F6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571597F2-E368-483B-810E-BDC6C9FE009B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41AD6911-49EC-4055-B40D-96BEEFD86E53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C34ED0E0-D0B4-4822-9992-E20A461032E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AF5DC730-137F-465C-82F0-B6052C43D7A6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C8D14517-5B6E-4334-9906-3B59A797AB1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33CCBAB7-8B92-49F9-A5EE-A2820B2851BD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FC869C53-9EAC-445B-AB47-B08C29B69881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BEE94104-E903-4444-96BE-68864E1B9741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692DA457-69FD-4749-BEFD-DBECF32C8ADC}"/>
              </a:ext>
            </a:extLst>
          </p:cNvPr>
          <p:cNvSpPr>
            <a:spLocks noGrp="1"/>
          </p:cNvSpPr>
          <p:nvPr/>
        </p:nvSpPr>
        <p:spPr>
          <a:xfrm>
            <a:off x="7766730" y="52128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FF91CD43-742A-4EE3-AC55-7674FD930E8C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5BF23044-F04D-4EA2-80E6-CA065690CD11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E8E5EF6A-5A7C-4D7B-A22A-C9482DCDB6C0}"/>
              </a:ext>
            </a:extLst>
          </p:cNvPr>
          <p:cNvSpPr>
            <a:spLocks noGrp="1"/>
          </p:cNvSpPr>
          <p:nvPr/>
        </p:nvSpPr>
        <p:spPr>
          <a:xfrm>
            <a:off x="7718134" y="56395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5326BECD-93C2-403E-AABC-34326B5B008C}"/>
              </a:ext>
            </a:extLst>
          </p:cNvPr>
          <p:cNvSpPr>
            <a:spLocks noGrp="1"/>
          </p:cNvSpPr>
          <p:nvPr/>
        </p:nvSpPr>
        <p:spPr>
          <a:xfrm>
            <a:off x="76592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9A10734F-0DB3-461C-81ED-1655D9838CD1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07138D9E-644A-4B5D-95D5-C6F72ED63490}"/>
              </a:ext>
            </a:extLst>
          </p:cNvPr>
          <p:cNvSpPr>
            <a:spLocks noGrp="1"/>
          </p:cNvSpPr>
          <p:nvPr/>
        </p:nvSpPr>
        <p:spPr>
          <a:xfrm>
            <a:off x="7566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7D00231E-6C65-4072-B423-FFC4B46944B4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B5F2E708-B2FC-4BBA-AE36-E95C9FDAE30A}"/>
              </a:ext>
            </a:extLst>
          </p:cNvPr>
          <p:cNvSpPr>
            <a:spLocks noGrp="1"/>
          </p:cNvSpPr>
          <p:nvPr/>
        </p:nvSpPr>
        <p:spPr>
          <a:xfrm>
            <a:off x="7802205" y="57272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C6B4345F-6BDD-4542-B572-1069A5861335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1305B154-02B5-4D31-BC2A-DD0BA63D7663}"/>
              </a:ext>
            </a:extLst>
          </p:cNvPr>
          <p:cNvSpPr>
            <a:spLocks noGrp="1"/>
          </p:cNvSpPr>
          <p:nvPr/>
        </p:nvSpPr>
        <p:spPr>
          <a:xfrm>
            <a:off x="75796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7D8E1893-5215-493B-B312-F5AEF086E390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E8675F37-B9EB-4415-9918-AB8E7BE5105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1CBEF715-761E-4343-9416-4A947A6C1B85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AF37DA74-484E-44A8-ADCE-8887BA298C64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BDBB9CAC-AF04-4EA8-ACD6-31D6B47747D7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1EE21FFA-F6B4-4E74-8F38-6D5134AA7783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4904DF3C-17E0-44B9-BDB9-FCD0E7AD7C6C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0B72EC5-2276-40C1-BCDF-24161609CD8F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AD6948C4-8ABB-4F77-9155-99BE26CDF2B6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3E73773A-C5E6-41DD-9FF0-2AE05903A83F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BBCCA936-5092-487D-A74D-F84EAB00AD8F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7A567F4F-A47E-4EAE-8538-5211CD3943AD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6047A250-33F0-4C32-A83F-054A462D95D3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D23B2806-D65E-4ABB-A891-454DB29AE5FB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580B6D60-D6D8-4166-A099-1877C4FFE52D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BB0B2A91-151F-4720-B3BE-DC7B479C7772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70AEB933-9B11-43E1-9BB0-61A00C77BE5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AC4DD9FE-E005-4D26-B57D-9DEFFABEB1C9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7242C3E5-5E80-4BAA-A572-E58B101F91C0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4D0E2308-6EEC-4FAC-8156-673899B0B8F1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C3B95F9-F80B-435F-9C79-7FA1E899D8F9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C080A337-2731-409B-9543-2B16B4E82D61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F57D4A17-1E5E-4A45-8AB1-5ABE981C7846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2F989CCF-9110-4852-8F23-773C96A7245A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5F562503-2B06-45D1-8178-972756DB25CC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CCFCA474-5226-45F0-8FAB-9EB07B1700C3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770C1653-C7A7-4859-B2F7-EDF9C22511AD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E4C5284F-E92D-48E6-BBEA-3EA020100B84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FE14EFA7-39EA-49A3-856B-119CB1ED7D20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69FECECB-DCC0-483F-A834-2CD0C25B1629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C63C5A37-C9D1-4BD3-88D7-2A1B8D03B2FC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818A8FD1-E57D-4F52-B692-CF65F4A5F4A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3B2F86F4-F1AC-475E-B8F0-A67ACF25B6FD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FD9319E8-F098-46E1-8C13-9F60E194CC38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EA6468C9-B2F5-47A1-B84D-4155ADA6C0B7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7E4B540D-AAC5-4088-AB1B-C5D6FF08E94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B9DB0125-2F9A-4B09-9EFE-89104B873FFF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BA8C666A-AC31-4AAD-977F-E97C6216581B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AD8B480C-6C9C-4EFE-9C96-FD3E55AC4D7F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9C702C9-C65E-44DC-90CE-4F48C729F5DE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FA90A3E1-44D3-4672-A7FB-E05A1BFAABF1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02553A3A-9CA4-4E7F-A748-2481662173C0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88D66254-4B9A-4CEB-AD45-C7AB9A2772C0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7F09E3CB-6A26-4C91-AF00-3C29AC437F1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DBCC441D-E364-4958-9178-5F17A61A72CC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A34728C-8685-41B0-A072-4622F29B21E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C5F0D7C1-8C60-474E-9475-C2D117B2D11C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EF69609A-4CA0-4E5B-9FB7-7AFCA34ADC2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F88C88DB-A45D-4B03-9C73-CF4F640BEB48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224D36B1-621F-4F42-8923-F77757FDC4CF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1A9D3CCC-ECF5-456B-B875-F95F3A883F10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9818D868-881E-400D-916E-B888B4BEEFDF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99B88273-FA8F-40E8-A655-902D6F4B80DB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F5A1CB7D-1887-4F9D-97ED-3E042124D73F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0372A5CE-D77B-49A0-A619-A83CE36A2C20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783DF68A-9201-404F-A4C2-BC4A9E1FE641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EC3A8F6C-955C-4818-901A-B27E3FF07AB2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0D5CE7F5-61F1-4DD6-B4FC-59D91B3969C8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42524B68-21F5-43E6-8CDF-19C393C4265D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89F439E6-A1E9-4B2A-B95F-8DBD85AC65A4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3E10A0A1-8E17-42FA-9168-742E6CB3E8A2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EBEEDD7A-6ED3-441E-ACFD-5E718C1C9171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C9527C8B-BE02-46EF-928F-399A8F1DCAB5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C1D3FD17-D1A7-4A93-80BF-710BEDEB1485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1C9336E3-84B7-496D-9A99-7FAA81127DFF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59B9DC6-00B0-4EB0-AD01-D92E281CEE0B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C89EBB68-1495-42C4-B81B-0B73618C5FAC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6561A606-140A-4CF2-9BB0-0C5122FA4546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00491858-A861-4D02-9BD4-89D8A07E7071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3AAD78DF-A021-41A3-84D1-3C70279394E2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78DF25AA-0092-4C95-B5AE-AAEA68CAE538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694D817A-8B86-41AA-AE90-DA3645AE3D84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1FC23497-2F60-40E6-9DF3-B597AFF8A717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438C7FB8-94D9-40C1-B82B-4F9B8137CC0B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ADF1985E-DBED-417F-A46E-04F86D17E8CD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27739ADD-4804-4A5C-9A19-6C3BB1B0CA09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E38DCF84-F873-4CF5-BA28-9F751B64BFBB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7619BE46-8C58-46D4-A464-3F06A94FE8E9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DD215009-F593-4BB3-B6B5-D64BC88B562D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043F0661-A7E4-4520-915B-6FCC2481941C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7E5803F7-9A06-45E8-9491-71E1B74635B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F40BCBC0-CE3C-4436-92CE-F3140F1E5A4B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0CFFDC44-270C-482C-901A-753CE72AD05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4C55505B-D8AE-4072-B6BD-EF1D858EDDEF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8F04B93F-D624-4624-BDEE-948E098ADE0A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0ABCE6F8-5134-44D3-B6EA-FE8F07637202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4B72E1AF-F969-4B2B-9255-FCB7D306F5EA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A318AC97-C424-4C71-A812-2D7E1DB09A7C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2C407E41-A38C-4451-B3F6-DD0CC089C1DB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AEB1BBF5-B28F-4427-A888-5A703BEA58BD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6DF6F858-0B7B-4457-A4BD-D6D0B85B5751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D04D67D-03D9-4A2B-879B-484D81318265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E8C5F117-4C90-4582-95AA-D89B54340A6C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BE96BA27-F812-43BB-B197-27E0409EDEFB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DC2218B7-5CA4-44F2-A6A0-BF12319C64FA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FACD80EA-54B7-47E3-8430-4B4375C01427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9494983D-29CF-4F1C-9F0B-216098A1DB59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8322B260-E149-44EF-8715-533EAA5F88AF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60E066B4-9E4D-4333-A6BC-A743674B34A6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1159C4F5-7548-4564-974A-D6785D4898BC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9BE3167C-8665-4324-B385-584DF74ADD35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370FCAF4-9C9A-474C-955D-DEF59C85C506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AB6C0B64-A255-467B-A266-18F4EB28B749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9F41601D-C69D-401B-BA44-FE588C771141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9490C1D8-ADA8-425F-B930-AD3EA85AC2CB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EABED045-728B-4839-A1E9-42B3774E1E4E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AEB76E87-AAFE-41F4-9A1C-73915598D220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A1A24B15-5EA0-45E2-B4B8-93F5D7169935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711A5877-7F3A-4DFC-99C3-1C901FAA0A4F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953C3DCF-2F37-4AF3-B415-8BBE6464D0D2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3DFC76A7-BF4F-453E-A9C6-E893DF156423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B7132F60-B2D8-47A8-A18F-BA7DF3AAADF8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C4B9B37A-F3C6-4CC5-8366-59EFA24D65F4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741A72CA-BACF-43B6-89DC-D95F406212E3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A13C4FB6-9DD4-444B-9F0E-35EA56CCC79F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D27A0224-AFB8-4001-A960-521907BE7E07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D6ADC96B-6301-4211-A6FF-C1373EF6CF08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1068FF11-4BF3-4805-A713-896F6B2EC1B0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50648C90-1181-416B-A9CA-1A8B2D2EF405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04F9ADDE-019D-4641-BF02-B44024207088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BA6DAB06-919A-48E7-ABCE-289F428865C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235BAE9D-4AFB-4CD6-AD7D-721290FA7831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D88269D3-D9B4-4AED-9D8D-4E182C0EE3F3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3CF06FC2-1910-4BA6-ACF7-0D0B9738E1E8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5A1CC431-DD5B-4EBC-AFAC-57E2D35F20FE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3731AFE5-51BF-471F-B878-52A4A8749C6A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6F2264A5-FB55-4FE6-80F7-069C2F955539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206C2F78-AE3A-4D21-A08F-1EA3434479BF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2146EC55-FA3B-4228-8A2A-83C55CDD59E2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D351A631-C965-4E29-9A4D-3F1DAFEA1F3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6A98DD31-EE26-4A2C-8593-CCFEEAD0E63E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893FED49-AD8D-4FDD-AD4F-DF2748587099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6B257309-27E0-4C6E-BA9D-A18B903C3BC7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1CFC2327-2026-44DC-94AC-458552DC5C1E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9923AD14-CC65-41C1-83BA-3E464E301793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2997FF35-9264-4BCF-9D20-E9E51909C1E3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FE931FE7-54F7-47D0-92B0-E5D8904B475F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57B1EAC4-0828-4F2E-BDAD-800B7873C037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893D1E12-C867-4C75-B401-5A995F458FD5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CBBF00F0-25A5-48E1-BAEB-95FF0CFFEB21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BBD7EBB7-7814-4FDE-BF85-88DDB87EA34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2AD63E13-C464-4CE5-B39A-4D78904A56C5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DDF7AE37-A603-4C9C-B3A2-4821B1B56E38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A1DEDD4C-14BC-4168-9114-58C4C429EB63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CED2A896-8EB4-4C8A-BB8A-79FF24FBB4DC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46F69283-8BA5-4B35-82E9-06F7A2F37EA2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D85FFC5-5329-47CA-88A4-4F1694EC0942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BEED5D90-43ED-4371-83A3-4F49F77DB223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6F4E165B-EF50-4591-8EA1-CE34414B070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C11245E3-C3D0-4E1A-8488-EF34A4D38DAB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855F4B11-9510-463D-886A-8A9361284E8A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5DCBC914-B9CF-47AB-AB0B-31F2D9D2E6EB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2625695B-1524-4CBA-BF5D-979BD2BF3EB0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C53C2EA3-839F-4CC9-87B4-96893E17AD18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DCE898DB-58C5-4670-9531-58BFB5968B5B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E23DAD1B-94D5-4C5D-9D8E-3355135482BB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5E7BADD-9C80-4830-A60F-2A9A59BFEC51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13BA9298-EA96-4D1F-9371-235C21014DC7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F0A6C4AD-A748-4575-A2AA-9F8156C5C948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60107418-381E-4FAF-8D8C-DA2D0153E66D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9A2EE0DD-3E4D-42F2-B832-3A70BF058C6D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141EB40D-4E3E-41EC-A54F-B543A087E881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07D00AF1-F3DB-4DB7-AD66-99916FBD9164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187FCABC-22F8-47F9-8361-40CB323AF548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77F5C2D8-DAA7-4B5C-BB7E-859CACA6EA23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035B93FD-8AED-4277-A37B-833DA5442843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6FB9D863-A569-4D46-B18F-2C0BDFABCED3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DEC2A3B5-C374-49EC-B1C0-2E2A026AB080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BFF0C614-1EF1-4600-8D9A-390E7D1B90A7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74B3AB55-6C0F-4497-BBC9-F1510D64BB8A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ED873A42-19FC-4701-B18F-793AA3D038C3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9F24BB38-FC64-4D2E-9725-A45C6E2A1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36EBF5A7-BECB-43EB-9619-B1A71EB05178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5C877DBB-28B5-4178-A01C-847A74870818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2554E550-0591-422F-9DA6-DB69882788AE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C5461F6E-5DEE-42A2-AA87-36EC2AF8013B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8694F85-D995-4404-B214-0BAC9CB85959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BF25A588-7097-478E-B579-E2D2DD96DF8C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20676449-44C1-4F45-90CE-005199A782A1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EEE70FD0-620A-4A64-B329-FE0C911F697A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3F70FD37-8169-442D-B6C3-6A282B41667A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C57DA652-76DA-41EA-A497-6482BC1D4464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241594A9-D549-4D89-A2A5-F68A5691C423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44D48C3D-AB3B-4714-B7BF-A0D70ECDCA3A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E7017452-AAD9-4E8B-B4B2-418ADC61A07C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23F0F5EF-5267-402A-BE9F-5F3A0E9EDAF4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1B733538-28F3-4645-B088-6E30222B19F3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0E4CA85F-A32D-404E-B1C3-417673C5E18E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3074D96D-00C0-40B7-96D0-C9DF3E3EEA14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3CAA526F-392C-4388-A61D-7B733CEB574F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A164A832-F01D-405F-80A0-D6313C830C12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1761D798-5256-44D9-85A6-FE01DE4DA199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D2532790-C18F-45EE-8016-CCF130C8929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E96169B8-B6B6-44A7-AA2F-CE559F969F31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5088727A-639B-4EF3-9232-668E9A4899D5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A42B252D-B1A7-45A6-8893-7113C8F990C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4F0ED216-835F-4BF9-A026-221B3006CCB7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23FB2FE4-897E-4517-AA56-82D3585D734A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FA4BCCA6-D3BE-45A9-9E62-782BC437A1A8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5BBA342F-EB48-4722-8C30-7776AC659F4B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D08DA507-98F6-4FF4-804D-6668FFAC822B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BEDF8F84-07CD-4A53-8A49-C15AB143F5FF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BC985C61-F9D8-4D93-84AB-7F7C9F762266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D7B3AF7A-C62C-4CA2-A138-45728FC6E12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D4B01987-EAFB-46F4-99C2-41E723B537F6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50019587-5DA7-4840-A5A6-AD065EAAA33A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05FBC0FF-B949-4055-8826-A35C5C21F0A3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BC7AA277-123C-4D67-A659-3A2E90AF17DF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0A452FC4-C91F-4115-9A53-0A3498583575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3A30221B-A9BC-493D-8A66-D938E47E0238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EA51723-B4E7-48AE-B660-DBB08962D7BA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0695CFAC-4396-45FB-A5F2-90F329DA9B35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0553B695-C983-4815-BB05-B47C78FA719A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DFDB5A83-AD9B-49F0-B06D-58D85B623F15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93AC08B4-72DE-4AC4-B42F-0D44C9E06766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05989980-DE25-4A2D-8840-5CDEB42A209C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1D4C3A6A-E280-4CA0-A4CF-9DDBE23054B4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7F6004D5-8949-410B-8A77-E058A0736A2D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693B98E1-54F4-4A2C-A301-C6535938BDB9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115B8C21-630F-477D-8026-B9C53FEF98A3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6061C5B5-51D5-4FC6-8667-A752B9B4BDBF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F94FAD6D-C9A7-4A9B-A623-484C4EDE24D9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09651FD8-BC9E-41CB-8303-F9F9F24E9BA7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220930FB-AE20-47EF-BA02-A52BDA458C88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36EFC45D-96AB-402F-9706-4D63B3CEC1B1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A06769C4-48E8-4919-BD9F-55F13FD85709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EDE0554E-668F-4663-97B6-2DB72FE54A46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7821BB7B-5D25-49F6-BE85-46B9CC352224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A70D3A66-56A1-4738-A3BD-F169069ED210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DAEC6500-47A8-4CCD-B444-8F559FD23973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DB0130C8-4987-4ECE-A321-534B7DC0868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78F9B46A-1BC5-4983-8133-8B5BA54D7935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28D7E014-8244-4E9E-B7E7-131F82AB54BA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0235BCC0-A473-4A64-8C76-A358C5C85CF7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9E019CE7-373A-4988-9DB5-BDF77D676E6C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3A77FE40-E47C-495D-B329-96453AD40F88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C898AA32-3C5D-4BB4-98B1-2906EA7D8129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6EC43F8E-FE95-406F-9FE0-BE94866825DC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0FECE5DB-6A73-4656-867E-7C9D894F68AA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370973C2-1BD6-4662-8751-93EC21ADC7D3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B009A12C-BB1A-4E70-AB91-0D11B7468629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37C386D7-B5E5-41AA-94DC-10AF823E8263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494D3963-2C39-4000-AA37-6AC6721172F1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A796572B-7D3C-4EA2-87B3-B7F216B8EE32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E03E0205-E6E9-481F-978A-DDE7FB14BBDE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AC6552F2-738F-4378-99F3-176D94C49EEE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96C8F6F-1C6D-4A03-B00C-478EBD364A3A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E2BF59F6-FB68-47FD-B2EE-A9B7EEA9B9ED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E2A61A87-1A03-4375-A54D-006C05735A80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328B2358-84A9-4DD9-8166-C02C0EC1CE6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FC6713D7-488C-44F3-A65C-EEB4B9492747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E7622D8-DF5A-40CD-9FB6-DF99DD996AC1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4E0C3A6F-60FA-4B54-8AB4-15D44869BFB5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20F746AE-AB2E-49C0-8837-4A1E4E6AD16A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9E3F33F7-F745-4033-91AA-71DA220A0041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8B0F45FC-B9D1-477F-9CD4-F11A229C2C84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457597C7-2105-4C2F-9009-16C78ECCF60D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AAE20F9B-0C2A-4CB3-9B6C-46FC3C60C64F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FEAD29A6-2C5E-4D70-80FC-B5CF9F833BC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216FD4A0-ED12-439E-B9C7-1AC00551EC1B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9B0B0B34-79D3-438D-8C8A-E4546D22747A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E1DE2530-A11B-46DA-89E6-BFEB6DAB5205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D17A7BD8-6F76-4E51-888D-8F6023ACD1F6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931CD8FB-1657-47BB-85CF-A3F74CC5B74B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B0EDF212-373D-4F61-97B8-FC8E45123364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AFC27FAB-E6B3-49F8-981D-914B8B1ED20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CF425C31-E58C-4BBA-BBB3-2A2DC68A5AB2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4E6CE02F-AA74-4A6E-9CA9-E342E55D5504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4D2E0FDE-B188-4972-A8A0-4BDD8010F448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D6527754-E81A-4863-B8D9-556F7D1355A6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C4C1227B-C178-4743-A50F-D09F217E0213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D8C3B6B1-0276-4878-9E4E-5CFCF80AE994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E45EFA93-2314-4ABA-B2B6-3ACEAC9F3B5B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9AACC5C0-44CC-4255-8F74-AF8944D6FE2B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0FDFFC99-5B32-4494-8054-F668B291F4D6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E62F644F-AC9C-4599-B574-21AB0EDC148F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CE528B88-5384-4BD2-B32C-F264983B9C6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F97F8259-FC64-4E53-A87C-50576731A4D6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2833039B-67EC-4335-930E-5A3A5886B330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C26BB9A4-F303-4BA0-A9F5-BBA63EC83B1D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A85A8E3B-FCA3-44E4-A7B2-CFDA7898A59C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45D09607-8097-4700-8609-F8DCEA7AA288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E1CF003F-B29B-4E31-B29A-0F3BD3AFAC60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E6E98A09-CB45-4936-8C40-9E7078C13B60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00E34335-E68A-4122-8E67-EC2AA2A72D2E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013A1D89-36EC-4F01-96CD-7CD4F3C28912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644A5FE7-567E-4D75-9F42-2F3EC631827C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A3040733-6ABE-4244-B600-894FC112ECF7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B0D2A14E-D2FA-4DCD-943B-BABF27C91CBB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35EEE42F-0882-40B3-9810-DFE1DAC2263C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CBD4BC3E-266C-4A79-A59B-CAF15F0C8AA4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F61D93FD-90B0-43DE-B4FF-968185EC0678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636DAAF-43E6-49AA-846D-EC76B440F10D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09373658-E5F9-4A59-8296-A8E8A513C9D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134B4F45-1C5F-419B-AB55-278A67542BB6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7CDD38D7-9F64-496F-985B-BA86825827C3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B2E4EED0-D40F-4580-8C98-C6162ED9C9AC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42562034-9DCF-4900-A398-EA61EEE060F6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5A7359FD-5150-4FE1-8722-6E8FFBF84314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6526CF8B-205E-4D11-B0C5-2E8EF82F952B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BCBF4389-8118-46F8-A2CB-E34ED6EC6187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332CB12F-704B-4C5F-BB2A-F8DAA4F72A7E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B338C7F4-33D8-4A5F-8BC3-130763D1EB5F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F74ADA3B-9EA0-462F-9AD1-24FB9FF7D9D1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3CDF167F-EE96-4F83-BFE1-5B9402911163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B15A8FA7-03CC-47C0-9838-3A5E18AB663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4809C98C-9903-4F5A-9125-EA27DBC97A4E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CC42E0C4-9BD1-4DFD-9627-ABDF48A08ABF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721EE2E6-67A8-43D4-A0D4-40FC5AE0FFE1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2A1204A8-4D24-4E20-A36D-99D4EE2C1F3C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C6B7ACAA-8F3C-40B2-B990-91A79B4B467B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AE6EC4AF-FD87-452D-9070-4F44722AAECC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7DA8552-9C2F-45AC-A74E-038D4109CB9A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E1F0050F-7417-4AA9-910A-B75FB0C37054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AF5B8B58-B60F-4849-BCB6-372A2E724688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12A3E250-310F-41AE-B822-E9A3423B624C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9E64AA6D-C5B3-48DF-B85B-B2646D3A272A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7217096D-6141-439C-873F-BAB39D675577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50B4C039-CDDA-4E09-BAB3-5D57FDD6252E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78055E2-FA15-497A-9A3E-326FE4305E9D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439975D-24D0-4229-A37F-722495D6A9BE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1AAD8AD7-22C4-4A94-8E0C-8E2432222A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162DF61B-F146-4B70-B812-46B52FB0FA46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1785DB8A-11E1-4C25-80CC-AE3EDAFB0A90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E6D76013-F0FD-4967-879A-DF90BD197874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1E84F9B0-E529-4E35-B390-7A029A41A054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A1B96F1-AB6E-44B3-A6EC-7100655CFEE6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FAF559BF-F3F7-447E-94BC-B71051210EC0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4673A19D-21E3-431E-BCBD-297AD00E1FD3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E7BD360D-3D04-4039-B1D5-38349CD3AAD2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D29DAAC6-FD95-426A-B74B-DF020003FCA4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ABD36926-C8AF-4B7B-91A6-2FA13121D33C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3BEB3679-DD80-4BE0-ABF6-2D6D8A932C14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1FA094C2-D5FC-4928-A5C5-117763463EA6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D2745881-40A2-4FE1-BB05-BF21F36AC3CD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403D6BA9-A62C-47B8-83D0-263CF5629F76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81707942-4011-43CC-A93A-B9812724B8C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3F243E69-09F5-4616-A40A-764F829EFB8F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2E970C0F-2DB9-41EF-9FAD-0222F52FB30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36F049A0-335C-46E1-8761-75C73FABFF19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DFA1E890-5210-442F-9A59-9CD9FE0C2E3B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995AFA58-9E56-4A3B-85B2-FFC19621E18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E1F88587-7BA8-48AE-9067-2729B32F4F33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3033E36B-EE96-4680-9C9D-9D263E5CA7F0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20BB2D29-A138-4FFD-83F3-FD0F4F3D255E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2AF63AF8-4FFA-4631-9B6F-088E8169254F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2B66298-D0EC-4F75-BBFE-32EF2212C6DD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75F47973-BC0C-495A-B74A-C05FF28DC6AB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DCE904A2-9A75-4A2D-B74B-9E8F868907EA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F0A42446-CAFC-42F1-AE5B-E41316865A2B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AED5E65C-7B57-42D6-9782-1FD5342427DD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8FB2CCC3-D2C2-4F48-8D4A-8958E9D90D5D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47BA828C-7142-4B2E-AC9E-2B16379AF376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DE8BB049-3215-409C-BB35-68E83FD7D0DE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6871D968-E6E4-4CA0-B552-D4A5606D80BC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F938F965-F361-495E-A7CD-1A3BC5EFF4C6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4D44CC3-09A1-4A51-91CC-5B08DB3D6371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4405A50D-1EDF-4DA0-A7A1-8A909D9EC71C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B7843F2C-3F66-43C7-BC35-260EAD42D501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4A5B4E80-9254-4219-828B-6BF55B35E408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870DB82-4727-4C49-8041-5DDA800F4D45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483F68F5-7163-47D9-BC87-23509F358E7C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E22A324A-8F27-40AC-9312-4003FA039497}"/>
              </a:ext>
            </a:extLst>
          </p:cNvPr>
          <p:cNvSpPr>
            <a:spLocks noGrp="1"/>
          </p:cNvSpPr>
          <p:nvPr/>
        </p:nvSpPr>
        <p:spPr>
          <a:xfrm>
            <a:off x="8105967" y="50768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00022801-3D33-4AF2-A9D8-B39F2A832B87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9DDE97D7-7342-4D39-8584-B4D64743E1A0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26FF6D65-D06F-4D94-A4C5-C5A9C3377930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9240DB52-6D7D-4BBB-A61F-0EDCD346462B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757908EC-1247-4C74-96CF-237FE948F269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0FB5AA1E-E96D-4A13-9017-2DDCDDE0919E}"/>
              </a:ext>
            </a:extLst>
          </p:cNvPr>
          <p:cNvSpPr>
            <a:spLocks noGrp="1"/>
          </p:cNvSpPr>
          <p:nvPr/>
        </p:nvSpPr>
        <p:spPr>
          <a:xfrm>
            <a:off x="8424240" y="59909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ED8DB01D-BC03-4EDA-BFA4-3F924F0BC275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D1C46D43-3CDB-4551-BF6A-D60C1032AF9A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6139907B-E5AE-469D-AE42-8FD269EEBA7F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1B1754C-1E6F-4EF5-9ADC-51885DDFC4E3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20D1289A-9738-4F98-A144-074F034E96A0}"/>
              </a:ext>
            </a:extLst>
          </p:cNvPr>
          <p:cNvSpPr>
            <a:spLocks noGrp="1"/>
          </p:cNvSpPr>
          <p:nvPr/>
        </p:nvSpPr>
        <p:spPr>
          <a:xfrm>
            <a:off x="8466566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7958635C-3AC4-4237-B01B-5C4891AA0D56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023D2D91-ED4B-46BC-8014-6A025C635776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ADD48F24-4B80-497E-AB44-20C11C26DF67}"/>
              </a:ext>
            </a:extLst>
          </p:cNvPr>
          <p:cNvSpPr>
            <a:spLocks noGrp="1"/>
          </p:cNvSpPr>
          <p:nvPr/>
        </p:nvSpPr>
        <p:spPr>
          <a:xfrm>
            <a:off x="82360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A895BB1D-F2E5-47BB-B46B-1EE0F8069FD0}"/>
              </a:ext>
            </a:extLst>
          </p:cNvPr>
          <p:cNvSpPr>
            <a:spLocks noGrp="1"/>
          </p:cNvSpPr>
          <p:nvPr/>
        </p:nvSpPr>
        <p:spPr>
          <a:xfrm>
            <a:off x="8329611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955AA65E-D9F2-482A-80B5-B1F5C2120E2B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5700E6C0-FC0E-4780-9CC8-CBA4340DFCBC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599350A3-2493-46B2-9D75-9B1BEE126B41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2FEFE00A-10BA-4D73-AF97-2C83A65977FD}"/>
              </a:ext>
            </a:extLst>
          </p:cNvPr>
          <p:cNvSpPr>
            <a:spLocks noGrp="1"/>
          </p:cNvSpPr>
          <p:nvPr/>
        </p:nvSpPr>
        <p:spPr>
          <a:xfrm>
            <a:off x="8131096" y="59041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68D075B9-90D4-47C9-ADCC-3461A9D6D59C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6E05ADA9-24D8-4BA8-B45D-36D2A62406DD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D39103BF-03BC-4872-930E-1BA11E33B51D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A8F34CED-E9F0-4037-8210-72A4AA997B42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197CBEE0-C74E-4EAC-B812-193123ED1DBC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13A05717-BD17-4C8F-B9AD-9A8D9226BF77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5E86E99D-674E-4DA6-8BC7-E430B256F083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42A4A562-B16B-46BF-8699-F281F3723257}"/>
              </a:ext>
            </a:extLst>
          </p:cNvPr>
          <p:cNvSpPr>
            <a:spLocks noGrp="1"/>
          </p:cNvSpPr>
          <p:nvPr/>
        </p:nvSpPr>
        <p:spPr>
          <a:xfrm>
            <a:off x="8380004" y="59249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2D6AFEAB-B235-41F3-AAB6-9421E2C568F2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14723B73-2CCD-4625-A194-C4213F24A779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B77A707B-5517-46B5-91EF-339A70CAB523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DE05223A-293A-44F6-A60E-42323DFDB7DA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DC71245F-21B0-43FF-A4CA-1C05605249DA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61927885-5221-4146-921A-3B2748F124CB}"/>
              </a:ext>
            </a:extLst>
          </p:cNvPr>
          <p:cNvSpPr>
            <a:spLocks noGrp="1"/>
          </p:cNvSpPr>
          <p:nvPr/>
        </p:nvSpPr>
        <p:spPr>
          <a:xfrm>
            <a:off x="8093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0B5C6254-CE35-497B-82D9-6D71B68E06AB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930A2C17-2F8A-4D56-9339-CDFA8737BB8B}"/>
              </a:ext>
            </a:extLst>
          </p:cNvPr>
          <p:cNvSpPr>
            <a:spLocks noGrp="1"/>
          </p:cNvSpPr>
          <p:nvPr/>
        </p:nvSpPr>
        <p:spPr>
          <a:xfrm>
            <a:off x="81073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9B4F0B55-C328-41BF-848B-B044E12F7CA4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D23E0342-0EFE-40DC-860E-266D293AC7C9}"/>
              </a:ext>
            </a:extLst>
          </p:cNvPr>
          <p:cNvSpPr>
            <a:spLocks noGrp="1"/>
          </p:cNvSpPr>
          <p:nvPr/>
        </p:nvSpPr>
        <p:spPr>
          <a:xfrm>
            <a:off x="82287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9C9D0D16-3FF6-48BC-BB1E-13863C480D49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7BC277EB-93B7-4342-8CF3-3B5F4A8D5903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D783173D-35A8-4EC7-8A54-30E13CDDDFFD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A7EA90B6-906F-4508-A274-3AA9DBD4A67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D137BEEE-4042-4B41-842E-19BAF638FBFA}"/>
              </a:ext>
            </a:extLst>
          </p:cNvPr>
          <p:cNvSpPr>
            <a:spLocks noGrp="1"/>
          </p:cNvSpPr>
          <p:nvPr/>
        </p:nvSpPr>
        <p:spPr>
          <a:xfrm>
            <a:off x="8394060" y="56637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47E31189-2F67-4F5E-B639-6FAEF37ECA12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E5DDC1E-EB8E-4A56-AA5C-BAB3B6CA86BB}"/>
              </a:ext>
            </a:extLst>
          </p:cNvPr>
          <p:cNvSpPr>
            <a:spLocks noGrp="1"/>
          </p:cNvSpPr>
          <p:nvPr/>
        </p:nvSpPr>
        <p:spPr>
          <a:xfrm>
            <a:off x="843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3CC287A5-6470-4FE6-BBC5-F5253AB7B7B8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174A47BB-A8B4-4C82-B503-AA4C0B4142B8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FB5880F2-FB05-4F7C-9A00-1B309BE400A3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3700F7D2-7CAC-4DD5-8610-D04A3C7939FE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B38C6E33-5DBF-43B5-9794-04AEE02A38D8}"/>
              </a:ext>
            </a:extLst>
          </p:cNvPr>
          <p:cNvSpPr>
            <a:spLocks noGrp="1"/>
          </p:cNvSpPr>
          <p:nvPr/>
        </p:nvSpPr>
        <p:spPr>
          <a:xfrm>
            <a:off x="8081781" y="58873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F91F075B-1043-4D4F-9FDD-202589EB00AB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B71DFB88-F4A2-4E52-B408-9D9A15DEF25E}"/>
              </a:ext>
            </a:extLst>
          </p:cNvPr>
          <p:cNvSpPr>
            <a:spLocks noGrp="1"/>
          </p:cNvSpPr>
          <p:nvPr/>
        </p:nvSpPr>
        <p:spPr>
          <a:xfrm>
            <a:off x="82823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F7353005-0D95-40B6-99A6-B38BA4D067F2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95D8EC2A-B4AB-4F15-B57B-2CF1336E87AE}"/>
              </a:ext>
            </a:extLst>
          </p:cNvPr>
          <p:cNvSpPr>
            <a:spLocks noGrp="1"/>
          </p:cNvSpPr>
          <p:nvPr/>
        </p:nvSpPr>
        <p:spPr>
          <a:xfrm>
            <a:off x="828650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7B41DFF6-F64C-4101-A2C6-7CC01CD33877}"/>
              </a:ext>
            </a:extLst>
          </p:cNvPr>
          <p:cNvSpPr>
            <a:spLocks noGrp="1"/>
          </p:cNvSpPr>
          <p:nvPr/>
        </p:nvSpPr>
        <p:spPr>
          <a:xfrm>
            <a:off x="8387425" y="593734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77E4C6DF-4C63-4312-B581-BA2AF1D00F0E}"/>
              </a:ext>
            </a:extLst>
          </p:cNvPr>
          <p:cNvSpPr>
            <a:spLocks noGrp="1"/>
          </p:cNvSpPr>
          <p:nvPr/>
        </p:nvSpPr>
        <p:spPr>
          <a:xfrm>
            <a:off x="8353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D1422734-9676-407B-A76C-6BB98E795970}"/>
              </a:ext>
            </a:extLst>
          </p:cNvPr>
          <p:cNvSpPr>
            <a:spLocks noGrp="1"/>
          </p:cNvSpPr>
          <p:nvPr/>
        </p:nvSpPr>
        <p:spPr>
          <a:xfrm>
            <a:off x="8152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D60F093D-9636-4F80-A80E-667B4F474D93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1F147944-C0FE-4178-9272-3ABEB59BD462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DAA165A5-7E78-48FE-ABBC-85C9CC964126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8D31E8D9-AA4D-4DA8-B77A-CF7DDEFB0D93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895339F2-76BA-4F78-9E67-C648560DBC6B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3AB1273D-48A3-4382-BA26-EDD674CED41A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AAA396B5-0815-4E06-8A8B-C84137B4E6E1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9BD6EC3-7E87-4F51-98E2-148E13540B95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8C6FD152-71EF-4FEF-BAA6-232B3566AAB4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4372B58C-6BF1-4E92-80C9-9F5A7D46A565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BA2CE954-9455-4737-9862-B6953B908C72}"/>
              </a:ext>
            </a:extLst>
          </p:cNvPr>
          <p:cNvSpPr>
            <a:spLocks noGrp="1"/>
          </p:cNvSpPr>
          <p:nvPr/>
        </p:nvSpPr>
        <p:spPr>
          <a:xfrm>
            <a:off x="84588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F38B12BC-AF45-43D3-B5D8-96F277BB04F8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DAE89743-37A5-479B-B068-6DA14C44BA07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EC38729B-FBC8-46D1-A0D6-AA55033EAE29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423006FE-CF49-4540-9D96-B58B7BE39AF1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430D5C2B-1437-4789-9B13-A23E53E5E112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FE171CFD-7BE5-4C16-A296-058DF4EFC8F0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AE64A38B-BEF9-48CD-B5C6-0848DCC92BBF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F0135DFB-9140-4B77-9A59-EA9836AFD424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3872A254-694E-4A4E-A5A0-F5C2700773B8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79D7C635-9F39-415D-A46B-747C0638D395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806BE031-B783-45F5-8AD7-3874E22B13C6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522F967F-24C3-4604-A0F6-068CD4E725D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35860E22-49CA-4991-A66E-3B9E9965A63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A91CA82F-2A38-46A8-B04C-9D2FF6E463B1}"/>
              </a:ext>
            </a:extLst>
          </p:cNvPr>
          <p:cNvSpPr>
            <a:spLocks noGrp="1"/>
          </p:cNvSpPr>
          <p:nvPr/>
        </p:nvSpPr>
        <p:spPr>
          <a:xfrm>
            <a:off x="8229901" y="59759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051073C3-884A-49D3-B203-48DF848FD1CE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2F89D78F-19BF-4635-8401-7ACA3150FC67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B1D25A40-E93B-40AB-8CAC-C1AF184FB490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0782CBFA-D3B8-4000-B303-4B3E35C06BA0}"/>
              </a:ext>
            </a:extLst>
          </p:cNvPr>
          <p:cNvSpPr>
            <a:spLocks noGrp="1"/>
          </p:cNvSpPr>
          <p:nvPr/>
        </p:nvSpPr>
        <p:spPr>
          <a:xfrm>
            <a:off x="8274803" y="379717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A465A1BD-7921-4940-89BA-2CFDFC04E1CE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90F6B54B-8EB8-4180-AB32-3D9FBFCCEC70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D38A483-BB93-4B78-97BC-9BE59244B384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4A55D5E1-3A2D-4AB0-A92E-EE57CFE636E5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9B65E88D-D555-41B3-A728-97C9C8A6FB66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E75F4ABF-A4CD-46B0-876C-0EC906975EB8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53EC606D-22C0-4531-8431-6E2487A2EEF7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62D7D384-EAB5-4DB4-A1EB-75F3A45FFF13}"/>
              </a:ext>
            </a:extLst>
          </p:cNvPr>
          <p:cNvSpPr>
            <a:spLocks noGrp="1"/>
          </p:cNvSpPr>
          <p:nvPr/>
        </p:nvSpPr>
        <p:spPr>
          <a:xfrm>
            <a:off x="8277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59829F50-6AAF-42B7-ADCE-2FC49E399F7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44D978A6-D37C-44AE-80AE-0C980A2510E9}"/>
              </a:ext>
            </a:extLst>
          </p:cNvPr>
          <p:cNvSpPr>
            <a:spLocks noGrp="1"/>
          </p:cNvSpPr>
          <p:nvPr/>
        </p:nvSpPr>
        <p:spPr>
          <a:xfrm>
            <a:off x="84613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D2446A1C-91F7-4840-AE83-0E7E69332940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27BBD4AF-88F0-4397-B097-A07A5C5082A5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71A2E7F8-B605-474F-87AD-1D19D88C9FE1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9DCBC481-0CE4-4BF4-B2C1-0C1EC56F2ED7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772364F8-EAA5-4F13-A082-ECD49038A365}"/>
              </a:ext>
            </a:extLst>
          </p:cNvPr>
          <p:cNvSpPr>
            <a:spLocks noGrp="1"/>
          </p:cNvSpPr>
          <p:nvPr/>
        </p:nvSpPr>
        <p:spPr>
          <a:xfrm>
            <a:off x="82112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078E6093-7A7B-43F7-A935-958FE33A82FF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906BDDE1-4051-43EA-A405-5E7C349CD581}"/>
              </a:ext>
            </a:extLst>
          </p:cNvPr>
          <p:cNvSpPr>
            <a:spLocks noGrp="1"/>
          </p:cNvSpPr>
          <p:nvPr/>
        </p:nvSpPr>
        <p:spPr>
          <a:xfrm>
            <a:off x="8118954" y="581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228B30A0-D8CB-4835-A79A-10A8B2BBC8C7}"/>
              </a:ext>
            </a:extLst>
          </p:cNvPr>
          <p:cNvSpPr>
            <a:spLocks noGrp="1"/>
          </p:cNvSpPr>
          <p:nvPr/>
        </p:nvSpPr>
        <p:spPr>
          <a:xfrm>
            <a:off x="8142517" y="56327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64C9C00C-15C7-4A73-B833-ADD6B18EFE09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8CA6E5A5-57AC-44CB-9D7D-B8255924203A}"/>
              </a:ext>
            </a:extLst>
          </p:cNvPr>
          <p:cNvSpPr>
            <a:spLocks noGrp="1"/>
          </p:cNvSpPr>
          <p:nvPr/>
        </p:nvSpPr>
        <p:spPr>
          <a:xfrm>
            <a:off x="84472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F25B7114-000C-45A7-93D9-BC337FCD4BEB}"/>
              </a:ext>
            </a:extLst>
          </p:cNvPr>
          <p:cNvSpPr>
            <a:spLocks noGrp="1"/>
          </p:cNvSpPr>
          <p:nvPr/>
        </p:nvSpPr>
        <p:spPr>
          <a:xfrm>
            <a:off x="81077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B0E4490-3CEB-4E40-BCED-C7574C397B23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BC57F5EE-553C-45DA-93FD-FDBB8E969AB0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E265302E-6521-481C-9985-402FDC2657F4}"/>
              </a:ext>
            </a:extLst>
          </p:cNvPr>
          <p:cNvSpPr>
            <a:spLocks noGrp="1"/>
          </p:cNvSpPr>
          <p:nvPr/>
        </p:nvSpPr>
        <p:spPr>
          <a:xfrm>
            <a:off x="82237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C124CFD3-1AEC-403C-B908-BE74E0D59EDA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F0838146-43FC-4D7F-A756-A03ADF42F8E0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CA011CB3-1B69-42A8-8C44-3C2616CCD44D}"/>
              </a:ext>
            </a:extLst>
          </p:cNvPr>
          <p:cNvSpPr>
            <a:spLocks noGrp="1"/>
          </p:cNvSpPr>
          <p:nvPr/>
        </p:nvSpPr>
        <p:spPr>
          <a:xfrm>
            <a:off x="8444832" y="59863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781EA2DE-E236-4AA2-8721-FE3F0CB2C6D4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63824CCD-23F8-4D7D-932A-3E9BE2341228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A38339EE-671B-4E5F-AE33-FD967D804D53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FF325C83-D7DB-4490-9459-9BAD80C146C2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F96C1962-9EF1-43C5-AC43-10C7E29F5D8F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82C5A329-BE67-454B-9B9E-6C0DA82E7271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F5B1227E-4D54-4059-AEEF-A4E881866334}"/>
              </a:ext>
            </a:extLst>
          </p:cNvPr>
          <p:cNvSpPr>
            <a:spLocks noGrp="1"/>
          </p:cNvSpPr>
          <p:nvPr/>
        </p:nvSpPr>
        <p:spPr>
          <a:xfrm>
            <a:off x="8304223" y="5712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5B2F41BA-4FBE-4779-8101-781203C4D3AC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D7B76AE0-6742-48CC-A47A-1D411436354E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413FEDB2-EF60-4B31-A969-19DE3C606792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8C378EDD-D3F4-4D84-8472-5489260D3D0D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E693467A-C302-42F7-9BE8-6F0343D51FB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185F135D-EDF6-469C-9437-D393CB34FCD9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6516AD13-ADCC-4BBC-8FC1-79E8EE590462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7FD6CF13-48D3-402A-BD86-87E07B4165F8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D65C9A80-A23D-40BA-A738-9306A475403B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7F550F0B-7AF9-4C24-BC34-B9203F7F981F}"/>
              </a:ext>
            </a:extLst>
          </p:cNvPr>
          <p:cNvSpPr>
            <a:spLocks noGrp="1"/>
          </p:cNvSpPr>
          <p:nvPr/>
        </p:nvSpPr>
        <p:spPr>
          <a:xfrm>
            <a:off x="83300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42622983-5DF5-4F8A-9F18-109246209C70}"/>
              </a:ext>
            </a:extLst>
          </p:cNvPr>
          <p:cNvSpPr>
            <a:spLocks noGrp="1"/>
          </p:cNvSpPr>
          <p:nvPr/>
        </p:nvSpPr>
        <p:spPr>
          <a:xfrm>
            <a:off x="81703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3048FB32-E1D5-4134-964D-30D346E63DDC}"/>
              </a:ext>
            </a:extLst>
          </p:cNvPr>
          <p:cNvSpPr>
            <a:spLocks noGrp="1"/>
          </p:cNvSpPr>
          <p:nvPr/>
        </p:nvSpPr>
        <p:spPr>
          <a:xfrm>
            <a:off x="82678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87635C4-92B5-4A1E-A7AB-A3C4941ED050}"/>
              </a:ext>
            </a:extLst>
          </p:cNvPr>
          <p:cNvSpPr>
            <a:spLocks noGrp="1"/>
          </p:cNvSpPr>
          <p:nvPr/>
        </p:nvSpPr>
        <p:spPr>
          <a:xfrm>
            <a:off x="823817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41F99CDD-1C0F-4675-B4E0-CFB24EFBF6A3}"/>
              </a:ext>
            </a:extLst>
          </p:cNvPr>
          <p:cNvSpPr>
            <a:spLocks noGrp="1"/>
          </p:cNvSpPr>
          <p:nvPr/>
        </p:nvSpPr>
        <p:spPr>
          <a:xfrm>
            <a:off x="82761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7C55EBB3-F91B-43DB-99CE-943EA9711A4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17C2DE37-163B-4F61-B44F-A1CD3A33F2E7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FDE24B9-866A-4663-A5F2-C297D5577660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83D32DDB-CDD1-452D-A07D-294C754D93FE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C6EB53EF-FB2F-4BD7-BDF7-AF45741E698D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9203EA96-9770-4649-8E39-B96CD6B38329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62B89C61-4D54-4E8A-B82D-EDE36C9E44DF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B2FC6EB8-245D-4D55-8E33-74FA5D79DD10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24CD7D09-DE7F-4DAC-921D-530E078B278A}"/>
              </a:ext>
            </a:extLst>
          </p:cNvPr>
          <p:cNvSpPr>
            <a:spLocks noGrp="1"/>
          </p:cNvSpPr>
          <p:nvPr/>
        </p:nvSpPr>
        <p:spPr>
          <a:xfrm>
            <a:off x="8195042" y="5927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EA93F553-E78B-4E07-87BF-E8F600CCA2BA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5A3DCD6F-0691-4A80-B426-6C2C8EBB06C6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C45F08C0-1E51-438B-A60D-EAB3659E0080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DAC8E015-60D5-4A32-9AD3-FF700B86A509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88D6D85F-F349-4657-954A-F23F5C0F1353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8196DD2D-F1B1-4909-856D-DD7F9E0071E6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0044AD59-7EDC-4D23-9503-6FE608296495}"/>
              </a:ext>
            </a:extLst>
          </p:cNvPr>
          <p:cNvSpPr>
            <a:spLocks noGrp="1"/>
          </p:cNvSpPr>
          <p:nvPr/>
        </p:nvSpPr>
        <p:spPr>
          <a:xfrm>
            <a:off x="822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0D945429-DBC4-4A78-A846-6773DF58C77F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2C298656-B3B0-4B18-9822-D1687E5FB53D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B87C652E-75CD-4336-BE1D-8ABF4EE8F497}"/>
              </a:ext>
            </a:extLst>
          </p:cNvPr>
          <p:cNvSpPr>
            <a:spLocks noGrp="1"/>
          </p:cNvSpPr>
          <p:nvPr/>
        </p:nvSpPr>
        <p:spPr>
          <a:xfrm>
            <a:off x="8425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D5C15318-84D0-4EFB-B3EA-1ABD0A4B76FE}"/>
              </a:ext>
            </a:extLst>
          </p:cNvPr>
          <p:cNvSpPr>
            <a:spLocks noGrp="1"/>
          </p:cNvSpPr>
          <p:nvPr/>
        </p:nvSpPr>
        <p:spPr>
          <a:xfrm>
            <a:off x="82073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4829C38D-9046-4BB7-9EA8-3AF332B98651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7604A328-F8C1-4B98-8146-46A42A1BE406}"/>
              </a:ext>
            </a:extLst>
          </p:cNvPr>
          <p:cNvSpPr>
            <a:spLocks noGrp="1"/>
          </p:cNvSpPr>
          <p:nvPr/>
        </p:nvSpPr>
        <p:spPr>
          <a:xfrm>
            <a:off x="833623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49985964-794D-4724-B99D-7938FE9EBAA9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634BF738-5058-4382-B563-E77BDEA2808F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FF48605E-4712-4FD6-A729-46943BDB3207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77437054-374C-4E25-BD4B-A356319FB792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F2F5B1B0-1525-45C5-BD17-F6917734251E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0FCA18D9-CECD-4E38-B8DF-ED665FC84D9D}"/>
              </a:ext>
            </a:extLst>
          </p:cNvPr>
          <p:cNvSpPr>
            <a:spLocks noGrp="1"/>
          </p:cNvSpPr>
          <p:nvPr/>
        </p:nvSpPr>
        <p:spPr>
          <a:xfrm>
            <a:off x="8407604" y="59084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F317B6FB-5E30-49BB-99AE-3427AFC1BF14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0FCFB1E1-2448-4166-97AA-DBB831243B2E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A3961723-5590-4C40-88F2-88834EE497D9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4ED72165-B8CD-4A59-A3BF-EB917D0CAD58}"/>
              </a:ext>
            </a:extLst>
          </p:cNvPr>
          <p:cNvSpPr>
            <a:spLocks noGrp="1"/>
          </p:cNvSpPr>
          <p:nvPr/>
        </p:nvSpPr>
        <p:spPr>
          <a:xfrm>
            <a:off x="8218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82572D9-85BF-4573-930C-B52CD31CF83B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03F7D854-D6F1-47C9-9B90-DF81817B77B8}"/>
              </a:ext>
            </a:extLst>
          </p:cNvPr>
          <p:cNvSpPr>
            <a:spLocks noGrp="1"/>
          </p:cNvSpPr>
          <p:nvPr/>
        </p:nvSpPr>
        <p:spPr>
          <a:xfrm>
            <a:off x="81046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826B265D-E2D5-42AA-8944-665D371DDC8B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075EC7B7-89B2-44B6-A364-5FB238378766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49CC72AD-FD53-4EC3-A13E-46AADD01434A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7227EE8B-06E5-47B1-B49A-90F26DBAB985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F59A623D-0A13-41EA-803D-59AFE1F43A15}"/>
              </a:ext>
            </a:extLst>
          </p:cNvPr>
          <p:cNvSpPr>
            <a:spLocks noGrp="1"/>
          </p:cNvSpPr>
          <p:nvPr/>
        </p:nvSpPr>
        <p:spPr>
          <a:xfrm>
            <a:off x="8282713" y="5992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837AB3E3-9CE0-45D0-850A-A5018CC0CE0B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CFCE3EF6-BC86-4DA1-BDE8-F136BF4B9D6E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08FB3632-BAB3-4B69-BB69-01E8665FE54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80EBBC85-B7B8-4D8A-A740-4BC0C6383B2B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8F7445AE-AB03-4EFF-AED9-A4E855EE51E5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681434A8-6FA7-46E0-9803-2207BAB46312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62F26B23-5C3E-44C5-AEA0-8EFDE3037551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6D618759-1890-41F4-8A96-68F9D1B966A5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4F1B67E5-4F0F-4B2C-A8E8-F86F6308DB5E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03BEFA2-9057-42F4-8A5E-C8CE17DF8D13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43EA749F-985A-4D8A-988D-90D0E642EAC5}"/>
              </a:ext>
            </a:extLst>
          </p:cNvPr>
          <p:cNvSpPr>
            <a:spLocks noGrp="1"/>
          </p:cNvSpPr>
          <p:nvPr/>
        </p:nvSpPr>
        <p:spPr>
          <a:xfrm>
            <a:off x="7188543" y="4056111"/>
            <a:ext cx="191" cy="400934"/>
          </a:xfrm>
          <a:custGeom>
            <a:avLst/>
            <a:gdLst/>
            <a:ahLst/>
            <a:cxnLst/>
            <a:rect l="0" t="0" r="0" b="0"/>
            <a:pathLst>
              <a:path w="191" h="400934">
                <a:moveTo>
                  <a:pt x="0" y="40093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049F92CA-55EE-48DE-A539-A12275E904C4}"/>
              </a:ext>
            </a:extLst>
          </p:cNvPr>
          <p:cNvSpPr>
            <a:spLocks noGrp="1"/>
          </p:cNvSpPr>
          <p:nvPr/>
        </p:nvSpPr>
        <p:spPr>
          <a:xfrm>
            <a:off x="7054035" y="445704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3377590E-1420-46A1-9485-98B698479593}"/>
              </a:ext>
            </a:extLst>
          </p:cNvPr>
          <p:cNvSpPr>
            <a:spLocks noGrp="1"/>
          </p:cNvSpPr>
          <p:nvPr/>
        </p:nvSpPr>
        <p:spPr>
          <a:xfrm>
            <a:off x="7054035" y="40561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67A274C6-44EA-4531-B6BB-22339360F0BA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3F322FCF-F8B8-49C9-A824-23570B87D0B5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C81A1A26-5645-4B7D-BFB1-364BAFC2D364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9524D62A-D118-4FA7-B72B-28B7A6A7E7B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C1DF50D0-D1B8-4B78-B2D3-7B5CEDECD658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F0F69BFE-F692-4D6A-BC76-2B8426AD776D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5732CDFC-5A56-4C40-A371-E3A46133C676}"/>
              </a:ext>
            </a:extLst>
          </p:cNvPr>
          <p:cNvSpPr>
            <a:spLocks noGrp="1"/>
          </p:cNvSpPr>
          <p:nvPr/>
        </p:nvSpPr>
        <p:spPr>
          <a:xfrm>
            <a:off x="7751033" y="4478419"/>
            <a:ext cx="191" cy="394398"/>
          </a:xfrm>
          <a:custGeom>
            <a:avLst/>
            <a:gdLst/>
            <a:ahLst/>
            <a:cxnLst/>
            <a:rect l="0" t="0" r="0" b="0"/>
            <a:pathLst>
              <a:path w="191" h="394398">
                <a:moveTo>
                  <a:pt x="0" y="3943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DA905AC3-2B6F-401B-BED2-2C454451CA36}"/>
              </a:ext>
            </a:extLst>
          </p:cNvPr>
          <p:cNvSpPr>
            <a:spLocks noGrp="1"/>
          </p:cNvSpPr>
          <p:nvPr/>
        </p:nvSpPr>
        <p:spPr>
          <a:xfrm>
            <a:off x="7616525" y="48728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EDC300FA-CB76-4E10-9D29-ECCC135C57B7}"/>
              </a:ext>
            </a:extLst>
          </p:cNvPr>
          <p:cNvSpPr>
            <a:spLocks noGrp="1"/>
          </p:cNvSpPr>
          <p:nvPr/>
        </p:nvSpPr>
        <p:spPr>
          <a:xfrm>
            <a:off x="7616525" y="44784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FC95D6F6-1B96-4662-990C-0A9167B5A17C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E54ECCA9-C822-485F-B58F-6F9CD35A9C4D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1896EDA8-A6E9-4780-85B9-F49D59DDD6F9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E1F472C3-AC26-489D-BAA9-8E7186D563A8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16B9406A-6FB1-4B7E-B3C7-FF79C3485B2C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C6A94E68-8EDE-4701-849D-5A102124C3A8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D715C189-6572-49E5-B368-1EB1BBBC4EF4}"/>
              </a:ext>
            </a:extLst>
          </p:cNvPr>
          <p:cNvSpPr>
            <a:spLocks noGrp="1"/>
          </p:cNvSpPr>
          <p:nvPr/>
        </p:nvSpPr>
        <p:spPr>
          <a:xfrm>
            <a:off x="8313523" y="5687749"/>
            <a:ext cx="191" cy="190725"/>
          </a:xfrm>
          <a:custGeom>
            <a:avLst/>
            <a:gdLst/>
            <a:ahLst/>
            <a:cxnLst/>
            <a:rect l="0" t="0" r="0" b="0"/>
            <a:pathLst>
              <a:path w="191" h="190725">
                <a:moveTo>
                  <a:pt x="0" y="19072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E72CE92A-771E-431E-A545-646D9A153A86}"/>
              </a:ext>
            </a:extLst>
          </p:cNvPr>
          <p:cNvSpPr>
            <a:spLocks noGrp="1"/>
          </p:cNvSpPr>
          <p:nvPr/>
        </p:nvSpPr>
        <p:spPr>
          <a:xfrm>
            <a:off x="8179015" y="587847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CC055A4F-DA44-4E7A-B7CA-FD0C847776EB}"/>
              </a:ext>
            </a:extLst>
          </p:cNvPr>
          <p:cNvSpPr>
            <a:spLocks noGrp="1"/>
          </p:cNvSpPr>
          <p:nvPr/>
        </p:nvSpPr>
        <p:spPr>
          <a:xfrm>
            <a:off x="8179015" y="568774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FD92941D-6F33-415B-80F9-3E5373892460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4F77AD62-D121-4E5C-B5BA-1342A5D5D1DF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ACDAC961-27AA-41C6-928F-5CE57E4FFF81}"/>
              </a:ext>
            </a:extLst>
          </p:cNvPr>
          <p:cNvSpPr>
            <a:spLocks noGrp="1"/>
          </p:cNvSpPr>
          <p:nvPr/>
        </p:nvSpPr>
        <p:spPr>
          <a:xfrm>
            <a:off x="6978221" y="4254407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F48630EC-80BC-4261-BAFE-7015D0141DA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1E0B2E09-0B22-48C7-94AB-201BEA123849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1A72EC4-2081-4D5A-B137-907567743352}"/>
              </a:ext>
            </a:extLst>
          </p:cNvPr>
          <p:cNvSpPr>
            <a:spLocks noGrp="1"/>
          </p:cNvSpPr>
          <p:nvPr/>
        </p:nvSpPr>
        <p:spPr>
          <a:xfrm>
            <a:off x="7540711" y="4677507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31870157-5888-467A-BCCA-08AA45C3755F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A47C9112-EC9A-4B88-A371-3D487AD3C3DF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0C92399B-1616-4F9F-B3C9-CFD9D308E33E}"/>
              </a:ext>
            </a:extLst>
          </p:cNvPr>
          <p:cNvSpPr>
            <a:spLocks noGrp="1"/>
          </p:cNvSpPr>
          <p:nvPr/>
        </p:nvSpPr>
        <p:spPr>
          <a:xfrm>
            <a:off x="8103201" y="578841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ABA127BD-E460-4EF8-872A-30E8E4216773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287962C2-5A6B-421B-AEC5-1030520E487D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7C7ED4CC-E71D-4284-AA7F-95C9CB586808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B9301515-E276-458B-A0C2-781BE6FBDE87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9D0612A9-D922-4600-A20F-8E029711BBDB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A129DADC-9C90-4E9D-B323-4FFB764DE7B4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DB59568D-4782-4A35-839E-3D504CF23991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D9B77745-E75C-46F9-B172-30112C2849D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6487049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A461685F-F7D7-40B3-ADD8-E9352B242715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BBDB8274-8CBA-4FB1-AEE5-28952D54D19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F2935875-75E7-46A4-957E-93AB1E1FACFA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A551BCF7-6725-4CED-BF15-C2CBF8FDC890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3241DE76-B67E-40C0-B3E1-5A37FD9332B5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C07E7268-84D1-4AEF-9A58-454FAC85D713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B818610B-ABC3-497F-B5B2-5AAFA5C8ACFB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066846F5-09BF-4E54-AAF9-4B93F434B034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B7A7FCE4-E45F-4F7B-BE61-3D3B0E5091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34E44687-85DF-4CF4-8AF3-1D14E800979B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94CE5D04-FD36-4F78-906B-C90C260FC582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DA3724FC-F739-4BAD-A2BF-4FC4B0A93A9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FB54ABD0-212F-49D9-8184-7C32D116154C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F120754E-0FF2-46AF-A5A3-F4C05AB80820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1294DA8-F945-4C15-BE54-6856D4D8FB58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E3111306-9630-4202-A700-3064BDC17056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21ABA54-304E-4D9F-AADA-6F315E6E31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DD2ADC88-F940-440C-8830-C6C78F977927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A47ECE73-FB84-493F-922D-35DB85469F93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2F0D75B1-CD34-447A-8577-20D3FDBE1B5D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71A267EE-9BCB-481A-B915-1898E3E740B2}"/>
              </a:ext>
            </a:extLst>
          </p:cNvPr>
          <p:cNvSpPr>
            <a:spLocks noGrp="1"/>
          </p:cNvSpPr>
          <p:nvPr/>
        </p:nvSpPr>
        <p:spPr>
          <a:xfrm>
            <a:off x="6941048" y="4151517"/>
            <a:ext cx="494991" cy="1882050"/>
          </a:xfrm>
          <a:custGeom>
            <a:avLst/>
            <a:gdLst/>
            <a:ahLst/>
            <a:cxnLst/>
            <a:rect l="0" t="0" r="0" b="0"/>
            <a:pathLst>
              <a:path w="494991" h="1882050">
                <a:moveTo>
                  <a:pt x="0" y="1882050"/>
                </a:moveTo>
                <a:lnTo>
                  <a:pt x="494991" y="1882050"/>
                </a:lnTo>
                <a:lnTo>
                  <a:pt x="494991" y="0"/>
                </a:lnTo>
                <a:lnTo>
                  <a:pt x="0" y="0"/>
                </a:lnTo>
                <a:lnTo>
                  <a:pt x="0" y="188205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5C1361A0-4E3A-4147-A0C3-39AFDDF87C4F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1B3A1BCB-0051-46AD-8340-E074BADF5CAD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AF11DC87-D72D-4721-B6CF-4C8833B197F2}"/>
              </a:ext>
            </a:extLst>
          </p:cNvPr>
          <p:cNvSpPr>
            <a:spLocks noGrp="1"/>
          </p:cNvSpPr>
          <p:nvPr/>
        </p:nvSpPr>
        <p:spPr>
          <a:xfrm>
            <a:off x="7503538" y="4629109"/>
            <a:ext cx="494991" cy="1404458"/>
          </a:xfrm>
          <a:custGeom>
            <a:avLst/>
            <a:gdLst/>
            <a:ahLst/>
            <a:cxnLst/>
            <a:rect l="0" t="0" r="0" b="0"/>
            <a:pathLst>
              <a:path w="494991" h="1404458">
                <a:moveTo>
                  <a:pt x="0" y="1404458"/>
                </a:moveTo>
                <a:lnTo>
                  <a:pt x="494991" y="1404458"/>
                </a:lnTo>
                <a:lnTo>
                  <a:pt x="494991" y="0"/>
                </a:lnTo>
                <a:lnTo>
                  <a:pt x="0" y="0"/>
                </a:lnTo>
                <a:lnTo>
                  <a:pt x="0" y="140445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3527E086-4BE0-4F04-B921-1999562D28A8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1F0D59C6-EC6C-4123-9B9D-B322AD2055F6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442690E6-9EB6-447F-A6E0-ADB98E00AE34}"/>
              </a:ext>
            </a:extLst>
          </p:cNvPr>
          <p:cNvSpPr>
            <a:spLocks noGrp="1"/>
          </p:cNvSpPr>
          <p:nvPr/>
        </p:nvSpPr>
        <p:spPr>
          <a:xfrm>
            <a:off x="8066027" y="5446190"/>
            <a:ext cx="494991" cy="587376"/>
          </a:xfrm>
          <a:custGeom>
            <a:avLst/>
            <a:gdLst/>
            <a:ahLst/>
            <a:cxnLst/>
            <a:rect l="0" t="0" r="0" b="0"/>
            <a:pathLst>
              <a:path w="494991" h="587376">
                <a:moveTo>
                  <a:pt x="0" y="587376"/>
                </a:moveTo>
                <a:lnTo>
                  <a:pt x="494991" y="587376"/>
                </a:lnTo>
                <a:lnTo>
                  <a:pt x="494991" y="0"/>
                </a:lnTo>
                <a:lnTo>
                  <a:pt x="0" y="0"/>
                </a:lnTo>
                <a:lnTo>
                  <a:pt x="0" y="58737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79E082A9-B029-4A1E-9AC1-911D811AC8D2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07F0E35B-7071-4A72-B6D2-983C69288760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62D290EF-F22A-4D90-9673-826FCD2E23B8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5935E7DF-19A4-4688-AADA-341C04D98161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14C9B39C-ED60-4874-935D-E76D8BB81E8A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8A120FE5-DA77-49C6-A92C-A4C03F56FC0C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CE15F987-0F11-47DB-91AC-1BBAC9176799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24E8F93A-2188-470B-9008-059D44386097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30A768A-476F-4AF1-9131-6CC2B737BD01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BE815C1B-3AF8-4D96-823A-A37C136456B6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8EBC3ADA-591A-47DC-97A0-36D0392A7E33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85B35FE5-CF88-4185-AEB1-6EC164338D4C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C0B0FFE0-0D11-4FDA-9EEE-8FFF412CA8FE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4EF9BACA-3C7C-48C0-AC8E-D635B01AEDB8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AC4AF775-B260-4605-86A3-7AA1E5610B82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B4D134E7-FCFC-425A-8D0F-02E9221E77F8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C48DD0A5-B035-4BFC-BD7A-ADDC4814FE05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53284FE8-B02B-401B-B3E2-89E46CAB80F0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F798B455-5636-4DC9-8F99-72E1064D86DE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1AE822B2-EBCF-466F-8B4F-48DEBDB48A8C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62B11E5-F405-48EB-89C7-4555CB985DF3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FBEF39E-031E-4046-A4EA-66AC95B50F5B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D93C3A10-5D3D-4B51-A3E8-2999DC522B28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4495F530-9E59-4E52-825A-2039550B62A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231B5ACE-9155-4CA0-9005-9F7DA267DB97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C2F0A4FE-9371-4BD5-A00F-6A2313444949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5919BEF1-5102-4455-95D8-B756FE946DB1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4EB3C897-FB52-484A-8EAE-0918596B9206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379D7C9F-A7A2-4F42-925E-399B71A1869B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9D867332-B745-4976-9260-E563C9A33DA5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90E7F72E-70BE-4046-A6E0-31990D663939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5766606E-D0B3-4ABA-8C62-7F31BE2680C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A1A6145C-24F2-47FF-B66C-27D5550B11E8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B35CA4F0-80B0-4C8C-AEAC-5CA93F29138E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E3935EC5-D860-4E8D-931D-4C2F64FCF5F7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1BC0083B-9013-406D-BB06-200DEF332995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5388D4CC-0714-4AF9-8AA2-D1877F76DE1E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972D94D5-3008-429E-88CC-9C8A1545491B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4A1D5670-FA34-4546-8CE3-38664BDCAB6C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B24451D5-77CF-48EC-9CAA-3DC6E562C5F5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9DD53697-EE7F-4FA9-8733-4B2DB3BE6291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20CDF825-1CDD-4C61-B930-817DF415E988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F08E7A3F-F82E-4774-B2EF-7BDC08E4F83C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0F1E8F00-AB3B-4490-B0B8-3759F2C5C662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EBCF4C1B-1D36-4311-8890-5F600DE8E5A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A57278E8-BE11-4545-B273-6BD6583C8E27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D3127C48-4B60-4127-82C7-E395E4D618B6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C8225DC3-3A56-4B58-B3E0-2AD7BAE5CEDB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6C509F0F-4FC2-488F-B04C-8A6F102F1822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A3F6F49D-41DD-442C-8A52-220D494B5515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4CF42A33-F626-4BB6-BA95-08B779BE5C5B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ADB5DAB5-1E8E-4D97-9CF8-A7DC3E942482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D43CBE5C-F957-4708-8633-8A8EEE760144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85B0B479-C16C-4912-872A-9EDC3663B970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07DAD544-32CA-4338-A579-4F84E63304FD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AF42086E-1122-4AA4-9AB8-D7373778DE10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F71DA097-7229-493B-B17E-42D7F123C8B4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5499ECA2-A01D-4083-8899-EF632E0FF53C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A06BC5DE-2D59-419B-84D3-FC6D9413760A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AA0C2541-F0EB-4CCD-B06F-A89C2CE8403F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19D85270-CBF3-42AF-97DE-C3512D68B6BE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13E3241C-C6B1-4793-B36C-7508A980709F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8A99EE84-8E21-48F1-85C2-0D52999CBFC2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D6FC3AE5-6C5E-46DD-BC5B-6512413C9B54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073619EA-7234-44D1-94B0-2EE90BF92AAC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87035123-BBA1-45DB-9D39-E5E6E6B43ED9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AE2A18F1-E31C-4A01-8EAF-E065411FB748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ADED0973-A704-4B35-A87E-937ACC504243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FA5601B1-C503-469E-98FC-4979BD3A4B9C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FCA609B0-2956-463F-89A3-BC03DDCDAF29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E966ABB-E1E2-4035-8890-2B7407957F1D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1C4F9E24-9AB0-4CD5-8C93-41499DE24175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319F2533-7338-497A-A464-997679C0738F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79773000-B090-4CEA-B661-FDA2E0E94B86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14AA03EC-1748-4670-99F1-8DF2BA17A2FE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A7205260-3E8D-4B7A-A0C7-F85D99212E54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106EDC52-D506-418E-847E-EC52AE992283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1CBC537F-43CA-46DB-A1FE-975CEAB232AD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29C008D6-CC65-4569-AEBA-3650E176F0BC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054EFDCC-9505-441B-8718-58C0C08115FF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975CA712-C2BA-4112-A68E-361A96B1D7A2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55D24CE-8B44-4850-84B9-CBA47F63A219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B7EB593E-C03F-44C0-BCE6-D74A05D9D729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3FA4358F-7C62-40A0-8E11-79D8AFF9B3B0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5425D7B3-C3B4-4625-AB81-44DE0BA49764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4D1A0D5F-658C-4F7B-B10E-07AC7CE2FED2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CB485566-EB24-4310-B40D-8CBBFA83F46C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1F80229-BD13-4CC4-9755-7C161442E6C2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7048FD77-5226-404F-86E4-319B4A07514D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167AA6A5-6AC6-4FE8-AF8C-F3DC13A48AE5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9EA1A17F-D634-43E4-A421-6AECD88D85D3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F26B0549-E7F4-4C3B-A1A5-D912F1D1EA57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F2E2A2A4-8C50-4F9A-AE99-F5E39D4722B6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3BC8AA0D-CF43-4F15-9749-24BE78FE0DAB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7B89DF43-FD53-4EDC-A2D9-C70519A5BA72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C093D725-736E-46C0-97A2-ABE4099F62F0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7C9CBC6D-929B-490F-B6B3-2DD706C301CD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89D988F0-4D81-41DB-84EE-6F1AB1726140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6F0262F7-A5BE-4A9F-AAA0-DA07978CF590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B9742D12-DE00-4DA8-9048-FE77C8AFF255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D4BE5079-9714-4D17-A209-87671709DF15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B193E3AB-693E-46EC-8BAF-F62B70E5A8E7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FBF68582-F208-47E6-81AE-0D45FCA49193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9EC841E7-8442-47FE-AACB-0ED3F5A2A3EB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58BE8BC8-365E-489B-8CE0-8944DD9E7612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827BCDD2-4C2E-4138-B12C-C32A4404FA47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A90CBF1D-8EDE-4D20-85E3-A30C79B3E526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3CD8E80E-F2A1-4E22-AF19-60CECA131BCA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B5BCA3E0-0D4F-4B91-97E4-602E72A5FEB0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92D43809-913D-4272-8139-0EC0D67CF04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26F9042A-3551-4782-9DC5-947349A0EEB0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BDA93C03-BC89-4770-A082-06D4B939BEEE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36B5D805-04EF-46FC-BBBA-6ED4928862C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8C07B0E2-B870-424B-BBC9-B48F292328B8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78E1FBCD-18EB-43BA-8D50-15E0BA78EEA3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C6E4441D-2FEA-4DB9-AC89-4D395D65582C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F605EA7D-1C39-43E6-8A81-FCDBCF172722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E61F0BC0-0103-4DE6-8CE2-7DA007982698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4AF809EC-14EF-40F3-80F5-632AFDB72C95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693EEF7E-1574-463F-99A0-24E5A8F16254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7A872A3B-D08E-4ADE-93D8-C4FD136E81DD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6191DA34-E6AB-4A9C-A338-0C99380F3249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0726B9F6-4486-477B-AA0E-96078D578C4B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4AB68CE9-5F66-43AD-9DE8-C1ECA1642134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C0EF5AD0-87A4-4E27-B555-C7CE390901E4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8A517E9E-CD23-4027-9E8E-B4FF6AE04C19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3159B607-9E5C-4015-B80B-6F0527CBE9CE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4A766AAA-6528-4236-8F5E-920DA533A0E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9AD827AB-F31F-4202-89EF-E295D858194A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B4BDBAB4-36A2-41D9-BD84-8D60AABF0675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FE798BEE-801B-42B9-A6BD-D99F161013E0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61D53113-9705-40D0-883C-DF9F6CD166FD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E28B1DDA-B04A-4F3E-AF6F-E704DFE46931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82753C9A-BC20-45E1-9FCB-61941E2DB331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892849CB-73D1-440A-AF03-0B1C71DEF30D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7E9980FA-C7DD-4716-B865-AF5387FE4F69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D3FD6543-5B16-46B4-89E7-8D8BF9EEE853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3F554527-D39A-4E7B-A695-513D40D850D8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321CCD4-3003-4765-A33F-74F70F6AEB0D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12DD1C58-DD7A-4B3B-A71B-928BAB4D999E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0FEDEB8A-C7D5-4888-A92B-EF59B691F764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D9FBEBF1-2181-49BF-832D-90203CC61815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8D2BA-25F6-4F49-83CA-A4DC406BAE1E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1E325532-3D33-4EFC-838E-F68AE43CCC7A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B980C887-C187-4036-9883-B54A722521CC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4D33F3D8-36CD-44EF-A753-8C5CC902D830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6AADCDB4-BCEE-4E16-B07E-BE8236A4D561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E258E73-8119-43A4-B143-39B0CDF258EC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0D5BB2D7-4E1A-4D6D-9EC6-60EC19E0E0D0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197891A7-72B4-4BA4-A3CB-933718AEC6EA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855E737F-C4A2-4B33-8BAD-F78F17E42598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72109152-448B-4CF5-AC0C-D7E7F860E90F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B6C63497-BD64-4087-8084-17C6F29CBEE0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373592BE-65F8-4FD8-B900-3BF78C095531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93486E2D-527E-4A27-B52E-370236DC641A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E47035D1-33FC-41FE-BA9C-126CA69BDE4C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DDC47EE2-E519-4C42-96CA-8CCE10668DD9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59C6F3F0-8BD8-4EEE-B0BA-FFD843DE1349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67FB8720-4EC5-4F6B-B4DE-0D6B2B65FF58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6221FA28-17FC-4AF0-844D-851B203FB88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45364159-891E-443E-BA51-78B11E994EF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6297E2C-86E2-49A6-B8E3-931E3B031874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6668EA98-4E49-42C9-86BB-E3177DBEB16A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BB0FA6E5-EC83-4780-AF47-390305781F21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99393137-9C33-4AAD-ABAC-2C7B5F9038FB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6707333B-6464-4253-B662-20C03436BF32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F99EFED0-E806-4D75-B4FA-F1E73B33295D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A34FD329-31AB-4097-B8F2-5F2D1DADCA98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E1C158C2-FD87-4B9C-A7B8-6F23C0E6368B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24CDC289-892B-4250-B497-00EA373E075C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3CD3B33D-5122-4656-8E51-B02CCD8B37BE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E243B04B-FF69-401B-88D7-66006953A2BE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1B75F0D9-1990-4795-A625-E37AD35E3FED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EE5532CF-0AD3-4E3A-B1D0-27D2AB7F36CF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D26CF7EB-07AC-4DE6-9974-06BC4EC44ACD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BC9A72AD-E485-4751-B579-C99D466D3720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84503142-77D7-4D64-BEED-9ED5EEA0FC5C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83E10C97-6045-4B14-BA6A-60B76CCB32DF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0D538DDC-B8F8-4E70-AC48-E7FC8088538D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A175FEF5-0A4E-4713-802C-08572C6052B2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B9A2DA2A-74EF-46C7-A57F-A0C82CB32F63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63A2E5B9-2167-4302-86A0-4EA45CA32693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A7FE7AEB-F9B1-4D56-A520-F2EFA47E19B2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ADBC7EAA-C330-45C7-A3BF-363AD93B225D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62A48B99-7352-41F2-A521-7601472AEDFB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2696005C-EC99-41E6-B9F1-76B474A1E9D9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761DC8FE-299C-412E-944C-2087574F9FFC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0D340361-51E1-4A91-95BC-6A794D150BAE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0A74FC8A-4981-4281-80FB-383E6CF989FD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2EB5B698-7284-4A0C-957B-AB3DCAE50C9C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6709E7AF-6D7E-41E7-8BCD-7974F04E2E90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AAE184D9-5728-43F7-BAB4-86B36D7FF05E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57DEEF1A-66F2-4D2A-85B8-32455C6C68EF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858BC969-7DF7-4789-9BDB-3A5D466F63D9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A12BB0E9-6C42-42DC-ACB4-ABF24CFFDDE5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976AE26A-006A-4BEF-9E33-2FAF0E06393B}"/>
              </a:ext>
            </a:extLst>
          </p:cNvPr>
          <p:cNvSpPr>
            <a:spLocks noGrp="1"/>
          </p:cNvSpPr>
          <p:nvPr/>
        </p:nvSpPr>
        <p:spPr>
          <a:xfrm>
            <a:off x="7158368" y="43593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55BEA5A5-EDD5-4D50-89B1-CD35A930A9FF}"/>
              </a:ext>
            </a:extLst>
          </p:cNvPr>
          <p:cNvSpPr>
            <a:spLocks noGrp="1"/>
          </p:cNvSpPr>
          <p:nvPr/>
        </p:nvSpPr>
        <p:spPr>
          <a:xfrm>
            <a:off x="70594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C894BC24-A0DB-499D-9EAD-16D1549447A2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A23ED7CF-5151-498B-B7A4-FD51CDCCDF4B}"/>
              </a:ext>
            </a:extLst>
          </p:cNvPr>
          <p:cNvSpPr>
            <a:spLocks noGrp="1"/>
          </p:cNvSpPr>
          <p:nvPr/>
        </p:nvSpPr>
        <p:spPr>
          <a:xfrm>
            <a:off x="719366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265BC79B-84D0-42EF-9D88-C633CB16387B}"/>
              </a:ext>
            </a:extLst>
          </p:cNvPr>
          <p:cNvSpPr>
            <a:spLocks noGrp="1"/>
          </p:cNvSpPr>
          <p:nvPr/>
        </p:nvSpPr>
        <p:spPr>
          <a:xfrm>
            <a:off x="7315390" y="57046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B90FBE6A-5A47-4869-986C-43E79733D05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FBF720DD-9BEE-41CC-9F9D-C3F4608A3EC5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48C95BB6-8492-4506-A956-FAB7000B80F7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77F81AB2-473D-4D4B-8E81-9D47AE82A2E2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0BC7DB4B-CEBB-494E-8607-E0D4AB083FCE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7F2A670D-C7BD-4B99-9A65-ECB37480DAF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20136538-DD2E-4DE6-AB37-5CD04965D596}"/>
              </a:ext>
            </a:extLst>
          </p:cNvPr>
          <p:cNvSpPr>
            <a:spLocks noGrp="1"/>
          </p:cNvSpPr>
          <p:nvPr/>
        </p:nvSpPr>
        <p:spPr>
          <a:xfrm>
            <a:off x="7095487" y="56985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95B403FC-0A01-4221-84B6-C579F9E3257D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C414659B-B0C3-4954-B259-0C9D127C0987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0F8193D6-E373-43F6-A244-3870CA7972D1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61623B62-41DB-482F-A9E1-0AEB630CF001}"/>
              </a:ext>
            </a:extLst>
          </p:cNvPr>
          <p:cNvSpPr>
            <a:spLocks noGrp="1"/>
          </p:cNvSpPr>
          <p:nvPr/>
        </p:nvSpPr>
        <p:spPr>
          <a:xfrm>
            <a:off x="7173232" y="47696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871A2633-EB13-4B35-921B-CF8EEE6A6D80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E5D378F6-75B9-46D7-9E89-24B97DD34419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37F7382B-7720-49B4-ADE6-75DC35F5C7EE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4CE3D464-BBA0-44A0-A92F-7EAE357E2717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C3F9A52C-C5DE-4B70-BD22-875A1258AB6D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78DB207B-A3AB-40BD-B291-EFC04AA94A10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360261F7-5A2C-4386-B11A-502787AF5EFF}"/>
              </a:ext>
            </a:extLst>
          </p:cNvPr>
          <p:cNvSpPr>
            <a:spLocks noGrp="1"/>
          </p:cNvSpPr>
          <p:nvPr/>
        </p:nvSpPr>
        <p:spPr>
          <a:xfrm>
            <a:off x="713039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7776902C-6AF9-45B4-B24D-AA6E2DA5986B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783D7993-E739-4F36-8C5E-D9609777F64B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41337774-A880-4C96-A4FF-8114FF0F39F7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5DFB8050-0698-4BE9-8605-681C861FEFA1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0990CA3C-A8CE-43F8-AACA-0E85ACB14862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20B972A1-03E7-4AD4-83B1-8D7154CE9810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8A999FC2-9B98-48B2-9EB0-F3EADC97C8DC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FAB3CC01-F295-4A5B-A116-46565B85890D}"/>
              </a:ext>
            </a:extLst>
          </p:cNvPr>
          <p:cNvSpPr>
            <a:spLocks noGrp="1"/>
          </p:cNvSpPr>
          <p:nvPr/>
        </p:nvSpPr>
        <p:spPr>
          <a:xfrm>
            <a:off x="7337082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EA701646-9BB2-4EF6-87C0-776CDE8C669E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2F5A7587-0512-48C1-9F38-0BCDAF55F6EA}"/>
              </a:ext>
            </a:extLst>
          </p:cNvPr>
          <p:cNvSpPr>
            <a:spLocks noGrp="1"/>
          </p:cNvSpPr>
          <p:nvPr/>
        </p:nvSpPr>
        <p:spPr>
          <a:xfrm>
            <a:off x="715654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7B0CAF52-07A6-473B-9670-736520A2D0F3}"/>
              </a:ext>
            </a:extLst>
          </p:cNvPr>
          <p:cNvSpPr>
            <a:spLocks noGrp="1"/>
          </p:cNvSpPr>
          <p:nvPr/>
        </p:nvSpPr>
        <p:spPr>
          <a:xfrm>
            <a:off x="710331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A01DCE46-753A-49A7-9BF0-6FB428D450F4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D4EDC40A-E766-448D-9A68-F957AA42D6FF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1E385743-2F68-4CD2-B26A-849251B9D6BC}"/>
              </a:ext>
            </a:extLst>
          </p:cNvPr>
          <p:cNvSpPr>
            <a:spLocks noGrp="1"/>
          </p:cNvSpPr>
          <p:nvPr/>
        </p:nvSpPr>
        <p:spPr>
          <a:xfrm>
            <a:off x="729004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35B53CA5-59A0-4B00-AA54-9815C78D9B0F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EEBF5152-879E-47D6-8607-D9F653850A74}"/>
              </a:ext>
            </a:extLst>
          </p:cNvPr>
          <p:cNvSpPr>
            <a:spLocks noGrp="1"/>
          </p:cNvSpPr>
          <p:nvPr/>
        </p:nvSpPr>
        <p:spPr>
          <a:xfrm>
            <a:off x="69581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3DFF45E1-7170-4150-B9D5-073E5BCDBCA9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5947832E-9FCE-4942-9E28-54C02F6EED87}"/>
              </a:ext>
            </a:extLst>
          </p:cNvPr>
          <p:cNvSpPr>
            <a:spLocks noGrp="1"/>
          </p:cNvSpPr>
          <p:nvPr/>
        </p:nvSpPr>
        <p:spPr>
          <a:xfrm>
            <a:off x="7018460" y="56319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274A0BB8-FE6E-479E-B531-64337484C268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CDB9B564-D801-4CD1-83C5-55BD4093B2DB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CF6D8E6A-48CA-44F4-80F4-4058D88644F6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A25FE24-7799-47CA-903D-280106D10673}"/>
              </a:ext>
            </a:extLst>
          </p:cNvPr>
          <p:cNvSpPr>
            <a:spLocks noGrp="1"/>
          </p:cNvSpPr>
          <p:nvPr/>
        </p:nvSpPr>
        <p:spPr>
          <a:xfrm>
            <a:off x="699150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1D38EB87-21FA-4272-8526-71A100D4787F}"/>
              </a:ext>
            </a:extLst>
          </p:cNvPr>
          <p:cNvSpPr>
            <a:spLocks noGrp="1"/>
          </p:cNvSpPr>
          <p:nvPr/>
        </p:nvSpPr>
        <p:spPr>
          <a:xfrm>
            <a:off x="7165674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68DBF474-0B9F-40BE-A61F-692BF77E17CC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592E5B35-0DFA-4E4E-AB44-D343847A8752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45EB6C61-2E2E-4A9B-87F7-9F96DFD09AAE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7E0BA27C-BE52-4EE0-AF07-003D793F43C1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FC1F3050-43B4-40C3-BB51-A70E79E9EB8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18D7F387-8695-468D-BC45-84AD99148D0D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84B37080-C0E5-4362-8F56-2F803BC661AE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C44FD699-82D1-4F9C-B868-574DDFA8CDE9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4148C748-B70B-4E05-9714-4D7128C8B0A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36F76F70-80F4-455A-B90D-BA7CD2321D8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0FA8E369-2D79-42C0-8E36-7F711856FE43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4D312334-0E6D-46C1-AF23-E591C0C32097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B030C704-0DC1-45DE-95AC-2B3865335DE2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06B8AA36-0D8E-445A-BA37-531F7BE1D810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EF859661-F36F-47EC-9164-B5C91F421E0B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524BC6D3-F472-4FA2-BAFC-3364F8C63D91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76C4F9E5-B11B-45D3-B569-D03D4313E8DB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435B9C3F-1077-4F2B-A7B7-8A384C265260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3B63F62B-812A-4B5E-A14D-96A7AAC9127D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865269DE-0594-4ED2-816B-8EB6DF756B6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EBCAA2F3-982C-4944-95C8-8782F760FB17}"/>
              </a:ext>
            </a:extLst>
          </p:cNvPr>
          <p:cNvSpPr>
            <a:spLocks noGrp="1"/>
          </p:cNvSpPr>
          <p:nvPr/>
        </p:nvSpPr>
        <p:spPr>
          <a:xfrm>
            <a:off x="723910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98F62C31-BA7B-4C41-A7D7-1570A9ABB36F}"/>
              </a:ext>
            </a:extLst>
          </p:cNvPr>
          <p:cNvSpPr>
            <a:spLocks noGrp="1"/>
          </p:cNvSpPr>
          <p:nvPr/>
        </p:nvSpPr>
        <p:spPr>
          <a:xfrm>
            <a:off x="72417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43ECD706-23D2-4A0A-977F-757C14C78C91}"/>
              </a:ext>
            </a:extLst>
          </p:cNvPr>
          <p:cNvSpPr>
            <a:spLocks noGrp="1"/>
          </p:cNvSpPr>
          <p:nvPr/>
        </p:nvSpPr>
        <p:spPr>
          <a:xfrm>
            <a:off x="7033910" y="5443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71B0266F-711C-4BD2-A95D-D744DE697823}"/>
              </a:ext>
            </a:extLst>
          </p:cNvPr>
          <p:cNvSpPr>
            <a:spLocks noGrp="1"/>
          </p:cNvSpPr>
          <p:nvPr/>
        </p:nvSpPr>
        <p:spPr>
          <a:xfrm>
            <a:off x="7317406" y="59069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6DE2FCC5-40EA-41E3-8955-F62D34D7A66D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8BF33DFC-77C1-478C-941C-90888806B52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BE083692-2FC8-4A2F-A5DD-A15A75874502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492AE99-AA9A-478A-A6BC-1B36F962540F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D3A4C1D6-94A2-4D69-8BDF-6E35BD4027E6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40A9F16C-085B-4244-B953-53A053113A69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BF817E23-3B8C-4DA8-A311-768337A1ED47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FA035A1F-FF86-48EE-907A-03430E0967A0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96725474-F478-4020-B9A2-5CF1CD918AA4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77C40CA-AD10-4677-9095-ACB5D94539BB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320FBBAF-2DB1-493A-AB78-32A0D15BDB4B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E22ABD89-944A-4F6B-BD15-A8B90A6AA9D4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245535E5-47E3-49AD-8A88-B86466A98C6C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0E54B47C-1C0C-429B-93B2-6BAE734EF1B2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8E0FB9AA-F442-4914-BA89-092BEB9CAE8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91BB8094-8273-47A3-B176-F087406E0184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B311ECD9-4CD6-4B84-BAF7-87A082BCB516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473E0150-5EC8-4C15-A89F-0997D74E99A2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643D392D-74FC-4420-8D7E-3BBED7C6F20D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5CEA7D98-9744-4A0D-AAE8-EB5918BDB91F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B5D7451B-AC57-4087-B097-62343C113BE9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4B799C15-A3E4-4B9B-A992-9255798C4C4E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97DB19F1-2FC1-4451-9EB1-10FD369B86B1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455A108-AB43-48FA-8FE9-5A546AF5D1B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C44742AA-BBF5-4299-ADE3-F075698F4EEB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F10A253C-029A-428E-92EC-267ECF175A81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39D59DB7-02DA-43C7-A5A2-861422CEF3C3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B3556992-2099-4439-B0D7-1DFD8C389E29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01102B21-9B6B-4CB0-8186-78431D769377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0FE0E1EF-DFFC-427C-A40A-0323C8B1993D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B2863B25-1616-432F-A279-649CE94D33A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7BE8A82D-EE2B-44D1-8C16-0D2809B42EF9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6E16A70A-2A27-4F27-B019-8E68C7D78EEA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F1127C63-A012-4684-95D3-1096FB919E93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3C376953-F45A-4290-80BA-98F6C3C1DC84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77E7A35A-097C-4523-B639-6F64AF04FB37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653329CD-5FD1-484F-A15E-58A6A0D7B0F8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F1ECA7C6-2D61-46AD-BD42-105AAD66DC00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2A9AA535-D915-4515-B67D-BDF33E194D1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1E2A2DC0-5FAE-4470-86BC-E586E7D92555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A0B82E4D-9A0E-413B-B18E-5D113668896B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99FA7608-76A1-4641-8254-1804D188603E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B71AC776-2E60-4831-B715-847984A1C577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2B86B32B-788E-439B-9D40-C71AE246376B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D8858FD0-C532-4922-958D-B63FCD19FFAE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71B1DFB0-D1B0-4D88-9C5E-A04134C27507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4DDB265-1F0A-4679-A510-953B9A0F359E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2892FC60-7F52-4FE0-99FF-FAA44FBA1AAC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5D7DB307-109F-454B-A15D-FFDDDFDB2864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0C5F47B3-B0E6-4BD3-9497-5FA57366038A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9B41294E-375B-4DEA-836C-10C63A521269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EA3EA238-ED9E-40E6-9CAB-3996E0509EFA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99B830C-79E2-458A-ACF0-9089D0397664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7CCD3D6D-83CE-4582-B8E2-74542AC72B66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924AC82-B6FB-4570-9CB9-33DCB2ACF5EA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7415DC3E-A495-487A-8E5B-236775BC80CC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27605BF1-1DDB-4925-89D3-ED3FAC7215F0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0AC4560B-4CA1-4768-8A50-A600ACF046D7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A9B7AC69-2393-4934-9034-D0393023D6D6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FB891A10-46B4-42B5-830B-7BB2A303B7A2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A4E7B2A0-4FB2-4EF2-B574-2AC623A830CF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8233D5C6-3B0E-4283-AB0C-CCC13491C6A7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DB0EA06B-E7D3-4F13-BB3A-F7DF2F12A55A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BF12900E-61A2-4835-B9D5-40FED6F14C02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DA3CC68D-FF86-4D1D-AA63-A86A659C9ABE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0995834C-0033-4445-B9A7-AFDB2F0065FB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8379DA56-7D88-4BD5-BECA-7A8C597CD6A4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9EB1CF12-D0EF-4B66-A350-24810E6673A1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5F4E6F15-B0C0-4FFB-A025-879BAF68C172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5414911E-6EF3-49FD-8E64-60D7710D7619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226D1333-1894-49AD-BEA2-F728DF1CD55A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19A03E1A-4006-4E3B-97C8-C28DE2A1CFB5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16FA9CA6-30A6-492C-B1E5-B6E93B6D8A50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772CD553-2414-4DD4-A0A2-6A9DBD24FCAE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DD47A63A-E5E8-4F58-A1C1-B79112693C08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4E96C2A9-B66B-4875-AC81-1D9D53368365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51B003B4-7497-49EB-BBAF-1DF02AC4E090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E181A52F-D12B-4E51-AC3B-4CFFFD873D0C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3B6BB2CB-674F-4914-BC54-A28770C1490D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BD21735F-625E-4D6A-83A1-C352F2C7CC08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8D711612-9AD7-46E6-AD8D-18326AE7C1E7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64919557-4CF6-4BEA-B5EB-97EDFC0FEFC7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91731170-5D01-401A-AD50-14272EB46952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C39CFC48-B28A-4468-A5F6-59EBBA1E9197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3048CF01-FF5C-4589-BC26-F3283F4BBE7F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C365A140-DAB0-42AA-A0E3-5BE30268A80A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EBA2B7EB-2AEC-4B3E-AC5B-A8FBD235617C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73DCB493-267D-49B8-B67C-5AB5D83ECFA2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ECCF680-1180-4B69-AD00-82A5EB85C633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AE1EB82C-7432-4DE0-BD00-2A8CEFED5A64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17A445E8-CDBB-42CD-B234-CD2003E3A273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DB4B31A8-FF01-478B-B9C5-F56440BE651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7CA988E4-C8DF-43AE-8555-6FB39839BC66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8A8D81C6-DCCC-4BBB-AC2D-DBB31BCE6131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A9CC1DC6-9CCB-4F83-944E-FAF8FC21F3C6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089F823-383D-4EF1-8521-B496A9A0C0A3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5004CDBC-0A9C-4CB0-9A90-38820D063E0A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403F5E33-5DE1-4768-A029-34591FC51C9C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9CDDA8DE-F1A3-4294-8A18-DB90C789D419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1AC3E18A-B2AC-45EA-AC8E-7289BF7432A7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F635C945-9B14-4526-924A-A1F54620A417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9DAF8471-5320-4E5F-8031-AB596F666476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5F4ED4A1-5ECA-4D5E-A118-2BDF89547596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330438EB-78A9-42E1-9513-61FB5E0A907B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8C7A0944-8471-4932-B5F0-2E0DDE2E4305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A0796C3C-81DF-4B1E-ACEE-E53A8FC7DF14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B96DBA69-C4F1-44E5-99DE-DC345E8DA9F2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0582970F-ACEC-4FBB-9772-16459E5CF1BE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3574F56A-69CB-400F-A22B-54B34C005EB3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54A8A16E-9A64-47D5-9A76-081C343732FA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E304A616-89A0-4E34-88E7-2AC146ABB20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29A29F59-98FE-4C3C-9A57-1478A17E60AD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EC548048-4DD7-4876-A35F-4186D687E95F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7A1C5025-8076-4B3A-B1C4-7351BCEA3D72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513736CA-30AE-4AA7-B966-BFD604EE0D6A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D6C280CA-2D56-4842-9022-F65FF5C45B30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67F96F29-46E5-4A94-9477-826C5AFEA64D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E5A766C6-A00A-4100-BAED-AF9C16ACCF21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94ECE4B4-15BD-4DC4-9CA4-729DB6560DD1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7B3E1C42-CBFA-457F-9D81-2CA9D3886C51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03E3AC8F-63F5-4AF0-B041-0B8304237E2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FF242B2F-5405-4CDB-8F00-6687FBD7B902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C9FAF10-0365-43A8-A325-F793D3FAB60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86754365-B06E-4EF2-BCFC-BE95A8B56A85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54F70204-A688-4715-81B4-4874B9B151D6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89F371F1-F3F5-4FD4-BBE1-BF43B5E9335E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097156E8-59E8-4966-8656-0E439BB9F872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2D35BF00-DC1E-4330-A32F-4C80AEDE1A99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833160F2-1F38-4D1B-AB8D-AC482D87A01E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96E759D6-DE82-46DD-B890-28613C35D988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9FAFD437-A36F-4489-9222-5763D9932779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AA71B8C9-8597-4882-A347-C377B91EBE2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50D587C6-E884-4CC6-8942-5C25D0D22E93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70F14670-8B21-45A9-99ED-6DBA346E9BE9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67FB89AA-7BA0-41BA-8E7E-1C51BCB048B2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06A669D7-F2ED-4314-BDE6-295BBEDBA995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3974E239-52D6-47B1-902D-BE98512C38D9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A50DF0E9-9D52-41F3-AD6D-4947BC7E58C4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7B5BD74F-42C8-4744-B55F-E6A971BA02B5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A20690FC-2428-43C5-BA4A-1112F3CE9578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F27C566B-9FE7-4BD8-9954-DDF6ECA423DD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EE39570A-5D88-4A43-8736-820C35234483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FFA2843-CB08-44F4-9BA9-12097795DA81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CD917B75-A832-45DE-B18C-24C96BB62CB3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B376CF3D-6862-44F2-B51E-274307262471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6F89074E-A6FC-47CD-B58C-10B00FDF807A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692BD1C7-EE4C-46D1-9D95-74265E1F3C5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2323C4E4-F3D1-417F-81AE-A9A1A4F1DFB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5636911F-DCD9-4048-8644-581E26B7AE3B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3D279AD-CD79-41A1-A032-131B3D262C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9D8FC5EF-51A2-494F-A621-8111FF63D71D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BFDDE334-B4B6-47FF-B6A1-0268352FEFEB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AAD2194D-AC0B-4899-AF24-41E47685AF02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995BF77B-C4A7-4790-8568-57F94F2F8582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7356BFA4-E0A8-4285-9D5E-95E7732CBBC7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E68A62BB-6A87-4BD9-B655-AD0120EF60AB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8775EA13-475D-4B13-A5A2-2FA5755D9847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0ED79053-9945-4A6E-AFD6-B8DFB7E535D9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F5B0EC01-F31F-4830-89B2-5BC320D9998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B83A1E9F-E287-438C-8E96-E8CD9BD7DC4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2938D709-B6D8-4C67-9967-613133A72A9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C70E15F3-0A35-4B18-BF8C-7D86E394BEDB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DBE63588-2A18-4031-AEE9-22158325E86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2BCA520E-674C-4B13-9E2C-397DB86380B8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16123DE1-A052-49BF-9EEF-4BEFE86D671C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03AD7F8-D48D-4BE4-BDDD-5ECD028CEC89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4C62FBB1-BE6A-4D43-B45F-0A8C047BD46B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E456463C-80F4-428C-9C4A-3645C4397A3B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5A50EF60-E87B-4BA6-B884-2CA58835F793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94894010-9E4D-4D2E-BF8F-91BD6F0E5A36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3FC9E67F-CC5F-45DD-9658-EF3A803606C1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59A8ACAA-ACEB-4DEF-A251-E0870598DD43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12914F87-073F-45EC-AC48-48812E4B8883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0DEF8EF1-0B20-4CC4-83DA-E3E43ECD4142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1ED1F35D-E883-4887-93CB-FA39D1F55645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0CCA1E7E-0B52-4749-AB71-21D8870E9C64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CA4EB407-6606-4D13-9A49-51229D5764BE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88BCCBC4-6B5C-4B37-9C3C-28A921D22234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1AADFF08-A6E9-46B7-836C-25A32863763C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37FB8A7-8C49-402E-8804-C386A0A74503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2E39F568-BC96-45F1-ACA4-8C31C3661B86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09AEA6C6-24B1-4DB4-A28E-687606A3B03D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83E1B3B6-44CA-47EB-ADEB-659EE1119E53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50EE0838-BF7B-4915-A80D-34372C37E1EE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6536FA4-71AB-45F4-AF93-2ADA60CCFB57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66DBC2E9-46E9-41A0-96B7-C1BA4141BC1B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470DFA1B-F1D0-4E96-B6AB-3F71C320697A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659894B8-6037-4D58-8372-DB02274D2AA7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9CB9078B-1870-4ACE-873B-96248B820444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D35937AB-76EA-41B3-AB70-27F84F46BDA5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12B8B1A8-30F0-4E35-A038-E795E02A9E5A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AE743480-3A6C-4817-BB9F-61AED88F04B8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98A0FE11-0479-4677-9A3A-A2F9F3A62CA9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11E2C019-14DD-445B-9EAE-B4F08A1DB170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2398D3E-882C-48FE-A9AF-A0EC08BDA636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74EF8910-FA17-495C-A334-E7BE3A4BA65D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2C9D7CF8-AEE3-4AA7-A6AA-C9DD612B07EF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93DF6EAB-A1C8-40FA-B90C-CFB6D97DE2E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8CB2168A-7F75-4275-9F0D-9FFCB4C63116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5BC8F125-C82D-4049-9CA4-82FC4BFA2BB1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6C16A31F-FA4A-42F7-B3A6-AE839C0EB7D5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AB39EB15-D71B-4384-9073-DF1C050BFA78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2CC6D80F-E7F9-47AE-801A-732F0033875A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DDB52F0C-BCD4-468C-8D86-51E1F9D2BF1D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33FD2C79-F601-4266-B700-0B493DF5563D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469E6FFF-A720-4866-9B85-43761ECD0330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314A170D-D7A6-4CA3-90EF-E8A31D7AE846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D06A1C20-686D-4FED-9F04-666F17E4DF07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BCEB4CE8-93FC-46B4-BBD7-17CC1A635B47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1B66EC19-9AB0-4087-BA52-DCF578A2BEE7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68E6B1A0-1F78-48A3-A934-DD3ECF79672F}"/>
              </a:ext>
            </a:extLst>
          </p:cNvPr>
          <p:cNvSpPr>
            <a:spLocks noGrp="1"/>
          </p:cNvSpPr>
          <p:nvPr/>
        </p:nvSpPr>
        <p:spPr>
          <a:xfrm>
            <a:off x="7837159" y="43143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17B9A4A9-ED8B-4839-A89C-CE0C7F1C294B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AF2188B1-C71E-45C8-BB83-38F4A958F529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7EC7A7F2-1864-417F-8742-A179CD6908CA}"/>
              </a:ext>
            </a:extLst>
          </p:cNvPr>
          <p:cNvSpPr>
            <a:spLocks noGrp="1"/>
          </p:cNvSpPr>
          <p:nvPr/>
        </p:nvSpPr>
        <p:spPr>
          <a:xfrm>
            <a:off x="773073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143AB5DA-C334-43EF-ABEF-867B134CD6E0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E96113BF-85AE-4D0A-B341-CE34E6FE4506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CF92BF86-C405-470C-822F-4F6818D31A2B}"/>
              </a:ext>
            </a:extLst>
          </p:cNvPr>
          <p:cNvSpPr>
            <a:spLocks noGrp="1"/>
          </p:cNvSpPr>
          <p:nvPr/>
        </p:nvSpPr>
        <p:spPr>
          <a:xfrm>
            <a:off x="77377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DBCD557F-CF77-4B78-AE22-D4683256B283}"/>
              </a:ext>
            </a:extLst>
          </p:cNvPr>
          <p:cNvSpPr>
            <a:spLocks noGrp="1"/>
          </p:cNvSpPr>
          <p:nvPr/>
        </p:nvSpPr>
        <p:spPr>
          <a:xfrm>
            <a:off x="787128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7CD7144C-5910-45B8-885A-B33A3DD5023F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2C7817F6-8748-48F8-96E6-204C5918F07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EBFA4428-48C5-4DFD-B849-84ABAD915F2D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391EE4FA-578A-4AC7-BCFC-CCFD1422B743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075AAD38-A79D-491A-8D79-982F037298B9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B9A952F0-6862-40C3-9697-176C99C2A46F}"/>
              </a:ext>
            </a:extLst>
          </p:cNvPr>
          <p:cNvSpPr>
            <a:spLocks noGrp="1"/>
          </p:cNvSpPr>
          <p:nvPr/>
        </p:nvSpPr>
        <p:spPr>
          <a:xfrm>
            <a:off x="7592656" y="57611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043771F8-3FFB-439E-A938-5D5BE43D674D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572865F5-9089-4DE7-A94D-DB5355FA4B6E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6D337C39-DA90-4661-BB5A-399EACD34B6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7D566D37-4C5B-481C-A7BE-B1DB9328ABBB}"/>
              </a:ext>
            </a:extLst>
          </p:cNvPr>
          <p:cNvSpPr>
            <a:spLocks noGrp="1"/>
          </p:cNvSpPr>
          <p:nvPr/>
        </p:nvSpPr>
        <p:spPr>
          <a:xfrm>
            <a:off x="7896469" y="47696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14995471-FC9E-4979-9DEE-1B6F4D294350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EECE73C6-562C-450F-8B0B-2751F2FB91F5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5E57457-F16F-4ED3-B972-FE277539E793}"/>
              </a:ext>
            </a:extLst>
          </p:cNvPr>
          <p:cNvSpPr>
            <a:spLocks noGrp="1"/>
          </p:cNvSpPr>
          <p:nvPr/>
        </p:nvSpPr>
        <p:spPr>
          <a:xfrm>
            <a:off x="7563504" y="55134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BA10A814-C3BB-49B5-987E-0AA85AD6D86F}"/>
              </a:ext>
            </a:extLst>
          </p:cNvPr>
          <p:cNvSpPr>
            <a:spLocks noGrp="1"/>
          </p:cNvSpPr>
          <p:nvPr/>
        </p:nvSpPr>
        <p:spPr>
          <a:xfrm>
            <a:off x="764003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F68D3F31-6B13-44B6-A97F-D42A3E7FD44A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0F03568C-E46D-4A9B-8ECE-38FAA313FF82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F462A6DB-F3B4-4D43-B490-8D5E0A160497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647F24D8-35A7-4C2D-BD8F-0AD4E89B4A58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949482A5-51B7-4184-BC65-0ED0ACDD26D6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848BB0CD-A445-41C5-9E08-9A94082A5BBF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6A927B5E-741A-438D-B997-C0C851DC78A8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7FFE9FBD-3B38-4987-8BCE-CD5D2BF7380E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8D598851-7EE9-4C73-B436-C3F4DC45A494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3CDE25E9-A18E-4E6F-A9D9-489A7C4E45A4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ED53D16E-CD95-417E-B900-2BBF210580C8}"/>
              </a:ext>
            </a:extLst>
          </p:cNvPr>
          <p:cNvSpPr>
            <a:spLocks noGrp="1"/>
          </p:cNvSpPr>
          <p:nvPr/>
        </p:nvSpPr>
        <p:spPr>
          <a:xfrm>
            <a:off x="767709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1488CD97-9961-41E2-8302-C19828B1F8F8}"/>
              </a:ext>
            </a:extLst>
          </p:cNvPr>
          <p:cNvSpPr>
            <a:spLocks noGrp="1"/>
          </p:cNvSpPr>
          <p:nvPr/>
        </p:nvSpPr>
        <p:spPr>
          <a:xfrm>
            <a:off x="7712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70D994DF-E18A-4E5D-9EC3-1F1CF110E5F9}"/>
              </a:ext>
            </a:extLst>
          </p:cNvPr>
          <p:cNvSpPr>
            <a:spLocks noGrp="1"/>
          </p:cNvSpPr>
          <p:nvPr/>
        </p:nvSpPr>
        <p:spPr>
          <a:xfrm>
            <a:off x="763600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8D559355-E5BC-47BF-B5EA-FAF0F014EBF4}"/>
              </a:ext>
            </a:extLst>
          </p:cNvPr>
          <p:cNvSpPr>
            <a:spLocks noGrp="1"/>
          </p:cNvSpPr>
          <p:nvPr/>
        </p:nvSpPr>
        <p:spPr>
          <a:xfrm>
            <a:off x="78610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1111A83E-0A79-4D12-BF26-0ADE869B215D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14AB0748-52DA-4E35-9F60-8CBD4D24B7F5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01FECA04-435D-41DF-B07C-BF0FB53113D6}"/>
              </a:ext>
            </a:extLst>
          </p:cNvPr>
          <p:cNvSpPr>
            <a:spLocks noGrp="1"/>
          </p:cNvSpPr>
          <p:nvPr/>
        </p:nvSpPr>
        <p:spPr>
          <a:xfrm>
            <a:off x="76642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B0ED4F6-1A44-4951-8687-195F2F33EBF5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EC4A93E5-213C-40C8-A143-C5B181D2B172}"/>
              </a:ext>
            </a:extLst>
          </p:cNvPr>
          <p:cNvSpPr>
            <a:spLocks noGrp="1"/>
          </p:cNvSpPr>
          <p:nvPr/>
        </p:nvSpPr>
        <p:spPr>
          <a:xfrm>
            <a:off x="75946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0997ACB6-9B7B-4272-A282-7CE625C62359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BB7C90D9-0965-4324-9020-24A43DA91A5D}"/>
              </a:ext>
            </a:extLst>
          </p:cNvPr>
          <p:cNvSpPr>
            <a:spLocks noGrp="1"/>
          </p:cNvSpPr>
          <p:nvPr/>
        </p:nvSpPr>
        <p:spPr>
          <a:xfrm>
            <a:off x="7758285" y="57428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2D363388-2E2E-4109-A98C-B65F817D54F3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08287F7-F9C4-4E1C-B4ED-392995CF4BFF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3125DBB2-1B6F-494E-9647-7ABEF766D248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B6E9DF09-F3DD-4791-8FAE-56AF6F75C4B0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D03A60C9-3022-40C9-848B-2D714FE36B68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E74DFBD1-6184-4C28-800F-E823350C4181}"/>
              </a:ext>
            </a:extLst>
          </p:cNvPr>
          <p:cNvSpPr>
            <a:spLocks noGrp="1"/>
          </p:cNvSpPr>
          <p:nvPr/>
        </p:nvSpPr>
        <p:spPr>
          <a:xfrm>
            <a:off x="763649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28435A5F-4E31-4DEF-8797-A762246638AB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58C55D3A-1778-4D76-8F0C-613901222CE1}"/>
              </a:ext>
            </a:extLst>
          </p:cNvPr>
          <p:cNvSpPr>
            <a:spLocks noGrp="1"/>
          </p:cNvSpPr>
          <p:nvPr/>
        </p:nvSpPr>
        <p:spPr>
          <a:xfrm>
            <a:off x="758709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7424A4BD-4E3F-4FB1-95C9-154B1D8C8E84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0A5C718C-8E34-410C-8E75-5124A977C2DB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BC6BE28E-EE27-44AE-B5AC-F8CE74E63773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2B0DB3C0-82AB-4EAF-881D-7351827CA029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C019CAC0-AC60-48DA-BD7D-91A5BE1B8902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D1DA6B64-93A6-4490-BD34-973BC7761879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5F3DA335-9FF9-4805-95CC-60AE37CD07AB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D5A5B867-DD0B-4AC2-B23A-2C4BE79372B8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E17894C7-FCC2-4396-95BC-2D73297FF590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FDBE1EA-A3E4-455A-9CE8-F5FA9FD6B8AB}"/>
              </a:ext>
            </a:extLst>
          </p:cNvPr>
          <p:cNvSpPr>
            <a:spLocks noGrp="1"/>
          </p:cNvSpPr>
          <p:nvPr/>
        </p:nvSpPr>
        <p:spPr>
          <a:xfrm>
            <a:off x="788637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E91A89CF-C266-4D6B-B20B-C743636389BE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56488A54-B9F1-47F6-98B5-A7D1EB53A5BD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D86471E1-866C-4197-803C-514FA4A5D8BB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A9E194B1-FB8B-4E64-AB1D-DC787F6A9F1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F4025394-6C0A-4EE1-A09C-CB99407E6DFD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9C4F6194-5878-4B37-8326-00F490E9EC01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94480A79-A8E0-449E-BD13-7D7EDFF24071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A6859634-2302-4B4C-9154-D467E61EEB72}"/>
              </a:ext>
            </a:extLst>
          </p:cNvPr>
          <p:cNvSpPr>
            <a:spLocks noGrp="1"/>
          </p:cNvSpPr>
          <p:nvPr/>
        </p:nvSpPr>
        <p:spPr>
          <a:xfrm>
            <a:off x="7800018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593E14E9-5EE1-428D-A8EF-EB9258DB1F58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05C5DC0D-7D65-4655-99C0-E94D51FA93CC}"/>
              </a:ext>
            </a:extLst>
          </p:cNvPr>
          <p:cNvSpPr>
            <a:spLocks noGrp="1"/>
          </p:cNvSpPr>
          <p:nvPr/>
        </p:nvSpPr>
        <p:spPr>
          <a:xfrm>
            <a:off x="788800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AE04C815-1E4C-4387-9744-EE8DEFE6AF15}"/>
              </a:ext>
            </a:extLst>
          </p:cNvPr>
          <p:cNvSpPr>
            <a:spLocks noGrp="1"/>
          </p:cNvSpPr>
          <p:nvPr/>
        </p:nvSpPr>
        <p:spPr>
          <a:xfrm>
            <a:off x="7630171" y="597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6AB8F38D-CC9E-4224-89DB-03C6D64BBED3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39DFE6A5-4BB4-4C91-AE28-520DF828826D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466DE667-B434-4D69-9553-30F7D02140DD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ADE33C33-0478-4366-BF1E-8C809BBBE30C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1C530951-8F36-429F-B7F7-121308D0ABB6}"/>
              </a:ext>
            </a:extLst>
          </p:cNvPr>
          <p:cNvSpPr>
            <a:spLocks noGrp="1"/>
          </p:cNvSpPr>
          <p:nvPr/>
        </p:nvSpPr>
        <p:spPr>
          <a:xfrm>
            <a:off x="7726386" y="3253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0CD0F855-A7B4-44B2-AD64-51DC2ED0980B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C3EA255B-2D8D-4FB1-B22B-1172FAFABBF6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17D08204-3B89-438D-83A9-3F33C0DB6F85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E239183E-681C-4F55-B231-89BA9F5191E9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BE1302A-6379-401B-A76F-EC6BE1248255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220512A4-4646-4E21-AEE2-134FCAD9366E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BCACBD51-BF03-431E-B65E-41134C1A90F8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B092A1CD-833D-4038-997D-50E432A79E66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E4739C91-1BED-4FB6-9B13-B481F5BC1F2B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6F14B96-780B-434A-A3DD-80BF14DF2BC5}"/>
              </a:ext>
            </a:extLst>
          </p:cNvPr>
          <p:cNvSpPr>
            <a:spLocks noGrp="1"/>
          </p:cNvSpPr>
          <p:nvPr/>
        </p:nvSpPr>
        <p:spPr>
          <a:xfrm>
            <a:off x="78469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173DBC4D-5312-4418-9219-6C4DD755CC5C}"/>
              </a:ext>
            </a:extLst>
          </p:cNvPr>
          <p:cNvSpPr>
            <a:spLocks noGrp="1"/>
          </p:cNvSpPr>
          <p:nvPr/>
        </p:nvSpPr>
        <p:spPr>
          <a:xfrm>
            <a:off x="755459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FF61254C-AF14-4BD5-9B7F-A30C7A203CE1}"/>
              </a:ext>
            </a:extLst>
          </p:cNvPr>
          <p:cNvSpPr>
            <a:spLocks noGrp="1"/>
          </p:cNvSpPr>
          <p:nvPr/>
        </p:nvSpPr>
        <p:spPr>
          <a:xfrm>
            <a:off x="77927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05810359-1E43-42E1-B482-6EC151342D4A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A58616F5-3442-41FB-B651-EFFC7F760A14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9E45F196-A707-429B-980E-DF27EE7A5C62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C2C8E9F9-A2CB-47DE-A4FB-3F57D3468A14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BA248CEF-3521-4650-80A7-7ED6EA27932D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109FC1C3-25A8-44F8-BA50-644C95BF4407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34A0E7D4-5C93-467D-A8E4-446A856CF1F6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0E615727-C2D7-4D35-908F-B109880390E3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59044AD0-0BD1-405D-97C0-063F2716E95E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22C46DC3-686F-4C10-8D00-94A851CD4BF0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47456A8-E0D3-4636-A656-DCAF631D6EC4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D71E713D-6996-4A23-B749-C55AD3F6E57E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B42F3B87-FAFD-4A10-8F85-167276BD188F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B45C4A93-5034-4927-BAB9-57D7BFEA33D7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EF684BEC-EF97-481E-B0A7-49997BB51310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91E522CB-99DE-46FA-B8AF-5284C0FAA14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377C2429-54DC-40BD-BCA7-B1759CABF068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04B18C7E-31DD-41D3-BF9F-C7D120384619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0D5F0778-B233-4FFF-A8F4-16ED9A8D87FB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C8493183-E1F9-4C42-A2A0-BEC9D69E0AB6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D7716B9A-9E8D-4417-BFAB-6B7EEF8D9809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1531D09A-176E-49D3-9A83-A5C2EE8DB524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1CF336C8-34E4-4772-9500-364C2B02BE1C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0C1D902F-3E6F-437F-8A4F-F73AB46EB40F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B434ED1F-F05F-4AA1-9B1F-F556F3173F4E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97A7D638-ECF2-4D9D-8249-9B879349CFF2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6FBB7A75-8420-4C7C-9107-86B7DEE250C3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51ED7116-70C0-410D-8AA3-B5043A86C768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FA3979D3-DE0F-49EC-8BF4-45F0AD7CEEC2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0BD02A36-709E-41A6-BEE7-80A4E6AD0E77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E87045C6-5106-44DC-BB64-1A6E4F7A690D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B46CA8DD-14C4-48DC-AE29-08A2161ACE85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F97113A6-B159-4DDC-BBA9-AB6384CF53E8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D7E4188E-59C1-4362-A82C-5A9B4B19FFB0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A48EDC55-296E-4882-8D2D-B21B45F539A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6C0A9CD6-C054-409D-B70F-D4C8E9ED2E8E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C614D1FD-287D-4168-B970-99EA44F19118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F18EB44-29C1-465D-8655-99A78FBC6C62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2CDCB2B2-E343-40A1-BC7A-F429B0BF6DEC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72BF6DA1-2F63-49B6-AE3E-46715985D2B1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3CC7AFC5-A040-4837-A9C4-A9D5BCA4318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A77CEA05-DA68-40B9-A4F3-1167FE082286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4BFC2522-1E81-43BA-8565-5456D9A53A21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DBECCFCD-410B-4820-9482-4BAE0B5C02E1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B7DCE1F5-8E03-4DFC-8ACB-0200A8048CD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56616933-C7C1-470B-B099-1CF77C82DAAD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F7FC873A-7FD0-4802-AB7E-D05E1426FB64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C60AFFF-3D38-4AFC-A8D8-E7143FC9ED99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163FEB72-8BA2-453A-A318-BA95C743855B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C60837F3-0A4E-4B48-B6C1-74FD502326C8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3F976B91-0EFF-4FBB-B2F3-FE50978E81F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7153B36-CDD3-4510-A38D-3D7B96B2E3D6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E783B681-BE4E-48C4-BCA8-E79F53C34C3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6321D970-4C2A-41B8-BE02-83282B96139A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1BF5C096-DA2C-4929-BEF9-4F85DC8DC620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06C0D7A4-421E-40B7-AA08-68DFBB99DF78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CE56870D-FC87-40EE-B780-DF584639D32A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FBEFFC1D-EE6B-4ECE-9BD0-B1F7666F5368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B95CF145-8BD1-4E5A-BA85-708B16CB442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866D3ED9-DC84-427B-B359-BD7CDA735C50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414E5984-E759-432A-AF8A-621B224CE830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CEB21D21-0A93-4663-B95F-3EE8A57F4745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78D88182-B7CA-450D-9899-1AD552F3A0D0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4E382A45-C909-496E-A7A3-1699FB276EDA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F3DE602A-CEF2-4EF1-BAA3-942DDFB8F73C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FAF0A90-0FF2-43A2-B025-C6A7733F58D6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2081CF45-DB5E-4A3A-A443-3C7F8D49F5AE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B1E2664B-D33A-4731-89A9-1A017AA5BF90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3DCC3A0C-1A5D-4E58-B575-9634B8F26F0C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AEB0996F-8F8C-4568-946E-6A48C7589C64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6C091355-5576-4E18-A54B-81790FFC2B80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510B4A09-513D-4F57-A287-BFB2B79659B4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CE4489EA-9401-4A1F-A493-F75E02B0C5D7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697CAE42-F2D7-45D4-9DEB-3340782C014E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5D55E60E-72BE-40EB-9C61-DC6F81913DE3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D11AFEBF-8240-41D8-81E9-8C37C853A176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315C0C13-AB51-458D-89E7-50B5B62A93DE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2666B8DA-CA17-4638-A9E4-D11A2A046C0E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AD0DEA9C-9AF6-460B-B1E0-4485D3FCA506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C69555C0-0D18-42A9-A0B3-0F404672EA69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9EE23883-AD79-4248-9DB9-F5ED4A7AB510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67064723-574F-4099-B47D-38752D899B1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3550716B-387D-4782-AC6C-3499E9D6D5EE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28245DFF-CA00-4D7C-92AF-E1F3B08DBA52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B40B1205-0348-44A7-801C-A1A25FA4D70F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D4C64E08-F2A9-48E4-8BE7-12E650C2195A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B1F8C3E5-D5A4-489E-A0C3-8183FDC5D645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57544722-C78E-4C8C-930B-94D6CE932FE3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6FEC9A0F-E8A2-42E1-A1E5-BC846485BF5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F3EBBEBE-DFCA-429C-B824-C066233918FC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AA8CB35E-E879-4F3F-8E4C-B613251A9177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9C56F01F-97DF-41A0-8E06-307829A22D92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6DECCD72-DB94-4354-9D6A-296293BBAE8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EBC99D5C-1671-4A8E-B977-5F297F34710F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3CB3CD8F-0022-4731-A213-2278326721E1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C1849B61-8C13-4843-97DA-843562DC2B49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0F5165EE-F92A-4D16-A1D4-01EB41921467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0F48DB93-4786-4E80-B7D0-47C8590B9390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81810CA-D13C-4DDD-9036-85AA1A49B9DF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4F1BB0AE-4DC2-4413-8017-40E23D834E8D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3B46DBE5-2B4F-4193-B1E8-3391AF794E6D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820AFF62-CC01-4B60-81DC-21D2405D4BC4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3701ECEB-DFA7-4050-8BDB-1D5FCDABC2BF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8823E965-79DE-4BFD-9F9F-C2AEC3B9FFE5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C053FB0F-AFA6-4FF0-B1FC-7D757E35B934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ABE5D183-451A-44F7-87C0-BA052EC62560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032CE3A5-DD77-44CB-9E78-3ECC39E812CB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69DC1351-D658-49BA-AF6E-C4350BB0B25B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FF62DF33-BC0F-4A58-8B0E-B4292D62E84D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A0BA89F3-32E5-4BDE-8A0C-360BBCCFA9A8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15C164F9-A3D1-4408-AFC2-B69376507C83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CC08D5D6-CD40-4EDF-A5E6-6BC84D4B7DB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8B0F3CCD-708F-4BDC-9017-7BA57237A139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3AF48658-D15C-40C2-A79E-4B03EA91EDC8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C6E57D31-CC0C-4FE4-B0BC-3B0BAD45B2DD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42004101-7FC9-41C8-9D8C-F148788C4C29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374E7E53-ED05-4C38-903D-8707E12EF3AA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19E8DAB0-9B01-4916-B31C-2E0ED9D5715E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8442FA83-D190-48AE-93A9-669B698955AC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0BB7A76D-FAE8-4023-9402-0D571FF49811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598E8EA8-5266-460E-9FF4-3A4374C21004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75A0C6F7-0427-496B-9838-0B64310581A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342C1658-5BD6-4C66-BC53-1FAF546D9B64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695DF843-7FC2-425F-87C0-FBE9B9484CD4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ABCEEF0C-AB6E-4C94-9CCF-5FDEBEFD157D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27C4229B-3C2A-45D1-95DF-A3EB73840CF4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118A03C4-F2FA-4CED-8BF7-3B1E5166EF0C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3C75B1B3-7A68-4340-A1DC-0F2ADFCED425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2934860F-1038-46AE-A2A6-45CF698ED2FA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9550CB38-F4F1-4977-BFD2-5B6908AD3899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02BDD1E3-644D-4B2D-A87F-3616AA731A75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43C468C0-D91C-4EB5-A09B-3150CA3EA80A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72E08AC8-E7D4-4EF6-9065-5BE95F0F9E19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90429057-5F42-4B67-8D29-B042EBBE8689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17690B32-7E53-4D0F-8920-D0EDEAFF4811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89D14F59-CBFB-4FA3-84AB-7CBFCE3C3B98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3EF651F6-94F6-4118-A680-524E67F3E3DF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9CFB5C54-1B8F-4500-9E10-A5009334D4D6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1A911592-71B6-424E-9AE0-317E3C13630B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10818A8-7B1C-441E-8084-488A5E3F7ECF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084FD170-7CAC-439E-8065-6785DFF46E9D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F752ADEE-ADB7-43A1-A189-17BB7611DF6F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A9FC521F-514D-4E23-AFFC-142C6EA811CF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B0A5CBDA-1BF0-4CD2-B324-35EF4D60842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5326E9AA-56DA-402D-94BE-8F7A6C11221B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21FFC10C-7734-475B-95F6-4189F4D93DB8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DBD0B4D1-3384-4B7F-B2B6-42156D8B734D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DC784BEB-9F0F-4913-802F-B8BCF494AEB4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E5369A27-11F6-4C2A-BF87-5C51CBCBBDCD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5F7CED82-76E8-42AB-8D1F-902614721967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4DC4B2D6-9432-4FAB-A986-B99CD999014C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2544945F-2535-424B-8F04-11153AD2575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A031667B-39A9-4B8C-9126-42FC6F11B29F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01D2627F-F628-44F3-B9BA-C0F60D937D5C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91D5D10C-E944-413C-8B7F-E524C732B614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56D0F5AC-FAE9-4172-BCE9-92335F6AD2F3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8B9E4634-9E54-4F41-9995-28DBC08C6DC5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C660BF73-ECA8-43E3-9BF6-F53175AB6873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9D04915F-92A4-4229-8E2B-7BE5BC38BFFB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F6C87C4D-01AA-49D9-8F7C-818D6E47946E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BE2317AF-50E3-4E88-BA4B-23F9EFE75F2B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F3BF5670-3A9C-4E90-A974-2F93821F8FD5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99D4F611-37D6-49DB-84E1-E3630A22B2C0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DA3988DA-80C2-4755-93ED-769B5DCB9038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E3B73189-C70C-446E-A5B6-1B618BD554D9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215C289B-0DEE-4125-B933-CD73EA0D210C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0AEA02CC-0B0E-42D0-B997-68C21EDBFBD9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13231088-8363-441E-AD98-A3476E47AFC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271B7510-387C-45DD-9363-9D1A3B45AF26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A92D7380-D6F3-4A99-A950-4414B69EC253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E9613F39-CB50-4441-8D64-8A547F07C5E8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CB57D6E8-EDB3-4C50-98C9-52BD6D0DC75C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05D67CB5-EED5-457D-AACD-519E0DAEAEAF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5C466E4D-0707-41B3-9772-2991A4428593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B7E48933-1CBC-46D0-988D-5C3D56B36518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D666BD23-F2CC-4AB1-B1B5-219C49D80331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5786CE7F-5351-4858-98A4-DE2AE7C2A5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1580DC95-9D57-436D-956B-38BA56C954A3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2CF48B31-12F6-48B2-B21C-3F834B19E009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560EFB18-D4BD-4AAB-9505-EDB5ADADBB72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8DD55810-0242-455A-9576-3668FD6864EC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10380332-67ED-4A16-BC56-3B28259848DD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D9B97AB5-5BEE-40B9-860C-2D1F34619DC7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53A85EAF-FFF3-4F09-B623-BF5F4C0F03D8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0F0E5285-4093-4C0B-B628-DB772F1A5A0A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94620EB0-DD12-46A7-A975-A69838BD3772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6E2BCE8B-D7C0-4B8F-A8C5-F8C121D1B4E8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63A83120-4B1B-4124-A15F-E699DB72BFF7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35AAA229-AB06-4F68-A37A-FD63B8F9F1E0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3E91D6EE-4A5C-4587-955A-6926B60DA3F0}"/>
              </a:ext>
            </a:extLst>
          </p:cNvPr>
          <p:cNvSpPr>
            <a:spLocks noGrp="1"/>
          </p:cNvSpPr>
          <p:nvPr/>
        </p:nvSpPr>
        <p:spPr>
          <a:xfrm>
            <a:off x="8310783" y="44096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F81B4E89-0B88-49F1-9B0E-58AE070577AD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F26CEC8A-DA78-49A3-A787-8EB2547ECEAC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80897242-C815-4256-A742-77C50F463AC0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A4E71695-1A9B-466A-A645-AED77B04D869}"/>
              </a:ext>
            </a:extLst>
          </p:cNvPr>
          <p:cNvSpPr>
            <a:spLocks noGrp="1"/>
          </p:cNvSpPr>
          <p:nvPr/>
        </p:nvSpPr>
        <p:spPr>
          <a:xfrm>
            <a:off x="8118923" y="59909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265D9535-9535-4AA5-815F-E27FF84E8D76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8D1ADE35-D26F-45B6-8C7B-59EDE1AAA8A8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14299F92-C7B1-456A-B652-383C95C5CA8E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EAE5571E-4042-489E-ACB4-8B5EC8BB2159}"/>
              </a:ext>
            </a:extLst>
          </p:cNvPr>
          <p:cNvSpPr>
            <a:spLocks noGrp="1"/>
          </p:cNvSpPr>
          <p:nvPr/>
        </p:nvSpPr>
        <p:spPr>
          <a:xfrm>
            <a:off x="843399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208CED38-B402-41AB-9B76-F95C89F1434A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E66C7BF8-F33C-4082-8EEC-151F64FC6F87}"/>
              </a:ext>
            </a:extLst>
          </p:cNvPr>
          <p:cNvSpPr>
            <a:spLocks noGrp="1"/>
          </p:cNvSpPr>
          <p:nvPr/>
        </p:nvSpPr>
        <p:spPr>
          <a:xfrm>
            <a:off x="83544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AF317629-543D-4A56-B96B-C0CBACCB870F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04C0B0FB-3A45-41FA-9A97-618A97231AFD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FAB954F9-2C45-455F-8902-C68747968ABD}"/>
              </a:ext>
            </a:extLst>
          </p:cNvPr>
          <p:cNvSpPr>
            <a:spLocks noGrp="1"/>
          </p:cNvSpPr>
          <p:nvPr/>
        </p:nvSpPr>
        <p:spPr>
          <a:xfrm>
            <a:off x="8256297" y="58500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42B9D943-CC6E-4AB0-B275-C9918AB8B463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FE5B47D3-2140-4D1E-A0E3-CBB8F231A2E3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AE80CA85-0304-4CAE-9474-36943D5207FA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4525DDB3-3483-491A-81BF-AABFD2F2C0A2}"/>
              </a:ext>
            </a:extLst>
          </p:cNvPr>
          <p:cNvSpPr>
            <a:spLocks noGrp="1"/>
          </p:cNvSpPr>
          <p:nvPr/>
        </p:nvSpPr>
        <p:spPr>
          <a:xfrm>
            <a:off x="8236062" y="59041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E2988E23-12D4-4F8A-B8A5-3148F801507F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55D9117C-ADAB-4338-8463-39A592AF23CB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6EDFC809-B825-4035-B88B-24A327BA3AC3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4FB516CC-BBCF-4DCD-B389-A846014378DC}"/>
              </a:ext>
            </a:extLst>
          </p:cNvPr>
          <p:cNvSpPr>
            <a:spLocks noGrp="1"/>
          </p:cNvSpPr>
          <p:nvPr/>
        </p:nvSpPr>
        <p:spPr>
          <a:xfrm>
            <a:off x="819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9B6DB9D7-0BFE-4B18-8629-F6A41CB52D56}"/>
              </a:ext>
            </a:extLst>
          </p:cNvPr>
          <p:cNvSpPr>
            <a:spLocks noGrp="1"/>
          </p:cNvSpPr>
          <p:nvPr/>
        </p:nvSpPr>
        <p:spPr>
          <a:xfrm>
            <a:off x="81310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0070B5AB-C99A-4781-A3B5-BD3A67C5F4FA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ADD630B1-5894-4328-9817-D4A5FA8CB250}"/>
              </a:ext>
            </a:extLst>
          </p:cNvPr>
          <p:cNvSpPr>
            <a:spLocks noGrp="1"/>
          </p:cNvSpPr>
          <p:nvPr/>
        </p:nvSpPr>
        <p:spPr>
          <a:xfrm>
            <a:off x="8430615" y="56637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CB73AE81-330D-4654-A4D9-F481625EE00E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EB7AE82B-52DC-4FDA-9ED5-6821F8533AEB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CFADF4BE-1692-453B-AEC1-2C0ADDE13968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8CFF775B-CC8D-493B-9114-577B9E026609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DA129E06-0725-4325-B28D-92599577D634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7F4972EE-B41E-422B-B05B-BEB943744530}"/>
              </a:ext>
            </a:extLst>
          </p:cNvPr>
          <p:cNvSpPr>
            <a:spLocks noGrp="1"/>
          </p:cNvSpPr>
          <p:nvPr/>
        </p:nvSpPr>
        <p:spPr>
          <a:xfrm>
            <a:off x="83800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2F0C7DB1-9440-4739-BC53-10D7BAA60030}"/>
              </a:ext>
            </a:extLst>
          </p:cNvPr>
          <p:cNvSpPr>
            <a:spLocks noGrp="1"/>
          </p:cNvSpPr>
          <p:nvPr/>
        </p:nvSpPr>
        <p:spPr>
          <a:xfrm>
            <a:off x="8133069" y="59513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C9B1A47E-52DA-48F0-95C2-82617BF80BAF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05B42104-CD42-414E-BE1B-323BA43BE53E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5C352912-97F1-4730-B639-49F714B4CBF9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D3FB370C-72A3-43DC-969A-4B1455889E74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057B6F2D-4928-40CB-BC29-D35DEF7CB163}"/>
              </a:ext>
            </a:extLst>
          </p:cNvPr>
          <p:cNvSpPr>
            <a:spLocks noGrp="1"/>
          </p:cNvSpPr>
          <p:nvPr/>
        </p:nvSpPr>
        <p:spPr>
          <a:xfrm>
            <a:off x="8093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1B10F57F-D04C-4B96-9F08-4B906E9ED7A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B997EAE5-411D-4B4B-BB4B-225933B5A100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9C0790D0-AD77-43AC-8943-623032AE424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5D71A7F5-0105-48DA-8A24-D56240CF2B60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7100F2DA-75A8-4EA4-AD4D-0BFD104DCF3F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5386905D-6FDB-4498-827B-F4985E477174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29D9A23F-5DB8-47B4-8F95-98F724CAE1CB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7A2B5FDC-50AA-4240-A9B2-86DB48F458B0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DDC305D3-3059-4112-8722-8F4F03DBD61F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C907BA3B-B246-4F7D-8E23-6A44A9B1331B}"/>
              </a:ext>
            </a:extLst>
          </p:cNvPr>
          <p:cNvSpPr>
            <a:spLocks noGrp="1"/>
          </p:cNvSpPr>
          <p:nvPr/>
        </p:nvSpPr>
        <p:spPr>
          <a:xfrm>
            <a:off x="8353008" y="59759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5E9CD422-D84A-4B79-84F9-671F715447DE}"/>
              </a:ext>
            </a:extLst>
          </p:cNvPr>
          <p:cNvSpPr>
            <a:spLocks noGrp="1"/>
          </p:cNvSpPr>
          <p:nvPr/>
        </p:nvSpPr>
        <p:spPr>
          <a:xfrm>
            <a:off x="8431638" y="379717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654C6F5A-8E74-44A8-BBBF-916FFC6B139A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9B9F7DD8-52E2-495B-B517-3D48E36578A0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3DD630E9-4512-46AE-9DD8-0D48F950DC73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2AC8C62B-C801-4BAD-BBCC-D895ACE24307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8F940542-2415-4518-B016-8E8A9A1A1640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8DC6FB18-AEB5-42EA-B2F7-0054E0A7D3F8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623C9441-96FF-4366-9CDA-7D80F187D5E9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31C45238-8A81-48FE-AC56-A92EE56AB700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CEF685D2-136D-46EF-ABBF-4A65DD7127E4}"/>
              </a:ext>
            </a:extLst>
          </p:cNvPr>
          <p:cNvSpPr>
            <a:spLocks noGrp="1"/>
          </p:cNvSpPr>
          <p:nvPr/>
        </p:nvSpPr>
        <p:spPr>
          <a:xfrm>
            <a:off x="8286505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24FA8408-1589-48FC-A9BD-155DD875736D}"/>
              </a:ext>
            </a:extLst>
          </p:cNvPr>
          <p:cNvSpPr>
            <a:spLocks noGrp="1"/>
          </p:cNvSpPr>
          <p:nvPr/>
        </p:nvSpPr>
        <p:spPr>
          <a:xfrm>
            <a:off x="8387425" y="49614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DD8AE302-24EE-48C8-AC6F-4D46719076A6}"/>
              </a:ext>
            </a:extLst>
          </p:cNvPr>
          <p:cNvSpPr>
            <a:spLocks noGrp="1"/>
          </p:cNvSpPr>
          <p:nvPr/>
        </p:nvSpPr>
        <p:spPr>
          <a:xfrm>
            <a:off x="8353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3D0B3487-4398-43D3-86FC-E58738E14D2F}"/>
              </a:ext>
            </a:extLst>
          </p:cNvPr>
          <p:cNvSpPr>
            <a:spLocks noGrp="1"/>
          </p:cNvSpPr>
          <p:nvPr/>
        </p:nvSpPr>
        <p:spPr>
          <a:xfrm>
            <a:off x="8152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41FB6ADF-561B-4C3A-A2BE-3C10A770AEE0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A7021AF7-B394-415E-AB1E-489B27D04487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564ED0EF-9840-4490-943E-5CBAEA8292FE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BAB85C20-EAA7-4601-A3DB-08C7B022D745}"/>
              </a:ext>
            </a:extLst>
          </p:cNvPr>
          <p:cNvSpPr>
            <a:spLocks noGrp="1"/>
          </p:cNvSpPr>
          <p:nvPr/>
        </p:nvSpPr>
        <p:spPr>
          <a:xfrm>
            <a:off x="82840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6996D95D-72D3-4E9C-9DD5-5C790324A02B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DEE1A423-8FF2-4668-ACDF-C8E554BEE61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440F687-8BCB-46C0-8148-915C0DE61B7F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5561B1EF-A4BF-458D-8C22-17B763AB0152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763EC56A-0888-47E0-B1A0-3823C1493FE8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1CC098FF-AEF6-492D-BE85-66FB8B41EF8F}"/>
              </a:ext>
            </a:extLst>
          </p:cNvPr>
          <p:cNvSpPr>
            <a:spLocks noGrp="1"/>
          </p:cNvSpPr>
          <p:nvPr/>
        </p:nvSpPr>
        <p:spPr>
          <a:xfrm>
            <a:off x="80933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E3FB633F-79D7-49F9-80CF-16E983D7F9FF}"/>
              </a:ext>
            </a:extLst>
          </p:cNvPr>
          <p:cNvSpPr>
            <a:spLocks noGrp="1"/>
          </p:cNvSpPr>
          <p:nvPr/>
        </p:nvSpPr>
        <p:spPr>
          <a:xfrm>
            <a:off x="84588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9741012A-7B24-44AA-BBA9-F201432E545F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96358816-C3F5-4F7E-8F41-FFFE53673A7D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80CC0762-104A-43A5-8742-0D048FD5C870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9BC97490-425D-4808-8A33-41DABEFFF57E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EF5EAF8E-0BD6-4EED-BE21-64717367AA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C3005F3E-692F-462E-9CA2-4D7686EC57CD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E5791894-3C47-4A17-A068-4FF57FE4D784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BD8AC9C7-7499-4F86-811E-C560CC535BF5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7B1C37FD-6697-4271-BD3A-FDAB731B29C4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CDD497B4-131E-4BFE-B7F6-B883E5E795B6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4832BAFE-891C-4267-8E9F-C4639E234A46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442F5C20-9D76-471A-94E0-99F633158693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0FF7596E-EDB6-49B7-9145-300189C547A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ADB292CF-5AE8-41E2-B061-D6BEFA2E5528}"/>
              </a:ext>
            </a:extLst>
          </p:cNvPr>
          <p:cNvSpPr>
            <a:spLocks noGrp="1"/>
          </p:cNvSpPr>
          <p:nvPr/>
        </p:nvSpPr>
        <p:spPr>
          <a:xfrm>
            <a:off x="82299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842813FF-1A9E-4B1D-854C-460309D8DDD0}"/>
              </a:ext>
            </a:extLst>
          </p:cNvPr>
          <p:cNvSpPr>
            <a:spLocks noGrp="1"/>
          </p:cNvSpPr>
          <p:nvPr/>
        </p:nvSpPr>
        <p:spPr>
          <a:xfrm>
            <a:off x="818710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8252F5A8-C15D-4E7D-9BB4-DDE2BBE064FA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017C2BDF-8C7A-42B0-B306-F36E0A19EC14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93E092AA-7C03-4D87-A4B1-D694A6F1827C}"/>
              </a:ext>
            </a:extLst>
          </p:cNvPr>
          <p:cNvSpPr>
            <a:spLocks noGrp="1"/>
          </p:cNvSpPr>
          <p:nvPr/>
        </p:nvSpPr>
        <p:spPr>
          <a:xfrm>
            <a:off x="8274803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41D267BB-FB19-4851-9C0D-B0E5098C7D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53B155AA-4D6E-44DD-ADD5-C62651555B99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F3EC4401-5EB7-4EC6-99BE-2A9464888296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BCD60A71-B5BB-40A1-9C22-77DC81B68067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440A3F0-820E-4796-8517-C0A963C5857D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D89271D5-C879-4A4E-9DF4-89A7C78D0DC2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52F6581F-6153-42FB-B801-0C41DF4E6D36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48791EF0-4EF3-4AF2-A8B1-1936ADAED3C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0DA403C7-3670-432C-A8AA-006D71379063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0D9405B2-F73C-4D2C-83C5-04502007031A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02FC3BBC-0A09-41BD-A40C-DD7D24895BDE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7AB15E4E-7B0A-45E0-ADB3-F45E817DADC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A642BF78-644B-4EAF-AA98-A07EE467DE70}"/>
              </a:ext>
            </a:extLst>
          </p:cNvPr>
          <p:cNvSpPr>
            <a:spLocks noGrp="1"/>
          </p:cNvSpPr>
          <p:nvPr/>
        </p:nvSpPr>
        <p:spPr>
          <a:xfrm>
            <a:off x="7188543" y="3815476"/>
            <a:ext cx="191" cy="659367"/>
          </a:xfrm>
          <a:custGeom>
            <a:avLst/>
            <a:gdLst/>
            <a:ahLst/>
            <a:cxnLst/>
            <a:rect l="0" t="0" r="0" b="0"/>
            <a:pathLst>
              <a:path w="191" h="659367">
                <a:moveTo>
                  <a:pt x="0" y="659367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B338590B-1B7B-4992-8FAC-7F422C192759}"/>
              </a:ext>
            </a:extLst>
          </p:cNvPr>
          <p:cNvSpPr>
            <a:spLocks noGrp="1"/>
          </p:cNvSpPr>
          <p:nvPr/>
        </p:nvSpPr>
        <p:spPr>
          <a:xfrm>
            <a:off x="7054035" y="447484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EFC97AD1-F825-4238-9ECE-4D4F9EF9C909}"/>
              </a:ext>
            </a:extLst>
          </p:cNvPr>
          <p:cNvSpPr>
            <a:spLocks noGrp="1"/>
          </p:cNvSpPr>
          <p:nvPr/>
        </p:nvSpPr>
        <p:spPr>
          <a:xfrm>
            <a:off x="7054035" y="38154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161D5E71-A40F-41AB-AE3B-1BE27C073A6B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61AE5B36-3A8E-4F14-A4C2-B59994896FD5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CA657D32-B691-4824-B776-F94773748A21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07CB2738-158A-4A5D-8A58-C202575626E9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20E9F35D-0A85-4597-8F4E-4E49BFC578D2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00EB9306-F561-454F-9E68-5094C4CAB6F5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1E50536C-7B23-4F34-8A86-84E2E0F601F9}"/>
              </a:ext>
            </a:extLst>
          </p:cNvPr>
          <p:cNvSpPr>
            <a:spLocks noGrp="1"/>
          </p:cNvSpPr>
          <p:nvPr/>
        </p:nvSpPr>
        <p:spPr>
          <a:xfrm>
            <a:off x="7751033" y="4309492"/>
            <a:ext cx="191" cy="624812"/>
          </a:xfrm>
          <a:custGeom>
            <a:avLst/>
            <a:gdLst/>
            <a:ahLst/>
            <a:cxnLst/>
            <a:rect l="0" t="0" r="0" b="0"/>
            <a:pathLst>
              <a:path w="191" h="624812">
                <a:moveTo>
                  <a:pt x="0" y="62481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EDAE2047-F03C-46A6-95FA-F5F8BADE171C}"/>
              </a:ext>
            </a:extLst>
          </p:cNvPr>
          <p:cNvSpPr>
            <a:spLocks noGrp="1"/>
          </p:cNvSpPr>
          <p:nvPr/>
        </p:nvSpPr>
        <p:spPr>
          <a:xfrm>
            <a:off x="7616525" y="4934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AC7A6E8E-E9BA-4B38-8ED6-C6F141E30FDB}"/>
              </a:ext>
            </a:extLst>
          </p:cNvPr>
          <p:cNvSpPr>
            <a:spLocks noGrp="1"/>
          </p:cNvSpPr>
          <p:nvPr/>
        </p:nvSpPr>
        <p:spPr>
          <a:xfrm>
            <a:off x="7616525" y="430949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57442583-2AAD-4BF1-AEE6-CF0904E1ED99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89E7137A-48E0-4FE9-8B99-74F9536806E7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DDC19BA0-EE8C-4307-BA12-5A2F81F1937F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EE56F443-B5F6-41F8-B897-6ECD75625239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CD76A11-1CE5-491A-A2EE-67C01D3D899E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D55F82E0-6C0C-4F77-B898-9E7D81E08572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7E88B116-783C-4D25-9697-F1AA2B2A5424}"/>
              </a:ext>
            </a:extLst>
          </p:cNvPr>
          <p:cNvSpPr>
            <a:spLocks noGrp="1"/>
          </p:cNvSpPr>
          <p:nvPr/>
        </p:nvSpPr>
        <p:spPr>
          <a:xfrm>
            <a:off x="8313523" y="5207416"/>
            <a:ext cx="191" cy="461484"/>
          </a:xfrm>
          <a:custGeom>
            <a:avLst/>
            <a:gdLst/>
            <a:ahLst/>
            <a:cxnLst/>
            <a:rect l="0" t="0" r="0" b="0"/>
            <a:pathLst>
              <a:path w="191" h="461484">
                <a:moveTo>
                  <a:pt x="0" y="4614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97A6FF58-6AE7-4CCC-830B-5AD049D05DB8}"/>
              </a:ext>
            </a:extLst>
          </p:cNvPr>
          <p:cNvSpPr>
            <a:spLocks noGrp="1"/>
          </p:cNvSpPr>
          <p:nvPr/>
        </p:nvSpPr>
        <p:spPr>
          <a:xfrm>
            <a:off x="8179015" y="566889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03A2870A-06CF-46F0-A0E6-C23E0CFA0C94}"/>
              </a:ext>
            </a:extLst>
          </p:cNvPr>
          <p:cNvSpPr>
            <a:spLocks noGrp="1"/>
          </p:cNvSpPr>
          <p:nvPr/>
        </p:nvSpPr>
        <p:spPr>
          <a:xfrm>
            <a:off x="8179015" y="520741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73A82818-68AF-46D3-903D-EBB55DDAD4EE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1EDB937E-784D-40BA-96AF-DBEFDF7CCBFC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E4BE06C7-20C9-4B5C-8F62-F2D8095AC6AD}"/>
              </a:ext>
            </a:extLst>
          </p:cNvPr>
          <p:cNvSpPr>
            <a:spLocks noGrp="1"/>
          </p:cNvSpPr>
          <p:nvPr/>
        </p:nvSpPr>
        <p:spPr>
          <a:xfrm>
            <a:off x="6978221" y="4151517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D5EFC37D-A9C1-4BD8-A17C-8B1C65BF972A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CCEAE785-FA91-45AF-B2EB-76A6E45B05EF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76C72A6E-9A64-4944-BDD3-50A9047C7556}"/>
              </a:ext>
            </a:extLst>
          </p:cNvPr>
          <p:cNvSpPr>
            <a:spLocks noGrp="1"/>
          </p:cNvSpPr>
          <p:nvPr/>
        </p:nvSpPr>
        <p:spPr>
          <a:xfrm>
            <a:off x="7540711" y="462910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E8F45688-8610-44FF-BF30-71C30F444AD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71418360-E890-4850-AD36-927F039006E5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E8F1E809-BD3C-43A0-B416-D4A5559719D4}"/>
              </a:ext>
            </a:extLst>
          </p:cNvPr>
          <p:cNvSpPr>
            <a:spLocks noGrp="1"/>
          </p:cNvSpPr>
          <p:nvPr/>
        </p:nvSpPr>
        <p:spPr>
          <a:xfrm>
            <a:off x="8103201" y="544619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F04C1C2B-C84F-4C4A-B3D9-F94BAC04CC5F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3A504743-5F77-4890-9C6B-31254596558B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C6F96E5B-AD13-4634-8C46-337AEEA73F4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88014F2C-968D-4106-8CFB-8950748490CC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FD848878-1C78-4E75-87F4-C12D8C07B4F4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0972CCDD-977E-4B3C-BB25-860D0F3C8738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0AAB0DB9-51D0-4001-BD91-3F023FA89C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2077046-7E73-4B87-A2FF-33B3F510A319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6241246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F9135362-95EB-4949-BA7D-6205686694BE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F4EC6B4E-7A7B-4430-8A5A-980AA9476ED3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66957AC9-B931-4207-82A9-A86F1116FBA9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BC41DA37-82E5-42E8-BC06-ADA8E7E6E573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3487C0DE-905F-4E21-AA9B-321BC6EAA3E4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860D5C38-DA47-4799-A6B6-5CCB23E232C3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A1E7D99B-8800-405D-9DB2-8492628DCCAE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DC2F31BA-2C92-4652-99B2-880B57C98803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47326274-EF08-47CD-AEE2-7755C222D4B6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EA3DAE64-D40B-49C8-93FF-E4789D781AF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954A7431-F23C-4973-8BF6-E4592E52D1EE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49CC8AF4-1275-472C-8903-A81FFFFB54CC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3B6718BD-2641-459A-A974-7D4BA80FF436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3B8CB4F1-7FA9-4F1C-AB11-09B9311828BC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05C8003D-723A-43AE-B39F-2E5BA7AB3B81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A73187EE-44DA-4A65-A6F2-E6C0EF832DB9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708C25BD-AFC9-41DF-BFE0-4234DD6D1EDF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A75D5E05-7A44-4B52-B1FA-109561DD347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B602CED-19D7-4618-8C8B-25D026D0F9A4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ADB66188-30E7-44F4-B729-348ACFDD916E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5547A7E7-6762-47DE-9652-788BB60B40B5}"/>
              </a:ext>
            </a:extLst>
          </p:cNvPr>
          <p:cNvSpPr>
            <a:spLocks noGrp="1"/>
          </p:cNvSpPr>
          <p:nvPr/>
        </p:nvSpPr>
        <p:spPr>
          <a:xfrm>
            <a:off x="3902243" y="1905122"/>
            <a:ext cx="214640" cy="715205"/>
          </a:xfrm>
          <a:custGeom>
            <a:avLst/>
            <a:gdLst/>
            <a:ahLst/>
            <a:cxnLst/>
            <a:rect l="0" t="0" r="0" b="0"/>
            <a:pathLst>
              <a:path w="214640" h="715205">
                <a:moveTo>
                  <a:pt x="0" y="715205"/>
                </a:moveTo>
                <a:lnTo>
                  <a:pt x="214640" y="715205"/>
                </a:lnTo>
                <a:lnTo>
                  <a:pt x="214640" y="0"/>
                </a:lnTo>
                <a:lnTo>
                  <a:pt x="0" y="0"/>
                </a:lnTo>
                <a:lnTo>
                  <a:pt x="0" y="715205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6128E0FE-98BA-45EA-B970-1A28FF27F071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3F56F82F-BF12-41EF-8F31-1CBAEA65FFD4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82EC45ED-37AD-4F1A-8DE5-D8B8EEBD9BD7}"/>
              </a:ext>
            </a:extLst>
          </p:cNvPr>
          <p:cNvSpPr>
            <a:spLocks noGrp="1"/>
          </p:cNvSpPr>
          <p:nvPr/>
        </p:nvSpPr>
        <p:spPr>
          <a:xfrm>
            <a:off x="4146152" y="2075204"/>
            <a:ext cx="214640" cy="545123"/>
          </a:xfrm>
          <a:custGeom>
            <a:avLst/>
            <a:gdLst/>
            <a:ahLst/>
            <a:cxnLst/>
            <a:rect l="0" t="0" r="0" b="0"/>
            <a:pathLst>
              <a:path w="214640" h="545123">
                <a:moveTo>
                  <a:pt x="0" y="545123"/>
                </a:moveTo>
                <a:lnTo>
                  <a:pt x="214640" y="545123"/>
                </a:lnTo>
                <a:lnTo>
                  <a:pt x="214640" y="0"/>
                </a:lnTo>
                <a:lnTo>
                  <a:pt x="0" y="0"/>
                </a:lnTo>
                <a:lnTo>
                  <a:pt x="0" y="54512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30615049-D018-43E9-9FD7-E068A4E5B290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C867EF98-A6E9-414E-8DAC-20DDDD9F9E35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0A49BC0D-332F-4857-B63A-BA5A4407A1C7}"/>
              </a:ext>
            </a:extLst>
          </p:cNvPr>
          <p:cNvSpPr>
            <a:spLocks noGrp="1"/>
          </p:cNvSpPr>
          <p:nvPr/>
        </p:nvSpPr>
        <p:spPr>
          <a:xfrm>
            <a:off x="4390061" y="2521780"/>
            <a:ext cx="214640" cy="98547"/>
          </a:xfrm>
          <a:custGeom>
            <a:avLst/>
            <a:gdLst/>
            <a:ahLst/>
            <a:cxnLst/>
            <a:rect l="0" t="0" r="0" b="0"/>
            <a:pathLst>
              <a:path w="214640" h="98547">
                <a:moveTo>
                  <a:pt x="0" y="98547"/>
                </a:moveTo>
                <a:lnTo>
                  <a:pt x="214640" y="98547"/>
                </a:lnTo>
                <a:lnTo>
                  <a:pt x="214640" y="0"/>
                </a:lnTo>
                <a:lnTo>
                  <a:pt x="0" y="0"/>
                </a:lnTo>
                <a:lnTo>
                  <a:pt x="0" y="9854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12AE82CE-BEF5-43F2-AF6A-79520982AE53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36317ADA-0B17-4ED2-A63C-7D2D7AE6E710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F673C4D1-B298-484D-A1B1-8CB09B587666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56BE0643-C62E-4F60-8086-F57FB26A288C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E325A6A2-1462-4465-80AE-0380DFA17AA2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5E8DDC0E-3143-4860-8B79-4A8FCA22909F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5B0C9744-DAC0-4B1D-9E5C-52124B34F944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9446D524-BCA3-4D20-8FE4-5570EF867458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4F65B09C-A27E-4094-A45A-BA30D2CB4331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48564524-04A7-45F1-BF6F-99F5006B38D6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B35558EE-F1ED-4DF2-9AEE-F615E1C127E6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916743A5-820A-42B9-BABD-6FBE419DE7E9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FDE3A121-BD8E-4E6B-83A2-B449F36ADCB9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5FEF901C-7CC9-4DD7-A5D4-E911C7644D90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941A6C2D-392C-4B5E-ADDA-D3071F78F5F4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DB346C30-F24F-4021-900D-AA896DB589A0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424D18A9-E95B-47A1-AF3A-A24A919D7644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B3861BF9-585B-4E85-91B6-92D35D24EB3B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1399FFAF-9C0A-4D56-9A32-AAC0A47F2B1D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2568B980-7909-44FE-A734-6E038BA03803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B5C9E670-4162-4E93-9AE8-47350CF8F67A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A8846227-2297-44A6-9DA8-A3DB69D5AEC0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10457B7B-D3C0-4C26-87D7-1AEBAD9C65E1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19721753-A5F5-4B6A-A8DF-71D17D909E8B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3D93CCBA-B419-4910-939F-B582A632A0C3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BDFE7CED-9FA4-4333-91FD-F982177CC1E3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FA2342D6-5408-418D-9FB1-68378A4B544F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292FAA65-DE53-4DFB-93DE-BD964678DDAD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7F3F9FBC-CE3E-4D56-8A5F-74CB762813FC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D0462FC7-05DC-41B8-BA2D-6653CBBA056A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477C091B-6B91-4EB0-968B-4C5AF3AB8179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B55539B2-C7EC-4F23-BFC7-5DE492DF089A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EBC177B9-FB95-4985-A033-44A26A0FD793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2CD1A4B6-548F-45D7-9A4D-EA19B39D6169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B916FD0F-274F-4AC4-A159-A19FCFC7386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AB5CF7A7-0E28-4872-AE59-06C75098C0FA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FC6D2147-B0CD-4089-BF3E-B055D838E218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33BBD634-23EF-433D-A37F-45861F81C594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7851F62E-CA7A-4E40-9578-B446A4FC8EE2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2CE8EED4-4EB4-47DC-934E-675031D5884C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228D0FB6-4A67-49AD-8267-F03AC4F835AE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A8141E85-4008-408E-8A75-1AA516A799A0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065EA87A-23FD-43C1-8CFA-10E18CA55B05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CA4341B8-6FAF-4FB6-87E6-AD19DDA19698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B08A0E93-2750-4B9E-883B-7C3715A774BA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5905F383-98B6-4F37-A45C-DE36D6B5A6E9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27768018-E5BD-4468-8245-EF5EB225C585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1B9CA423-C1E8-4AC9-9286-BE661B307BCD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3B4B0800-3FA2-4F62-B401-3862207B1938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778C7E89-471B-4C54-A20E-26D2ECC4B8DC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5755F2A7-67FA-4677-A4BC-330AD4A465A0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E4DC85D7-7F71-428F-A91A-EAFF6C910453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EE3A01DD-FBA7-4964-8445-442FF4234A6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3BD93ECA-52C8-43F5-ADB2-F42361D2891E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54EBEF49-C2D3-4EEA-B5ED-7773C28C64B5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F1983FAE-1F57-4371-9666-9A4F973DA960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71EBDDE5-A3E2-4A39-B4B9-20E480D608A5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5150E37D-2B2C-4743-991F-3AC69417BD82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7F6F7F7A-82A4-4743-8C4A-A5366E586A91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B4D92BD-B04D-4767-91AD-7BE713D244F4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92DD5113-7D40-47DB-A28E-FDD9E7C1597E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4B351022-8191-4F10-9870-1F24C5EE3B5C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B1A32AE6-6DF0-4775-8519-3172CCE5F6BF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023D3CCF-0FA3-47D7-8642-5DFE9357D16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F40E2367-B1BE-4D57-B126-EF4FE65223C4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46834AB8-B770-4235-9C88-F121FCA265B9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7F6C3977-13C9-4016-A901-B0C80DC3706E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CDAE9DBF-5FB6-423E-9742-5A94FEB85D8A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9CABB855-F094-48C0-83AC-F475B78CDDFF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B668719C-6DEE-4CDB-85ED-CB4206E1F073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D6783FCE-A345-49FA-B26C-64E1571FC677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96AEB3EB-4647-42FB-ABAB-8DE0098BCBC3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6417C81-2940-4E1D-AF9A-FCA7A8376C7D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D1FE8522-8216-448A-BC63-2DB1A6D2F378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24612B4E-3BB9-4932-AFC3-DCD5615EEF36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4F54247A-57C3-44D0-BC64-9366392F77F4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80FC2ABD-985B-418F-ADCB-244D1C4738EB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E613CB8E-CD1C-4F8C-A8B3-6D3773CF48CF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6AF2BEFF-243A-497A-A4BF-3BA7EFECEADA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3122674A-05CB-4CF1-BFED-BAB4514DC0EF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5AB948ED-DF23-4DC8-992C-4879A13F87C0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C4D8091C-9F09-40BE-BA21-27AC3B409B67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47CC7176-CBDB-4444-A682-E9072716821F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6BD3FAB8-8D5F-44C5-9ACD-3D83B8A6F022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AF1D9C40-48AD-4935-92FE-19D0E7F26AB0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8BAEA107-167C-42F1-892C-061D13110AAE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2B13B472-5F5E-4077-AE03-0A11618CF20E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0DB33A4E-8ED9-441A-930B-D598D47CA421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1844CC09-95DC-4075-A0C6-B759C1216409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8747365-A03F-432F-9A20-85C0BD05C719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A7AFDCE7-0698-4541-82D3-5A84AE855E2C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5D493919-4C61-4429-9485-5934D796873A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81AB5025-F1AD-4483-8EEF-588C4F84A737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C51B4429-32E1-426C-82A7-0146E08E12A1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F66BD616-7A77-4937-B546-00ACB3341015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AAFCF90E-64E8-4A60-87F6-E2D51249ADE5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2B31EA87-2013-40C5-ADFB-EEE4A135147E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940C238A-49D9-4158-92D6-E18FE3A7E6F3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4E6A4FF0-4AED-4FA0-85C9-00460255D723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EE2EB4E0-D9D8-406B-AEF6-FB2046817B8A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561F011B-A427-4832-8BA4-EB352F1618D3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C3A9110E-B9F3-4540-91AC-C1A4300D4ABD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084D18A8-347C-4974-A369-7AA27B8B647B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F3685321-DD15-4EA4-A66B-EDD8B484568C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A2A205C3-B974-4D90-B9D6-8AB54CB67864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7018B6D9-6C05-4AF7-8DD5-55E4295FF268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C325FC44-B81D-47E8-9B7B-4FF87317F592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F569A7E0-D381-44AB-861A-04E7CF3EC54C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9CE4ACA0-B020-4773-8937-CEC784228EE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DD7C7D42-328B-485E-BA39-803F9E3F52F6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D4C13420-FA5D-43AE-AFDE-7B0CD5909479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50F11F4A-A0D4-4CC9-9596-39774CDD20CA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8961A8D7-E5E6-4B79-982E-5E072FCAE87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54E1816F-9F66-4C48-A478-25529709F8FE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CA5C48CA-F8E0-4128-9C06-DBDE909EB46C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4ACF5ADE-DDDB-498A-8D73-3FC6E17C690F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77005DD9-50BA-40B0-AEE2-1F7D203C48C4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6D8F5044-5ED8-4CC4-A4AB-FFCA41B643F4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5DD9918C-37B4-418D-9FCF-89F25952AC66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3AC0F36B-AEE3-4DF7-9B2F-DF3B94EBCA8C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11FC0BF6-E94E-4B70-A184-16685B58B127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0B053ACF-9D82-4A70-9490-BA75EE27E35A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27B57F42-A7D7-44FB-864C-356989179E78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25BE87C7-24F9-495F-8BD9-B2D9F3C6C2CB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73DEBDB3-F4F9-451B-AC96-44B2FB77F154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A37CD239-9AEA-408D-BC41-5A36F3CCBAFF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22AD7A18-80DF-4EFA-831B-F0CDB040989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35EC1714-90E5-4A7C-971C-C16B38252837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36D05235-9420-4855-AD52-874AC9EF76E4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88E66DF6-A6C2-41B8-92F5-AB647193FC06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EE6F8FAB-3EFF-4F00-9F90-BA45EB81304A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E4E1B3A4-CA5B-4792-849A-10E0CFDEA7B2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ADD886F2-9011-4781-8652-D070651BAC8D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DE6A3CC2-9F54-433B-9551-2AC52A01BC01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847BF91A-6D2E-434D-9DB8-7128440347F4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BA9AEAF7-BF3B-437F-B8D6-A32D575C7D98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55D0DCA4-3D9C-4FB4-9CA8-B10E00578AC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F6285579-60F5-4F87-829F-87371EDC689C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2593280A-3F26-4F53-90AD-0F2A728F2DDE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23D73188-682D-4D23-A1BA-69555007F367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0DE4832B-5C5F-4660-96FE-4ED56E8BB850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506E48E4-1EC3-4ACF-B941-9F1A5BF389CF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7D7F670F-B5E3-44A0-8B9E-85695ED755E6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CED45C0E-B12C-4508-8D76-4CB69594CDED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8414230C-939E-4C1D-A2AF-CD7752B880BD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738147F7-9841-4D14-9BD8-6D34EE22D1E4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7C2227B3-74C5-46FD-866D-EF998097023D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77316B12-10A5-49FE-B0B4-066558338745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E8CD7F92-09DD-47F1-81DC-850887065C0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BE91A918-AA0A-4CDD-9EF0-A7A49329F685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B16885E1-4DD8-4565-A164-4E2AF1A92E3D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1018D09-FEDD-448B-85CC-B38619F46B77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6FFB5792-2588-49AE-9D5E-13D64CB46480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BA117B28-413B-483E-8944-29EF5799D3FF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95585CDF-AFC5-417B-8D66-1921E5665DBC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DE711394-D7D7-4723-A462-33C1EF844736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EB51002A-5160-4F7C-B448-88346AB4805A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B11F1508-F046-4FA1-BF72-B0733A4D6181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B1DD223B-AA91-4A75-86A9-430CF49F5F7E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7C63AE7D-48C1-4A85-A6EB-024F8F9B6473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0F107C60-8632-45CD-9672-3204307F75F2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4AAB745-976C-4555-8CB7-A0F8528C9B5C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8BFCF107-1B35-45B2-87B1-AC328881351C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4CB1CD9B-D858-4494-927F-580151648D0D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32BC4613-8217-408C-A123-C04EA95D6CFF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596419F2-80C9-4100-B137-585DAAE364CE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AA0F8710-8297-432D-854B-801698B10DE6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A5A0C689-3BD3-48C6-A86A-BC3255D2435C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1C7248E7-5035-49A3-9189-A10BB58BD3A1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5553007-E739-4F2F-97C0-3A241B863EAD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0D62B92-ABF5-445B-9B20-89DF21B6D46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8C6D930C-50D9-445B-B0F7-28718E4C94D5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01F6B6EC-94BE-4829-B50A-45CE007B5B25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70130C8-C0A8-444E-9CF6-373E9A804FDA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2661C22F-5957-4B31-837F-55A07A301B6C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892946BC-C570-49F2-9F7B-C4ECE37280E5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9E93EA1-60D4-4B1C-A265-34D8AB81EF4E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2EF7B568-16A1-4E5F-B368-C886AB301507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41927831-03DB-4594-B37E-6246F925F4A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B4D314FE-98E5-43EA-823B-9D3B58B996CE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34E35139-F759-4536-B86B-2C6EDF4B82B0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50C1C318-0160-4FC3-BFD1-89B25847BCB1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BB3C6273-D2F1-4414-80AA-95A5948299E8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4729F402-5BE4-41E2-988F-FCED0F3E6D3C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A642E16C-1961-42EA-B7A5-9032F3BBEA83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485A1837-355E-4370-BC57-9FBCDDBAF93D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562357A2-D71E-4534-BCDE-67469F432BC8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8B4D9EAD-DC56-42A0-813E-6C91BD39F16E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8657C7AA-FB36-4F45-904B-BF4C87FC3E13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6B8682F0-C430-4ECB-9ACA-C90F20B91CC9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9EE5A06D-F8C1-4645-9B1B-68F1D2C03DF4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1981F969-3853-462E-8BC2-5A1929757646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6F0A7C47-59DB-408E-A0E3-2E18E39A2470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92A5CCC9-8F3D-4F73-87A4-B147437C7C77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9BE8EDD7-9D3E-4679-8EFD-E43E1E8221DD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AFC96A39-2A0B-4BB7-A482-0F8670B84338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E7818D87-5A34-419D-87EA-AD66B2A4633F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4474575C-746D-4DFB-A3CB-A978C6DCCE6D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CB6B8EFC-76C7-4192-9A71-6C7B97BE7D6D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0A543793-079E-4AE9-A48A-9A71A30F29C4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47D1190D-4C1F-4DB1-948D-0AF1C4D627E5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42F098A6-B4B8-4A5B-BC5C-2D9625B88662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EAF7C952-38C9-4D2E-A93D-4393EB6A5A22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85D150A-5D65-4633-8657-C7583997A666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1A52162F-94A9-4662-91CC-6453C803E758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18CEC367-73B2-4925-92F9-5AD6B306D425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550CC6A7-2873-4D30-A3C0-3C1BF8BFDA68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7CD8E277-28FE-4746-A551-0F4305BD45B7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7375CFD7-9343-442B-A096-D3B72F646F1E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2FC265D6-9F12-44EE-BAD1-568C8FFE46C6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D59BFF98-3700-46E4-BAFC-EAFBB064EFC8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99067D09-745A-4573-8571-9185F28233FD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90773E5C-5EE1-4A0A-910A-05A05A92AFE7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4D4A400F-201C-45B0-AC64-F0F757AED03A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7F569C85-549E-4346-91CD-A66AF5E63B6E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9310E08E-4D9A-432A-87A8-11CF240FBA74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EF10FF4F-8944-4FBB-B2D0-7C45490C36AB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A345268B-E18D-4E33-B956-2555ADFE3CC7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15473A3D-D2DA-4546-A72D-A9FBD231F455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9FA84B04-0226-4235-8139-88C42E757AAD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7CF98C66-63BE-4803-8732-3EAD2CFFC621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553B4C19-F64C-47A4-9C96-2A30E0715669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FBBC3B2B-7EDE-4F1C-98D7-756B51CB500C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F107566C-A94B-4567-9AD2-B8005ADB1CB9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34781CB8-178F-45D6-86CA-5C6102CB4169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40220B47-D348-4E8B-9E62-D077813B6A21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4DACEA0-FE17-46E9-89AD-CBB717CC956E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7D382732-B42E-4570-B5F9-2C970EDD8CB8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A82E3F43-C2D7-44E3-9EF8-9981E64A63F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ECCED61C-C32C-448D-9B5E-55E3EFEF651A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A3B01493-CEDB-4C43-8A76-FE01828D0636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012FD0C6-869A-4E92-ADC5-56B9B6C62CB5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2E7B9038-FB98-474F-88EE-12B97285E907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A6970A88-CC14-44CD-8E3B-8D7AA3AAD972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9A3FC43E-DA2C-4DAF-AA01-0C361FDA714F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B27BA535-1418-4B2F-89AD-4A207FACF28A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FF654498-8DCB-4B1F-85BD-6F6A9963B42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DA2F3E62-AFF4-4CC8-8106-28DFC17C0ED5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EA54BDBF-C640-445B-94E9-507F6905AC8F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A4B36C8-A237-4B79-BC6E-9A9D2D1D57B2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7FED4C3C-0DE0-47AD-BE1F-D69B241E129F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3C359D42-C58D-47A8-8730-C3C011438AE1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19955169-1FE1-4908-A9EB-7CAFDC439A99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6909D499-85E4-4BE9-9FDC-81E3E43ED666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1D347BA9-69AA-478D-9166-F00BFEB3DEE4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3C88010F-4B4B-4396-B999-7B9E7878DC30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174E9623-C180-4D12-BEB2-8CD05177630C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CEE2B115-20C4-441C-9831-9083EBB942F0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7482F374-CAA7-4A0F-A3FA-0989439A478D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F3618AB3-7C89-406E-B58E-974BFF4E7F0E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B96F8206-E4BC-488D-BCE5-208928351756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76D0712C-DCFB-4B67-85AD-352D5FD84933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07C28708-3E6B-4024-848B-5356442DF440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EBBDD4F6-1FB2-475E-8E70-23B0F2F3D51E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ED7388F1-7146-4200-AA66-025B89747BD7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C79828DE-7686-40E5-97C9-D109CB059DC4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A4800846-284D-426B-8784-3D425AB02953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124897C1-E46F-42F1-80AA-1A6B96BE7D56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2E6A7D46-70F0-47A8-A884-AF1E91DE5A52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412BB5A3-C077-4A9B-BF9D-145187D6012E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D40FD688-7F60-494B-9D54-044683B3BB9A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132A4430-9C7D-4C63-B827-FF19869FD2FE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0351D6BD-2A83-43DB-B9C3-94D60604F8EE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CA56C85D-E8C3-41B8-BF88-E8E6DC16AB33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C290C465-1B8A-46DC-9F3A-8E6DA21F32F7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2DCFAC85-E4EA-4B84-AA05-BC24AD5F85C6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7BBA6498-BE7F-4493-8EE9-388978A9048C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173F5753-A14B-4298-BFC2-3C19ABF1B655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D019D8DE-9719-487F-99AD-C14AB10926E1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8797326B-1997-4000-B166-27EDC1E6B1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2CB946F5-B273-4A12-8B92-470F3F1EEF47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AFEFFDBA-5E6B-49B4-820B-6BA0BA3B8DE7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CAE636DF-82A1-4F02-81D3-A3A2A8C96089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B0C88057-3866-42A9-951E-A803818E5D5E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8462F924-7A28-41EA-AA75-46A3E777EE47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0CB4F66-B157-4E13-9C69-4595DE253A89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145E3300-2F81-4122-852A-A99DD079354A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ADDB9DE0-CADB-4C5B-AC7C-832BA4B72BB4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41B3F898-3D72-4CB2-830B-D77994EC64F4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FA0542B3-5625-46C0-AE33-5F3EEAB6FCF0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201C64E0-B229-458C-8CCF-5597857993C9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55AE6F71-20BC-4838-8A33-9DD3FDD8DF4B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C7FC4B20-F5DA-4D93-8DB0-CFC847E2C645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6AA9DBCE-5384-4385-A1C7-0A98CABCE083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B92FF413-C3E1-441B-A8DF-FD72289B225C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D55A7B04-89C2-4D29-AB0D-F88F07B42740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C7BF83B4-6B9D-42C6-9FF1-1DC91ECEC109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DDF1B6B3-3406-4A75-96D2-E2CA7266C0ED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FFAE3418-F75B-4ADD-A4CC-A27E7BCFC168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9743B82E-EB23-486D-B7E5-029D56C5FC55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6474DDD2-FFA1-4BCE-80F5-153D9BC6AD7C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769193C2-5972-42DB-8EF2-4337F526C7A7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EC155E9B-A197-4A70-B304-6D97EB64A891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A1D880C0-3806-4790-9A11-533B8B8717B3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E2B77181-D0AA-4B7F-A8C0-1C5F4324482D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D5E8D9BE-9169-4485-B392-5997D39D3CBA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72B580A1-433F-46E8-B4FA-6371A8185F55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2A5A9B4A-CAEE-4D45-AC8E-1ED60B885D58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B363415B-C02D-477B-9651-148FA1D5BA81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16873690-AAAF-45D1-876C-11753BAFB007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87A2183B-7D6D-467F-B1F5-DAAE3D9F7E38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D549D9A3-F99E-4F07-BD45-4C1A3364FE7F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0C552D19-C76E-4764-AB0D-CD18C3C98B1D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6DCF886A-1700-48EC-B0B2-64DEE4B0E198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DCB2B44E-817F-4FCC-A3FE-0DACA3779B76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17EBB554-A587-4C56-B19A-04777805D54F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C5F35811-77D7-4C9F-AE96-E5DCDF5BFA3A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12B9281D-FA22-4D26-BC1D-3737A8BDEC26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DE526AA5-C320-45E5-B9AB-C9F826641669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D4F74A6E-E178-4C6D-B4EE-53A9DE99E0B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43B6900E-3889-401F-8960-24F8FAB9984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22ACCA1A-6814-4C9F-A714-DC146C03073C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848BF09A-A865-426F-8617-43EAD175B22F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18038F29-93A6-4474-A62F-74CF462EF341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292E8F4E-F0D2-431C-86E0-E6E6DF0FFE3D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953B9FE7-BBAA-447D-ABBF-74ED996886B6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81BF6D41-A04A-4F23-B71D-3C367EE1147A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9F144308-04F3-4F73-849F-B8EC8C2A8CA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B924A228-CFF4-4995-AC90-4F031895763E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253E77B4-6708-4A5C-BA9A-3A55D3EE19A2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E19DCC05-FA61-482C-807C-1EE2A74241CA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4F8D278D-2896-469E-BFE6-70FAFA04075C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67B418EF-4246-4009-ACF8-4C9CC6163BBA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280136BC-F3C8-4846-A960-036AAF80D813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450F5C86-4003-49CE-9AE9-8E1999387470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16E34F26-20DB-4D17-95E5-A2EC153E6B61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D6074D5E-E26B-4AF8-9B7A-CC26FB1086A1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3D895BB9-422C-41F6-9378-1C27DC6E3B46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1B253272-8F92-4B0E-8AD9-A81BD13A5771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697F34A7-8A10-4F3C-A912-9DF125C356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ED15842C-9C90-4472-9FC8-415883FA310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D8509FE8-DC65-4310-9DD7-6F592B16FDFC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380ED01B-E449-4FD5-BBEA-C91C65D1E884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8B93D302-422B-46FF-AFD7-2C4458C0E2A8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1C5EFC33-5BCB-41C6-88F4-B384DEB8B5F9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45E7C62A-9D9E-489A-BF89-F2CE4DD84A72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C7ACDD8-49DB-4710-894D-3C600F65E128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0177D53E-E037-4F13-B7D2-94E7EA8947D9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9661AA69-6218-49F4-A859-720312908113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C8B195F4-939A-4FA7-BCB9-2584061454C4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5FC4E600-0A5A-4CC3-A924-DB4026365789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0613587E-E41F-4829-8E6E-899AC6B8F409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FC8B53A8-3FD7-4D89-9C9D-0C7047769BB5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B9C4A22C-D38D-4D1C-B150-ECD91E2F8798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E936718A-5DAE-4716-9DEA-D7A6C70527B7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8B62ECA3-BFDA-4DC7-9217-BED97CD0CF69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7D23E3F-8314-46C3-A2E8-0AF8C72CA37A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3690CFAB-D85E-48B6-83E1-646584E772F9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8646DF6A-6573-4190-82B4-93D62F17EA23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8CCB98B7-2C64-447C-9B6C-31A6067EFFE3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9AEE2E59-825C-46ED-A87F-FA5B46A1CE05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48606544-EF96-4535-86A8-94497C9846C5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9F690728-5C06-4895-9358-2B82243BF05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E66CCAA1-DBBA-4116-8C84-EBEE96D196A1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B00A27A7-A89D-471F-93D4-594289E5A9FF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F7BF3D34-F8C4-4C0F-8778-DBB3570249C0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EC56F2E8-EC48-48F9-8072-CB3F337CA8FC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28036CCD-36DE-49CE-93D9-ED790C4FB1D8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44E8C68C-5BF2-4D62-B119-C5B027F1115E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60BED849-4308-4B95-B097-6C1C4DAFCF29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4F95D22F-3808-4DAD-9927-DE355B1BE4E1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9FD11137-B0D1-4F91-8132-34386D980027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B19E77E4-8AA2-4F8D-BAB0-437D994AF40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7AE6A0F7-11A0-49E1-B902-00D3FEE1EAA7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EE16157A-727A-463E-AFB6-B6317ED9C335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44D5B1E-6F88-4F64-A514-EBCDDBCF5F69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5C15AE94-6D77-4CF0-B9BD-6F2E025B2AB3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E1068B4E-F975-4702-B13B-5F784560CB35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40E1F2C1-42F9-4C87-9BEC-6FBF5A1FF219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DCF5A36E-B43D-4624-A343-6152BDD20C14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F1938890-291C-4AF7-A3BC-24E73FD2794E}"/>
              </a:ext>
            </a:extLst>
          </p:cNvPr>
          <p:cNvSpPr>
            <a:spLocks noGrp="1"/>
          </p:cNvSpPr>
          <p:nvPr/>
        </p:nvSpPr>
        <p:spPr>
          <a:xfrm>
            <a:off x="3960556" y="19462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C686A0A5-F834-44FA-81CC-6C281BB0A731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0A7C8DB1-1921-4A44-9D4B-83E2D414DE57}"/>
              </a:ext>
            </a:extLst>
          </p:cNvPr>
          <p:cNvSpPr>
            <a:spLocks noGrp="1"/>
          </p:cNvSpPr>
          <p:nvPr/>
        </p:nvSpPr>
        <p:spPr>
          <a:xfrm>
            <a:off x="39703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B1EC9588-AE2D-43E5-BA77-BF873E340F4D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04D28ED0-99BD-43A2-AA94-980552A22F42}"/>
              </a:ext>
            </a:extLst>
          </p:cNvPr>
          <p:cNvSpPr>
            <a:spLocks noGrp="1"/>
          </p:cNvSpPr>
          <p:nvPr/>
        </p:nvSpPr>
        <p:spPr>
          <a:xfrm>
            <a:off x="40411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452A6620-8814-40F0-8044-8606594612AB}"/>
              </a:ext>
            </a:extLst>
          </p:cNvPr>
          <p:cNvSpPr>
            <a:spLocks noGrp="1"/>
          </p:cNvSpPr>
          <p:nvPr/>
        </p:nvSpPr>
        <p:spPr>
          <a:xfrm>
            <a:off x="3970953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727EB064-5AD2-4CAF-AA4E-1057FD5680AB}"/>
              </a:ext>
            </a:extLst>
          </p:cNvPr>
          <p:cNvSpPr>
            <a:spLocks noGrp="1"/>
          </p:cNvSpPr>
          <p:nvPr/>
        </p:nvSpPr>
        <p:spPr>
          <a:xfrm>
            <a:off x="3969422" y="2487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7D5F54B1-00C3-453D-BA8C-45916021A47D}"/>
              </a:ext>
            </a:extLst>
          </p:cNvPr>
          <p:cNvSpPr>
            <a:spLocks noGrp="1"/>
          </p:cNvSpPr>
          <p:nvPr/>
        </p:nvSpPr>
        <p:spPr>
          <a:xfrm>
            <a:off x="3950850" y="1898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92E1EDE3-1FEB-421E-A14B-A7AA1179DA73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79AB12BE-C288-43A3-A20F-918DDA0236CC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86E0085E-1BB3-4CDD-948E-3901B7B45E16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70C3F39B-59D5-4B15-83A3-4BFFB1E63798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664810FF-79D9-4EBF-8395-DBAFA0567BFA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A9B878B3-9A76-409B-8354-BA4805CCA233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17E1BB64-EA05-451D-B1C2-E2237A6D4665}"/>
              </a:ext>
            </a:extLst>
          </p:cNvPr>
          <p:cNvSpPr>
            <a:spLocks noGrp="1"/>
          </p:cNvSpPr>
          <p:nvPr/>
        </p:nvSpPr>
        <p:spPr>
          <a:xfrm>
            <a:off x="40018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33120ED8-E71C-42A3-A85D-F24053E0225F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8606720F-0E51-4431-BF51-62C8F995DC7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29B7FA2E-7B88-4F3E-AE65-56528E148A89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A2030876-BF74-49FA-82C8-C0B9F53FA841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3A22E33-5710-4E4C-A91F-3A005C36730F}"/>
              </a:ext>
            </a:extLst>
          </p:cNvPr>
          <p:cNvSpPr>
            <a:spLocks noGrp="1"/>
          </p:cNvSpPr>
          <p:nvPr/>
        </p:nvSpPr>
        <p:spPr>
          <a:xfrm>
            <a:off x="3983664" y="24393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61731C6C-A2F4-4A7E-A3D9-D7C16E8FADCD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B11DDA61-8964-4C94-B802-36CA68F7655B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120CAA8-F329-4A06-9707-6AC26DB4377A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7C3C6D2C-CE72-4544-89E5-53E00C5455D4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4BBFADA8-0523-4EF2-9131-32401D26EA4C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F4C3F485-2816-4445-BC96-B5415CABFF5F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4D295049-C87F-49CD-A3D4-6FDB2BAD938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FEC47D4-90B2-4665-8FC0-1426007A9B71}"/>
              </a:ext>
            </a:extLst>
          </p:cNvPr>
          <p:cNvSpPr>
            <a:spLocks noGrp="1"/>
          </p:cNvSpPr>
          <p:nvPr/>
        </p:nvSpPr>
        <p:spPr>
          <a:xfrm>
            <a:off x="3995896" y="2111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70E0B0F1-D835-4911-A90C-CFB170AC2233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87A3131C-E02E-43D0-9CDC-8A9895DEDBDA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DADE7235-8B2A-4AE1-AD97-578851FB300B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80C783D8-C552-41D5-AB0C-6C99F1F6956E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F5CFECF8-1F04-43D5-9B45-EE05118A90B2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6B6DC73E-AF4F-4345-9585-1ED2DAB01886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32252D89-B934-4144-BF91-18898CC2C8CB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53321C45-59CA-49CB-B4F8-7FDDAA86B14F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67EA0EC8-4B4E-49B0-8521-3269568538E9}"/>
              </a:ext>
            </a:extLst>
          </p:cNvPr>
          <p:cNvSpPr>
            <a:spLocks noGrp="1"/>
          </p:cNvSpPr>
          <p:nvPr/>
        </p:nvSpPr>
        <p:spPr>
          <a:xfrm>
            <a:off x="40418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8753ADDB-317F-4BB8-908F-2D95D105AA0A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4687FF9D-1021-447E-B513-E1327C2CB59E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E0432FA1-668E-46C1-B848-8E22E502571A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62A9006E-C137-46D3-9AB8-C68E5727A945}"/>
              </a:ext>
            </a:extLst>
          </p:cNvPr>
          <p:cNvSpPr>
            <a:spLocks noGrp="1"/>
          </p:cNvSpPr>
          <p:nvPr/>
        </p:nvSpPr>
        <p:spPr>
          <a:xfrm>
            <a:off x="3999857" y="1583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63BCA103-2BC3-423B-BA10-3362F9C2CB17}"/>
              </a:ext>
            </a:extLst>
          </p:cNvPr>
          <p:cNvSpPr>
            <a:spLocks noGrp="1"/>
          </p:cNvSpPr>
          <p:nvPr/>
        </p:nvSpPr>
        <p:spPr>
          <a:xfrm>
            <a:off x="4003921" y="23714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EE1A6FD0-C60A-4FFD-AA78-CEF1B7E48FBA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09509524-556D-4EAB-A66C-C4D80DD917B3}"/>
              </a:ext>
            </a:extLst>
          </p:cNvPr>
          <p:cNvSpPr>
            <a:spLocks noGrp="1"/>
          </p:cNvSpPr>
          <p:nvPr/>
        </p:nvSpPr>
        <p:spPr>
          <a:xfrm>
            <a:off x="396726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FC7D3EF2-2E57-4347-865C-E96956A6BFEB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F654053A-3BE4-4537-AD22-A4E1BE5480A3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16065499-CCCE-4A8D-A082-E38BC43A9DF0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9530E1D2-121E-4D7C-A1D2-D49941C1574D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3147DB8A-3386-4869-804C-5A81FC7888E0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3B070530-383E-4F5B-B4BB-44F8A1741CD8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10D5A67E-2E7E-4BE6-A28D-039F9E4F1825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8D88B082-0CF4-42D4-A61E-6F9969A39BA9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A0765EAB-B17D-4A00-899E-14D00CFC0A89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2D21237-F539-44D4-9BFE-F0062A934AA7}"/>
              </a:ext>
            </a:extLst>
          </p:cNvPr>
          <p:cNvSpPr>
            <a:spLocks noGrp="1"/>
          </p:cNvSpPr>
          <p:nvPr/>
        </p:nvSpPr>
        <p:spPr>
          <a:xfrm>
            <a:off x="3962521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B14AACE4-9A25-4653-9B90-58241D50D1D2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412E6C19-166F-4567-A6B6-BB475C8B7A49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68ED6B9D-167C-4A21-8124-9B7995F1E227}"/>
              </a:ext>
            </a:extLst>
          </p:cNvPr>
          <p:cNvSpPr>
            <a:spLocks noGrp="1"/>
          </p:cNvSpPr>
          <p:nvPr/>
        </p:nvSpPr>
        <p:spPr>
          <a:xfrm>
            <a:off x="4031378" y="18087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276344CB-7565-48F3-8A2D-06BB5CF33D43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AB3FC2C-1796-4AB5-9425-4A6727AEED85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577FBBB4-E066-4501-AD6F-0B0E9A729EE0}"/>
              </a:ext>
            </a:extLst>
          </p:cNvPr>
          <p:cNvSpPr>
            <a:spLocks noGrp="1"/>
          </p:cNvSpPr>
          <p:nvPr/>
        </p:nvSpPr>
        <p:spPr>
          <a:xfrm>
            <a:off x="3939473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81549103-4DCC-4916-9892-2D03A68B7F0C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45B494D2-5125-47F6-BF74-484E049B3212}"/>
              </a:ext>
            </a:extLst>
          </p:cNvPr>
          <p:cNvSpPr>
            <a:spLocks noGrp="1"/>
          </p:cNvSpPr>
          <p:nvPr/>
        </p:nvSpPr>
        <p:spPr>
          <a:xfrm>
            <a:off x="40316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23727066-293E-465B-A29C-4C1A6EA88576}"/>
              </a:ext>
            </a:extLst>
          </p:cNvPr>
          <p:cNvSpPr>
            <a:spLocks noGrp="1"/>
          </p:cNvSpPr>
          <p:nvPr/>
        </p:nvSpPr>
        <p:spPr>
          <a:xfrm>
            <a:off x="403284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4DA50004-65F6-41E8-9E72-2997DE74F861}"/>
              </a:ext>
            </a:extLst>
          </p:cNvPr>
          <p:cNvSpPr>
            <a:spLocks noGrp="1"/>
          </p:cNvSpPr>
          <p:nvPr/>
        </p:nvSpPr>
        <p:spPr>
          <a:xfrm>
            <a:off x="3942720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93232D37-158D-42B9-A4DF-B55EE43D8F4C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169B3E8-7981-49C2-86BB-C3D17F6E680B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4A1AFF9F-035C-4DFE-8517-50A3047A109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B2ADBD6E-60B5-449E-BB1B-1FDF4EC221AD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0DFB780F-E56F-4E26-8B97-2A8E3904AC1A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47BCC894-324E-46FE-8609-EC7CEED397A8}"/>
              </a:ext>
            </a:extLst>
          </p:cNvPr>
          <p:cNvSpPr>
            <a:spLocks noGrp="1"/>
          </p:cNvSpPr>
          <p:nvPr/>
        </p:nvSpPr>
        <p:spPr>
          <a:xfrm>
            <a:off x="399982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06AEC753-1801-4E8E-BF3B-05F2EAE8B2B0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10022DE3-AD7A-4412-B62C-854330CDDAEA}"/>
              </a:ext>
            </a:extLst>
          </p:cNvPr>
          <p:cNvSpPr>
            <a:spLocks noGrp="1"/>
          </p:cNvSpPr>
          <p:nvPr/>
        </p:nvSpPr>
        <p:spPr>
          <a:xfrm>
            <a:off x="39908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69B31EEF-4FFF-4CE4-B246-F8CB0C588BCF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769C0C41-E61B-42E1-870B-77551AB0FA46}"/>
              </a:ext>
            </a:extLst>
          </p:cNvPr>
          <p:cNvSpPr>
            <a:spLocks noGrp="1"/>
          </p:cNvSpPr>
          <p:nvPr/>
        </p:nvSpPr>
        <p:spPr>
          <a:xfrm>
            <a:off x="4076603" y="2457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6C30F2FD-6967-4E1A-8604-032BD00AA498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7A9F0CEE-06C3-4CEB-8E88-9D7FD8315C6A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499CC43C-768A-42D0-9BF6-0294738BB1F9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0F16725F-9A2F-4A52-9F25-F16F4F88DFFE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C7C8855F-1353-4EF9-9E32-6D0DE37CF6B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2859468D-FA4E-4B6A-98A4-B0DF29C8CDEE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B9E51150-5E00-49B3-923B-7A51B55E38C3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2EC62F83-B1E1-494C-AAEC-34CDF568FDB8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F4922B3-6DF2-4482-81E7-27B7862929B5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6FE19607-0BB8-43FF-B8B6-FC4001746DD8}"/>
              </a:ext>
            </a:extLst>
          </p:cNvPr>
          <p:cNvSpPr>
            <a:spLocks noGrp="1"/>
          </p:cNvSpPr>
          <p:nvPr/>
        </p:nvSpPr>
        <p:spPr>
          <a:xfrm>
            <a:off x="393149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CE0C84C3-F9BB-41C6-A46A-4E06E0286D07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CC2794A3-F720-46DC-BDFC-CCCED4FD55D3}"/>
              </a:ext>
            </a:extLst>
          </p:cNvPr>
          <p:cNvSpPr>
            <a:spLocks noGrp="1"/>
          </p:cNvSpPr>
          <p:nvPr/>
        </p:nvSpPr>
        <p:spPr>
          <a:xfrm>
            <a:off x="407279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834E2871-8630-4CE7-A56D-0768E890F98D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0B59579F-A575-429D-B2F0-046DBAC12C80}"/>
              </a:ext>
            </a:extLst>
          </p:cNvPr>
          <p:cNvSpPr>
            <a:spLocks noGrp="1"/>
          </p:cNvSpPr>
          <p:nvPr/>
        </p:nvSpPr>
        <p:spPr>
          <a:xfrm>
            <a:off x="4003920" y="21758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28B1918C-0041-4CAB-BAB8-0D2ABE42C120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4937A0B6-327F-4F1B-B545-0657913E0F11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CFCF61BF-9BAB-426F-91F9-904A71DED3F1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6F072425-763D-4002-A165-3C902AB4AC32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B819998-811A-44FD-A3B5-891366EC7797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4BF29EB0-CE3A-462C-B483-14732B0CA34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957F99A4-F7B7-4DE6-B219-D1F666438B25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6DE721BE-10C6-4388-B806-443C04F131B6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98550BE3-62CB-4365-A981-2CB3E8C25B88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21BDF651-92D2-4954-9DE1-5EA82054455C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2CAC7B33-EA0D-48EE-8C52-C324E6CA2215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96A89C7B-CEEE-4299-89AA-75DC6749E0FD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003F8E68-F949-4AC8-A5F0-762D3BE0A55D}"/>
              </a:ext>
            </a:extLst>
          </p:cNvPr>
          <p:cNvSpPr>
            <a:spLocks noGrp="1"/>
          </p:cNvSpPr>
          <p:nvPr/>
        </p:nvSpPr>
        <p:spPr>
          <a:xfrm>
            <a:off x="4015585" y="1670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EA1463CF-AB37-4B2F-B190-AD6A741F82EA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7CD20556-F9DE-486E-A09E-34A3062AF924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82764EC9-1DCD-45EE-AFC9-22CE25427BA7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69E0C27D-BA0C-4A36-A219-D9CB8CBBDAE4}"/>
              </a:ext>
            </a:extLst>
          </p:cNvPr>
          <p:cNvSpPr>
            <a:spLocks noGrp="1"/>
          </p:cNvSpPr>
          <p:nvPr/>
        </p:nvSpPr>
        <p:spPr>
          <a:xfrm>
            <a:off x="3916342" y="18755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1206498-21D0-465E-AD9F-3398E3B0B6F5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0CBEA7A7-C72F-414B-90DB-06F979A55871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012EDED-E930-4E64-93C7-980F14615E07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71B8B926-475E-4AB7-AE7D-CD796C5988AC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E525D949-27EB-4859-9040-52AA46F3C9CA}"/>
              </a:ext>
            </a:extLst>
          </p:cNvPr>
          <p:cNvSpPr>
            <a:spLocks noGrp="1"/>
          </p:cNvSpPr>
          <p:nvPr/>
        </p:nvSpPr>
        <p:spPr>
          <a:xfrm>
            <a:off x="4031518" y="2153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8872CEB4-FE8F-47BE-9655-193B497C3066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D32D7BE6-F037-4F23-99F4-F732C971C42B}"/>
              </a:ext>
            </a:extLst>
          </p:cNvPr>
          <p:cNvSpPr>
            <a:spLocks noGrp="1"/>
          </p:cNvSpPr>
          <p:nvPr/>
        </p:nvSpPr>
        <p:spPr>
          <a:xfrm>
            <a:off x="4025431" y="241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186ABCA3-4B49-4B27-AD89-FE18172DD0EB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0B044750-9C95-4E25-A3AA-B23BF207D43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1E66BF8B-E815-4480-982A-73EACCC6B7AB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535234AB-6677-4571-87DB-D94387CA2CC3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C29F4F0F-11D9-42FA-AC73-85E8D9F3959C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1883BB9F-1DB1-44A7-B95D-8E5773E5A2D1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5F5769B-6B05-4D65-B901-DC51E08ACBC1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3EED111A-2E07-4A60-8C2F-EDC1692004CA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5E65DE93-FE70-4273-9356-03EC6ABAEC58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D82095A9-398E-41BF-A412-D6026C67907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3DB34AA9-C4A1-4E0A-B6DF-90DAEE561CC9}"/>
              </a:ext>
            </a:extLst>
          </p:cNvPr>
          <p:cNvSpPr>
            <a:spLocks noGrp="1"/>
          </p:cNvSpPr>
          <p:nvPr/>
        </p:nvSpPr>
        <p:spPr>
          <a:xfrm>
            <a:off x="4027830" y="25884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21B4BA3D-AA90-475F-B0DD-4D3CB7BFC69A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74959CA0-0B70-48F5-8753-9CAC5DCA6B7E}"/>
              </a:ext>
            </a:extLst>
          </p:cNvPr>
          <p:cNvSpPr>
            <a:spLocks noGrp="1"/>
          </p:cNvSpPr>
          <p:nvPr/>
        </p:nvSpPr>
        <p:spPr>
          <a:xfrm>
            <a:off x="394344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1DD5C03E-DAE4-4FA1-A083-434D07F0A192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0332655E-BBB9-4B24-925B-A1FEB1B7F1EA}"/>
              </a:ext>
            </a:extLst>
          </p:cNvPr>
          <p:cNvSpPr>
            <a:spLocks noGrp="1"/>
          </p:cNvSpPr>
          <p:nvPr/>
        </p:nvSpPr>
        <p:spPr>
          <a:xfrm>
            <a:off x="39657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965B8E4D-3F7B-482C-9CA8-2ABE6F32352F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FC88CB91-BFC4-4E37-8050-28B0B00B7C50}"/>
              </a:ext>
            </a:extLst>
          </p:cNvPr>
          <p:cNvSpPr>
            <a:spLocks noGrp="1"/>
          </p:cNvSpPr>
          <p:nvPr/>
        </p:nvSpPr>
        <p:spPr>
          <a:xfrm>
            <a:off x="3980474" y="18974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D3A84FF-11DC-400B-97DE-E41F0185BB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E4A6C128-21AA-4AB9-81AF-40A037947502}"/>
              </a:ext>
            </a:extLst>
          </p:cNvPr>
          <p:cNvSpPr>
            <a:spLocks noGrp="1"/>
          </p:cNvSpPr>
          <p:nvPr/>
        </p:nvSpPr>
        <p:spPr>
          <a:xfrm>
            <a:off x="3919824" y="25647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0CC9749E-EA8A-4C16-87AD-33B2F7526190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A92FC17F-D068-432C-BC6E-3BB9C9EDE947}"/>
              </a:ext>
            </a:extLst>
          </p:cNvPr>
          <p:cNvSpPr>
            <a:spLocks noGrp="1"/>
          </p:cNvSpPr>
          <p:nvPr/>
        </p:nvSpPr>
        <p:spPr>
          <a:xfrm>
            <a:off x="3946982" y="2404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82EB8518-2B18-4660-BD20-7FB95E64C791}"/>
              </a:ext>
            </a:extLst>
          </p:cNvPr>
          <p:cNvSpPr>
            <a:spLocks noGrp="1"/>
          </p:cNvSpPr>
          <p:nvPr/>
        </p:nvSpPr>
        <p:spPr>
          <a:xfrm>
            <a:off x="3940390" y="256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78B32B34-9959-481E-8BC5-18B5B507193E}"/>
              </a:ext>
            </a:extLst>
          </p:cNvPr>
          <p:cNvSpPr>
            <a:spLocks noGrp="1"/>
          </p:cNvSpPr>
          <p:nvPr/>
        </p:nvSpPr>
        <p:spPr>
          <a:xfrm>
            <a:off x="4073256" y="2240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7CEF93A6-15C5-4F76-97B2-E3D4D7F511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25301CF6-3BEA-4E27-A492-AB4666C3A5E4}"/>
              </a:ext>
            </a:extLst>
          </p:cNvPr>
          <p:cNvSpPr>
            <a:spLocks noGrp="1"/>
          </p:cNvSpPr>
          <p:nvPr/>
        </p:nvSpPr>
        <p:spPr>
          <a:xfrm>
            <a:off x="3940700" y="16123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5BA77E2-9662-4C1D-A906-6D68E1718B8C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2CE8092D-5A38-4718-8863-DF91E9DEE473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37A4C807-B4D7-4672-9DC4-7000EDCBFACC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B67661A3-43EB-440F-98D3-41A2783E4BDE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BCE3FC46-E4E9-40C4-B326-A996F3A01A3C}"/>
              </a:ext>
            </a:extLst>
          </p:cNvPr>
          <p:cNvSpPr>
            <a:spLocks noGrp="1"/>
          </p:cNvSpPr>
          <p:nvPr/>
        </p:nvSpPr>
        <p:spPr>
          <a:xfrm>
            <a:off x="3917502" y="2105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DAA102-696B-405B-AACD-9F6588B50CE0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8E12CDEF-FCFF-4FF5-8397-3F47194945F6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42251E3C-10AA-4412-AEE3-D1C2BE64BC8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D751F85E-F1C4-4A43-8AF8-6F88E3D567D5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0DCA6685-02F0-40E2-BCB1-D4F6F672944A}"/>
              </a:ext>
            </a:extLst>
          </p:cNvPr>
          <p:cNvSpPr>
            <a:spLocks noGrp="1"/>
          </p:cNvSpPr>
          <p:nvPr/>
        </p:nvSpPr>
        <p:spPr>
          <a:xfrm>
            <a:off x="4010085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8FD69FFC-6386-4688-ABD1-B5D11AE08CC2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49A3A91-FAAA-466D-A7E0-42683861C03F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A6A11790-816B-43C7-8627-AF86E65B3435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212ECDDE-B560-4FCF-BAE2-5A245033EC0D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0B398987-7A4B-4F86-AA49-8BF4FD6DF63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551BB682-F812-4B07-9BB0-EB8775E113F2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B943FA52-8EAB-473F-9142-646DE43414D4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A2263371-454C-4B50-8C64-DF7BEBA30B9D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0DD8A159-9646-4E6D-914D-0A24198A1C73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33836A93-2192-44E3-BF43-24BC36273943}"/>
              </a:ext>
            </a:extLst>
          </p:cNvPr>
          <p:cNvSpPr>
            <a:spLocks noGrp="1"/>
          </p:cNvSpPr>
          <p:nvPr/>
        </p:nvSpPr>
        <p:spPr>
          <a:xfrm>
            <a:off x="3953238" y="22294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ADD71068-7868-4F03-BF89-D936F6B201D4}"/>
              </a:ext>
            </a:extLst>
          </p:cNvPr>
          <p:cNvSpPr>
            <a:spLocks noGrp="1"/>
          </p:cNvSpPr>
          <p:nvPr/>
        </p:nvSpPr>
        <p:spPr>
          <a:xfrm>
            <a:off x="399916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CC2B65A6-66E7-40F7-8A5E-514AD564D99A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98C3CFD1-3F3F-46D8-A07D-CB7167DE467C}"/>
              </a:ext>
            </a:extLst>
          </p:cNvPr>
          <p:cNvSpPr>
            <a:spLocks noGrp="1"/>
          </p:cNvSpPr>
          <p:nvPr/>
        </p:nvSpPr>
        <p:spPr>
          <a:xfrm>
            <a:off x="3982667" y="24890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0AD43DB6-AE5B-482F-B4C3-265DBA1A70AE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B92136BF-C7BA-4A3D-B14E-99976269EEE5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263CD17E-4C98-4841-BC73-2A926F3514CA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673CA171-6455-44E6-8F69-471DCA98C8B3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8ED09393-4BDD-4BB6-A8C7-AA257ACB8E22}"/>
              </a:ext>
            </a:extLst>
          </p:cNvPr>
          <p:cNvSpPr>
            <a:spLocks noGrp="1"/>
          </p:cNvSpPr>
          <p:nvPr/>
        </p:nvSpPr>
        <p:spPr>
          <a:xfrm>
            <a:off x="4034944" y="25244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9548D43B-8486-42CD-99E5-18768D2072ED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D0AC0583-CA34-4BD4-AF7F-00DAEE834A43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09098DF2-84B5-4647-AE26-3200D4726616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A3795930-7668-43C0-B024-FFACBC459410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CB1D01A-437F-4DCC-ACF1-DC4EA6A998D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7723ABA8-2C51-481A-8590-A77FAFCC4A51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86D9F03B-F49D-4703-A7DE-33EFCD7FA38F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72D08708-40A2-4C21-A5C8-9C87D729C0DC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BB357187-DB32-4F81-8DD9-35A5AA5C8ED1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D4D66CF-C6CA-4BB5-90C0-880452B54FF4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CEB6325-70F3-4E5C-8E09-2C28985476FF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9568E2E5-0A87-4513-98C6-EC7972967B97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B7643DA8-870A-46DD-B485-8FAADD56C655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D3E9EBCC-2D07-41E5-8B3B-983C5A2918A3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6C062705-0243-4344-B490-C33E682B84A0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3775095D-7C89-4569-8328-C263A3A0B0FC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B3A1C61A-1342-4E6B-A594-21F10235F853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646DAA2F-36B2-4260-9C73-9C9BDA251199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35E199DD-A147-45C3-852A-E50AA7D0ABAE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55B0EF88-381A-492D-A2ED-0A3534A83BF2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DC4DA63C-2328-49B0-8F65-E2E7472DD2E6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C46DBFD2-9443-4EF6-9DE9-B0B5FD0D54D7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5A108AD7-026E-4DA8-AAD0-CFFDC3B01B87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25C2E288-E4DE-4B60-9BF5-9807BD970AF6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E196B068-7217-44F6-BF4B-8452BA7934CD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D5AB521A-EDF1-4ADD-914E-28D67B10AB38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D7E84EE8-1EC9-4756-A0E4-7B039A0A3D77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815141FF-2D10-4FBD-9F47-C7AAD0EAE445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C2645453-C938-4456-8E02-802CE058682B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E6B4F3A2-315B-4524-BC3F-ADB6BCC28B9B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E280434C-5AD7-49B7-B897-E5F6737BE7FD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F42B855A-8F1E-490A-AC16-132093D8D3EA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8B9DC83E-5130-47FA-B49E-93B4C4097093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79F81D61-1227-46D8-A494-6E5963FDE339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242B323E-9A9E-4DF7-91A1-95DEC3EC6546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24B1A39B-4331-4A57-A320-08087302BEB0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A73A27E1-AA43-4699-8F20-071B1A66BE93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2B9B493D-57B9-473C-9FC5-508617664593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0E786D3D-EF2F-45C3-87F7-B5177D23F7EF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9ED6167E-A884-497B-B764-C88F8329E5FE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F2924B03-712A-4F52-B1CF-9137ADCB75E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0B750B3-B922-40F0-AED9-766C2CA173A0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2E431C7E-36D9-497E-B830-B7241DBFE062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1C65C98C-BAC4-4E47-88F4-531325A23C50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E016BF41-1485-426F-B79B-2B18B7CBD0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526119AF-4BB5-4641-BBD4-AC76C5AE1FD2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6BC93034-BB1D-4AB5-A548-6731DA9A64A7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189E15F8-A1E3-4674-955B-7504AA2562AC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5B91B563-F159-475D-A931-7B032B37D094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CDD03433-60CE-4DD5-A743-B990B3F56ED5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D38524AC-5434-4534-9C70-5AAAC77F6909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11AC550F-7365-40F5-ABFC-B66221388721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0DB20C3B-7F8E-437E-9B26-58810E1F81DD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84C589BD-652F-48D5-9ADB-1B98DB6432E0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5699B7EB-695C-4F4D-B28E-AEB2C678A39B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8AA3B399-1CFE-4105-B43B-68FDDB9F3579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BF656A25-E24E-4A4B-BB73-4CC6AE57D7CD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CD487C0A-0F5B-4125-B8F7-2241D25C0D5B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4BF9B281-47DD-4BE7-8792-925DCA37A7AF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BAED49CB-6DAE-416B-8F40-921501D22640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0EE867DA-5BC9-41D3-B605-127D70EF88C7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E11554AD-D91C-4594-BF9D-F176EE5A024F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8DD5AAAF-6EAD-4CCC-94B4-1D4A1B9A03EA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BBA8ECA1-A44F-465E-ACA9-5AEA607F67D8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3BC87E85-ADD4-4444-9D10-8BE7F94173DA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57A29121-A0BE-43C7-A6E2-E823171A65BF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A7A22940-2285-47C1-87C3-763B8B18E6D7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8CB3650E-A7BB-4865-97EC-B705788B0293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5795ED68-A842-4319-9A56-49B7E781426B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22081316-E394-45FA-910A-474C3C586F39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EC6AD139-61AC-4B01-B024-6336EDACCF88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725E6168-1447-44A2-9493-DACA5170C98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BA78A524-5C9B-4BDA-BC79-EB2651E41A33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DA10FB93-9B46-48DE-97E9-ACC7E1E07971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77D5AB32-71BA-44E3-9228-26A4A63EC46C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2229FE4F-065F-47DB-A652-7BE12EDFE5CB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A9C045F0-A255-4839-9959-0386FF2F0E38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6CEB1070-7E5F-498B-A0DF-58F37626A344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5C03B3BE-056C-4EF3-A833-9F3FCC91444C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B3220AC7-E471-40B5-8BD1-AD2730EE1238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664DB62D-1171-45E2-BD0E-250CAD7A72A1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43D7BA53-E501-47DC-A50B-BDB82A9510F1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B28EB80E-D81C-432C-AF68-674E58AAA03C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200DBCB4-077F-4B5F-9E9C-739433B240FA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0FCD1D50-671A-4A3B-A0AE-D648CA4D9C9C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E5516718-DBFD-442E-845C-E88AECC15C84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EA9C5913-11BC-44E3-B8B4-9A079FC12DA7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936416A8-57F4-4159-9D7E-FEF860826D82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A7BB4864-1D6E-446C-966F-8CFF37E09D4C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24848C4E-23AB-44DE-8F61-F9674F1EB2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EC41AAAC-8452-4ABB-A643-3971B0674A87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F4C6DE5C-33E3-421C-AF64-4721722F7690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131CAFC0-D3DC-43BF-8431-A6915837B395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2C482E8C-16A9-4E73-9FCC-457ECC6F8C3C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94DD3D01-88FA-4B97-A1C3-34C9BBDC87D7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2F56C524-8AD0-497E-B715-B4C1B3C07C46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9A25EE92-0D19-472C-8C85-3A4CE2AFCDB2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6D12EA3B-5385-45BA-852D-8D3CF41C1CC1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52C62BA4-C171-498A-A7F4-1754AFE96704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32D07B2C-E3AB-4AE5-A3D3-A10C7DB8695D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79E97994-FE27-4356-975C-AF60EE172CEC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370BA0D7-0B58-4528-B4E7-E9C77092A8C4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6FDCFE30-C210-4F06-B178-6D68B5E5B83F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B3D8F4DE-03C0-412D-9A17-7397EB90CE28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C08E4450-9596-42F3-B9C3-59719175DD16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4EEBE6EE-F9CF-426B-89EB-96875BF533F5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1E0A37EE-9A1F-4713-A508-8C1ACB87DBE0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37B98945-868E-41C7-BF54-A4DCC8BB498E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697A5D61-ACBE-4A28-827A-B117E064BAF5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BC316437-8A8E-42BA-B015-222EBA19E1A8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E9FD2990-8838-4500-ACCD-E14E48C4E956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E74432F9-4071-4835-91CD-2A96911FA512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649DFFB6-4377-4B38-9893-0A4D12B998FC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1A49615D-139E-4D08-8601-65491F05A0B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DC94699F-0C24-49D9-B3BF-A6E758DBA7BB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4AD7DF6A-F646-4F88-8F7A-D81F3A380BC0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560BB146-ACC9-4391-8086-7B9C79B63544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FA769C3D-944C-4842-A631-9329DB80BFEB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64ADC182-43E2-4D5D-B8AE-07C8C4F9E52B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8656AE69-E9F6-442E-A9CF-B713016FE659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88462CE1-B948-4603-BAF8-FF46AF58A11D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B17E3C48-C0D3-4AD9-B797-53F87D40413D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6A2C7FB9-9F34-41DC-BBD9-05E328D02B36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29AB9F7C-CBCC-4F1D-BD2F-FF00BD48046B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FB4A5182-24C1-434A-8148-11B880C09316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6D28FF3C-7613-41A6-B686-B87A4C75C8C5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84376996-22C0-4D91-B4C4-751D542E3F02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E56A2606-DFC5-4DC8-86F8-F896E7BB6305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8F3187ED-B699-4228-A0B8-DA0B72E80F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96F7AE9E-EFF1-4E43-A3D3-B73DB2E45C5F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7326BF34-9051-484D-9432-AAC27DDDD125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72844103-DFAE-4847-8DBF-2CDF4EA7869F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984D2C0-65FF-4DD1-8D16-CF483A2AC082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73395E5B-5D21-4C96-B6F8-53D435D3EDF4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86F2754D-4BD1-4776-88C1-7FAD6F0C9796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1820DA65-98CB-4A34-A871-0D20407FBEF6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47759162-B049-436C-A343-89D1B8327A90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203FF1F9-E029-44D5-803C-5E4C63967EC1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24FEFE7B-A818-4A2D-8892-A94D8DA8A338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9A490DF9-CFCF-4842-8C0F-FDBA4166A8D2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0261798A-D188-4158-BC58-5CD5AC51B5AD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256162F3-1DC3-4C5E-8FF0-8F2A8C0110FB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730D1D4E-BED4-43BC-A143-F1F4337B239E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581743D6-7003-44B0-BC2E-906EDA2E7BCC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CBC1AD1F-909B-4F5D-86D8-13310765F728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6DAD74BB-3201-4637-849F-D7D502F7C522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66FC7FD8-E000-458D-8A4A-BAABE7C8CB51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64AD3718-0118-4AD4-B32A-319A1EBD49FB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250D5B9B-8B97-4342-B138-2451443591DD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8B9C280A-8638-43F2-8D6F-F6C87DCAE5F3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284EE4B0-2865-4260-937A-896377429FFC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17A5077F-EF88-4C95-AC87-11093D5B8AAF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8AAC52E3-AB05-4CA7-97AA-30557C96B900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D3C0CF64-F7F2-4563-B435-2BD161AE5D50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76338521-5FF9-49B9-A897-F77970DB353E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111E59B0-1F3C-45F7-B0C1-DF605DDB11D5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5DE4E58A-6721-4233-809A-10978725FB91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8B18F6AA-F999-4162-8383-F82CD33AD464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89C9C39B-9B76-4986-A113-399520AAC8CD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57A89A66-37DA-4093-BA13-E50227212795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806DACF5-A75E-46C3-8E64-8C4E3CFC2DB3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A038A8E9-639A-4292-B76C-C71B4D6E28C7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7EB312AE-00E1-4CA4-952C-1CE84CD25F55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BDBF7D35-D4AD-41F0-A0CF-F4EC5FF6CB1E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7F08910E-6DA8-419C-AA06-3A512C80382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1F7AECA-C0AA-49E9-8E2D-5FD29D3257EE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72BD3F42-471E-4A9D-8B7D-2371D5FB2B4C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1DD8B7A0-F192-4D3A-ADAE-78A660E6CF3D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C544A583-B70E-4670-8FE9-02A272603132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C943044-F9F3-47E2-9C3D-3DE36EF39F95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CE8473BF-EFCD-4661-BC23-D7C300BAC309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13C8C136-3071-4168-AAF1-9CD6650E69B7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EE35EE63-F0B3-4EED-8C8B-D15E789777D1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86500E9E-5D55-445C-A670-EC1352EF8938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7CBBB683-79FA-42D5-8073-B8A2E90A2C81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B9EB3D0C-3342-4ADA-8715-79C4C4521F35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F1DEB9C7-C7C0-4167-B502-51CE1085A7B6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393C553B-2042-4F47-BD88-8FE291285767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B5D99CAD-DD9E-4527-B83F-3908829A7545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EC9B2BD-F995-4075-B27B-6DBDA370A439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40956D68-0CD9-456F-B60F-D2D6C09434AC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5459ECF0-1FFE-4630-92F7-A783D6729CC8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9C1D52BD-00D0-4681-9930-FB3DB7047C44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25A45AE2-3698-4C4B-8005-7A4583CC24FF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D18B3BDB-0DBD-4923-806B-6D3958F51307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9B9B3E19-3A7E-42D7-92F8-FDD2EDC1DDBA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C1933D66-FB48-4B56-80FC-B6B53030AEC2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3AAA4BC8-1067-441C-A781-6779DDB9620A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F6DFEE3C-9B38-42DB-BF89-94897F868317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74B8352F-D686-4D9F-89EE-70A55D1E1C2E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F1CEEFDA-7EBC-48FC-AD9E-A62309EEAEDF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EA85951A-D9A4-403B-AA4C-1326876829F2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B5F10CD4-B3C9-4B4C-90D9-96F54754D686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00E8C699-BA9D-4136-B759-7B3DE029E7D2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CF7DAA17-A5BD-47B2-9B3C-716124AFE2AA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2E9531BA-7025-45CC-9E00-100EA33A5FB9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D75D81F6-19DD-4A50-8382-F54B6D2151C5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A0DA5613-EB40-44F6-99C9-ABA0D1DF2151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09133303-7C1A-4ABC-AC6F-4295DCE7B693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8D3B5CF9-C3D0-4F3A-937A-0B8924C87A60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4E40A79D-84F8-405B-BCE5-B1E2979AE72B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9310C43F-C748-4371-B023-57271C3B38B4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9900175A-5F69-472E-8911-F774AA756D00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10C4A620-D1BD-4126-8AAB-0747607400F5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2143306E-EB8F-426D-AEA9-A541CCAF260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7EDBA194-27C3-4031-8676-3252083918EB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607B7860-5571-4207-88E5-BE4E3585ED7B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B8DB0CCF-9313-445B-870A-794AA11BA08F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A341627A-2CE8-47D1-97E8-9BA9658EF69B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5DB6DFF2-AACD-4B50-9369-986666D07889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79C71E95-7126-40F4-94CA-2F91D120C2AE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19FE6402-0EF5-401B-9BAA-0F9E5B75893E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71878CAB-821B-40DF-BD94-D56E1C75238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05533B30-2BF7-4D69-8E20-AB66AF532689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AB6E0D7E-4DAE-4733-B14D-A9148F46C746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D065702D-1143-428D-92D6-FA973AD987B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66FDE3AD-453F-42A6-83FD-5354C54CAB62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BC80874C-B7E9-460D-808D-56B23E13B9BB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32B28BFA-B768-4312-9AA4-6E6271692AD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BC3C30B7-2F70-408A-A536-E25D7FC0E97A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FCD7EE42-CD15-4F6A-B4E8-93ED20266D17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09A9DB1B-5442-40D1-B1E0-81851F98345A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791C9623-6F63-489D-91B3-81718194FFE2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91DCCA0C-6427-4A29-AC45-0C7862EF8215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84DC8304-28CB-45A4-AE56-D72C92F354FF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BA29F1CD-97B7-4463-AD25-E810A3A92B8B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3D78C2B9-1B41-4607-993D-BADADD93D14A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6EC25635-4A21-44B6-89A4-EA714B1D85A9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77123933-919B-4C9D-A393-382C0F4AC08B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A62EE59A-B394-46A2-9AA8-9E056653871D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D7B66633-9C1A-410A-81EA-26D5FC79838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94B14FC5-2236-4235-8284-379896414919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C077EFAE-E196-4E98-A91E-95EDBA40EECF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75776F15-EDAC-4F23-BE56-30C789ED28AC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B94E829-83C3-4A94-A3AD-816BB523E1E8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322EEBC4-70B2-436E-8A83-D8ECC060A3EB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1BC4EF26-C5D9-45ED-AC7D-1DF630480F6F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60A4086A-3EE1-461D-B562-1C4141AA9EA6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FE7E7BC0-11F2-44DA-BEEC-3495B89E90F5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953100C1-C390-4EFF-A2B3-267FCA2DFEF8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2399D693-CC9A-4709-9FDB-6D72B9D0E724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2BF88EA1-C21F-4F3B-8A80-61F54E3BE14D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376219D8-FB00-43F4-8B70-3F0EBB350544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F625C4C1-4F06-4750-B7A3-E2E7E0E1E608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91533D59-C5C1-4FA5-84AA-61E5B66E0C4A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F99BFDB-FC32-4963-90F6-9F3366265DD5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5C747894-5104-4DD9-9EB3-439E8D5030D1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42C19FA5-0894-4CAD-B2D6-43E68726B8DC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FF71997C-C5F7-497B-B182-C383C4A06699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48B36EFB-A2C4-47CA-8FD9-A9A6C5D8D60F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F346E4C0-47D1-468A-86B9-AC681155A70E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9FA0BB4C-6039-4FBB-A78C-8F70D6EB48AB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588874D2-86BE-447E-9A26-FA74DE700C97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8408C20B-B078-46F9-B27B-28BE04841880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C5C54B4A-C719-4943-8E60-2067D386CA22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F940CD28-FAC5-4443-B3ED-44EF412CDF5E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AC02EEDB-2FAB-4D0D-B0D0-06178FBB877E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28D49536-F4C7-42FD-AB7A-3856C047020A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3C754174-ECFD-43F6-9A19-2697CBA8B101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98BD4B18-A4EB-4162-8CF1-53DB7304E6A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D5C6C0C4-DE10-47C3-AFE6-28E0463F3154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FA982245-8CF9-4DA4-9DF5-DD8EC229C6E4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4FF2962F-07A4-41D8-9B97-6D52638ADA8E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8C71939A-905D-493E-B5F6-227CD5ACDBCB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39A0F926-58D1-4484-B236-9E4E0463112D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D8AAF898-8F0C-481D-B44E-1F18C21ED010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C4D62687-CA20-4189-9670-3F8D8A834E01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2DEBBE82-C739-4D70-BC7B-52C9813249AD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2E057691-DADC-48F4-943B-41E99255C64A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33F44B28-9DA4-47FE-94C6-D2A74A476243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272FB943-771C-478C-B932-92A0CCB005D9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C256CDBB-3E24-4A06-BB0E-D895682CE68E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B8B2CDB4-E923-45DB-8748-A6DAC4E93A08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25F5E30C-7518-4A97-B627-6C9BBC657E0B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EFC96766-E72A-4E60-B78F-5878BECA1C12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72BA9A33-7191-4634-B04B-89C54462CEC8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DE672A3-C042-44AB-ACA9-9D0704CF6C3F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79182052-0D38-49E0-8140-C9800CCBFFF9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C5FFB3F9-F108-47FE-B880-D37F12BFA027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B774CE6-791C-4593-803F-488EA2A58E3D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98E595A3-AC58-405B-836F-53154A60F1FF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937120-BFEE-4C05-AAE0-C782CE27F664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48462E32-FF11-4957-B31E-04DC9AA2E6B4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5996C852-DD94-4899-A377-277CACCA1016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BD8486F2-8860-4D8E-BC03-67EFB533B203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E85C4663-9E97-4028-AB58-26B9864CF6C3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CC1B6336-2BA5-42F8-956A-74C5425AE21B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6D08FF89-B382-4198-A04C-BD92F09D3550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09ABE70A-CD8C-4EF4-9178-AE80FB2C9016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5330A444-FF87-48B5-9FDA-5957072A01C9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94D8627E-2317-40EB-BA5E-53177DFE7A77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9C700F7-55BC-440E-8C60-F0A0360B1D2A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9A8BE8C-E76A-40EB-9C53-223B67723712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D650F049-9A33-475E-816A-ADB9AF9CC2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F9E2B59D-43C8-4E11-96EF-30CE13D23A98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1D40838E-49D1-4390-BE51-9739046F128B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040A4C09-F91E-448A-875B-5B129E24C5C3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78143F52-D74A-4687-88A6-EBF40FD579EF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1432F45C-3495-41F4-B318-C2A90E95468F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74457FC-ECD9-4C15-954F-BDC850F3C564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4EF20090-10F8-41FA-9CAD-6D0BFEB8A417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3C3B180D-C19A-45EF-B2F8-575DBCD1967A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655EE12C-8261-4B60-9A16-060237D7E9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02971E2D-BD09-4404-9232-F97AACCB1206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BFF35E77-1576-450E-8878-2BF36FE6AEE9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44127BE1-9DEC-4DD7-968C-B985AFF720D0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34C46AFB-9AA5-4AA2-BC3E-59AF7D539208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111B86F2-48BE-48B2-AFF5-36B9FA46234A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75F49E77-3E68-4A16-9A2A-70FB228D2074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2698A2B8-C23A-4793-B964-C2251E9B9FEE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768BD813-CF78-4C8D-A64D-5685AD139CE5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F29E1ADB-3B77-47D1-A7D6-43AEFB90B4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72608252-0B88-413D-8388-03C88E67A2C8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02B8FE77-744F-4A1B-AB20-9D1D1FD786D0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1B3ECD3D-6400-4B5B-8C6F-8CFB18C1E400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A7D4F2FD-EBB7-4AEB-9475-CC399DB01FF6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0D5D1817-E970-40D8-AF77-37E40B314B01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6193E805-AD60-4C93-973E-5CA393CCF834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2BF3E60E-E564-40B3-8EBB-2EF588D7E692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B0B44731-5219-4813-B4F0-33F337A8A82D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D2D07DDE-E8B3-4478-9E30-46F6BAAC5644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10B4B3A9-92E4-48AF-8C59-A06495B56701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5E99B2E3-A998-497D-9690-3D0E08580D04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FC723E8A-255B-44F6-B6ED-FFA776F7C185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74F75298-A7E4-40B5-978D-B1E4FE4F53E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D0017F87-E5FE-45C5-B831-8192EE236357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FA7719DA-5F03-4B0C-AD8A-F0336154833E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60496702-B073-4133-B9BE-2586FA5FF2DA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03CD2491-3FA6-4A04-B4BE-3D145A1B772A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48CE708C-85FC-4E48-8D14-6419AFA407C0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7EE9DA8F-13B6-47EE-B9AF-BC243F405A44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5FA25088-F0CC-4428-8989-10AF694B38FE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E58511B5-7582-441C-9006-56EAAE1E00DE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424683D8-9416-4699-B537-FE56CC54885D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F2C85CFB-02D7-4C6C-B65A-81D8C29D1C2E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C0053DAA-3365-4793-B1F7-912280EBDCA3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38D79868-3A53-4201-9E79-2CD41E5B25AC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CF4F1340-2ACB-4FB5-A332-EE36C0B94BA0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F165B92-3AE8-4C0B-B987-1990BC6015FA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8B30D61-D62F-4436-92B8-A95EB04C00FA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93BEFC9F-D752-45BF-9869-C2A788C6B484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A821E19C-BD19-4FD6-ABC9-971294A4E1CB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2DF5A2EC-F240-4ED7-AF1B-E2206ACD8EB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FEE1CBF7-93F1-4A88-AB1F-9669AE8796F2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1BF83707-C350-49C8-9CE1-15F66A275DF5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9D3500AC-6D82-49B7-8E7E-BF45DAF2BA37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EF8F5DF9-129E-4E81-8AED-BAED7478094C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B2699538-1165-4B8F-88F7-B78752F17B58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C8C9782-B222-47E6-927C-C7F1E12EAD72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17B2F36C-24BA-4D43-8DBC-9B449E70EAEA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66E6038E-2ABF-4F0C-A10B-26AEAA0A1FAC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5ECEEE30-BF79-48D0-837F-323D8123D7E9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A4215A23-B850-4F89-A754-330E4CAB3B7E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29FBDDA-A60F-488A-BD0F-08CC785F016B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A6CB53A5-11B3-4333-A086-4CAC0BBFCF84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2CACCCD1-9C3E-4317-92A3-7E8F14D66FA0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C771847E-2580-4DA5-A23B-D06E968FB3A4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8B89F990-74BB-4C71-904D-0D4AE6794CE5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24040F6F-9930-44FF-BAA5-97585B57D261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B8BEE0E8-D5A9-4DBA-AADE-3D2B17B1CC39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28D9BD4-DD86-4F28-B447-F29FD4A74D91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9B9391E0-716F-4D52-B43D-73D19D17C8F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57A2999A-0D11-4266-87E1-5B5A061C2F4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ABDF280E-07FC-491F-B4CA-D85E4E5877E4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7BFC3B80-05BC-4296-ACD5-2BBE6C64B350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2B0C461D-8176-409C-AD8C-F8C71884B0FB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B916FCEA-4886-43B8-932B-D9192E0CA043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7C035F6B-E676-4F8B-812D-EF97B1BC90E9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3B73E091-C616-454A-8DED-AA74FB272DA6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5B2F6D4A-473C-46E4-819C-A3E33395671D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662A500A-2CF3-40D6-A1B7-0E61EB2534AA}"/>
              </a:ext>
            </a:extLst>
          </p:cNvPr>
          <p:cNvSpPr>
            <a:spLocks noGrp="1"/>
          </p:cNvSpPr>
          <p:nvPr/>
        </p:nvSpPr>
        <p:spPr>
          <a:xfrm>
            <a:off x="4297190" y="19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AE0A6D86-F3D5-47E0-9966-76B32717F61C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BD1A6BF4-E720-4A70-B871-048ADF75DB6B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FDD2156B-942E-42C4-95EB-342E10F11046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3DE0FA94-8779-4CDA-8BB8-379FE4831E24}"/>
              </a:ext>
            </a:extLst>
          </p:cNvPr>
          <p:cNvSpPr>
            <a:spLocks noGrp="1"/>
          </p:cNvSpPr>
          <p:nvPr/>
        </p:nvSpPr>
        <p:spPr>
          <a:xfrm>
            <a:off x="42623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88A6B834-8F7C-4E9E-9606-4037666E71E4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036A2B0-189E-4022-B150-E9AA14682A46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FD88E43C-0FD1-4EB1-A369-5E90BD86BF82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45E46D97-9C03-4EE3-9FFD-A4E66B851670}"/>
              </a:ext>
            </a:extLst>
          </p:cNvPr>
          <p:cNvSpPr>
            <a:spLocks noGrp="1"/>
          </p:cNvSpPr>
          <p:nvPr/>
        </p:nvSpPr>
        <p:spPr>
          <a:xfrm>
            <a:off x="41850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3C385FE4-E534-4DC2-B581-345983F74147}"/>
              </a:ext>
            </a:extLst>
          </p:cNvPr>
          <p:cNvSpPr>
            <a:spLocks noGrp="1"/>
          </p:cNvSpPr>
          <p:nvPr/>
        </p:nvSpPr>
        <p:spPr>
          <a:xfrm>
            <a:off x="4298059" y="2283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723A5EA5-FF12-41B4-B50D-3F4A2D2D6BA5}"/>
              </a:ext>
            </a:extLst>
          </p:cNvPr>
          <p:cNvSpPr>
            <a:spLocks noGrp="1"/>
          </p:cNvSpPr>
          <p:nvPr/>
        </p:nvSpPr>
        <p:spPr>
          <a:xfrm>
            <a:off x="4295471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0926A8FA-BFE9-448C-B6BB-E679B4144D87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8B02E787-E9C6-4424-8159-272BF3C2DB53}"/>
              </a:ext>
            </a:extLst>
          </p:cNvPr>
          <p:cNvSpPr>
            <a:spLocks noGrp="1"/>
          </p:cNvSpPr>
          <p:nvPr/>
        </p:nvSpPr>
        <p:spPr>
          <a:xfrm>
            <a:off x="4316747" y="25310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1CF19C19-3B1C-4484-9B5E-5FE75DB9D3BD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7127B98D-1E91-4890-B07C-EDBCFA2DB29A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8F2877CF-E042-420F-96B0-4E4C675661D4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991237C5-5CF0-4359-9115-680758ED1569}"/>
              </a:ext>
            </a:extLst>
          </p:cNvPr>
          <p:cNvSpPr>
            <a:spLocks noGrp="1"/>
          </p:cNvSpPr>
          <p:nvPr/>
        </p:nvSpPr>
        <p:spPr>
          <a:xfrm>
            <a:off x="420554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F492349E-8D7E-402F-9F52-815EF0F0F99A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C318A95-1AA3-4D5F-9A3A-E2FB0E65D7F5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075CF56-D636-4C3D-803F-44438752F6CC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C41D1CAF-7FC4-406F-8FDE-1201B161DB32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77A908F3-32F6-4028-9855-6567CD9DA9C7}"/>
              </a:ext>
            </a:extLst>
          </p:cNvPr>
          <p:cNvSpPr>
            <a:spLocks noGrp="1"/>
          </p:cNvSpPr>
          <p:nvPr/>
        </p:nvSpPr>
        <p:spPr>
          <a:xfrm>
            <a:off x="4302772" y="25314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73DFEC18-421C-4BC0-BFA4-672835F8FE76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7152F80E-D2BD-4F7D-9C54-C81325CB13B4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BE5DCCE2-C572-4769-95E8-312127C00900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CEDDC5BF-DBF4-43AA-8573-3590E59F95EE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46C08598-9612-4743-9E56-F7FA3EFCFF27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F1C4415D-22A1-49A3-BDB7-444A9F11503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DEC1649E-7C2E-46FB-BC1B-8D9F17C0EE41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D9031A5B-F749-4251-9C33-E9216F8CB1C7}"/>
              </a:ext>
            </a:extLst>
          </p:cNvPr>
          <p:cNvSpPr>
            <a:spLocks noGrp="1"/>
          </p:cNvSpPr>
          <p:nvPr/>
        </p:nvSpPr>
        <p:spPr>
          <a:xfrm>
            <a:off x="4203803" y="21112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CD50428-015E-4762-93B5-F1016D7523D6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0BED0B31-506E-41D7-B452-3BB6131B7C35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1C877CC1-DF58-4B31-986E-7252B7EB6AF4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AD798AD9-2644-4A8F-916B-FB46BFF22B7F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D5A41518-441E-4865-8307-82DBBBD02496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5B71D90B-F70B-4C64-B3DB-9F9186E62416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A400F48-D584-4927-94AD-EE4F6E1EF36C}"/>
              </a:ext>
            </a:extLst>
          </p:cNvPr>
          <p:cNvSpPr>
            <a:spLocks noGrp="1"/>
          </p:cNvSpPr>
          <p:nvPr/>
        </p:nvSpPr>
        <p:spPr>
          <a:xfrm>
            <a:off x="4316450" y="2410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E2BB5994-8811-4C27-8171-C71F5CB7A961}"/>
              </a:ext>
            </a:extLst>
          </p:cNvPr>
          <p:cNvSpPr>
            <a:spLocks noGrp="1"/>
          </p:cNvSpPr>
          <p:nvPr/>
        </p:nvSpPr>
        <p:spPr>
          <a:xfrm>
            <a:off x="4256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5C98E50-3E1D-45E2-A65C-A4CCBED9F797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2DB2D887-2F9B-4AE1-9289-0A02DFAB5D0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8F363D42-1E17-463A-AEBF-7A4ACE168CCE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4F45B828-1690-43AD-A9C6-51C114595E28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C8D3E6CD-A9B4-40D4-A5D3-D58C70CF2C23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E8E6DE24-21C7-44A7-BC1C-C85A6E2071E6}"/>
              </a:ext>
            </a:extLst>
          </p:cNvPr>
          <p:cNvSpPr>
            <a:spLocks noGrp="1"/>
          </p:cNvSpPr>
          <p:nvPr/>
        </p:nvSpPr>
        <p:spPr>
          <a:xfrm>
            <a:off x="4204015" y="24710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D40D1B81-44B4-48CA-B614-4E6691FC6DD6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3D33EE8C-C108-4D21-B985-E42EB17F0E5F}"/>
              </a:ext>
            </a:extLst>
          </p:cNvPr>
          <p:cNvSpPr>
            <a:spLocks noGrp="1"/>
          </p:cNvSpPr>
          <p:nvPr/>
        </p:nvSpPr>
        <p:spPr>
          <a:xfrm>
            <a:off x="4182595" y="2568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CFBF88C7-78D5-410B-8FC9-F24A3CE2E967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CEAD6732-8435-4E84-86C3-76523B3681F3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FAB28110-1564-4CC5-BE04-935E84FE3C54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7EE5B9A6-5ED3-48CD-B927-CE1C33BA2783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1659943E-BFD6-4C65-AD56-4A1F798F3225}"/>
              </a:ext>
            </a:extLst>
          </p:cNvPr>
          <p:cNvSpPr>
            <a:spLocks noGrp="1"/>
          </p:cNvSpPr>
          <p:nvPr/>
        </p:nvSpPr>
        <p:spPr>
          <a:xfrm>
            <a:off x="4198341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CFDCEB3E-50AF-4152-845D-FFAE7275E88E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6345CCA9-744A-498E-B896-112DAE5CCA35}"/>
              </a:ext>
            </a:extLst>
          </p:cNvPr>
          <p:cNvSpPr>
            <a:spLocks noGrp="1"/>
          </p:cNvSpPr>
          <p:nvPr/>
        </p:nvSpPr>
        <p:spPr>
          <a:xfrm>
            <a:off x="429870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FDDCCF55-0A97-476D-B3FD-1B0FB28CC96B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9F3319EC-E71A-4C21-97FA-1E5BC5D7FE81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96386447-117D-4B70-BE86-3C9C4C2771C5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EC376E91-7DAB-4BB1-85CF-49B38B481B82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C515E89B-4E18-4AF5-B1DD-7C6BC8723BEF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F0F76BB6-1E52-4B84-B58C-AC2DB939644D}"/>
              </a:ext>
            </a:extLst>
          </p:cNvPr>
          <p:cNvSpPr>
            <a:spLocks noGrp="1"/>
          </p:cNvSpPr>
          <p:nvPr/>
        </p:nvSpPr>
        <p:spPr>
          <a:xfrm>
            <a:off x="4316781" y="18162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11F856EC-6C4C-4B04-ADA5-52580CBC45C9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5101D5E9-EB28-4EEC-B168-F87940063A40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B5A133F4-158D-4906-9AA3-D79882EEE324}"/>
              </a:ext>
            </a:extLst>
          </p:cNvPr>
          <p:cNvSpPr>
            <a:spLocks noGrp="1"/>
          </p:cNvSpPr>
          <p:nvPr/>
        </p:nvSpPr>
        <p:spPr>
          <a:xfrm>
            <a:off x="4305552" y="2096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603297C2-1F22-454E-A0F8-FEEB4A9F8131}"/>
              </a:ext>
            </a:extLst>
          </p:cNvPr>
          <p:cNvSpPr>
            <a:spLocks noGrp="1"/>
          </p:cNvSpPr>
          <p:nvPr/>
        </p:nvSpPr>
        <p:spPr>
          <a:xfrm>
            <a:off x="424479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57D9A2E7-7C9C-45D1-9DF9-A0A2649763D7}"/>
              </a:ext>
            </a:extLst>
          </p:cNvPr>
          <p:cNvSpPr>
            <a:spLocks noGrp="1"/>
          </p:cNvSpPr>
          <p:nvPr/>
        </p:nvSpPr>
        <p:spPr>
          <a:xfrm>
            <a:off x="4274924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F7BC463D-37EA-441B-A31A-8289C8C7659C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1B38BFC3-2152-42F2-A1E7-C652A0A534FD}"/>
              </a:ext>
            </a:extLst>
          </p:cNvPr>
          <p:cNvSpPr>
            <a:spLocks noGrp="1"/>
          </p:cNvSpPr>
          <p:nvPr/>
        </p:nvSpPr>
        <p:spPr>
          <a:xfrm>
            <a:off x="43130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95348116-4095-4DBF-8651-AB31164759C9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B2222C24-B044-4D23-BFB7-19873386DCF6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138C60ED-9F5D-43D1-BD1B-838947C6D8F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899FE0BF-0C9F-4C72-932E-F562F3AA9A01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D3AAE01B-03EB-4261-B0C8-395C2D1D7AD1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97DEF74D-BD6D-4D81-990D-0184AA26473A}"/>
              </a:ext>
            </a:extLst>
          </p:cNvPr>
          <p:cNvSpPr>
            <a:spLocks noGrp="1"/>
          </p:cNvSpPr>
          <p:nvPr/>
        </p:nvSpPr>
        <p:spPr>
          <a:xfrm>
            <a:off x="4242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FB2AB228-08B9-45A3-BB31-E5D83B4F7254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C9BD5C70-63F9-4675-A123-59B26EFD55D7}"/>
              </a:ext>
            </a:extLst>
          </p:cNvPr>
          <p:cNvSpPr>
            <a:spLocks noGrp="1"/>
          </p:cNvSpPr>
          <p:nvPr/>
        </p:nvSpPr>
        <p:spPr>
          <a:xfrm>
            <a:off x="415958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A3208FF8-AFA3-49B6-A013-A89CCA1D7EF3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86D4D99D-C3FF-4F6B-B4FD-4C98F3C25A29}"/>
              </a:ext>
            </a:extLst>
          </p:cNvPr>
          <p:cNvSpPr>
            <a:spLocks noGrp="1"/>
          </p:cNvSpPr>
          <p:nvPr/>
        </p:nvSpPr>
        <p:spPr>
          <a:xfrm>
            <a:off x="4217926" y="25024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38D4782C-A7FB-490A-9A7E-12BF7D80F177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E3537D3C-D19B-46E9-BAEA-7182D6C4B687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BE4B8EF3-E895-4AAF-AA98-6F2FEB260207}"/>
              </a:ext>
            </a:extLst>
          </p:cNvPr>
          <p:cNvSpPr>
            <a:spLocks noGrp="1"/>
          </p:cNvSpPr>
          <p:nvPr/>
        </p:nvSpPr>
        <p:spPr>
          <a:xfrm>
            <a:off x="42936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4A12C1B8-1A41-496B-B7CC-61CF7DDFE051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10DAC8D6-B0D2-4B8D-9983-28AA2E234EBB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67D3B9D6-591F-4F22-9644-90C29E66EA7B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BD845146-B392-4507-8A06-524200E7F144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6CFBF4B7-F7D7-440A-9F47-37E3A24914EC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A7827BD5-7FDD-4E15-B205-C323BB186DB2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C28DD5C-DD57-4846-9532-71C5A3C81F8B}"/>
              </a:ext>
            </a:extLst>
          </p:cNvPr>
          <p:cNvSpPr>
            <a:spLocks noGrp="1"/>
          </p:cNvSpPr>
          <p:nvPr/>
        </p:nvSpPr>
        <p:spPr>
          <a:xfrm>
            <a:off x="41662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1C66EEEE-86A6-42B0-85C4-F11A21B3D0E4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7C0FFC55-CE15-4987-A5CB-DE8635E63BDF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D1EECDF1-FADF-418E-9DBC-E446C9680F39}"/>
              </a:ext>
            </a:extLst>
          </p:cNvPr>
          <p:cNvSpPr>
            <a:spLocks noGrp="1"/>
          </p:cNvSpPr>
          <p:nvPr/>
        </p:nvSpPr>
        <p:spPr>
          <a:xfrm>
            <a:off x="41903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58190187-3133-40BE-BCEE-0C8AFA91EC64}"/>
              </a:ext>
            </a:extLst>
          </p:cNvPr>
          <p:cNvSpPr>
            <a:spLocks noGrp="1"/>
          </p:cNvSpPr>
          <p:nvPr/>
        </p:nvSpPr>
        <p:spPr>
          <a:xfrm>
            <a:off x="4259118" y="2363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1D0BC4BD-D2E1-4AAA-9EA5-35CB33B3125B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18DF4CED-FC6C-48F8-B040-786BE7952D8B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5F7A16CD-DF1F-4B53-B1ED-DED11435574D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812FD872-2F6D-4C7B-9B98-5DD6AFE722DC}"/>
              </a:ext>
            </a:extLst>
          </p:cNvPr>
          <p:cNvSpPr>
            <a:spLocks noGrp="1"/>
          </p:cNvSpPr>
          <p:nvPr/>
        </p:nvSpPr>
        <p:spPr>
          <a:xfrm>
            <a:off x="418149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1C1DF563-BD17-48A4-8704-306E319AD87F}"/>
              </a:ext>
            </a:extLst>
          </p:cNvPr>
          <p:cNvSpPr>
            <a:spLocks noGrp="1"/>
          </p:cNvSpPr>
          <p:nvPr/>
        </p:nvSpPr>
        <p:spPr>
          <a:xfrm>
            <a:off x="42344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AA21B775-CE76-4B1C-BDEB-15D085F55AD7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EF08A776-BC96-4873-9114-B58BF664BC34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639378A3-4A2A-4BE4-BC80-F6C160454321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49A5F43B-AD74-434F-8103-846FBDA22198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17541BC1-4837-497C-BFCF-1E5B581D25D8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4175D807-25BE-4EF9-BA0A-1A8BC684FD72}"/>
              </a:ext>
            </a:extLst>
          </p:cNvPr>
          <p:cNvSpPr>
            <a:spLocks noGrp="1"/>
          </p:cNvSpPr>
          <p:nvPr/>
        </p:nvSpPr>
        <p:spPr>
          <a:xfrm>
            <a:off x="418409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116B2E03-4ADE-429A-A184-F79CBB07F24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813D9A4C-7E38-49F6-A2B5-832C99C13293}"/>
              </a:ext>
            </a:extLst>
          </p:cNvPr>
          <p:cNvSpPr>
            <a:spLocks noGrp="1"/>
          </p:cNvSpPr>
          <p:nvPr/>
        </p:nvSpPr>
        <p:spPr>
          <a:xfrm>
            <a:off x="4236332" y="17549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23F54F2-83DB-4196-AF2A-982891808142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919C7206-DBD3-49BE-BADC-5C6837FF600F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154631DB-8363-4C3C-8162-AFFBEEB93704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50D0C2F9-F65A-49BD-98CF-BBAEC17BAE8D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87266546-5275-4A6B-8FDF-16FEAA9C1A20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204EFDC7-9658-4FD3-92DC-A14C633BF982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B97F19CC-355D-4F47-AE2C-2EC1A6A1505C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78D149A8-B0ED-467F-8F82-4E17F4AEDF9E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A11BD30A-0610-46B1-857F-D51DA7925631}"/>
              </a:ext>
            </a:extLst>
          </p:cNvPr>
          <p:cNvSpPr>
            <a:spLocks noGrp="1"/>
          </p:cNvSpPr>
          <p:nvPr/>
        </p:nvSpPr>
        <p:spPr>
          <a:xfrm>
            <a:off x="4247678" y="21376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6F19EE9E-7CEF-4E29-B296-373A7E0D15C9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775EC15E-70F2-4E9F-9528-46CCCFB6A9E1}"/>
              </a:ext>
            </a:extLst>
          </p:cNvPr>
          <p:cNvSpPr>
            <a:spLocks noGrp="1"/>
          </p:cNvSpPr>
          <p:nvPr/>
        </p:nvSpPr>
        <p:spPr>
          <a:xfrm>
            <a:off x="4185442" y="25355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13C3A04-22CD-4271-A1C7-A9AA71F06A3D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2EDBF4E-59F1-4D87-8AD9-5A4E43E6F473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82697470-767B-4E4E-84A6-B3EAF74E4507}"/>
              </a:ext>
            </a:extLst>
          </p:cNvPr>
          <p:cNvSpPr>
            <a:spLocks noGrp="1"/>
          </p:cNvSpPr>
          <p:nvPr/>
        </p:nvSpPr>
        <p:spPr>
          <a:xfrm>
            <a:off x="4258457" y="2321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38C45720-17CB-4559-895E-7008DE98C7E9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9490CFB2-969C-4FD1-8C4C-C61396F5E86E}"/>
              </a:ext>
            </a:extLst>
          </p:cNvPr>
          <p:cNvSpPr>
            <a:spLocks noGrp="1"/>
          </p:cNvSpPr>
          <p:nvPr/>
        </p:nvSpPr>
        <p:spPr>
          <a:xfrm>
            <a:off x="422868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4D817717-549D-47E8-875E-DA084CA0206D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19B64839-2E57-4BD8-A15D-E2CD69115C57}"/>
              </a:ext>
            </a:extLst>
          </p:cNvPr>
          <p:cNvSpPr>
            <a:spLocks noGrp="1"/>
          </p:cNvSpPr>
          <p:nvPr/>
        </p:nvSpPr>
        <p:spPr>
          <a:xfrm>
            <a:off x="4264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6FE053DD-99D7-488A-9C6F-AEBE3C39C1F6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7422CD2A-A26E-4C0A-8BBF-82BD9B6191AA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5A76A33F-FC92-4750-8FE4-FAC1C0CF4DD2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34BC1105-8BE5-400B-AE2D-21D39D11C5D6}"/>
              </a:ext>
            </a:extLst>
          </p:cNvPr>
          <p:cNvSpPr>
            <a:spLocks noGrp="1"/>
          </p:cNvSpPr>
          <p:nvPr/>
        </p:nvSpPr>
        <p:spPr>
          <a:xfrm>
            <a:off x="4250991" y="2573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043B59B8-197E-4112-B7B1-C10B16F9EF79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076F4E5A-A08C-45F4-BD99-78EE30D2531D}"/>
              </a:ext>
            </a:extLst>
          </p:cNvPr>
          <p:cNvSpPr>
            <a:spLocks noGrp="1"/>
          </p:cNvSpPr>
          <p:nvPr/>
        </p:nvSpPr>
        <p:spPr>
          <a:xfrm>
            <a:off x="422668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39FF95D6-6853-4360-A4C5-B64F6FA548C3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B65A67B6-7EAC-47C7-87D3-CE2612070E2B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53FCC3E7-C322-4ADF-A6FF-AA14B0D35BF8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B152852A-E656-40E0-9C3F-368A187917C2}"/>
              </a:ext>
            </a:extLst>
          </p:cNvPr>
          <p:cNvSpPr>
            <a:spLocks noGrp="1"/>
          </p:cNvSpPr>
          <p:nvPr/>
        </p:nvSpPr>
        <p:spPr>
          <a:xfrm>
            <a:off x="4278948" y="20128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F411EEFB-704E-4C9A-BC02-305C50EB2F4E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CAD543BD-B8D4-48CC-97AE-F74E180817B5}"/>
              </a:ext>
            </a:extLst>
          </p:cNvPr>
          <p:cNvSpPr>
            <a:spLocks noGrp="1"/>
          </p:cNvSpPr>
          <p:nvPr/>
        </p:nvSpPr>
        <p:spPr>
          <a:xfrm>
            <a:off x="4171136" y="25263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DEC9B1B9-1232-45E9-9668-1F662CAFBA6A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D5C71C45-16DD-4DC7-8683-1A6EF982248E}"/>
              </a:ext>
            </a:extLst>
          </p:cNvPr>
          <p:cNvSpPr>
            <a:spLocks noGrp="1"/>
          </p:cNvSpPr>
          <p:nvPr/>
        </p:nvSpPr>
        <p:spPr>
          <a:xfrm>
            <a:off x="4221486" y="23860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50EBAE36-CA7C-4950-914B-2B4E816B1EC4}"/>
              </a:ext>
            </a:extLst>
          </p:cNvPr>
          <p:cNvSpPr>
            <a:spLocks noGrp="1"/>
          </p:cNvSpPr>
          <p:nvPr/>
        </p:nvSpPr>
        <p:spPr>
          <a:xfrm>
            <a:off x="4196199" y="25938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4CA4CB20-049E-4B51-85E1-416EE2A5619C}"/>
              </a:ext>
            </a:extLst>
          </p:cNvPr>
          <p:cNvSpPr>
            <a:spLocks noGrp="1"/>
          </p:cNvSpPr>
          <p:nvPr/>
        </p:nvSpPr>
        <p:spPr>
          <a:xfrm>
            <a:off x="4203629" y="20392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0858A99A-8A57-4BDA-939D-E1EE9AB9722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C45DEED6-D5A7-451C-B7D7-50BFA06147FE}"/>
              </a:ext>
            </a:extLst>
          </p:cNvPr>
          <p:cNvSpPr>
            <a:spLocks noGrp="1"/>
          </p:cNvSpPr>
          <p:nvPr/>
        </p:nvSpPr>
        <p:spPr>
          <a:xfrm>
            <a:off x="4243429" y="2316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5F85D9DC-15BE-4575-844E-4017BDE76EB9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C170628-29DA-488E-BB8B-606ED1586FD3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F97075D2-572B-47FD-8AD6-027A796F4ACA}"/>
              </a:ext>
            </a:extLst>
          </p:cNvPr>
          <p:cNvSpPr>
            <a:spLocks noGrp="1"/>
          </p:cNvSpPr>
          <p:nvPr/>
        </p:nvSpPr>
        <p:spPr>
          <a:xfrm>
            <a:off x="4316997" y="15017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03BE79E2-CB7D-4646-9498-FA66AE7BE5F8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21B9FCA4-4A9F-4F4C-800B-C3D0CCA19543}"/>
              </a:ext>
            </a:extLst>
          </p:cNvPr>
          <p:cNvSpPr>
            <a:spLocks noGrp="1"/>
          </p:cNvSpPr>
          <p:nvPr/>
        </p:nvSpPr>
        <p:spPr>
          <a:xfrm>
            <a:off x="4214296" y="24762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7B519EE-A338-41D4-A3ED-57847CF22BD1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26F9EA4C-A10D-450F-8521-216B51542DA4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BDA7A11A-6768-4F24-896A-FBD8BF87E26F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626EBA9F-6BBA-4172-8CA7-1E7F4C0E50FE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B27840F2-6445-4787-A607-60C5033CAB50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239D4CB1-50FB-4D57-BB51-029C0FCD6607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680307AE-D32A-4EFA-8B79-684BFF4BF4AB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9D26DDD8-9A75-4DA6-A511-61C9792DF39C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3FD51A84-D59F-47A2-ABAC-A45B557B5B7D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01951DFA-9379-41D8-8374-CADAA7459F0A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4ABACCF1-D950-448B-AACB-1C1BF62D9C1E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62A0F48-404A-4AF8-B7C6-54B9180FEA62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3909D944-3ED8-403A-A8B5-A0A982248D21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368C697B-696E-422C-9F34-A23CAD0B2F90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13AE9C08-EB8A-445B-BE8A-DAA652EFB45F}"/>
              </a:ext>
            </a:extLst>
          </p:cNvPr>
          <p:cNvSpPr>
            <a:spLocks noGrp="1"/>
          </p:cNvSpPr>
          <p:nvPr/>
        </p:nvSpPr>
        <p:spPr>
          <a:xfrm>
            <a:off x="4260489" y="22893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7797B73A-8397-40BF-BB61-6408AE106580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9A010D14-42FA-4026-A4AE-202A207BD87B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757CEB53-3E32-45CE-8639-CBA971341E7C}"/>
              </a:ext>
            </a:extLst>
          </p:cNvPr>
          <p:cNvSpPr>
            <a:spLocks noGrp="1"/>
          </p:cNvSpPr>
          <p:nvPr/>
        </p:nvSpPr>
        <p:spPr>
          <a:xfrm>
            <a:off x="4239417" y="24608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13A437D-D3AC-4CFF-92E5-F1B4A3454B49}"/>
              </a:ext>
            </a:extLst>
          </p:cNvPr>
          <p:cNvSpPr>
            <a:spLocks noGrp="1"/>
          </p:cNvSpPr>
          <p:nvPr/>
        </p:nvSpPr>
        <p:spPr>
          <a:xfrm>
            <a:off x="42138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E259F4B5-E614-4C39-A3B4-16C742D202DE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1C5E178C-71DA-4A18-91BA-DE3F1CAF8698}"/>
              </a:ext>
            </a:extLst>
          </p:cNvPr>
          <p:cNvSpPr>
            <a:spLocks noGrp="1"/>
          </p:cNvSpPr>
          <p:nvPr/>
        </p:nvSpPr>
        <p:spPr>
          <a:xfrm>
            <a:off x="417374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EA1A0CC4-A596-40F2-B6A9-589587FEF45B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9F902582-EC51-4C6D-8716-E4A931DD992D}"/>
              </a:ext>
            </a:extLst>
          </p:cNvPr>
          <p:cNvSpPr>
            <a:spLocks noGrp="1"/>
          </p:cNvSpPr>
          <p:nvPr/>
        </p:nvSpPr>
        <p:spPr>
          <a:xfrm>
            <a:off x="4275872" y="2496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047CB3FA-ACB7-4432-89F1-10883C83CE8C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B5F3B374-F0A4-483D-B25B-37B07D122D70}"/>
              </a:ext>
            </a:extLst>
          </p:cNvPr>
          <p:cNvSpPr>
            <a:spLocks noGrp="1"/>
          </p:cNvSpPr>
          <p:nvPr/>
        </p:nvSpPr>
        <p:spPr>
          <a:xfrm>
            <a:off x="41793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6A1A2D1B-2F41-4653-954B-F38AC0675131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6966EF55-BCD9-4F6F-9D91-D1439B8AF873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24BAFF28-7275-4F0C-910F-9F4955EC48EA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563F3283-A8E5-42D0-9719-99DDCA055C94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27F4CA48-60D9-42C5-BD13-1B12362654D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373B739E-FA5A-4BBE-83B9-0EAC12662657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4D846119-980C-4792-B724-0440D82FC9C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2A802B8E-E475-4E2B-B68A-A0101A4F494E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34988054-F2EB-407D-A16E-E39E6597CB17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3A00AFC7-6785-46DD-A455-D7A98B4E367A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D75D8909-C3F0-491C-8887-6C445BBDBFAB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D4EC89-038B-4D1E-82B5-EB2020955187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1B0CBC48-43D5-44FF-9B1E-0ECB6190610A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4CD448FB-CCB8-4576-9737-A000C15DFB2E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C90D2E5D-FAF7-4DED-A039-8FD21C37704C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DB6F485B-1214-4BE9-B284-79EAC87F80FD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01BAAB00-07DE-4285-99A2-82EA06708115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519069E1-E982-4D44-9129-556E611F9FCA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0AC597D9-7537-45D8-8662-A05AA085CDC1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F22F0D4A-5174-4F93-BBB7-C764B5F1EF2C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F5E09351-5D5D-447D-879F-A277F6BE306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81BB2017-65FC-4636-853E-EB24913B76C0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327D6854-4657-4FB6-9583-7A8F0F5E28D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CB1D4006-99AC-4D16-8AAB-66DDF542DA50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B65EA4C7-D9DB-42E5-800E-270670C55BAF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F39100E6-4CDC-46F6-A90B-3A82234F2985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1CD05421-DD9B-4BB9-8CC3-24B96FFB8ABD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D2DBC31-C889-4619-8B17-83D32864115B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6746E44A-BE12-4442-AC9F-9A7677F37F78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BD59501E-6DAB-4F75-B493-99CD95C5DEB8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DE1F2960-D7AB-48BB-A5D2-507734245909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E0FE2CBC-5727-4686-90BA-0E618D4D0147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DE056362-846F-42B6-AA11-E9859CE00427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E3CB9123-0180-4DB5-9D3F-0AC317510785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2BAD4142-B5A7-41B5-866D-1A3FFA9B0845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93AC9695-503F-4BC9-AEED-541EA7E7B8FA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21B9FAC-7BCA-475C-BB94-C1098BCF16C0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3606D132-F100-4AAE-AEAD-40BEEB87DA81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9C6DC105-3380-461F-8872-5027080121A6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1A7D2828-0CE8-4C61-9B2D-EA6B191B772B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EE1C44C2-EE47-49EB-BC99-1D38EB4AC2C8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2E67607E-6E06-442E-91EC-F9D7569115ED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0CAACABF-92A1-4187-947E-879059124132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12BDAEF8-62E8-4C61-AA53-955255A8FA7E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B766241-D1AA-4C01-9B8A-47032C0F3360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17C3671B-643C-4FF5-B863-2E5B8DFE1C44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3B24DFD8-919E-4E73-9706-98641F7438B2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E40021A-C7AF-4C80-8CF3-CD164DF31CC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33DBB592-228F-4D9D-B21D-9D2C3C7C3453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B64DAB28-F0EE-4DCA-80A1-0605F357460E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2413493E-59E8-4C70-A89F-DEDB34161186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F922DCE8-5964-40B3-8E97-72F480A0E36D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560D722D-27B4-49F5-8C56-93CB7211CF61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F09309F-D2AE-4D53-A975-DA1A82AAFDCE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D295C1B3-977A-4724-955D-3E4A2B8C0D99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FA62098D-ACE3-463D-85F8-65E8154F4B4A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334A88CF-6A1E-4BA8-873D-F77CF18CC81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1B72446F-8A65-4616-8D2B-E79A2F48E206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BB263E85-E5FF-4D2D-BA82-44A8569FE841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54B8B7A0-3219-4799-8D7E-38B93D619921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D3C3C885-C1CA-409F-B6C9-F28A184134F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4D69FBF8-DB18-4623-8950-CDCC1E06F214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63074C5A-12DC-4BC0-8F10-99B5B003693E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A79DC0CC-22CD-4104-8371-2315685E64FA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33360C30-1B37-4E62-A106-0D3AA8FF8721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6B341E7-26A2-46ED-B067-E1DCCCD8597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071B9C83-C73C-4FAC-992F-0EF660867639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A5E726E-8F66-4552-825A-BD3059B03490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E87D5510-3A54-4698-B3FD-60E45520D382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086543FA-6575-49C6-8F87-C5E79E80A7E6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9BF69826-9C8B-482D-89C8-8AF8117C4A90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4B7565AC-7422-44F3-9ACC-EB40998C15A7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99D0A7F3-006F-4FBC-8FA3-7C700037A05D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16987DE5-C4E4-4436-9C60-C1B7BBADAFC6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A1BEF0FE-E57B-4031-BB6F-6BDAFC5428B0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69798179-B6A2-467E-A986-C12BCF8F4B08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B0ABCE69-65ED-486B-94E1-3E3C1E6B151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FD8FD7DF-B5E4-4980-A7DE-8AA7FC2AB23F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9369EE74-86FC-4B95-8800-7F3263CC0772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3070CC0B-D970-4BF0-BC6B-D01A495DF203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48F81F12-1B70-4EE6-A89D-D1C624DB1B5B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0594FFBE-25EA-4796-91BF-04FFB4818DC5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D28E7158-B6C8-4229-8B15-95E3FA6220F7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5699544D-9D5B-4029-8F33-755B9CB7E6E9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AC8F80C4-EB23-477F-8127-8C75935E99DB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63A2783D-3E1E-47C3-9556-1CB181751292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EEE5222-166D-420C-A830-E7B64960840A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15357F13-5295-44C7-9290-771D6A4AD612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9E1F7605-ECEE-44EA-BFAC-2793A2DA5FD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9A4F93C3-7B7B-4FBA-A7A1-EB7084E5CE2B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491F8559-1F4A-46E5-8A63-4B1EBE19D227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AFCACBD3-8883-4812-ADF9-A06531D9EA85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F578BB9-A618-42FF-AC9A-C2839AA080A2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5743EDB1-AF8A-47BC-9B96-B0105EE50817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865F96A4-1008-4D8A-80EB-3708A5487E56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5B16041F-2895-469A-B2BC-AD7026B92174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CE07FB58-8DDE-4C91-9D24-424007D991AF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BBE295F8-EC8D-4145-960F-96DAEC96F2D2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4192A76B-93A5-45DB-9EE5-86AD14F84EFB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E4058950-E5B3-4236-AF5D-BB9709EFCFB0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757D9F06-4FB9-484A-A034-F8797C186092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29F7AEF1-A84E-4A01-8951-3B0AEBC8D75F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ECDBF2E7-5182-4EFF-B236-6E60B8E732F4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BD719A4B-FBE0-4F6B-88EC-829DEB7946AE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BD1F093-0B0C-46EB-8129-43EE004F414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438402A6-A18F-4EB4-91C0-5E7CB15A9AF2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AC6A215D-EADC-4DA6-8F2D-3D362DB329C4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3F027917-AFD0-4E6E-B467-895D1E41BBE0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573BDBF6-D065-4415-A003-5404BB3A4879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84CE14E9-CA0E-4525-B686-E467FF7024A7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A2C96F0B-6FDE-439C-96DD-BF8D40C6B7F2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345BDFBC-4CD9-4F9D-A091-BC565B73F2A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FF49F7D1-2400-4F99-A63F-D209F67E9E36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4EDD4BB1-497E-47B6-8315-3663219CD0B4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F39BCEC0-0522-446E-99A4-02B7D47EF499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1137B99B-86A8-4BD5-8E2B-6C44D9DAD172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8C5E55C4-B83E-4745-8D9F-F21B9DA7D5EE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D2FF7620-1B29-48D2-B67E-49A21FC1DDE3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CEE93D42-ED22-4302-B5CF-FC7901661337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9A27AD38-9B7F-4560-B4B6-C51045D6B242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77F7465B-36FF-499E-ABB3-21C31CD0B3BC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1B434AFD-3EB3-4FBE-BCD5-0894AB4474EA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233ED5AE-BE6C-454E-B01B-AFCA00F11694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8F17518C-8AE6-4647-81F5-1E2A3C069C01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5CB92F-5704-4C4F-8A61-BF98592187FE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0A94955A-2064-4FC3-9D0E-63CBA5783F30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7E88BC24-68CB-467C-ABC8-D7E3B7AA6EBE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9B751A2E-E475-402B-9100-FA5A0E2E31F5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38CFCEC7-6A55-4EFD-B143-0ADCB1B3D808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969E56A3-93FD-416F-B278-9A811CC2C9F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39CB9D02-4695-4E1C-B2E6-E3F57F8A2623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69424FAB-ACF7-43D5-989A-85D3D0AF30FE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B59FE8CE-6FDF-4222-8243-9B8DD2A0A546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0AB8F3C9-5E57-474E-8401-711CA551EC6F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DB3C51DD-820D-485E-8B96-86F1592CA49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C5F8B794-E534-4B6D-9235-D75777146C34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4DF88CE0-28B6-443E-A2CC-5985E3026DD7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94986803-D8E5-4BEA-A99C-A5F0B18852CA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2A5E6EC6-83A6-4156-ABDF-668C1C3F9B6C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B866482-14CD-4BEF-BD5A-D5CCCBB73665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132054BD-E488-4568-90D7-0D3DAA8D5A00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AC2418F2-EFEE-469A-9D03-D3B52E6B1FBE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DD67858F-3A65-43E8-BF9C-B8231AF31AB6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6A541EBC-30FC-401F-8E9C-0F893141623F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E9E64BA2-0402-474C-8640-B66235E6A32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E5223662-B8BF-4644-810D-9691D4129F09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1C8E3702-06BD-4FDA-96FD-77A13FBC2C34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B44CFE37-6EBC-4FD0-AADE-5136D92E2381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55D37C26-1201-49AA-8506-35131FA9C3E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7475E0B2-008C-42E1-9431-FF34B69AD03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5D0861E3-FE69-4502-A632-A995B4C9A1A9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12DE6FA7-EDF9-42D8-B52D-40A0680ECCAF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30B27C38-9349-4020-A8AE-C3ECA2D21014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63736B6-BF5D-400C-89FB-87EFC14334D8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38F47CBA-6EDB-4996-8D16-8D89B3601800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9817A170-78FB-4CD9-86F2-FC9E1E61549F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68F56A1C-384C-4523-90F1-7B9EA1041E47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40D8807C-F073-4DAD-A53B-69081CD607AD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71298FD0-648F-4A1E-BCCC-A80A825AC9F7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9E647C78-3033-436A-A760-9CDFD853455E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626D7457-7BF2-4D06-A734-3AF86635B764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E52EE6A4-0159-438C-A2A1-CB032E922109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009C1B05-36B2-49C5-A241-3A1F0A971D1A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B6F15221-E41C-4AE5-B53E-210E366480FC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AB57B4B2-7EEC-4295-8E92-A8946F6483B4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CD2493A6-E708-4B80-89DF-0A6C545A16BF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CCB08FAA-907F-48C8-91E4-6860CB48D250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D289F8CB-1D82-4B8F-A08C-0A7BC6C937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98C90D2-AC65-4DD1-9ED5-E78C5D305191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96C45187-E947-46E5-83CC-EE12CB442D39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FD9C35CE-EED9-417D-828B-D5B9960C308C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60B091AB-CE04-4757-AEB0-858FF0A5BA20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BEDBA8A5-2E29-444B-A02D-A23DE65CBB28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41527AB8-22EB-4522-9CD8-C2448463FCF2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8D0E357D-8267-4BE5-B76E-4E8C282379DA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978C638E-6D91-4A3F-907F-51C8560D6A72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7E03C55D-8B91-46D6-BC02-838D38CF131C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C3F88D8D-536F-414E-AF0A-286A78A2AB23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45013129-E8CE-4EC1-B204-AB5928FEBC6A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D2DCE9B1-547C-492D-8A6F-BB3FB16C4A31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9A065714-6FA4-43DE-9DB5-1BACBA8E3144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76338D7B-E664-4FAE-B555-482FD49FB28C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D95E3916-6435-4453-A965-5C2C461395C5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8942F5F1-9C48-4C7C-AB75-CEDFF9627E2F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A4FCFD7C-7E4C-469E-9F91-658D3766C33D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FB22ECEF-C61D-4BD8-8BAB-A20FDC44237E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D3D1FC12-4B5C-405E-A0F5-BAE94F7807F6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90B943E0-F2BF-4812-8659-4C6350C48645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5C05A9B8-69EB-417C-8631-42F0F2AE959D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D287E500-C807-4248-B635-50DBACC2A522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710CB1BE-F0CB-4F39-83BB-189EB43EF43D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F41A1EAB-2631-4250-97D8-FF7D9E27062D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6259D5B8-FF0A-462E-8CF6-5858A8EDF6F4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C4D1CCEA-33A6-4859-9B83-41D8F115DCDC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42109F95-C720-4F81-A128-93B19BF4729B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C8353852-EF9F-4CBF-A885-07D115C6A50A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1ABBC7AA-6E35-4638-8CCA-122A6929BABC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355B3A15-9BB1-430E-BB49-AB43818C9192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7DD4F1F4-4030-46B6-9266-22F3C2B39387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DDF8F680-5FC7-4BFB-BCCE-CE5B1E96A0E1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D7687F44-2B97-414C-B529-BEB82CC8EA50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A3C1BA3-89C2-41C5-83AA-F0FF6C2552E3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17A19FE8-8FFA-44BE-BA4B-3485088DE6D2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B9D97276-8B24-4638-976F-04747E0D17F5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DCA4F08A-D451-495D-86AD-A3BFA9D4D1F6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2C5D89D1-7EA2-4770-BE1F-714EFC0B8C7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7B4EBF13-2458-40AC-89FD-005200DCD17A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F9185C1E-8F0C-4A40-B641-0FAF4663C1D2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542C18A0-261B-40FE-9B5F-6F872B4A38BB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6E0E1484-EF52-49BC-B207-5DC991DB9A08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385E9F4C-AD87-4899-98C2-2096D50E1DE0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59655DE7-5FF8-47A7-93DB-BE9C5D8FC845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BA25AFFC-24EF-4B42-B432-70DB361091FE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8C9B974D-83A0-4B0A-AACE-C019372D8DA9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4B950A90-C633-4DAB-9D05-3544B88E9FA3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6EABC1B1-5DEA-45E6-ACF5-05A1D1FB121B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AC4DA5F6-1048-4EE5-9214-FB921D1A5E7E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306B38F9-B661-46EA-9D0E-0671F477E81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BED95D54-D8AD-4101-BAE5-9CD6928502B1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A14CC33C-C943-404B-9A4F-6EBD9124C02C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E8944A30-A894-487D-92BE-0CE8AE8C08BA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1F1CECA5-99C4-4BF3-914D-D2CEF3CEA022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5ECD2641-3666-4590-A95B-0DED6B3F1215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CD093FDC-1C0D-43AA-946F-78ED89696569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5518D825-9F29-4955-A1BC-164F8707E60C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3A16CE32-84B8-48F3-9089-8369A91DB551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D0F49089-4F78-4A58-B4D0-1A1A60D2D1D4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31ECE409-FA04-4994-AEEA-124989B608D7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1D4BE86D-05CD-446F-93B3-97ED25B5E8AA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4A32520F-7C06-4F8E-8880-DA2E232F0FF4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BC2E6219-0412-4E19-B159-D0A5F21A2FF5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374D4C67-A777-41BB-9E59-18C93B17CF79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D7CD1641-1798-43FD-AD89-0F1CA625BE8E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CA757E6A-F2CE-415B-A2B1-DAA7D2836F9F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6DAE7DB-0CC1-42CF-ADF4-7E43C3A38D96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73B69684-EB9A-4A92-B778-E967E8A416C0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FD5E6D-1E0F-48F1-8A9D-1F1E94B23A7D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2EE6DDB0-B1AE-4120-B090-15DF7736DEF0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EF4010A6-2D22-4EFA-A445-DE4DA9C248F2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FB31FA33-39D4-4C94-9BF4-F8A46FF8E4D7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B5E7DCD2-EB2F-42B2-A790-29DE61B65172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2A62BBD4-C851-4AF4-B3C2-2F546D9CD3B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D8619D84-5036-4378-815E-669849B237B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53CCBB41-48B8-45A2-B3E8-1F5C32C7B264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EB2CBE23-6317-4E60-BC83-1124DE875E2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1425EFCB-BFA3-46D5-83CD-9D24B2C14FB5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5DF93BFB-74C0-4A82-9B8F-0C68810947E5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A73898CC-C150-4357-9120-97921390F21F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2452BCE-E7A7-4347-BA70-1286BCEDC81D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8A496BF5-9BE4-4006-8617-7D5218B5DFE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3A90FCEE-03C2-4C6E-A8CD-C26C1FDE11F9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F9648E7A-83D0-432E-B60F-67C3FDF88DC3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4258203F-CDE8-44D1-B689-203EA5480707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47EBAF7A-BBA5-4F50-8F36-76AB3EBC978B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9B3510B2-ADF0-436E-96EB-AD8840B2F914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AF07BD15-E31D-48DC-9A9F-7962DF22FDA6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F2D5A7A6-62FE-4723-804F-4B185ED8DEB5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3DA9B59C-6CC1-458D-9389-5D1156C84EE4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849F0EA1-9289-425B-AB7B-51BBD1D4AD18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76477264-E66D-4FAF-A910-5FA902C194C8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C62D5C01-BC45-4C2E-8DA5-651E2EEF2890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F9ED960E-B731-4A82-9304-B9E3F084CC4C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80725CA1-BC88-4C66-9B3C-2D3B3F90768F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F8A31BE8-4F9E-4DA9-A65D-4C389E28ACE3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4DC41089-75F9-45F0-B577-A9A464C433FF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1F708AFC-8311-49FC-89FA-8FE9DAAFCB63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9E27CD54-1AEE-416B-872A-EF5F6E8047E0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A1998D51-46B4-4791-B5FE-6FE030A0CD73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9DE137C-F447-4942-919C-D815F87AAF1F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139C84A7-683B-4EC6-A121-8985F6147FD1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EA7603B6-4435-4174-8017-18C45488BB1F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DD3411AA-6BB4-4F52-A449-83E02DCA9E5F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7AF92169-E5F4-44A8-8D63-58AA03381415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A98866AB-2578-4DD4-99D9-0EAA08CB4E16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F2361269-80CA-4D3D-B4E5-BCD9D2A2A2FB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60169B32-ACD7-49E2-BA32-267FC415E472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0298EF87-5E37-4424-9470-4B400E3EBB9E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888F7E8A-E584-45FC-8272-124EAA58E833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1C28C3AF-42B4-44D9-B9BE-B324DD881920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73E4E27C-2916-44D2-A83D-74C04DECE4B1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1F38074F-8E65-46B5-B5C0-B3199E6D0BDC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731E3130-A473-4783-A9D4-31CAE4DD0EED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971DFFE2-2141-40A3-A71A-502EF90D9E99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0F543113-0DC8-499F-AE4B-74583C34C30C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AC3230ED-6819-428F-85C8-65ECE0F8B90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B42FC457-6E5A-499D-8780-544AD1DE77E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764F7CC5-1AEA-431B-ABA7-5780BE9F3C3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04DFA64D-E230-46A0-A510-B9E949ABFE44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66CA631D-6BD0-4447-B744-45BB4A1973AE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9EFC06B-B76E-48E5-A93B-6A977080E584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B48F74A6-2AD7-4CA4-B45C-EDDA6C3D8309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DF2AE824-5723-4582-A849-99671461D0F3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37BF1B7B-C81E-482A-A6A9-E90970CBF1E9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AB1FC34F-9109-4E51-8E6B-2BDB4CDF561C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E2A19405-2BC4-40F8-B4D2-E343F69403A7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5B86879F-BE2D-4AEC-B3F3-5EB138BC7051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2F859172-6C2F-4344-B613-A0247B4833DF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44AF8E2E-940F-4320-B736-AE7959DF1EC6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75745A60-91EA-43B0-94BF-78B71B8487EF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77B231FE-1027-4F40-866A-79AC8FD9E406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901C79DE-9C60-42D3-8B27-5D53D6FFC233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2ADB76D4-6F88-482C-88A0-8AFB96B58767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1E8A06E0-FE6C-4E92-834E-90F224B37A3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E55A3D4C-36BE-4AF6-8617-95F04384EC88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53C12E7-F3B5-4EFD-AA1D-42E30A7A66A4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EA2B6F51-E2A9-476C-9ABA-B465E98513A9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625FD621-800A-46BF-9331-B8A35EC05F88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041D91D5-C392-4798-A156-D583C7F9A778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DB03E4EB-A58C-45D2-A289-8E53136E5565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16D3C07-9B3F-4202-AC56-069CE34E1A5E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C13A5F54-E489-4968-9F2F-56AF8DAE0C17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36FC429D-1C63-40D5-9BE6-CEBA86214B8F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77E265CB-30DD-4ED5-9C78-B73E2D1877B1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030B6455-3966-4324-A296-A0179D66A52A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83F08831-7D37-4B50-8554-35FC0B0B0207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4233AE88-0FFF-4ABE-97EE-30B48B62C744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31953F56-5CE4-46F4-9366-3D3FFC39CC41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99DF8F81-3F66-4664-A281-B9EB2DCFB524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B6287624-31AD-41FE-B025-98DEB2DAC8ED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90689FE9-8D49-4A6E-B267-F0DB310D4905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2F23BC05-B998-4430-9039-54B6560879CD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65A60B43-AA51-4142-BDB3-A78EBCA89953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1B37083B-A22F-4396-80CB-8CBA099344A5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CA5DA088-B898-429A-B22E-40A7EC20A4A0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D2DDE93E-C6F5-429A-8E1E-C8ED9027B0EA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81F54662-9C6C-4342-8B75-2ADBE7B0B294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B0A827FC-4810-497E-8A31-FC4BC58631BB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9890946B-40C9-486B-8AD6-B9FF84112AF8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80FAFD5-F805-456F-8DBA-F478F9324A7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51A47E05-1FF2-4570-B1AE-AF7ECA4FEC18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4D942ABF-51EB-4631-8612-7AE96EAEA6F7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C93FCD5C-72CA-486A-90F6-81B3DB604623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3EBA7E0A-F223-4505-808D-E4DC98D89D51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874EF33F-FF7A-4413-8F23-B721A36BC603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897AF2CC-B521-4EDA-959E-A3B31CC359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67C49EE2-F97E-480B-8E98-33F062E1EF8D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B0792F50-8814-41BA-9FF0-70D5E5F9105B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E4568A39-CC7C-421B-A087-A935FFD335B8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BD8603F4-46DA-46BB-9938-FBA8FA404CEA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0621FDF3-9862-485A-B2C9-A470F501EF95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50918415-164A-438F-8C6C-B1080E139463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81E1EC5C-96E4-4901-BA22-B414CCFB2DA8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6EDF1FFC-A819-49D9-9D90-F237B03DD31D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AB75B45E-2C6C-40C0-A651-3B3BFAF4C8C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1F418878-3406-4FCB-9B17-3597FBBEDC69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91779D11-072C-4864-9B36-988E2A9F6169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A120B350-C3CF-4161-B7E0-8CD6C01E5B36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1B9F9722-DB64-46CC-BA08-727701AC3C87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3A7C96CC-8897-46F0-A39F-B5200DF837DC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B80E3BE2-BBFA-466B-AF08-F5EEB214A2A7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1AAF77EA-1649-463F-B6C0-28BA9136E4CE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C940122D-DA78-4BD4-AC3E-A6F2584E33D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F2485C91-E7BA-4AA7-A03C-9475BE40CE84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BD1FAA06-737D-4178-A480-269D48B7CBE1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0AB90DA9-2122-4936-AAD1-6E1117964885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10975E20-2B1F-42DB-B233-F67BC391F643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558DCFF5-EC59-4B71-8201-7BB29820C750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66299151-C9C2-4273-9EA5-4D52FE05A065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C5A6573A-EC0E-4444-AD27-A66B6410BAD3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D3CECB00-89D1-4989-A17A-A616906E119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9DAFAB74-F693-4ED8-8768-37EE06483F57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6F7416D-EA50-4132-8B25-2DCD115219E3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961591A2-4FE3-4D1E-9C12-9734A788B981}"/>
              </a:ext>
            </a:extLst>
          </p:cNvPr>
          <p:cNvSpPr>
            <a:spLocks noGrp="1"/>
          </p:cNvSpPr>
          <p:nvPr/>
        </p:nvSpPr>
        <p:spPr>
          <a:xfrm>
            <a:off x="4407590" y="2234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A2305FCC-E6C3-4F19-8EC1-3DE0D29EE43A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4718205C-4090-4811-9573-79D4CF9E9C8A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8BC98312-D5B1-4976-9406-CBA53F0EF5A3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F3679CC2-0B49-4D5A-92E5-F7F01EB17FE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555AEB84-8AC3-4721-A66B-F64953B432DD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01C7554F-E0F4-483F-A162-01E1AA67FB9C}"/>
              </a:ext>
            </a:extLst>
          </p:cNvPr>
          <p:cNvSpPr>
            <a:spLocks noGrp="1"/>
          </p:cNvSpPr>
          <p:nvPr/>
        </p:nvSpPr>
        <p:spPr>
          <a:xfrm>
            <a:off x="4545601" y="2602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B3A7D612-4B10-499F-86C5-AB85FCF279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8835BCA6-FA23-4E8B-B207-E3BCC24A67D2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D4BE1B82-CE18-4D17-B980-FB7C37C83996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E426CD30-0106-4FF7-9DEC-75B2A6BE201E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2B33E5B1-6E83-43AF-BB75-C46F6EFD63ED}"/>
              </a:ext>
            </a:extLst>
          </p:cNvPr>
          <p:cNvSpPr>
            <a:spLocks noGrp="1"/>
          </p:cNvSpPr>
          <p:nvPr/>
        </p:nvSpPr>
        <p:spPr>
          <a:xfrm>
            <a:off x="456395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53C2AC6D-73F4-44E4-AAA6-06B7576A0716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48ABE946-5C14-4090-9944-846B4BEEE8EF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7542FCCE-6980-433E-BB24-36DACEC5ADD4}"/>
              </a:ext>
            </a:extLst>
          </p:cNvPr>
          <p:cNvSpPr>
            <a:spLocks noGrp="1"/>
          </p:cNvSpPr>
          <p:nvPr/>
        </p:nvSpPr>
        <p:spPr>
          <a:xfrm>
            <a:off x="44640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E4BA8F6E-5D45-45C8-85CF-F74E281FDAE9}"/>
              </a:ext>
            </a:extLst>
          </p:cNvPr>
          <p:cNvSpPr>
            <a:spLocks noGrp="1"/>
          </p:cNvSpPr>
          <p:nvPr/>
        </p:nvSpPr>
        <p:spPr>
          <a:xfrm>
            <a:off x="450456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27E2844B-9D95-4E3B-A651-23CDA5238C76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EE6761FA-0195-4D35-B993-6A9A7F12E998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D20E12E0-794C-48C5-8D61-FD9E8EECDA1D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B9D1A0A7-44E4-415B-B088-148CCC5A5F68}"/>
              </a:ext>
            </a:extLst>
          </p:cNvPr>
          <p:cNvSpPr>
            <a:spLocks noGrp="1"/>
          </p:cNvSpPr>
          <p:nvPr/>
        </p:nvSpPr>
        <p:spPr>
          <a:xfrm>
            <a:off x="4418487" y="25672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05212BDD-8504-4E83-86B7-7F7259EA9972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5A780569-FAD8-4B85-BBAB-7F0955FE129F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B7B5F6C0-33F4-46D2-AE87-AFFAEB4F5275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B52BBA8E-4C16-4395-87E5-A8932A8CD788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6CD67E3F-128A-4798-BB37-5357CB408144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AEE582A7-EBD6-47D5-BC79-44AACBBD60C4}"/>
              </a:ext>
            </a:extLst>
          </p:cNvPr>
          <p:cNvSpPr>
            <a:spLocks noGrp="1"/>
          </p:cNvSpPr>
          <p:nvPr/>
        </p:nvSpPr>
        <p:spPr>
          <a:xfrm>
            <a:off x="45030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D7E250D3-D47D-4D76-B154-031AE1AA44D2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D8CD3AA0-35F9-4555-A4F3-182392DED718}"/>
              </a:ext>
            </a:extLst>
          </p:cNvPr>
          <p:cNvSpPr>
            <a:spLocks noGrp="1"/>
          </p:cNvSpPr>
          <p:nvPr/>
        </p:nvSpPr>
        <p:spPr>
          <a:xfrm>
            <a:off x="4526419" y="25756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FE20063C-6A33-4E62-AA6D-9E7D959B289C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DE2F6E37-554B-4D06-A955-8AF51B02F7F7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9F74AC5E-4EAC-45A6-9153-6B1EE66DE8A7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64812168-ACEB-41FF-9234-66FB8913BF45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44D62770-C02E-4140-9CDB-0DAB358CB6F2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395B4FFB-8A20-4483-8D30-BB9AC672A70A}"/>
              </a:ext>
            </a:extLst>
          </p:cNvPr>
          <p:cNvSpPr>
            <a:spLocks noGrp="1"/>
          </p:cNvSpPr>
          <p:nvPr/>
        </p:nvSpPr>
        <p:spPr>
          <a:xfrm>
            <a:off x="4402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AEFAD671-F3D9-41A9-94AE-01E679372D0D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ECA65C4A-5546-43EC-BEE2-F72D1FC3F4CB}"/>
              </a:ext>
            </a:extLst>
          </p:cNvPr>
          <p:cNvSpPr>
            <a:spLocks noGrp="1"/>
          </p:cNvSpPr>
          <p:nvPr/>
        </p:nvSpPr>
        <p:spPr>
          <a:xfrm>
            <a:off x="4408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DC5A04E4-DB51-4DB5-8E9A-1E605934097F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4A4811B8-0C0E-4117-BBB0-7823CCF789E2}"/>
              </a:ext>
            </a:extLst>
          </p:cNvPr>
          <p:cNvSpPr>
            <a:spLocks noGrp="1"/>
          </p:cNvSpPr>
          <p:nvPr/>
        </p:nvSpPr>
        <p:spPr>
          <a:xfrm>
            <a:off x="44608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93D8473B-A9F3-4970-8E7D-449150AB1BD6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E8C4B263-581A-4C11-9FD2-3F5FF2B1980E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8F030745-F7DF-4811-A5A2-F96A800AE6F1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F5525D7D-4164-4689-9594-1C16A99C97E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685749EA-D1B2-4EEB-BE02-A9F94408839E}"/>
              </a:ext>
            </a:extLst>
          </p:cNvPr>
          <p:cNvSpPr>
            <a:spLocks noGrp="1"/>
          </p:cNvSpPr>
          <p:nvPr/>
        </p:nvSpPr>
        <p:spPr>
          <a:xfrm>
            <a:off x="4532514" y="2470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8E3CD0D1-AC87-4B8B-AD9C-435E72648494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25798D2D-5962-4236-9385-DE33111F86C1}"/>
              </a:ext>
            </a:extLst>
          </p:cNvPr>
          <p:cNvSpPr>
            <a:spLocks noGrp="1"/>
          </p:cNvSpPr>
          <p:nvPr/>
        </p:nvSpPr>
        <p:spPr>
          <a:xfrm>
            <a:off x="45488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85231676-F898-4518-83F4-CDEF7D604205}"/>
              </a:ext>
            </a:extLst>
          </p:cNvPr>
          <p:cNvSpPr>
            <a:spLocks noGrp="1"/>
          </p:cNvSpPr>
          <p:nvPr/>
        </p:nvSpPr>
        <p:spPr>
          <a:xfrm>
            <a:off x="4407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2C5ACCA4-2218-4F84-B703-9AF39BC95B94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8AEE47FB-CCD1-4DDC-B342-9D4714CCD199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1038AA3D-0B60-4C65-82A4-9CA56EAB52F7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C65AAB7C-0F48-4073-96D6-0763C1F7AC7E}"/>
              </a:ext>
            </a:extLst>
          </p:cNvPr>
          <p:cNvSpPr>
            <a:spLocks noGrp="1"/>
          </p:cNvSpPr>
          <p:nvPr/>
        </p:nvSpPr>
        <p:spPr>
          <a:xfrm>
            <a:off x="4397103" y="25605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542A4D87-594E-4E03-9B81-14C64CCBA7CB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C26EA6A4-C48E-45EA-9262-6980FBA645F6}"/>
              </a:ext>
            </a:extLst>
          </p:cNvPr>
          <p:cNvSpPr>
            <a:spLocks noGrp="1"/>
          </p:cNvSpPr>
          <p:nvPr/>
        </p:nvSpPr>
        <p:spPr>
          <a:xfrm>
            <a:off x="4484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3CCCC111-46DC-487A-AAF9-275E558D0ED2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9AA48791-E6CA-4D16-A2EF-7661F5927083}"/>
              </a:ext>
            </a:extLst>
          </p:cNvPr>
          <p:cNvSpPr>
            <a:spLocks noGrp="1"/>
          </p:cNvSpPr>
          <p:nvPr/>
        </p:nvSpPr>
        <p:spPr>
          <a:xfrm>
            <a:off x="44858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4D9283F3-5424-4054-940F-7368829B2E3F}"/>
              </a:ext>
            </a:extLst>
          </p:cNvPr>
          <p:cNvSpPr>
            <a:spLocks noGrp="1"/>
          </p:cNvSpPr>
          <p:nvPr/>
        </p:nvSpPr>
        <p:spPr>
          <a:xfrm>
            <a:off x="4529637" y="25806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748C0131-FD02-44FF-BB38-BE7F43AFB5E0}"/>
              </a:ext>
            </a:extLst>
          </p:cNvPr>
          <p:cNvSpPr>
            <a:spLocks noGrp="1"/>
          </p:cNvSpPr>
          <p:nvPr/>
        </p:nvSpPr>
        <p:spPr>
          <a:xfrm>
            <a:off x="45150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9E0321B9-04CE-4CE8-9D30-1CA2CAA3D262}"/>
              </a:ext>
            </a:extLst>
          </p:cNvPr>
          <p:cNvSpPr>
            <a:spLocks noGrp="1"/>
          </p:cNvSpPr>
          <p:nvPr/>
        </p:nvSpPr>
        <p:spPr>
          <a:xfrm>
            <a:off x="4427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A8D67E1D-9C63-4B8C-902A-6AE36CF041A0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85A83971-6650-4368-8AC9-4EF6FD8B79DB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B92AAB67-9A0C-4C86-A2B4-51F91EF1DDF3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5EC684B3-4688-44D2-8034-B5F5E6782C6F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4020598E-88DB-4232-8018-15013702AAFF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77491F2B-4589-4945-9DC4-3CD302709AF2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FD1AA4F1-1C3B-48E5-BEB2-0EB20E43E008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8F93D577-6448-492C-A662-D5A824BC21BF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380B37EF-D082-4896-810D-E31F5D659B0A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91A83132-AD9C-4A8C-81DA-611AC63CB553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2EE0E2A1-FB27-451C-A297-9D8F4DAF5D17}"/>
              </a:ext>
            </a:extLst>
          </p:cNvPr>
          <p:cNvSpPr>
            <a:spLocks noGrp="1"/>
          </p:cNvSpPr>
          <p:nvPr/>
        </p:nvSpPr>
        <p:spPr>
          <a:xfrm>
            <a:off x="4560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5C741F0D-C81B-492C-B420-528FAEAE781C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563BF436-E89E-41D3-B489-7AB5515DB46D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0E63CED5-36EA-4EC6-9AAF-F7584B4F5E57}"/>
              </a:ext>
            </a:extLst>
          </p:cNvPr>
          <p:cNvSpPr>
            <a:spLocks noGrp="1"/>
          </p:cNvSpPr>
          <p:nvPr/>
        </p:nvSpPr>
        <p:spPr>
          <a:xfrm>
            <a:off x="45261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BF69F944-EBB9-4FFE-8346-9697773D1CAC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263CE6A3-3220-4EE4-A3CF-034C24BA1BF2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29864061-DE8E-4808-8768-1C56CAC1B3AB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9B563987-AFD5-48C7-8A12-6F5DE3B6B7C5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AB34E5A8-51C6-4A01-949A-7F45F5A35761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12AE3A44-4808-4238-8456-294D5CA332B2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700F98C7-81FB-496E-9FE8-2C8C3BBCECF8}"/>
              </a:ext>
            </a:extLst>
          </p:cNvPr>
          <p:cNvSpPr>
            <a:spLocks noGrp="1"/>
          </p:cNvSpPr>
          <p:nvPr/>
        </p:nvSpPr>
        <p:spPr>
          <a:xfrm>
            <a:off x="4513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21279AE-F186-41A7-8D7C-431039B9647E}"/>
              </a:ext>
            </a:extLst>
          </p:cNvPr>
          <p:cNvSpPr>
            <a:spLocks noGrp="1"/>
          </p:cNvSpPr>
          <p:nvPr/>
        </p:nvSpPr>
        <p:spPr>
          <a:xfrm>
            <a:off x="45382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0BA55958-EC56-4699-9F4F-201E1BE44623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E9C2E596-7F88-4DA9-AFB4-C81BDC61F1DA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54F214B2-2BCE-4DA6-BDA6-D26BDB998FF7}"/>
              </a:ext>
            </a:extLst>
          </p:cNvPr>
          <p:cNvSpPr>
            <a:spLocks noGrp="1"/>
          </p:cNvSpPr>
          <p:nvPr/>
        </p:nvSpPr>
        <p:spPr>
          <a:xfrm>
            <a:off x="4461331" y="25961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2CEF3E18-0818-4E7B-BE74-758413B94BA2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C6CE5C95-7AB5-40FD-8854-4E62FA2A6782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14F602F4-BD62-4F06-B00C-DA7FF80A492C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C9A00577-979A-446B-BF38-A60A7BE0D1F2}"/>
              </a:ext>
            </a:extLst>
          </p:cNvPr>
          <p:cNvSpPr>
            <a:spLocks noGrp="1"/>
          </p:cNvSpPr>
          <p:nvPr/>
        </p:nvSpPr>
        <p:spPr>
          <a:xfrm>
            <a:off x="4480802" y="17202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9D71388E-A403-45CB-AD8F-B70A943910B6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21244F72-0002-4D54-9160-19E2C751AD66}"/>
              </a:ext>
            </a:extLst>
          </p:cNvPr>
          <p:cNvSpPr>
            <a:spLocks noGrp="1"/>
          </p:cNvSpPr>
          <p:nvPr/>
        </p:nvSpPr>
        <p:spPr>
          <a:xfrm>
            <a:off x="4510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D00792DA-BFB0-49AE-A941-2BDF94FFA21A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211A16F7-2581-4791-AD5A-548BC873CB92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BB73F863-8F4B-4FA6-9EE9-8B18A44B9B7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443355E9-CE58-4A74-965C-A10A8A1AD5BE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C306FEB6-205E-4DD1-A05C-E9B03C2D276A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8E972756-3D23-45D3-BE33-E755040EDBEC}"/>
              </a:ext>
            </a:extLst>
          </p:cNvPr>
          <p:cNvSpPr>
            <a:spLocks noGrp="1"/>
          </p:cNvSpPr>
          <p:nvPr/>
        </p:nvSpPr>
        <p:spPr>
          <a:xfrm>
            <a:off x="44819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EEC61657-79A5-4626-AC22-E9B5021C945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88FB6662-E360-423A-B18D-F1DCF4DFC034}"/>
              </a:ext>
            </a:extLst>
          </p:cNvPr>
          <p:cNvSpPr>
            <a:spLocks noGrp="1"/>
          </p:cNvSpPr>
          <p:nvPr/>
        </p:nvSpPr>
        <p:spPr>
          <a:xfrm>
            <a:off x="45616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4DAEC102-0427-4D52-B3A9-D31A83CC57EA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48F5FD4D-B7EA-4525-B45D-3A4589DA008E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82AA06ED-8564-40A8-B925-19FA0B196267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8CF6626C-1F91-4A72-B7D6-4B91638F20DA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B4A12C8E-D4F9-4567-B6E7-E5548887D9A5}"/>
              </a:ext>
            </a:extLst>
          </p:cNvPr>
          <p:cNvSpPr>
            <a:spLocks noGrp="1"/>
          </p:cNvSpPr>
          <p:nvPr/>
        </p:nvSpPr>
        <p:spPr>
          <a:xfrm>
            <a:off x="44532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F0CC0823-FC2B-4940-BD02-445E5BCDA38E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DF8A48FD-5EB9-413A-80AD-338D7B5CEE8E}"/>
              </a:ext>
            </a:extLst>
          </p:cNvPr>
          <p:cNvSpPr>
            <a:spLocks noGrp="1"/>
          </p:cNvSpPr>
          <p:nvPr/>
        </p:nvSpPr>
        <p:spPr>
          <a:xfrm>
            <a:off x="4413222" y="25310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71F4619D-9692-4749-96E5-7E3513331189}"/>
              </a:ext>
            </a:extLst>
          </p:cNvPr>
          <p:cNvSpPr>
            <a:spLocks noGrp="1"/>
          </p:cNvSpPr>
          <p:nvPr/>
        </p:nvSpPr>
        <p:spPr>
          <a:xfrm>
            <a:off x="4423439" y="24581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F6FDA2C-9FE4-40D5-BE9A-20DD81E5F8CB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62398E5B-82E1-4C56-B941-7DE22B4EEF38}"/>
              </a:ext>
            </a:extLst>
          </p:cNvPr>
          <p:cNvSpPr>
            <a:spLocks noGrp="1"/>
          </p:cNvSpPr>
          <p:nvPr/>
        </p:nvSpPr>
        <p:spPr>
          <a:xfrm>
            <a:off x="45555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3F9CBD4-4E24-412C-A6AE-7F79FAB5AF7A}"/>
              </a:ext>
            </a:extLst>
          </p:cNvPr>
          <p:cNvSpPr>
            <a:spLocks noGrp="1"/>
          </p:cNvSpPr>
          <p:nvPr/>
        </p:nvSpPr>
        <p:spPr>
          <a:xfrm>
            <a:off x="44083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F07BE96D-7CAC-444F-AF9B-3DB064824CED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2B849E1-5EFC-479E-A00B-60A6CA40C293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9F514D5B-0CAA-4BBC-A9F3-C4190E6C5564}"/>
              </a:ext>
            </a:extLst>
          </p:cNvPr>
          <p:cNvSpPr>
            <a:spLocks noGrp="1"/>
          </p:cNvSpPr>
          <p:nvPr/>
        </p:nvSpPr>
        <p:spPr>
          <a:xfrm>
            <a:off x="4458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3945BEB5-62A6-493C-9385-054583E1F523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795A4F9A-248A-458A-AF66-237A9635146D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56ADF41-09EC-4F97-8E52-8095D4E8F818}"/>
              </a:ext>
            </a:extLst>
          </p:cNvPr>
          <p:cNvSpPr>
            <a:spLocks noGrp="1"/>
          </p:cNvSpPr>
          <p:nvPr/>
        </p:nvSpPr>
        <p:spPr>
          <a:xfrm>
            <a:off x="4554531" y="26003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5DA6BA8E-9767-44BB-BDA4-BAFBA538B29A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908A39A9-6D2C-499B-92C9-EA08EE6EB230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F32AD7F5-06D7-4F05-ADC8-30EB7E59B31A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7198CB72-ED2C-4E7A-9F56-9DBC9B8CCF06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3874B363-6AF5-4241-B546-24FDA09A16B9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302F4C08-394A-41A6-BFAC-34DF8F2D36B9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D8025F46-1E97-4A44-B252-1DEF8811F199}"/>
              </a:ext>
            </a:extLst>
          </p:cNvPr>
          <p:cNvSpPr>
            <a:spLocks noGrp="1"/>
          </p:cNvSpPr>
          <p:nvPr/>
        </p:nvSpPr>
        <p:spPr>
          <a:xfrm>
            <a:off x="4493559" y="24902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D0F11EF-AF41-4ED6-848A-2B2C794B2548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012A1B66-8179-40BF-AA32-02426B02FFF7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5145CD84-C643-4E3F-AE1A-C2CEEEAE876A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1C735C71-8296-486D-8C2D-8246EBF7B352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635A139E-3797-4AAE-B426-6D6AA6EC3CCF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F49C26AA-F551-4B08-8AB9-F4140964A6C3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7C3C7C7D-956F-452F-B3B4-72EC70001780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CC24B1A5-9A05-453C-935C-47E80F738E28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B8D431D2-4663-41F1-BC4A-B04D5DBF0B7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EA53D6E3-2992-4652-AD8F-D1D726879548}"/>
              </a:ext>
            </a:extLst>
          </p:cNvPr>
          <p:cNvSpPr>
            <a:spLocks noGrp="1"/>
          </p:cNvSpPr>
          <p:nvPr/>
        </p:nvSpPr>
        <p:spPr>
          <a:xfrm>
            <a:off x="4504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6A3E7809-A169-489A-848D-BE2EBE302417}"/>
              </a:ext>
            </a:extLst>
          </p:cNvPr>
          <p:cNvSpPr>
            <a:spLocks noGrp="1"/>
          </p:cNvSpPr>
          <p:nvPr/>
        </p:nvSpPr>
        <p:spPr>
          <a:xfrm>
            <a:off x="44355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61E3E32B-7D26-47CF-B37D-B328F41D07DD}"/>
              </a:ext>
            </a:extLst>
          </p:cNvPr>
          <p:cNvSpPr>
            <a:spLocks noGrp="1"/>
          </p:cNvSpPr>
          <p:nvPr/>
        </p:nvSpPr>
        <p:spPr>
          <a:xfrm>
            <a:off x="44777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6BF6FD14-E386-4077-B87C-6FECC8AC458F}"/>
              </a:ext>
            </a:extLst>
          </p:cNvPr>
          <p:cNvSpPr>
            <a:spLocks noGrp="1"/>
          </p:cNvSpPr>
          <p:nvPr/>
        </p:nvSpPr>
        <p:spPr>
          <a:xfrm>
            <a:off x="44649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B90043F7-AD89-4CAC-9713-003D59B6ED61}"/>
              </a:ext>
            </a:extLst>
          </p:cNvPr>
          <p:cNvSpPr>
            <a:spLocks noGrp="1"/>
          </p:cNvSpPr>
          <p:nvPr/>
        </p:nvSpPr>
        <p:spPr>
          <a:xfrm>
            <a:off x="44814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17CB7DC5-539E-4437-A90A-24B7B9E6D78F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ED05BB02-0054-4061-B2B4-768AD1B2BE15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F2D28AEB-C33B-4617-887A-5CBFBA28396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5429CFB-95D4-4202-AFBE-6242E84C4AC5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989EDF78-9564-416F-8129-D1CA8F8EC824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3698F129-D448-4103-8EEC-70E3838C9769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AEABA8C5-8469-4D8A-9DBA-1AF554BDD8EE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450FA699-CC3B-4661-BEA8-F75B52626FC3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5FB76F6B-2E77-4F70-B5D7-796B7FB51CA1}"/>
              </a:ext>
            </a:extLst>
          </p:cNvPr>
          <p:cNvSpPr>
            <a:spLocks noGrp="1"/>
          </p:cNvSpPr>
          <p:nvPr/>
        </p:nvSpPr>
        <p:spPr>
          <a:xfrm>
            <a:off x="4446216" y="25766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ED1DC07-50BC-4317-BC9B-CF63927332D6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58082F92-51F5-4D72-835B-303675815446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A57987D4-9FCD-4610-B70C-39D75210B4F5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6FCB0042-5438-4471-B5A7-FAB57B1A84F4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A3337956-1269-4E59-A6EC-4DD979ECB2C9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ED04874-EA33-4801-8560-05D020668E1F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C134346D-0369-4220-8719-D9FACAF45D46}"/>
              </a:ext>
            </a:extLst>
          </p:cNvPr>
          <p:cNvSpPr>
            <a:spLocks noGrp="1"/>
          </p:cNvSpPr>
          <p:nvPr/>
        </p:nvSpPr>
        <p:spPr>
          <a:xfrm>
            <a:off x="44571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21391A64-1AB2-4A36-BB22-9ED66AE45D5E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4995904C-E0C2-4DD2-926F-159832EC20E9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8FF41F43-A4EE-4B8E-A94E-473D0B248A4F}"/>
              </a:ext>
            </a:extLst>
          </p:cNvPr>
          <p:cNvSpPr>
            <a:spLocks noGrp="1"/>
          </p:cNvSpPr>
          <p:nvPr/>
        </p:nvSpPr>
        <p:spPr>
          <a:xfrm>
            <a:off x="45461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F883ACF2-9149-444D-B755-15CB1D37FF02}"/>
              </a:ext>
            </a:extLst>
          </p:cNvPr>
          <p:cNvSpPr>
            <a:spLocks noGrp="1"/>
          </p:cNvSpPr>
          <p:nvPr/>
        </p:nvSpPr>
        <p:spPr>
          <a:xfrm>
            <a:off x="44515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BBF5644D-09B5-4C80-9A0C-14F1E34D969C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8CA2F4FC-AADF-4CDB-913A-88911C12ACE9}"/>
              </a:ext>
            </a:extLst>
          </p:cNvPr>
          <p:cNvSpPr>
            <a:spLocks noGrp="1"/>
          </p:cNvSpPr>
          <p:nvPr/>
        </p:nvSpPr>
        <p:spPr>
          <a:xfrm>
            <a:off x="4507441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57454B39-016E-4B36-A96B-1F85A6B9EF6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29C0674A-AB5F-4ED8-8389-21BD94983CBD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48FF5A1F-5F7B-46B1-B452-D61AE811409D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AA6C4F5A-F028-4FE2-BEFD-BEAB907EF2F3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1101B7AD-197B-4727-99C3-8ABF5A8653F9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11E7BF96-F049-465B-A1EF-2A3B85C5E644}"/>
              </a:ext>
            </a:extLst>
          </p:cNvPr>
          <p:cNvSpPr>
            <a:spLocks noGrp="1"/>
          </p:cNvSpPr>
          <p:nvPr/>
        </p:nvSpPr>
        <p:spPr>
          <a:xfrm>
            <a:off x="4538388" y="25689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CF00D952-F8EF-46E8-819D-A44CDF2C83D0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C7EE2FF3-4D90-42E5-8D50-DBE5A33BA578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5D7A47DA-5033-431A-9AE9-A52A56A9E0E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408AF904-CBE5-44FE-9D59-0AB0A5392E38}"/>
              </a:ext>
            </a:extLst>
          </p:cNvPr>
          <p:cNvSpPr>
            <a:spLocks noGrp="1"/>
          </p:cNvSpPr>
          <p:nvPr/>
        </p:nvSpPr>
        <p:spPr>
          <a:xfrm>
            <a:off x="44565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64B40483-A1EE-44F6-BE82-A37A365019ED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C51B7FB-A558-403B-AB11-FEA6D6539ED2}"/>
              </a:ext>
            </a:extLst>
          </p:cNvPr>
          <p:cNvSpPr>
            <a:spLocks noGrp="1"/>
          </p:cNvSpPr>
          <p:nvPr/>
        </p:nvSpPr>
        <p:spPr>
          <a:xfrm>
            <a:off x="44070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2D9DABA8-E45C-4487-B6D0-087ACFDA7738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0176D6D0-177A-40CB-9681-C322E803D6BC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B6E2C65A-C439-45B0-B774-E713AF7A50D3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55D1B67F-3D27-4543-89E1-4077BDAD86BB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4987F152-393D-423C-B2D0-1F2ED97F1F8C}"/>
              </a:ext>
            </a:extLst>
          </p:cNvPr>
          <p:cNvSpPr>
            <a:spLocks noGrp="1"/>
          </p:cNvSpPr>
          <p:nvPr/>
        </p:nvSpPr>
        <p:spPr>
          <a:xfrm>
            <a:off x="4484232" y="26029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6A88321B-796C-4F8A-8E02-0CE198E8FFEF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9F03B808-1822-4929-AF11-66A18D3B1627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AE1D26F2-15A8-4D9B-9033-5D87EB9C2CEA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F342662C-A490-4102-9E35-C00EE4CCB2A9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8FF00935-7D8B-4313-BC47-6C55CF994388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DBE18100-E6C8-42B1-9760-28B9395233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DD9192EC-71A0-43A3-BBCB-103BD18BD92B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A401D3A6-BC2D-4FCF-B971-D31DFF985FC6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70A0032-658A-4B96-9D10-0F831DE404A3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74AF8EE6-B665-42DC-B3BC-7FE145F53754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1B11A7FD-BFF3-46EE-BEB0-974B86700767}"/>
              </a:ext>
            </a:extLst>
          </p:cNvPr>
          <p:cNvSpPr>
            <a:spLocks noGrp="1"/>
          </p:cNvSpPr>
          <p:nvPr/>
        </p:nvSpPr>
        <p:spPr>
          <a:xfrm>
            <a:off x="4009563" y="1825409"/>
            <a:ext cx="191" cy="161171"/>
          </a:xfrm>
          <a:custGeom>
            <a:avLst/>
            <a:gdLst/>
            <a:ahLst/>
            <a:cxnLst/>
            <a:rect l="0" t="0" r="0" b="0"/>
            <a:pathLst>
              <a:path w="191" h="161171">
                <a:moveTo>
                  <a:pt x="0" y="16117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E9BCFE50-CDDF-406C-8FC7-D694A3945188}"/>
              </a:ext>
            </a:extLst>
          </p:cNvPr>
          <p:cNvSpPr>
            <a:spLocks noGrp="1"/>
          </p:cNvSpPr>
          <p:nvPr/>
        </p:nvSpPr>
        <p:spPr>
          <a:xfrm>
            <a:off x="3951237" y="198658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F3EC9809-66FE-4E80-9B33-A177FC56B808}"/>
              </a:ext>
            </a:extLst>
          </p:cNvPr>
          <p:cNvSpPr>
            <a:spLocks noGrp="1"/>
          </p:cNvSpPr>
          <p:nvPr/>
        </p:nvSpPr>
        <p:spPr>
          <a:xfrm>
            <a:off x="3951237" y="182540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34572A0B-8E05-4A77-869F-A271F6EEC975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3B050E2-D06F-419D-AB9B-56A7888A70A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61DF299F-3884-4181-9337-D7A6C7034270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1DFB3445-EAB3-46FD-835C-41A456F08281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70CF6755-FFC3-4AB4-B567-CDCEBB5B0B1F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13FAFFB7-35A4-4B04-B01F-C897C07B25E2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1D98E5CD-4CC1-4C2E-A8BD-7A6023274E34}"/>
              </a:ext>
            </a:extLst>
          </p:cNvPr>
          <p:cNvSpPr>
            <a:spLocks noGrp="1"/>
          </p:cNvSpPr>
          <p:nvPr/>
        </p:nvSpPr>
        <p:spPr>
          <a:xfrm>
            <a:off x="4253472" y="1995173"/>
            <a:ext cx="191" cy="158544"/>
          </a:xfrm>
          <a:custGeom>
            <a:avLst/>
            <a:gdLst/>
            <a:ahLst/>
            <a:cxnLst/>
            <a:rect l="0" t="0" r="0" b="0"/>
            <a:pathLst>
              <a:path w="191" h="158544">
                <a:moveTo>
                  <a:pt x="0" y="15854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BFD81684-2A28-4EF8-B3D5-65A8668301BA}"/>
              </a:ext>
            </a:extLst>
          </p:cNvPr>
          <p:cNvSpPr>
            <a:spLocks noGrp="1"/>
          </p:cNvSpPr>
          <p:nvPr/>
        </p:nvSpPr>
        <p:spPr>
          <a:xfrm>
            <a:off x="4195146" y="21537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78B14669-2CA6-4C9C-BD13-074BF6F5EB38}"/>
              </a:ext>
            </a:extLst>
          </p:cNvPr>
          <p:cNvSpPr>
            <a:spLocks noGrp="1"/>
          </p:cNvSpPr>
          <p:nvPr/>
        </p:nvSpPr>
        <p:spPr>
          <a:xfrm>
            <a:off x="4195146" y="1995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9C836E67-23FF-4D7D-B3FB-F5BA71FF621E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8E46AF17-8266-4D2B-96C8-800D2CF5966B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F865360B-9648-43CC-BBE1-DCE7820577B2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25965B3-F9CE-4C76-BCAA-B90255B03537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729342B5-2415-4B41-9BE0-F875D6C92E5F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78662A3-EFCC-42BC-9568-A7BC81C82498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FE478A19-0AE1-4C95-8456-7209295E572E}"/>
              </a:ext>
            </a:extLst>
          </p:cNvPr>
          <p:cNvSpPr>
            <a:spLocks noGrp="1"/>
          </p:cNvSpPr>
          <p:nvPr/>
        </p:nvSpPr>
        <p:spPr>
          <a:xfrm>
            <a:off x="4497381" y="2481312"/>
            <a:ext cx="191" cy="76670"/>
          </a:xfrm>
          <a:custGeom>
            <a:avLst/>
            <a:gdLst/>
            <a:ahLst/>
            <a:cxnLst/>
            <a:rect l="0" t="0" r="0" b="0"/>
            <a:pathLst>
              <a:path w="191" h="76670">
                <a:moveTo>
                  <a:pt x="0" y="7667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2C2E1AF-5B3D-4C2C-85E6-409D6701F505}"/>
              </a:ext>
            </a:extLst>
          </p:cNvPr>
          <p:cNvSpPr>
            <a:spLocks noGrp="1"/>
          </p:cNvSpPr>
          <p:nvPr/>
        </p:nvSpPr>
        <p:spPr>
          <a:xfrm>
            <a:off x="4439055" y="255798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8C29B249-C087-404A-A864-1418EDAF4065}"/>
              </a:ext>
            </a:extLst>
          </p:cNvPr>
          <p:cNvSpPr>
            <a:spLocks noGrp="1"/>
          </p:cNvSpPr>
          <p:nvPr/>
        </p:nvSpPr>
        <p:spPr>
          <a:xfrm>
            <a:off x="4439055" y="248131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452B911E-2203-4E26-AA1D-E58F22570657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74F6F39B-DE9E-45EE-B58B-CA83D7D6A39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7AB74069-08CE-40E5-BDB2-A522871F05B7}"/>
              </a:ext>
            </a:extLst>
          </p:cNvPr>
          <p:cNvSpPr>
            <a:spLocks noGrp="1"/>
          </p:cNvSpPr>
          <p:nvPr/>
        </p:nvSpPr>
        <p:spPr>
          <a:xfrm>
            <a:off x="3918362" y="190512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5393F5F3-0DF2-4EF2-B7DD-D142816ABC61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F7ECCF0E-8F5F-4D9E-8A42-67D5E30F7451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3DE3C31F-C36B-4C5F-B899-5D293274DF67}"/>
              </a:ext>
            </a:extLst>
          </p:cNvPr>
          <p:cNvSpPr>
            <a:spLocks noGrp="1"/>
          </p:cNvSpPr>
          <p:nvPr/>
        </p:nvSpPr>
        <p:spPr>
          <a:xfrm>
            <a:off x="4162271" y="207520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BDF63CED-5982-4843-904D-E457E20AD956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DE9D01BF-E48A-4496-B40A-4753C10FE16C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B1F00158-4DF5-4527-91D4-5050D8506E8B}"/>
              </a:ext>
            </a:extLst>
          </p:cNvPr>
          <p:cNvSpPr>
            <a:spLocks noGrp="1"/>
          </p:cNvSpPr>
          <p:nvPr/>
        </p:nvSpPr>
        <p:spPr>
          <a:xfrm>
            <a:off x="4406181" y="2521780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1E0D3807-CBB9-44D5-BB35-6E2C0E2F61D8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BE4050EA-C23E-4F78-BFED-F9B7FABE4E56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E3CD29C7-308B-4D8B-AC76-8E0DE1614E2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2EDDBC6B-392E-451D-AC7C-D1B2F0D8B3F7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E07D00DC-8431-48E8-B724-815DC2533FA4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FBABAFAB-A7AD-425E-ABD3-7F86B2B3232D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349CE679-2ED1-4B40-B19D-4DB94B815E5C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DE1EE978-99A7-40FD-8A40-EA3C8E430F4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40FD931C-9FBD-4958-AC35-33EA629727D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C35A97CD-8632-43DA-AAD5-9D0498F889CE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D0801986-938F-471C-BA71-06DF741A6816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7A529069-0D11-4BBB-BA18-8FE4D08F3C6C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2F81B3EE-EFD2-4D15-91E3-96FC58EB6FD7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6BE1BB57-EE93-461D-8137-C2C81076131D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567A63BE-7E3E-42B7-9418-F39C8DDB6D1C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1E967A65-9597-4E13-8FF0-0CAD1A56B083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95C5B2F5-E3FD-4091-B244-73AC1C22EB1F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B771028-2866-47E5-B2BE-5BDC83813FB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910A03B8-8ED7-4899-A324-3E1E7AD88DFE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2EF18FDD-1400-412F-AC39-D2A4AC095BB1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6DA7DB81-0C07-4ECC-B1C0-4F6B122F0556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39862F15-1E2A-4CA9-9E6A-975A1841A6D8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C25A017D-6B87-4338-A811-F98BA88D7D1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E168ECB3-E8A3-4646-BB0D-258919D6323F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0624D107-3C34-4EB7-A9F4-9395FABD06B8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122A66FF-0A7B-41FC-A635-62DF9DC1CC5B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518FD38E-515B-410F-AC02-D5AE0E4900FD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8B56AFEC-37D8-49D8-96B0-53736014CA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9C3A4F2E-78AE-4AAB-B3AA-B0431D002928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27D6C5B8-922C-4F07-AA8B-9FF8CF147E51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411FC9F0-BD33-4EB7-8DA2-6E21B6350D96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C5668B30-D237-4C2C-82A2-C549BD0360EF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7C3D3CBE-8F40-4744-B074-7C51D086783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CEE2CF0B-F607-430E-B700-B5C24F442A29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16EB1DFF-F8B7-4B30-8C08-60C6470D458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5A830524-7A71-48DB-AC13-C11E857C897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47E10D7-B260-4272-8E73-178F1FB9F32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BB38E0A2-20F3-4164-A64C-669282B3E62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A702A21C-2769-409E-B308-CE49982A802F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5A93073B-27DA-451B-95A0-16C248619EEF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8E3F65CD-7A67-4362-B770-EF8ABDF11F85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F751C412-95CA-4157-8A3B-FE3660B811B6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74AA276A-9110-49AB-8A3A-DA8E941B8B8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584CE5D1-827B-47C5-89F4-26B7ABA8D80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D9CB9E12-C4DC-47FC-844A-7AE9D76FBF6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FD6680B6-A8BB-400A-A3B6-1817A1C49C38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25FB987B-D803-45FE-98E5-5831E5CFCD6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43DE1E19-2330-4007-A537-E49682CBF723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84164319-8B03-4061-A65B-E65CDFA6EF4D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66D78486-078B-4B9F-90B4-59CD58536A7D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71D937EA-FF40-430F-A928-35409981608F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9FD88E81-A200-4264-9DBB-57B11BA23E3D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660C4B0F-D5D8-4B9D-B307-A70F8F2F95B6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8C57108A-CE40-4E0E-B45A-FF717AB224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2A833CB5-0A16-48CC-823A-8AF0DA019D73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1B867354-BA50-47B9-991B-83151BAC760B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11A50936-FFC2-4CA8-B354-2819B61C3DA2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ECCF8A01-D1DC-4F26-BA34-80B940709E6B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E1C672DA-3E15-4024-B2E2-1A042DADAFBD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43747954-8E54-4391-83E0-69F41D0ABE0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1C114F17-7D78-4313-9632-114F63E2F6B1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F74B742D-47F9-49CA-9DF3-95E76DA25269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8671FDAB-78A3-44AD-BBBE-A0FC610E8E75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867F7654-0014-4D66-993D-265EC846FDA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937FAB61-13BE-4587-B358-B00367985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93D737B7-B012-4FC3-B4B3-52CD6F58238B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76E226C7-7A9B-4ED1-B7A1-0DEFAAFDF3F2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2AB1D685-F719-4EBC-B73C-98DBCDD023A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E420B360-37F0-4054-9C10-EA2A7311151B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D8E58FE8-4A94-4580-84B8-E46FFF8A0CA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03478EF8-1B60-41C3-8A39-90D8231B063B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311A26E2-C0C9-4CA7-AE78-2E9B0E004DA0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3E29E51D-2E71-4F5A-A679-B12B5CDE155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CF503438-EF5F-41FC-B6BD-00AFBAFB7CE0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F32C5234-4951-48B5-A514-1A45140FADBE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880C93DB-625D-4C4D-B50B-A31EAD753F6A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9D32DE5A-0385-4EBF-B526-25BFF019493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43D73BDE-F2FA-4C7B-BBF6-03BADC475BDA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C7DF4111-B7C6-4AD1-BFBC-271E764F9EBF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B3727609-E35A-4E23-B14D-915F9CF68825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52B16A15-4BE1-4D4A-B6E7-DFFE1B447F4A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DD7598C9-1FF2-4BE0-88F0-7A416568DC2D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386ED4E9-F626-4F84-AEAF-F5057A06373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1461F0E6-9071-4491-8303-B23D43A7432C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E923CDD1-9C93-4F9F-BE32-04AC8BB6D981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632E77BC-0E60-4366-80B8-A228CFE5FDB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E37BF2BC-F2EE-4920-9442-FCED0F2E8F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59551F66-5D4E-43BE-8853-887974C186BF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85435A35-FC7B-47E1-A327-1166366417F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4A37E485-A706-4CEE-8095-EDCA6B96C900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B62D834A-364F-4B31-BABF-D9FEA9DB21FF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E5C6927A-B50E-4EE0-860A-FC69039BA412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6FD431BC-5518-40C7-A6AE-755DE9ACF8A8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D6AFCC96-B5DE-4869-BAFF-A24000138311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AA8C0929-974F-4261-BB10-16B32326F3C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9853AF7F-C3B1-4EFA-A613-4A2DBEBB91E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86A72B2D-D4C9-46CB-ADB8-B019A52E488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9B6E8B4-8271-4AE2-9EA7-9C6D3D0EBA41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F9DF75FA-9680-4E0D-AF74-DC2EDE9399A4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0450750C-4C41-4E16-A4BC-9EAF14F7E57B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93D52A34-574D-40FD-842C-AF084683878B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5B4E683D-65D7-4A84-A305-239079F87887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3E39066C-3040-46A0-AD27-3239444708E6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66D03D25-A715-4412-8138-8FF7607DAEB3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C0D2B98F-7591-4733-AC87-C27634E60B2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476EA59-EA7E-4A01-93D8-93AB4A1F5F6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30818CA6-3799-40AE-AC2D-2E762E5764A5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267019A6-E580-4754-930B-9D0888033BDD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8C6AB81E-E87B-45AD-BDEE-1AC37398F352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26BBF0AB-6819-4476-9116-183A8BBC3E50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1EE13CD0-3ABB-4990-8BED-3B5CED60A470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E43FFF49-A5F5-4CE2-B8E1-E44FF359B4B4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A780EA85-D58A-44E5-B2DB-788A05965926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C4BF3369-9615-4D33-BEEF-4AFAA1D00D60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1046B9B5-BAB0-4A4D-8418-373BB6AB3B4C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3FB8328A-124B-4DDB-BFAF-23E0A01CB204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FC41C200-5117-45C7-9B2B-E2A13CA190D2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BF818B67-8671-48FA-BA6D-E35767321964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A9ACF4F7-39A0-46FC-8D6B-A04A23D84597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F2A4C3C9-C9F5-4ED6-A696-DF3F04F164F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85A3F391-ABAA-4A37-A483-DCC92584B76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A6350262-7863-4D70-95F2-7DDFD5754A4A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FE88A23C-49BA-4E7A-A456-4090AC0457E9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56BCA3C5-2689-4D88-835A-A71104CF25D0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94CB4E38-3C1D-4EC0-B7A1-6D065C60D048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E5D28B98-089E-42F8-B0BF-B3E126FAA6FE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D35A6405-04BD-4C18-95EE-44E428AFBA30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127B985-4EDF-4964-86AA-07E9DA7CC80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0C8D4EE7-9DCF-4567-B028-A5313AE25863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F7C0F10-A486-4CC1-B1A3-014BE1E060E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49C11445-6D1C-4B23-80EC-B6B2E67834F5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4124508A-C394-45A8-9546-864F3A09C65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AF502D48-2C9E-468D-ADDB-51D51A817DCB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3641A9F1-CB37-4FFB-A168-E1E54A2E81F6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DE364B83-1176-494A-98C0-B2C6A129756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343F628E-8EE2-44A2-9489-1955CC6B9032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478308B4-F13C-4254-B0EA-DBF3F396F142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D12F9075-7B51-45E2-B82E-FEE4B9DB0F79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E6C51300-D892-4D28-B170-F887B33FA709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309165DA-5CF0-433D-B65D-C4D0F20CF39B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D99265B-DD03-408B-B8DA-900AFBDAD868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C63B784-0777-48A4-A491-372F2F86CC95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6ADC504E-BB65-4F10-9BCF-26A5AEEE807F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6AA707FD-1221-4301-97A1-BF67C59D5F6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E0BA1F95-4F69-45E8-906E-051A3F0983AA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2ADDAAF2-8495-4EDA-94A5-7CE71558D13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A9727A41-F130-4427-9728-0403FC00DD37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8C918858-9E27-48BA-9816-B8B84D25CCCD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0E3760F5-CF82-41A5-ABBF-351E8E88CC89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90293DB9-81DF-4132-8641-2B95FE8BC8CD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4659937B-7014-4689-A548-A503C856C946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E3F63A1F-7020-474D-86E5-CFF39920DAC3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A01348FC-A4E9-4819-AF79-57AF6469C7A0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BBB60858-CF32-4321-B7B8-A4A1A3BB941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B3B7821E-2C19-4D24-A381-87E721950316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2FEBC133-40D7-4268-A121-1D5EA23124E7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D5B122E1-3221-4781-9D9F-7F3D944F9B24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9EAEBDB7-6CF1-491F-8897-827E3703F8F3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C365E71C-AD63-456E-AFE6-C3469D3F703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986057D7-D0E6-41AD-B611-8015F612271D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98E3DC5-336E-49A0-9E9C-FC5AC965324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5D3AA91C-F861-462F-88CD-2FB399BE973D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9C4DE15A-9071-4657-87D6-A122125DD256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697CB569-DE4C-4E55-9717-25CAD0331FA2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7B0090EA-B143-4F7F-92BF-C6039A402FD9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EB684927-E6C6-4F99-922B-1416A66C2F4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D929ED8A-246C-422B-BC0C-31300EF51973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6B6B3FC6-D0D9-42F3-AD95-4771AB0E5961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62691C18-136E-457B-BD53-3EDBF921E1B8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F2022893-6167-4F03-9446-0DE760E849E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DA3341ED-DAFD-454A-BD62-11EB4D17B01E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5816C12C-9016-4C45-ABA8-13C5FCCD0853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6C00B378-6990-4074-8654-B1CF4DEA633B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22A1DD3-E2F9-4739-AC5F-14C8BCC08451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26F399-346B-4CE0-AC7C-05ED43787D2E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49703061-0E16-42EB-841F-522F13C0888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203DE7A8-5B99-4880-B03E-58136A5DF265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75E29797-3B04-4EAA-A57C-57B25688D7AC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00889EBD-B0E8-4ECA-8A4F-20D8A4C032F7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F10F8001-AFE2-49EF-8EF7-7B108C7F29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4A69A9CA-7CCB-4075-AC25-0437E68C1A9C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CF2E1AFB-0F5B-4A41-96C7-26838381EE5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25C38BE3-5FA0-4031-AA93-67516D1264FF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E68B4D6-5FCA-4E0D-9ADF-031EF884C0C0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507A300D-46C3-4F71-9AE5-5C9524F5C583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4E1D04D0-F2AB-433E-ACF0-3338A513D42C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2F6E52AC-C811-47E6-B6D1-393C1F5DC850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D8AA19A1-634F-4D64-9C53-160FF2901118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E9E7BC35-D4AE-4864-8331-AF9096A0F237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2748BF18-8E5A-40D7-8437-6175B2CB63D0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67EA3A12-841E-4E24-9457-C1BC7CB43E9A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F5666D9B-36FD-42A8-9450-BF7BB104B750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A80CAC4A-34C9-4D41-836A-D7C8D0DA820E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FFC2AF50-4749-4408-876C-9FD92FA992AE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2D4B7C40-463C-44A4-802C-E9479D851B10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16927CDC-E4CF-484A-8846-02BDB6D0EF41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E0E2B0F7-EE71-47D1-8D9D-835B926CB371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C6F6C788-B66A-4A3B-9A9C-73C2F3A0DB70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51276E52-B36B-4900-B324-6316C8669A21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8BA8CBA9-F202-419E-9E33-83AC1E97FC80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D3288075-1875-4D20-859F-2E4E731D8032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155A39A-F8C6-4183-8693-8C30FDB2A879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1CF84EA-22A9-42A6-94AC-95E4B4AFCBB4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D78E9FCB-13D9-440D-88AF-A8ED4FA00105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9E3C6717-C4F5-4F2F-B23A-E711AAC82F93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41BBC00D-BFFB-492B-BAB6-9A301CF25D08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2A2C70CA-74C6-40AA-BD54-49AE8B1CB6D5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C0738EB9-59EC-46CC-AD5B-769EC08BB706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F31D27F-CEF8-4761-99B3-5037165FB0DA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69A803F1-5BFD-4C89-8128-E2C748A25093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D87A111F-99E5-45D9-A1BD-33AC3C87CD54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5B868462-584A-49CD-ADBA-5CC2F9B4150E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69C69CC6-0164-4FF8-A82B-6EF7E0F41BE5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603D16DF-477A-4EA1-A1C9-277B642D438B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55EB50A5-BD2B-42E2-999B-31C0373A75FB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B10082D1-D60C-4A47-BC85-865351D085A3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8449AD10-5E6E-49A3-8D8A-7418EE15EF7F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62423BD5-4DD7-438D-B7F3-AF055761B171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F8353CB7-3C90-4C28-991B-40981EDCB154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E8CB60C8-8B12-4C5E-8949-89FAFD21BA2A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EDCFCCE4-8D37-4CEA-8D6E-6D0C52D3366B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198E567A-F733-4BE2-97C0-384B53916043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BD0E6BD-CCCD-4EB6-9D4D-55DC64EF445D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58309D58-7262-4746-AFCE-771C3CF741EB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84A962FA-C51E-4CE2-9E44-E5CDDD4BDF8B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D9C99751-A1EB-48FA-B4A1-8041DB913099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BBE66330-4585-49F4-875D-67F4EC5ABB70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BAFCBEA8-B064-4858-8921-C9DFB6183587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0B399345-A26A-4845-88A4-7D7EB026D31F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9042C072-40D6-4EFB-8223-2A584134EDD6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CDB5A32B-FFB5-4A6C-85A2-AFAC633C1F06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CAE57C40-5123-44B8-91BB-47CF4EE6C4C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DDC93066-64E8-46D1-8E37-279585331EB2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9D86ADF9-B513-4943-BF06-833AEC4DB56B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9E731473-BF34-4BAC-B743-E58D4204A994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AA96196F-DC47-47C8-9C53-197800A46562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13E4D5AC-46AB-4CA3-BADE-717C9EE6B72D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F5E9947B-F21A-4763-BA76-42659C0BA67C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CFC253F-71F2-478C-9079-4595CCC49A27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CED11D15-A0C9-41B9-8DC8-49E9489F8B8B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4F3EE0C1-670E-4C4B-B125-93106B2DFC6F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872FE55F-C209-43C9-A731-CDCB30B73367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25DC1355-772C-4B35-AA7F-48E824BD548E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CFD8D862-03E4-4723-B2B1-FEBF79D554AE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04C8AAF0-3BFC-4B21-9C0E-D9707BFDF040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573F7AAB-370A-4C8F-8F31-B248254E886B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64B7C7AF-B8B6-41D9-A181-F09F53EC75EC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75A64D34-E837-49EA-9266-5F110299BF54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915B1C7E-0EF6-4BAC-8171-522A9660D85B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CABADD63-7A4E-49B6-BE45-CCDABFC740DF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3471AE1D-4A73-4083-91E8-882CA28C04CB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E92F9552-4C81-4F42-846D-13D6567B3008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087BAE47-81FE-4C84-9F5A-FE70B1CAE0CB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A398BA6A-96C5-445F-B3BC-11577E1039FF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04DF1591-8740-4B90-A429-E8268CA52FFF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64EAFE0-DFEF-4E45-AA30-3D150AE0512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4E4A7141-82BC-4F65-A288-CFC2943995B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0D690379-D37E-4B3E-AFC6-2861445AC641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D90B967F-F5EB-414A-983D-BDF8CF9D79A7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C3C987A7-E966-43B1-86D0-F6E9B60A5D29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FCC80EEE-2288-45AF-8D60-A97838676FBB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75F386F4-1D98-43AB-9AC8-315AFF242A04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07BB8A77-0E32-4FA9-9D27-6D0CC901BA37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A7EF9950-80B2-46F0-B4CD-286E96D44EB0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52167952-8724-410C-9151-B06A02ED0426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1430BC3F-16F1-4541-A49C-031F6116C99A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CD8DED81-B194-49F1-AD42-ECF2E80375A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C990A6CE-FF3A-4704-9756-C84EDCBB62CD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07C108D6-C139-4130-8B1D-5C6CD98FFB44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51E11D16-DB8E-491B-824F-799DB9B0D2BA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D600DB62-A317-4935-A4A1-AB14E3CBC15E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F51D2F96-EB1D-40E0-BE75-38DB20753D09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0DF0B19D-DEB4-44C7-B977-B87C26E1A90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67875F32-DE85-44D6-8114-03258134D66E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89BEC1DD-5A49-45C8-A35D-AF37EAD3D90A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2A0A283A-2C0C-422B-A55E-49D592C0C958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BD046833-E856-4067-8550-FA4D334994AA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A7B7167E-34F0-4431-9DC6-98504AAF1A8A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38E2174A-FD3D-4AB4-8D09-FC8B495A3392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C230A526-C11D-4362-A3AE-9569A4E6C54E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8D64693-9220-418F-870D-A5F5D40E0871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420DB931-289F-4C8C-BAF1-1C343E5A0F9B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F668EDE-6152-4D38-B178-51FA6AC0A964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F3322213-6055-456A-AB5D-E95A06C805ED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3FAA5A80-E392-47E6-8A0E-9308F8F02F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4B18F781-A939-4E42-A0B8-A0DE1C51894C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321A7F1-8FF3-436F-95E3-930BCFF91519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846237B2-7A43-4B73-A5E2-A11AAA776642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D57F82DD-9E83-4285-9AFD-FC0BBA8F42B3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B7BF388F-E24C-48FF-B9A6-9BDC2FDBD657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B4F48024-CE1C-4E7F-8514-3938E07355C2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0C63AB5D-532D-4826-B813-ED7E58707C8E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1B12E06D-FE83-4EFE-8B6B-8FD46F23A64D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BD6D9978-B7D2-4069-8149-CD6388296474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00E995FE-BBFB-4D96-8BB5-A48F5108A150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82569312-76B1-44D6-A9BE-3C681A4B7B01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0F849652-6755-4935-9A4A-DA3D37E35114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165ABFB7-4C06-4529-95E9-9270A5CB32DF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41BD3281-216B-4F28-B5FD-EB729673E383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3F18E64F-F453-4D40-8BD2-8F248DDBC1A8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C490B55A-FC08-4C7A-8F16-81DAFE83B968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B17B1AF6-BF27-4B84-A11D-DD35842E95E3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5DD4A1AE-339F-4E31-8D43-76AFC346DADF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8320DA2B-0FA5-4BD3-AB66-995526F9D3CF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FD80FAFA-DC8C-4350-9D8E-CD2C67903629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CF2F4AB-BFC4-4A50-B832-5272A0C6AA26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88BECB60-D946-4D5E-887A-D7AD5B52886B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66D4AF6E-99D5-4DA2-9C37-2350793B823F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117E8DF-986A-4A74-A4E6-C9EF71828C1F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17D42377-980D-4406-9914-67ABE4F0CFAE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A39720DC-50D2-4D53-B777-66B34AAB2ECD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06781B6E-1BEC-48B6-9A18-F497CBBC1E16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2A502F06-1547-49BA-A657-FE35ABD109A6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BD9B679A-0B98-476A-82AA-27046F253422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3D9A7F82-66A8-4BC4-8348-591AFF9B9F0C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D8BF122D-DC1A-40D7-9767-6C705C6914FB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D35CA4CC-7CF9-496B-ABDD-B0684919DEE5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088E0CA6-FC1C-41A3-AEDD-E43452B24A9B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07A3E613-A763-4D9C-B0AF-07BEFD9E5E3B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F11F33DA-685A-40F5-BB4A-A824E4487F96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F6CC6DAD-6617-4A4A-BFFC-4BA4831CC690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A7218877-2976-4E53-8E9E-057DDDAFDFA8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72C9709B-A32B-4FD1-BC4E-28307FF203DC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E46B518D-FFE0-4246-8BF2-91910B0413FE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5F8A60E0-A9F7-4737-8E95-627EA97F963F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1B658F64-C6CF-4D85-B52C-83DDC29F8753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71DFA9E4-8C14-401B-865B-68F5D8AE5652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0413429F-CD6D-44EE-A2FF-F44D8F47E3AD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C9F665D8-B802-4054-8C8F-DC6C8E546C63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80DEE967-51A0-44C8-BEA0-4C69F04D6D8D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6F81D375-BF16-488B-9541-1EBCA832AFC0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13DB90D7-1E38-4154-9C48-92A409B28236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34771FD2-E720-4C31-BC75-07B6517EDF25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F443F7BF-986C-42DF-A629-3611B5165A64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9F0930DA-EB0F-41B7-AFFC-2E2D31254063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040E6A06-66B8-4F29-81F5-CDAABD3D4B11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5C192CED-DD64-40AE-9D89-57A85B5ED92D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7862D314-C059-44BA-AF79-E4CC2B9A6111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E7EF8B32-90C6-43C5-A3D5-92BDDE399AC5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79E37526-5288-48F8-B27B-480D063975B9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1F2B8282-8ED3-4792-B347-F514DD63A054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098656B3-EB31-4C62-89FF-CEB21483121D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13BAF496-4709-451D-9184-DB9644D565F5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CC8772D2-983D-4116-ABB2-0C70515B29E7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FD8F82B6-9027-4573-83ED-062E47AD6FE1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21D59411-7222-462E-B3BF-9EDFDBF1B97B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580D8D03-34B4-45F2-BC0A-9E043557D428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8C1A1EF7-7B8B-43CF-987F-961B9746F2F7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D698DCB2-9A4E-4117-9672-F40FB3C5CC12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932C1019-E264-4213-8695-98A5B25250ED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C94F8F2B-0EF1-4E28-BEC5-870116192B16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768BDECB-8837-4031-8C50-39634426BE5A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C523A239-D5CB-4915-A847-98B195A5593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0A295409-1DE7-4E14-AF51-5913D188FB36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49917204-B8C1-48CA-862E-F141CA6B0288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6359253-3582-4379-A7F7-6ECD86AC56E9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8A47F164-440A-4EAD-90C5-2ABF46B9ED5D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E5614BB7-C094-4C4C-9671-D7A44C30E031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EB1ABED7-AC8A-4050-BC55-A331B5E497C8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617E0027-99A5-4C85-A37E-995A2CF1D88C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77FD34D6-692A-42B8-AC6D-60537396D711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C9DF432E-8EAD-424D-914D-5BA025BAD91A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17888429-1F2D-4A4D-AC23-B69E8B556594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14846E73-7E21-4869-877B-9A7C36F18F64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236041AE-657C-43FD-9032-A4E4C29838A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D9414516-BE67-451A-A261-9883DE967543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651B22A7-E4EF-4497-93DA-5F20DAE87C82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2F17FD2B-D015-483D-9E45-47F2330F67D1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A015316-122C-4352-BCEF-69B5A23AA09B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CA5B18D7-DDE5-4E11-8CD0-4CB863E9893B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69CF580B-94A2-4AA2-AFCA-F292A76398D6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40A50583-7C34-40E1-826B-2EDEA51EC5C8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266C5C0A-E1DC-4388-B708-54920BBA06B5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B615AB2F-8905-4B62-8603-4F97D6220905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B7E36F6C-149F-437A-83B8-C8C99694B5C5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A48299DF-E844-4A47-8840-6FCAB1B8FA1B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D0C29100-010A-4ECB-B85F-54B4DEDAE786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E4DC2EEE-7680-4111-ACAF-9F9E5E85912E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DB0C1F5-22D0-4A17-A0AE-A42E58B28354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E8D15081-82C5-40C5-A0D5-03248FE05CAD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48D4A238-D298-4899-BEE9-D266C6F98828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B9F65BD4-E0F2-4DF6-B172-0E1961DB2B22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2601C0F2-2034-4BFB-B362-AA232E36BFC2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0420E09E-BB46-4121-9047-3C9B0A4C36FE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C9F3C8F5-3327-40D6-9A88-5B423A0B0842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5E4D96C3-4965-419F-AE66-8B12C3EDF3C3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8D292FBA-0785-426F-B24E-83F00A79269D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A69FEF9A-6C9E-441D-A0ED-D40D560E66B1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156367FC-8C0E-4A73-96EF-0B926BC72CBF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844AAF53-8AE9-4F4B-A4CE-037CBD8E0C08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F3603685-3B77-4CDA-B676-A53390205A68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40327C25-9990-4078-AF0C-AF0C2D1D8516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C812F091-791D-48BF-8D3E-88BC675CDC65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B311A538-0DF5-49F2-A53A-36B9E029EC84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2ECAAC-A14E-46E7-8ECA-B636563926EC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5F4D26D6-CDE5-44AF-863D-235F234F3028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49DCFD3C-CD04-4F92-AE3B-AA8AC30FF91D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C08167BE-AD35-43CA-9C24-00EB31799892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1C4BD2F3-2FCE-4567-865A-9B1495D49318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A82ECA5F-33C9-4D71-966E-667312E86287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82C12C20-4F35-41F8-AA84-0051E57023F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FA503EB-A9B4-4FDE-B11B-CC8EC429A5CD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0919C0B8-F9EB-4D57-B246-CECE803FED9F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F3B95751-2A5C-4F4B-B175-05B30E91C7F1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CBF5D08B-8D34-4544-871A-22591CE1AAA2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68D66505-C851-43FA-9F1E-BEAFDBB27B79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BE29E207-C982-4B54-9A8B-5E13CBD08DEF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ED1F0DA1-F200-4BD5-A1CB-44C4030E95D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7214E503-BE65-4596-B7F6-0E17306741E1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BFD3D33D-4A7A-4F4F-9341-D269AE749F9A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138C373D-6223-4BA5-8DE4-2A9D981EA36E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35011135-360E-4E9A-B792-0DF58A1748DF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7379BC37-4D08-4E1E-875F-5EFC8738CEDE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15FA7092-9766-45BB-BDB7-AE488DC2BF9E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8970322D-5407-49D7-BF19-88746BB7906E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15D02020-9C60-4DC5-AF5E-D489238A1A19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63EC8EBB-15E0-4C44-864F-10FE1791B44A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04F6FF0F-D5DA-4CE1-974E-CBC60DA0018C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D82F2203-1EA6-483F-9E21-DC7D01042FE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DC1DFD7A-A727-4284-9B17-CD98C5A148E8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15B20BCD-CE61-4CDD-96FA-995F6A73ADEE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B48B3D07-A4C6-4D82-A820-CB269267284C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7101C648-57A5-4E02-886B-2BE5929D9941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5511D08A-6C37-417E-B2D8-1B4B3303E36F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82A44116-AAA6-4B12-BD4F-6D3010B503B1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CDAF7EAF-BEF2-46C6-9877-356FE837FF2B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F17F5879-8A73-4D8C-8B3B-A76E1E7F717B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9CC1DF0E-9661-46CC-B2B8-BC7AAFAF9C26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EEB1EAF8-57CD-4747-87BD-BE1A7D37546E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AACFC7E6-0655-4245-A1DD-AC5D07FEEEAA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A1E76037-4894-48CD-9C53-D25F505BA98A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BD8982B7-28A5-40A7-BB7A-26263DBAC7B3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8A7BADF7-55D7-49FD-893A-4A89F8545136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4AF22B32-9D34-41B5-9CDF-99A7F178643E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7527396A-E413-443C-8209-3A635A873EA2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59352D0C-61EF-493B-95AD-4E6D99EA766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280DAB6B-E445-482F-AB9A-F329EAF8EA10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1FCDBC4C-4B5A-4E5A-91A1-55349DA3FDF9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0A4D8650-73BC-4ED4-9F10-90F3D2B4E3F0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CCE285E9-6F42-4820-9C1C-C2414CECC761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00E029CB-5A4A-4A43-BD40-2BE8BD15894C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24E736B9-7BE3-4144-8E9C-3B663EA38BA1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2337D63A-B3A1-45F5-A18F-C2BBF0D3D5E6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EDF18C45-B93A-4FDB-A9BB-738D6B67E891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DE96E434-F62C-478C-B89E-B955E17953CE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E3B7CB44-8077-49B8-A99B-847F17E5783D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5F5C047A-F7EB-4CEF-970C-921B0035BF8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0C5C9B63-F887-4FF4-941D-CC4BC2BAE1A3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14F83BA6-6821-4D6D-832D-33D5AD13C902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C7B1EC58-5001-4EBE-8BD9-AC7AF68BACDD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7979A31C-F9ED-41DB-B383-0B44129760D3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B6BFA739-EDB4-4641-8F88-4D82DE784193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EE355FE-42F7-4DFC-A92F-A571D8C93A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EA202D0E-74BC-4D8F-A53C-8370D45208C7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3C473AE4-2F4B-4F10-B238-F1CC5FDC5F8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44D85CBD-C426-4FFB-A7EE-69FC31200DF3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72DAC830-6DC9-4A37-9D09-15BD51D1EDA1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55301F06-9992-4A22-B547-B55CBDCAC52B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8E5CB5BA-C78A-4AD3-AE2C-2FB05101B9B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AA9D592A-A3B4-4D8C-85B6-A28A18317FAA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96AE1A30-8E71-423B-A6AE-0FD2875C646B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EB17DC4D-501A-45C6-B350-204A254539D0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EB198151-946E-4DB1-95D8-A376E06C6BE8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A1FD5E27-1610-44B6-80BA-EF8223D8ECC1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1725FA3E-E489-4704-903A-91045090176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8335D72D-3A86-4506-A56A-95C134994481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ACDEBE9-D63F-4CC1-B2FF-AFF825C4223D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E19AE363-C7F3-4016-9ABD-D5A7E2500806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8FAD61EB-61F7-4175-86D4-3B2BD8CD534B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43A70F49-2CD7-46B5-AAB0-BD661D2772B7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3177309D-11A1-4530-B986-A87D3311553E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866BB0E1-7D45-44CD-8C2B-14105C6214B5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A7E0CA27-E4EF-463C-B812-3B9BBDFC01C1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9AFF7B2E-D0F2-4209-8212-A8E8B37B8B8F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CDBFA45B-0825-4FE0-AFC0-A2EDA20A2863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0900F87E-2C51-4A7B-8765-C66D3A23412F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EFDC37DA-9BFD-4663-A183-0CFAF2314B6C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FA230A10-F829-414B-AEDD-CF990A7CB37B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AA6DB936-4EF5-4E1A-9467-7019FA2038A2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7570ED2F-78EA-4156-8F51-7C99D027DEBA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96A1453F-2AB4-4674-9A83-1B78AD895B5F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7257E4D2-3C1B-4744-B7E1-A39519EEC02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96C858E3-768F-4799-919E-6C12B3062EBA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3BFD6B7A-B4BE-4EEE-A943-B222A1E83005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87F99F82-EB66-44A1-8BB1-6321EBB5F93B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BAF5B9FB-AB9F-454A-A7AA-685D821BDDAF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3775A53F-76A6-437B-AC7B-1BBD598814FC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EB252F4D-6A1F-4284-8F6E-9117BEE13292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4C15B52B-2022-448D-82E2-A5326D217766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527181A9-091E-41CE-932D-6D355EE672B2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42A898B4-E6AD-4927-8CB8-613A424DECE7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EB0A29AE-F433-4558-AED2-660259A66E1E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3C8298C8-8D08-4C0B-84C1-FEB878EFEF3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0D3BA1B0-F75A-4F45-AD8A-EC0DD3C6B828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18BF2D2-5EB3-4180-851D-EDCE847DC41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98BEB13E-F8C7-4074-8CDB-C62A8AD77869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A005A417-C2AB-4E3A-B021-B389EC352B58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682156BD-E837-4A25-A8D2-DEDB4C0D3473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3EA42F16-8D95-4200-959E-01CF8DA9EAFC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DFBE5FC3-B041-41C0-B181-C2CBCFBB2D1F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17C43FCE-64F6-4E4A-8F38-274D55C129F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03D705EE-9EF7-4FC9-88C1-00ED80112617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EDC72D33-BDF0-44A1-8F0E-7F9AED66276E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9CCEAA9-A729-483C-A916-63F1DE69BA03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9612B057-7724-4F73-903E-F23321F3D79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DC8AE2E9-A0D2-40D5-AD2A-896D71F73F0F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0E16EBCC-E2F4-4D18-BE30-9F7398E13F85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62247BD7-1A3D-4654-A8AA-316A9008769F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66207974-2F78-485A-B592-78089F1EF23E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AD821315-3C14-4F40-83F3-6C4C01B5A97C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BACE6FD-9928-4434-9432-1951AEDB8A17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4E6E35EC-5FA1-4A91-B163-81EE4C17FE90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1B7D7697-5061-456C-B33F-C511778350CD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7CC90672-664D-4429-A2FC-2C3ACE0493AC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571426CA-3ED1-47DE-ACD6-1E7BD3EB6648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5762442E-C478-4B89-A2EE-43763129C797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C4B32D57-82B0-46BF-A0BF-8725CB14CD67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AB0B1D11-B9F8-4EE5-878B-0AC61D8822C8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25875DE3-9B57-4DA7-92F0-1D28FA67F217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EEC22114-BA2A-43EA-83AC-91B295264003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FA583C05-FAF4-43D9-8DD0-08D5146C622E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875234C8-D28C-44DB-8835-FFC2700709C4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13AB6372-7DAF-44B2-B4EA-EEB2706FEFBA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08986671-59B8-481B-9C79-DB0C594713C3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6620C7CF-191E-4320-95A8-B794CE6E2E7D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30F25E94-56BB-4FE0-A589-8EEC327B6E28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E8561E1E-638B-4E86-92CB-F1A018A94533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9870904D-31F9-44FC-A460-B332309FDA9D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338B12B2-845B-493F-BC8E-53204F0E6866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01609E7C-C2B7-43A5-AA67-824E3FB294F5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10739E0B-12A6-4E86-A97E-0B213304C9D3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01F77CDE-1FB5-4F05-9018-238BDD781F0B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ACBA6C3F-FA41-4722-B368-C8F60684D6F5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144D9C9D-23F4-4383-A601-BC398A55E81E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A34B2F48-1A58-49D1-8EE9-DBF718DEEEAD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8452DF47-7332-4C02-8DFA-645607F81ABE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99E26711-771E-4190-B734-975A499D58DE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A8129779-B4D4-4BDF-932B-48E4FBA38041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629EBD37-CD64-4091-9B1E-BE6431E9EB2D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9212AB91-8A78-4075-88AF-76FEB0469DFA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4CBBF7CB-C78B-4C11-86B7-D8A9DAEA32F9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B63FD582-3AC9-49BA-9873-F3274D4948A8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ADA98631-9E1F-4A81-B09C-59BB4AE5B795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C227A185-BF76-4E21-9A94-4AA90EE1F71F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B389B0F3-BFB1-4133-9C81-BEF6ED040E8F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86855095-1697-4009-9CBF-FFCC601AE26A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8169FE30-8BED-47ED-9CBE-0A9DCDD68B3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34AFAA9F-C4C6-41B6-899B-9DF2DC682854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45062241-8517-4F72-A9D6-31677410B3BF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5D958E8C-CBAD-447E-ACB0-38F5C1FB0694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5188DF27-BC62-42BC-99D9-DAAAE286C713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74699C4-0D86-422C-A481-9178704F8F89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DD60E926-5477-4C40-B38F-34DEA9042757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CE8BB48C-AEAB-440C-857D-3DF60EB610EF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0F848B3A-10CE-4A89-98C5-8EC34F27FE07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56FD21F-6778-4ED4-B04D-F2D6BFF88933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D0172356-9F5F-453F-A898-77B24EC64730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550B86A8-6E4F-4EE6-A3D2-AF3E3828320E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BBC584B2-429A-4611-8EB6-46F45C04414A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72316344-148B-418F-A496-D689743A4A09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F9213C1-83A6-4024-A89B-661FA455A9C9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D4B2197A-6044-43B0-A2B1-0855E55D7F9F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357ADD4D-7E78-4492-8FF6-7EB8EAD3EFBA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952564F0-175B-408F-9ADD-118C28EF734D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C9ED3E76-97A8-4DA3-9A1A-723E8771AA07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AA72A09-787F-4D63-BFA7-18CA6DF1330A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6F690C53-9D7A-42CB-AFB2-22605746179D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313A110A-AA65-43C9-882B-2B1F86460573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65ED11F4-90BA-42D6-839D-F386C1D5C208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A99EB7A4-4F25-46CA-8C1E-1EAA4976DBCC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C6B6E356-4277-4940-814C-439F2C291127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785C2001-1E27-4B93-8540-09CDD2896722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B0ED845F-1ED8-4CFB-89F7-DD5DCC4A7087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F27F62A4-E980-4326-91F8-312B67F257B2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F497E9C0-D151-43C2-B3C3-29FC1419B1DD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C0CC2370-9BB7-4213-9F48-9C4CEC4E9A87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74877E48-171F-4632-B5F7-79C06193F836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F915967B-ABAE-4170-AF68-D7492B84EDA8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CA7D51B5-CD8C-4E2D-9218-8AD6C4B65CCE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03438707-E7F0-40AE-B2DB-578E7812259B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E2E9EBE9-19E3-42B6-A754-BDC08332DE9A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0B38ACAC-B0E8-43C7-BFB2-999F643B593D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BF6059AE-C1AD-4446-BFE8-03A2E6A669EF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80FCE1BB-166C-41F4-9361-37E621715E07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4D74A348-75C6-4893-8259-7507E3DA7BA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8C82133D-D4DC-4E88-B8FE-0F2BF8A46E4D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7C9FD59D-E0A8-4018-AF2D-E261DA2D562D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C6C331BC-3EB5-4283-B6C7-6845512A9A96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D1E11CC6-A6CE-4A14-97B5-D5DB713A3CAF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553965DB-4AF0-43BE-9BA3-235AC1C897B5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ABDA4978-56BB-4645-AEFE-1ED5F9337775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6ADE1784-F534-4F23-A360-774A5C833040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03874CAB-4BE7-412B-B0A9-5454DBED0A72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BBCEB6E4-E71F-45B1-AECD-C395AA4D3CD5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72BF3F1D-C8CF-4BD6-B560-F8ACB2DE592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B9B392C4-51EA-4284-964D-86EF3D550067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19860D9C-8494-46AF-B2D2-C7A27F9F93AD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8B9F57CE-9AAC-4B7C-8E24-25CFC5E289A6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E2768555-E53D-440B-BE68-BA608376514C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6E993B3E-5742-473A-8370-6C8457E82BFD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C3688646-EB5E-4C06-8259-C0B85D3CC9AE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55DFF75A-FBCD-471C-8285-4AB8502E460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1EDEDC78-2BA2-40A2-93D0-0414961C6FA3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4E3A71C0-2C75-482A-A00B-F7D15CCE3118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F8E726EB-17F9-4FF9-8D2E-DF67115EC8F2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84553823-5AD5-4EFD-BFDD-D1758F20B14A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5D78D534-CEC4-4C34-9A09-2A0B82760F74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706CECA0-9723-41CA-BA5E-D22BD68D4444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F122017E-F8E2-4C98-97AF-DDF17356A2E2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251857E8-34B7-402D-B927-5E1A5889975E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659EF07E-BE6C-411B-96F9-E3404E157110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04C5545-6CF1-4459-85CD-7690D5E2A249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49BC122C-A766-4D1B-A2B3-B87636A33CDD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65DACD9B-0B05-44C3-81FE-BAB8A508EA56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8B977C2D-AC8C-43BF-ABAB-90B4D531CD5C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78FA553E-EE93-45EF-A752-4E68E9212EE3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DB0224DE-B4D1-4EFE-975A-839BB17891AA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9B121A15-66D9-4F4A-B01E-5E477F97E889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65D73394-11AB-4A09-86DF-F0CFCFE698AA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960412F-4A91-4C86-BD6E-34B6779E39F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A8C107CD-264A-407E-B155-C4189EB5B682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65791090-347C-4066-87D0-9B00F3D44FAC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FAC72F62-D557-4604-8662-14E59C4C53E1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1411B079-3737-4677-9BF1-04A1B2E91610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7A73F615-9CC1-4A04-8CDA-F9857DFD4C4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FAAC7AD5-2B6E-45E5-8A1A-B281234C0DFE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522DC960-C899-4EC6-8D9E-8689440A065B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1905C9C7-9A89-4C2E-A0E2-4A15B71A34BA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D45F52E4-5E0A-4631-A9EA-66BC332A62DF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6FFA2316-113D-4094-BFD8-C2854766E4DD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F5B94982-5313-4838-ADD4-7EC7F1142439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C91845BB-1E23-4B19-B652-D8BCF697C840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B739AEF6-6130-487E-9E19-D88195E6D08C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994A76D6-4A4C-4D73-947A-FF752210DF67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CB130DC4-CBA0-4653-A776-776E8B0CA70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BCB552B1-E53C-417B-B201-E7FCD673D559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55EE2FAD-74A4-4169-B409-5E289A716B6D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99C6B646-F02C-4773-A1FE-5F46D3CDAB2A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62360935-4970-4708-B4D7-1C11A282E2F5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B34EFFBB-73FC-4C83-899E-C26B5F6EEB9E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FC27DC51-359A-4CF0-AD3C-22A1D763F9A4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F49FBDB9-FD05-45C0-89BA-658F3347E89E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968D0A2B-8F41-41F3-A1F0-87E38735575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9F96A66E-28D8-476C-9BBF-87C3A09F4D0A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5AF62582-9DB9-40A5-8E36-F050DBE89D82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7918CA2C-C316-4C14-8532-0F30DE0C15C3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3248DB1C-E82A-416C-A5B1-9BD617F85ADE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6163EE4C-782A-434B-827C-8F447BE84860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A861BA1B-BE39-4163-A127-33F069E3CF97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BE09AD0-ECC0-41DF-A0D7-F435FEE33B89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E6E3CB05-E385-4A91-B7BC-13CEF834CE73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24D33E57-6F57-4658-BDF8-D2C8DF57BE67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496390CB-EB65-4F9E-9788-B5CD5423F9C3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8032EE32-D531-4725-8E0B-2E106B4BC729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96E39CA8-555A-4502-9CC3-1905E60B63FF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A68B3B91-1E76-4C79-B4EC-96DF67D6E5BD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C4B97F88-2093-450F-BC56-52D95DCA7422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15A2902B-CBC6-492F-AB6B-EB768FE99619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E03DC43C-81A9-4172-B8DB-8B650665E4A5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80EF59C2-A1C9-4269-8E03-338815B7FA4A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90940D4A-8B8B-4922-9189-C9B177E401F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04ABA4BB-6E3F-4D3B-A7C7-DF168360CCBA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F98A6AF9-4A8E-4EB2-90AD-BEB7F9A1D59C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C1E690D1-44D6-4005-BCDF-BB17B0748FD3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B672D17F-DD12-43D9-A531-F35C31308235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E34CC601-45E2-4A19-971F-3F0364FEDF63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6B522704-6F81-4289-AAA3-F30F65683661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7A3D0149-9477-46FF-8118-5CE337D0A045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F0DB5EE1-E3CC-464B-9D00-1ECED649E40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E015308A-0C6E-4FAE-AE11-781A41A759A5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2CBB5E04-B4F5-4B39-9B49-D3640C73683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C9A91E04-119F-4591-8189-F1E08BED6D00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ACF2F3EE-D360-4521-B61E-C268B5429F3F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EE3E0066-9963-4755-8193-6A95327BAC53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1DBBAB62-96F5-45C5-B3AA-87E528357256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75C2B292-27D8-4C2C-8B41-9A419FFDFA65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3C8444F4-C229-4FC3-9152-8AE62A1143B5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66654961-00BA-4E8D-B5E5-8195A8BC8C84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34CAAD78-F4EB-4D07-92E9-F5561910DAE2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B80DA8EC-ABAD-4509-9454-06BEA7C76597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C8F561AE-8FEA-471B-9F5A-EBD2292E2CCD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5C9418E9-B9B9-4A09-BA92-DC74E1F8C2A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D090B84A-30FA-4E00-956C-C8A5FC81C5AD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F954B8A8-83A4-4178-9131-93A3CAA62804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53884358-4924-4FC2-B0AF-4F9EA4773F7F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8241FFA2-65EB-4B21-849B-D5EF85CB025F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CF64291C-1039-40D5-A794-1041A7EBE25B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79B5A051-357B-4E8A-A15C-763B63D293E9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3DEA6E99-83B9-467B-947C-09B4AE8833E3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84428423-EB4B-46CC-AFEC-D5C713C8292C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5F575B5C-A09A-420F-9588-6830E8EF74D9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8260D92A-A3DC-43F2-A0DB-491981335368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4B310004-568B-4BEE-B3A9-6866BF2A467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CAF85443-1FAB-4257-B4BE-049E6CC9A210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BB7FA1EF-FDF0-4220-B9E6-27C570758068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F30544F2-E0EF-45DE-AE2B-28EDE85FDBFC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8106B8BC-0C02-4945-9541-E94C7A53DF61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7992F13-DBAE-45C8-8B82-F2FBBB6D8189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32154CAE-09D2-468E-9210-3CB3CCA14011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BB3FA681-D84F-4706-ABBC-93A799786BD8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E37EA5C2-F5CE-4291-B58E-0F76EF865A95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08FD249B-AB6B-41C1-A676-7D13229242D9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9AD4A157-2B59-409B-B427-558E83F00699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C1323D1B-A683-4280-BB6F-05BEBBAED35A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5AEB1F9E-7E04-42BD-85E6-A0484067B467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6AF9E048-2E1B-4E39-9E72-1B7BA469E488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B80B6575-1B95-46D1-922F-7473EF097B13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A6A21334-F67E-45BE-ABEC-5989B90C6CD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85A92323-BA2F-482C-878C-D2E8A71A102B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244555F9-F841-4ED2-873B-48D885DD4881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FE31C0EE-4B08-4355-BBC1-DC2E9DEE5D2A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6C85FED5-5042-4CB8-AE2E-B9E3ADFF76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9C29FC7E-65C6-4E37-A0B4-9974D8563269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B3F3E815-93D1-4348-9EC1-B786102B7C13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4D312542-6A22-4BE4-A828-3023DF7F764B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312058AD-95B9-4FAA-AA9A-189AF10E4A8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9A493327-D82A-46E2-837E-C0B93D324356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83CE16FA-5CA6-4944-BDB1-A6B9F82697BF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22057B77-9FE0-4520-8F1C-21E17DC87BD3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76797938-BD29-4CF7-BD8E-629F1F71755F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F7C24AB3-326F-43FD-BAAB-9AECD712A27D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D35AE691-52CB-4964-BB20-1F5EEDB5489B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849B713E-9F4F-49B6-A32F-F8AAEA31ADF1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D02DE691-F992-4BC3-9228-2ACA91C04808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743BF73A-B79F-4F34-8F14-FEF86BB3B8C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474D60AC-EFB6-49F4-BCF8-5C791A56E4A1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DC2A3ADA-9C0A-44AE-8269-5A5AFE34386C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7A944032-9DFD-4779-BD00-81625EF7EBCF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948F5176-FF0F-492D-A144-138FAB1AA5CA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38D36354-C75C-4E99-9752-FC1067EBA3E6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5141A532-194B-425D-A4C9-0002C8B724E0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2F23276A-8BC6-4092-A1F9-468507A58F4F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3133E14C-6ECA-4772-80FF-0823BD5C5C31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19EBD241-1E02-45D7-A043-15B174001479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3D3C8D2F-DCFD-4907-BCA9-0BE737031FF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D4A6C50B-00E5-41F1-9B82-826FF76084B1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F867EB28-1283-43A6-8637-4361EE6126EB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6E14A365-AF4D-48C7-8AEC-97316CA4BECB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1B6BFFCA-7094-453F-A460-EB9A9C515234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EA4C05D8-15E4-415F-B581-F4CFD8272126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BCD2763-1B2F-4F10-BEEC-8A4F321BAA92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40AD5143-704A-41F6-86EF-C85727E34F47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42A7FB25-29BA-4BD1-BA8B-D584550CFEE5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CDEA79A9-A88A-4CB7-95A4-E87BE3941EB7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8B6D2EED-1440-4E3B-AB56-96025958130B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092B249C-4B5F-4C52-8558-089D587F9924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564BED5A-DABD-4FD3-822E-00484995C9AC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4A675389-87A7-41B3-B911-8F536820FAE5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D2A0AF5C-3353-4024-BDFE-DA58E9501FE0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A1529DEE-DF09-4216-8C0E-916A81B1C8E8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CDF67A28-BBF4-4259-8424-9B05D64BA05C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B4D66619-4145-4171-9952-5A7DDA456377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E3A7A4C5-B4E1-4A25-8136-9D3100757D8C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29A85714-B57B-4C0E-BF8A-14FF4E68FE97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F81775BB-C1AC-4359-A187-B50A96EFD91C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AD70BBC8-C50F-4BE3-82C1-C72A064C6CD1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2143FDBF-4812-4358-8954-725946519C05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A242946A-8F6D-431A-9307-CF01D28896B5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6EA8950E-ABF5-400B-9A7F-B354379C8B60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36260F35-3180-416F-B544-543E21CAD602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F02D41B0-0BB0-44FB-9156-1B78EAD198B4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AB262419-F99E-4D44-A82E-8C1D9B550EE6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52B665A0-51FC-4E7B-B83F-2C37331BEE55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A559E6E-3EEF-499B-8B27-16A2103F1CE2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0BB2FDD7-1142-482C-8C3F-57F5EE64F01F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E1B176D4-3228-4F7D-9D4A-1EBD1B320A1B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32ADD10C-E09D-4E22-BC83-3997C3A1B684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20BB6038-3278-4B11-BB5D-CC25FE84EE45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D309933-289B-415E-B40F-3ACD919F8F76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D4113036-6E95-4D88-B2B1-714E3B687FA3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2A340452-47E4-4F45-A1DF-49144ED24F11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81640648-F3BF-49DE-ADE5-A76A71F34C0A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BB9D63C5-1E18-412F-9D36-E7FCFEC3F563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44DDE5C6-C785-432F-AEC8-AF1A578B1EB3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6FBF6A33-4356-4FFA-A5EF-8C4E02010766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1EA959F3-E388-4A10-8DDB-30ACEBA7BADA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27740070-A0A3-4851-BCCE-AFD68CF23D7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75365156-6E0B-44CD-B288-831540FB4B7E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139DA77B-63F4-4A7C-AD4F-1F32270D2921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BD69F14C-0AB2-4E4B-8A6B-ECBE1EFAAC92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3E308E6B-1EAA-40A9-9F4E-5EE82177E42D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46389FF2-1848-4443-9AFA-EA1315DD9397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CB3A6938-1D24-4454-85BC-32EFBBA980F2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0A5BC1B3-AAC4-4A6E-A5DE-54B2EB5CC6C0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558F40F9-6AE1-474D-B3A2-0CCE76B2FE07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E715CADD-E420-41F5-B5D0-2306879FF1AA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C2E6C4B8-8283-47B3-9DFD-CF89FA69B9EC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2BE47210-5774-45AE-851B-4C466C04C540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08561AA0-DC5B-49F4-832E-5EF0C5A8792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75A6673F-121B-4708-9743-8803F355024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842382E3-4B61-49F1-A8F6-91FF24093285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008C5EB4-0E24-456F-9D22-A99BC9B7CC1D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73E71465-32FF-42A8-A91D-1254624B2AB2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2852C0B4-81CE-478B-8A57-CAE7E92D24A6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F7B3ADA6-CE9E-4195-AD3D-F6E2B213723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802793DF-F1CF-493D-89D1-003659113496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2D0217F8-08E6-466C-A76F-E3ECC9B97390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449D195A-B53A-4EBC-9E90-75F56F690E1A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46ABCB67-1879-44DB-9F10-DBEA8DCAB41F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8752A080-536E-4093-A2A3-03628F5A31A4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F91F2D1F-A5A4-4141-B646-E29B44FFC7D1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ECFB9B5A-A788-4572-9901-343D5039E747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DEB4292E-DB43-44BC-BF29-49A45AA6FC9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C6253545-B101-476C-B9C2-29110649A8EB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77326AAA-81ED-4608-9ED8-7CBE97E87A8A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8B2DBAD2-4AB0-4C64-BBE1-9EAFA53944C7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EC090573-2D58-4E86-8C2C-6854EF2ABEF2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2788BC3B-1844-4FBF-A696-0568E5AD10BB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4AC3A127-2A46-4B2A-A70A-3EE55A2A640D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A749C6D1-26BD-45BA-B947-C524EE8C9B84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8A4B933C-BF73-4157-A19B-C49865FBFB1F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E3EA0EFE-5F88-470E-B54D-0ED65B303F54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C86F5B49-EFB0-4033-85EE-A102E4E8C375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AEDBFAF4-3B04-464C-ACB6-BE63C4F00F7F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4C12C56D-857E-4495-90AD-D6F530A2687B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3EB8831-086E-47FB-8AEE-E9D927355BD3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9D828FAE-DD66-4BD8-8D0C-D9D4BD5AA2B0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04590912-D59D-45D8-90DD-E9F15A70AB1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0C052CC9-B04A-4CEA-9154-526F55A3CABC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03F57F84-847C-4826-8600-0B07A021D4D6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F6D6B337-17C1-4545-BD27-0C1228EF05F4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24533F94-9F78-4844-89DF-56922E4436C8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CF76904E-5F20-4A22-B269-C0190F9E20E6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9B5B0F8C-B470-4B6C-BD7B-4C3F03FF349A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2D427FD0-A356-4D7F-96CA-289D2BACD664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EF0DF0D6-74D2-4A8B-BA88-7F6E27DAAC23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C4AC9735-E56F-4E54-977E-2317E9860064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EC30BE28-1870-41E6-AB42-6ECE12553C43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203A284E-FD58-4342-B925-0C47E3923DCC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F3353777-FE6D-4BD9-B277-E6F294E20473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E2B28106-4676-4D5F-AA04-E5FE8A616EEA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BAAB8354-4BF3-46B3-BDC8-84CEAA7AF560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3E6E19DC-6BB4-4FEF-A769-225421CD482B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767DA110-7115-47EA-B23A-C88F74B7C154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74B3E938-243E-46D1-B4B4-64640B46145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4F82F2B7-F8CD-4495-9625-4DA6D0D802F8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65571E1D-D170-4B93-8357-1C02065B61A6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B4BCFE5C-B772-46C5-8C00-02B23D28DCA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EB55E9EF-7631-4A84-8303-8F5A7865F46F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C294BB3A-F0D5-4186-8C09-D2494BD47B33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3336F468-E589-4B22-BB29-C6E5271ED9BD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5412B8A-14E0-4B99-B6B9-D07F9A4EC19A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B77D4C52-F823-4103-8EFD-3EA989CC3BB1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8243D2C9-3454-4C8E-BD22-3C5E39726F56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50E9BC55-0D54-4EC9-ADE5-5AD5604DE61D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0795D1E8-6BA0-48F4-8231-10DA9D565050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8E0D85DD-3CFD-4ACC-95FE-AB1C2E6C3B9C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4B98281A-A5AA-4067-BE56-D1AA0DBD38AA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895D3EE9-6ADB-4F30-96F3-88DFE2950F35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94ED7582-7C80-498B-B55F-20854031A2EA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0597CA3E-5451-4DE6-A0F1-D5716766F9C2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D1D4536E-5DBD-4B67-AF95-71F918146495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F5F94680-539D-4BAC-AE10-6996E4876E34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BFDE50FE-6EC9-4579-B951-9AB520AADD6F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2A91D8BD-5A61-4B7B-BA6F-C5D7F0A67395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D40BC1A4-E611-45A1-8B89-3106626C7E3F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59591250-E545-4B72-9638-4343737A6A0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CA3A3C29-FF8C-4865-BED2-B1CC93C2FA58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D3B550FF-E6BC-49D9-A5E3-1BAB3BB3AAF7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2CBB0C20-2DFC-40F0-B88B-67E690F70AE7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3A38A568-9917-4A79-8C3F-1C31FC4C7A57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679419F4-919A-4ADC-B342-55AACF5398AF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65B9AA1E-1C02-4726-AAAD-E82FEB60CB9E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B34A2D0-835E-4D1E-B8DA-6E1C818B77A8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56103E76-6ABB-43AC-9410-F1E38764FFCD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63B4CAD5-05A3-4503-AC8D-D45B3D2A1AE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680FC0DF-9AE7-4260-B725-6D87BAEFE1B4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5ADC6586-FFFD-431C-A20A-47AC58796CB7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F1650F7C-A5DE-41AA-9201-6E18952C23FE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A85516B8-C0CF-4C66-8A8A-3B5229545C37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A2A1BB41-E705-4872-980E-604B5C2AABBF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D86DD187-E9A4-43FB-B775-49865D974F7B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678AB433-C669-4C21-BE4F-6A6861FBE54A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30662148-90F0-48D9-9AC9-23B4F5A149A8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FB1324B6-386A-4C2A-919A-140E30812465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3E46BCE7-3385-4A1D-8D48-5D70EF52C7AA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0D66207B-9EAA-4281-A2B6-FBA47B474D0A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9AFCF42-B386-4FC4-ACAB-C706E7623BA7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91E71572-DEED-497B-91D4-650BBF39AF73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23BEACB7-2246-4E10-832D-54ECC6F4ED4A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EC724D84-1403-45AC-8F78-43156069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E226820F-B9CB-4707-8BB6-AD2B064D58C7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9469676F-BBBF-4F97-BEE7-30CFD637406E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46591E65-5D7D-4828-9F5D-585826287E67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380D8CD6-A6ED-4B62-AE8E-F68D192B294D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D1019B6C-A595-4BC9-8858-1769259B6066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B2246A3D-7701-41E6-AE40-3B1237E3D604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8D16D13B-ECA2-4700-BC38-EEAF6E2AC371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185E540C-6978-4D7F-A2F0-86C9E81F3D51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56D82391-8FCB-4562-B40D-00E6DB3D0C2B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1EBF9B74-EC6A-4BBA-A94C-28F44754FD17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131F2348-FFA3-4B08-8585-ACB4AE3E9211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3F272127-4170-46BE-8E6A-42D068E878F9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9C4C108F-D981-4F9E-B5C9-23DF4EC56909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FDECD4EE-23AA-498F-99C3-E2455C301B29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6CC711CE-5287-4A1B-A427-B4C94422F09F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4A7A8902-B37E-4A18-9572-18E11FD61CC1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D20BEAD-DD11-4404-8D0E-45410B18C3D4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94B64557-8BAC-4FAE-8498-4B9DB5AAF4B8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B4644F1E-3D49-4F91-8B55-7552B40390B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713B9883-02F8-4B76-9292-840B61D7A797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087A9DFA-5444-4500-95AE-349E02BA3C0E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FE74CE9-EE3C-4F31-BBBD-6F6E76BFB2D3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A5CEDEE9-FA0B-4045-9315-7B5CF8964BDD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9ACFAC4B-49D8-4642-8A81-301511B616EC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A57ED100-EFF7-4BBD-A1AF-C2B369F81C36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1D2DD668-FB48-4095-900A-C6DC4DF34163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81740856-E64A-4DBB-940C-69ABF09B773C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8A2693A6-0997-4129-99AD-4D35BFC69B70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C09B2A8A-470D-41B3-8154-B7DF4D008F45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91401E47-F890-4FA7-BDFD-BA013F6D84C3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6A6E7235-ACD1-4D54-8952-EB10B400BD58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4A96869-C15F-4992-B9AA-420848FDBC1D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B9CB8751-4993-4D66-9FD4-15EB88A01B43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83BBA36C-DC67-4017-8F9B-8DFD78A0FB59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1FC2E3EE-7CA5-4D14-9B48-57942BCC097C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CD389E13-A6DB-47AF-98B4-C6F166BB37FF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4FD1C681-F8C8-4EE2-8BAF-D62F254DC838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131BEE0E-6379-496F-BACA-49844ED47F3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3E1C295D-AED7-4D9F-8CFB-656752013ED7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22B3AADD-EE7A-4E00-9864-B058D9461C12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EBE79FB8-CBFD-430F-B0C1-5AF3AAF556F0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6E437537-DC1F-4E99-BCBA-90FA4226CCFC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5C7EB54A-43DB-4B15-8337-695AE96D4437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83A11F9E-8E9E-4647-B359-46CF3792EE90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4FE99E55-6EC0-422B-BC87-75BF7F91CDA1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93FF5FB0-2332-4E0B-A28A-3CFEEC44E61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185ADEE6-E594-4FAE-852F-4A750F836E7E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5B1429A8-8844-4CE2-89AB-6CD937ADB52D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73B95A44-2E8B-4B50-AFFB-1DE5D52D3481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86F6C69E-3FFD-45E6-8DCC-305FD9BBE5E0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7EE00A12-9212-416D-9678-4E6602B186F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4297FFB-D61E-469C-BB99-4AC742EDA0D8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846F7316-7E16-4790-A711-FCEBCC1920DB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938FB601-22B9-43AB-8789-769849A962A7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A1C2EB84-0D37-4043-8E28-6509DC2FC673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376B8A4D-7512-4CB2-81EA-91881AB52C66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3FC922FE-3535-433C-9608-94A0A9BFC878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55B5C0A1-0648-4647-B22D-16880595F220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C718D89D-0BA3-40E9-BE60-79C6D7E40775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1371E4DD-0692-4823-8569-716BA890CF4D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E6B0EE78-2919-444E-A1DE-1135AD27C64D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F2C55637-8C50-48A1-A3E3-863E022421AD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1951482A-7A74-40DE-9CA3-E239C187B9CE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1526C490-83F0-49FC-86C0-FA712081EA1C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7B99BD58-190F-49DB-A641-C90569A5B9FB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F871E8F7-6DF5-4EC6-AB64-8E6C7D60A40F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9E85A8C7-F455-4854-A583-A8A25751C578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018B9CE3-BC78-456D-B1B3-6EE67C2A33C7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7718F00F-1803-443D-9B36-CFC9BF94BCFD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F808D075-2EBD-43E1-A131-4288358DB35A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B2991F6A-52BF-4DE8-B4E1-F4EDFA4A4C88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351B9CAF-AF92-4273-8247-4A2195EAA07F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54C13C3-DA4A-4A00-88E7-94FAFDF96F78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F1CCCEC6-C0A1-4067-B36A-57A42968B702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106DEF92-A7B8-4C06-AB47-FFC0571B5F8D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C4985C40-5389-4863-AE0F-A840AA83A25D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AA497483-9265-4B9E-8D30-638482D7BB27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597AFC64-AB2B-470E-9915-B7B31D39AC3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A417481A-002E-47BF-922F-2AA2D1B2A047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802C8FAF-A73A-4C40-8A61-1FC5E1D26AD4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95D7AC3C-474D-420C-A5C3-EA8378F8ACD2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AE20048C-18B2-40A0-ACF4-B740A7E09649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49DF885B-5E06-4F7C-A832-287E606E16EC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1EA4DAC8-BCC8-4AB5-A860-3CBF3AD11E35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6FCB59D-B451-47C7-9C04-1EF82DF8E7CF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5AE89DE9-353E-490E-A0DE-2BC0EA7C95F7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131AC77C-9583-4AF0-A82C-A1214BAAF1A5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D43EAAC0-0CAA-43C4-9166-BF3BC58A6531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3C4ACB87-965C-464A-8C9E-2D834F5B4713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9A0FBF12-62B0-4F51-9BE5-159D562AD9F0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DB7EFA68-88B6-4A0D-982F-56146D90B27C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47B13B44-47EE-4629-BEDB-27661121960F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07D39DA8-290B-4F70-B2C0-CAE212494E06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2B6D7E9D-5765-47E7-87C1-F725843C7FAC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B56A9F0E-CE98-42D5-BA14-7909D1938FDC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5743BE90-9D60-405F-9B01-51C0E8F2ABFF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410C6AEF-75CE-4200-B9C1-2A7082A5B9F6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D0EBD95D-A91A-4B45-BC0D-834254077B5F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B2CC88A8-F48D-417E-AAF5-E6EA3B02CE17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1CE11333-BBD2-49E0-98E3-2254A7023AF4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8FBF6D48-7516-4C3D-8583-DC1871B7E4D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A5CCAC2B-F5AA-4B2E-9DB9-2D44006AFD67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0A4C3914-FEC4-42C6-A601-3EEF04E3A415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100F8540-9F03-4F2A-BCF6-BDB5A7689982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9E5257A7-26A9-4AC3-9D41-FE478B5919AF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8A360FCC-E978-48E7-8DFE-24BFB8545EAC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D654DD85-657B-4376-91F0-A12683794AAD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29FCC2A2-734A-4137-8F98-E5C5439A9AAC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13C72A4C-D320-49FB-A9FA-9B5F7DD47F8E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1E09DC9B-C365-4997-A303-A824B0170CAC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8F23CC7-A7EB-4447-A232-D4CBA549E5E2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2C1C543C-0792-48DF-BE23-518DE58A37DF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7B90127D-5E89-4732-88A2-F23EBD434FAA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2996FDD8-C18A-4A3F-88EE-4224BB9D4451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E16C5AA1-F3C8-409E-9B8F-3CB4DE8C3386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BC9EF31B-B4E0-4428-B623-FAE50273471D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E4766DBA-EB40-46BE-A3DA-DD540D7CC78A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48DE5865-2ED1-465C-A393-E30E51536F18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B6E9195F-A64F-4DB4-AFC5-11B0A4750301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D52FE1F6-D566-4C8D-A208-B3CCA9CF1EEF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F1BAF931-1F4F-4B8F-8CC2-FA25523E43B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28C612E5-2016-48A4-B3B9-18DE294A7F63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9CB70AC1-A09B-4DA2-AE2E-7666565BD4FF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19FA4E26-13E9-4014-B9CF-5483D6D9CA39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268A847A-8AE0-43D2-8EFD-996DB83CC149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104B80C-8395-45DB-9455-B1F194B56178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ABE393A0-7A8A-46D7-91AC-C207F06A6658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45C45E4D-2E8E-4741-B36D-199EB4917F5B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B39C2AA1-3A98-46DC-A7EE-FA448312A97E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B4049EC7-B8BA-4F19-A440-92485ACCBA4E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4F5FE8BD-1AE1-4DF2-A367-7B1F1FC05737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72F85066-290B-4388-86F7-8EEBE1FB7B18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9477CEC7-0C78-4B25-89A9-175C597B17FF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6CE76DDD-D02E-4FF4-8D03-C477CCFF2A52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85C503C4-9D6D-48E2-9D19-ED93C851D9D3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041F2F51-C256-406E-A43F-B21720F26855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F63E3570-C7C2-4F96-90A5-0DE2E583E911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BBB798E9-E404-4696-A26F-AEF8D589C70D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AC9B05AE-E2F1-464F-BCD0-495CC45C2767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A3943176-B63E-4DF8-9153-6ED6E927B03B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1070F3D5-BB3B-4B16-A83B-A5BF83CFFFA8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C3B6DAA4-0F3B-4DA1-A4DE-D0F0B20E245F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2F14202-CB58-41BE-9C68-C26B0164813F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3A903B4A-5985-46B1-8453-C0C6A98028FF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81EE2E24-AF16-418E-B5A0-85F700293F60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B1A7C871-6B4A-465D-A421-A0460FCC9819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F9314C3A-7571-4F78-B5C4-5625CBC25A2B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A095062F-E2D7-4DAA-B15E-EA7AA400A86F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34677600-C7D6-4939-8314-9F5E02B82CE0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3F919B12-7254-4C75-93CD-991B7DA0AA48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A99E868F-5260-4C52-B728-1788D63FA3DF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4E8E3E66-B3B8-4C80-BA2E-090F0A37439D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AFA61346-A168-4132-BE95-A46CFB236C93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6186A99B-CF5C-4067-A911-68E1086293EA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EA343648-EE4E-4241-A230-62950006B2DC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D400F17A-A74E-44E5-B0F7-B0116A0BE11A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916520E0-030C-4938-BE0C-8A516862E59C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5E9B2F1E-E927-4258-B053-0C6151223CC3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A3F1462B-BEB1-4770-86D0-0F92FCE718CB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F9DC93C3-6C17-4149-8AAF-696644238AB7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03E4F1C8-6795-417A-B7C9-E5A987DB52F8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56507A3-557E-44CD-BD17-A4CC1673083A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BEBC0F37-14D5-478F-8014-B60AE0F197D3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2793255C-58CF-44FE-9908-2AD0DE3AA11D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AD63B4FE-DE6F-44BF-A941-AE078C02DCB6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E5219431-355F-4D6D-84A7-2BEC2209DACD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A1E0741F-FB17-4EFB-B7AB-D9194B37B8DE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0A933A29-9634-481E-8EA6-2CA4AD6310D9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80014386-D8A7-432F-A0A6-F9B7CA244EB0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E72FC535-CFE2-4FA1-B523-9B4AB1BDC6C9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7A8B4A04-AB9A-4949-A043-58A3E5092D91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52353887-77C8-4DBD-A148-080C59140A61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256B3B23-4720-46BE-9E69-0C58DDA64A9B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327FCFF0-08C9-4F0B-9EC6-9B558668912B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4CD19761-B620-4862-950C-A3E23B98191D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378D958B-DDED-4852-BE23-F613E5EC8EB1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D40D316D-96B6-4BAE-9023-BC8CD704EB02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DDD0DB0B-E5D0-49A2-9B26-4E18D7F3143D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EE5BA3C1-63F9-407D-BB3C-682352A93D5F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E5204298-2112-40A7-ACB6-55E73829A835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3D11F208-874A-4412-B976-5B48876B5831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59321575-B090-41EB-BFAE-CBB873306EDB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A0E1CBB7-0991-45F1-9869-9081788FAA3E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1A0B37DB-638D-4825-8359-EB6523D57F61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C28B0114-2A71-4944-B579-6CC733C29923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AB4BC4B5-4ACB-4680-9BA8-6CC691D4EB77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B21F5FE9-9121-4870-9957-CD42AE50B59C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88102F85-665B-49AD-A8F1-410FB4DE8541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76FBE638-99A3-4374-AD5B-A980F6CEE7E5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F4CE918D-3F25-409F-8095-04AB9AFD0706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D3412EDE-3F86-4968-8FDE-F507F5EB00F2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828B0764-2BF4-4F96-A9B6-6B5AE7CE3224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5EAD8BC7-A42C-40F2-AFF8-CD8B402DAFA0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E5D0B9CF-39CA-417F-B3D7-C92F59B3F42D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842C61CB-87E0-4A9C-936F-365F455704DA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1A1974AF-0571-41B2-856E-C3F8C1AF95C1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60F387B6-899C-49B3-824D-7B2A0BF6BD41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E260F3D7-46B9-4203-880C-33D77FC0B283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175723FA-223D-472A-8EB1-C36303B21D82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EEB5B8E1-47D4-4FB5-B32A-FDDCD10A827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6918B398-3447-427E-B350-4581797EB2A0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9DDEDEFA-7A7B-4F87-B3B4-66B7F10AC198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485BA96-5D00-4D58-ADAD-EA2DB4FE9576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D1081BC3-5C21-48A1-9B01-8201C3A4D536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B9D48BEE-520A-41D5-9C25-2E588DB552D7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BB447A2D-D90C-49F0-898A-58C3FEB7BF1D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0BDC69AD-B352-4FEA-A05C-6363D672396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14C625E5-370B-4F09-9E75-F8674DE1920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982382A3-C2F4-4826-9D06-1AE64B0591A8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26698AC3-669C-4D71-B64D-BF07BA5B3653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D740BED4-C3ED-440C-B591-10EF8A4B772D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BFDF71AE-6313-4C6A-B238-672C1E455FF3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5CF7767B-D1EE-43ED-A448-385623F9BA90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23151CA6-F0BB-44C1-8C4C-2966490199A6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9E3BFB79-A5C3-4BA3-B87F-054BB666B852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4A1A5F26-F7FB-4BD9-9A04-8D728EAB5182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78723882-E691-450D-8E1B-628B26620C51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7F09F8B1-C161-4FC1-BB6E-0BAB58FA9A44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BA59EAF2-C914-4009-B4CB-08566344C5D8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1ACB0857-00F0-493F-ADDC-BD80A9F72FD1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76B74E64-C0BE-4041-9F73-DFCC021A8CE6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39441FFC-6490-45AE-AD95-5D2B9A91ACD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116A1900-1F74-4136-8FD2-5D8CA1E8CE56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B756439-9894-49D9-A641-890EDB8AFBE6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363118-3F01-41A1-B91D-5D5E32CF8CA6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B5717D0E-B663-41C3-ACD4-FE47BFB7BE7C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DA4D78D0-DA1C-4A00-ABD2-984AFB6DA878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FF695AA3-23E9-4DE6-A239-4E0A388268EF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61A17316-D3D0-499B-9720-E2CFA548F3FA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9D367261-9D32-423D-9225-063C9CCF15B7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44FA8BFF-C86A-4340-8416-726FEEB2B088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4F5166EC-AB34-4B54-866A-523DCCA7A919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249D39F0-DEFA-473A-AC59-1A33E2CB4BC9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067DBF4A-EEA9-4F05-9E0D-2E01D5FF1DBE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C99F5D1A-11B1-42F4-B219-D45811B061FB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AA05EFAE-7427-4E95-BAA9-F2FB5375F09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6BA52240-F941-4B80-8FB3-2B7C8BEE5BE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F1CF53F6-ECF9-411D-9AB9-F8123194CB8E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43AB954A-73DE-4652-A107-A0F39C70849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64313A58-28E2-4741-BA96-9B49EE72F9D1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004786D7-0B8A-4273-942A-E5FA2C1B979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75B1D226-2CFA-4C35-8F96-0F230207E48F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691B125F-911C-4340-8A20-F57B1A2F88BF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7C21B2CF-9D7E-4AE1-B8F1-E4232DCF369D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23EFC9F5-C507-4AAB-984D-2D7C0DFBB02E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1D7FD6B8-626F-4F3B-8EFC-3929C6AFFAE2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F41C801A-8FD6-418A-9269-A80BB38D5636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F0AB7FA9-2370-46C8-B30A-41961ED5AE91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55D36655-EE1E-4E69-99FD-D92B1484C9D3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F916E408-D187-43AB-A2A0-88329464A65A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D47D2D5B-52BE-47E8-B430-A17BADA0A48F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3BAB924F-C70B-4C40-BCB0-0DA4F83D6F38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B40EB686-C3A6-49CA-B2CE-A898DF41F84B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F69E0FC0-1EC8-457C-883C-52FDD7356B8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A482F160-6E2D-468A-A1A6-119432F2C078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46CC2CD6-2902-4F01-ADA4-2AB5D789F874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261A26FB-65FA-49C1-8D99-28395BF71C35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226316EF-F498-4FFF-B6DC-CDE8B551A927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26B2A05C-096E-459A-B836-D8FAE529CE4E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B69626CE-D3C0-4CC8-AE91-899BFF620CA5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68C90489-486C-4486-AEEE-D9DC7EBAD059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9777D8DF-B938-405A-B553-85A2B599077B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AD0F0E27-6EF0-4958-88E5-12C5E87A3FF1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AF5F4687-2429-44DA-9DF6-60598BBA701A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1E193208-3165-4BF3-AC9F-D3653C035A3F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B618C5F4-526C-4198-ACE2-E1AD6649137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D95B2897-9650-428C-B4BB-259DED26F80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D28CE6A7-19C6-4160-821E-31BEB9DEED90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6E2F48C-A3B7-4AED-BA94-7BD8380DCCC4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6A183378-78BC-4FC2-B427-87545FF33C9B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44B7BCA-646A-4C9C-AD45-55DD63C29F76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87C2435-41E9-4A9C-8987-3E90DA5A6425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600322C7-7FFD-4940-A33F-9BCB84AF9D8A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D835A81C-464A-4094-8FBB-76362496A547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0E7E951F-24A3-4185-A3D6-9CA192738D18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892ED7D8-1894-48D4-BD65-5A6BBF2DFB87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B3A21588-3FE2-4084-9081-7D04D19984A2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9F46DEB0-A343-447B-8C0A-16C8B21C880C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AB81C5D3-165D-41A7-A9F1-B5FCA88118B4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EB39F975-4D69-4BD1-B2A6-1D82281EC5F9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8F3FB57F-F124-42F6-BAAD-833BA7B55DB7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A628BD1A-CA5D-40EA-918C-F967BD0BE87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6D06E134-B756-4C24-81AF-5A37E949D855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FE773F10-9125-4E41-B554-2F16F6069FAA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E83D1B2E-F71C-4D69-95D8-F3FEB10AEA3B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E68C2617-8285-4166-A648-49FC5A8ED284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A6534935-8019-4421-8568-A6E9479567A1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2C46DEEA-E87C-498B-A604-D5EB5271B5FD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0188F48B-CD0F-4045-BD58-F15BF46A2B79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890A735D-CFA3-4906-9B80-DB916E3BCC8B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13C7B666-F08B-4CCE-9FCF-9F547F6FF7FB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1F300EE7-D67C-4AF6-97CA-92518CF57900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6952268C-3236-4FB4-B6F0-73A2413B688B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BFF71CF7-A302-4E59-B133-989793D21291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3C6CE38E-A63E-4E8E-9897-EF305E95F9CA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0020CA21-8B2C-4591-8333-B3354E88B116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5E015132-542A-447B-9B19-36207EC14D7D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26E1A71F-FE67-4442-A2A1-76B2922F9B9A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F3C4A95D-4F36-451F-8B25-5572E43B0354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758FC5DE-84F4-49E1-9213-2D5E119E391B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CCD652D0-3E3A-4551-A7D3-3C7A5B0C67CB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FCDCACF9-DDD2-4C47-A381-8256F4DF265B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6DA7965B-986B-4BA1-9500-2CD29CCFC750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A9834BCD-6DF5-4F74-8B7C-B15B120B8B40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0BE7E6C7-3DED-49ED-8289-63A8B7517790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61778ECC-44BB-4D7F-8437-9192BBA45016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C12698EF-67ED-4802-98D1-BD1903F40A77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8EB20383-E5BF-4F73-9CAC-9114CB793E33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322442A5-C0B4-4F8F-A767-51AF3AD160F3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9763E647-7884-4A3F-A92E-C5AF4C0EDF09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AA539560-384F-42E0-BFCB-399CCE1EEE94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F286333F-2756-472D-A22C-3D766B4496B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C00873F7-7E99-4C18-A9F1-DF6B9AA58F9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7958B9A1-312B-457D-9239-F2E11A96E0E4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D1FBF23B-528F-48AD-8939-6D4CB751032A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D20706AE-4FE5-4BB8-A64C-046AF63085F0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6A53FF3B-C2E2-4B7A-95D5-0E9BB75AC918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5B526422-EAF8-4F71-A577-0479D9F6C1AF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967D56BA-31C5-462F-AE10-88543FBB4596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471CCA29-031E-4458-90F1-BB34598D47A4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598FC5A6-5845-439F-A037-E447A1FD7BA5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4EC23567-644A-4601-AF80-BA89D42A7F2C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9B5274A3-54E0-4F88-B394-519A572A21AD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D91E122A-C67C-4F22-A462-1126DCD74220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A1ECE4D3-65CD-4D71-BD7E-043E9D3558E6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7DA6632D-60DC-494C-87FD-85854AC0E386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A9D11C08-B1EA-45A9-A242-B4B9F51F5F21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11BC5A8F-BBBC-4B9F-ABAA-563DEADBF598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83C901D6-B953-4C6A-B29B-AA91E2B74D6B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04DF1328-59A8-4420-B27F-FEA63FA049C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B3A1F368-E624-4F1C-9098-3C65EA2EC363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CB7853A8-BBB7-46A5-9765-9D00DA7E7A64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2992DEC7-7ADB-4F50-9A68-1C60C6D7F0B8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38530C3E-A9C7-490E-B054-D1DFBBA97634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336B176C-04F2-41F6-BCAE-142B5FE9AD7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CAEB2216-A9FA-46A3-85AE-B5BEB897350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F5CBC878-12DA-43F3-911C-D51252CE23FE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47A687A4-2B72-4E91-9F5E-143CDCD907D3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DDA0C879-73D9-45F2-A72A-AFD88401253A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1EDC68BB-FCB6-4710-9AE2-F1E56DD5334C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3B37EB97-FFF0-4F40-BFCB-108EC8DCC581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66CAC6BF-F80F-47C2-BF77-EA90B4DB501B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3CED2E52-2CFC-4594-8BBD-39EAF6728036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8E089748-608F-4331-A865-D3F53E11C120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56E0FA0D-98B9-4DD1-8D61-DD02913F69B3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A04C6854-03ED-4201-B798-4E8A3A571683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7A7227BF-27C1-4379-BD14-80251E28D3E9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3E8FDE5A-5A55-4D21-ADE0-A8B4DE2793A8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47C90C90-DE2C-45B4-A2A2-40C410A11449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3D0EDA80-1E2F-4B4B-851A-12B787DEDB80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AEF62372-A51D-466F-B8AC-1ABC6C629C8C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161A0E50-EDA8-49C7-A8EC-E90EC2526C0A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C19E68ED-EA32-4634-8B98-E8AE2F340AEE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0B2544C5-3D8E-4531-8C00-10FDB4FB79D5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B85B2828-0373-4061-B0D3-1D8438C00423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87FD7895-130E-41EB-AEDD-ADD1A588B185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38D75FA0-AEDA-46A5-8F9B-1955BB38D366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71571321-CE51-4DA6-AE6F-B4A078B34306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CC5BCCB5-B0D9-4A29-B67C-BAA15013E423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575A2B6F-1A86-4BDA-88A6-760CA38ED08F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EB757E5B-648A-46DD-A8D4-836B13CE8C4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E5E53F7B-45BE-4482-B578-9F3842A18634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DA7F2296-3711-4984-87BF-882D087AEBF0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7F55F6B1-10F0-451D-B48F-678D05FB8AE6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0CF6D5CA-FE14-476F-A50F-E4DC585BF785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1D035E84-5A24-40D9-863C-8D0DED6BB9A9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1F9EE7EC-40AE-483B-8263-33BC54246B67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48F0FAF8-ACB2-44FC-A5E3-9BCDE09BF645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0D9C21B7-7E28-4E87-B7AE-CDB600877643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2CB8B4D0-FA64-4423-8D4F-A5BDB4D2954D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EA0A9763-B77B-4255-9868-99FA01990A8C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FDEB8F3B-BF8E-4237-B8AD-5C3621349FD7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1439A6D3-955A-4EC6-8D26-D2787DFA199C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9D27538E-EAC3-4079-B3A2-E0E4C5842D5C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70EA0971-9F05-4B0B-9AF2-62CFB776242B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7F527A7F-BD2E-44E7-B4FB-C901EAB42F3F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2DD11D67-78D7-452A-8CFA-2A9B0E229E36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D7ED060C-55F4-43A8-8CC7-2D8BEF60C353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3D59947B-540D-4CBB-BF45-4DD2A94BC1F9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4378B99F-5491-4C61-A982-A494CCB0FE56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18FE9862-F1A9-41FD-A9DD-98647DD27557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F4843211-E21E-487F-BA98-2F14B6FC9E1A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C3C795DD-8C6A-4173-952A-ECB0AF253816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EBFB75BB-D1CE-4466-AB65-9DAC0BF88CC9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1B22D08E-2F92-4DFC-947F-7983BA3F0A0B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14FE0CAC-0718-433C-A8CB-DD887C5459CF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2F98CCE2-DE13-4FB3-A2AA-E58F15835B6E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C44E3824-3109-47E3-9469-E281B3DDD42F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F35EAA2A-6205-4D12-A518-6439B0237C3F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B97BA6D3-91E3-4C82-AA1F-21A865DF17E4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30C4A0FF-2578-43A7-8217-2436E986E2D4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FE50C022-6373-4D47-B19F-B4AFC65DC394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DF626697-586F-402A-8673-0EAF52AF63E8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515E6A6E-3EF6-4353-A09E-57426032BA67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6A16E508-270B-4064-883C-807A40052272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98D2099-8534-477B-A7E8-79A7EAB29356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93FE1A82-2EF9-44E5-98D2-57E76AE5DD2B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F28E386C-4DDA-473C-A52C-D77AEBFBA0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B7F3F447-65F6-4297-97D0-E605DF16FEDF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B909778E-FD1C-41E9-9397-956D2BDC3FDA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5E4B74F5-F008-4349-9362-675E5EC41F9F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CC19D69D-D4BE-49D0-87FA-4CCF8EB6BD3B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B051BE56-2584-451D-9809-6C9B079483FA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26CED6A3-AA7A-45A0-A40F-D664ECA12BD3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7703921-C308-4BE9-8DFD-995568835E64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6620ABB7-7436-4007-A2BB-E6834D8C31E7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0234D306-7921-44CC-A35C-6553C9149BE6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AA918536-148C-4DD2-962A-E0B641B3AABD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8D5F305E-E8C5-40DC-AF9B-232450F08578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516DA3B2-5E23-4E86-8F33-94FA6029FD4B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7CDC02CB-7B67-4305-944D-1873CC69FD9D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D17CAC93-E03C-4B7C-ABDA-78630230B35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EAA7014A-C206-48DA-82D6-CF6C2F3CE78E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8BBE4B03-79DE-439B-957A-67113CC33D21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8A894187-CF83-472D-AC75-55403448503B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68081C5C-2425-428E-80A7-3617AF2908DD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C241378E-5973-4434-83A1-10F9DCE4692C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92CABA75-C44E-47AC-AAD7-F5D05CBF8C70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24759B91-2898-48A9-A74B-E309E6116ADE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F0CABFAA-4867-4575-8DF3-D9331EE561DE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0520CC30-C0AE-4F2D-A7F6-D8DF247940CF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FEBF962-4F82-4C04-9EAD-FAA9F759273B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9113EA86-FC20-4E0A-96B1-9A591D067A0F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D3339416-33D3-4E0A-A228-2EAA90CA2BEF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8AB89678-978A-4D6A-AAEA-8EAD38201CD7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00C07A3C-E70E-4204-ABD9-A0D803377D1C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5F4ED613-8A9A-45A7-B442-88F646CBE351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9D66534B-E23F-4C29-BE77-1B1F27CCE3DD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9972BBB6-A846-4CE4-95F9-6F7F1122706D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B4E66F9D-18AB-423A-B209-4E1D16761CE2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E21D646C-BC4B-44A6-828F-61911CBEDFB0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75CED793-2862-4880-A365-2DD0D78907C5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748F98E4-2068-46A3-8310-5235B3FA8861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A779221C-B6F3-4122-B3E4-C0476ED47D26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FE6781CF-6E45-47AE-94FC-B73ED3B93536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500DAD6F-4D4F-4D18-BDE2-CB407ED7E705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15E39945-1CD2-478E-835D-E425EF2A217C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5FF0A9C6-6481-4FBD-B5D7-592730114F1D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171B6247-86FA-4D29-B531-5DE51FDED359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43ADDFF7-0C0A-4ACA-B681-D23D3FFFA433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1C4CEA87-0884-4016-9F5E-4CE131AF4F55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FD465AF5-D012-426D-AD07-F0478EB9A53E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9547FDA7-C8E2-466D-9DEA-92DA50990347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E436F8B-B717-4B2C-982C-8812B3E3CD39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655524B-F850-4FB1-92B5-330A8174572B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57DE390A-C7F1-46ED-BB32-CE78BC87A1A7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B9AD1D66-3283-464F-81BA-D3DA8619FA12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618F5D23-8457-41D9-A695-DEB7B85DBF97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C5E10F26-833B-4E3E-9893-E385B17E8113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4EE716AE-E341-46E8-9288-536D3EE795B0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5D70EC51-69E8-4503-9DC7-A1366B4BEB02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6F6B4C26-F89E-48CE-875C-58DEE33B2CA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2AB3C2DF-6BC1-48E0-986E-A33F4D5EFA4A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12B30516-E342-40E8-810E-B4FC6A35F6AC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35345EB6-29A9-4C44-8F1C-BA43D03A103E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564B0E1E-6833-449E-87FC-1236B3910984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B5714596-0D5D-4445-BBFD-0C5412F5E387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4DBC3731-C43E-493C-97C5-E1BB47AFA7E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0D503EA2-6BB7-4CB9-9B47-9AA1A718AF45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CAEB3D56-CD64-4CE5-A5C5-ED0C858E6621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4A23507D-D3F7-4F6C-887F-B217986108D8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588E2EE7-1EBE-4D60-B291-2A859FD4F7CD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25258715-8E8E-443C-915C-FFA4CA454B84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AB57E71D-7A6C-4405-9652-461C90A26D83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3DB5EA01-EBF1-46F2-BBD8-B99AB0AC6CE2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6CD89C64-426B-470E-83F9-74FCAE4AFFA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D40B04CB-0B0C-4E47-8FB3-572F02E9F2AE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6401322E-63DE-4A9F-994F-9B3B8E3C5489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522166F0-9636-4C66-A30D-F49019BBE406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760D1EB8-FE93-420C-AA7D-FE576B1EA8FC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BB48E099-C043-4D12-B6A1-56CBEF82325A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E493FCE8-592B-4650-8E1B-8AD38E3B643D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D0770057-1EBA-4BB7-8A53-724928E73350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501E7B4B-87F2-449F-99CA-BD9DB1192D4F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F0545C61-2168-402B-B0B0-55A6C845D224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D33D11E0-B2B7-4485-AE6D-E56A77253DFD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2D3C1A72-7053-4463-B5B5-C2188C02384C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02C7EEDD-E87D-43ED-A589-DDB779ECD726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6DDF949F-A256-405A-9E75-55A487D49B80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66F1D17F-0E35-4B17-8959-3C5EB3ABAFFD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FDE36CF1-7CAC-4248-995F-AB424207EF63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A905B79A-6E7E-486B-954E-E228F1DB31C2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5668C72D-4805-444D-A5FD-EB3AAC80662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E5984FE6-3A77-4AD0-9F72-6C855C7BA6AE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4B35BFDF-CE93-4ADB-B74F-A3C451E0CEFF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43C5345B-37DB-4525-B52A-9C091409398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0A1954D8-721C-43F9-9FA4-7CF4DAD940D6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211BEB22-D6CC-407F-96EC-CB9BA10827F8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91711EF9-7D48-46BA-B62F-A387CD8314EC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5FC05B69-7C9A-4E1D-96B2-1FA67DFF7176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D4EFCCA3-5727-4D0D-92C5-435DF625DC80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C4AD496-D719-428E-9D95-AACCFE52A48B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A56CF5DB-A5B1-4F44-8ACA-FE8793C08FC4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99CC6846-1D70-44BC-92BA-63C759598BB8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4A43C6D7-CB95-4ED8-9A59-E3F39E5D2C26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A643DAF4-83D2-453C-8AD1-06F312B9914B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1D2A7D8F-7B11-4E4C-A61E-D04AB25A586E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9A39CC02-76D1-48F7-9F5A-BD7F8FD5E90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4E09CEB0-840D-4C82-93D3-660A80921B22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7378D9FA-E07D-41F0-AD96-E4C19A13E66B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4D2F88C9-E844-4572-8D83-603076AA6A82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A6ABF516-883C-4BA2-B6D4-E42C8990C0D4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A78A0BF1-88CF-4B89-8C4D-5EDB78F19847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AA2E25C7-587E-457B-B90E-8962ACF2096C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0EDE11CA-F0CA-492F-8288-CC80CC9929CE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811D62F9-54C3-4852-BE18-C60C3A5EE2D3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99B41341-E79C-492A-B24F-F33FABD78229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DF90FDEC-B765-40D4-A7E9-794172E4C80D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2C67D0B3-7768-49F7-A3EE-19DAA2E9FF00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6FE45661-4F4E-4E72-9D94-4DD6F43AF525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D3753DE2-6571-444F-A8B1-7074C7BCCFDC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B69BF7B4-3BC4-4BBC-9970-330C51254509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025907CF-03EE-4A40-8203-02ABAE845E17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D03A0F63-A3A9-4C98-A374-2CCC05F50684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A3571A98-D7D9-49E5-BDB4-05AF08939650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E2016B8A-D823-47E7-93EA-4934BF0CBBDD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E9820DB7-98D1-4454-8335-6DA2B063B3F4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6FADEEDA-9074-4368-8795-3B4453D459C9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E0CC878E-94D6-4ED3-9AB9-757C38D3C801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931D4FD9-B817-4D3B-94F7-E5121189F1F5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9525EA6F-8783-4822-A821-6087034A2C8D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5F7FC9EF-055C-4D6A-9063-E815231B23AA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C86D1175-5EE4-45F5-9E07-432B826DA6CC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A25ABB12-E0D9-4A28-BDE6-180E0ED7962B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D08A6070-6D47-48F0-A657-AF058F2CF3E5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7CC733A0-2BB5-4D29-AEE3-76B644BAF20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5DFD0B8E-F752-4433-960A-3C25C9038BEA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E90FDED6-B881-49F3-BAC6-73D883628A97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939717CC-6E9C-418C-A665-6A7CB3B00EB4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A2B8E309-4563-46E2-9CF6-CEAC2488C606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0EEBE2F2-5827-4113-89AB-515958463039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DDA41C4B-F8E0-4E29-8E8F-3C0FE10325D4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DEE13E6A-9879-4EF4-AF42-81EEE6F23AB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21677505-39AE-4314-A25D-B556F01A37F3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A4B025C9-A37F-4D3D-BBB5-35A977911AC3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325F66E1-2820-4455-8879-24EF2CE34C9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A939E2FF-1760-48D8-841D-D5464013BB31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282DB50C-F213-4FB0-AAFD-66E983267C4E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CED1D57-91FD-46AB-8315-C444B7A919EA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F249A13A-E83A-4435-92C1-FD1E034A3EFB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A4D4A8DA-E16A-4420-A878-ED17C9CC157D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0EFBED53-F89D-4FEB-B96D-1086ECAB64C7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AE7DF341-229F-450D-804D-ED9E4591D68B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44256953-9E21-49C8-9843-8DA9994856B4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38AE6111-2CC9-435E-BD41-ED7BE4078465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A2465B51-2DB4-457A-8812-79EEADCFD2F1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C6628F36-7778-481F-A7F3-12EC9B6D5F42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CD3F62C2-C472-4637-8244-F77A6A389175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5DF0468B-3DB8-43F7-AEBA-23485D81848F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4029A93C-93DC-42E5-8918-6723CCBA431F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F142583A-FDF1-4075-ADF0-C92E709C4067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F124C8F8-6CF2-4A38-AEB9-41326AC9037E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0D82FFFE-4DDF-4BF7-ACB8-286EB0ADF5A0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415E863E-1D5D-4B05-AABF-C33FA914F8EC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3B2FEE79-A15C-4EEB-B30F-2B33D34D66B0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AB409777-D38D-4BE9-B376-7A07EABC6207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3D1E0894-8492-4514-AAB9-6F5DBD2C80D9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19156C9C-AC4D-4FE2-A74C-9767724E393F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DA1DBD14-B193-4BB8-A03E-728B5B4B8A33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D9DA001F-82A0-4AB9-8012-16ADD08C4B9D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699C9121-EA38-4116-879C-3EDE5B242CA7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DF1A68EC-5D8E-4E36-8F94-700FD693356F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FB99B07B-C93A-4315-B779-9AC8989B91F4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AD4CDBC5-9E82-4A08-A48E-9FF0B77BB5F8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43008DD-B006-47EA-8967-FAD04ED524A4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1139E1F6-0573-4D2D-B614-5BA08C5325D6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05652599-6833-43B3-BE33-00D529FC370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7906CFFC-1EB9-40E3-94C7-A3BE424E48D3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6169207E-7845-4F55-9570-E2BF462AE23F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7A3AB194-3A89-4D4F-BA4B-4ACA505C7775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7E881425-9AC1-4E53-B57B-0C44D70FC5F3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10E06E7B-3128-4831-B3B9-054D75DC9766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B22CE6F-0768-4C67-ADDB-D4C7B78D2609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1FDD9EA3-73EE-4F9B-A6EF-1BA586D2E177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CF9EF149-C7C7-40B1-9064-21B8BC8B986C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D8F74AB8-D3F3-40DC-8FA8-5138530519EF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16207A2D-1505-476B-BF03-F5D9BF5F42F1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B9123B34-A202-4908-B6B1-8561C0A73B1B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171C8FFA-0019-456D-9581-1FC2C831827D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1A53502F-DDB3-4FB9-9122-A96194D6BF8B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B721BE15-D4B3-40AD-BB71-7202BF939B57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E3E96D8B-672E-4988-A497-F9C78B61379F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A4F8C3D4-BA4E-4094-913E-FD272DC6A56D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4C212D52-57C2-436E-8761-A4064C46A656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5836D7C3-15E7-4E62-A400-8CD4FB408B22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E23F437A-3BD5-44DC-8F0F-5C9C38172595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91922AE9-09EA-4296-8508-4F8730D0B2CF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EFF6965-9F6C-4570-B1DA-9B14D49CE5F4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26CE625E-A647-4F73-A08F-972CC6817E15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83B4134E-6828-4A98-BAE4-7057E7D95677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06CF92C6-3699-49B9-99CC-2D115FA1646D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89D7AD72-C0B3-4B3E-BB1F-0E1ABF71AAD2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C32720B-A80D-438E-A4EF-8E7BDDB64997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2546C7E2-B01D-48B2-AD10-4D1D8FC0784F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F8EF4E2B-66D8-49DC-8055-5BC1FA50DF9E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EED77829-2314-4E0D-B358-C6E191A8CDFE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0CE9C6AF-6325-4F61-A223-5EADEDADF464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569EDCEF-659B-4D70-BE74-B31F4A65945A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99A6A832-8E82-483E-8A60-CEA26378F00F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70CE360F-5D6F-4AE3-A39C-61A53EADF4BD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045A6F0F-EAB4-4171-8059-357E5AD63BDB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5E8F6CC4-2DC7-43E5-B7CF-E0496EFBDEF4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39C30FB4-1D47-44BF-AF9F-0AB50AFE93E4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101E4B51-C3AC-4163-8EFB-DF845185DB98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0E52613A-908D-42FD-9431-C9C2C30402D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16BDB8AC-C315-4862-8B10-359C58E14C19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C07E6881-D110-4F87-99FE-E1EFB4B0782C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9B2BEFFE-52AD-4AF9-8023-1CB3ABCAC851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DE12905A-EA50-4FBE-B02F-AC4271095181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11AED38B-E670-43CA-BA5A-84E07286027C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5D2A7603-25E5-45C1-9DD2-30303BF0EA31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B93A2509-ED5E-458F-B71D-93AAB83FFF38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4E1202A1-6D43-45D3-8015-1515F13965A3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3D417BB5-7B35-4F3B-84C1-BFD178129281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7FDBFCA2-BB82-4C10-96D4-B32E7BF5BEA3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B41DD7CC-02A0-4468-9D8A-0C199CAE73DE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F5D9B387-13D3-49FF-B947-F3E87588BCEF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9A930560-A04D-44BB-92A2-6DD1B954ABAA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C525575E-AEA7-4385-8D9B-A253BEE72B5A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0BEB9F39-061E-4B9F-BE20-256A9482ECC9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CC9020D2-B681-4A3A-B8FB-BD757FC438A9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BC8F6976-C348-4E8D-843E-B5CFD513CA0C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2B0D399F-003E-40F6-830D-005760929FA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BCB52937-ADB3-4DBF-8E61-700C2F202CC4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6D7D1E7E-5117-48BF-B8DB-D9DAFD4E1072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18C7311C-9A6A-4662-A824-DCE71240D72B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DE651711-74A6-4316-B7EF-768399B66B76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B12EC49A-8072-4954-B43D-4671ADA8A79C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D7725FA2-4C17-4EBA-805D-5F8B4E59BB1B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5C93803-F0F3-4AFB-87B6-0CEA7E914B31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F4457A25-2F9B-4848-81CA-904698DBD477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3DB7C9A8-6ACD-4543-B33D-24BBAA417E54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35FB614A-64DE-4B10-BEA3-6B7863411BA8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4496F08-9BD9-4C0F-B622-D0B821BF63DE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BA077176-C5B9-4DD2-9A6C-978F10DED695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4A22AF97-1B27-4C41-876E-336346738125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7A5C5DA0-2181-4027-B6AC-3D3C0AD48607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DD70E3BA-F4BD-4678-9E8A-71C587462102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9FA45D78-BAF1-4FDB-B685-528B53D0F762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CC631985-C6D4-4725-A6FB-E3635E3C4C53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BE023699-9551-4AD2-89FD-120D39C6414D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3B7F28E0-673D-4C5E-99A9-3031CAB7C64A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53B0F599-7095-4049-9D5C-974A3F2000BC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BB14ABBE-8264-47B7-A00F-2D5C78B43C14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CAD6A557-77A6-4154-9438-10954B1F9F22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E6221EF5-CAF9-4828-A3F6-EFC4C47E3CEB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D071A536-5491-419D-B686-6BB4AF5B6D4A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B7BDA703-088B-4CA3-80D4-7634965CBFD9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4112DDBC-D0D1-47C6-8C2C-457C41CE92F7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414D24D6-6203-4D06-90B2-32904F34785E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5B5EC8C8-6286-4A11-8C04-BCFB951576A2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7AA30F32-FE5A-4AC7-B5EE-4033F4DDBC43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53E8E666-02E5-40F1-91BC-FE1FA66F9ADC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D29AB153-E82D-4392-9FCB-35295425E09B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93265525-5BDE-4599-8994-500ED950954D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FBF14764-AC51-4625-9B0A-63BD0DF0C4CE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B9F36B20-EA92-48BA-9A55-5DD31FB2F19C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B35F23FC-C199-40A3-9AB5-39DC46B7DAFC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88978D58-B7A4-4FBE-BD61-05FCB3600DCF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9BEBC140-435A-4687-AE1E-9D4220A255B7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66FB6CAC-26B9-4597-974B-5005E66AF295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5C945794-7FE3-43DE-987D-885339103EF0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14B2F78A-C833-4646-9D17-E37BD05245F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864C6D5E-31C8-4B80-B4CF-5ECA390AEBBD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3B88E9A8-30B3-4009-9993-158D9A3D40E7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CE8697E5-D39B-4801-A37F-7FED80C40040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0D65DB2-D58A-43E6-8062-301312C20C8A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7F7C2467-F8A9-4545-A06F-8EA537FB4005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6EF4C834-1318-462C-9ACA-F5AAC194C809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5E2BD325-A48E-44C7-9794-5D898CC7DA58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2F6F5975-F2B2-4FEE-9FC0-7353CD65AB69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5C5E91CB-02BF-4EC3-B907-2F19EA68CFD7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F91A7344-E4D9-4B6F-BF50-B20395E3DF90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5FD50052-5379-4360-AFB0-338AE79D98E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B4E41D04-912E-4224-A9E2-6324472A1A8F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2A8F33BD-1CFB-4EBA-A7D1-9F0DB60225A5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C2941B25-786C-4D57-A962-58FEAF3F4CFB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CB17A004-5D07-496A-B036-D5C9206EB845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31961A63-584F-480F-9223-ACB2AC681760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A13DDF99-CAEE-4F50-9BFD-096EC0BC3D6E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A707F47F-3F91-4E2D-8BCE-1ECA92AC3487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599597A4-2718-4F02-ADF6-144CA77DF9C9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D282F2D6-A581-44F7-A588-FAE36698CECF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9D4FD52F-652A-44A0-95C5-5D84A737660B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AF2EC6E5-845D-4A1E-B4B9-773557BC9FCA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274CF2C5-C39B-456C-B64A-AB514BC58DB4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5D1F3D2D-CEF7-4000-A28D-7620373659AA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9D7F80AC-DAB6-47AB-BC91-7FA9E4036C90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CC8A4274-78E0-4597-B0B8-02F8B3632925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CDA9E88C-88E4-40E3-8668-A4CB9F8C9EAE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AB68ACAE-B73E-4BBD-8FBC-7D2A8430E0F3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759B551E-AC71-4477-A802-E26917B5A110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897D5AE-830B-4300-9AA6-BFCC20FCCEBB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74D98B45-F501-4FA4-9177-EDD048C42DD1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AD06CD6F-C1F9-4EB9-A63F-321C24280978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A7952D08-8945-40D4-A553-F5A5C95B436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0E6D1B1C-2067-42E6-BF3B-40A4E227327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55124BE-531D-4E7A-A5A1-05A365CB4ACC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EF9788C5-8732-4315-9DB2-6DC2270BD7BD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556A0C4-4BC7-4982-AB21-396AD5A08870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9CD671F6-4D0A-4C51-92C1-F1B13B89C79B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A5014882-0D3D-415A-9655-12DE215F475C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AD616F07-A74F-4FDE-9D39-91EA56A8F73F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0BD74B5E-3A49-4428-B5BB-3FC680FF9153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8CCF663D-7463-44B2-BB51-4B2BC58607E5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6C0F33B1-3E86-4CC9-9619-936E35CFA2EB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0BD9CF13-03CC-4634-9907-89363F2251D3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99B62CFB-9ED1-4D1C-842C-B8FE1CD51DB6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5F7EB093-1C11-42C6-9E2C-95037F2D3C28}"/>
              </a:ext>
            </a:extLst>
          </p:cNvPr>
          <p:cNvSpPr>
            <a:spLocks noGrp="1"/>
          </p:cNvSpPr>
          <p:nvPr/>
        </p:nvSpPr>
        <p:spPr>
          <a:xfrm>
            <a:off x="7545038" y="1863762"/>
            <a:ext cx="214640" cy="756566"/>
          </a:xfrm>
          <a:custGeom>
            <a:avLst/>
            <a:gdLst/>
            <a:ahLst/>
            <a:cxnLst/>
            <a:rect l="0" t="0" r="0" b="0"/>
            <a:pathLst>
              <a:path w="214640" h="756566">
                <a:moveTo>
                  <a:pt x="0" y="756566"/>
                </a:moveTo>
                <a:lnTo>
                  <a:pt x="214640" y="756566"/>
                </a:lnTo>
                <a:lnTo>
                  <a:pt x="214640" y="0"/>
                </a:lnTo>
                <a:lnTo>
                  <a:pt x="0" y="0"/>
                </a:lnTo>
                <a:lnTo>
                  <a:pt x="0" y="7565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F6AED09D-F8A7-45FD-AEA7-948A7AF3DC61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C61F925A-4D52-42A1-9404-63C38E9B2780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4C43E648-DFC4-47D7-A4D4-BA5E74D178A3}"/>
              </a:ext>
            </a:extLst>
          </p:cNvPr>
          <p:cNvSpPr>
            <a:spLocks noGrp="1"/>
          </p:cNvSpPr>
          <p:nvPr/>
        </p:nvSpPr>
        <p:spPr>
          <a:xfrm>
            <a:off x="7788948" y="2055749"/>
            <a:ext cx="214640" cy="564579"/>
          </a:xfrm>
          <a:custGeom>
            <a:avLst/>
            <a:gdLst/>
            <a:ahLst/>
            <a:cxnLst/>
            <a:rect l="0" t="0" r="0" b="0"/>
            <a:pathLst>
              <a:path w="214640" h="564579">
                <a:moveTo>
                  <a:pt x="0" y="564579"/>
                </a:moveTo>
                <a:lnTo>
                  <a:pt x="214640" y="564579"/>
                </a:lnTo>
                <a:lnTo>
                  <a:pt x="214640" y="0"/>
                </a:lnTo>
                <a:lnTo>
                  <a:pt x="0" y="0"/>
                </a:lnTo>
                <a:lnTo>
                  <a:pt x="0" y="56457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8498F7BD-A744-41AF-AAAB-91C057CED1F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C13DEF40-4801-4261-A1CA-1A0E00498E83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147383C2-888E-4F1B-A7F4-511C2B11DA5E}"/>
              </a:ext>
            </a:extLst>
          </p:cNvPr>
          <p:cNvSpPr>
            <a:spLocks noGrp="1"/>
          </p:cNvSpPr>
          <p:nvPr/>
        </p:nvSpPr>
        <p:spPr>
          <a:xfrm>
            <a:off x="8032857" y="2384208"/>
            <a:ext cx="214640" cy="236120"/>
          </a:xfrm>
          <a:custGeom>
            <a:avLst/>
            <a:gdLst/>
            <a:ahLst/>
            <a:cxnLst/>
            <a:rect l="0" t="0" r="0" b="0"/>
            <a:pathLst>
              <a:path w="214640" h="236120">
                <a:moveTo>
                  <a:pt x="0" y="236120"/>
                </a:moveTo>
                <a:lnTo>
                  <a:pt x="214640" y="236120"/>
                </a:lnTo>
                <a:lnTo>
                  <a:pt x="214640" y="0"/>
                </a:lnTo>
                <a:lnTo>
                  <a:pt x="0" y="0"/>
                </a:lnTo>
                <a:lnTo>
                  <a:pt x="0" y="236120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6BB8CF20-A63F-4350-A5B9-C392F25F6064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87D62F34-2A18-4877-AA23-CB87527CABC8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24FE98BC-D3AD-4450-BC64-F91BA7AD9C6C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AD86508A-7E20-4D4C-A72B-3F8FF9BAADDC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C217DE8B-75E7-4ED4-86CA-64398F076365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EF2B432E-8093-4FB9-BFEC-BAC3863E2C39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2F920B2D-3091-4471-AB30-BB9460E77DAE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23161B58-9BD8-4F03-B066-A988F0A61E39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815521-B07E-47C4-AE9C-5632739B2ED8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55C68BD3-EB69-4AC8-83EA-796865FC0814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972A7743-20A3-47F7-95CE-0F0EC7672B56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63E5884-7F62-4A34-85FD-58CE36F92DD4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BB9A88A3-9537-467E-96F9-9DDB68861216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7B2F90E2-E5EF-4B94-9429-FA624AC0F63D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917D4735-E9CF-47F4-BA0A-E664B5493B51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8A4B17E9-39D4-4269-A5B8-71851BB8DE60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0D51E93-DA61-4E84-A2FA-21C60C2D1412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C5BA4118-F6CF-4160-AAB5-B0336FFEB02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2AA694E1-5E45-46A8-A9B1-C6041708AFF5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6C14E90E-2838-492B-AEB0-A20D354B19D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939E7C9-5550-47AD-B490-1F5277E334D4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B861B8BA-962E-477A-AECD-4CDC4D8D078D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5100CAB4-A497-4A56-9C96-2EA9F51B4CF8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475BCA37-27A9-4D90-AF0B-BF77673EE9BD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3A181582-2980-4C28-8D32-3EB4B5AA7CBC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FCA8BBA9-5ED6-473E-A9EA-36FA21CCB23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D7C0538-F749-45B1-A9E2-49C24930B536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0F25BBDF-5C20-4226-8508-FE04A4ADCA36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BB006298-E3BF-4882-8982-D4BC2C1E838C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D5F5B7BE-76A4-4565-BFCC-59CA0B77824B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855D1F66-B175-49FE-80A1-5D622F517350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EB65201A-9EAB-4B1A-B430-9BEFABDE84AC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83DD9BBB-7569-4B0E-8173-25E8CF43B9C3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2EA4CC8-AB3B-40E6-AF6C-2D05FBD8C1C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5EB42F97-015E-4939-A0C9-2D73E79618F1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03DF6CF7-794E-44A0-9D43-4AAE5D512C44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EC7C9049-A52B-4814-804E-514E9783AC5C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972FCDED-52ED-489E-8EBB-51EF0F5981BD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D6752B51-0F3B-4D03-A6C6-C132BDF99A91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7EFBE186-2A83-47C9-8A06-F98DE5B5B6E6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488F4DD7-CE2E-47EB-87FE-52A4BFC2E5F4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4FFEFCEB-1C9E-4274-BF18-94CDFA3AB537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A0A47DC0-7C4F-4263-8795-A046E5D15A1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890568EC-F977-4C09-83CD-28F1D349FA0C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046F9278-0B5B-4925-A9A1-A965544F625A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94959E9F-6BA9-4D95-B02E-498A34C7FB11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4017219D-9181-4AA7-B66D-65511590947B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3B763AC3-49DF-4F69-BC67-5B2BD35F62E1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939FB554-9671-4649-9FC8-3716EA0EA380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BF9A67D2-1D6A-415D-8882-F6AD40AE346F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B0F611D3-0717-42FA-9919-E7EBCE66BAD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5D1BB28F-7937-4A7C-945F-6280EBC9571F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619A3627-1F92-4C01-8602-472FC3D85AA3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3097D18E-AD4F-49AF-8258-A0E860F0A8CF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4C2F780F-D76B-4963-A492-76C73AE50743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CCEF170C-D0D8-4D93-8A0F-4D7D99FBDEE2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D0B554DF-670E-42D9-98CC-5783E244A37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CB89CBBB-504F-463E-AF94-E2652E3FCFEB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07FF54FA-94BF-40DC-A190-F34E4FC20B0E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CBA3EC2C-7104-4660-87D4-AF133F6BD0E6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5F62C834-9D9A-4BB2-A5CE-66FB6DBF9CE4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75A00B6D-3ADA-4F78-818D-26C17071F8BC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D78B1569-9C81-4F2E-AE7E-C0C94D724C1F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93E20C22-9CB0-4E60-8846-5726AB1AACAB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BC833785-1A1A-489E-B3A7-46C50A42BB02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472CBC5B-E154-4A25-AECE-AF33252C08D6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5D712038-4B8A-4E02-9B46-2CFB7AED9C32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19CBC1FE-5F20-4BCE-BD3A-535385DD0043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1292DC41-C913-4A04-8F81-7E32366D68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FBC52C9-0E6A-4B1D-8604-2019E0FB54AD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07987F5-426F-4FE9-800C-6D3DC9DCCDB4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DE29F0EB-7130-4576-A331-6607C1331785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33F4F12A-F141-4550-852A-3628E9B52BEE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EFD814F0-6B4F-4A08-B99B-7CE99D683C80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E346DD66-B50F-4643-A90B-6CDC74E2FB3D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F79A9888-0AFD-477E-BC0B-19E4629C669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55FB6760-FC33-4547-A1AD-179254269855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1B9D0A82-D5D2-49D6-B5CC-E3766036CDB9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2928128B-0352-48A3-AD5D-228FE32F3D42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8E9FA74C-3349-48A7-AF20-89314FECB929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989BFCA4-2C8D-4B95-BCA4-829645832BD6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0DF5BC6B-6455-4BC0-93F3-9A88A5CE2B2D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E1C25D22-DAA4-4AD9-AE1A-3D4AC7AAFE24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0BE9D6B6-7B63-4D5D-BEAD-B222180E324B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07C079BB-57E3-41C6-8A0F-5EB41A64AD3C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4F110041-8F13-4E09-BF49-2D2AD049ABE6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611CA0ED-FE63-4278-8468-CCFDEE7DABA9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98C78601-95F6-4038-B2EE-01F682583F81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5E43BB2D-A182-4C4E-9A37-A014A1FB0FA8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0CEFC4B2-2BB4-4165-A27B-ECAE13E07B1A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F26FD0D3-B085-49A7-98C1-8DA44BF44D7C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8215049D-3DDB-4610-A43B-43142E93390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94A94690-459A-482E-916A-3EB03518022F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DD24B5FE-DEC4-4DB2-AA1A-22F6197A70A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9AA97A10-5B96-4B2C-A251-66DED8616896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6776A0CE-D6B8-4AC6-BB79-8D9FDBE42399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97ABB14C-20E5-4751-8090-E579C4956FB0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14C8EFB-1A65-4BD9-9666-8FDE63345BFA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AC8E9274-A9BC-45A0-B9C9-BDF9BD26910B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194DF6C3-B16D-4321-801A-BE485D91CD51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7AB90904-5843-4FD9-8595-CC2F343684FF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3F1788AA-A589-48FF-920D-CDFB9F0FEFE6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FBD70FA9-FCE4-4432-8F66-6CE37B9A9A42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5677D1C4-FAB7-4316-B567-ECBD839BC93F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03338414-18D0-45BF-9013-8A3E82212D3E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8BDD7155-F168-4B53-BBAF-0DB7FC28E92F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A8BA3E8-7AA0-477A-A1AE-C594C1C03C85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3E0754BC-5BA7-4369-9516-4D51C360DB35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20F3B092-4F6E-4F48-9E80-EEB9FCA279C7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B1E663B5-C9B1-4A5E-9902-BFC96AFCCCDC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03B60688-A71C-4367-A5BA-1A005BD8888C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5C7AECF4-BF16-46EB-BCE8-FE24FDFE6864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5210C56E-674A-4A44-AE90-8B5BBC0B8990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B7EA2030-9594-4569-9DFE-821970D7F3C8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FD925AB8-D94F-4578-BCA4-676C6BDC4C3F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334F02DC-5823-4AA0-A338-A4F7E1C10BA6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F73628E2-A95C-4F67-B402-981648086529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F31093FF-5C72-48A9-B72E-0450FD255BD6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609F89D0-0CCA-494B-AD62-B4EF877D6696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C7175D77-ACAD-449F-8411-A7AE718C3DB5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09B6BE56-8A2E-4A6D-939A-26A50131A1ED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DC2A39E5-68AA-4895-AA52-7A62ED5D9110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EAFB1481-B350-4AE2-BE38-D8F9152E94B3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D253ED3-C8E6-4CE4-9495-54829A190752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6BB25788-336E-4765-8C91-072E4069497B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95F8A943-8BDA-4E4B-BE7A-A44EE97AE375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22DB16E3-A80F-49DE-A312-89AE29D98667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A5123C34-3FE3-409D-A4ED-D2E4FC0D6B9F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D6099B26-76FD-4645-B8A7-9E40E70BAEC3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056D71D8-87DD-49D8-BAF6-DD4784E70F56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3A46AC9D-9BA1-4704-ADD2-3558176D647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3D2F930-F757-423A-BE55-2C9A62ED9165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0BC203E0-74F0-42B5-A827-32744A06F1C8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8BF55CD8-956F-4C77-8F02-A41E90992A53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047F6979-CF33-4BA9-A4ED-4F2151D5A1C8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57B40BB2-661D-439B-8B2A-D107E8845895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CA5DA5C-CCC3-49BD-9957-DB33D3BA8CBB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B937EA6D-AE46-4720-A5BB-89FBFABFCB96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68690F80-004B-4931-B9DA-7DD821936067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AA2D8078-E21B-49B8-BF27-21FFC0B53780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F8164A84-5F96-408D-86C0-2C29E1ED2A26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E0E2BACC-6926-4669-8F90-9DE05335F665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7014387-B168-4CCD-8A02-5B9C31EFA17B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52E53A0F-80E9-4D7D-95C8-994F9F137529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C2045F71-4EED-4CEB-A227-9D027C24DAAB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379352E9-61FD-461F-BF32-8AED6BDCA6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01C61095-7C23-4F44-B5AE-A3C16809C00B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5683786A-A009-4EF4-9D7A-F52C3BE59219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F9CAB8FB-D298-48AF-871E-F748F9F739FF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5ABFF15F-B857-45CC-BD11-7FBB5B3B3F08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94A1BB64-16DE-4133-83EC-9929517337B9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7DC7D902-26A0-4CB9-A74B-7B33BD811F1F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AB081019-0109-47D1-8B3C-300042D86531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C67F1A5D-266C-4757-A73C-1CEFDFF25CFF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CFA9BA72-0707-405D-B261-64A439A4D423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27FAE2A1-F74E-4760-9CC5-AAFEEABD76DA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FF945D21-74F2-4E5B-A0D7-9C52A41BC7C3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D4264913-E1A9-47A3-8992-FFAF59588B66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9C53FF23-608A-48E2-943A-CC25C1FEBF44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4D9E210F-3712-4803-9687-FD456EE79139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61B7F4CD-F968-42B6-A93D-2C5AE5FF4191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401D1333-2C17-4D16-B510-423E195634A8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DD0F4096-2CFA-4C66-8663-AB10258F7B89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D3FAE683-703E-49EB-8E92-77DF08DBB126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81EFAB9B-1465-47E4-8491-CC976FF20EFF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46868FF0-C6D1-4E59-9075-1954B4239CDE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A63F1614-CED1-4022-B3B1-D7B5D2117859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D0F8F0A0-2145-407E-86CF-7C9E5647B635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E08106BE-DB99-43D9-A97E-007A4911976F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328B7532-E613-4B95-8267-6DB94625CE1A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B2B61735-ACE2-46A9-AE8D-6CA42DDBE11D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457A3457-BC56-40F7-A108-7F496C60F8D8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F717700D-5B3E-4911-96A3-C6E9EB3FA23B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2745939-D3E3-4E2B-9C48-C59948557CB0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55F93A52-2ADF-4D62-9DAF-BC4BDEAE33EC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38E2254B-8420-4F66-85D5-9FBADE59C4ED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C49F8122-953E-48BE-B476-C43CD8B86C16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0B548937-7C48-4B4F-988A-A0B3B012C432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8D20833E-DDD7-41E4-BD11-05C417927D38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425A8B39-9E4A-4B57-8FC8-FF7E19E57357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15A00F9F-21D0-4527-9781-DD5CAA09AAA4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A077BEC1-3064-45B9-AB3F-430B539126B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73B534B8-49C2-45AB-878F-25D0CB3BF8CC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025436FB-8FEE-4EFB-AFE3-9DC3B196C2D3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6133B86E-A19E-4F87-84E8-6F8F5F6DF8EA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0F4E70D6-35EC-47DD-B261-787F3207F0EC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95ADDBAC-7AED-47B2-AFC0-D311293F8A1A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8A232B03-A951-4AFD-98EF-168528D313D2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75AC7A02-DA97-41E7-BF78-D2D22ECCF64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53803D6E-DA64-489D-8021-C0187FB5E958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830A1F86-7801-4CC4-8D8A-6E2DE05E7B52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45F56BD1-FAE0-40E6-9B6D-75394E5AF3FC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89541293-3D76-42AF-9B42-0E80FC1E4C1A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447B6D79-8DE8-4449-A063-9A7BE1E5E6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DDAA9CCE-EA2E-4737-8E7C-1522F51D3069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F4C62D48-CDE5-486F-BFA7-0022E71F9959}"/>
              </a:ext>
            </a:extLst>
          </p:cNvPr>
          <p:cNvSpPr>
            <a:spLocks noGrp="1"/>
          </p:cNvSpPr>
          <p:nvPr/>
        </p:nvSpPr>
        <p:spPr>
          <a:xfrm>
            <a:off x="7639484" y="19462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0D9393F7-CD87-4676-B50F-40CABE8DB42B}"/>
              </a:ext>
            </a:extLst>
          </p:cNvPr>
          <p:cNvSpPr>
            <a:spLocks noGrp="1"/>
          </p:cNvSpPr>
          <p:nvPr/>
        </p:nvSpPr>
        <p:spPr>
          <a:xfrm>
            <a:off x="759659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3C98E0F-098D-470E-AAA9-FC5A6870EAA2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1275A1F7-8AE9-478D-AFDC-F6E0D026B145}"/>
              </a:ext>
            </a:extLst>
          </p:cNvPr>
          <p:cNvSpPr>
            <a:spLocks noGrp="1"/>
          </p:cNvSpPr>
          <p:nvPr/>
        </p:nvSpPr>
        <p:spPr>
          <a:xfrm>
            <a:off x="765478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8D9B65A0-B2DC-463A-9CE4-1AAA9F46C365}"/>
              </a:ext>
            </a:extLst>
          </p:cNvPr>
          <p:cNvSpPr>
            <a:spLocks noGrp="1"/>
          </p:cNvSpPr>
          <p:nvPr/>
        </p:nvSpPr>
        <p:spPr>
          <a:xfrm>
            <a:off x="7707573" y="2487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602E3FF-BB56-450D-9BF3-82DDBDA0B581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0CA67815-5055-4AF6-820C-DFD6A6EFF7DA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86CCAD4D-2A61-4696-A2C7-2427D50A4A2E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92E9CB72-1756-4D12-9FA8-3CF382516362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16919A7C-172F-42D7-9494-D750704E2428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187EE18A-B688-4980-8326-20F073BFEABF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F35F2A77-6787-4FEE-A6DE-A9E711ACF83A}"/>
              </a:ext>
            </a:extLst>
          </p:cNvPr>
          <p:cNvSpPr>
            <a:spLocks noGrp="1"/>
          </p:cNvSpPr>
          <p:nvPr/>
        </p:nvSpPr>
        <p:spPr>
          <a:xfrm>
            <a:off x="7612217" y="24846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28A42E81-BF09-42A3-B2A6-B552C01D912E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DE87798A-8414-44C9-8119-5B7FD65107D1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FF0C9CDF-596E-4AE8-9829-B35CA8C76220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4FE601B6-8BC7-48E7-9ED0-5B0F50B95AF8}"/>
              </a:ext>
            </a:extLst>
          </p:cNvPr>
          <p:cNvSpPr>
            <a:spLocks noGrp="1"/>
          </p:cNvSpPr>
          <p:nvPr/>
        </p:nvSpPr>
        <p:spPr>
          <a:xfrm>
            <a:off x="7645929" y="2111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D0F3EA2A-667E-43D4-AA44-EFF9E49D9402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F3A7F1C5-009C-4DEB-B27E-3934579C931F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FA44ADD0-8EBB-4384-B96A-B35B0680E19A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0162D9CC-9C7F-4EA8-8D0A-04AF978DA786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1A7649F7-3CE7-42D7-8620-6595DFF8CFED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2064C5FF-E517-4D71-800B-9E4F4BA11BB0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E1C92775-077A-4704-B7B8-51C27F0117A3}"/>
              </a:ext>
            </a:extLst>
          </p:cNvPr>
          <p:cNvSpPr>
            <a:spLocks noGrp="1"/>
          </p:cNvSpPr>
          <p:nvPr/>
        </p:nvSpPr>
        <p:spPr>
          <a:xfrm>
            <a:off x="76273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7A05572A-2AE1-45B9-921C-4D3AEB69AEC7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777EDD4F-E5DC-4570-AE48-0DCB67DED15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E63A9C82-16EE-495A-8525-82C628F29444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F71A2884-76BE-4CB3-A8B7-17EEE485FB18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EBC99DF9-CDEF-44F7-86F4-AE29C91A3A2B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0F6DED66-0BAE-4403-8D54-6B2F73F825EF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69E78D9C-90D6-46E5-AB5C-AA2FF7928344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8C84E1E4-A2EF-4A3B-A55C-D87FD3778589}"/>
              </a:ext>
            </a:extLst>
          </p:cNvPr>
          <p:cNvSpPr>
            <a:spLocks noGrp="1"/>
          </p:cNvSpPr>
          <p:nvPr/>
        </p:nvSpPr>
        <p:spPr>
          <a:xfrm>
            <a:off x="7716979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B0B7EDC5-3F04-41D6-BC31-83A255DD71D1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82DEE22F-4A43-4A90-982B-E71D370A222A}"/>
              </a:ext>
            </a:extLst>
          </p:cNvPr>
          <p:cNvSpPr>
            <a:spLocks noGrp="1"/>
          </p:cNvSpPr>
          <p:nvPr/>
        </p:nvSpPr>
        <p:spPr>
          <a:xfrm>
            <a:off x="76386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B2E0FBF6-5D4C-4592-862B-1593F1A8B2A6}"/>
              </a:ext>
            </a:extLst>
          </p:cNvPr>
          <p:cNvSpPr>
            <a:spLocks noGrp="1"/>
          </p:cNvSpPr>
          <p:nvPr/>
        </p:nvSpPr>
        <p:spPr>
          <a:xfrm>
            <a:off x="7615610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125FF9FF-E45E-4384-985F-7E5D1548F35C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4B9EA695-9422-422D-82D2-817F21AD8B6F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8C407A29-BAD6-4C2F-A8F5-2B5BCD7C1C68}"/>
              </a:ext>
            </a:extLst>
          </p:cNvPr>
          <p:cNvSpPr>
            <a:spLocks noGrp="1"/>
          </p:cNvSpPr>
          <p:nvPr/>
        </p:nvSpPr>
        <p:spPr>
          <a:xfrm>
            <a:off x="769658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8B4F1FDC-41E1-4DD4-8393-2CEA20360C1A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BEBD0209-49C7-427D-8699-F78FEE54BA5B}"/>
              </a:ext>
            </a:extLst>
          </p:cNvPr>
          <p:cNvSpPr>
            <a:spLocks noGrp="1"/>
          </p:cNvSpPr>
          <p:nvPr/>
        </p:nvSpPr>
        <p:spPr>
          <a:xfrm>
            <a:off x="7552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7D1036A9-A66A-4B2A-B821-44D9311EE40F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D5AFA06F-E11D-4A9B-A497-73CC59D35978}"/>
              </a:ext>
            </a:extLst>
          </p:cNvPr>
          <p:cNvSpPr>
            <a:spLocks noGrp="1"/>
          </p:cNvSpPr>
          <p:nvPr/>
        </p:nvSpPr>
        <p:spPr>
          <a:xfrm>
            <a:off x="7578816" y="2457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E3B44023-EED1-46A2-9A81-CA050183A327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38765DD0-BD0D-45C8-A54A-1BCDE7E169E6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8407D9D1-A6D5-4B09-9A5D-1611AF709D7E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1C8F94CE-9893-4CAA-A6CA-DB129EB3817B}"/>
              </a:ext>
            </a:extLst>
          </p:cNvPr>
          <p:cNvSpPr>
            <a:spLocks noGrp="1"/>
          </p:cNvSpPr>
          <p:nvPr/>
        </p:nvSpPr>
        <p:spPr>
          <a:xfrm>
            <a:off x="75671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CD6B6B9A-950E-4578-B12D-B1603A6FB789}"/>
              </a:ext>
            </a:extLst>
          </p:cNvPr>
          <p:cNvSpPr>
            <a:spLocks noGrp="1"/>
          </p:cNvSpPr>
          <p:nvPr/>
        </p:nvSpPr>
        <p:spPr>
          <a:xfrm>
            <a:off x="764265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9B8F31EE-F6E6-4A7B-B657-4C4472525E37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0D7018EA-1119-4844-BB61-989A85CF1F3B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FFC017C6-675C-4CD8-AACF-54BC97B27337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BA6F4CCF-7041-42E5-AA18-0A02B7C7AC02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348D34FE-BEA3-4184-9376-9E8A2B941B5D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1E25C1E9-42B2-4233-A583-849E3374C28C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E397DF39-4F56-4E61-95E0-027C9B7F0D7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E4E5BD74-688F-4208-8F8B-8B59B370DFE2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11265468-3AB2-4A7D-A352-EC7B4CB38D19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E1DAF1F6-A0E6-49BF-BD79-597A351D3B69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ECFDB85D-531D-4E40-94F4-AF5A4A2CEF4D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CF821230-31F2-40C9-B1D8-2F3B83180AE7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9CADD882-D3A1-4C73-AD5B-3C1F05A3071C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6A0672E2-6F91-438C-AA78-52C7F7D4C61E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FE706027-A3D3-48C2-9CA0-F785C30EC318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DEB836B0-171E-473C-889F-5643B9E83BE3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9CE8880C-3B8D-402E-9F39-ADB86561F6EB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A2376345-7EA7-4E75-8924-C9A433830214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9B140023-737D-4CF4-B54E-CBCE54A97930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DCBDB42F-9CA1-4446-B078-2EC05D3F70DF}"/>
              </a:ext>
            </a:extLst>
          </p:cNvPr>
          <p:cNvSpPr>
            <a:spLocks noGrp="1"/>
          </p:cNvSpPr>
          <p:nvPr/>
        </p:nvSpPr>
        <p:spPr>
          <a:xfrm>
            <a:off x="766164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6DDF24CA-0B68-4615-9F80-6143DD421ADC}"/>
              </a:ext>
            </a:extLst>
          </p:cNvPr>
          <p:cNvSpPr>
            <a:spLocks noGrp="1"/>
          </p:cNvSpPr>
          <p:nvPr/>
        </p:nvSpPr>
        <p:spPr>
          <a:xfrm>
            <a:off x="767449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2CF3C405-E6D3-40F5-AC97-674F6FACCB26}"/>
              </a:ext>
            </a:extLst>
          </p:cNvPr>
          <p:cNvSpPr>
            <a:spLocks noGrp="1"/>
          </p:cNvSpPr>
          <p:nvPr/>
        </p:nvSpPr>
        <p:spPr>
          <a:xfrm>
            <a:off x="76756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043E9F70-8D81-4F1C-8D51-BDE63F834AA4}"/>
              </a:ext>
            </a:extLst>
          </p:cNvPr>
          <p:cNvSpPr>
            <a:spLocks noGrp="1"/>
          </p:cNvSpPr>
          <p:nvPr/>
        </p:nvSpPr>
        <p:spPr>
          <a:xfrm>
            <a:off x="7585516" y="23820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9CBC0A06-0E3D-4120-AE37-C6E832F2B018}"/>
              </a:ext>
            </a:extLst>
          </p:cNvPr>
          <p:cNvSpPr>
            <a:spLocks noGrp="1"/>
          </p:cNvSpPr>
          <p:nvPr/>
        </p:nvSpPr>
        <p:spPr>
          <a:xfrm>
            <a:off x="7708447" y="256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F113E447-7A68-4337-AE79-03204178E50E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7615C992-30E1-4EED-9268-9B0B6AD1A9C2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7E667129-5855-4D77-BA2A-F357672296B4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19E83DEF-AFC4-4C3D-B2CC-EFD7CDEB797D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6D6F4BE8-7A4C-4ED1-9E12-DDEA9AAA962D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8E690EA1-B884-4911-80D1-DEFABABF6D36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7D37CCC3-156C-4D0A-A91E-24EFE757332A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11E7B4F8-553E-4FA2-8A87-5D914415750F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7F8040F5-7B7A-4F62-880A-FDAE4DE4B65D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CE77ECC1-B000-443C-B70D-553102B5CCED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1674B416-B4CC-4782-A28F-12082996F0D4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378758B1-0AAC-43F9-86BC-9E75EC142D2F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F960019-00FD-4B29-8D40-1A3911A49999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FF3B9DE1-A8B6-4A8D-B94C-FEF9C32B85E5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F16A178E-DA1E-4C73-91AE-C26570D778C7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2357E5ED-DFD0-4444-8DE4-A2C6714C6E93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AFEF587E-37B2-4589-9C83-5C850D70A43B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DB00A6E2-208B-4FDE-B5DB-271E3E41EA09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9360D877-2BF8-4580-874A-B57167DC78CE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7057E33F-020E-4913-8597-8933C2BC6BE6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468501DC-F9C3-4494-ADC0-3C1D80C6F5C7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04564662-D957-40DA-A87F-EB6822D20191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A65AB521-A377-4876-8EAF-BD070CEB3817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39B51410-E126-4CAC-B61E-02F0D83CBB77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25266896-3144-4451-9A02-6E7577D91768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6BD84443-DF78-4EA5-8210-C8AAAF299BF1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5B561BC1-752A-43F3-9F22-9AC05E104425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90E4080E-574C-4EF1-AD05-742D47B42DC8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F9936925-555B-416B-A5C0-08F9B52B067E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E540C8B5-2D57-4E27-88D9-2D6AF88E2BC7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C073B399-C921-4195-BD36-DE2F061AA1EF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FA9FE60D-B320-4F7D-8504-0DE52D9CE071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F13E09A3-FF3A-4631-8CC9-CD1ED646E5F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4C5AF295-434F-46C5-90B6-8D7309174DF4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5B4DFF03-2182-4383-8AB1-0B01F324CA5E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49F99283-D211-4990-AFC1-52ADF26B6811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9C48908E-71F2-4468-9CBC-FD4938D6ECA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CEF9BED1-2BC8-4F71-8C8A-EDA539AB8FAF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B3110AB8-88F6-426F-BE46-BDAEAF48B66E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49F5EC5F-37D9-49D4-8433-6C1954677D14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632E211A-5216-4BFC-B3BE-F885F47351CC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290156D8-34B4-4B3D-89D2-189E380B9783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E5195BEC-B1C6-40A5-AFCC-D56E8CBE338A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88583878-3528-4F41-9EAC-1DE6E84DD457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F421F336-BE0B-4ACF-BC23-B6D4CE99F23C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AF8278A6-7982-4EB3-8D1E-00C3C6EAF3CA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FBEE608A-EBE5-4FD6-8D0E-DA378E4680B7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B1CC70B5-D9C1-4F44-841B-E02532268E3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7A11BAF3-E015-435F-942E-C8F5400544B0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6C6A68A-E9E4-4F40-A3EE-C9214CD72C30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B8F40A75-76D4-4DC4-A691-7F6070A3AC45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E7E952BE-EDC2-4AF8-A96B-F0FFC448D5D0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7E482998-70C7-4773-B429-C0708EA873D7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9CE8FDDC-DB9C-432E-9E27-A5446805287E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9A06EB9D-BE33-4DB9-AFA3-8555E660DD61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ECD035D6-09B4-40FE-A98E-E01A659130E4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3B645906-8338-4C69-80A3-305AF1AAB903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2405FCEC-F59E-43AF-A114-29ADF8F38E18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49382CAB-D8C9-4076-BEAB-9AF90A3DFAFF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A71043C9-F5D9-4387-AC79-3208A9FA4705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4EF4B7A4-14CE-489A-ACA8-C8DBFA78FB28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56D38275-CB0C-4AFB-96EA-4B28633D651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4D33427C-6C6F-4AFB-903A-CF9AD5FE8CD5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372ED03-654B-4E73-B706-CC7ECECFEEE7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9719AFAE-55A1-4CF4-AA89-BA0299DF257A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30498732-8915-4429-9045-A3B825C6452E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6AC102E2-3AAA-4937-9143-08B2DF370796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F8F646B5-D92E-463F-B84A-F1123420BEF1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8C8EB349-BF62-4401-8300-0DC5E4416DEF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7027DC4E-95E4-420E-97C9-2E0DF5FBBA1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DC3AC9EC-9D10-4DA9-BB2E-F7AB53B04415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EEE2CD60-D0D8-47AF-BBA3-CD1611B68786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BB79B069-0A52-4655-B0D8-0D33F5C024B2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A4402370-D0E1-4647-95F8-0D1EB4691029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AB93DDA1-51FA-4E51-932F-0EB14906D673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E140443D-6F64-4916-8EF3-A1288809CEFE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9BB51711-4CFA-4004-B0B7-24519923E4FD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6E269897-621D-4628-BF87-74EBABC98BFC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DB81EF31-A1B4-45F0-B4D7-7D55F4492EEB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BBC277DF-E69A-47C8-9796-3CF361059A2E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EA455566-B4F4-4E87-BE7D-D8720FAE1EB5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267CFC02-2E62-4B4E-8F1E-955DFAB59243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8FE9EEE3-BB7F-40FB-B77F-BB0039F99B51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F6508A27-5A1E-4360-BC00-874F18C493AF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DC9FADC-39A5-4B2C-933F-7838937A2147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B49892A4-4CC4-435A-83F8-8526A648EF4B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6BBD6322-EA21-430C-95C0-00A93039E547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5FB128DE-F647-4009-8301-A3927CEB842A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E7311512-CF22-4CF9-A026-D5DF708B7AEA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963A1AC3-A646-4C20-9E74-D16B496F87B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1C4E330A-DDB9-4CF2-8A0A-0445C8CC1A88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1FE4790A-8776-40E0-A264-1DB8319BAEEF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32FACB16-A9FA-4564-8AF1-E164580295D1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3E190757-91DE-47FC-BCDF-C6E43FDCA475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45E31EDE-6409-4ECB-B86C-B9E8D2A47003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C19E5FEC-3FE0-4685-8196-21A825949AAE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C3601FFE-7AEE-4C6A-96A2-500F164C1217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A5EFCA01-3BEA-4D1D-BD4D-7A4497E37326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5E922C83-5B36-48A6-BCE6-737946DAFB77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D3D9FB11-F48F-4290-96D7-CAFDD2FCCE01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D2FBDA09-2B3E-4DE6-B56F-80D5DFE26F70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22A747F7-DC65-4530-A307-9764998CC2CD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8317AF07-4933-4932-90CC-232C97188D67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B298554E-C10C-46E3-8623-7CFDB38ABC98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45E8BDF1-8A16-48A6-BDE9-3368EA3DD07B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A7826E8F-FC30-46FB-B170-57232EFC85F6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8F8F14DC-918E-4803-B656-F072D4DF2176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2C91F04-437E-4DBD-BB85-2B36A5F5B5FE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5C824AB0-B3DD-4B6F-AE27-2112E22660A3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AC0AE838-AF91-4E5D-A481-A193993DCE41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EB25F609-7F78-4EFF-A4F8-563CC5041C16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C7B4A6A5-7A37-4E00-AC73-1A4EB6DE20D9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481BFA1D-08AA-49EF-9C99-FDBB1E598639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CD4C3066-D948-4C8F-9078-D33F49BF0E0B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D550D19D-D8EE-4CB2-BCE8-861ADDA41FA8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C68664BB-AEE4-4A54-85EC-A9558037E29D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954EB99A-FBCF-4B7B-8559-B389F9351C65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38892E82-379A-4463-B19A-19784E7D248D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683E007F-E41D-438E-9A97-358E3E46ECA7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B6B691A5-DE67-400F-BE2B-21B938CD1A29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DA4A4562-D95F-4AAF-A06F-A27E3426CD83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13A8A4E1-D622-44EB-A938-CF82166A24E5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9B0B6CE8-1436-48D3-BA93-D866A94A2981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DC111AFC-5045-4EBC-AD8E-71887A63B890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87D9BCE2-482D-455B-AF51-3BFEF2595A83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CC77E07F-EAC5-45C7-A378-73AF50EBD393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E919F1D6-4782-4175-98A9-C0EE8B2F3115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F27595AC-97D9-41DE-9579-60E67191444D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F254F810-4222-47C2-8CAC-DC0B9E83353D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F41A9903-FF28-49DB-AB85-9D0626FF0523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F470DA4-558C-4FD4-941C-DF615075DD63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8222E985-A743-4475-B6FC-9E0A330E2322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7C46F871-6F5A-4A5C-96A4-C4C2B999F891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72D64D1A-BB1F-4192-8DDE-43136B4EDA75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0D56E89C-C5D3-4753-961C-C51E55F0E1F9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A000E75C-57FD-40AE-8042-D41E714FD78B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4DCB9568-CF46-4876-A060-B3CCAE6652B4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984EDEFC-154E-4E72-8CF4-AA6804BD43C1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62E12F78-F1D7-45F8-9693-DD6BA253D3A7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865056D9-9279-49E1-AD72-74BFF3ACD807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3D6AAA4-0552-4C1E-B0EA-82E5CCC110A6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88198698-070D-460C-8A0F-4D3DA15411A1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5E9FB0D1-B93C-4074-91DD-27C886B59552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72CC44D2-9658-4EE7-993F-D127C909ABFD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D4417CFE-94D2-4514-9B47-D4468D914B52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C73D0B2D-0B57-43EF-A30E-7AC85D6E4AC8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1DBF466-6C13-420B-94D4-06C7BFB58242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B11C7EE0-6EA6-4F70-B4E0-CAE606A0CDA4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B4E47D6E-484D-4E29-B6B1-27277436F95C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016D022F-0C05-4714-B17F-79946BC97B5B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637BED62-41D1-42C1-B0D8-4C7E85B24430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0A4FB8B8-24CD-438B-B7F1-C26C09789B1A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264D56E7-C8AD-497B-B52D-FB9432421FBD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39CC9D70-7979-4E2F-B8BA-F329FCE4737E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2C6A712A-33D6-44FB-9238-5FDC5ACDF81D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46284630-2C98-4F28-8B0B-2BA7D000C666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1453DE7E-E685-4D58-B43F-DC1E391543E6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0015695F-2E3B-43DD-8CD2-8E33C6F3526D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40BDE03E-2909-418E-AAE0-0944624DEB67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1639168F-87CD-4F68-8AC1-4862480A69EB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97D6E249-5D5D-4A07-A347-8462DEF634AC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6EB78E6C-2F76-4FCF-9D47-5466874678BF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4942A7C6-D429-40F8-BDB5-45FACEE42EFD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90FD93B4-98C2-4CB4-B936-0A5EDB35646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51351E20-D8CC-4A14-81F6-C1D2375AAE79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DF193505-DED0-4F35-B038-32F2D4A50043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8AB3C405-BECA-4B4C-8855-B017BE268CA5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FBF0F3F5-FC83-44E5-AFC6-DB28EDD6D520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B8EC6A4C-4222-415B-8757-86003792DF13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B9CF2CF4-ED52-4596-89C7-65957C4A7871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2362A022-DAD9-476B-B5A8-500052B28344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85D8E1-A6E8-4C38-815E-1B44BE6A4254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1F840499-B533-4ADF-8F8B-254335E403A1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4899E5A4-B320-4ABE-8E07-5D25FABC77E8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DE72AA20-7A1F-4950-ACDF-CE66FC19DDFE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41B3D3E5-1AA5-4ED4-B0AA-9AE9CE59672C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CF68A903-CAF9-4EE2-A25E-D39FF7C63540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D74A23C-C925-43AB-B2D5-23B095F793BC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AA02B881-3BF1-4732-B894-350BFB7C86CB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4B704297-8C3E-44C2-BB2C-2BACFBA13A83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53B9A7F8-9E8C-4D61-A3E6-78C64701122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9693B69A-0BCA-449D-B4EF-F32093325AB4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E3949203-7625-416A-A0B6-9288A21BCB52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39E8E9DA-4504-4EBC-A9D9-BF5A11A9AD76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A7C863E4-33BD-46EC-8CE2-462F49CE4FC0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C94C2413-B332-412F-B1DB-C794531A5562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95C8CEB8-A24F-4F81-AA18-667760AB4926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653018A6-CB5D-4558-B458-B05319AABA6B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3B50881F-5D63-4D2E-877E-5822ADB88D8B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097266BA-C152-4A96-9F4A-0E8C910F5B4A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2E7DE59-97BD-4EC3-AF49-A14C3BC1DCC5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F9459608-2DA1-4196-873E-0A303ED4520D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595723A4-C4BD-4E72-A73D-730ED93130D0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7FD226FF-A271-40D8-AE47-86BED2FA1172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05FEF1CF-91F3-4621-AD95-09F443B6F627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97BA22A5-2D87-48AF-919A-E1234896A018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CA4802BE-09D9-4FE5-9F56-AD8CAF2BE64C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02CB0BD9-F18C-4CAA-BE61-5A7E9205F413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7DCD9032-5761-404B-AA01-CBBEA4C7292F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A60B0388-56CF-4C51-A227-A86C5522E71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BC0D27E6-C1B2-4FF8-8037-FFFF211DC8E5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05C14490-62FB-4688-9F68-F146523ABE17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37A22ACC-E399-478A-AC3F-5A6D14197C37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52C493A6-C111-4EC3-A56D-5D05164DC94F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03523405-60AD-489E-BD04-BD1819AA8946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3C7AC8CC-A5BE-4094-BCE1-6E23915F0C83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56136DA2-C030-4A42-87FA-11F7C02DE2AC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CFC62A0D-5662-450B-809D-C8E8708F0262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E999A31-5075-4FCF-9FD2-CA4E6B5D24A2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124E66E5-05C4-473B-8453-3396043BB3FC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5124B1EB-499B-4C9F-B4F8-E3FE99645A1C}"/>
              </a:ext>
            </a:extLst>
          </p:cNvPr>
          <p:cNvSpPr>
            <a:spLocks noGrp="1"/>
          </p:cNvSpPr>
          <p:nvPr/>
        </p:nvSpPr>
        <p:spPr>
          <a:xfrm>
            <a:off x="7933824" y="19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EFBB6E7F-C861-4DD4-AA8E-7E538F394CCF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DA8860F0-19F3-4D66-BF32-CFA47EE8F2BA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018019DB-0E90-483F-97D0-A7F055F959DF}"/>
              </a:ext>
            </a:extLst>
          </p:cNvPr>
          <p:cNvSpPr>
            <a:spLocks noGrp="1"/>
          </p:cNvSpPr>
          <p:nvPr/>
        </p:nvSpPr>
        <p:spPr>
          <a:xfrm>
            <a:off x="78876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B366A20C-11F8-45B2-8FE4-40F2F02D7990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FB902575-4FB1-47E4-87D8-87960E280127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0E5A5BED-F189-4578-9C5E-F7449B3E917A}"/>
              </a:ext>
            </a:extLst>
          </p:cNvPr>
          <p:cNvSpPr>
            <a:spLocks noGrp="1"/>
          </p:cNvSpPr>
          <p:nvPr/>
        </p:nvSpPr>
        <p:spPr>
          <a:xfrm>
            <a:off x="78907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E0D9CC14-9473-4247-BC73-1CB4066E96EF}"/>
              </a:ext>
            </a:extLst>
          </p:cNvPr>
          <p:cNvSpPr>
            <a:spLocks noGrp="1"/>
          </p:cNvSpPr>
          <p:nvPr/>
        </p:nvSpPr>
        <p:spPr>
          <a:xfrm>
            <a:off x="7948621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EE884717-2CD2-455E-ADB3-E136805054CE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CDDDFB17-D1D9-459F-A57F-10D4F3DEB67F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9E9CC177-E387-41EA-AE75-45D9B2B1BBDE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10B624E1-A64C-4094-814F-CFCCA26598A6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19AB7CC3-9E7D-461F-898A-15CEDAD1F9D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23CC1C54-E612-4A12-A31A-EE7FE42A68B9}"/>
              </a:ext>
            </a:extLst>
          </p:cNvPr>
          <p:cNvSpPr>
            <a:spLocks noGrp="1"/>
          </p:cNvSpPr>
          <p:nvPr/>
        </p:nvSpPr>
        <p:spPr>
          <a:xfrm>
            <a:off x="7827802" y="25097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026790A1-84F9-4067-A8B2-CE842165781D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475426FD-6EE7-4D54-B877-703AA2556F5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D1181EE2-693C-47E9-9A80-451891D840A1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E44D2F5D-3111-415E-8D46-FB4A07EE7B1F}"/>
              </a:ext>
            </a:extLst>
          </p:cNvPr>
          <p:cNvSpPr>
            <a:spLocks noGrp="1"/>
          </p:cNvSpPr>
          <p:nvPr/>
        </p:nvSpPr>
        <p:spPr>
          <a:xfrm>
            <a:off x="7959542" y="21112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6622A65A-3218-45B6-A64C-DF53AEC270D4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002BB2CA-C6B0-4096-BAB5-D94D563CA589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9E2C602-DE11-4230-ACEC-3BA421AC23CD}"/>
              </a:ext>
            </a:extLst>
          </p:cNvPr>
          <p:cNvSpPr>
            <a:spLocks noGrp="1"/>
          </p:cNvSpPr>
          <p:nvPr/>
        </p:nvSpPr>
        <p:spPr>
          <a:xfrm>
            <a:off x="7815161" y="2410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9F5E9058-7E44-42C1-ABA6-C5FF1A34A8E3}"/>
              </a:ext>
            </a:extLst>
          </p:cNvPr>
          <p:cNvSpPr>
            <a:spLocks noGrp="1"/>
          </p:cNvSpPr>
          <p:nvPr/>
        </p:nvSpPr>
        <p:spPr>
          <a:xfrm>
            <a:off x="7848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DFB69A45-2652-4853-BCAE-024EC4392FC2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F3521090-0230-4330-BD11-8B82E50CE37D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797FDB11-62B7-4BE8-89C3-41C958D8C271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FE34667A-874C-40F0-90F5-05B35182AE50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2B71D47C-8C35-4DF7-A1FA-33EED634878E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5A19C225-EE93-491B-8DC8-2160FE858EE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00532096-180C-4D2A-975D-040ED9F83604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5D8116C1-DB56-4966-BE6C-8EB38B1177C7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250AE5C1-4B2A-436C-A495-62A8453D6F37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BEDC8517-8EA1-47E1-BAEF-BD23F8FE22D4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49F211F-9D13-4C26-BC0B-D522E1EE4681}"/>
              </a:ext>
            </a:extLst>
          </p:cNvPr>
          <p:cNvSpPr>
            <a:spLocks noGrp="1"/>
          </p:cNvSpPr>
          <p:nvPr/>
        </p:nvSpPr>
        <p:spPr>
          <a:xfrm>
            <a:off x="786441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8CEA42E9-1EB1-4A3B-BAA2-22EAFD8A2B8A}"/>
              </a:ext>
            </a:extLst>
          </p:cNvPr>
          <p:cNvSpPr>
            <a:spLocks noGrp="1"/>
          </p:cNvSpPr>
          <p:nvPr/>
        </p:nvSpPr>
        <p:spPr>
          <a:xfrm>
            <a:off x="787956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F389D053-93B2-413E-88A5-91F4E4FA5971}"/>
              </a:ext>
            </a:extLst>
          </p:cNvPr>
          <p:cNvSpPr>
            <a:spLocks noGrp="1"/>
          </p:cNvSpPr>
          <p:nvPr/>
        </p:nvSpPr>
        <p:spPr>
          <a:xfrm>
            <a:off x="78465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AA65F6E-224F-449A-9D10-8332708CA956}"/>
              </a:ext>
            </a:extLst>
          </p:cNvPr>
          <p:cNvSpPr>
            <a:spLocks noGrp="1"/>
          </p:cNvSpPr>
          <p:nvPr/>
        </p:nvSpPr>
        <p:spPr>
          <a:xfrm>
            <a:off x="79441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E151E143-313F-418B-8D9B-69AF17342CF6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A5EF48BC-CA89-42DD-AD18-7AB35E3723E1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BFDD57F4-161D-4FF6-9E73-1E8A7657BB34}"/>
              </a:ext>
            </a:extLst>
          </p:cNvPr>
          <p:cNvSpPr>
            <a:spLocks noGrp="1"/>
          </p:cNvSpPr>
          <p:nvPr/>
        </p:nvSpPr>
        <p:spPr>
          <a:xfrm>
            <a:off x="785886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D459F44B-915D-453D-B6C9-C6098BD87FF9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2A52CC3B-4F63-498F-AE5C-7BFC3D4DC973}"/>
              </a:ext>
            </a:extLst>
          </p:cNvPr>
          <p:cNvSpPr>
            <a:spLocks noGrp="1"/>
          </p:cNvSpPr>
          <p:nvPr/>
        </p:nvSpPr>
        <p:spPr>
          <a:xfrm>
            <a:off x="782866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D73F76CC-C7B0-4F92-88D4-F0F533F8755A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D6205B9E-CB4D-4A70-AFA6-CDE52B8406FA}"/>
              </a:ext>
            </a:extLst>
          </p:cNvPr>
          <p:cNvSpPr>
            <a:spLocks noGrp="1"/>
          </p:cNvSpPr>
          <p:nvPr/>
        </p:nvSpPr>
        <p:spPr>
          <a:xfrm>
            <a:off x="7899623" y="25024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FB46888C-12F8-4679-91CB-DDB3F7541FED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15DA82CE-B7C6-4F38-B9C8-5B671F2C4310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6103F33D-105B-4EBF-A4F6-9A94D7833AA0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4E976FB8-589D-474D-AC24-BB5A8BC503F1}"/>
              </a:ext>
            </a:extLst>
          </p:cNvPr>
          <p:cNvSpPr>
            <a:spLocks noGrp="1"/>
          </p:cNvSpPr>
          <p:nvPr/>
        </p:nvSpPr>
        <p:spPr>
          <a:xfrm>
            <a:off x="79348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4DF8AF09-D6C4-4342-898A-6EAF850CD431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4631E604-352E-4108-A685-290CBACEFF7F}"/>
              </a:ext>
            </a:extLst>
          </p:cNvPr>
          <p:cNvSpPr>
            <a:spLocks noGrp="1"/>
          </p:cNvSpPr>
          <p:nvPr/>
        </p:nvSpPr>
        <p:spPr>
          <a:xfrm>
            <a:off x="784681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E784F2D-128E-44F4-A8F9-B68C68546546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BBA854D5-090A-4A85-BD3F-02C03BC91F8A}"/>
              </a:ext>
            </a:extLst>
          </p:cNvPr>
          <p:cNvSpPr>
            <a:spLocks noGrp="1"/>
          </p:cNvSpPr>
          <p:nvPr/>
        </p:nvSpPr>
        <p:spPr>
          <a:xfrm>
            <a:off x="782539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BCB0F134-0FAE-40D8-9EC6-A4654815DAB4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2FB42F73-043D-48F6-9B9C-5C63FDFFE32A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4F8E532D-07C6-4949-8797-9078F033162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21F08D41-69E9-4272-BD51-18687DC7859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3605417A-F6BF-423F-8CA4-3C41F65A0FE4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450B567E-B76B-4EC6-912B-42796314E36F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8CB7F5E5-E6DC-4423-A841-7818B297283D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0CD7C142-D865-4A37-80BB-3C9DDFED6586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4E4E4584-FE7D-4624-9579-154F72781EF2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ADF45782-2560-4D8C-9FB7-4EBE7D5E115D}"/>
              </a:ext>
            </a:extLst>
          </p:cNvPr>
          <p:cNvSpPr>
            <a:spLocks noGrp="1"/>
          </p:cNvSpPr>
          <p:nvPr/>
        </p:nvSpPr>
        <p:spPr>
          <a:xfrm>
            <a:off x="79551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6008349A-4EA1-47C1-AC8A-328BB4506069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793017A5-A712-4C54-8A72-92CC15D4D5B3}"/>
              </a:ext>
            </a:extLst>
          </p:cNvPr>
          <p:cNvSpPr>
            <a:spLocks noGrp="1"/>
          </p:cNvSpPr>
          <p:nvPr/>
        </p:nvSpPr>
        <p:spPr>
          <a:xfrm>
            <a:off x="78643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3CB5A173-C435-4443-8E75-CF2890B10CBE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2AC5B95E-1AB5-420D-B78E-E866849B45C2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A7D8D34A-08C0-4576-8EB1-E5D34F3E08F5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354CDB11-F4D3-4188-B515-A6EEADE1438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AE5E71AC-0ECE-4555-9005-DCF62261948F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5F38371E-8505-4A95-999F-7F165554D44C}"/>
              </a:ext>
            </a:extLst>
          </p:cNvPr>
          <p:cNvSpPr>
            <a:spLocks noGrp="1"/>
          </p:cNvSpPr>
          <p:nvPr/>
        </p:nvSpPr>
        <p:spPr>
          <a:xfrm>
            <a:off x="791771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02F303C3-7DD5-4E3E-95CB-1E8775D87E3E}"/>
              </a:ext>
            </a:extLst>
          </p:cNvPr>
          <p:cNvSpPr>
            <a:spLocks noGrp="1"/>
          </p:cNvSpPr>
          <p:nvPr/>
        </p:nvSpPr>
        <p:spPr>
          <a:xfrm>
            <a:off x="779485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6711C3E6-A9B9-43B4-BF5B-EBD5BBA2A69A}"/>
              </a:ext>
            </a:extLst>
          </p:cNvPr>
          <p:cNvSpPr>
            <a:spLocks noGrp="1"/>
          </p:cNvSpPr>
          <p:nvPr/>
        </p:nvSpPr>
        <p:spPr>
          <a:xfrm>
            <a:off x="795587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C4E9A47F-6F02-48BE-8C65-D23726A62304}"/>
              </a:ext>
            </a:extLst>
          </p:cNvPr>
          <p:cNvSpPr>
            <a:spLocks noGrp="1"/>
          </p:cNvSpPr>
          <p:nvPr/>
        </p:nvSpPr>
        <p:spPr>
          <a:xfrm>
            <a:off x="7844069" y="25938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22803372-238A-4D7B-BE10-859B108F2AD5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08CF780A-557D-4250-BB61-F113F8E8C1DF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E66D838B-0B9B-4590-BF3B-63FBA6A7401C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201DDFD-B006-4D3B-9A97-33D10F6C9C75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D47C8D6-B1C7-437A-A9B3-B96C4D0AF5A0}"/>
              </a:ext>
            </a:extLst>
          </p:cNvPr>
          <p:cNvSpPr>
            <a:spLocks noGrp="1"/>
          </p:cNvSpPr>
          <p:nvPr/>
        </p:nvSpPr>
        <p:spPr>
          <a:xfrm>
            <a:off x="7885790" y="15017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2523215A-047C-40F5-8209-F8A3C4F4C996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596FCC21-39FC-4CAD-8666-CE6BFBBDFDAE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98949AC1-951D-4ACC-8ABF-7278DA425A24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9D48BF7C-F1C7-495F-9821-E88551574F7C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694F415-C1B1-470D-8711-0383B1FD89A1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6D3E50B4-8643-430B-99AB-7DA1FCAF24E8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3A45906C-42B2-4330-8F9C-53154BA9FC0E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EB4C71EF-B28D-4AF1-8851-29908054E3AD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B1E2C41E-2507-4B86-85C2-5D313DEDF2FD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EC2F780B-21EB-4184-B97B-380297E97B53}"/>
              </a:ext>
            </a:extLst>
          </p:cNvPr>
          <p:cNvSpPr>
            <a:spLocks noGrp="1"/>
          </p:cNvSpPr>
          <p:nvPr/>
        </p:nvSpPr>
        <p:spPr>
          <a:xfrm>
            <a:off x="79380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21A38069-B0F0-427A-A23B-01CE4F0F522F}"/>
              </a:ext>
            </a:extLst>
          </p:cNvPr>
          <p:cNvSpPr>
            <a:spLocks noGrp="1"/>
          </p:cNvSpPr>
          <p:nvPr/>
        </p:nvSpPr>
        <p:spPr>
          <a:xfrm>
            <a:off x="781129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A8A970DB-8462-4C50-AF04-00A219E884A9}"/>
              </a:ext>
            </a:extLst>
          </p:cNvPr>
          <p:cNvSpPr>
            <a:spLocks noGrp="1"/>
          </p:cNvSpPr>
          <p:nvPr/>
        </p:nvSpPr>
        <p:spPr>
          <a:xfrm>
            <a:off x="791457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BD71B2D1-1DE5-456C-9806-14C8C994B9BE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B352117B-0013-45B7-8D36-9D7F1CA426DF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4DF55FFC-B7B8-419D-B5AA-A02E8AD9AD54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53732797-FBAE-448A-BAB5-E7FAA45BF702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940F3604-DBD9-4FF4-89BE-424F79186867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181EE921-DB66-4D31-AC11-B84875B86ECB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8C0CA792-6326-4D2D-8CAE-52F2C05E105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8935057D-2002-4B59-A489-6B2E96DB4DC0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0B361D69-7B7C-4E15-88B3-07FD7E748411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AFFF40CB-83C1-405F-8C6D-E35221272D8C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1E8234D-FEDA-4CEC-93C9-DFFFBA0C7CB2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155725A9-5567-419B-9EE7-C3A8D14BB4CE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1930625D-55FB-4A7A-9B8A-53904601BAAE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743AE1F1-5886-4CC4-A310-11BA96A22EFD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C24425EF-CCA6-44E9-8D47-8CA559FDEFE5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CD7FBC3-4A3D-4D62-AE65-2A53F46AF146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8095FB13-7A74-4CA1-A193-CC9377C6BF1E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C9568F1E-22FE-4AF9-860C-F768F07D4BF9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F48B35B4-9485-496F-B420-FAF400170969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174A0F63-99DC-48E1-9D0D-E186DC92A437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2E85C1C6-31A3-48F1-97F5-8BC793020D28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BF044E62-82F9-4E5C-BEB7-8A5E9E5B504F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EB237A19-E18D-4134-B60A-E6082E7D470D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DCDD74F6-BF7A-4B53-BC5F-15584B8B5B96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0B71F8DA-CDE0-4C2A-8A81-8A5D0A8F8690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D3A50A0A-CA0E-4C77-B640-25E1B30F341F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6DFFF0DB-4E69-46B5-9CB4-4BEA62893E91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A9EC6EC-F73B-4B85-9465-3E34619D9E70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8F676882-357F-4891-A485-13FD1E956284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9E2B3B1F-9FF0-41FE-ADAE-3768C2702FC4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6FD8D957-345B-4B0C-AC13-DEA6C3BB4650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26AF54C1-9547-4169-9164-545C44D555BC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E365CAC5-4E2D-4D14-9399-5738391C092D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E62AADB9-8B32-4781-8C52-DA4B0932F289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2E6193C3-7EC0-498B-BFAC-7CAD1777F480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16039EEB-FA4D-4E47-B109-A7BD14652C49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6BF73AE2-C785-4203-B948-0E16273C23F2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033232E3-3359-4858-AB8B-8DFEA0A09FF9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A679605E-BEC8-439D-B98B-E230D3AD249D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C9DE2758-FD4F-42F1-84C8-05717ED88EDE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130FA068-2DCB-449E-B606-0D26294EE3AE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756706A3-EA5C-4CB1-8F36-8A50D91883FE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A9B33514-3275-4F81-B534-2BDB6FFD2869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EAA46086-37AD-42C5-981B-6B322520B071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28091DDD-A825-4C2C-9D88-4AB412CB6E5E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639A4C82-BAC4-4A68-BAE0-D19525CB5232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027CE23A-8593-4745-B032-9914E27B888D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C31C7C5B-05EA-4D35-B4C5-00BAC3BF6F54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57B415B0-AE23-45C0-8D08-390C99FF5CE9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5A2608E-F1B7-4B93-82F6-F5E6688C637F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D06C04DD-BACB-4158-A547-0B523BC36C41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C1E8931E-0BCB-494F-B6CC-2941755E6ABE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11E16868-C3A2-4C65-B9E8-1FF5F2EC48EB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76F31206-BB8D-49BE-B072-AB11AF88373B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F627F6F7-845B-4BE3-90D7-A253CD80F2FE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CF8918BD-B7CB-4E83-8CE4-5072DCF3D6BC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1751C9D9-FC5A-40D0-BE1C-3E52B97BDCC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9E281635-3355-4D13-8ED0-04724FA8A12F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CFEA0103-07C0-47CF-BC72-85EF4D308C5F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5BBE8B3E-9747-436F-BC7B-728F41862F36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B49C330A-6B21-413C-BFD4-C58A05FA8478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99E40DBE-5595-410B-85C1-FCB7B522D948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7BCDA9D8-23AA-4D06-A6FB-F0AE42FA6BFD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15729726-540A-4C69-BF10-E258AE6F36A1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8B3D282A-2574-4BF5-ADC1-8EB961BFDC7C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D4A63D95-DC3E-4DA7-B9CD-DB4D9AC79283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229ABC6C-1588-49AA-B0C6-608424AF739E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C678DAE0-7CD6-4049-859F-4F88AD4E4F2F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0D6FF729-6741-4750-BB5E-5A5265560238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5F1DC4DD-2C39-4B30-808A-9BA2E8F4F5C8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5DF00784-38B1-4205-BEE0-2750AEC9052C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7C6A9C34-C2A3-4142-ACE1-D95C16B4C809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87E0B0F-7225-4AAE-8BEC-AD4E9218D75F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DA5ED0EA-D5E6-4AC0-B5C4-3A5F18F39ECA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A68B7D9B-9CA9-4F1E-B5FE-529F2624E675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6CAB7380-FE58-48D8-AF22-259E05AA9555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5F44F6BC-BC0E-4EA1-97D2-B53F2BB56B65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B50D26F4-29E5-421E-B88A-3DCC97A45854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F398F4A5-4A5C-4F76-9317-4631680F1EEE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ED2A8C7E-1905-4BF9-9326-7454672C1C45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8844D848-321D-4197-8D5D-3DC8FD0BE6ED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E89D0615-7C54-4BF3-8795-1BAE2AC31C19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F9BB19D4-BC49-44AA-8EF8-2DE6868F5BD1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11FEDE2C-770C-40CE-A611-699F8C1D237A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80779C53-BED8-472C-A662-B9B01C722A32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3D0765E8-D9C0-4DC3-B4DD-94D6B4931AE1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C4D91FFF-1620-4260-9424-0742FCEB642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53C1AA7-3297-4F91-B0EA-5A89407248DA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BA74EB9C-E66E-49A8-AA75-87F7FA371EC9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63383833-6CE8-43F5-AC29-32887CF5E41C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5EBE1EFE-4ED5-48E3-88F9-928155673A40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4FED852C-631A-4B10-9DB3-88586B71B05C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4C7A494A-97D7-4D70-91AA-94171AFA8324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E009C6-8769-4658-A439-D117C372F810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730D9E9B-4CFE-46C9-A351-BA5BF502B6AD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E7756139-7E60-4F9D-8058-67561575E8CE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75F6FD70-96A3-46FE-AA69-82FA96BD1BBA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1462C4D7-DD87-44C9-A543-544D6DEB0838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DC6F06C4-6338-4DD4-A7CF-B14068254520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F355B1F5-9976-470B-830E-B71A7F2B127A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1CD64AC4-CED2-41D3-ADB1-974085C48DF5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371DAC60-70A9-450C-A682-5631719BBA54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313FBB60-0EEA-43DC-B07E-00A949200C4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422A841F-6F20-4456-BEF3-797406BC471E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08AEEEB3-EC3E-4B31-9421-664B3A1FB2A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9E64DACA-819B-4B8B-A00A-3929F2F4813B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3E16B3F6-C6C3-4EFA-97C2-02D3F86D0D47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91813F94-DEA1-4B32-A986-B42CB3C2FD1C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2B4C7991-C420-4237-9CAD-62BB8B6015DD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555813F-E450-4EE3-9E90-E0E09BB9AC8E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18DE73AB-B2A2-4165-92F9-F96399F0F732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3D0C35F9-79C5-4092-BBF2-8A041D5826A2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D2CEB193-1395-45EE-9C7B-00C81026EED7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F11B10B5-AE1F-4553-AB09-0038B864FD40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BAAD33BC-A0BC-4376-BB0C-455CBD310559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12979F21-700F-4E09-83B3-836EE2A240E4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34FF0135-359B-4E9E-AE85-F2C5612FD6C6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8A8228D3-E134-4ED4-8258-A084C3CFA5C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8DEE4CD3-2E67-472C-84F7-3BCF15539E31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F7DA1DE9-6DE2-4128-A5A1-F4318C8A938E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3F93518A-963E-4E3E-B892-2BA9885ABFB6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E917FE6E-78CE-4A01-84C3-A175DEA415F5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20391DF7-CFDD-4295-BAF8-7D47D92FC628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3E09AFE-AD11-48FE-A5D5-4CA87168A618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C779FB62-9091-448D-83B9-4D7BE8430B81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1023ACAA-C4FF-4DD8-8364-0FBAC0B9A658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31796DEF-71FE-4469-A77E-6BADF479BB9A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46F49C3-A2C3-42C2-A4B9-4E02A301EF94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366BB06A-7D8C-4E79-A115-AFE26743F9CD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9F5565FF-8803-4C6C-99F4-C5D9712FA808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5EE58AA7-BAB2-49AF-BA12-4C1C10D6B494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E4412688-0AF0-4575-815C-7914B75E742D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80B34B7D-815E-452F-849C-9BC43038732F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57328D36-C3F5-44BC-B8C5-13EFF5A8C02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B8BBA731-F95D-42F3-A6CA-2BCCBBA60873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EEFD7F48-CFC0-4DA2-80A9-452B25E8EF6D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D62FC59D-BFCC-4FCD-99F7-B5D20BDD689D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94B89BE2-AC54-4D46-9EBB-370B0B93A351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8E4A5A3D-81B3-4DA8-BE3E-83D6454790F2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EFD6202E-1EB9-4DD4-8648-D4D12510E23D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08C8F5AC-C8F0-484F-A467-B166639C85DB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3E7A522-F32D-4509-9CB7-6BDC5C24D9E6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5D776A8B-AC43-4F46-87CE-28BB202DAA70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A3EBA4AA-F4A6-4244-937F-EFACA55F2103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9B40C00D-7A92-4A2D-A419-A7CBB9367B19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B46F93CA-1159-44F3-AFD8-B07862E5E07A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1456C349-4FAA-4480-A955-CC0047099694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D14E87DB-DC5D-4B6F-951C-5FEC149B66B2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541DBAFE-7103-4DC4-97C3-F8FE73FCEADA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DB004654-1CA8-4B73-90DE-B2BB52CBE2C4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CC174B36-282F-491E-A733-3D32B9F4B3C5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0B625205-7C45-4DC4-B336-F32D0527CC5D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09A447EF-D42D-4B0E-91DA-B93B0170D40F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0DF4A98F-4F69-4EF0-A585-636F8091AA06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D96E5C76-18E2-4365-A7D7-1359B82C203C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AA664C10-BA61-4FB0-81F1-D8D90BCC58BB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A93002EC-8C0D-4041-95D5-7FC392BA4A39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E814FFFE-C823-4B86-BD92-E8B8D25F5C8A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F0585F99-F952-4F96-B8B9-CA125C6BDC55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1FE34256-B4E3-402F-A010-C2D656259984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B231CF5E-F876-4ACF-B9ED-DB4C7B6E2328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68137EAC-05AC-4279-A153-C8DE85543D40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80F496FC-4031-4E57-9707-609CE4B651FD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5C25F1FD-7A16-48BA-A6A0-32F87CFC07AF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50EA8DAB-45DD-49EF-8D59-8FE01392FBDB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D3B9193C-FB27-42AE-881A-C11996B8C53B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B1A41A28-0EC2-4C52-95B7-79B8662BA4AF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09C7D7FD-D1AF-4055-A4C1-45C6953274A6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00CDAE6B-BB72-42AB-872B-9E28BF04A41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3F0EA46A-87D7-4CB0-8097-AD9D41866A2D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4E41028A-7C9B-4C9E-889E-93AADD54BE9D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1619355-0A2B-490C-9B82-78E14D5C9F4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61900D39-AAF2-4B7E-ADA0-82CFD64E4EB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0A057CC4-1FA8-4004-8947-BB67000DC62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927E8600-B73C-481D-8FBD-D9AC6ECDFF67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F076FDBF-ABAB-4B27-98BB-D7F77B033BE8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1953361E-B5D6-4203-B946-DCEF5E7B8D12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EF64949-6155-4252-8AE4-D57C490E708D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069A1CA9-B21B-4D47-927C-A8E9ABAD11DC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73EC5ABA-CD88-419B-B397-BF361A2B9AB7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6E5104A2-7119-4B84-B817-26CEEFD30162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3EC2E022-8C65-4E0B-BF91-A90F6668E640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97896E55-C5C2-4DBA-89A3-55AD407C3F24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50842D52-2886-4989-B289-538D221DC65B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E564B49A-0139-4085-BA1B-D07ED8BF4F8D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77DBC2DA-E2D9-4FB6-B70A-3221131C0927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396AF006-0FCF-4A96-A347-C0372EDD9B25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64F816A1-88FB-46B7-96ED-A5E1AABA7DC7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1AFE0464-6F7C-4BBE-B1CE-126089911927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9CEA9F60-2133-4B6B-873C-44E0285787E4}"/>
              </a:ext>
            </a:extLst>
          </p:cNvPr>
          <p:cNvSpPr>
            <a:spLocks noGrp="1"/>
          </p:cNvSpPr>
          <p:nvPr/>
        </p:nvSpPr>
        <p:spPr>
          <a:xfrm>
            <a:off x="8139199" y="1966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90EAC527-5CAE-4CEB-ACF8-0A38C0FD767A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3B44ECF-046A-4ADA-9E17-0162FB66B821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BEC65AD8-8B91-4873-8F17-F268C9689997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23495B9E-1D19-4338-9AB2-228007E5B40C}"/>
              </a:ext>
            </a:extLst>
          </p:cNvPr>
          <p:cNvSpPr>
            <a:spLocks noGrp="1"/>
          </p:cNvSpPr>
          <p:nvPr/>
        </p:nvSpPr>
        <p:spPr>
          <a:xfrm>
            <a:off x="8056004" y="2602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835AE5A7-DB46-4422-AA09-D8B136656B5A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7C7BF91B-A5AE-466A-9A83-64685C53AA92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398526CB-3517-4EEF-B039-1FE12C54D396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17784798-C79F-487E-9CE9-A1902F3D6899}"/>
              </a:ext>
            </a:extLst>
          </p:cNvPr>
          <p:cNvSpPr>
            <a:spLocks noGrp="1"/>
          </p:cNvSpPr>
          <p:nvPr/>
        </p:nvSpPr>
        <p:spPr>
          <a:xfrm>
            <a:off x="8192625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B5F29F88-8062-4BF6-A10E-18952FFE4BCF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3E69AF37-73E3-485C-99F6-AD846BFE0739}"/>
              </a:ext>
            </a:extLst>
          </p:cNvPr>
          <p:cNvSpPr>
            <a:spLocks noGrp="1"/>
          </p:cNvSpPr>
          <p:nvPr/>
        </p:nvSpPr>
        <p:spPr>
          <a:xfrm>
            <a:off x="8158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232D104C-4F19-4A2D-8FE9-E7C87E3E09F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23FED35E-8752-4D0E-9263-DE5F3DF3631E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D9D64033-7915-4415-9A32-3162FD629BC1}"/>
              </a:ext>
            </a:extLst>
          </p:cNvPr>
          <p:cNvSpPr>
            <a:spLocks noGrp="1"/>
          </p:cNvSpPr>
          <p:nvPr/>
        </p:nvSpPr>
        <p:spPr>
          <a:xfrm>
            <a:off x="8115573" y="25455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2656CD21-3C69-479F-8B47-1C91AB01B980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BDC8DF10-EC22-4BAC-B95C-96F966CBFEB8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7711BE1D-4AAF-4308-AACD-CF017E05EB21}"/>
              </a:ext>
            </a:extLst>
          </p:cNvPr>
          <p:cNvSpPr>
            <a:spLocks noGrp="1"/>
          </p:cNvSpPr>
          <p:nvPr/>
        </p:nvSpPr>
        <p:spPr>
          <a:xfrm>
            <a:off x="80737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82FE42B3-C5A0-4EA3-B501-44B587195EC8}"/>
              </a:ext>
            </a:extLst>
          </p:cNvPr>
          <p:cNvSpPr>
            <a:spLocks noGrp="1"/>
          </p:cNvSpPr>
          <p:nvPr/>
        </p:nvSpPr>
        <p:spPr>
          <a:xfrm>
            <a:off x="8106798" y="25672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F71D4B0-2A90-4D1B-8CB1-9BDAFCC2425E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5D195E4-BE1B-4540-A340-539845580D0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A5776583-D6B4-4D8B-911F-EB3CC1DD3823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A3655AC7-A2E9-42CF-A7BE-A0DE81F0019E}"/>
              </a:ext>
            </a:extLst>
          </p:cNvPr>
          <p:cNvSpPr>
            <a:spLocks noGrp="1"/>
          </p:cNvSpPr>
          <p:nvPr/>
        </p:nvSpPr>
        <p:spPr>
          <a:xfrm>
            <a:off x="80904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C4B81FEE-6B16-4152-8EBE-3CF843CBFEDC}"/>
              </a:ext>
            </a:extLst>
          </p:cNvPr>
          <p:cNvSpPr>
            <a:spLocks noGrp="1"/>
          </p:cNvSpPr>
          <p:nvPr/>
        </p:nvSpPr>
        <p:spPr>
          <a:xfrm>
            <a:off x="8061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6819E49-6D1E-40FF-9CCC-020875A1FC99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5124D568-814C-4A5E-9C16-5E000E90E619}"/>
              </a:ext>
            </a:extLst>
          </p:cNvPr>
          <p:cNvSpPr>
            <a:spLocks noGrp="1"/>
          </p:cNvSpPr>
          <p:nvPr/>
        </p:nvSpPr>
        <p:spPr>
          <a:xfrm>
            <a:off x="8191161" y="2470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2CE94D40-7818-493E-846B-568809AB4797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586C7D99-6A7C-448B-8DD8-4E5DAFC303C6}"/>
              </a:ext>
            </a:extLst>
          </p:cNvPr>
          <p:cNvSpPr>
            <a:spLocks noGrp="1"/>
          </p:cNvSpPr>
          <p:nvPr/>
        </p:nvSpPr>
        <p:spPr>
          <a:xfrm>
            <a:off x="8169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71D436B3-F4FF-41D0-A25C-6E3300C0623B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4A7EE2E6-C22F-47A9-B6B3-823D62A14C66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5BFEF0F7-8F73-49CF-95AF-17F4631051CF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926528F5-36B2-44CB-A979-88F06EB8ACC9}"/>
              </a:ext>
            </a:extLst>
          </p:cNvPr>
          <p:cNvSpPr>
            <a:spLocks noGrp="1"/>
          </p:cNvSpPr>
          <p:nvPr/>
        </p:nvSpPr>
        <p:spPr>
          <a:xfrm>
            <a:off x="81692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E925F6B0-2D5C-49FF-A977-AB4F6CC3635B}"/>
              </a:ext>
            </a:extLst>
          </p:cNvPr>
          <p:cNvSpPr>
            <a:spLocks noGrp="1"/>
          </p:cNvSpPr>
          <p:nvPr/>
        </p:nvSpPr>
        <p:spPr>
          <a:xfrm>
            <a:off x="8062138" y="25862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5692D894-ED40-4102-B9DA-79BD5723AA23}"/>
              </a:ext>
            </a:extLst>
          </p:cNvPr>
          <p:cNvSpPr>
            <a:spLocks noGrp="1"/>
          </p:cNvSpPr>
          <p:nvPr/>
        </p:nvSpPr>
        <p:spPr>
          <a:xfrm>
            <a:off x="8088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BD6F89AC-488D-495A-A6C3-C8AD89C3062D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4390F79B-A4A0-414B-8C9E-E2584BA725F1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49F58407-681B-4500-908B-37369B5533CB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107E12E-6A3D-4B33-9366-C473C0F95A37}"/>
              </a:ext>
            </a:extLst>
          </p:cNvPr>
          <p:cNvSpPr>
            <a:spLocks noGrp="1"/>
          </p:cNvSpPr>
          <p:nvPr/>
        </p:nvSpPr>
        <p:spPr>
          <a:xfrm>
            <a:off x="8045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A194987C-2E7A-4799-A810-768A2BDDC317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A003A2A7-224E-43C5-832B-976CE0A8B82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C3B709EC-A17E-4556-94DB-83F1AB720C7A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E632699A-0D10-4367-89F6-ABE5DA7CF93B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18A5BDA8-912F-4DB7-9BFC-0FF6177C05F4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2EF9CE85-02C0-4E2B-A004-31EA6A6D541D}"/>
              </a:ext>
            </a:extLst>
          </p:cNvPr>
          <p:cNvSpPr>
            <a:spLocks noGrp="1"/>
          </p:cNvSpPr>
          <p:nvPr/>
        </p:nvSpPr>
        <p:spPr>
          <a:xfrm>
            <a:off x="80728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25CBFE9D-D617-449C-B7D3-DAED2353F3EA}"/>
              </a:ext>
            </a:extLst>
          </p:cNvPr>
          <p:cNvSpPr>
            <a:spLocks noGrp="1"/>
          </p:cNvSpPr>
          <p:nvPr/>
        </p:nvSpPr>
        <p:spPr>
          <a:xfrm>
            <a:off x="8116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EF0A2F6B-7296-442C-BD4F-04B11CDBABAA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1D098EDE-EEF0-4C47-9BD6-8E78F4B49126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17D177E-7D81-43F3-8CC7-DBC9C80F7A10}"/>
              </a:ext>
            </a:extLst>
          </p:cNvPr>
          <p:cNvSpPr>
            <a:spLocks noGrp="1"/>
          </p:cNvSpPr>
          <p:nvPr/>
        </p:nvSpPr>
        <p:spPr>
          <a:xfrm>
            <a:off x="8157509" y="25961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AA9C4934-1BEB-4ED6-ABF2-113809673C22}"/>
              </a:ext>
            </a:extLst>
          </p:cNvPr>
          <p:cNvSpPr>
            <a:spLocks noGrp="1"/>
          </p:cNvSpPr>
          <p:nvPr/>
        </p:nvSpPr>
        <p:spPr>
          <a:xfrm>
            <a:off x="8191604" y="17202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7C1EEBA7-E33C-4371-AA09-B1C0CF53ECC4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D9B693B2-58EE-4719-9433-C7B6BF92FA7B}"/>
              </a:ext>
            </a:extLst>
          </p:cNvPr>
          <p:cNvSpPr>
            <a:spLocks noGrp="1"/>
          </p:cNvSpPr>
          <p:nvPr/>
        </p:nvSpPr>
        <p:spPr>
          <a:xfrm>
            <a:off x="81252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D4B45C6D-2BD1-4F07-9950-E8B19FCCB2AE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E3483D70-9523-4A49-B8D6-DD0506D3ECE4}"/>
              </a:ext>
            </a:extLst>
          </p:cNvPr>
          <p:cNvSpPr>
            <a:spLocks noGrp="1"/>
          </p:cNvSpPr>
          <p:nvPr/>
        </p:nvSpPr>
        <p:spPr>
          <a:xfrm>
            <a:off x="81942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4B709D84-4501-4AD3-ADF0-BDAEBF3EB454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96E11E54-F05A-4733-AC5A-AE6983276A60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1261AD6E-B11B-41C1-B6A3-6DAC43BFE2E6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3C7EE031-F1B3-464C-B8B4-6FC766899781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FAE73580-1026-4B2C-9100-F098FED2852E}"/>
              </a:ext>
            </a:extLst>
          </p:cNvPr>
          <p:cNvSpPr>
            <a:spLocks noGrp="1"/>
          </p:cNvSpPr>
          <p:nvPr/>
        </p:nvSpPr>
        <p:spPr>
          <a:xfrm>
            <a:off x="8128671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9DEC79E0-A2B4-4B04-BCCE-B954445E6487}"/>
              </a:ext>
            </a:extLst>
          </p:cNvPr>
          <p:cNvSpPr>
            <a:spLocks noGrp="1"/>
          </p:cNvSpPr>
          <p:nvPr/>
        </p:nvSpPr>
        <p:spPr>
          <a:xfrm>
            <a:off x="8172433" y="21883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C83B7234-A573-400A-BC8A-0FD7252EBFFD}"/>
              </a:ext>
            </a:extLst>
          </p:cNvPr>
          <p:cNvSpPr>
            <a:spLocks noGrp="1"/>
          </p:cNvSpPr>
          <p:nvPr/>
        </p:nvSpPr>
        <p:spPr>
          <a:xfrm>
            <a:off x="81578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02AF4C46-0AAE-4400-8D6F-7C4F4E8D618E}"/>
              </a:ext>
            </a:extLst>
          </p:cNvPr>
          <p:cNvSpPr>
            <a:spLocks noGrp="1"/>
          </p:cNvSpPr>
          <p:nvPr/>
        </p:nvSpPr>
        <p:spPr>
          <a:xfrm>
            <a:off x="80706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02307D51-6537-43FC-8F9C-7E5D20DD221A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97792AB4-DC97-4AE8-8D4C-555163D8540B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5152BF39-CA26-4A56-8054-C776051FC0E3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92C7509A-6A76-4214-8BA0-BE5A29E9C0F6}"/>
              </a:ext>
            </a:extLst>
          </p:cNvPr>
          <p:cNvSpPr>
            <a:spLocks noGrp="1"/>
          </p:cNvSpPr>
          <p:nvPr/>
        </p:nvSpPr>
        <p:spPr>
          <a:xfrm>
            <a:off x="81275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F3AD2202-74B7-4FD2-BB06-6A244190E65B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5C371FD7-40C8-46E2-B6B1-1EC45A63ABA6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2C5FBE37-CA1D-4ABD-AD9A-06FE0AF14483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2674BD79-E095-45D8-9CED-70943DFF6345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FA0F2236-3F13-48B9-BF97-C041BF9450D4}"/>
              </a:ext>
            </a:extLst>
          </p:cNvPr>
          <p:cNvSpPr>
            <a:spLocks noGrp="1"/>
          </p:cNvSpPr>
          <p:nvPr/>
        </p:nvSpPr>
        <p:spPr>
          <a:xfrm>
            <a:off x="81033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8268EA71-85B5-4C00-80C0-7F6D02B82835}"/>
              </a:ext>
            </a:extLst>
          </p:cNvPr>
          <p:cNvSpPr>
            <a:spLocks noGrp="1"/>
          </p:cNvSpPr>
          <p:nvPr/>
        </p:nvSpPr>
        <p:spPr>
          <a:xfrm>
            <a:off x="80449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2243B02F-B585-48AD-8524-B65AFE954BFA}"/>
              </a:ext>
            </a:extLst>
          </p:cNvPr>
          <p:cNvSpPr>
            <a:spLocks noGrp="1"/>
          </p:cNvSpPr>
          <p:nvPr/>
        </p:nvSpPr>
        <p:spPr>
          <a:xfrm>
            <a:off x="8203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D5F85586-EED1-4C37-B4FB-20C8EE83517F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4DFA4609-9D9E-4C0A-9C52-CD18B7373174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76AC9773-3EF4-4457-9DA6-E65DB0EC0E16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355E998D-EC97-45CD-9363-F936B595DC6B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B6802504-B82A-4190-9226-4806AE208D13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4B2E59CE-9A34-4873-9A6C-D50B317CF1D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51310727-6876-47A1-BC8D-E6BF9138891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788620A-95EB-4A85-BDC2-66B548455182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7693E8D6-B689-4559-89C6-3D02EDB39776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90AC650A-03F5-4E96-AA38-044EFF0C54E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B5F4C93C-62C7-4C26-87C8-7561E5585F72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B3745FD8-4657-488E-9D3E-E6F4B7D1CC49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49049BEC-095B-40C8-AC64-D59D8C789F7D}"/>
              </a:ext>
            </a:extLst>
          </p:cNvPr>
          <p:cNvSpPr>
            <a:spLocks noGrp="1"/>
          </p:cNvSpPr>
          <p:nvPr/>
        </p:nvSpPr>
        <p:spPr>
          <a:xfrm>
            <a:off x="81971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D6679496-0F6D-4D16-94FE-7F066F6591C5}"/>
              </a:ext>
            </a:extLst>
          </p:cNvPr>
          <p:cNvSpPr>
            <a:spLocks noGrp="1"/>
          </p:cNvSpPr>
          <p:nvPr/>
        </p:nvSpPr>
        <p:spPr>
          <a:xfrm>
            <a:off x="81041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0E2C5C2F-3449-4099-B4EA-ADE771AD9F3B}"/>
              </a:ext>
            </a:extLst>
          </p:cNvPr>
          <p:cNvSpPr>
            <a:spLocks noGrp="1"/>
          </p:cNvSpPr>
          <p:nvPr/>
        </p:nvSpPr>
        <p:spPr>
          <a:xfrm>
            <a:off x="8085568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ED842DEC-7D20-4D76-B472-7709F609428C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51860279-209B-4C38-9441-DC45349B2E10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AC392CC4-4E0F-48E4-BFCF-4FD1127DE8EF}"/>
              </a:ext>
            </a:extLst>
          </p:cNvPr>
          <p:cNvSpPr>
            <a:spLocks noGrp="1"/>
          </p:cNvSpPr>
          <p:nvPr/>
        </p:nvSpPr>
        <p:spPr>
          <a:xfrm>
            <a:off x="8123597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AD7D25AF-E8D5-4346-8D7E-39369F946CF9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17C20515-4471-4AB0-90D4-147C3E4EB5DA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6244A4D9-132B-46DA-8395-005EA31BC622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83014A23-316D-4F75-971B-72CE675F6DD8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B03EE09A-0CF9-4AAD-81E3-83B9E6541E21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2621917-9539-43B2-809E-ACE1CD27B57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D171B3F-8D00-4DB5-9C51-51FFACC40813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9BBD3B0-86FB-42DD-B928-9F106869F0A5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5FC4CC4B-1F0F-44E2-9233-916418E2F1FE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95F8506B-CE0C-464C-BA22-685265F8218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34F1DA21-146B-4CFE-9350-C9C3639B4A0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B2D5C1BB-F3E8-4E4D-A3B2-437EC9F06B29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ACF1C56D-67DB-496B-9080-FD04F873D194}"/>
              </a:ext>
            </a:extLst>
          </p:cNvPr>
          <p:cNvSpPr>
            <a:spLocks noGrp="1"/>
          </p:cNvSpPr>
          <p:nvPr/>
        </p:nvSpPr>
        <p:spPr>
          <a:xfrm>
            <a:off x="7652359" y="1728676"/>
            <a:ext cx="191" cy="265059"/>
          </a:xfrm>
          <a:custGeom>
            <a:avLst/>
            <a:gdLst/>
            <a:ahLst/>
            <a:cxnLst/>
            <a:rect l="0" t="0" r="0" b="0"/>
            <a:pathLst>
              <a:path w="191" h="265059">
                <a:moveTo>
                  <a:pt x="0" y="26505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E74770A2-C04B-403B-BBA9-C004C8515180}"/>
              </a:ext>
            </a:extLst>
          </p:cNvPr>
          <p:cNvSpPr>
            <a:spLocks noGrp="1"/>
          </p:cNvSpPr>
          <p:nvPr/>
        </p:nvSpPr>
        <p:spPr>
          <a:xfrm>
            <a:off x="7594032" y="19937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13EBA451-053D-4CC5-87A6-982BAE475C37}"/>
              </a:ext>
            </a:extLst>
          </p:cNvPr>
          <p:cNvSpPr>
            <a:spLocks noGrp="1"/>
          </p:cNvSpPr>
          <p:nvPr/>
        </p:nvSpPr>
        <p:spPr>
          <a:xfrm>
            <a:off x="7594032" y="172867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29F1669B-7A80-4295-BFB9-19A39E45B3B3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F3FE1E00-6603-461B-9328-1D926D0BF4AC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E39778E4-98AC-4989-8F36-0E4786EC6EA6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071A989B-6E55-4562-96EC-16C9378E60AE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FA96DD10-7165-4E75-87AD-01CC0ACE2B75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9EC90737-210D-40AD-9FA7-51385BBEA75A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A3C11458-285D-4E89-B0F3-795821F77A36}"/>
              </a:ext>
            </a:extLst>
          </p:cNvPr>
          <p:cNvSpPr>
            <a:spLocks noGrp="1"/>
          </p:cNvSpPr>
          <p:nvPr/>
        </p:nvSpPr>
        <p:spPr>
          <a:xfrm>
            <a:off x="7896268" y="1927266"/>
            <a:ext cx="191" cy="251169"/>
          </a:xfrm>
          <a:custGeom>
            <a:avLst/>
            <a:gdLst/>
            <a:ahLst/>
            <a:cxnLst/>
            <a:rect l="0" t="0" r="0" b="0"/>
            <a:pathLst>
              <a:path w="191" h="251169">
                <a:moveTo>
                  <a:pt x="0" y="25116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4C20497-0081-47C2-97D0-9E2A85C246D7}"/>
              </a:ext>
            </a:extLst>
          </p:cNvPr>
          <p:cNvSpPr>
            <a:spLocks noGrp="1"/>
          </p:cNvSpPr>
          <p:nvPr/>
        </p:nvSpPr>
        <p:spPr>
          <a:xfrm>
            <a:off x="7837942" y="21784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D2DE760-D15F-42B9-A85D-E5C27478EADC}"/>
              </a:ext>
            </a:extLst>
          </p:cNvPr>
          <p:cNvSpPr>
            <a:spLocks noGrp="1"/>
          </p:cNvSpPr>
          <p:nvPr/>
        </p:nvSpPr>
        <p:spPr>
          <a:xfrm>
            <a:off x="7837942" y="192726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2BBE0E23-1707-4C42-8629-7AFD618DB73D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0B492B48-6FB9-41CF-9730-2C93F3B1D9E2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7C01A210-1A81-43AA-A99F-F1E53CFE9727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77F403F4-9F1B-43AC-B38E-5C2EC3C00DEB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799B85AF-69BB-416E-8F30-1C424529F912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5B3F90-36B5-475B-9D7A-9ED0101BD611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F245E991-D67E-4144-9D1D-D0C9A991152C}"/>
              </a:ext>
            </a:extLst>
          </p:cNvPr>
          <p:cNvSpPr>
            <a:spLocks noGrp="1"/>
          </p:cNvSpPr>
          <p:nvPr/>
        </p:nvSpPr>
        <p:spPr>
          <a:xfrm>
            <a:off x="8140177" y="2288223"/>
            <a:ext cx="191" cy="185512"/>
          </a:xfrm>
          <a:custGeom>
            <a:avLst/>
            <a:gdLst/>
            <a:ahLst/>
            <a:cxnLst/>
            <a:rect l="0" t="0" r="0" b="0"/>
            <a:pathLst>
              <a:path w="191" h="185512">
                <a:moveTo>
                  <a:pt x="0" y="185512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B759E1B0-1FA8-49AD-AF34-24CAD30E3DAA}"/>
              </a:ext>
            </a:extLst>
          </p:cNvPr>
          <p:cNvSpPr>
            <a:spLocks noGrp="1"/>
          </p:cNvSpPr>
          <p:nvPr/>
        </p:nvSpPr>
        <p:spPr>
          <a:xfrm>
            <a:off x="8081851" y="24737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BDB19C8F-8F38-4827-AE21-E190835B18EF}"/>
              </a:ext>
            </a:extLst>
          </p:cNvPr>
          <p:cNvSpPr>
            <a:spLocks noGrp="1"/>
          </p:cNvSpPr>
          <p:nvPr/>
        </p:nvSpPr>
        <p:spPr>
          <a:xfrm>
            <a:off x="8081851" y="228822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62A965A4-D313-4139-BA3C-E81A8465156B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D2C1CBCD-8541-4C5D-8FD6-90BD828EE311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8B0D3DA5-A96F-4A02-BE98-89C49193F87B}"/>
              </a:ext>
            </a:extLst>
          </p:cNvPr>
          <p:cNvSpPr>
            <a:spLocks noGrp="1"/>
          </p:cNvSpPr>
          <p:nvPr/>
        </p:nvSpPr>
        <p:spPr>
          <a:xfrm>
            <a:off x="7561158" y="186376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2134C108-A0AD-40E8-AC13-2BF6374F1EE9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F71449CD-1E18-487A-A107-99A2FD538378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7AE224AF-CA7F-4586-933B-F427CC35317D}"/>
              </a:ext>
            </a:extLst>
          </p:cNvPr>
          <p:cNvSpPr>
            <a:spLocks noGrp="1"/>
          </p:cNvSpPr>
          <p:nvPr/>
        </p:nvSpPr>
        <p:spPr>
          <a:xfrm>
            <a:off x="7805067" y="205574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B1B9C420-B825-4391-84CC-B33B6D1329A7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013D4D58-E270-4446-93BF-BFB8E9C49305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744C34A-9BE4-4E11-8412-74D17C7F2036}"/>
              </a:ext>
            </a:extLst>
          </p:cNvPr>
          <p:cNvSpPr>
            <a:spLocks noGrp="1"/>
          </p:cNvSpPr>
          <p:nvPr/>
        </p:nvSpPr>
        <p:spPr>
          <a:xfrm>
            <a:off x="8048976" y="238420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F40A0596-A4B4-4656-9CC8-AA22D517A927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1981FC29-96B1-4701-AF5D-E0F598F3961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B9E3714-E015-4274-ACB0-A92ADED7BBA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EA9C8155-CD6A-42AA-92A1-8E7201D531C9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DAA38E5-59FF-4C55-938E-4B589EAFA6E8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BDC5CF7E-6DDC-403E-8688-133B316405F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6F27BF47-66AC-4388-8CEF-4648848D0D0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85988C82-4541-41F2-9195-D632EC586C9D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EA5727E7-B820-41B0-BF75-2DBC2F7CFBB9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0ACCBBC9-8E99-4290-812D-CDA90DAAAAA7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C02B726E-BFD0-4F35-B0B6-E4C992B50A5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2B7E67F-D4F7-4826-B1F2-3A7D27DB48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10F15698-5053-40F5-9E57-A8EBAFC215A5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9D6AC2E6-6F60-498A-B490-8B489367237B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93CAA244-5135-4B88-8AB5-591C2BB091A3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3C1640F8-207F-47D9-962A-6119BA2B4E19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802E09D2-C32B-4868-863E-A7F7F6FF2B5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6285E9F1-45A0-4769-B803-2B811D915EC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7E9C780F-376A-4FF9-8C78-7957C04EB459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58974A2D-3085-46E3-B255-A2371D0D306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655FCE3F-24E1-4D4C-A929-54F61DEF51D9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FFCF781F-CCD3-44F5-A36F-718F8D74BFE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20F29DED-EB5B-4EE2-B15C-C636E6F1D20C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DB88ACC8-7A1C-4F94-9FE1-CDA0B4E01CF0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9254EE0C-2A6C-4D41-9CC1-108B066716B0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D430180B-0A5D-4F2C-82B4-ABC5E740E22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CF0524FF-1F64-4001-A62A-5CE3B126796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D090F44E-A05A-425E-9341-3638D582EA3F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A4E8402C-2BBD-41A1-BDBD-0FD836A56C1D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CD836B40-3F3F-4122-9C71-87BE676B2B56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280DDEBD-111A-48AD-98E7-9E61F416135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ABB495E0-D1F7-4C07-964A-BCAD75537260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E41DEB38-98DB-4473-BD71-05DCFF56AF88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2A1B7F73-7FE1-48EB-A43C-1F1473907A9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A694175C-7373-4127-98CB-03A108ECF8A1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5D37955E-767E-4280-BBAD-5474BFAE16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BC801606-8009-4121-8219-2D0C9D5839F7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945C7080-6859-4D6B-AA1C-7ACC91963D8F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F783D9AD-80EE-4DF8-BD59-24D766A891B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288A3E49-EDD0-4BA1-8C4E-040B6982D2EB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C57AC7B-89D3-49C2-BF4B-95B55C45741B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A6AAADAB-3247-421D-992A-39F9CEE5A6C8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9A234963-D978-416D-8537-B03EACFDB5C3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1544F07-9287-4F00-AAAC-17EA11823596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437A7260-4351-49D7-B888-50696F5F07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E22FC75E-A8A5-4264-B1B4-0556BC907981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FB9DECE7-307D-4C68-9200-11B21773E14B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3913E5CB-8C3D-4EBC-829E-EFA3914439BF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B49885CD-49F2-45DD-9E55-1923115A713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15E59330-419A-4B65-96FF-058B85B44B02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25DDD8A7-260C-4510-A3F0-37A5B144E42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724DA92E-606B-4707-9EC2-00487032DAD9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190BB894-F281-4103-834D-CAF68A1F7414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D57272AC-F2C1-4CA0-930C-1628074F0B68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D88B6703-6E9D-4819-898A-04C13F0E9673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89662B14-4EFB-44D1-B841-727414C8DD51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8C97E584-55AB-4788-8BA7-BEC9874340BF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F21BC40E-499D-43DF-9D7C-168527ECA27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B3C694A8-D7F7-41E1-BF6A-A6AFD038BB17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DC8F0CFE-EE7A-4C42-A2A3-70C815DECC74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2103314E-C093-45D7-9AE1-AB9690A6D133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668C21E5-8E4D-43B6-9207-B5DBDEFE90D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7EF86768-3A94-4599-8E01-8983FCDA565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3FC61B60-016B-455A-B375-5D641F7DD984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5EBF33CE-C6A7-4EC3-925B-4998851FB3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D3F68F37-E5B1-49B7-964F-E2F0844B5EC5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63D354ED-370D-415A-A336-CE1DB05E4DA0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CBD6474-6F43-4FE1-8E16-C6179D0425F8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C00E616B-F141-49DE-ABC4-6E8237952ED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356D85AA-B3CA-4142-B55F-8EEA6ED2FAD9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3DE3970B-FA70-4E11-918B-C39E0B8A31C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452521B5-0EC2-4010-846F-5D95F9BFB884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49DF144E-0B48-416B-A549-2D567449D50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CAA3025E-BC83-4D05-8F38-43590345ED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139A123E-236F-478E-8769-E310DA130792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22679344-452F-47D9-A243-5D367A52B54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76E49105-B668-4B84-B8EB-4FD196F9A1E5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5C8DC37E-65B7-411D-8611-5ED09EE2E545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F5638210-9514-4692-9769-FFA231CD921A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4EF9986C-C140-4D28-BCE4-2AE6B9BAE54F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E77FB495-5C67-4733-80DA-7A69CC97919E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8DEC731A-B618-4B95-A1F6-D513F8A561A1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187345B2-39D5-4C63-94EE-1BB5EEAFC05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D6EA5251-F920-4CDF-8341-6B76BE42DA0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D50E7F0-5A52-48CA-A051-35BBCFFC94D5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F908BDC9-05DE-4725-BEEF-126C8BD7EC68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D936A31D-4231-4DDF-BE13-7458A0FA5F59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C12B6B9F-D1C9-469B-A603-914D6478FE4A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3DDC50C3-DCB0-4959-90D8-BAD0429B6268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7B8B1CC1-943B-4BEA-A6C5-492086DB89C3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7E7ED45C-5E92-45DF-AD7A-8F6B6026809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5D419BEF-BFB0-482F-B677-0AD9A82C1705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8F95EF7C-1C96-4EE3-A46B-2BD7EC573CB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6CFDBAA4-9DD9-48EE-8599-3E78DA706066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C9C0E306-CCA9-4D42-8368-18BE32390567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DF76E7DD-1A6E-41AB-A93E-85B3ED87B7F0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E33EE0A3-511D-4415-9156-F7290651EE7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E5A67368-4133-4351-8894-8C1A0341CBE4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8F279DBE-BCAB-4DE2-B3C2-EB1709739D77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F3F19C8C-2EDB-424E-B345-661BEE3081F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85D162EB-4F72-47AD-A9D5-6F79DCC38E35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50581FAA-3CDF-4304-8F04-B49E951D544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EAD2B05C-C44C-42CD-B041-9C608CBE376D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EA1E9683-C93A-4B9E-9EE7-C7AED4003EEC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2F679FA0-2894-4618-A15C-95F521FBCE93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8B1A3DBE-D088-47E6-AB8F-B31FBA1ACDA1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729F8725-B7C6-4BA0-B758-C2D13D143382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F4068AD5-BA8D-47EE-8200-1B61B4EB098E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B4F50BC3-5552-4672-8013-360EFF8BD487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9A16442D-F8B3-4FEC-BB47-A8A5B0C42868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BCE427DF-FC6B-4BCE-B03F-64963ACC6B50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C27F6CB9-CB4E-4093-ABB9-9D4E95288B04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86FE23BD-AE4C-47F9-8468-2DCD37E0FCDB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8A9159DF-C72A-4501-82F5-1AC6EE933F97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53C91C3A-ECAA-426E-8078-49BF7DFEC228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9E10C9D6-D6D6-4565-9BD7-94939EA742C4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20A894C-4682-44A6-8985-66CBBCA9E7EC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0DE90CB2-0C63-4162-B000-06C668A65A6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B8849BFC-D8C2-40E8-8E85-A2AFD0608097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6C6BBE85-BBFE-4C68-8C49-0748140B9223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1FF2DE40-F52B-482E-AC0F-647C2AA6EC32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E0E09F50-6E31-4792-9985-75CA30493EB7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C3B1430F-6E65-446E-9590-7D0DE6B394AF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F1452E85-F97C-4277-B6BE-D98355B22551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C68B0BC6-8E27-492A-A184-80C5299804D4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514A5F53-327E-4ABA-A142-AC2AB58CCA21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31EC8A22-F086-4297-B5C5-3F6E127DE5B6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2D2079A8-AA6D-4473-AFAD-86A43E1C28D6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355AB67-2A31-4817-89CB-37740B55AEB6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6F69CE99-F2A0-48F2-BF61-9CBBAAFBE232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6894064-4CC0-4D54-9869-6107A8B8F449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AD057F44-FF83-4204-9EDB-F5A47D61D774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F3D0DBB0-4871-4D2D-B56D-02D22E7365A1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D3DB4EBE-C223-4C10-94EC-94A714185B7C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46B3AE37-C637-41BF-8A89-AA633EA5C04C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C12E1B4A-206C-4122-98A4-9ED8CD3581FD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A583FC83-7EEB-4B86-B569-5FDDEB71763F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E199BB50-B38F-4715-86A6-9A6B0F9459B2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2F153C0A-C043-44F1-AC74-2DDFA627AE30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DE5409C4-70A0-4B90-BFC8-8D577F996483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387115F0-F938-4921-BCD6-C3F990B19E7A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4EA19822-EC18-408A-A119-4D9A60ED1B71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9C0656B1-BA69-4904-A05A-A669AD41ACEB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5AD99284-89F3-4DDF-8B4E-BAE275F5DE31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20C223F2-1A8F-4B7D-8154-58556BDA4D73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6FEBA6AD-F691-45AA-BB75-AD76516630B1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D541D941-BC8B-425A-9163-C024B4F42DE6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94187C02-62A0-4B8C-A1D5-0596AAF79A17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1A91BB2C-2065-4643-A8B8-1752E53DC074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FB5A3666-03B9-4500-A9B1-BBCCA7EB49B6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B3657E4F-F08C-4D83-B55F-FA5FAD1D212D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C4CBFA0C-1C50-40F0-A3F6-ACF1D49191E6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C8163854-E270-4F11-B2F0-2D702DD28194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44D47618-5ECE-4B0F-ACEA-D4DAC71C7F01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E780BDB3-CEB3-4E4C-99BF-127D83E48086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5F8D9207-D99A-4299-B03F-4975F2B6D4C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E18192A8-86FA-46CA-9D27-9935C200859C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BEF2DBB2-E2A3-4802-B1D6-2CFED9B3B001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526644C1-9E7A-4C36-9F1D-E9F61FA202FA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5F1FF2-A7B1-4163-8235-4BFC58A0BDFD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3A2E616D-2796-4F8A-8F92-AB85D214E9C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3F40B55-4D13-430D-8DF7-4E85D86C7ACB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86939AC-2E97-47C9-883F-E2C3F3E99495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1C024DFD-E637-4155-9DC6-094674CC9012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64070AB8-C1DB-4AA2-B3FE-C49C8E0B1D85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F632A1AE-8DC5-41BD-BC8D-C98899599216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031B5585-8240-4138-872A-9745B5465343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FCA1D7D3-2408-4C91-B104-1A28747642E5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DBC32E20-C018-43AB-8654-70E6B09BF187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0C98B772-D981-416B-BF9E-4B4E020331D0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EBBBF80E-BD7E-439E-A59F-CFAC1F10488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01B06BDE-5BF5-45C9-9DD1-63D87CA162BA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743E3648-23C3-4EFF-83BA-0FA28B452FD4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AD8A7139-47F2-4A37-BACE-7C34BCC4CABE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351AA027-C0BE-4794-B61A-3D5FAED88E33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D958118C-99CD-4A7C-9E3C-694B280681DB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AFE60420-9612-4ABE-8787-FC65ED40E37A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1AA0A7C2-4421-4786-BD70-C4D6FF8EBE70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A3F29DC7-5391-463E-BD41-C497A0586C3B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BF836919-E5FA-4196-BF99-1640388FC5AC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F8B02614-A3F8-4FEE-90ED-FC4C80DACD53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37FF8227-1316-4707-BC08-33AC1A5D4D2C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EC581E7B-0FB5-444A-AC17-405D0B0297B2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D7BCBBCB-A31B-44E0-A7BA-4C67DA643821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1E54F160-73E9-43D8-A713-CA3EF751459A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377EC1E5-5A54-42D9-8A66-EB747D8FF408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075A3FAB-8C60-4323-BDEF-231D7CC6D3A7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0B3CCF-40C8-4015-8EAD-DB1081C470F2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9D4A42FD-A346-43F2-B595-0EFA722091E4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FAC05A5-876E-46FF-9025-4CD4A01CDBE4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06597385-6B5A-4A95-9DDA-6F173B21DCD5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837EAACB-40F3-45BA-B36A-5DDB830A799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BEEE102B-9015-4855-B3BA-015B6A0F1BB4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2D3DE6F-E8FE-4B89-BEF5-76412D707892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232B46E2-AC12-44D5-ABBF-5EC1477D082C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9DDDBDC1-F78C-40E2-AD61-E6E507A2019D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F770E5B8-703E-42D9-9E54-CB118002BB01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37A47627-661F-4C6A-9B62-C1F42585068B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0D55E14C-8D99-4B99-B008-F8C940D8FAC8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812CB429-94AA-46C7-AC96-772D9136C506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29F0304D-9CD5-4A1C-B63B-EB1E5C502649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F15BE61E-E35E-49A1-A03F-468FB6AFC5DE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0D6A3418-8B82-49A2-A923-93EBE540DEAF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1E14E147-6B6F-4DD0-A347-23F0624782C4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B4E84AE3-6FB3-47F4-928A-C286D52E2966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B48CDDEB-D4D4-489D-98BF-0EA9631030B7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BA119BF1-4FCB-4428-98C4-D929AFE3E596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8F45DA22-DD20-487E-8C0D-EFC8105722C6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34FEF01E-FE67-4AC0-A9FF-3CD5D3061392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13E3D33F-D561-44B8-B1DC-EF96084052C1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1C6F643B-1D4E-4F43-B623-031D61258C44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2EB3ED85-0CE0-4DE4-8948-8C0C3138E254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4C4AB79F-6833-42D1-9064-AD9BADA89424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D6EEE77F-7E9B-4865-9B93-AC16794AD7E8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C63760EA-2CAC-43F0-97F4-BDF3EBDCD95B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6B912B93-283E-4F29-8E15-D105A333B855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FBE54648-C024-4EBD-A7E5-CE668913D3BD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42ABC90F-1E13-455C-A1A6-EC9991AECFFA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37596AB-0082-400C-BD2B-F508B938718D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1686A73A-621B-4567-8872-F5753596FEA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A902FC88-B2C2-4243-BAA5-3905580FB830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D0094732-6046-4DE7-A9AF-5E157B401F9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E8D20731-FA22-4DF7-9311-90E923AAD24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E9D0768D-17A5-4607-B248-72837DB5A25F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64761E06-AA0F-45DB-96E9-B448538F8EB9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A692063F-E6D0-45AE-BBFA-1DA91084481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B753E8EF-1AB9-4FE6-8752-CED7E8157F1D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2A8DFE11-E3B8-4461-8213-43C0CCC7CEB9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0D727640-8505-4874-9000-4FFA8F1F162F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553C074-1EE0-4758-9756-339E1B0E70CC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ABE9DFB0-5409-4C27-97E2-D2162CDC7304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84ACDAD8-2538-4C32-AF43-3DCFF13342E6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FB3D0BC1-D57A-4D22-9E81-17F714AF4ED6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C0207895-3FBF-4094-B0D5-9FB49BBBBF2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A6E517B4-1FCC-4962-98EB-CBCAC7B018F2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88B09402-23DC-478D-9645-948A1000537C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AB3D2DCD-8DE9-455A-AEC2-B58114EE7D4B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DD4ECE47-C9E1-4756-886D-A20456C9444C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44591124-8535-4F0E-BCE5-DE11A48DB7C7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69693D7C-49DC-4C27-8760-88F01A1737ED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F6EC8E80-D622-4F07-A4C4-32FA13A05F29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3F1E14D0-3759-4104-8E9F-59A8A083EFF2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48E3DC99-C745-46A2-AB7E-AEE4EF4B20A7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08AE549-0761-486E-AC2F-EEE0B51E9FC6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ADDD5CBF-5988-4B2B-A1F7-2ED6ABEAF628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6F0AD667-3A2D-427F-9077-EDD38CAA032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3F9C9F0A-BFB1-40EC-B780-330174AA897C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B5A5F1FE-32D0-48A8-9CD0-9230C558958B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1DFD010D-6281-4C46-A9E5-FFB653614CF0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02954AD6-F914-4542-ADD8-D70F36CE5791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C8D52511-F59F-43AE-838B-976766FDBD63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D9D3F8DC-5483-4CF7-9043-3EC149309B57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97F720C0-FC72-4350-8938-2EAE6BE66C81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057168A1-00FE-4C01-8912-84B4DD4FB271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471B2CF5-2960-4A32-B421-98AC70D1B04E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8F8EEE37-4B92-4027-93A1-B1F57E5C3764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AE82E8E-4119-4E68-A243-81368C290F59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DA2FA796-C988-4B03-BAA7-476EB29034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42E3D9A5-9036-4421-8511-399A1B18783B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4D121301-F1A5-46AB-8BD9-E1C1F29AF6AD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CE76D53C-93DB-41D8-98BD-79169F452156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2ED6C48A-F15C-4760-871D-5A72B221C2D3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16430399-EE02-48F9-A3E2-AF91443995C3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20E1DFF2-98F1-4248-A4FE-5D19B65C6D6B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C79412F9-FF5F-43CE-80E5-8717E416A986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5BBE466-4FCC-4CDD-B33B-B230FFD0B59A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82A2418D-7504-4A1F-88ED-246F53021698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33C4B0C5-E1F4-4485-A5BE-E3B7073C58BC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CF259CAF-A6F3-47E1-B57C-6AB0CA614BC0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775360A1-96EE-4C63-B767-DA49A20BC523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448D133-0198-44E5-91D5-B649AF4E03F1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47B8E964-FD31-4509-BC88-88764EBD7A8C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3B16283D-4F96-48DB-8CA5-52D896D02F78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CEC38DC1-FAFD-47E2-93F5-38D2879FE1EB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7E8DD84A-7C26-44B0-94B3-CFCD143072EC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89D4C823-C592-4317-883A-7CC29AA781FA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9FA95284-1A7D-4ADD-B397-95C418C698B4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CE0D9782-2903-4ED9-953D-E1E05A1B2CCF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A75BEAEC-A2A3-42EC-BCBD-2F713E23A057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F484CA21-02E7-4965-8438-24DBF288A38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02E36F94-14F2-450E-A2AA-BE75902611CE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099F5A37-1BFA-4D1F-A40E-3E14254712A5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BF938920-437B-414B-871E-FFE38BAA69A9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2DB8D7C3-281A-44A1-AE5F-934B7F88D946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68BA2D9B-F7AE-49DC-BD82-EC2CD53785AD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DA71002B-3382-4BFE-A845-A6738E825FA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7E1FD8BC-9023-436B-93C9-F28DF13EFA9B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5E454A04-9113-4530-AC1F-8922B664787E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3B258EED-9EF4-4C94-BD27-735DAE61F518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705B2DF4-2376-4ACD-810F-FB201DA62526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BC6AAC17-0B6A-4E99-A6BE-EEFED47C61C0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4687108F-91D1-4793-9442-F6D31D2655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29BC62F8-A5A2-43B2-97DC-7DE0E53C3883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81D52594-32D4-4B9F-B7C7-D40FB9F59806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8AA5FDD-D248-4207-AF90-CB4FDC33002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F20FE80D-64DD-4EA1-B95D-2E720532F687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FD45EB7F-D521-457A-AEAA-52239AB213B1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7CBEC42-55AF-4030-98BB-6E0AB30B0F0B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1DD55517-268D-4D49-A6C7-B5A01FF8F93E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2E59FE0B-8CD7-4FDF-9EB0-C18739E1930E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7EF601EA-78B8-42A9-88E5-5921C6CFF245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DA1EE096-1812-4FEE-B8B4-A9860EC6B5A8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BCD0BE68-E689-4854-8B77-34CE629008B7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4E991341-F1F0-4890-8FB3-0E11E21D21FA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1083216E-6D61-49C5-84DD-75BFA199271F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BC761BDD-2A07-473C-A731-5840A62CBEC0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F2E7B422-7374-49CB-B10A-034BA6E214C5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8B073791-E40D-461D-A494-3F57B06BF53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0609C776-D806-4F54-97F2-A448701A7077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557F7010-1B1A-429F-9306-520CD3DB2005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27630B20-68B7-4DD8-A2FA-48B0B6D8E12B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F7690006-725E-492F-8106-5E6262C83D54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C6573274-B237-4126-9BDD-64ED93F30252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0AFADEEC-5F6E-48BC-9F3C-8945E032362A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394EEEFF-CE89-44C9-AFB1-4FF6D0EFD076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8AC47B6E-1361-465C-9F85-4AFD3BC3ED1A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E24C4780-5913-4DD4-A10B-A341A6410478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A05A5E79-93AC-4A7A-883A-40B3F84E79A9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54A8FF-C80E-467C-B35E-DCD036655E05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10F12228-4B92-4B5A-8AF2-4732A78F6729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E1E2A9CD-AD3D-44A5-ACBC-6BD1E11D680B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F5323D8-3410-4C5C-93B5-45B5065DC419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57913B2B-6782-4288-8996-44E187BF8272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CF81337-D913-4C8F-BDFB-134A101ECEBE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7BCC3E25-8945-436C-8352-3DB196E714CF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195B0469-E5D9-4E9A-89F5-D628589321CD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EA17483C-0D7E-4979-9041-F3F10ECFEBDA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74D009D3-8ABE-405D-AA99-5852EC64D1E3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088940F-48D0-462D-B237-0695E2B3F513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F94A386-8902-4570-B6BA-D2626A65C62F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D2BE6B3D-18CA-4B58-845E-A4FD62495BD9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35746C72-6F11-4268-AC31-69D2A021A70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6761746C-67F1-4F71-AB07-35F75C3C54A1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B53FFF32-8AC3-425D-808D-B1F84D72AC36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8221B6B8-5A4C-4750-85EE-BB0D879236AA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8CB0A62B-0C39-4E95-A998-1844C07E71AA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2934CA4B-BFAE-4ADF-83B3-B929C58E70F3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B53AB9A9-C09C-482E-8852-0C4F65A85CEE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B441D8D9-6DD0-4C63-8805-71C4BCF74763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5FFF98C4-ACA1-4F77-A4BC-D2DEB7752867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07BB2D62-5B3D-409F-811A-E664847DC7E9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92ACE9F0-1EC8-4927-876A-88F46BDCE502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52A3421E-2ABA-4A3A-937D-360D5115A7F9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16C32873-47DE-4701-8904-C0A7B1760EE2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0FA319BD-D384-44EB-92BF-7F84A4377477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35CE6628-8FFF-45C6-8383-E0DCC0930EDF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F2E11639-1F57-495E-849D-9C0AB1B857CC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F6E937AF-5134-4960-81D0-D0C9C02378CE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FB8203FB-E0A0-46E7-867B-45BF606120E5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AEA36B2C-954A-463D-80A9-008DA103260A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DF55B3C7-7329-4FE7-8B0B-83C2BB735408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2A83DCC8-D5E6-4E36-96E3-291017ECA0AB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66704158-90C2-4452-87CC-252BB05E093B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353939F6-E896-48EF-A750-B6506F2DA0A5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C3146757-7B20-4C55-8444-46E9FA95C0C9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0F5EDD2C-FCA1-475B-9C26-C02116089372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26F55DA8-3D08-44A0-98CB-49A7906B3F52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9D041CFB-72B3-4083-9C14-4D895DA2B621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0A901884-4202-4E15-8983-3FD7BE125436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C6E25CF6-2DE0-4FFA-825C-0F5991716B32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C7BD587F-613A-4642-B349-3816BA465547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40F94007-3996-4D28-A2AC-4E7BCD832A11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7FBE59ED-58FB-440E-8474-6D399A75620F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0D74FB4D-595C-495E-A029-42ADF7C5389E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0990DCC5-0AFC-4153-8BB7-69DB55CE6AE9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3A8BDB29-2548-42EF-89E5-027AB0F4A7DB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3997E802-E5BB-4BFD-AE63-D4798A3E244A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DF03CE29-9AFE-4960-B971-C5094CAD0AFF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815B8726-56B5-4DFE-8297-1404625BB600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7D771230-4DDE-48DF-8E0C-349B75CDD905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55B71B8A-34AA-4C74-8D85-35ECB167BBC1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3732630C-ADDD-48F4-B520-99873413C4F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57551534-443C-48AD-BEE2-E69524AAEE81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2AD27057-08D9-4A7E-8BC4-73D7D6FD80B3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9BF814D3-560C-465E-9275-32419152461D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55E4DDD2-64A7-46BB-BFEF-9A524F84D4EF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B3C679F5-DEE1-4BD3-A206-E0D1FAB6A6AC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CB9BCB25-DB75-462D-A029-6296D8CEF441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B5375F15-7371-4965-9500-BEB45ED9D5F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28358C95-328F-4105-ADA1-945AB38175F5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297E09A-3CB2-4B05-9F88-EA30E98DC3CB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3ED35901-B49A-4707-863D-F209F15BA270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400AD8A8-5A13-4A4C-827E-4A72A73D4E42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D254D883-8082-41C9-A1AE-C5DBB320721E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C2A8E8E9-F5DC-49EA-816F-EA83084ED2A4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773A88E7-6206-4ACF-9CF0-FE3E0E4A83C0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1DDC819A-A07E-49FD-A84F-B2F9BF0E4193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A46227F5-C1D6-44EC-AE2C-7BCF175C12FE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9FD6C1AF-81C3-4DF3-8F58-BCC4F26AABF9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A2EDC965-246F-4CC5-806C-6D0AE16F784D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E7089196-5530-47A5-B7FC-104541F8F5FF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AC331685-9A52-4C8A-AE0A-2556337D7E91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75C0E2AA-CB92-430B-A5B4-A85CB8BE6B15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B10D656-10ED-432A-8E71-E70E580A31F3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5146932-D759-4C55-8078-7BD29FED0B09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B5D26E1D-1F70-4E19-8F49-F915D953B867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1494216E-791F-41A0-A628-65BEB9640352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C0C007A9-067E-4907-BB6B-2EDAE9ABA467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CC707259-7D6E-43B1-A7D4-A8326A553E22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3FC2B94A-3C4D-4A33-8E1C-38120E0F1C40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99B6768A-9C78-47EE-AAAD-8C29DC1B35F8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42F95ED5-2026-4B17-BCE4-A5EEE65AC80D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8CC36C5B-0754-4FCC-9831-CA56E2879DA2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7AB50366-F4C3-4FE9-BE8C-3B7DE5D7B569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C5785510-9786-4A20-876D-4656089A5A98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968C2FA7-58DC-4B47-953A-9614914F181F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A243ACD0-F169-4551-B422-2A8DFCD4574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EA06CFAC-05FD-4633-BA91-1C053D88F1D0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EF958FA4-D6CA-48FD-974F-C4E8ECC334A1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1526204F-0297-4F6E-A76A-A19B843C6ED0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EDD231E5-673E-41C4-A06F-D12A2D68E2CD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EA5340BC-5004-4ADE-9A20-D5FEBD792989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FEF19960-8B7E-485C-A375-8D0F4E6B3D34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EAA198E7-510F-4C44-9AD2-39AF08EAE677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0BD6718-CEC9-4132-BC0D-898B56408CA3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0753211-554A-4AB8-B368-B2154BB64EBA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92DF82B-C6F9-4666-9AEE-461B950CF227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3799CF1E-8996-4F57-A53B-BB967B0FC09A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C627254B-337F-4DC4-91B7-80878DB7BC8A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4360E32-B0D6-4C52-8C93-99E5479158BA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53EFF6E4-8A5E-497A-B076-75B462C5DDF7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CD29F883-531D-42CE-A821-4B9B16B14E62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1F673013-3F8B-4F70-8303-825149248B86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2521DC65-7F01-4A8B-A7BD-FBC8B09E393F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FD3515F4-6901-42DB-ABC8-1F3981DE639C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39E732B0-99D4-4908-BC6D-9734BBBAE3FF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D458040-A13B-465D-ACB7-DA3E28FB400D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E28BDF8D-7D24-458B-BCEE-E7434FF859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C1A9B261-E614-44A3-A133-64DEC82A212A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42FC2653-7C21-4131-9F59-430D004CA4F6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F0F265C4-A77B-4E6B-AA0D-ECE649F3D84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D6953FA9-836A-474F-93B0-E1B6B0D1C978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4B707375-5882-4DF9-9A04-16C8DB5DA03D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267631EB-CE5A-4757-BC73-E3C0634AEEE4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42049345-A11A-4D4E-89B6-17F6FB36ECA9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D75CE96A-1308-4599-A546-3B3F33238634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BAD48248-F4FD-47EA-BF70-3C45E28CAEE1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B922C41F-2427-4106-8E4F-27AD19DD9BEE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04A7DA1A-B971-4C36-BC35-6CF8523ADCAB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9874F7A9-9B8A-43E7-8B50-9BDF2784D06D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92860F28-991D-4320-AAF6-2552143471B9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599A9531-6D00-4B2A-ABCB-477DE99E54A1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380AED0E-F6A0-488E-8963-2C83005126E8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6A1E8211-6308-439E-8404-B3B5B552E05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35AED711-AC3F-43A9-BCBD-C42323C4B335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B282DE9C-9148-42FB-BEB5-FD8166A47363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423D9FD5-9132-4D89-927D-72B0D396945E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73C30465-2DA7-489E-9509-05901F888C4A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F4C0F98F-A3B4-4CE8-9145-0122677C2DA1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001C9BD8-86D2-43DE-BCBD-3FF93A81D31B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EFFF4CA-7408-4A07-8362-200744D614B0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6F903AB5-3ED8-4C5D-B913-2CC81507C986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F4D3E474-4C00-4614-B043-BC261085D52F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1FD9475F-FCC7-40F1-B0E2-F34126759F8F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F50BFDCC-EF64-40E4-8004-F1BD1EA3188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F7854B27-71C2-4724-A297-31F78828AD64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AA7AEFBE-5A69-41CB-895D-E0601A22CEC9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0B024EBC-665F-4119-A4D0-875C8F495289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7940C1D6-19D5-4F16-B13D-017A0F5F710A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78DBB9C8-9025-43E7-8095-FB004D97DCA1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D0B1EDCF-4875-4172-BD0C-CB0910C38B84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AFB6CD04-ED9D-4AD9-A83A-825AB4D8F373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D9F56602-F0D6-40B3-8718-F3DA5FBCAE06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04162373-6A3E-45B9-A65D-E1B303E6342F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E8CFB591-10F8-4A32-8900-AED4AE234A6F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8E5EAF4F-174E-4DDF-BED5-F932A53E178F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1A40869C-E6BB-46C0-B824-E0048F71B2EF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B73B1A3F-32F2-464A-A4FD-1E71B27D0325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6BE64AC7-3274-464E-8F55-6AD564C65898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D43C5124-F216-4DD5-AB59-B99FBA03847F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206ECECC-2BD7-4A7F-9B52-1C9C23610C72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3F9D2029-C44A-469F-8BF5-D33F49B69D01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56EBB8CE-A7B1-46E4-B053-8E4EF98421A6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476B450A-5ACA-43C6-9367-0BDEFF5A8B2A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7374BE34-B354-46FE-9024-37E997E4A139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5C410812-0465-4103-A46F-A216E71D3337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58276E21-5E89-42D3-BAFF-7F61243742D3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711563D3-F455-4228-9119-8CF2CAB552CA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1CEFE00B-90F0-499C-AFB2-C31B2294C93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FB5CC354-762E-440E-A329-5D87E54482FC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E41F486-D584-461E-81A2-50150DCF7351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96461893-218B-4C30-BA86-276120C253F7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D875C0F4-4754-4F7A-A3A8-6C36FEDD57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26C3CC68-9C0C-43D1-A450-BD991A7A3275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3E7E89CB-D3E8-4A8E-963A-A1D4296803A5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8665D9AE-50F6-41C3-9BD8-13F119C92FB4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9DE76207-E5D0-4996-8A80-2708A9C96E6B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F865D36C-FD94-476C-8D31-2486768B68F3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B9C1D5E1-9ABF-495C-A2ED-430093BBEC4A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D1613064-3294-4E06-89EE-6DB9ADAF03BE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E281863C-857D-41A4-9F2C-B84E5403BBCB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82E29E0C-D1BC-47ED-9AB0-EC39102DABF0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94CB17EF-CDEB-4B56-922B-EEF0069EF77F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9A319F35-00DB-4CE8-9017-1B2EFC203738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93B78F17-F326-495D-B43E-BF9190FAA401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BD32BEC3-B3AE-47D8-9D2B-8F3F4CCC6CE0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6F48A491-6998-4793-9A39-3635EEDAD8F9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A1F06602-4913-41AF-B902-482A197CE549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8B71E0AA-47AA-4756-BC33-7A99788A76C0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801C059A-C340-4CF2-936D-35A5ED8974BD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D6B0A1B-71FD-4ABB-BD4D-A6E1B81B80E1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29ED9C46-481E-4C5C-A246-8A4F99020DCC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E400C9C2-E35D-4E13-9DEC-E9A7764236B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6226AD6D-E9EB-49CE-997B-1EBA39ADCA81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DC0C0C2C-730E-43FE-9E6E-B8CB2A97B619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318347F9-4661-4B50-924B-0FD118C8941D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71AC6EA8-CA3F-4881-B084-DA75E74EC73B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B5007B1B-8AF4-48B6-BD3A-06FDB679E423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E1897EE0-0580-49C8-8C25-41BA5CC90C5D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27BE77D6-91A9-4CE0-AFEE-B7BA565ECB17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C83FB462-1418-4F36-B64D-2BE3886B56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35B1624C-1EF4-47AB-BCD8-590ADB3F2791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9F8845EA-C6BD-4B6D-95A2-03CCC5062606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2872433F-C031-4265-9F77-66C8CC7A7C16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42901951-5A4C-413F-9F17-398ED24F9F38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1C4A5975-F433-4B78-931F-0B2A43DEA7C1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EF7B9E-B273-40E5-9418-6EAB4DE00115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3A40775F-3F21-4C6D-BE48-A088B1D52268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D7B2122C-A2FC-4E35-9C56-B48177D4EB3D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B7A74CAC-8C8F-46D1-A18A-045FBD23273C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A47F5ADB-B99C-40E1-AF07-1DDA34C1AC53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DA6F1437-AE05-41A7-9284-2013CA016C5F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AD26EBDD-A170-44F5-8F30-2C826A9A6525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24EA563D-D2CC-4F2A-B2DC-F10D39D2ABA9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594728C8-4E0A-4F9C-8672-1A9221582CF9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A467AB7E-1D24-4753-AE57-FBDCF3E5E06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9BE6FA-CBC1-4860-8CCD-D95C807EF4E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189D3ED6-5B18-49DC-BD3E-33207D68B4EF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B01DD3E1-7899-4F37-ACAD-AE5B29C1DA4C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837F9294-D96B-4479-BA4E-8414DCF27C38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1E71D926-9FF1-4775-95CF-65EC05BF2251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95308BE8-5167-4393-973E-B2AC966671FD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62F18767-79DC-4E17-AADF-1397D101A0FC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731B85C6-F3E9-4984-9DDA-8524933B754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1E5FFE0A-BFA8-4D5D-98DE-1BA443B00DA7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C8D1FA0-48CA-44CE-B0A5-A723AEBC11EA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4DDD9627-864C-43E8-B3CB-5A9988AFB265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E0B810F3-F369-4AEE-AFB7-49BBAE8A4184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8CBD906E-41FD-479D-9007-9F411261D7FE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01F287CC-D604-49F9-87D1-5E51C89D0107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3203648E-D13F-4895-92B4-9E392E9D522B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46C8F1A9-FBD1-4718-8F54-E2F26FACBA58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5F744C85-2DB2-48C3-B78C-E497B9362912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2657F32E-3316-403D-88E7-3E4DC3746391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8D9D2901-2452-4F67-AF64-3CE950D203A4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ECDBE0A9-553B-40A9-80DC-473E60D17687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4EDE6C1C-B3C3-4CF6-9A05-A1A5AD6E854E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E8C5D43D-4CA3-4061-BBEA-CFC1F258308D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FC9EA96-A8C3-496B-B787-AF902AC33D24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BA41AF0C-F82F-4B47-A039-7537857FD6BF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3185B1A5-CF64-4980-A174-76C191448F3F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1BD2EF8A-E678-424D-9848-8D3F7DE1958A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7F1FC4ED-C362-467C-B1C4-CE2DEB4E9AE5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424440E1-ECEA-4EA9-B622-C6520D407262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B28A140C-B758-4887-97E4-83BDCCB885C1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5531FF8E-7E7A-4830-8367-A13E3AC12B1A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6143F790-62D6-4799-93B6-4717F058F67D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983F8AE3-66B9-41E6-AFF9-26B500417FEE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3A560EF5-09EF-4E1C-8601-013AC5F05F8E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5DECC328-9474-436A-9BB5-3E22136BF5EA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DFBA03A8-C2D3-471C-A3D9-B41F2A23A0F3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16201DA6-F186-410E-BA7E-F054958A3C7A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F80F2F8A-C7A0-4792-AD98-07DC6B94B164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FCDD39D9-97CE-4BA7-84B2-FE9AE9A3B40A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479E07E9-7AC0-4F93-9E92-5B2AA92D99BE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E4F1C097-DD4A-400A-B249-73BF149C487F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D93D146A-F7EA-431E-9C51-8A964B4DA33F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84EDC96E-ED73-4F63-9924-F5EA1681F8E0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64789784-80AD-4C7C-9FC7-9310B2839503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F026FC74-2E8F-4C34-BEB9-A87AC5B273E0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88B4C18A-C7A8-4FDF-8C81-5CC3511FA96C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6418202C-B89B-4383-BB16-5A4C7EB5E89A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ACD061AF-0A74-4EED-8A9F-290EC16A4F22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652422A3-365C-46A8-AE4D-3F9C53405A10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258E8536-05B7-46AF-86C0-C3CC0E6937F1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C3F3D603-3178-4BAE-9F3B-A84D4E1C4F36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527A778B-9D37-43F2-80FC-62FDA7EDF46A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3F994901-87F8-40AC-B228-501D0AFC69CC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9875E1D5-DE46-4713-90B6-35BAFEC08D15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726BD24C-0E3F-4C48-BA87-7DB8D1EA6063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16BFB08B-79EA-4AAC-8FD0-901964FA7B2A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9841620-3646-489F-9C6B-46A9E537D9D7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7D227B1F-89D4-44B4-B52D-4B8C42BC30D9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F950180C-D7F5-46E5-AD23-CB9D4DFDB37C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AA4854A7-907E-4909-98C5-630F593731AF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1139492-B10F-4EDF-840B-C12D2D543A95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6294B1BE-C69D-403E-BE36-FC5E10DF60FC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46A8082F-4B46-45B0-8195-CDC8455553F6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3F1616F6-D019-4310-8CDC-5E235E523FFA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73C14A14-48C4-432E-AF4D-FAEE7447BD29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288FA80A-ECC2-4C8A-A892-8C6AA367FED2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5600F7A6-27F9-4658-BE07-9E9E26D66DA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F8116F1A-1BE2-4FB8-B31A-99BE9DA42FF4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68B0C324-9A11-4BF9-8070-67E2445B7441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3587CED7-5640-4030-8BE1-B3730639A9EA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87E40CBC-4273-4517-9F8B-A1CEA7E173C4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F923FE9C-E792-43A4-9FA3-81CFBB8124AC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D0317316-AF51-4A67-8CE7-39B0553B388B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2550AD01-7DB9-4980-945D-8B9706D96DCF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F69E3886-83EA-4234-A972-E5D9C78AF7AF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C9137712-79C6-4681-98BB-7832DD713033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4BB74307-6B97-4534-962F-F3C5E65D4D12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50E126A5-0BBB-4B47-9D09-CFFDE27AB8FD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BE10A01A-41E1-43DC-A1EC-FBEBBECD5DEE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9F1BA8D3-1F29-4F3D-B877-CFFCF6A12974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B4B922AD-1CC1-4621-A3A7-37B18D7391F4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6FDFDB93-A74E-4FD9-A4B3-3B704747A6FC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D1C9BE4A-B32A-444B-BAAB-88D3F5B3ACC8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17A63C94-E44B-4776-ACB4-721AD78417A3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1E7CE65-B537-4A44-8B5E-F2B484761669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6D2A74B9-A927-4026-9290-1404833ACDAB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5FDA3102-5A58-4603-BFBB-B6191FE63AF9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BEC23E15-9FBA-4CDA-91D7-527F737D7C2A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260F3C71-5A85-4419-ACA5-BE38DB19D55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2E6BBBB9-9FA9-4FBE-BE72-46111B13141C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0E538A3F-9051-4D21-B8E5-7EFE4FF2525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C31C493-E27F-43B6-B08F-E2E1BC9752D0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5211F64D-EBC1-4D14-89F2-C7EACEC9226A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A0ED0334-C448-49CD-AFC5-8FAF4940CF66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3A6FEADA-5201-4294-A507-384454D97267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DEDBA169-3DE2-464E-BBA9-58CDCAA7CBE9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87A231FA-3B07-4DB4-BE89-966A0F9FB45F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EE422A10-C66E-4B5F-A898-0B2F16BD2B86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F9E9E555-A9F9-4A08-84E5-3170C9B325C2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607EBA7F-828F-4B01-99D8-933CDC3FE233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D9572DF-3B1D-4C93-9CA4-616C1D063E09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A8A0B44A-0FBD-4F59-9D6B-9CAFC57047CE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434D0123-AEA8-4245-832E-6C88DC478305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03735649-158F-40B6-ADC8-E16EB0935EEA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AB31289-EFFA-4AAA-8D35-91DC399076A8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FE2F3AED-CB45-4121-949C-B008604F87D2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4E530394-F817-4CA7-8FE3-72C1A137A32B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1EAB727C-3B42-420F-AEBC-C00E3B463DFA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045FC90A-0E4F-49CC-8E66-657EE5D98F35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0917CA99-1E22-453D-A6E7-8C492F8D0DA1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28BA5456-153D-4FFB-BAD7-F09C6A8F4824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5910BED0-5692-4E5A-94D8-30759E112DB9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06593A2-F64D-4573-B4BB-D0A2ECE31916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9CE6E1C4-F5E0-436C-BFAD-9203A213C553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B82FD5EC-CA24-486A-B19A-2E4453FC857E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E50F6C54-3C57-4616-AD43-B3C15662C31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E77495E4-ECE0-4EFC-837E-5A1D152B300D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DDE787C3-25E3-4DAD-8F06-BB1DC2CACBF5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BCA46FD4-0E6A-4C54-9390-466DADD55B3E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33112E2E-F7A6-4EE7-8CC1-2F1DE967980E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8A5690D8-E6FF-47D4-8A17-7728EBED5C2A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9A4ABEFC-A129-470D-A7D4-47368B79EBF5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145B8514-06A5-4677-9918-D96411784879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465F81F3-8122-4D96-A62D-9C84DF8C671F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BF36C053-99D6-4723-93C7-795275F10DFF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55425ADF-4E92-468A-BFB4-DD29CD6B13C5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26B936D7-CA72-4689-992E-42C74F4FF071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A4917004-8A0A-449B-A1E1-192490E68746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75B353AB-1037-46A5-8049-06AAE3543504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ACD5A283-C47C-404C-8DAC-05B4C409E65A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697A0ACF-E5FA-4FC9-8817-69C340055E00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710509B8-8E9A-426E-813A-D37B6580C0A5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919B6015-F24A-4FBA-969B-E15AC80A3B7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CE197315-17EF-4A63-A952-4E9D22EB2B63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5C5252DD-8066-4D3E-BAC0-C70DEC05F4D3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C76B6086-805A-4234-B0F2-4EA847449363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EE1E2822-EC34-4F8B-B6EF-4EB8C0A52F4A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04CF88DE-2E42-44C5-B375-8C7EF5BBE5DD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5CC91561-8E00-4434-B85C-4611BABDAE3F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832A087A-5035-49A2-9935-573C608DD547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43B9E825-F1B3-43F6-88A2-2821A01FC957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ECDE0F0E-4C94-4EE8-B46C-08B4F2111A1C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13D01D04-F476-4EE3-8869-BDB489E63BCB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9E766F7E-58CD-47BE-817B-30A501F96FDE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197DBBC9-7ABA-48D2-A964-65E8F8EF66B6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11CD093C-4019-47BA-9ADC-422270334242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2A9DD9C0-CD5D-4F13-9E13-94412F8150F8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CFD1D549-6D19-4D03-8978-2D614FF59424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AD3D0924-2095-409F-B65D-B039C1AD1E89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24DA9938-A73A-49E4-9E35-60D32C6FFDE9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20ED3463-FA0D-485A-A736-56A2E3E23C68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C0433A55-E740-4925-84E4-D8A66DA9E024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89D06107-8F11-4936-AEB7-5C440962108B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73AE075A-593F-40E8-99CC-650580811965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072A7B78-E2D2-4726-868E-B1D62946A638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FC96B4A-2C32-4464-A0C2-D4EC5FD4CEFE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4360A671-8BC7-4DCF-A299-431AB7F78D3B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F805513D-08F7-485F-B86E-59C67722190B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2D70BDF2-7A7A-4FA4-97F4-CF6A75C8EF26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0F446174-3333-48FD-A9FF-B5E022E8D011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5E03D1F0-C2CB-4912-8B79-7D949B2EAF1D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410384B3-07CE-4538-98B9-D26ADBCDC0A4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2E14A5D6-F5AD-481B-ACD8-6B14391DCBA1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33D21E50-E93E-4027-A4C9-9B080B948764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24D29F95-45E5-4E07-A5F4-8087834C6956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32D43C2A-A85D-4974-AF71-E9E3AB54F132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BD929FE7-34C7-4F99-AAB5-578E4440530C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D582C0AE-C4EF-4D6D-A0B9-90F06FDE51B4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7A6B32E5-4123-4078-A26E-C54651A990D7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C9A1AC4E-3115-4DB4-93D4-87566000AABF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17CAC01C-0BFA-43A5-9FED-36D9EC1A153B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E8366946-5F2A-4620-8E51-6DC8E5E41C90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E3AAB2D1-8D80-498E-B3E4-0C53892F754A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E00F9E0E-0BE0-42F6-B0A2-4A41400277EA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BDBEF237-8686-42EF-9C90-3312FA02F1B7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F41ABAF1-8BFE-4FB2-A80C-856DB75261BB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DF7E570F-0F04-4ADD-B42C-FC03241B35F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D49F1190-A1FA-4A83-8040-4A13CB4F594F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A0EDAAFF-4327-4DED-BF09-A010BD322F8C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4FC8DB66-EA59-438B-B46C-D241E1C9436B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23D708A2-CA6E-40C8-9A28-DDCB73D44CF2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9C44D684-CE01-4178-882F-CE96D7A0A000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F64B973A-33AC-4821-A287-EF3BB8E29CE8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13B735E1-5A0F-4690-8DC4-852BFD936DC4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73332781-5D39-4475-9535-6FEFD9EA504A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7781AB0E-926F-47EA-B615-A82A0CC566DB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F40BD690-4349-42BD-A788-22D6775CA76F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EFB92260-9D42-46E5-B4B8-D83BB665955D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DA54B75-0815-4244-87E4-5F4EE6252335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70DA0707-B2DF-4311-8897-4414448EDFFD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08A6B350-BB48-4CF2-842A-9CF846937147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FDFE9438-3CEA-4FAD-8F7B-FC0FC66D0EBF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BA3336B0-BA4F-4E4C-B312-89D752C56359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F2AEE83B-EE61-4F85-8D2E-A322980D693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73199AC8-AF47-4F2C-8BB1-AE6897BBF6C0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91B551BE-75BC-434A-B517-59659E67CE0B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C3F5D0C-5DA8-41C3-B0C8-83EE1F911DFA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1F68F7B3-0235-4E05-8728-239E58EA9EBB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FCBF15E6-3169-4994-916B-62E7D738BFC7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862DB445-6C5D-449C-B896-958AB7A651D5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A3DBAD54-8AFE-4CE8-8389-9ECC2FC8B89B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C9914A9B-4723-4C1A-864A-34408C5B910B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245A78A2-F7C7-45A5-A1CD-4FCEBDBFA6A7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0BA79157-B4C3-43B4-875C-EA030CD03209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744FD01B-98B7-470D-B2A1-9FC877FD9273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2A7B84D3-A075-4F6E-B37D-D6715A37676A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D9DF86D2-2439-45E9-8E62-F1F9FE6E433A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C5D3F27-C07F-4FDF-8B56-F469B645C189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C75AD473-FE20-4928-813F-9F3401000724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C03BFF00-C1BA-4F82-A1B2-F686081EBC5A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2F267730-B61C-4303-8C96-FBF6C541C9FC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C6591398-36AC-43BE-8F0F-426DD6D6CA7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F668C96F-87B3-46E7-8CF7-ACD358B7003B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6DA1F078-445B-4650-9A12-5C0AE89E181E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D4AD1107-CA8C-48B8-9DD7-5BDDAAC17CC1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F165ED2A-FF29-4588-8913-7D7A6AFB762E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7E6E9E0B-AB9F-4232-976A-291877F98E43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14399BC5-9ECB-4BE5-9C6F-5FE7605902D7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ACD1BF34-5374-4F3F-B9B2-91DC1AC923B3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05DEB5C4-D962-4F3A-BF98-0A84046841AA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EEB678A8-3607-4DA9-9000-565133CBD474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546DE8F5-C44C-40DE-8291-2FE233014561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ADC3BFF-E53A-4765-A8BE-F70957B5FA2B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876D78B1-C445-4FB4-BB3A-7171C8F5F1BF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0168EFAE-8993-407C-B5AC-ED08D944354A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64D61C73-C860-414A-AFD0-26A6A517639E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3A2B9C8A-16C2-4648-9317-4C2A411DF992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ECD43CCE-80B1-489C-8ABC-C4AE67ECFCB0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6A2EA4CD-E5E0-4385-B317-DC9636DFBCC5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75D90747-E4C3-4808-AE63-49272D49A6BB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BFB50B35-EA2F-4C86-A298-F1620BE83273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EF0748A5-EF5A-40A1-B326-F57CAB9FF379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9E5CC5B8-112C-4EA1-9B69-C624E1B18DA4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70BEFDBC-C7CA-41AC-953F-4425E69B582C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D79576F-11EB-43E2-867E-1957B1E54B59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F7B952DB-87FA-41ED-9A84-784E1913E903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04954561-A141-42D5-981A-5AC98ADF2236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0A49E95C-E14E-401F-ADDD-BD23D1DF394A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C0BA4FDB-19AC-4D2E-9739-08DD94309B5A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6A1986FF-A23D-46A7-BE10-BB20B5CBD5A4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A6290C51-249D-4899-8244-6CC5747D5F56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D0394B57-FA12-46F2-9A36-043497A5247E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FFDB1DB4-F17A-4FF1-B1BC-BE7E38AAF6A3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A919918F-7422-441E-89D8-ADDDE75833FE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0D498555-2F4B-4BBB-8661-FECB59070E25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84841189-4DB9-4F66-A434-5D08D4829F43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5EA54E43-33BF-44BE-A195-0F2260D1B94E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C800D5F1-D38D-40AF-AC97-54917DA1A657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0485B6C5-9514-4A03-8483-3BB93868E22F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79F5EED0-F049-445D-840E-8A3CE7EBACDA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53AADC0A-701C-415F-BFD7-4FAB9E77E150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C578905A-40F4-41AC-BBAF-C373C5075C66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B59612A-0218-48BF-899C-E3B606BAE583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98E1109D-CD2A-4B62-B747-3365F0567FBD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5749D603-283F-498F-86E1-5F27CA5FAFCB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75354896-BD7B-4B5F-8970-07EEEE353335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F5021DAE-04AA-4B4D-A1F7-45976B185206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2DDEE566-F6CF-4AB0-9213-05570711FF95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14594D7E-BDD7-4550-8AD3-1EAA7C73A72F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F1F41044-74AA-430A-A5DF-53A596BACF3A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6DF6A99E-8E22-4E4F-85C9-1DCCE082BBDC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AA4387F5-1052-4165-B740-7C61DB6D7041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7EC531EA-C3C7-4BB2-9237-059410E9D09A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ADF34E43-36B8-465D-93DE-2392A352B0B1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AF87083D-DA1F-4B3F-8859-DCF9C56D35C5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926100F9-EEB5-45E6-BA3B-09703B7A32DE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EFF8C50D-8137-4D28-B818-5B5C7F421D2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6471360E-2A60-4826-ACF9-86907EC1345A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32F85681-F7E8-4087-AFE0-7B44D50A7FDE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FC9AE478-FBC9-45D3-B4C3-0C61834E7ACA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557EF401-36B7-4F59-8A9E-4F795EABC793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5BA1B39E-5306-4148-92C8-C2F1BFC1BC93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022DAAE9-B168-42AA-BFF3-9054A60527BE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B899D21-D610-4E20-BA43-C0038257CD64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1E9924A0-BBBB-4CB3-B87F-1786BC4C031B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3ACF2517-21D4-483E-9E6D-7354065AFAD9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B304F460-F377-465A-B7FD-113CEBD0E808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06D13C7D-4174-4D6E-810A-E1D9F0637059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E5EE211D-EDE2-4D5A-B3DE-DB6D786D447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8AB6C8A0-C49F-4A22-8A47-B1BC1667A789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D06BC91-520B-4749-9CC1-8FAA27E7DD19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B4C4B42C-9E0C-4132-A7C2-B7462127E712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953CED03-D4A7-483E-A0F2-1964846420E7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6C38E5E2-B71E-4A3D-A618-F11044AEB1B1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46C6C3E7-D8A8-49C9-9502-CB8D31619B7D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25D5741-D127-4341-8707-1488EA993DB8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01BE316F-27A3-4FB6-B98F-88E36420CA7D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3E54B405-0438-4B3F-83CD-2762521214E6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5F245924-3E23-4B88-9FAF-E3351F84F3CD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D0ACB31E-647A-4D7A-A388-D23417EA1F41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8C9D8EFD-36B2-4920-A831-AA5B141DAAF3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27B1EE1A-E80F-49EE-9A44-1D3A3CE95E7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86CC88FF-F19A-473C-B1F2-7A8727C98E62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3A8DE724-CA08-4B97-A334-C1588582788D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89542E57-0F89-4D49-9AF6-762A844E7192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9BBF675E-CA2F-4D59-83E0-29B45D0B0529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1D421936-76D0-4CF8-80EB-13A17214A482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9395EFFC-02D4-4E19-8A0B-BEF0DC528123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7C1D2F21-A9E9-4887-B47B-742D50B90E74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A28F5C5C-240A-4047-B572-52A1AA0B74D6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CCB1DBCC-BE2F-4BF9-8DFC-CB9F6E62E1D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BFF22E2E-AB58-4F31-AB49-1D1F3B118EE9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E3FF17D3-8ABC-41E0-9915-B15CAFF55F6C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84D393F4-F304-467A-AC41-85C7686A324D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0466D18F-F42B-4C61-BD2C-629BE2FDC5DE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C5A5B084-7063-4439-94B2-F10F62EC81E7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B9440FB8-06F9-42F2-85FB-C9B7BF958062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D3434C62-C6DD-4F2C-93E7-8D2EB94CA363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DF80E460-1033-4743-A559-A19EF93862D9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1D49CBF6-20D8-444A-AF28-C74BACCD6D75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A0FF5732-9B77-4FDB-969C-727B0D16D462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C59F456A-6815-44D6-92C7-468EFB037526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FAE0E5B0-A596-4F76-89A0-28436FC44881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23AF0B0C-0804-439C-B351-D3E2EF330D08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5413DA5D-A4AD-4980-8BB3-21CEDCCA596A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EC3F56B7-76D8-45F0-B9C0-79FE800E59F3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F5A89ACF-A92A-496E-92A5-EB1E98E6EAA7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A0E67AD-84A9-4EBA-8C2C-4C5FE1F96A85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81BE93D0-15D2-4280-869F-B4E81D552DBC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3B975545-F113-4677-89E9-31644512E773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569E78EE-D8C0-432F-BE1B-8894ED8C5B19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45A57588-7042-454B-A63F-835740C1555E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D8FEF80C-C5C9-4859-9C95-FFF54A14834E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1A4A5E2-A81C-4863-8980-8E93F43B2096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785E1AD-DBC9-4433-86E3-FA5E2BF0F035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6D99408F-D5B1-4978-B992-4E24CAEB9086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B13DF7FD-7F93-47EB-B6C5-1F33A29FC1F8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03DBFDEA-D6E1-40BA-A806-9AC30CE27624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F3FDBC3-8A9B-4FEC-BA6D-E02FDB52E0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4F905084-7E97-449D-9EBE-E6C1C30AD3DB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535F9B5A-E5ED-4715-B2DA-6960D7570859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5870D9A2-B69D-4ED3-9228-5C6BD47FE3B0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9B3E2F89-E802-4BA0-A0B7-D66C923E12F1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69EE50B5-0AB4-4B2F-BC2D-874059C1CE32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6AA2EB74-A435-444A-A5AC-5A0B3A12E2D4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EAB0223F-4389-4CCA-B099-AD4768F82710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82246E01-DC46-4B19-B1DB-43C395E98183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9D133AD3-9326-4DF2-A503-00EE3545C850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8372D196-D124-49BA-8A22-C7DC71C9B4D3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EC22AEBC-62AD-4B0E-A27B-D28EAB2EB1F4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1EB80865-5020-4FC5-BA87-3A2645CBBBA2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5D6A6D62-934F-4D9F-A9E1-E2F7E5DD6002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0F36C579-073C-4ED2-A74E-11630FF767A0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57A19AD-5D62-4649-8626-03EBE291A6CD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B8F2DF85-1D0F-402D-88A9-1E8850394F10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5D230690-086F-4A58-B605-CB7100D05183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93B963B6-21F8-4B80-B654-FB283EC7655F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8275C682-9502-4F39-AFD9-53453C7BC540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43BD8D26-AB9C-4C29-9229-0365AD0679F0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916B75B2-575A-4644-92E2-F7B7055FD981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6B23F03A-A24F-40F0-9A18-1FDBA0BF559E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E8B913D2-C4BB-48E8-A01C-887620F218D9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204F69E9-71C8-4ED5-9C6A-2E1AE81B6344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BEA92ECF-4B52-4819-B946-AB15F4BB392C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BD04FA11-6545-4418-9D9C-AB40C1DD20F3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36CFB17F-0E76-4F70-A4E0-71977453E6B0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FD555095-F50B-4B1C-8E68-1E302DF8D7EB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32A77F2A-C789-495E-AA98-5726DC691ECF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BD277E91-5135-4957-9202-804C58A0D13E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F6813DB2-48D2-4FDD-84D9-CD81E64FF66E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6CD734E1-C82E-492B-854E-810B8E9002E6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DBF8C34A-CCA2-4FC3-8148-FBB2E896B47D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EF8E3949-E106-4DC4-8E9F-4D597C8E97B9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6B4EB05A-8E01-476C-8014-4FEFEE436348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4C9B44CD-2810-4F6B-9080-F3E3B8064F72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2F63FF1C-9E87-4F6F-8E29-3E8E25E4E4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0885AB80-39C4-463D-A949-343481B03B3E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47C6E8BF-0691-4556-87B2-F35C825BDA26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9CEAA89-F120-48EF-8976-2F3D16E1585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2896255B-EFD6-4ACC-A0CD-3D967B901B0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9A725295-0B31-4A8D-902D-D211303ED589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608C25E1-AB77-41D2-B18A-719A09EB042A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6CD63D9B-8208-4EB2-B3F7-2C2E6C6366F8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F9B3B1E9-FFE6-4CED-897E-4B58750724F2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6DFA5C7-9EEA-4A2B-9874-B8577D237D0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07377F92-50E4-45B9-AC1A-540F189374BD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44E8E25F-F76D-47AB-BA05-6DF6CF5EE02D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50DF17EB-40FA-4495-8AE8-68721269EB6F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0446228C-2DA2-4F1C-8935-158A593AAE0C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34F5B0C8-3F38-4D9D-AD94-9157B7F0D7EB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5F2C27D9-8EC5-4BE8-81D2-7E5039E3D40D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5D36970C-1165-441E-96F7-B3820EA5F350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764B53EF-0E8B-4177-B14A-3494880A018B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6BE67F7A-F1DF-422E-BB51-57D6C0BA608C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656958DB-DC96-4117-AB9A-9858580A2682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12DB5407-3190-4403-8927-BFEC7D8CF72C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A748E50D-715D-43AB-A07A-8ABD019DDB5B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17F8D084-5CBA-4B4D-AEC8-DE991EC579DE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5ED75873-F158-42AD-BF69-5817FD95B05D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09B46F24-3D52-4057-8D52-D3C8BF330394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95CAA729-E395-40B0-B9C4-7E4D0235DD16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A2B7F2B2-9E42-436A-A91C-2C2AFCCF7F46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B19E9C51-0E88-4E98-9AFA-F11B6FED1A95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1C43ADB9-B81D-4E94-8077-6D8EACEB54EB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35F99FF5-902E-4A6D-9ADB-AEC1894E4299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66504C98-DA14-493D-92F0-F00FD0B5CC36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B6857E81-6A98-43F6-8924-19E5946F8784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27056D83-FFEF-4B8E-B8D9-1F33FA2CC0BD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16CBFFB7-F603-48B0-906E-AFB98E84BD61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B3C3D997-A045-42F1-90EA-C16BA45F9077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2E0955ED-7C0A-4F41-A719-6EAF2A9B5C00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04B0815-F365-4C7F-9ECF-08D6FE5D6BAE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510E24B0-1854-43F1-A473-9D7649A30300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E2BAF58C-155E-462F-8C70-1D1D20DD6C96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63EA8F71-FA2B-414A-9161-7E76B7A5D3FC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385C3813-3870-4EFB-8550-F7F9BA40AEDD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3ADE78E4-649A-4B27-BF55-525D255F17C1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ACC42FA-829C-4A1E-B63E-939E7EAF69B4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4E5FEE8C-7F8E-4056-A721-E3DF317A6F35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08A29BA9-B7E3-4E72-89E1-4BE510404CBC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B312573B-8818-40B2-B37B-04A4C5E6D4CB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2A6866A8-2986-4339-BDB3-EE82BEED9324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350BA4B2-C7B1-4226-96E6-74FA5BDE7427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719E5B25-6929-4E5D-A719-917B4A585A87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33DDF356-01F6-420D-BB18-F0F446AF8A63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1E5FC026-7789-432C-964E-F1A270D7C82D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44DDEF6D-2C58-4C07-BD99-FAA58E0F98DC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620EB9E5-03B7-4E3B-8F95-D58DBBEAB76C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959C734E-27E2-4315-9B4B-DA62DF99C45F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C2D4B041-C8EA-4412-AF28-770381BF12B7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E1B634CA-4887-4B00-A0FD-034078C3D9B8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F3AE18C6-0B90-459C-AB59-3413D8A19FA2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852D42D2-E022-422F-A350-D6DAD26DE6D4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C956B189-8F14-403E-89B4-DCA33071A960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0B572B8E-1B14-40CE-B9E0-6D8ED78E7B42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99B32098-CFC1-40B2-B31D-031B1DADCE69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A0A4CDD0-F4D2-4A30-926F-C6AE663F7F5D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A22BCABB-B6E8-4EC0-BE5E-65E99E20486C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9DFF690D-371E-40B5-B2D4-E00FFF386AA5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B031C23A-D2DD-4E87-9D91-B6BDE6E25886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DE5C10FA-A43C-462E-8413-D811D7A58A75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54C42E52-BBB3-423D-8A8E-6BE4284ECDFF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A087FA0C-0C39-4173-B132-59AD64F3E5D0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960C4FFB-24C6-4A48-903F-DFDE79C7A615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57D9979D-BC6D-4137-8185-00361DAB57AC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BD99DA02-ABBF-4E7C-96BF-F2C6CD0B6A7A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6F7DA4A0-E58D-4233-BDE1-0719B76C4729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43FC0B67-DE66-4F3B-B60F-645149F59BF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23A9825D-1A67-4B4B-ACC3-7EE2C98A67AB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45BDD745-0B69-4CA1-805B-DC9E327BD445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816AED68-F208-4953-93F2-1BE5774DE06F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4AB3C092-04BC-4892-817D-7BF1A466A474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20902163-CDA5-4906-AC76-3A116157D003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360CECF9-BC57-4587-9F39-4EC2E35DC790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36B14CAF-9BB7-4AE9-90B0-6DAC1C5FDF76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3CDBF4FA-6E98-401C-A078-4E05C9A6B82C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CAD12A53-9E9C-4DC8-9C5B-4149378B88E5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099F7B9D-1CD9-4100-962C-DE3AA265E7F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AAD21632-9498-4E25-B5B0-92F18F4A9EB6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3111F692-AEA8-4682-9CF3-727A7B1626CF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B76DE779-F1D4-4097-B32A-6074D3A89B3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8847D3EB-A03E-45B0-B586-35DDBA10FAB5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301A3F86-27DA-44FF-8BF6-D5390654B756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DE7D0385-295C-4963-A572-C1D95D8B39A0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563AD04A-A1CD-4192-9515-2893DE4A2FE6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0324D91B-666A-4616-AD1F-5F04A4E6D501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14D0BF03-0E83-4C16-BB9D-7ED65F06A630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A8F52FA-EE3D-4581-881F-A78002B1F493}"/>
              </a:ext>
            </a:extLst>
          </p:cNvPr>
          <p:cNvSpPr>
            <a:spLocks noGrp="1"/>
          </p:cNvSpPr>
          <p:nvPr/>
        </p:nvSpPr>
        <p:spPr>
          <a:xfrm>
            <a:off x="5899033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D2AAED1-9E0C-4AF3-9BA2-93A7EFF73D8D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740B3F25-CA8F-4379-9FBC-52C5B6072F88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BC2824D2-DAA0-48F0-A751-02972E55B977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5B5FFD0E-56FD-4494-8007-9E8D8D77F698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C64CB14D-B988-4CB9-B0EA-E542B8CCB199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D2989C7D-E69C-47D7-81FA-9EF24C1D0E7C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35F2A8E7-00C3-4E26-9CC4-52B512E24488}"/>
              </a:ext>
            </a:extLst>
          </p:cNvPr>
          <p:cNvSpPr>
            <a:spLocks noGrp="1"/>
          </p:cNvSpPr>
          <p:nvPr/>
        </p:nvSpPr>
        <p:spPr>
          <a:xfrm>
            <a:off x="2765954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D89EF0A9-17A5-4723-956E-8D2AB6F6FC0A}"/>
              </a:ext>
            </a:extLst>
          </p:cNvPr>
          <p:cNvSpPr>
            <a:spLocks noGrp="1"/>
          </p:cNvSpPr>
          <p:nvPr/>
        </p:nvSpPr>
        <p:spPr>
          <a:xfrm>
            <a:off x="2946432" y="664656"/>
            <a:ext cx="1530399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deposited receptor</a:t>
            </a: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6939D0E1-2E27-4F61-ABD2-E2D547F1B96C}"/>
              </a:ext>
            </a:extLst>
          </p:cNvPr>
          <p:cNvSpPr>
            <a:spLocks noGrp="1"/>
          </p:cNvSpPr>
          <p:nvPr/>
        </p:nvSpPr>
        <p:spPr>
          <a:xfrm>
            <a:off x="4642730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3AD37F88-50DC-4A43-B06E-3EA70E52F849}"/>
              </a:ext>
            </a:extLst>
          </p:cNvPr>
          <p:cNvSpPr>
            <a:spLocks noGrp="1"/>
          </p:cNvSpPr>
          <p:nvPr/>
        </p:nvSpPr>
        <p:spPr>
          <a:xfrm>
            <a:off x="4823208" y="664656"/>
            <a:ext cx="161317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30789C06-2D5B-4EDB-82CF-2A45C092ECC1}"/>
              </a:ext>
            </a:extLst>
          </p:cNvPr>
          <p:cNvSpPr>
            <a:spLocks noGrp="1"/>
          </p:cNvSpPr>
          <p:nvPr/>
        </p:nvSpPr>
        <p:spPr>
          <a:xfrm>
            <a:off x="6602238" y="675858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B67DF0C-D92F-4070-B682-786604C40966}"/>
              </a:ext>
            </a:extLst>
          </p:cNvPr>
          <p:cNvSpPr>
            <a:spLocks noGrp="1"/>
          </p:cNvSpPr>
          <p:nvPr/>
        </p:nvSpPr>
        <p:spPr>
          <a:xfrm>
            <a:off x="6782716" y="664656"/>
            <a:ext cx="527191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266074745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8075</TotalTime>
  <Words>5397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12</cp:revision>
  <dcterms:created xsi:type="dcterms:W3CDTF">2026-09-23T07:01:10Z</dcterms:created>
  <dcterms:modified xsi:type="dcterms:W3CDTF">2026-09-29T10:02:49Z</dcterms:modified>
</cp:coreProperties>
</file>