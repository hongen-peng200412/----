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5256213" cy="6242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0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9083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V2 — 双编码器并行</a:t>
            </a:r>
          </a:p>
          <a:p>
            <a:r>
              <a:t>候选与配体两个编码器并排，各自向下形成表示，并在底部汇入评分。优点是两侧独立性和读出关系直观；不足是候选侧仍需克制地控制细节。</a:t>
            </a:r>
          </a:p>
          <a:p>
            <a:endParaRPr/>
          </a:p>
          <a:p>
            <a:r>
              <a:t>这张图与 Overview 分工：Overview 讲整体任务，此图解释 Methods。所有圆点、菱形、曲线、体素格、分子键、文字、向量格和箭头均为原生 PowerPoint 对象。按语义分组；选择组内对象或逐层取消组合即可编辑。</a:t>
            </a:r>
          </a:p>
          <a:p>
            <a:endParaRPr/>
          </a:p>
          <a:p>
            <a:r>
              <a:t>绘图依据：论文草稿.nature.Stage1更新.docx / 论文草稿.operation.docx 中统一输入、Stage1-Find、Stage2-Match、Stage3-Build 方法段落；以及用户在历史图片上的批注与本轮要求。</a:t>
            </a:r>
          </a:p>
          <a:p>
            <a:r>
              <a:t>科学关系：密度由 4 × 2 × 7 构成 56 通道；受体原子有 50 维特征。受体嵌入通过 soft scatter 为体素分支供特征，同时为点云分支供真实原子表示；伪原子来自 binding-area 采样。多尺度信息只由 voxel 向 point 注入。PTV3 中真实原子为较大浅色球、伪原子为较小橙色实心菱形。</a:t>
            </a:r>
          </a:p>
          <a:p>
            <a:r>
              <a:t>Match 的 U-Net 只输出 h_j^vox；基础摘要一方面进入 FiLM 作为被调制对象，另一方面作为交叉注意力查询。口袋与 local cues（blob、伪原子）在图中独立，池化与注意力是并行读出。摘要拼接后经 MLP 为 FiLM 提供条件。示意不规定不同特征类型之间的参数共享、MLP 数量或逐次调制顺序。配体语言向量分别读取自身图与其他身份语言向量；两个编码器只在评分处汇合，前景头独立。</a:t>
            </a:r>
          </a:p>
          <a:p>
            <a:r>
              <a:t>Build 的 site p 来自 Find，配体身份以 SMILES 表示，结合口袋一起进入默认密度适配 PocketXMol 或符合适用条件的其他 docking 工具。默认分支与工具分支并列，非串联；不强行将其他工具定义为“无密度”。</a:t>
            </a:r>
          </a:p>
          <a:p>
            <a:endParaRPr/>
          </a:p>
          <a:p>
            <a:r>
              <a:t>抽象与限制：模型尺度仅作代表性展开，不表示实际层数/宽度；Find 的候选阈值与 Gaussian 候选打分未展开；recycle 以成对状态符号表示，并非 PTV3 内任意跳连。所有受体/概率/blob/化学结构/矩阵都是合成示意，不是真实 PDB、实验密度或预测成绩。受体原子概率颜色为蓝—白—红，没有密度背景。正式投稿时可替换少量示意为统一样本的真实渲染，箭头与文字仍保持矢量。</a:t>
            </a:r>
          </a:p>
          <a:p>
            <a:endParaRPr/>
          </a:p>
          <a:p>
            <a:r>
              <a:t>页面尺寸：146 × 173.375 mm；正文主要标签约 7–9 pt，小型数学下标与次级标签更小。建议把 146 mm 和 159 mm 两种插入尺寸一起检查。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 name="V2 — 双编码器并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_0001"/>
          <p:cNvSpPr/>
          <p:nvPr/>
        </p:nvSpPr>
        <p:spPr>
          <a:xfrm>
            <a:off x="65700" y="65700"/>
            <a:ext cx="893520" cy="5272425"/>
          </a:xfrm>
          <a:prstGeom prst="roundRect">
            <a:avLst>
              <a:gd name="adj" fmla="val 4412"/>
            </a:avLst>
          </a:prstGeom>
          <a:solidFill>
            <a:srgbClr val="F9FBFD"/>
          </a:solidFill>
          <a:ln w="6480" cap="rnd" cmpd="sng" algn="ctr">
            <a:solidFill>
              <a:srgbClr val="C3D2E0"/>
            </a:solidFill>
            <a:prstDash val="solid"/>
            <a:round/>
            <a:headEnd type="none" w="med" len="med"/>
            <a:tailEnd type="none" w="med" len="med"/>
          </a:ln>
          <a:effectLst/>
        </p:spPr>
      </p:sp>
      <p:sp>
        <p:nvSpPr>
          <p:cNvPr id="4" name="a | panel label"/>
          <p:cNvSpPr txBox="1"/>
          <p:nvPr/>
        </p:nvSpPr>
        <p:spPr>
          <a:xfrm>
            <a:off x="128115" y="85410"/>
            <a:ext cx="138029" cy="1912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1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a</a:t>
            </a:r>
            <a:endParaRPr lang="en-US" sz="1061"/>
          </a:p>
        </p:txBody>
      </p:sp>
      <p:grpSp>
        <p:nvGrpSpPr>
          <p:cNvPr id="5" name="Text | Shared input / representation"/>
          <p:cNvGrpSpPr/>
          <p:nvPr/>
        </p:nvGrpSpPr>
        <p:grpSpPr>
          <a:xfrm>
            <a:off x="266085" y="108405"/>
            <a:ext cx="835165" cy="256821"/>
            <a:chOff x="266085" y="108405"/>
            <a:chExt cx="835165" cy="256821"/>
          </a:xfrm>
        </p:grpSpPr>
        <p:sp>
          <p:nvSpPr>
            <p:cNvPr id="6" name="Text | Shared input"/>
            <p:cNvSpPr txBox="1"/>
            <p:nvPr/>
          </p:nvSpPr>
          <p:spPr>
            <a:xfrm>
              <a:off x="266085" y="108405"/>
              <a:ext cx="729063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Shared input</a:t>
              </a:r>
              <a:endParaRPr lang="en-US" sz="750"/>
            </a:p>
          </p:txBody>
        </p:sp>
        <p:sp>
          <p:nvSpPr>
            <p:cNvPr id="7" name="Text | representation"/>
            <p:cNvSpPr txBox="1"/>
            <p:nvPr/>
          </p:nvSpPr>
          <p:spPr>
            <a:xfrm>
              <a:off x="266085" y="229950"/>
              <a:ext cx="835165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representation</a:t>
              </a:r>
              <a:endParaRPr lang="en-US" sz="750" dirty="0"/>
            </a:p>
          </p:txBody>
        </p:sp>
      </p:grpSp>
      <p:grpSp>
        <p:nvGrpSpPr>
          <p:cNvPr id="8" name="a | section title: multi-view density bank"/>
          <p:cNvGrpSpPr/>
          <p:nvPr/>
        </p:nvGrpSpPr>
        <p:grpSpPr>
          <a:xfrm>
            <a:off x="134685" y="417195"/>
            <a:ext cx="989180" cy="235732"/>
            <a:chOff x="134685" y="417195"/>
            <a:chExt cx="989180" cy="235732"/>
          </a:xfrm>
        </p:grpSpPr>
        <p:sp>
          <p:nvSpPr>
            <p:cNvPr id="9" name="Text | Multi-view density"/>
            <p:cNvSpPr txBox="1"/>
            <p:nvPr/>
          </p:nvSpPr>
          <p:spPr>
            <a:xfrm>
              <a:off x="134685" y="417195"/>
              <a:ext cx="989180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Multi-view density</a:t>
              </a:r>
              <a:endParaRPr lang="en-US" sz="724"/>
            </a:p>
          </p:txBody>
        </p:sp>
        <p:sp>
          <p:nvSpPr>
            <p:cNvPr id="10" name="Text | bank"/>
            <p:cNvSpPr txBox="1"/>
            <p:nvPr/>
          </p:nvSpPr>
          <p:spPr>
            <a:xfrm>
              <a:off x="134685" y="522315"/>
              <a:ext cx="286755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bank</a:t>
              </a:r>
              <a:endParaRPr lang="en-US" sz="724"/>
            </a:p>
          </p:txBody>
        </p:sp>
      </p:grpSp>
      <p:sp>
        <p:nvSpPr>
          <p:cNvPr id="138" name="Text | M_exp"/>
          <p:cNvSpPr txBox="1"/>
          <p:nvPr/>
        </p:nvSpPr>
        <p:spPr>
          <a:xfrm>
            <a:off x="139796" y="1028205"/>
            <a:ext cx="278858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M_exp</a:t>
            </a:r>
            <a:endParaRPr lang="en-US" sz="621"/>
          </a:p>
        </p:txBody>
      </p:sp>
      <p:sp>
        <p:nvSpPr>
          <p:cNvPr id="266" name="Text | M_sim"/>
          <p:cNvSpPr txBox="1"/>
          <p:nvPr/>
        </p:nvSpPr>
        <p:spPr>
          <a:xfrm>
            <a:off x="552442" y="1028205"/>
            <a:ext cx="274816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M_sim</a:t>
            </a:r>
            <a:endParaRPr lang="en-US" sz="621"/>
          </a:p>
        </p:txBody>
      </p:sp>
      <p:sp>
        <p:nvSpPr>
          <p:cNvPr id="394" name="Text | M_diff"/>
          <p:cNvSpPr txBox="1"/>
          <p:nvPr/>
        </p:nvSpPr>
        <p:spPr>
          <a:xfrm>
            <a:off x="148573" y="1468395"/>
            <a:ext cx="261304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M_diff</a:t>
            </a:r>
            <a:endParaRPr lang="en-US" sz="621"/>
          </a:p>
        </p:txBody>
      </p:sp>
      <p:sp>
        <p:nvSpPr>
          <p:cNvPr id="522" name="Text | M_diff+"/>
          <p:cNvSpPr txBox="1"/>
          <p:nvPr/>
        </p:nvSpPr>
        <p:spPr>
          <a:xfrm>
            <a:off x="526168" y="1468395"/>
            <a:ext cx="327363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M_diff+</a:t>
            </a:r>
            <a:endParaRPr lang="en-US" sz="621"/>
          </a:p>
        </p:txBody>
      </p:sp>
      <p:cxnSp>
        <p:nvCxnSpPr>
          <p:cNvPr id="523" name="path_0515"/>
          <p:cNvCxnSpPr/>
          <p:nvPr/>
        </p:nvCxnSpPr>
        <p:spPr>
          <a:xfrm>
            <a:off x="187245" y="1609650"/>
            <a:ext cx="650430" cy="0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4" name="path_0516"/>
          <p:cNvCxnSpPr/>
          <p:nvPr/>
        </p:nvCxnSpPr>
        <p:spPr>
          <a:xfrm>
            <a:off x="18724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25" name="path_0517"/>
          <p:cNvCxnSpPr/>
          <p:nvPr/>
        </p:nvCxnSpPr>
        <p:spPr>
          <a:xfrm>
            <a:off x="837675" y="1580085"/>
            <a:ext cx="0" cy="29565"/>
          </a:xfrm>
          <a:prstGeom prst="line">
            <a:avLst/>
          </a:prstGeom>
          <a:noFill/>
          <a:ln w="12700" cap="rnd" cmpd="sng" algn="ctr">
            <a:solidFill>
              <a:srgbClr val="5E718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26" name="Text | 4 base fields"/>
          <p:cNvSpPr txBox="1"/>
          <p:nvPr/>
        </p:nvSpPr>
        <p:spPr>
          <a:xfrm>
            <a:off x="180757" y="1635930"/>
            <a:ext cx="663406" cy="125947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8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base fields</a:t>
            </a:r>
            <a:endParaRPr lang="en-US" sz="698"/>
          </a:p>
        </p:txBody>
      </p:sp>
      <p:grpSp>
        <p:nvGrpSpPr>
          <p:cNvPr id="527" name="a | arrow base fields to normalizations"/>
          <p:cNvGrpSpPr/>
          <p:nvPr/>
        </p:nvGrpSpPr>
        <p:grpSpPr>
          <a:xfrm>
            <a:off x="498548" y="1767330"/>
            <a:ext cx="27824" cy="95265"/>
            <a:chOff x="498548" y="1767330"/>
            <a:chExt cx="27824" cy="95265"/>
          </a:xfrm>
        </p:grpSpPr>
        <p:cxnSp>
          <p:nvCxnSpPr>
            <p:cNvPr id="528" name="Arrow |  →  | path"/>
            <p:cNvCxnSpPr/>
            <p:nvPr/>
          </p:nvCxnSpPr>
          <p:spPr>
            <a:xfrm>
              <a:off x="512460" y="1767330"/>
              <a:ext cx="0" cy="9526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29" name="Arrow |  →  | editable arrowhead"/>
            <p:cNvSpPr/>
            <p:nvPr/>
          </p:nvSpPr>
          <p:spPr>
            <a:xfrm>
              <a:off x="498548" y="1830238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530" name="Text | 2 normalizations"/>
          <p:cNvSpPr txBox="1"/>
          <p:nvPr/>
        </p:nvSpPr>
        <p:spPr>
          <a:xfrm>
            <a:off x="137970" y="1872450"/>
            <a:ext cx="897739" cy="130612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4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2 normalizations</a:t>
            </a:r>
            <a:endParaRPr lang="en-US" sz="724"/>
          </a:p>
        </p:txBody>
      </p:sp>
      <p:sp>
        <p:nvSpPr>
          <p:cNvPr id="531" name="Text | Raw"/>
          <p:cNvSpPr txBox="1"/>
          <p:nvPr/>
        </p:nvSpPr>
        <p:spPr>
          <a:xfrm>
            <a:off x="198932" y="2013705"/>
            <a:ext cx="193435" cy="111953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1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Raw</a:t>
            </a:r>
            <a:endParaRPr lang="en-US" sz="621"/>
          </a:p>
        </p:txBody>
      </p:sp>
      <p:grpSp>
        <p:nvGrpSpPr>
          <p:cNvPr id="532" name="Text | Clipped / z-score"/>
          <p:cNvGrpSpPr/>
          <p:nvPr/>
        </p:nvGrpSpPr>
        <p:grpSpPr>
          <a:xfrm>
            <a:off x="543929" y="1977570"/>
            <a:ext cx="311553" cy="192698"/>
            <a:chOff x="543929" y="1977570"/>
            <a:chExt cx="311553" cy="192698"/>
          </a:xfrm>
        </p:grpSpPr>
        <p:sp>
          <p:nvSpPr>
            <p:cNvPr id="533" name="Text | Clipped"/>
            <p:cNvSpPr txBox="1"/>
            <p:nvPr/>
          </p:nvSpPr>
          <p:spPr>
            <a:xfrm>
              <a:off x="543929" y="1977570"/>
              <a:ext cx="311553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Clipped</a:t>
              </a:r>
              <a:endParaRPr lang="en-US" sz="595"/>
            </a:p>
          </p:txBody>
        </p:sp>
        <p:sp>
          <p:nvSpPr>
            <p:cNvPr id="534" name="Text | z-score"/>
            <p:cNvSpPr txBox="1"/>
            <p:nvPr/>
          </p:nvSpPr>
          <p:spPr>
            <a:xfrm>
              <a:off x="551512" y="2062980"/>
              <a:ext cx="296385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z-score</a:t>
              </a:r>
              <a:endParaRPr lang="en-US" sz="595"/>
            </a:p>
          </p:txBody>
        </p:sp>
      </p:grpSp>
      <p:grpSp>
        <p:nvGrpSpPr>
          <p:cNvPr id="789" name="a | arrow normalizations to views"/>
          <p:cNvGrpSpPr/>
          <p:nvPr/>
        </p:nvGrpSpPr>
        <p:grpSpPr>
          <a:xfrm>
            <a:off x="498548" y="2470320"/>
            <a:ext cx="27824" cy="111690"/>
            <a:chOff x="498548" y="2470320"/>
            <a:chExt cx="27824" cy="111690"/>
          </a:xfrm>
        </p:grpSpPr>
        <p:cxnSp>
          <p:nvCxnSpPr>
            <p:cNvPr id="790" name="Arrow |  →  | path"/>
            <p:cNvCxnSpPr/>
            <p:nvPr/>
          </p:nvCxnSpPr>
          <p:spPr>
            <a:xfrm>
              <a:off x="512460" y="2470320"/>
              <a:ext cx="0" cy="11169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91" name="Arrow |  →  | editable arrowhead"/>
            <p:cNvSpPr/>
            <p:nvPr/>
          </p:nvSpPr>
          <p:spPr>
            <a:xfrm>
              <a:off x="498548" y="254965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792" name="Text | 7 spatial views"/>
          <p:cNvSpPr txBox="1"/>
          <p:nvPr/>
        </p:nvSpPr>
        <p:spPr>
          <a:xfrm>
            <a:off x="137970" y="2611575"/>
            <a:ext cx="805580" cy="130612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4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7 spatial views</a:t>
            </a:r>
            <a:endParaRPr lang="en-US" sz="724"/>
          </a:p>
        </p:txBody>
      </p:sp>
      <p:grpSp>
        <p:nvGrpSpPr>
          <p:cNvPr id="920" name="Text | Identity"/>
          <p:cNvGrpSpPr/>
          <p:nvPr/>
        </p:nvGrpSpPr>
        <p:grpSpPr>
          <a:xfrm>
            <a:off x="131074" y="3074760"/>
            <a:ext cx="316012" cy="107288"/>
            <a:chOff x="131074" y="3074760"/>
            <a:chExt cx="316012" cy="107288"/>
          </a:xfrm>
        </p:grpSpPr>
        <p:sp>
          <p:nvSpPr>
            <p:cNvPr id="921" name="Text | Identity"/>
            <p:cNvSpPr txBox="1"/>
            <p:nvPr/>
          </p:nvSpPr>
          <p:spPr>
            <a:xfrm>
              <a:off x="131074" y="3074760"/>
              <a:ext cx="31601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Identity</a:t>
              </a:r>
              <a:endParaRPr lang="en-US" sz="595"/>
            </a:p>
          </p:txBody>
        </p:sp>
      </p:grpSp>
      <p:grpSp>
        <p:nvGrpSpPr>
          <p:cNvPr id="1049" name="Text | Gaussian ×2"/>
          <p:cNvGrpSpPr/>
          <p:nvPr/>
        </p:nvGrpSpPr>
        <p:grpSpPr>
          <a:xfrm>
            <a:off x="442183" y="3074760"/>
            <a:ext cx="508473" cy="107288"/>
            <a:chOff x="442183" y="3074760"/>
            <a:chExt cx="508473" cy="107288"/>
          </a:xfrm>
        </p:grpSpPr>
        <p:sp>
          <p:nvSpPr>
            <p:cNvPr id="1050" name="Text | Gaussian ×2"/>
            <p:cNvSpPr txBox="1"/>
            <p:nvPr/>
          </p:nvSpPr>
          <p:spPr>
            <a:xfrm>
              <a:off x="442183" y="3074760"/>
              <a:ext cx="508473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Gaussian ×2</a:t>
              </a:r>
              <a:endParaRPr lang="en-US" sz="595"/>
            </a:p>
          </p:txBody>
        </p:sp>
      </p:grpSp>
      <p:grpSp>
        <p:nvGrpSpPr>
          <p:cNvPr id="1178" name="Text | DoG ×2"/>
          <p:cNvGrpSpPr/>
          <p:nvPr/>
        </p:nvGrpSpPr>
        <p:grpSpPr>
          <a:xfrm>
            <a:off x="126686" y="3472245"/>
            <a:ext cx="324789" cy="107288"/>
            <a:chOff x="126686" y="3472245"/>
            <a:chExt cx="324789" cy="107288"/>
          </a:xfrm>
        </p:grpSpPr>
        <p:sp>
          <p:nvSpPr>
            <p:cNvPr id="1179" name="Text | DoG ×2"/>
            <p:cNvSpPr txBox="1"/>
            <p:nvPr/>
          </p:nvSpPr>
          <p:spPr>
            <a:xfrm>
              <a:off x="126686" y="3472245"/>
              <a:ext cx="32478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DoG ×2</a:t>
              </a:r>
              <a:endParaRPr lang="en-US" sz="595"/>
            </a:p>
          </p:txBody>
        </p:sp>
      </p:grpSp>
      <p:grpSp>
        <p:nvGrpSpPr>
          <p:cNvPr id="1307" name="Text | Receptor / suppression / ×2"/>
          <p:cNvGrpSpPr/>
          <p:nvPr/>
        </p:nvGrpSpPr>
        <p:grpSpPr>
          <a:xfrm>
            <a:off x="456751" y="3472245"/>
            <a:ext cx="479338" cy="284678"/>
            <a:chOff x="456751" y="3472245"/>
            <a:chExt cx="479338" cy="284678"/>
          </a:xfrm>
        </p:grpSpPr>
        <p:sp>
          <p:nvSpPr>
            <p:cNvPr id="1308" name="Text | Receptor"/>
            <p:cNvSpPr txBox="1"/>
            <p:nvPr/>
          </p:nvSpPr>
          <p:spPr>
            <a:xfrm>
              <a:off x="513953" y="3472245"/>
              <a:ext cx="36493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Receptor</a:t>
              </a:r>
              <a:endParaRPr lang="en-US" sz="595"/>
            </a:p>
          </p:txBody>
        </p:sp>
        <p:sp>
          <p:nvSpPr>
            <p:cNvPr id="1309" name="Text | suppression"/>
            <p:cNvSpPr txBox="1"/>
            <p:nvPr/>
          </p:nvSpPr>
          <p:spPr>
            <a:xfrm>
              <a:off x="456751" y="3560940"/>
              <a:ext cx="479338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suppression</a:t>
              </a:r>
              <a:endParaRPr lang="en-US" sz="595"/>
            </a:p>
          </p:txBody>
        </p:sp>
        <p:sp>
          <p:nvSpPr>
            <p:cNvPr id="1310" name="Text | ×2"/>
            <p:cNvSpPr txBox="1"/>
            <p:nvPr/>
          </p:nvSpPr>
          <p:spPr>
            <a:xfrm>
              <a:off x="627510" y="3649635"/>
              <a:ext cx="13782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×2</a:t>
              </a:r>
              <a:endParaRPr lang="en-US" sz="595"/>
            </a:p>
          </p:txBody>
        </p:sp>
      </p:grpSp>
      <p:grpSp>
        <p:nvGrpSpPr>
          <p:cNvPr id="1311" name="a | arrow views to 56 channels"/>
          <p:cNvGrpSpPr/>
          <p:nvPr/>
        </p:nvGrpSpPr>
        <p:grpSpPr>
          <a:xfrm>
            <a:off x="498548" y="3682485"/>
            <a:ext cx="27824" cy="101835"/>
            <a:chOff x="498548" y="3682485"/>
            <a:chExt cx="27824" cy="101835"/>
          </a:xfrm>
        </p:grpSpPr>
        <p:cxnSp>
          <p:nvCxnSpPr>
            <p:cNvPr id="1312" name="Arrow |  →  | path"/>
            <p:cNvCxnSpPr/>
            <p:nvPr/>
          </p:nvCxnSpPr>
          <p:spPr>
            <a:xfrm>
              <a:off x="512460" y="3682485"/>
              <a:ext cx="0" cy="101835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13" name="Arrow |  →  | editable arrowhead"/>
            <p:cNvSpPr/>
            <p:nvPr/>
          </p:nvSpPr>
          <p:spPr>
            <a:xfrm>
              <a:off x="498548" y="3751963"/>
              <a:ext cx="27824" cy="32357"/>
            </a:xfrm>
            <a:custGeom>
              <a:avLst/>
              <a:gdLst/>
              <a:ahLst/>
              <a:cxnLst/>
              <a:rect l="0" t="0" r="w" b="h"/>
              <a:pathLst>
                <a:path w="27824" h="32357" stroke="0" extrusionOk="0">
                  <a:moveTo>
                    <a:pt x="13912" y="32357"/>
                  </a:moveTo>
                  <a:lnTo>
                    <a:pt x="0" y="0"/>
                  </a:lnTo>
                  <a:lnTo>
                    <a:pt x="27824" y="0"/>
                  </a:lnTo>
                  <a:close/>
                </a:path>
              </a:pathLst>
            </a:custGeom>
            <a:solidFill>
              <a:srgbClr val="5E7180"/>
            </a:solidFill>
            <a:ln w="1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447" name="Text | 56 channels"/>
          <p:cNvSpPr txBox="1"/>
          <p:nvPr/>
        </p:nvSpPr>
        <p:spPr>
          <a:xfrm>
            <a:off x="138796" y="4234365"/>
            <a:ext cx="747327" cy="149270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8" b="1" i="0" baseline="0" dirty="0">
                <a:solidFill>
                  <a:srgbClr val="367FB7"/>
                </a:solidFill>
                <a:latin typeface="Arial"/>
                <a:ea typeface="Arial"/>
                <a:cs typeface="Arial"/>
              </a:rPr>
              <a:t>56 channels</a:t>
            </a:r>
            <a:endParaRPr lang="en-US" sz="828"/>
          </a:p>
        </p:txBody>
      </p:sp>
      <p:sp>
        <p:nvSpPr>
          <p:cNvPr id="1448" name="Text | 4 × 2 × 7"/>
          <p:cNvSpPr txBox="1"/>
          <p:nvPr/>
        </p:nvSpPr>
        <p:spPr>
          <a:xfrm>
            <a:off x="281594" y="4382190"/>
            <a:ext cx="461731" cy="125947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8" b="0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4 × 2 × 7</a:t>
            </a:r>
            <a:endParaRPr lang="en-US" sz="698"/>
          </a:p>
        </p:txBody>
      </p:sp>
      <p:cxnSp>
        <p:nvCxnSpPr>
          <p:cNvPr id="1449" name="path_1422"/>
          <p:cNvCxnSpPr/>
          <p:nvPr/>
        </p:nvCxnSpPr>
        <p:spPr>
          <a:xfrm>
            <a:off x="134685" y="4576005"/>
            <a:ext cx="758835" cy="0"/>
          </a:xfrm>
          <a:prstGeom prst="line">
            <a:avLst/>
          </a:prstGeom>
          <a:noFill/>
          <a:ln w="12700" cap="rnd" cmpd="sng" algn="ctr">
            <a:solidFill>
              <a:srgbClr val="C5D4DE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450" name="a | section title: receptor atoms"/>
          <p:cNvGrpSpPr/>
          <p:nvPr/>
        </p:nvGrpSpPr>
        <p:grpSpPr>
          <a:xfrm>
            <a:off x="137970" y="4599000"/>
            <a:ext cx="852513" cy="130612"/>
            <a:chOff x="137970" y="4599000"/>
            <a:chExt cx="852513" cy="130612"/>
          </a:xfrm>
        </p:grpSpPr>
        <p:sp>
          <p:nvSpPr>
            <p:cNvPr id="1451" name="Text | Receptor atoms"/>
            <p:cNvSpPr txBox="1"/>
            <p:nvPr/>
          </p:nvSpPr>
          <p:spPr>
            <a:xfrm>
              <a:off x="137970" y="4599000"/>
              <a:ext cx="852513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Receptor atoms</a:t>
              </a:r>
              <a:endParaRPr lang="en-US" sz="724"/>
            </a:p>
          </p:txBody>
        </p:sp>
      </p:grpSp>
      <p:grpSp>
        <p:nvGrpSpPr>
          <p:cNvPr id="1563" name="Arrow |  → "/>
          <p:cNvGrpSpPr/>
          <p:nvPr/>
        </p:nvGrpSpPr>
        <p:grpSpPr>
          <a:xfrm>
            <a:off x="479610" y="4913802"/>
            <a:ext cx="75555" cy="27397"/>
            <a:chOff x="479610" y="4913802"/>
            <a:chExt cx="75555" cy="27397"/>
          </a:xfrm>
        </p:grpSpPr>
        <p:cxnSp>
          <p:nvCxnSpPr>
            <p:cNvPr id="1564" name="Arrow |  →  | path"/>
            <p:cNvCxnSpPr/>
            <p:nvPr/>
          </p:nvCxnSpPr>
          <p:spPr>
            <a:xfrm>
              <a:off x="479610" y="4927500"/>
              <a:ext cx="75555" cy="0"/>
            </a:xfrm>
            <a:prstGeom prst="line">
              <a:avLst/>
            </a:prstGeom>
            <a:noFill/>
            <a:ln w="12700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565" name="Arrow |  →  | editable arrowhead"/>
            <p:cNvSpPr/>
            <p:nvPr/>
          </p:nvSpPr>
          <p:spPr>
            <a:xfrm>
              <a:off x="523301" y="4913802"/>
              <a:ext cx="31864" cy="27397"/>
            </a:xfrm>
            <a:custGeom>
              <a:avLst/>
              <a:gdLst/>
              <a:ahLst/>
              <a:cxnLst/>
              <a:rect l="0" t="0" r="w" b="h"/>
              <a:pathLst>
                <a:path w="31864" h="27397" stroke="0" extrusionOk="0">
                  <a:moveTo>
                    <a:pt x="31864" y="13698"/>
                  </a:moveTo>
                  <a:lnTo>
                    <a:pt x="0" y="27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7180"/>
            </a:solidFill>
            <a:ln w="13970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</p:grpSp>
      <p:sp>
        <p:nvSpPr>
          <p:cNvPr id="1573" name="Text | 50 features / atom"/>
          <p:cNvSpPr txBox="1"/>
          <p:nvPr/>
        </p:nvSpPr>
        <p:spPr>
          <a:xfrm>
            <a:off x="16792" y="5101605"/>
            <a:ext cx="991336" cy="130612"/>
          </a:xfrm>
          <a:prstGeom prst="rect">
            <a:avLst/>
          </a:prstGeom>
          <a:noFill/>
          <a:ln>
            <a:noFill/>
          </a:ln>
          <a:effectLst/>
        </p:spPr>
        <p:txBody>
          <a:bodyPr vertOverflow="overflow" horzOverflow="overflow" wrap="none" lIns="0" tIns="0" rIns="0" bIns="0" anchor="t" anchorCtr="0">
            <a:noAutofit/>
          </a:bodyPr>
          <a:lstStyle/>
          <a:p>
            <a:pPr marL="0" marR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4" b="1" i="0" baseline="0" dirty="0">
                <a:solidFill>
                  <a:srgbClr val="1D3043"/>
                </a:solidFill>
                <a:latin typeface="Arial"/>
                <a:ea typeface="Arial"/>
                <a:cs typeface="Arial"/>
              </a:rPr>
              <a:t>50 features / atom</a:t>
            </a:r>
            <a:endParaRPr lang="en-US" sz="724"/>
          </a:p>
        </p:txBody>
      </p:sp>
      <p:grpSp>
        <p:nvGrpSpPr>
          <p:cNvPr id="1574" name="b | Find: coupled voxel and point pathways"/>
          <p:cNvGrpSpPr/>
          <p:nvPr/>
        </p:nvGrpSpPr>
        <p:grpSpPr>
          <a:xfrm>
            <a:off x="959220" y="65700"/>
            <a:ext cx="4231080" cy="2233800"/>
            <a:chOff x="959220" y="65700"/>
            <a:chExt cx="4231080" cy="2233800"/>
          </a:xfrm>
        </p:grpSpPr>
        <p:sp>
          <p:nvSpPr>
            <p:cNvPr id="1575" name="b | panel background"/>
            <p:cNvSpPr/>
            <p:nvPr/>
          </p:nvSpPr>
          <p:spPr>
            <a:xfrm>
              <a:off x="1051200" y="65700"/>
              <a:ext cx="4139100" cy="2233800"/>
            </a:xfrm>
            <a:prstGeom prst="roundRect">
              <a:avLst>
                <a:gd name="adj" fmla="val 1765"/>
              </a:avLst>
            </a:prstGeom>
            <a:solidFill>
              <a:srgbClr val="F4F8FB"/>
            </a:solidFill>
            <a:ln w="6480" cap="rnd" cmpd="sng" algn="ctr">
              <a:solidFill>
                <a:srgbClr val="BED2E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576" name="Text | b"/>
            <p:cNvSpPr txBox="1"/>
            <p:nvPr/>
          </p:nvSpPr>
          <p:spPr>
            <a:xfrm>
              <a:off x="1123470" y="72270"/>
              <a:ext cx="143553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</a:t>
              </a:r>
              <a:endParaRPr lang="en-US" sz="1061"/>
            </a:p>
          </p:txBody>
        </p:sp>
        <p:sp>
          <p:nvSpPr>
            <p:cNvPr id="1577" name="Text | Find: coupled voxel and point pathways"/>
            <p:cNvSpPr txBox="1"/>
            <p:nvPr/>
          </p:nvSpPr>
          <p:spPr>
            <a:xfrm>
              <a:off x="1264725" y="91980"/>
              <a:ext cx="2549614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Find: coupled voxel and point pathways</a:t>
              </a:r>
              <a:endParaRPr lang="en-US" sz="879"/>
            </a:p>
          </p:txBody>
        </p:sp>
        <p:grpSp>
          <p:nvGrpSpPr>
            <p:cNvPr id="1578" name="b | 56-channel density input label"/>
            <p:cNvGrpSpPr/>
            <p:nvPr/>
          </p:nvGrpSpPr>
          <p:grpSpPr>
            <a:xfrm>
              <a:off x="1133325" y="275940"/>
              <a:ext cx="694716" cy="231067"/>
              <a:chOff x="1133325" y="275940"/>
              <a:chExt cx="694716" cy="231067"/>
            </a:xfrm>
          </p:grpSpPr>
          <p:sp>
            <p:nvSpPr>
              <p:cNvPr id="1579" name="Text | 56-channel"/>
              <p:cNvSpPr txBox="1"/>
              <p:nvPr/>
            </p:nvSpPr>
            <p:spPr>
              <a:xfrm>
                <a:off x="1133325" y="275940"/>
                <a:ext cx="583725" cy="1259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98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56-channel</a:t>
                </a:r>
                <a:endParaRPr lang="en-US" sz="698"/>
              </a:p>
            </p:txBody>
          </p:sp>
          <p:sp>
            <p:nvSpPr>
              <p:cNvPr id="1580" name="Text | density input"/>
              <p:cNvSpPr txBox="1"/>
              <p:nvPr/>
            </p:nvSpPr>
            <p:spPr>
              <a:xfrm>
                <a:off x="1133325" y="381060"/>
                <a:ext cx="694716" cy="1259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98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density input</a:t>
                </a:r>
                <a:endParaRPr lang="en-US" sz="698"/>
              </a:p>
            </p:txBody>
          </p:sp>
        </p:grpSp>
        <p:grpSp>
          <p:nvGrpSpPr>
            <p:cNvPr id="1581" name="b | 56-channel density input cube"/>
            <p:cNvGrpSpPr/>
            <p:nvPr/>
          </p:nvGrpSpPr>
          <p:grpSpPr>
            <a:xfrm>
              <a:off x="1166040" y="530640"/>
              <a:ext cx="440280" cy="361440"/>
              <a:chOff x="1166040" y="530640"/>
              <a:chExt cx="440280" cy="361440"/>
            </a:xfrm>
          </p:grpSpPr>
          <p:sp>
            <p:nvSpPr>
              <p:cNvPr id="5410" name="asset_1581_0">
                <a:extLst>
                  <a:ext uri="{FF2B5EF4-FFF2-40B4-BE49-F238E27FC236}">
                    <ns2:creationId id="{3205C013-9DEC-48D4-B03E-BF08D44234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6040" y="530640"/>
                <a:ext cx="440280" cy="61445"/>
              </a:xfrm>
              <a:custGeom>
                <a:pathLst>
                  <a:path w="440280" h="61445">
                    <a:moveTo>
                      <a:pt x="0" y="61445"/>
                    </a:moveTo>
                    <a:lnTo>
                      <a:pt x="83653" y="0"/>
                    </a:lnTo>
                    <a:lnTo>
                      <a:pt x="440280" y="0"/>
                    </a:lnTo>
                    <a:lnTo>
                      <a:pt x="356627" y="61445"/>
                    </a:lnTo>
                    <a:close/>
                  </a:path>
                </a:pathLst>
              </a:custGeom>
              <a:gradFill>
                <a:gsLst>
                  <a:gs pos="0">
                    <a:srgbClr val="FAFDFF">
                      <a:alpha val="65000"/>
                    </a:srgbClr>
                  </a:gs>
                  <a:gs pos="100000">
                    <a:srgbClr val="D9EAFA">
                      <a:alpha val="45000"/>
                    </a:srgbClr>
                  </a:gs>
                </a:gsLst>
                <a:lin ang="5400000"/>
              </a:gradFill>
              <a:ln w="2700">
                <a:solidFill>
                  <a:srgbClr val="A3C3E2"/>
                </a:solidFill>
              </a:ln>
            </p:spPr>
          </p:sp>
          <p:sp>
            <p:nvSpPr>
              <p:cNvPr id="5411" name="asset_1581_1">
                <a:extLst>
                  <a:ext uri="{FF2B5EF4-FFF2-40B4-BE49-F238E27FC236}">
                    <ns2:creationId id="{4EA5EB99-0F7C-4A7C-86F0-02C0F10C582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522667" y="530640"/>
                <a:ext cx="83653" cy="361440"/>
              </a:xfrm>
              <a:custGeom>
                <a:pathLst>
                  <a:path w="83653" h="361440">
                    <a:moveTo>
                      <a:pt x="0" y="61445"/>
                    </a:moveTo>
                    <a:lnTo>
                      <a:pt x="83653" y="0"/>
                    </a:lnTo>
                    <a:lnTo>
                      <a:pt x="83653" y="299995"/>
                    </a:lnTo>
                    <a:lnTo>
                      <a:pt x="0" y="361440"/>
                    </a:lnTo>
                    <a:close/>
                  </a:path>
                </a:pathLst>
              </a:custGeom>
              <a:solidFill>
                <a:srgbClr val="C9DFF3">
                  <a:alpha val="22000"/>
                </a:srgbClr>
              </a:solidFill>
              <a:ln w="2700">
                <a:solidFill>
                  <a:srgbClr val="A3C3E2"/>
                </a:solidFill>
              </a:ln>
            </p:spPr>
          </p:sp>
          <p:sp>
            <p:nvSpPr>
              <p:cNvPr id="5412" name="asset_1581_2">
                <a:extLst>
                  <a:ext uri="{FF2B5EF4-FFF2-40B4-BE49-F238E27FC236}">
                    <ns2:creationId id="{C83C781F-4163-4F45-A576-FF381D6B712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6040" y="592085"/>
                <a:ext cx="356627" cy="299995"/>
              </a:xfrm>
              <a:prstGeom prst="rect">
                <a:avLst/>
              </a:prstGeom>
              <a:solidFill>
                <a:srgbClr val="E7F1FC">
                  <a:alpha val="20000"/>
                </a:srgbClr>
              </a:solidFill>
              <a:ln w="2700">
                <a:solidFill>
                  <a:srgbClr val="ABC9E7"/>
                </a:solidFill>
              </a:ln>
            </p:spPr>
          </p:sp>
          <p:sp>
            <p:nvSpPr>
              <p:cNvPr id="5413" name="asset_1581_3">
                <a:extLst>
                  <a:ext uri="{FF2B5EF4-FFF2-40B4-BE49-F238E27FC236}">
                    <ns2:creationId id="{4814FF20-AF82-4EF2-9BB9-2297FCECF2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5197" y="592085"/>
                <a:ext cx="4" cy="299995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14" name="asset_1581_4">
                <a:extLst>
                  <a:ext uri="{FF2B5EF4-FFF2-40B4-BE49-F238E27FC236}">
                    <ns2:creationId id="{C8D2FDE4-E7E6-4930-A42E-B2B020E5E6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6040" y="667084"/>
                <a:ext cx="356627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15" name="asset_1581_5">
                <a:extLst>
                  <a:ext uri="{FF2B5EF4-FFF2-40B4-BE49-F238E27FC236}">
                    <ns2:creationId id="{815570DD-5E1B-4A48-A88B-AB9342DB5FB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4353" y="592085"/>
                <a:ext cx="4" cy="299995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16" name="asset_1581_6">
                <a:extLst>
                  <a:ext uri="{FF2B5EF4-FFF2-40B4-BE49-F238E27FC236}">
                    <ns2:creationId id="{C23B0A45-5F83-4490-8AE3-9C0F30E2FB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6040" y="742082"/>
                <a:ext cx="356627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17" name="asset_1581_7">
                <a:extLst>
                  <a:ext uri="{FF2B5EF4-FFF2-40B4-BE49-F238E27FC236}">
                    <ns2:creationId id="{54E6855F-E094-4217-B1D4-A5789397631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33510" y="592085"/>
                <a:ext cx="4" cy="299995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18" name="asset_1581_8">
                <a:extLst>
                  <a:ext uri="{FF2B5EF4-FFF2-40B4-BE49-F238E27FC236}">
                    <ns2:creationId id="{CC675C05-33DA-4598-BE5F-E5E4CE603F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6040" y="817081"/>
                <a:ext cx="356627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19" name="asset_1581_9">
                <a:extLst>
                  <a:ext uri="{FF2B5EF4-FFF2-40B4-BE49-F238E27FC236}">
                    <ns2:creationId id="{AE9F7C31-36A5-472F-8764-7B217BC6991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97601" y="632784"/>
                <a:ext cx="166045" cy="138238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AA9DF">
                      <a:alpha val="60000"/>
                    </a:srgbClr>
                  </a:gs>
                  <a:gs pos="100000">
                    <a:srgbClr val="7AA9DF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0" name="asset_1581_10">
                <a:extLst>
                  <a:ext uri="{FF2B5EF4-FFF2-40B4-BE49-F238E27FC236}">
                    <ns2:creationId id="{B2B81824-5500-4EDD-B86C-BFD330C7B44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73706" y="673104"/>
                <a:ext cx="179883" cy="149758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AA9DF">
                      <a:alpha val="60000"/>
                    </a:srgbClr>
                  </a:gs>
                  <a:gs pos="100000">
                    <a:srgbClr val="7AA9DF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1" name="asset_1581_11">
                <a:extLst>
                  <a:ext uri="{FF2B5EF4-FFF2-40B4-BE49-F238E27FC236}">
                    <ns2:creationId id="{1D48FAA2-8A1A-4C33-B539-827801F731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39432" y="598225"/>
                <a:ext cx="159127" cy="132478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AA9DF">
                      <a:alpha val="60000"/>
                    </a:srgbClr>
                  </a:gs>
                  <a:gs pos="100000">
                    <a:srgbClr val="7AA9DF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2" name="asset_1581_12">
                <a:extLst>
                  <a:ext uri="{FF2B5EF4-FFF2-40B4-BE49-F238E27FC236}">
                    <ns2:creationId id="{660B5A44-38E9-4890-BCD6-36653AEE83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66787" y="578065"/>
                <a:ext cx="152208" cy="126718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AA9DF">
                      <a:alpha val="60000"/>
                    </a:srgbClr>
                  </a:gs>
                  <a:gs pos="100000">
                    <a:srgbClr val="7AA9DF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3" name="asset_1581_13">
                <a:extLst>
                  <a:ext uri="{FF2B5EF4-FFF2-40B4-BE49-F238E27FC236}">
                    <ns2:creationId id="{A54C3BC1-A76A-42BF-A775-045933A231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67782" y="628001"/>
                <a:ext cx="89810" cy="7476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4" name="asset_1581_14">
                <a:extLst>
                  <a:ext uri="{FF2B5EF4-FFF2-40B4-BE49-F238E27FC236}">
                    <ns2:creationId id="{944F3B14-0DD0-4984-A86E-55658AF643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8490" y="708756"/>
                <a:ext cx="85440" cy="7113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5" name="asset_1581_15">
                <a:extLst>
                  <a:ext uri="{FF2B5EF4-FFF2-40B4-BE49-F238E27FC236}">
                    <ns2:creationId id="{1C484209-71E8-4F3C-BCB5-E545D61C95A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29273" y="646628"/>
                <a:ext cx="68879" cy="5734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6" name="asset_1581_16">
                <a:extLst>
                  <a:ext uri="{FF2B5EF4-FFF2-40B4-BE49-F238E27FC236}">
                    <ns2:creationId id="{EE253FFA-FAA9-4637-9B05-9F975F0547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3611" y="590001"/>
                <a:ext cx="89020" cy="7411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7" name="asset_1581_17">
                <a:extLst>
                  <a:ext uri="{FF2B5EF4-FFF2-40B4-BE49-F238E27FC236}">
                    <ns2:creationId id="{E9F94C94-F491-4F79-AFFE-AFE6DB01D3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4986" y="668492"/>
                <a:ext cx="87304" cy="7268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8" name="asset_1581_18">
                <a:extLst>
                  <a:ext uri="{FF2B5EF4-FFF2-40B4-BE49-F238E27FC236}">
                    <ns2:creationId id="{CF287EE7-CBD1-419B-B412-5114F8EE522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66193" y="686325"/>
                <a:ext cx="64869" cy="5400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29" name="asset_1581_19">
                <a:extLst>
                  <a:ext uri="{FF2B5EF4-FFF2-40B4-BE49-F238E27FC236}">
                    <ns2:creationId id="{3934C044-1AEB-40CD-8435-76A96DC8F5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403693" y="656125"/>
                <a:ext cx="79255" cy="6598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0" name="asset_1581_20">
                <a:extLst>
                  <a:ext uri="{FF2B5EF4-FFF2-40B4-BE49-F238E27FC236}">
                    <ns2:creationId id="{B947AA40-95EB-4B42-8E17-68B5000BEF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54563" y="601883"/>
                <a:ext cx="65444" cy="5448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1" name="asset_1581_21">
                <a:extLst>
                  <a:ext uri="{FF2B5EF4-FFF2-40B4-BE49-F238E27FC236}">
                    <ns2:creationId id="{88DA60A4-9D2E-45B3-91D3-4CCAC622D7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95102" y="652037"/>
                <a:ext cx="77351" cy="6439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2" name="asset_1581_22">
                <a:extLst>
                  <a:ext uri="{FF2B5EF4-FFF2-40B4-BE49-F238E27FC236}">
                    <ns2:creationId id="{07A18488-8880-4572-A74B-89AE9F6756E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4387" y="701587"/>
                <a:ext cx="79465" cy="6615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3" name="asset_1581_23">
                <a:extLst>
                  <a:ext uri="{FF2B5EF4-FFF2-40B4-BE49-F238E27FC236}">
                    <ns2:creationId id="{6F869924-C87C-4542-AF02-358EE88B5C3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56467" y="604314"/>
                <a:ext cx="78434" cy="6529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4" name="asset_1581_24">
                <a:extLst>
                  <a:ext uri="{FF2B5EF4-FFF2-40B4-BE49-F238E27FC236}">
                    <ns2:creationId id="{D4A359B9-4BC4-4F2F-9C3B-A736D78E42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31768" y="602204"/>
                <a:ext cx="55523" cy="4622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5" name="asset_1581_25">
                <a:extLst>
                  <a:ext uri="{FF2B5EF4-FFF2-40B4-BE49-F238E27FC236}">
                    <ns2:creationId id="{AA9DAE7B-C072-4D9C-9114-D41D267A99B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65035" y="648588"/>
                <a:ext cx="78317" cy="6520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6" name="asset_1581_26">
                <a:extLst>
                  <a:ext uri="{FF2B5EF4-FFF2-40B4-BE49-F238E27FC236}">
                    <ns2:creationId id="{5C0E4635-69D9-4CCB-8AF4-005FB40620D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71877" y="738553"/>
                <a:ext cx="78927" cy="6570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7" name="asset_1581_27">
                <a:extLst>
                  <a:ext uri="{FF2B5EF4-FFF2-40B4-BE49-F238E27FC236}">
                    <ns2:creationId id="{4AFD1DA4-8614-485B-8FC4-D6C868BE1E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6286" y="645828"/>
                <a:ext cx="81581" cy="6791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8" name="asset_1581_28">
                <a:extLst>
                  <a:ext uri="{FF2B5EF4-FFF2-40B4-BE49-F238E27FC236}">
                    <ns2:creationId id="{435FC0BA-F446-4627-A792-A7D26955FF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75855" y="598815"/>
                <a:ext cx="59505" cy="4954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39" name="asset_1581_29">
                <a:extLst>
                  <a:ext uri="{FF2B5EF4-FFF2-40B4-BE49-F238E27FC236}">
                    <ns2:creationId id="{2705A797-7EE2-495B-B909-1340C299D4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8797" y="658112"/>
                <a:ext cx="81860" cy="6815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0" name="asset_1581_30">
                <a:extLst>
                  <a:ext uri="{FF2B5EF4-FFF2-40B4-BE49-F238E27FC236}">
                    <ns2:creationId id="{68ED42AE-36D2-41B0-81A5-F19F3765BD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7873" y="672119"/>
                <a:ext cx="67974" cy="5659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1" name="asset_1581_31">
                <a:extLst>
                  <a:ext uri="{FF2B5EF4-FFF2-40B4-BE49-F238E27FC236}">
                    <ns2:creationId id="{570CA1DB-AE1A-46F9-874E-5C63A0584C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0715" y="596498"/>
                <a:ext cx="50330" cy="4190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2" name="asset_1581_32">
                <a:extLst>
                  <a:ext uri="{FF2B5EF4-FFF2-40B4-BE49-F238E27FC236}">
                    <ns2:creationId id="{7DAC0771-FFD9-4D18-831E-14109388666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72577" y="634689"/>
                <a:ext cx="73845" cy="6147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3" name="asset_1581_33">
                <a:extLst>
                  <a:ext uri="{FF2B5EF4-FFF2-40B4-BE49-F238E27FC236}">
                    <ns2:creationId id="{B3171AA5-06B2-4F18-AD43-E15FA653F8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12340" y="692783"/>
                <a:ext cx="65414" cy="5445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4" name="asset_1581_34">
                <a:extLst>
                  <a:ext uri="{FF2B5EF4-FFF2-40B4-BE49-F238E27FC236}">
                    <ns2:creationId id="{B30B9448-10C3-4A24-B25F-BA92A232A74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22656" y="736905"/>
                <a:ext cx="50345" cy="4191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5" name="asset_1581_35">
                <a:extLst>
                  <a:ext uri="{FF2B5EF4-FFF2-40B4-BE49-F238E27FC236}">
                    <ns2:creationId id="{15807BA9-6FC6-4791-B349-AE30B87C86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67542" y="615447"/>
                <a:ext cx="89009" cy="7410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6" name="asset_1581_36">
                <a:extLst>
                  <a:ext uri="{FF2B5EF4-FFF2-40B4-BE49-F238E27FC236}">
                    <ns2:creationId id="{B8028308-95DD-4FE0-8578-82EC16EAB52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6881" y="621880"/>
                <a:ext cx="66929" cy="5572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7" name="asset_1581_37">
                <a:extLst>
                  <a:ext uri="{FF2B5EF4-FFF2-40B4-BE49-F238E27FC236}">
                    <ns2:creationId id="{DE1D7B0A-8FB6-41EA-A480-4EAF7F96183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77458" y="665345"/>
                <a:ext cx="68439" cy="5697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8" name="asset_1581_38">
                <a:extLst>
                  <a:ext uri="{FF2B5EF4-FFF2-40B4-BE49-F238E27FC236}">
                    <ns2:creationId id="{5610F228-B690-4146-935C-E1CD6E2A8D0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56515" y="745086"/>
                <a:ext cx="71762" cy="5974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49" name="asset_1581_39">
                <a:extLst>
                  <a:ext uri="{FF2B5EF4-FFF2-40B4-BE49-F238E27FC236}">
                    <ns2:creationId id="{FD6B0E2F-3BAB-4DAC-9F76-FBC230B82B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86650" y="585659"/>
                <a:ext cx="88123" cy="7336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0" name="asset_1581_40">
                <a:extLst>
                  <a:ext uri="{FF2B5EF4-FFF2-40B4-BE49-F238E27FC236}">
                    <ns2:creationId id="{5A168792-540D-45E8-B808-1DD71F0B1A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0729" y="604385"/>
                <a:ext cx="58619" cy="4880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1" name="asset_1581_41">
                <a:extLst>
                  <a:ext uri="{FF2B5EF4-FFF2-40B4-BE49-F238E27FC236}">
                    <ns2:creationId id="{847FD70E-5A8B-4114-A01D-F2EF50F4423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52552" y="707551"/>
                <a:ext cx="67155" cy="5590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2" name="asset_1581_42">
                <a:extLst>
                  <a:ext uri="{FF2B5EF4-FFF2-40B4-BE49-F238E27FC236}">
                    <ns2:creationId id="{B8465718-2209-4785-8D6C-FEFD5ED88B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94512" y="681051"/>
                <a:ext cx="62827" cy="5230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3" name="asset_1581_43">
                <a:extLst>
                  <a:ext uri="{FF2B5EF4-FFF2-40B4-BE49-F238E27FC236}">
                    <ns2:creationId id="{CF9D731D-DAD3-42C6-A1D4-17669C52191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96532" y="648285"/>
                <a:ext cx="49406" cy="4113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4" name="asset_1581_44">
                <a:extLst>
                  <a:ext uri="{FF2B5EF4-FFF2-40B4-BE49-F238E27FC236}">
                    <ns2:creationId id="{26272332-EDB6-4712-B694-B8364E118B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84646" y="570918"/>
                <a:ext cx="72058" cy="5999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5" name="asset_1581_45">
                <a:extLst>
                  <a:ext uri="{FF2B5EF4-FFF2-40B4-BE49-F238E27FC236}">
                    <ns2:creationId id="{C32BD334-D78F-4BEA-8822-055E657171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01463" y="668973"/>
                <a:ext cx="57033" cy="4748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6" name="asset_1581_46">
                <a:extLst>
                  <a:ext uri="{FF2B5EF4-FFF2-40B4-BE49-F238E27FC236}">
                    <ns2:creationId id="{767C0757-1EE1-4F32-B866-0F460338FCC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14200" y="715321"/>
                <a:ext cx="64969" cy="5408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7" name="asset_1581_47">
                <a:extLst>
                  <a:ext uri="{FF2B5EF4-FFF2-40B4-BE49-F238E27FC236}">
                    <ns2:creationId id="{80494F87-B1E7-47F1-A0ED-34B1F248D74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37030" y="644689"/>
                <a:ext cx="54017" cy="4497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8" name="asset_1581_48">
                <a:extLst>
                  <a:ext uri="{FF2B5EF4-FFF2-40B4-BE49-F238E27FC236}">
                    <ns2:creationId id="{4CFA04E2-554C-4D33-A89E-58E94823C88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42926" y="612101"/>
                <a:ext cx="68657" cy="5715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59" name="asset_1581_49">
                <a:extLst>
                  <a:ext uri="{FF2B5EF4-FFF2-40B4-BE49-F238E27FC236}">
                    <ns2:creationId id="{6F10174C-29BC-4AF4-BBC1-4D20CFA0EF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241398" y="686021"/>
                <a:ext cx="57012" cy="4746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60" name="asset_1581_50">
                <a:extLst>
                  <a:ext uri="{FF2B5EF4-FFF2-40B4-BE49-F238E27FC236}">
                    <ns2:creationId id="{E8F36DE9-E1F8-409F-9720-5A2344F983D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358871" y="742809"/>
                <a:ext cx="63056" cy="5249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AA9DF">
                      <a:alpha val="73000"/>
                    </a:srgbClr>
                  </a:gs>
                  <a:gs pos="100000">
                    <a:srgbClr val="7AA9DF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461" name="asset_1581_51">
                <a:extLst>
                  <a:ext uri="{FF2B5EF4-FFF2-40B4-BE49-F238E27FC236}">
                    <ns2:creationId id="{BEDF2D03-4738-43DD-8C34-6D4A9302BC2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166040" y="592085"/>
                <a:ext cx="356627" cy="299995"/>
              </a:xfrm>
              <a:custGeom>
                <a:pathLst>
                  <a:path w="356627" h="299995">
                    <a:moveTo>
                      <a:pt x="0" y="0"/>
                    </a:moveTo>
                    <a:lnTo>
                      <a:pt x="356627" y="0"/>
                    </a:lnTo>
                    <a:lnTo>
                      <a:pt x="356627" y="299995"/>
                    </a:lnTo>
                    <a:lnTo>
                      <a:pt x="0" y="299995"/>
                    </a:lnTo>
                    <a:close/>
                  </a:path>
                </a:pathLst>
              </a:custGeom>
              <a:noFill/>
              <a:ln w="3600">
                <a:solidFill>
                  <a:srgbClr val="8AB3D9"/>
                </a:solidFill>
              </a:ln>
            </p:spPr>
          </p:sp>
        </p:grpSp>
        <p:grpSp>
          <p:nvGrpSpPr>
            <p:cNvPr id="1708" name="Arrow | shared_input → find_density"/>
            <p:cNvGrpSpPr/>
            <p:nvPr/>
          </p:nvGrpSpPr>
          <p:grpSpPr>
            <a:xfrm>
              <a:off x="959220" y="757422"/>
              <a:ext cx="174105" cy="29105"/>
              <a:chOff x="959220" y="757422"/>
              <a:chExt cx="174105" cy="29105"/>
            </a:xfrm>
          </p:grpSpPr>
          <p:cxnSp>
            <p:nvCxnSpPr>
              <p:cNvPr id="1709" name="Arrow | shared_input → find_density | path"/>
              <p:cNvCxnSpPr/>
              <p:nvPr/>
            </p:nvCxnSpPr>
            <p:spPr>
              <a:xfrm>
                <a:off x="959220" y="771975"/>
                <a:ext cx="174105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10" name="Arrow | shared_input → find_density | editable arrowhead"/>
              <p:cNvSpPr/>
              <p:nvPr/>
            </p:nvSpPr>
            <p:spPr>
              <a:xfrm>
                <a:off x="1099490" y="757422"/>
                <a:ext cx="33836" cy="29105"/>
              </a:xfrm>
              <a:custGeom>
                <a:avLst/>
                <a:gdLst/>
                <a:ahLst/>
                <a:cxnLst/>
                <a:rect l="0" t="0" r="w" b="h"/>
                <a:pathLst>
                  <a:path w="33836" h="29105" stroke="0" extrusionOk="0">
                    <a:moveTo>
                      <a:pt x="33836" y="14553"/>
                    </a:moveTo>
                    <a:lnTo>
                      <a:pt x="0" y="29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711" name="Arrow | find_density → voxel_input_concat"/>
            <p:cNvGrpSpPr/>
            <p:nvPr/>
          </p:nvGrpSpPr>
          <p:grpSpPr>
            <a:xfrm>
              <a:off x="1619505" y="737072"/>
              <a:ext cx="226665" cy="30386"/>
              <a:chOff x="1619505" y="737072"/>
              <a:chExt cx="226665" cy="30386"/>
            </a:xfrm>
          </p:grpSpPr>
          <p:cxnSp>
            <p:nvCxnSpPr>
              <p:cNvPr id="1712" name="Arrow | find_density → voxel_input_concat | path"/>
              <p:cNvCxnSpPr/>
              <p:nvPr/>
            </p:nvCxnSpPr>
            <p:spPr>
              <a:xfrm>
                <a:off x="1619505" y="752265"/>
                <a:ext cx="226665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13" name="Arrow | find_density → voxel_input_concat | editable arrowhead"/>
              <p:cNvSpPr/>
              <p:nvPr/>
            </p:nvSpPr>
            <p:spPr>
              <a:xfrm>
                <a:off x="1810856" y="737072"/>
                <a:ext cx="35314" cy="30386"/>
              </a:xfrm>
              <a:custGeom>
                <a:avLst/>
                <a:gdLst/>
                <a:ahLst/>
                <a:cxnLst/>
                <a:rect l="0" t="0" r="w" b="h"/>
                <a:pathLst>
                  <a:path w="35314" h="30386" stroke="0" extrusionOk="0">
                    <a:moveTo>
                      <a:pt x="35314" y="15193"/>
                    </a:moveTo>
                    <a:lnTo>
                      <a:pt x="0" y="303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714" name="b | Receptor embedding label"/>
            <p:cNvGrpSpPr/>
            <p:nvPr/>
          </p:nvGrpSpPr>
          <p:grpSpPr>
            <a:xfrm>
              <a:off x="1130040" y="1015065"/>
              <a:ext cx="740123" cy="212408"/>
              <a:chOff x="1130040" y="1015065"/>
              <a:chExt cx="740123" cy="212408"/>
            </a:xfrm>
          </p:grpSpPr>
          <p:sp>
            <p:nvSpPr>
              <p:cNvPr id="1715" name="Text | Receptor"/>
              <p:cNvSpPr txBox="1"/>
              <p:nvPr/>
            </p:nvSpPr>
            <p:spPr>
              <a:xfrm>
                <a:off x="1130040" y="1015065"/>
                <a:ext cx="411277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Receptor</a:t>
                </a:r>
                <a:endParaRPr lang="en-US" sz="595"/>
              </a:p>
            </p:txBody>
          </p:sp>
          <p:sp>
            <p:nvSpPr>
              <p:cNvPr id="1716" name="Text | embedding head"/>
              <p:cNvSpPr txBox="1"/>
              <p:nvPr/>
            </p:nvSpPr>
            <p:spPr>
              <a:xfrm>
                <a:off x="1130040" y="1120185"/>
                <a:ext cx="740123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embedding</a:t>
                </a:r>
                <a:endParaRPr lang="en-US" sz="595"/>
              </a:p>
            </p:txBody>
          </p:sp>
        </p:grpSp>
        <p:grpSp>
          <p:nvGrpSpPr>
            <p:cNvPr id="1717" name="b | Receptor atom cloud"/>
            <p:cNvGrpSpPr/>
            <p:nvPr/>
          </p:nvGrpSpPr>
          <p:grpSpPr>
            <a:xfrm>
              <a:off x="1160153" y="1252009"/>
              <a:ext cx="471009" cy="282712"/>
              <a:chOff x="1160153" y="1252009"/>
              <a:chExt cx="471009" cy="282712"/>
            </a:xfrm>
          </p:grpSpPr>
          <p:sp>
            <p:nvSpPr>
              <p:cNvPr id="1718" name="ellipse_1677"/>
              <p:cNvSpPr/>
              <p:nvPr/>
            </p:nvSpPr>
            <p:spPr>
              <a:xfrm>
                <a:off x="1422924" y="1267858"/>
                <a:ext cx="29050" cy="29050"/>
              </a:xfrm>
              <a:prstGeom prst="ellipse">
                <a:avLst/>
              </a:prstGeom>
              <a:gradFill flip="none" rotWithShape="1">
                <a:gsLst>
                  <a:gs pos="0">
                    <a:srgbClr val="F3F5F7"/>
                  </a:gs>
                  <a:gs pos="43000">
                    <a:srgbClr val="C7D0D8"/>
                  </a:gs>
                  <a:gs pos="100000">
                    <a:srgbClr val="9CAA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19" name="ellipse_1678"/>
              <p:cNvSpPr/>
              <p:nvPr/>
            </p:nvSpPr>
            <p:spPr>
              <a:xfrm>
                <a:off x="1291774" y="1348105"/>
                <a:ext cx="32482" cy="32482"/>
              </a:xfrm>
              <a:prstGeom prst="ellipse">
                <a:avLst/>
              </a:prstGeom>
              <a:gradFill flip="none" rotWithShape="1">
                <a:gsLst>
                  <a:gs pos="0">
                    <a:srgbClr val="F3F5F7"/>
                  </a:gs>
                  <a:gs pos="43000">
                    <a:srgbClr val="C7D0D8"/>
                  </a:gs>
                  <a:gs pos="100000">
                    <a:srgbClr val="9CAA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0" name="ellipse_1679"/>
              <p:cNvSpPr/>
              <p:nvPr/>
            </p:nvSpPr>
            <p:spPr>
              <a:xfrm>
                <a:off x="1302672" y="1376363"/>
                <a:ext cx="34253" cy="34253"/>
              </a:xfrm>
              <a:prstGeom prst="ellipse">
                <a:avLst/>
              </a:prstGeom>
              <a:gradFill flip="none" rotWithShape="1">
                <a:gsLst>
                  <a:gs pos="0">
                    <a:srgbClr val="F3F5F7"/>
                  </a:gs>
                  <a:gs pos="43000">
                    <a:srgbClr val="C8D0D8"/>
                  </a:gs>
                  <a:gs pos="100000">
                    <a:srgbClr val="9DAA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1" name="ellipse_1680"/>
              <p:cNvSpPr/>
              <p:nvPr/>
            </p:nvSpPr>
            <p:spPr>
              <a:xfrm>
                <a:off x="1194056" y="1429256"/>
                <a:ext cx="28078" cy="28078"/>
              </a:xfrm>
              <a:prstGeom prst="ellipse">
                <a:avLst/>
              </a:prstGeom>
              <a:gradFill flip="none" rotWithShape="1">
                <a:gsLst>
                  <a:gs pos="0">
                    <a:srgbClr val="F3F5F7"/>
                  </a:gs>
                  <a:gs pos="43000">
                    <a:srgbClr val="C8D0D8"/>
                  </a:gs>
                  <a:gs pos="100000">
                    <a:srgbClr val="9DAA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2" name="ellipse_1681"/>
              <p:cNvSpPr/>
              <p:nvPr/>
            </p:nvSpPr>
            <p:spPr>
              <a:xfrm>
                <a:off x="1555499" y="1419353"/>
                <a:ext cx="34398" cy="34398"/>
              </a:xfrm>
              <a:prstGeom prst="ellipse">
                <a:avLst/>
              </a:prstGeom>
              <a:gradFill flip="none" rotWithShape="1">
                <a:gsLst>
                  <a:gs pos="0">
                    <a:srgbClr val="F3F5F7"/>
                  </a:gs>
                  <a:gs pos="43000">
                    <a:srgbClr val="C8D0D8"/>
                  </a:gs>
                  <a:gs pos="100000">
                    <a:srgbClr val="9DAA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3" name="ellipse_1682"/>
              <p:cNvSpPr/>
              <p:nvPr/>
            </p:nvSpPr>
            <p:spPr>
              <a:xfrm>
                <a:off x="1355168" y="1395799"/>
                <a:ext cx="29913" cy="29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3F5F7"/>
                  </a:gs>
                  <a:gs pos="43000">
                    <a:srgbClr val="C8D0D8"/>
                  </a:gs>
                  <a:gs pos="100000">
                    <a:srgbClr val="9DAA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4" name="ellipse_1683"/>
              <p:cNvSpPr/>
              <p:nvPr/>
            </p:nvSpPr>
            <p:spPr>
              <a:xfrm>
                <a:off x="1226492" y="1331714"/>
                <a:ext cx="36247" cy="3624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5F7"/>
                  </a:gs>
                  <a:gs pos="43000">
                    <a:srgbClr val="C8D1D9"/>
                  </a:gs>
                  <a:gs pos="100000">
                    <a:srgbClr val="9EAB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5" name="ellipse_1684"/>
              <p:cNvSpPr/>
              <p:nvPr/>
            </p:nvSpPr>
            <p:spPr>
              <a:xfrm>
                <a:off x="1466709" y="1330941"/>
                <a:ext cx="31561" cy="3156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5F7"/>
                  </a:gs>
                  <a:gs pos="43000">
                    <a:srgbClr val="C8D1D9"/>
                  </a:gs>
                  <a:gs pos="100000">
                    <a:srgbClr val="9EAB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6" name="ellipse_1685"/>
              <p:cNvSpPr/>
              <p:nvPr/>
            </p:nvSpPr>
            <p:spPr>
              <a:xfrm>
                <a:off x="1295730" y="1370867"/>
                <a:ext cx="37542" cy="3754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5F7"/>
                  </a:gs>
                  <a:gs pos="43000">
                    <a:srgbClr val="C8D1D9"/>
                  </a:gs>
                  <a:gs pos="100000">
                    <a:srgbClr val="9EAB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7" name="ellipse_1686"/>
              <p:cNvSpPr/>
              <p:nvPr/>
            </p:nvSpPr>
            <p:spPr>
              <a:xfrm>
                <a:off x="1555727" y="1254178"/>
                <a:ext cx="25713" cy="2571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5F7"/>
                  </a:gs>
                  <a:gs pos="43000">
                    <a:srgbClr val="C8D1D9"/>
                  </a:gs>
                  <a:gs pos="100000">
                    <a:srgbClr val="9EAB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8" name="ellipse_1687"/>
              <p:cNvSpPr/>
              <p:nvPr/>
            </p:nvSpPr>
            <p:spPr>
              <a:xfrm>
                <a:off x="1394836" y="1452620"/>
                <a:ext cx="26865" cy="26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5F7"/>
                  </a:gs>
                  <a:gs pos="43000">
                    <a:srgbClr val="C8D1D9"/>
                  </a:gs>
                  <a:gs pos="100000">
                    <a:srgbClr val="9EAB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29" name="ellipse_1688"/>
              <p:cNvSpPr/>
              <p:nvPr/>
            </p:nvSpPr>
            <p:spPr>
              <a:xfrm>
                <a:off x="1399027" y="1452782"/>
                <a:ext cx="27112" cy="2711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5F7"/>
                  </a:gs>
                  <a:gs pos="43000">
                    <a:srgbClr val="C8D1D9"/>
                  </a:gs>
                  <a:gs pos="100000">
                    <a:srgbClr val="9EAB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0" name="ellipse_1689"/>
              <p:cNvSpPr/>
              <p:nvPr/>
            </p:nvSpPr>
            <p:spPr>
              <a:xfrm>
                <a:off x="1210983" y="1369606"/>
                <a:ext cx="22765" cy="2276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9D2D9"/>
                  </a:gs>
                  <a:gs pos="100000">
                    <a:srgbClr val="9FAC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1" name="ellipse_1690"/>
              <p:cNvSpPr/>
              <p:nvPr/>
            </p:nvSpPr>
            <p:spPr>
              <a:xfrm>
                <a:off x="1350535" y="1417525"/>
                <a:ext cx="34940" cy="3494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9D2DA"/>
                  </a:gs>
                  <a:gs pos="100000">
                    <a:srgbClr val="9FAC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2" name="ellipse_1691"/>
              <p:cNvSpPr/>
              <p:nvPr/>
            </p:nvSpPr>
            <p:spPr>
              <a:xfrm>
                <a:off x="1296056" y="1356643"/>
                <a:ext cx="25200" cy="2520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9D2DA"/>
                  </a:gs>
                  <a:gs pos="100000">
                    <a:srgbClr val="9FAC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3" name="ellipse_1692"/>
              <p:cNvSpPr/>
              <p:nvPr/>
            </p:nvSpPr>
            <p:spPr>
              <a:xfrm>
                <a:off x="1305717" y="1366716"/>
                <a:ext cx="22394" cy="223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AD2DA"/>
                  </a:gs>
                  <a:gs pos="100000">
                    <a:srgbClr val="A0AC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4" name="ellipse_1693"/>
              <p:cNvSpPr/>
              <p:nvPr/>
            </p:nvSpPr>
            <p:spPr>
              <a:xfrm>
                <a:off x="1450235" y="1350208"/>
                <a:ext cx="31289" cy="3128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AD2DA"/>
                  </a:gs>
                  <a:gs pos="100000">
                    <a:srgbClr val="A0AD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5" name="ellipse_1694"/>
              <p:cNvSpPr/>
              <p:nvPr/>
            </p:nvSpPr>
            <p:spPr>
              <a:xfrm>
                <a:off x="1467636" y="1296513"/>
                <a:ext cx="38173" cy="3817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AD2DA"/>
                  </a:gs>
                  <a:gs pos="100000">
                    <a:srgbClr val="A0AD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6" name="ellipse_1695"/>
              <p:cNvSpPr/>
              <p:nvPr/>
            </p:nvSpPr>
            <p:spPr>
              <a:xfrm>
                <a:off x="1288631" y="1326870"/>
                <a:ext cx="37535" cy="3753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AD2DA"/>
                  </a:gs>
                  <a:gs pos="100000">
                    <a:srgbClr val="A0AD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7" name="ellipse_1696"/>
              <p:cNvSpPr/>
              <p:nvPr/>
            </p:nvSpPr>
            <p:spPr>
              <a:xfrm>
                <a:off x="1311893" y="1330236"/>
                <a:ext cx="30959" cy="3095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7"/>
                  </a:gs>
                  <a:gs pos="43000">
                    <a:srgbClr val="CAD3DA"/>
                  </a:gs>
                  <a:gs pos="100000">
                    <a:srgbClr val="A0AE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8" name="ellipse_1697"/>
              <p:cNvSpPr/>
              <p:nvPr/>
            </p:nvSpPr>
            <p:spPr>
              <a:xfrm>
                <a:off x="1244995" y="1393199"/>
                <a:ext cx="36029" cy="3602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BD3DB"/>
                  </a:gs>
                  <a:gs pos="100000">
                    <a:srgbClr val="A1AEB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39" name="ellipse_1698"/>
              <p:cNvSpPr/>
              <p:nvPr/>
            </p:nvSpPr>
            <p:spPr>
              <a:xfrm>
                <a:off x="1160153" y="1324034"/>
                <a:ext cx="24397" cy="2439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BD4DB"/>
                  </a:gs>
                  <a:gs pos="100000">
                    <a:srgbClr val="A1AEB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0" name="ellipse_1699"/>
              <p:cNvSpPr/>
              <p:nvPr/>
            </p:nvSpPr>
            <p:spPr>
              <a:xfrm>
                <a:off x="1316578" y="1455059"/>
                <a:ext cx="24673" cy="2467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BD4DB"/>
                  </a:gs>
                  <a:gs pos="100000">
                    <a:srgbClr val="A1AEB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1" name="ellipse_1700"/>
              <p:cNvSpPr/>
              <p:nvPr/>
            </p:nvSpPr>
            <p:spPr>
              <a:xfrm>
                <a:off x="1291699" y="1480776"/>
                <a:ext cx="36503" cy="3650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4DB"/>
                  </a:gs>
                  <a:gs pos="100000">
                    <a:srgbClr val="A2AEB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2" name="ellipse_1701"/>
              <p:cNvSpPr/>
              <p:nvPr/>
            </p:nvSpPr>
            <p:spPr>
              <a:xfrm>
                <a:off x="1319272" y="1397044"/>
                <a:ext cx="26257" cy="2625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4DB"/>
                  </a:gs>
                  <a:gs pos="100000">
                    <a:srgbClr val="A2AEB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3" name="ellipse_1702"/>
              <p:cNvSpPr/>
              <p:nvPr/>
            </p:nvSpPr>
            <p:spPr>
              <a:xfrm>
                <a:off x="1521645" y="1311899"/>
                <a:ext cx="26740" cy="2674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4DC"/>
                  </a:gs>
                  <a:gs pos="100000">
                    <a:srgbClr val="A2AE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4" name="ellipse_1703"/>
              <p:cNvSpPr/>
              <p:nvPr/>
            </p:nvSpPr>
            <p:spPr>
              <a:xfrm>
                <a:off x="1443292" y="1441270"/>
                <a:ext cx="37079" cy="3707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5" name="ellipse_1704"/>
              <p:cNvSpPr/>
              <p:nvPr/>
            </p:nvSpPr>
            <p:spPr>
              <a:xfrm>
                <a:off x="1317013" y="1393239"/>
                <a:ext cx="24789" cy="2478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6" name="ellipse_1705"/>
              <p:cNvSpPr/>
              <p:nvPr/>
            </p:nvSpPr>
            <p:spPr>
              <a:xfrm>
                <a:off x="1531235" y="1373015"/>
                <a:ext cx="29312" cy="29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7" name="ellipse_1706"/>
              <p:cNvSpPr/>
              <p:nvPr/>
            </p:nvSpPr>
            <p:spPr>
              <a:xfrm>
                <a:off x="1249066" y="1368670"/>
                <a:ext cx="21131" cy="2113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8" name="ellipse_1707"/>
              <p:cNvSpPr/>
              <p:nvPr/>
            </p:nvSpPr>
            <p:spPr>
              <a:xfrm>
                <a:off x="1209752" y="1468831"/>
                <a:ext cx="23994" cy="2399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49" name="ellipse_1708"/>
              <p:cNvSpPr/>
              <p:nvPr/>
            </p:nvSpPr>
            <p:spPr>
              <a:xfrm>
                <a:off x="1473672" y="1302748"/>
                <a:ext cx="27073" cy="2707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0" name="ellipse_1709"/>
              <p:cNvSpPr/>
              <p:nvPr/>
            </p:nvSpPr>
            <p:spPr>
              <a:xfrm>
                <a:off x="1435773" y="1313676"/>
                <a:ext cx="22065" cy="2206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1" name="ellipse_1710"/>
              <p:cNvSpPr/>
              <p:nvPr/>
            </p:nvSpPr>
            <p:spPr>
              <a:xfrm>
                <a:off x="1295930" y="1313593"/>
                <a:ext cx="24726" cy="24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2" name="ellipse_1711"/>
              <p:cNvSpPr/>
              <p:nvPr/>
            </p:nvSpPr>
            <p:spPr>
              <a:xfrm>
                <a:off x="1326156" y="1412126"/>
                <a:ext cx="21951" cy="2195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3" name="ellipse_1712"/>
              <p:cNvSpPr/>
              <p:nvPr/>
            </p:nvSpPr>
            <p:spPr>
              <a:xfrm>
                <a:off x="1496133" y="1407301"/>
                <a:ext cx="32931" cy="3293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4" name="ellipse_1713"/>
              <p:cNvSpPr/>
              <p:nvPr/>
            </p:nvSpPr>
            <p:spPr>
              <a:xfrm>
                <a:off x="1497677" y="1423996"/>
                <a:ext cx="35043" cy="3504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5" name="ellipse_1714"/>
              <p:cNvSpPr/>
              <p:nvPr/>
            </p:nvSpPr>
            <p:spPr>
              <a:xfrm>
                <a:off x="1365675" y="1447703"/>
                <a:ext cx="26024" cy="2602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6" name="ellipse_1715"/>
              <p:cNvSpPr/>
              <p:nvPr/>
            </p:nvSpPr>
            <p:spPr>
              <a:xfrm>
                <a:off x="1553659" y="1325872"/>
                <a:ext cx="21257" cy="2125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F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7" name="ellipse_1716"/>
              <p:cNvSpPr/>
              <p:nvPr/>
            </p:nvSpPr>
            <p:spPr>
              <a:xfrm>
                <a:off x="1356158" y="1408027"/>
                <a:ext cx="28496" cy="2849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8" name="ellipse_1717"/>
              <p:cNvSpPr/>
              <p:nvPr/>
            </p:nvSpPr>
            <p:spPr>
              <a:xfrm>
                <a:off x="1497994" y="1410897"/>
                <a:ext cx="23135" cy="2313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59" name="ellipse_1718"/>
              <p:cNvSpPr/>
              <p:nvPr/>
            </p:nvSpPr>
            <p:spPr>
              <a:xfrm>
                <a:off x="1537524" y="1392581"/>
                <a:ext cx="30104" cy="3010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0" name="ellipse_1719"/>
              <p:cNvSpPr/>
              <p:nvPr/>
            </p:nvSpPr>
            <p:spPr>
              <a:xfrm>
                <a:off x="1402779" y="1309032"/>
                <a:ext cx="27962" cy="27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1" name="ellipse_1720"/>
              <p:cNvSpPr/>
              <p:nvPr/>
            </p:nvSpPr>
            <p:spPr>
              <a:xfrm>
                <a:off x="1505086" y="1287868"/>
                <a:ext cx="35918" cy="3591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2" name="ellipse_1721"/>
              <p:cNvSpPr/>
              <p:nvPr/>
            </p:nvSpPr>
            <p:spPr>
              <a:xfrm>
                <a:off x="1262716" y="1410431"/>
                <a:ext cx="27167" cy="2716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3" name="ellipse_1722"/>
              <p:cNvSpPr/>
              <p:nvPr/>
            </p:nvSpPr>
            <p:spPr>
              <a:xfrm>
                <a:off x="1514425" y="1366060"/>
                <a:ext cx="27186" cy="2718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4" name="ellipse_1723"/>
              <p:cNvSpPr/>
              <p:nvPr/>
            </p:nvSpPr>
            <p:spPr>
              <a:xfrm>
                <a:off x="1318939" y="1424176"/>
                <a:ext cx="35171" cy="3517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5" name="ellipse_1724"/>
              <p:cNvSpPr/>
              <p:nvPr/>
            </p:nvSpPr>
            <p:spPr>
              <a:xfrm>
                <a:off x="1299776" y="1420933"/>
                <a:ext cx="23566" cy="2356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6" name="ellipse_1725"/>
              <p:cNvSpPr/>
              <p:nvPr/>
            </p:nvSpPr>
            <p:spPr>
              <a:xfrm>
                <a:off x="1369392" y="1427331"/>
                <a:ext cx="32819" cy="3281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7" name="ellipse_1726"/>
              <p:cNvSpPr/>
              <p:nvPr/>
            </p:nvSpPr>
            <p:spPr>
              <a:xfrm>
                <a:off x="1433101" y="1417363"/>
                <a:ext cx="28918" cy="2891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8DF"/>
                  </a:gs>
                  <a:gs pos="100000">
                    <a:srgbClr val="A8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8" name="ellipse_1727"/>
              <p:cNvSpPr/>
              <p:nvPr/>
            </p:nvSpPr>
            <p:spPr>
              <a:xfrm>
                <a:off x="1416555" y="1467051"/>
                <a:ext cx="21325" cy="213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8DF"/>
                  </a:gs>
                  <a:gs pos="100000">
                    <a:srgbClr val="A8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69" name="ellipse_1728"/>
              <p:cNvSpPr/>
              <p:nvPr/>
            </p:nvSpPr>
            <p:spPr>
              <a:xfrm>
                <a:off x="1237540" y="1310083"/>
                <a:ext cx="28048" cy="2804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0" name="ellipse_1729"/>
              <p:cNvSpPr/>
              <p:nvPr/>
            </p:nvSpPr>
            <p:spPr>
              <a:xfrm>
                <a:off x="1482512" y="1307226"/>
                <a:ext cx="32531" cy="3253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1" name="ellipse_1730"/>
              <p:cNvSpPr/>
              <p:nvPr/>
            </p:nvSpPr>
            <p:spPr>
              <a:xfrm>
                <a:off x="1336505" y="1445861"/>
                <a:ext cx="24443" cy="2444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9E0"/>
                  </a:gs>
                  <a:gs pos="100000">
                    <a:srgbClr val="A9B4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2" name="ellipse_1731"/>
              <p:cNvSpPr/>
              <p:nvPr/>
            </p:nvSpPr>
            <p:spPr>
              <a:xfrm>
                <a:off x="1462424" y="1429324"/>
                <a:ext cx="25231" cy="25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9E0"/>
                  </a:gs>
                  <a:gs pos="100000">
                    <a:srgbClr val="A9B4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3" name="ellipse_1732"/>
              <p:cNvSpPr/>
              <p:nvPr/>
            </p:nvSpPr>
            <p:spPr>
              <a:xfrm>
                <a:off x="1398182" y="1252009"/>
                <a:ext cx="20833" cy="208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4" name="ellipse_1733"/>
              <p:cNvSpPr/>
              <p:nvPr/>
            </p:nvSpPr>
            <p:spPr>
              <a:xfrm>
                <a:off x="1382817" y="1324907"/>
                <a:ext cx="24866" cy="248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5" name="ellipse_1734"/>
              <p:cNvSpPr/>
              <p:nvPr/>
            </p:nvSpPr>
            <p:spPr>
              <a:xfrm>
                <a:off x="1460121" y="1310424"/>
                <a:ext cx="30078" cy="3007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BE1"/>
                  </a:gs>
                  <a:gs pos="100000">
                    <a:srgbClr val="ABB7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6" name="ellipse_1735"/>
              <p:cNvSpPr/>
              <p:nvPr/>
            </p:nvSpPr>
            <p:spPr>
              <a:xfrm>
                <a:off x="1335544" y="1328774"/>
                <a:ext cx="28754" cy="2875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BE1"/>
                  </a:gs>
                  <a:gs pos="100000">
                    <a:srgbClr val="ABB7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7" name="ellipse_1736"/>
              <p:cNvSpPr/>
              <p:nvPr/>
            </p:nvSpPr>
            <p:spPr>
              <a:xfrm>
                <a:off x="1292345" y="1439973"/>
                <a:ext cx="20349" cy="203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8" name="ellipse_1737"/>
              <p:cNvSpPr/>
              <p:nvPr/>
            </p:nvSpPr>
            <p:spPr>
              <a:xfrm>
                <a:off x="1435532" y="1498648"/>
                <a:ext cx="36072" cy="360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79" name="ellipse_1738"/>
              <p:cNvSpPr/>
              <p:nvPr/>
            </p:nvSpPr>
            <p:spPr>
              <a:xfrm>
                <a:off x="1383627" y="1408153"/>
                <a:ext cx="25505" cy="2550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0" name="ellipse_1739"/>
              <p:cNvSpPr/>
              <p:nvPr/>
            </p:nvSpPr>
            <p:spPr>
              <a:xfrm>
                <a:off x="1449739" y="1259538"/>
                <a:ext cx="23603" cy="2360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4"/>
                  </a:gs>
                  <a:gs pos="100000">
                    <a:srgbClr val="AEB9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1" name="ellipse_1740"/>
              <p:cNvSpPr/>
              <p:nvPr/>
            </p:nvSpPr>
            <p:spPr>
              <a:xfrm>
                <a:off x="1242737" y="1393813"/>
                <a:ext cx="30109" cy="3010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4"/>
                  </a:gs>
                  <a:gs pos="100000">
                    <a:srgbClr val="AEB9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2" name="ellipse_1741"/>
              <p:cNvSpPr/>
              <p:nvPr/>
            </p:nvSpPr>
            <p:spPr>
              <a:xfrm>
                <a:off x="1455214" y="1300749"/>
                <a:ext cx="33038" cy="3303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3" name="ellipse_1742"/>
              <p:cNvSpPr/>
              <p:nvPr/>
            </p:nvSpPr>
            <p:spPr>
              <a:xfrm>
                <a:off x="1391080" y="1470109"/>
                <a:ext cx="30740" cy="3074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4" name="ellipse_1743"/>
              <p:cNvSpPr/>
              <p:nvPr/>
            </p:nvSpPr>
            <p:spPr>
              <a:xfrm>
                <a:off x="1334826" y="1344901"/>
                <a:ext cx="21925" cy="21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5" name="ellipse_1744"/>
              <p:cNvSpPr/>
              <p:nvPr/>
            </p:nvSpPr>
            <p:spPr>
              <a:xfrm>
                <a:off x="1303081" y="1404259"/>
                <a:ext cx="20537" cy="205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6" name="ellipse_1745"/>
              <p:cNvSpPr/>
              <p:nvPr/>
            </p:nvSpPr>
            <p:spPr>
              <a:xfrm>
                <a:off x="1602067" y="1384681"/>
                <a:ext cx="29094" cy="29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7" name="ellipse_1746"/>
              <p:cNvSpPr/>
              <p:nvPr/>
            </p:nvSpPr>
            <p:spPr>
              <a:xfrm>
                <a:off x="1457447" y="1385918"/>
                <a:ext cx="21979" cy="2197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8DFE5"/>
                  </a:gs>
                  <a:gs pos="100000">
                    <a:srgbClr val="B0BB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8" name="ellipse_1747"/>
              <p:cNvSpPr/>
              <p:nvPr/>
            </p:nvSpPr>
            <p:spPr>
              <a:xfrm>
                <a:off x="1267390" y="1325348"/>
                <a:ext cx="29779" cy="2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8DFE5"/>
                  </a:gs>
                  <a:gs pos="100000">
                    <a:srgbClr val="B0BB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89" name="ellipse_1748"/>
              <p:cNvSpPr/>
              <p:nvPr/>
            </p:nvSpPr>
            <p:spPr>
              <a:xfrm>
                <a:off x="1282638" y="1418198"/>
                <a:ext cx="30397" cy="3039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8DFE5"/>
                  </a:gs>
                  <a:gs pos="100000">
                    <a:srgbClr val="B0BB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0" name="ellipse_1749"/>
              <p:cNvSpPr/>
              <p:nvPr/>
            </p:nvSpPr>
            <p:spPr>
              <a:xfrm>
                <a:off x="1493332" y="1383565"/>
                <a:ext cx="32086" cy="3208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8DFE5"/>
                  </a:gs>
                  <a:gs pos="100000">
                    <a:srgbClr val="B0BB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1" name="ellipse_1750"/>
              <p:cNvSpPr/>
              <p:nvPr/>
            </p:nvSpPr>
            <p:spPr>
              <a:xfrm>
                <a:off x="1426682" y="1390224"/>
                <a:ext cx="25836" cy="2583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8DFE5"/>
                  </a:gs>
                  <a:gs pos="100000">
                    <a:srgbClr val="B0BB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2" name="ellipse_1751"/>
              <p:cNvSpPr/>
              <p:nvPr/>
            </p:nvSpPr>
            <p:spPr>
              <a:xfrm>
                <a:off x="1496590" y="1379440"/>
                <a:ext cx="36773" cy="3677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8DFE5"/>
                  </a:gs>
                  <a:gs pos="100000">
                    <a:srgbClr val="B0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3" name="ellipse_1752"/>
              <p:cNvSpPr/>
              <p:nvPr/>
            </p:nvSpPr>
            <p:spPr>
              <a:xfrm>
                <a:off x="1389981" y="1387824"/>
                <a:ext cx="33068" cy="330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4" name="ellipse_1753"/>
              <p:cNvSpPr/>
              <p:nvPr/>
            </p:nvSpPr>
            <p:spPr>
              <a:xfrm>
                <a:off x="1301656" y="1376259"/>
                <a:ext cx="22292" cy="2229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5" name="ellipse_1754"/>
              <p:cNvSpPr/>
              <p:nvPr/>
            </p:nvSpPr>
            <p:spPr>
              <a:xfrm>
                <a:off x="1295429" y="1330762"/>
                <a:ext cx="22604" cy="226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6" name="ellipse_1755"/>
              <p:cNvSpPr/>
              <p:nvPr/>
            </p:nvSpPr>
            <p:spPr>
              <a:xfrm>
                <a:off x="1384510" y="1448332"/>
                <a:ext cx="20560" cy="2056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7" name="ellipse_1756"/>
              <p:cNvSpPr/>
              <p:nvPr/>
            </p:nvSpPr>
            <p:spPr>
              <a:xfrm>
                <a:off x="1517084" y="1444550"/>
                <a:ext cx="25708" cy="2570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8" name="ellipse_1757"/>
              <p:cNvSpPr/>
              <p:nvPr/>
            </p:nvSpPr>
            <p:spPr>
              <a:xfrm>
                <a:off x="1496109" y="1269797"/>
                <a:ext cx="23659" cy="236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7"/>
                  </a:gs>
                  <a:gs pos="100000">
                    <a:srgbClr val="B3BD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799" name="ellipse_1758"/>
              <p:cNvSpPr/>
              <p:nvPr/>
            </p:nvSpPr>
            <p:spPr>
              <a:xfrm>
                <a:off x="1553387" y="1412887"/>
                <a:ext cx="25965" cy="259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7"/>
                  </a:gs>
                  <a:gs pos="100000">
                    <a:srgbClr val="B3BD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0" name="ellipse_1759"/>
              <p:cNvSpPr/>
              <p:nvPr/>
            </p:nvSpPr>
            <p:spPr>
              <a:xfrm>
                <a:off x="1365135" y="1418317"/>
                <a:ext cx="34508" cy="3450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7"/>
                  </a:gs>
                  <a:gs pos="100000">
                    <a:srgbClr val="B3BD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1" name="ellipse_1760"/>
              <p:cNvSpPr/>
              <p:nvPr/>
            </p:nvSpPr>
            <p:spPr>
              <a:xfrm>
                <a:off x="1290693" y="1352355"/>
                <a:ext cx="32038" cy="3203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7"/>
                  </a:gs>
                  <a:gs pos="100000">
                    <a:srgbClr val="B3BD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2" name="ellipse_1761"/>
              <p:cNvSpPr/>
              <p:nvPr/>
            </p:nvSpPr>
            <p:spPr>
              <a:xfrm>
                <a:off x="1358180" y="1356383"/>
                <a:ext cx="36419" cy="36419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BE1E7"/>
                  </a:gs>
                  <a:gs pos="100000">
                    <a:srgbClr val="B4BE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3" name="ellipse_1762"/>
              <p:cNvSpPr/>
              <p:nvPr/>
            </p:nvSpPr>
            <p:spPr>
              <a:xfrm>
                <a:off x="1481185" y="1389006"/>
                <a:ext cx="20644" cy="20644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BE1E7"/>
                  </a:gs>
                  <a:gs pos="100000">
                    <a:srgbClr val="B4BE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4" name="ellipse_1763"/>
              <p:cNvSpPr/>
              <p:nvPr/>
            </p:nvSpPr>
            <p:spPr>
              <a:xfrm>
                <a:off x="1438306" y="1470376"/>
                <a:ext cx="21846" cy="21846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BE1E7"/>
                  </a:gs>
                  <a:gs pos="100000">
                    <a:srgbClr val="B4BE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5" name="ellipse_1764"/>
              <p:cNvSpPr/>
              <p:nvPr/>
            </p:nvSpPr>
            <p:spPr>
              <a:xfrm>
                <a:off x="1366934" y="1316805"/>
                <a:ext cx="23684" cy="23684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CE2E7"/>
                  </a:gs>
                  <a:gs pos="100000">
                    <a:srgbClr val="B4BF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6" name="ellipse_1765"/>
              <p:cNvSpPr/>
              <p:nvPr/>
            </p:nvSpPr>
            <p:spPr>
              <a:xfrm>
                <a:off x="1295676" y="1387980"/>
                <a:ext cx="22983" cy="22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CE2E8"/>
                  </a:gs>
                  <a:gs pos="100000">
                    <a:srgbClr val="B4BFC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7" name="ellipse_1766"/>
              <p:cNvSpPr/>
              <p:nvPr/>
            </p:nvSpPr>
            <p:spPr>
              <a:xfrm>
                <a:off x="1544804" y="1434864"/>
                <a:ext cx="35492" cy="35492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CE2E8"/>
                  </a:gs>
                  <a:gs pos="100000">
                    <a:srgbClr val="B4BFC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8" name="ellipse_1767"/>
              <p:cNvSpPr/>
              <p:nvPr/>
            </p:nvSpPr>
            <p:spPr>
              <a:xfrm>
                <a:off x="1539075" y="1405284"/>
                <a:ext cx="30218" cy="30218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CE2E8"/>
                  </a:gs>
                  <a:gs pos="100000">
                    <a:srgbClr val="B4BFC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09" name="ellipse_1768"/>
              <p:cNvSpPr/>
              <p:nvPr/>
            </p:nvSpPr>
            <p:spPr>
              <a:xfrm>
                <a:off x="1258200" y="1365457"/>
                <a:ext cx="29790" cy="29790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CE2E8"/>
                  </a:gs>
                  <a:gs pos="100000">
                    <a:srgbClr val="B5BFC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0" name="ellipse_1769"/>
              <p:cNvSpPr/>
              <p:nvPr/>
            </p:nvSpPr>
            <p:spPr>
              <a:xfrm>
                <a:off x="1259350" y="1367235"/>
                <a:ext cx="33058" cy="33058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DE3E9"/>
                  </a:gs>
                  <a:gs pos="100000">
                    <a:srgbClr val="B6C0C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1" name="ellipse_1770"/>
              <p:cNvSpPr/>
              <p:nvPr/>
            </p:nvSpPr>
            <p:spPr>
              <a:xfrm>
                <a:off x="1214275" y="1348916"/>
                <a:ext cx="36238" cy="36238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DE3E9"/>
                  </a:gs>
                  <a:gs pos="100000">
                    <a:srgbClr val="B6C0C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2" name="ellipse_1771"/>
              <p:cNvSpPr/>
              <p:nvPr/>
            </p:nvSpPr>
            <p:spPr>
              <a:xfrm>
                <a:off x="1450862" y="1425882"/>
                <a:ext cx="21652" cy="21652"/>
              </a:xfrm>
              <a:prstGeom prst="ellipse">
                <a:avLst/>
              </a:prstGeom>
              <a:gradFill flip="none" rotWithShape="1">
                <a:gsLst>
                  <a:gs pos="0">
                    <a:srgbClr val="F8F9FA"/>
                  </a:gs>
                  <a:gs pos="43000">
                    <a:srgbClr val="DDE4E9"/>
                  </a:gs>
                  <a:gs pos="100000">
                    <a:srgbClr val="B6C1C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13" name="b | Receptor embedding feature bar"/>
            <p:cNvGrpSpPr/>
            <p:nvPr/>
          </p:nvGrpSpPr>
          <p:grpSpPr>
            <a:xfrm>
              <a:off x="1258155" y="1540665"/>
              <a:ext cx="325215" cy="42705"/>
              <a:chOff x="1258155" y="1540665"/>
              <a:chExt cx="325215" cy="42705"/>
            </a:xfrm>
          </p:grpSpPr>
          <p:sp>
            <p:nvSpPr>
              <p:cNvPr id="1814" name="feature_1"/>
              <p:cNvSpPr/>
              <p:nvPr/>
            </p:nvSpPr>
            <p:spPr>
              <a:xfrm>
                <a:off x="1258155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5" name="feature_2"/>
              <p:cNvSpPr/>
              <p:nvPr/>
            </p:nvSpPr>
            <p:spPr>
              <a:xfrm>
                <a:off x="1305084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6" name="feature_3"/>
              <p:cNvSpPr/>
              <p:nvPr/>
            </p:nvSpPr>
            <p:spPr>
              <a:xfrm>
                <a:off x="1352012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7" name="feature_4"/>
              <p:cNvSpPr/>
              <p:nvPr/>
            </p:nvSpPr>
            <p:spPr>
              <a:xfrm>
                <a:off x="1398941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8" name="feature_5"/>
              <p:cNvSpPr/>
              <p:nvPr/>
            </p:nvSpPr>
            <p:spPr>
              <a:xfrm>
                <a:off x="1445869" y="1540665"/>
                <a:ext cx="43644" cy="42705"/>
              </a:xfrm>
              <a:prstGeom prst="rect">
                <a:avLst/>
              </a:prstGeom>
              <a:solidFill>
                <a:srgbClr val="C7BF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19" name="feature_6"/>
              <p:cNvSpPr/>
              <p:nvPr/>
            </p:nvSpPr>
            <p:spPr>
              <a:xfrm>
                <a:off x="1492798" y="1540665"/>
                <a:ext cx="43644" cy="42705"/>
              </a:xfrm>
              <a:prstGeom prst="rect">
                <a:avLst/>
              </a:prstGeom>
              <a:solidFill>
                <a:srgbClr val="AEBED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20" name="feature_7"/>
              <p:cNvSpPr/>
              <p:nvPr/>
            </p:nvSpPr>
            <p:spPr>
              <a:xfrm>
                <a:off x="1539726" y="1540665"/>
                <a:ext cx="43644" cy="42705"/>
              </a:xfrm>
              <a:prstGeom prst="rect">
                <a:avLst/>
              </a:prstGeom>
              <a:solidFill>
                <a:srgbClr val="B2A4C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21" name="Arrow | receptor_embedding → voxel_input_concat"/>
            <p:cNvGrpSpPr/>
            <p:nvPr/>
          </p:nvGrpSpPr>
          <p:grpSpPr>
            <a:xfrm>
              <a:off x="1645785" y="790486"/>
              <a:ext cx="200385" cy="589214"/>
              <a:chOff x="1645785" y="790486"/>
              <a:chExt cx="200385" cy="589214"/>
            </a:xfrm>
          </p:grpSpPr>
          <p:sp>
            <p:nvSpPr>
              <p:cNvPr id="1822" name="Arrow | receptor_embedding → voxel_input_concat | path"/>
              <p:cNvSpPr/>
              <p:nvPr/>
            </p:nvSpPr>
            <p:spPr>
              <a:xfrm>
                <a:off x="1645785" y="804825"/>
                <a:ext cx="200385" cy="574875"/>
              </a:xfrm>
              <a:custGeom>
                <a:avLst/>
                <a:gdLst/>
                <a:ahLst/>
                <a:cxnLst/>
                <a:rect l="0" t="0" r="w" b="h"/>
                <a:pathLst>
                  <a:path w="200385" h="574875" fill="none" extrusionOk="0">
                    <a:moveTo>
                      <a:pt x="0" y="574875"/>
                    </a:moveTo>
                    <a:lnTo>
                      <a:pt x="98550" y="574875"/>
                    </a:lnTo>
                    <a:lnTo>
                      <a:pt x="98550" y="0"/>
                    </a:lnTo>
                    <a:lnTo>
                      <a:pt x="200385" y="0"/>
                    </a:lnTo>
                  </a:path>
                </a:pathLst>
              </a:custGeom>
              <a:noFill/>
              <a:ln w="13970" cap="rnd" cmpd="sng" algn="ctr">
                <a:solidFill>
                  <a:srgbClr val="8B7BB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23" name="Arrow | receptor_embedding → voxel_input_concat | editable arrowhead"/>
              <p:cNvSpPr/>
              <p:nvPr/>
            </p:nvSpPr>
            <p:spPr>
              <a:xfrm>
                <a:off x="1812827" y="790486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7BB1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24" name="Text | Soft / scatter"/>
            <p:cNvGrpSpPr/>
            <p:nvPr/>
          </p:nvGrpSpPr>
          <p:grpSpPr>
            <a:xfrm>
              <a:off x="1634493" y="860670"/>
              <a:ext cx="278814" cy="184748"/>
              <a:chOff x="1634493" y="860670"/>
              <a:chExt cx="278814" cy="184748"/>
            </a:xfrm>
          </p:grpSpPr>
          <p:sp>
            <p:nvSpPr>
              <p:cNvPr id="1825" name="Text | Soft"/>
              <p:cNvSpPr txBox="1"/>
              <p:nvPr/>
            </p:nvSpPr>
            <p:spPr>
              <a:xfrm>
                <a:off x="1689456" y="860670"/>
                <a:ext cx="168889" cy="1026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9" b="0" i="0" baseline="0" dirty="0">
                    <a:solidFill>
                      <a:srgbClr val="8B7BB1"/>
                    </a:solidFill>
                    <a:latin typeface="Arial"/>
                    <a:ea typeface="Arial"/>
                    <a:cs typeface="Arial"/>
                  </a:rPr>
                  <a:t>Soft</a:t>
                </a:r>
                <a:endParaRPr lang="en-US" sz="569"/>
              </a:p>
            </p:txBody>
          </p:sp>
          <p:sp>
            <p:nvSpPr>
              <p:cNvPr id="1826" name="Text | scatter"/>
              <p:cNvSpPr txBox="1"/>
              <p:nvPr/>
            </p:nvSpPr>
            <p:spPr>
              <a:xfrm>
                <a:off x="1634493" y="942795"/>
                <a:ext cx="278814" cy="10262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69" b="0" i="0" baseline="0" dirty="0">
                    <a:solidFill>
                      <a:srgbClr val="8B7BB1"/>
                    </a:solidFill>
                    <a:latin typeface="Arial"/>
                    <a:ea typeface="Arial"/>
                    <a:cs typeface="Arial"/>
                  </a:rPr>
                  <a:t>scatter</a:t>
                </a:r>
                <a:endParaRPr lang="en-US" sz="569"/>
              </a:p>
            </p:txBody>
          </p:sp>
        </p:grpSp>
        <p:grpSp>
          <p:nvGrpSpPr>
            <p:cNvPr id="1827" name="Arrow | receptor_embedding → pt_real_input"/>
            <p:cNvGrpSpPr/>
            <p:nvPr/>
          </p:nvGrpSpPr>
          <p:grpSpPr>
            <a:xfrm>
              <a:off x="1645785" y="1458540"/>
              <a:ext cx="187245" cy="116174"/>
              <a:chOff x="1645785" y="1458540"/>
              <a:chExt cx="187245" cy="116174"/>
            </a:xfrm>
          </p:grpSpPr>
          <p:sp>
            <p:nvSpPr>
              <p:cNvPr id="1828" name="Arrow | receptor_embedding → pt_real_input | path"/>
              <p:cNvSpPr/>
              <p:nvPr/>
            </p:nvSpPr>
            <p:spPr>
              <a:xfrm>
                <a:off x="1645785" y="1458540"/>
                <a:ext cx="187245" cy="101835"/>
              </a:xfrm>
              <a:custGeom>
                <a:avLst/>
                <a:gdLst/>
                <a:ahLst/>
                <a:cxnLst/>
                <a:rect l="0" t="0" r="w" b="h"/>
                <a:pathLst>
                  <a:path w="187245" h="101835" fill="none" extrusionOk="0">
                    <a:moveTo>
                      <a:pt x="0" y="0"/>
                    </a:moveTo>
                    <a:lnTo>
                      <a:pt x="141255" y="0"/>
                    </a:lnTo>
                    <a:lnTo>
                      <a:pt x="141255" y="101835"/>
                    </a:lnTo>
                    <a:lnTo>
                      <a:pt x="187245" y="101835"/>
                    </a:lnTo>
                  </a:path>
                </a:pathLst>
              </a:custGeom>
              <a:noFill/>
              <a:ln w="13970" cap="rnd" cmpd="sng" algn="ctr">
                <a:solidFill>
                  <a:srgbClr val="8B7BB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29" name="Arrow | receptor_embedding → pt_real_input | editable arrowhead"/>
              <p:cNvSpPr/>
              <p:nvPr/>
            </p:nvSpPr>
            <p:spPr>
              <a:xfrm>
                <a:off x="1799687" y="1546036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7BB1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830" name="Text | Pseudo atoms"/>
            <p:cNvSpPr txBox="1"/>
            <p:nvPr/>
          </p:nvSpPr>
          <p:spPr>
            <a:xfrm>
              <a:off x="1130040" y="1675350"/>
              <a:ext cx="734290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Pseudo atoms</a:t>
              </a:r>
              <a:endParaRPr lang="en-US" sz="698"/>
            </a:p>
          </p:txBody>
        </p:sp>
        <p:grpSp>
          <p:nvGrpSpPr>
            <p:cNvPr id="1831" name="b | Pseudo atoms"/>
            <p:cNvGrpSpPr/>
            <p:nvPr/>
          </p:nvGrpSpPr>
          <p:grpSpPr>
            <a:xfrm>
              <a:off x="1224494" y="1827718"/>
              <a:ext cx="319272" cy="160003"/>
              <a:chOff x="1224494" y="1827718"/>
              <a:chExt cx="319272" cy="160003"/>
            </a:xfrm>
          </p:grpSpPr>
          <p:sp>
            <p:nvSpPr>
              <p:cNvPr id="1832" name="Pseudo atom | small solid diamond"/>
              <p:cNvSpPr/>
              <p:nvPr/>
            </p:nvSpPr>
            <p:spPr>
              <a:xfrm>
                <a:off x="1236562" y="186409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3" name="Pseudo atom | small solid diamond"/>
              <p:cNvSpPr/>
              <p:nvPr/>
            </p:nvSpPr>
            <p:spPr>
              <a:xfrm>
                <a:off x="1333316" y="197247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4" name="Pseudo atom | small solid diamond"/>
              <p:cNvSpPr/>
              <p:nvPr/>
            </p:nvSpPr>
            <p:spPr>
              <a:xfrm>
                <a:off x="1250143" y="195542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5" name="Pseudo atom | small solid diamond"/>
              <p:cNvSpPr/>
              <p:nvPr/>
            </p:nvSpPr>
            <p:spPr>
              <a:xfrm>
                <a:off x="1250392" y="1876265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6" name="Pseudo atom | small solid diamond"/>
              <p:cNvSpPr/>
              <p:nvPr/>
            </p:nvSpPr>
            <p:spPr>
              <a:xfrm>
                <a:off x="1426226" y="1918726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7" name="Pseudo atom | small solid diamond"/>
              <p:cNvSpPr/>
              <p:nvPr/>
            </p:nvSpPr>
            <p:spPr>
              <a:xfrm>
                <a:off x="1520933" y="188745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8" name="Pseudo atom | small solid diamond"/>
              <p:cNvSpPr/>
              <p:nvPr/>
            </p:nvSpPr>
            <p:spPr>
              <a:xfrm>
                <a:off x="1515708" y="1966011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39" name="Pseudo atom | small solid diamond"/>
              <p:cNvSpPr/>
              <p:nvPr/>
            </p:nvSpPr>
            <p:spPr>
              <a:xfrm>
                <a:off x="1439157" y="1827718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0" name="Pseudo atom | small solid diamond"/>
              <p:cNvSpPr/>
              <p:nvPr/>
            </p:nvSpPr>
            <p:spPr>
              <a:xfrm>
                <a:off x="1467112" y="1962049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1" name="Pseudo atom | small solid diamond"/>
              <p:cNvSpPr/>
              <p:nvPr/>
            </p:nvSpPr>
            <p:spPr>
              <a:xfrm>
                <a:off x="1373661" y="185480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2" name="Pseudo atom | small solid diamond"/>
              <p:cNvSpPr/>
              <p:nvPr/>
            </p:nvSpPr>
            <p:spPr>
              <a:xfrm>
                <a:off x="1256455" y="1953610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3" name="Pseudo atom | small solid diamond"/>
              <p:cNvSpPr/>
              <p:nvPr/>
            </p:nvSpPr>
            <p:spPr>
              <a:xfrm>
                <a:off x="1224494" y="1908007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4" name="Pseudo atom | small solid diamond"/>
              <p:cNvSpPr/>
              <p:nvPr/>
            </p:nvSpPr>
            <p:spPr>
              <a:xfrm>
                <a:off x="1264187" y="1870674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5" name="Pseudo atom | small solid diamond"/>
              <p:cNvSpPr/>
              <p:nvPr/>
            </p:nvSpPr>
            <p:spPr>
              <a:xfrm>
                <a:off x="1528524" y="1866916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6" name="Pseudo atom | small solid diamond"/>
              <p:cNvSpPr/>
              <p:nvPr/>
            </p:nvSpPr>
            <p:spPr>
              <a:xfrm>
                <a:off x="1428203" y="1941720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47" name="Pseudo atom | small solid diamond"/>
              <p:cNvSpPr/>
              <p:nvPr/>
            </p:nvSpPr>
            <p:spPr>
              <a:xfrm>
                <a:off x="1293160" y="1847091"/>
                <a:ext cx="15242" cy="15242"/>
              </a:xfrm>
              <a:custGeom>
                <a:avLst/>
                <a:gdLst/>
                <a:ahLst/>
                <a:cxnLst/>
                <a:rect l="0" t="0" r="w" b="h"/>
                <a:pathLst>
                  <a:path w="15242" h="15242" extrusionOk="0">
                    <a:moveTo>
                      <a:pt x="7621" y="0"/>
                    </a:moveTo>
                    <a:lnTo>
                      <a:pt x="15242" y="7621"/>
                    </a:lnTo>
                    <a:lnTo>
                      <a:pt x="7621" y="15242"/>
                    </a:lnTo>
                    <a:lnTo>
                      <a:pt x="0" y="7621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848" name="Text | Binding-area sampling"/>
            <p:cNvSpPr txBox="1"/>
            <p:nvPr/>
          </p:nvSpPr>
          <p:spPr>
            <a:xfrm>
              <a:off x="1133325" y="2007135"/>
              <a:ext cx="839677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Pseudo-atom sampling</a:t>
              </a:r>
              <a:endParaRPr lang="en-US" sz="569"/>
            </a:p>
          </p:txBody>
        </p:sp>
        <p:grpSp>
          <p:nvGrpSpPr>
            <p:cNvPr id="1849" name="Arrow | pseudo_input → pt_pseudo_input"/>
            <p:cNvGrpSpPr/>
            <p:nvPr/>
          </p:nvGrpSpPr>
          <p:grpSpPr>
            <a:xfrm>
              <a:off x="1642500" y="1601881"/>
              <a:ext cx="190530" cy="319844"/>
              <a:chOff x="1642500" y="1601881"/>
              <a:chExt cx="190530" cy="319844"/>
            </a:xfrm>
          </p:grpSpPr>
          <p:sp>
            <p:nvSpPr>
              <p:cNvPr id="1850" name="Arrow | pseudo_input → pt_pseudo_input | path"/>
              <p:cNvSpPr/>
              <p:nvPr/>
            </p:nvSpPr>
            <p:spPr>
              <a:xfrm>
                <a:off x="1642500" y="1616220"/>
                <a:ext cx="190530" cy="305505"/>
              </a:xfrm>
              <a:custGeom>
                <a:avLst/>
                <a:gdLst/>
                <a:ahLst/>
                <a:cxnLst/>
                <a:rect l="0" t="0" r="w" b="h"/>
                <a:pathLst>
                  <a:path w="190530" h="305505" fill="none" extrusionOk="0">
                    <a:moveTo>
                      <a:pt x="0" y="305505"/>
                    </a:moveTo>
                    <a:lnTo>
                      <a:pt x="164250" y="305505"/>
                    </a:lnTo>
                    <a:lnTo>
                      <a:pt x="164250" y="0"/>
                    </a:lnTo>
                    <a:lnTo>
                      <a:pt x="190530" y="0"/>
                    </a:lnTo>
                  </a:path>
                </a:pathLst>
              </a:custGeom>
              <a:noFill/>
              <a:ln w="13970" cap="rnd" cmpd="sng" algn="ctr">
                <a:solidFill>
                  <a:srgbClr val="DC8619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51" name="Arrow | pseudo_input → pt_pseudo_input | editable arrowhead"/>
              <p:cNvSpPr/>
              <p:nvPr/>
            </p:nvSpPr>
            <p:spPr>
              <a:xfrm>
                <a:off x="1799687" y="1601881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C8619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852" name="b | 3D voxel U-Net title"/>
            <p:cNvSpPr txBox="1"/>
            <p:nvPr/>
          </p:nvSpPr>
          <p:spPr>
            <a:xfrm>
              <a:off x="2341024" y="229950"/>
              <a:ext cx="895882" cy="14460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2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3D voxel U-Net</a:t>
              </a:r>
              <a:endParaRPr lang="en-US" sz="802"/>
            </a:p>
          </p:txBody>
        </p:sp>
        <p:grpSp>
          <p:nvGrpSpPr>
            <p:cNvPr id="1853" name="b | U-Net encoder block 1"/>
            <p:cNvGrpSpPr/>
            <p:nvPr/>
          </p:nvGrpSpPr>
          <p:grpSpPr>
            <a:xfrm>
              <a:off x="1865880" y="579960"/>
              <a:ext cx="233280" cy="348120"/>
              <a:chOff x="1865880" y="579960"/>
              <a:chExt cx="233280" cy="348120"/>
            </a:xfrm>
          </p:grpSpPr>
          <p:sp>
            <p:nvSpPr>
              <p:cNvPr id="5625" name="asset_1853_0">
                <a:extLst>
                  <a:ext uri="{FF2B5EF4-FFF2-40B4-BE49-F238E27FC236}">
                    <ns2:creationId id="{EEDAD8F9-8B1D-4DC5-AA3D-22EC581C1CD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65880" y="579960"/>
                <a:ext cx="233280" cy="43200"/>
              </a:xfrm>
              <a:custGeom>
                <a:pathLst>
                  <a:path w="233280" h="43200">
                    <a:moveTo>
                      <a:pt x="0" y="43200"/>
                    </a:moveTo>
                    <a:lnTo>
                      <a:pt x="51322" y="0"/>
                    </a:lnTo>
                    <a:lnTo>
                      <a:pt x="233280" y="0"/>
                    </a:lnTo>
                    <a:lnTo>
                      <a:pt x="181958" y="432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86B0E3">
                      <a:alpha val="65000"/>
                    </a:srgbClr>
                  </a:gs>
                </a:gsLst>
                <a:lin ang="540000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26" name="asset_1853_1">
                <a:extLst>
                  <a:ext uri="{FF2B5EF4-FFF2-40B4-BE49-F238E27FC236}">
                    <ns2:creationId id="{52C6EE59-A91D-4579-9EA2-1057E749DC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047838" y="579960"/>
                <a:ext cx="51322" cy="348120"/>
              </a:xfrm>
              <a:custGeom>
                <a:pathLst>
                  <a:path w="51322" h="348120">
                    <a:moveTo>
                      <a:pt x="0" y="43200"/>
                    </a:moveTo>
                    <a:lnTo>
                      <a:pt x="51322" y="0"/>
                    </a:lnTo>
                    <a:lnTo>
                      <a:pt x="51322" y="304920"/>
                    </a:lnTo>
                    <a:lnTo>
                      <a:pt x="0" y="348120"/>
                    </a:lnTo>
                    <a:close/>
                  </a:path>
                </a:pathLst>
              </a:custGeom>
              <a:gradFill>
                <a:gsLst>
                  <a:gs pos="0">
                    <a:srgbClr val="86B0E3">
                      <a:alpha val="90000"/>
                    </a:srgbClr>
                  </a:gs>
                  <a:gs pos="100000">
                    <a:srgbClr val="86B0E3"/>
                  </a:gs>
                </a:gsLst>
                <a:lin ang="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27" name="asset_1853_2">
                <a:extLst>
                  <a:ext uri="{FF2B5EF4-FFF2-40B4-BE49-F238E27FC236}">
                    <ns2:creationId id="{65A57714-493B-438A-BC36-3CBADE34D23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865880" y="623160"/>
                <a:ext cx="181958" cy="304920"/>
              </a:xfrm>
              <a:prstGeom prst="rect">
                <a:avLst/>
              </a:prstGeom>
              <a:gradFill>
                <a:gsLst>
                  <a:gs pos="0">
                    <a:srgbClr val="F8FBFF"/>
                  </a:gs>
                  <a:gs pos="100000">
                    <a:srgbClr val="86B0E3">
                      <a:alpha val="83000"/>
                    </a:srgbClr>
                  </a:gs>
                </a:gsLst>
                <a:lin ang="0"/>
              </a:gradFill>
              <a:ln w="4320">
                <a:solidFill>
                  <a:srgbClr val="7899B8"/>
                </a:solidFill>
              </a:ln>
            </p:spPr>
          </p:sp>
          <p:sp>
            <p:nvSpPr>
              <p:cNvPr id="5628" name="asset_1853_3">
                <a:extLst>
                  <a:ext uri="{FF2B5EF4-FFF2-40B4-BE49-F238E27FC236}">
                    <ns2:creationId id="{16F2372C-C23F-42C3-9C37-93BABB5A73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26533" y="623160"/>
                <a:ext cx="4" cy="30492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  <p:sp>
            <p:nvSpPr>
              <p:cNvPr id="5629" name="asset_1853_4">
                <a:extLst>
                  <a:ext uri="{FF2B5EF4-FFF2-40B4-BE49-F238E27FC236}">
                    <ns2:creationId id="{9809AB7D-1FA0-4453-9C2E-3FE195FAFE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1987186" y="623160"/>
                <a:ext cx="4" cy="30492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</p:grpSp>
        <p:grpSp>
          <p:nvGrpSpPr>
            <p:cNvPr id="1859" name="b | U-Net encoder block 2"/>
            <p:cNvGrpSpPr/>
            <p:nvPr/>
          </p:nvGrpSpPr>
          <p:grpSpPr>
            <a:xfrm>
              <a:off x="2289600" y="622440"/>
              <a:ext cx="259560" cy="262800"/>
              <a:chOff x="2289600" y="622440"/>
              <a:chExt cx="259560" cy="262800"/>
            </a:xfrm>
          </p:grpSpPr>
          <p:sp>
            <p:nvSpPr>
              <p:cNvPr id="5630" name="asset_1859_0">
                <a:extLst>
                  <a:ext uri="{FF2B5EF4-FFF2-40B4-BE49-F238E27FC236}">
                    <ns2:creationId id="{D60737EB-DD02-4548-8C81-7E33BA1D67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89600" y="622440"/>
                <a:ext cx="259560" cy="43200"/>
              </a:xfrm>
              <a:custGeom>
                <a:pathLst>
                  <a:path w="259560" h="43200">
                    <a:moveTo>
                      <a:pt x="0" y="43200"/>
                    </a:moveTo>
                    <a:lnTo>
                      <a:pt x="54000" y="0"/>
                    </a:lnTo>
                    <a:lnTo>
                      <a:pt x="259560" y="0"/>
                    </a:lnTo>
                    <a:lnTo>
                      <a:pt x="205560" y="432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9CBCEA">
                      <a:alpha val="65000"/>
                    </a:srgbClr>
                  </a:gs>
                </a:gsLst>
                <a:lin ang="540000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31" name="asset_1859_1">
                <a:extLst>
                  <a:ext uri="{FF2B5EF4-FFF2-40B4-BE49-F238E27FC236}">
                    <ns2:creationId id="{780D8E30-18D6-4E62-B65E-4A85E1962B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95160" y="622440"/>
                <a:ext cx="54000" cy="262800"/>
              </a:xfrm>
              <a:custGeom>
                <a:pathLst>
                  <a:path w="54000" h="262800">
                    <a:moveTo>
                      <a:pt x="0" y="43200"/>
                    </a:moveTo>
                    <a:lnTo>
                      <a:pt x="54000" y="0"/>
                    </a:lnTo>
                    <a:lnTo>
                      <a:pt x="54000" y="219600"/>
                    </a:lnTo>
                    <a:lnTo>
                      <a:pt x="0" y="262800"/>
                    </a:lnTo>
                    <a:close/>
                  </a:path>
                </a:pathLst>
              </a:custGeom>
              <a:gradFill>
                <a:gsLst>
                  <a:gs pos="0">
                    <a:srgbClr val="9CBCEA">
                      <a:alpha val="90000"/>
                    </a:srgbClr>
                  </a:gs>
                  <a:gs pos="100000">
                    <a:srgbClr val="9CBCEA"/>
                  </a:gs>
                </a:gsLst>
                <a:lin ang="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32" name="asset_1859_2">
                <a:extLst>
                  <a:ext uri="{FF2B5EF4-FFF2-40B4-BE49-F238E27FC236}">
                    <ns2:creationId id="{D0FEEE1F-69FC-44F6-8341-E93A69F1602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89600" y="665640"/>
                <a:ext cx="205560" cy="219600"/>
              </a:xfrm>
              <a:prstGeom prst="rect">
                <a:avLst/>
              </a:prstGeom>
              <a:gradFill>
                <a:gsLst>
                  <a:gs pos="0">
                    <a:srgbClr val="F8FBFF"/>
                  </a:gs>
                  <a:gs pos="100000">
                    <a:srgbClr val="9CBCEA">
                      <a:alpha val="83000"/>
                    </a:srgbClr>
                  </a:gs>
                </a:gsLst>
                <a:lin ang="0"/>
              </a:gradFill>
              <a:ln w="4320">
                <a:solidFill>
                  <a:srgbClr val="7899B8"/>
                </a:solidFill>
              </a:ln>
            </p:spPr>
          </p:sp>
          <p:sp>
            <p:nvSpPr>
              <p:cNvPr id="5633" name="asset_1859_3">
                <a:extLst>
                  <a:ext uri="{FF2B5EF4-FFF2-40B4-BE49-F238E27FC236}">
                    <ns2:creationId id="{F474E262-7502-4CF3-8368-47AB2AB2817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58120" y="665640"/>
                <a:ext cx="4" cy="21960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  <p:sp>
            <p:nvSpPr>
              <p:cNvPr id="5634" name="asset_1859_4">
                <a:extLst>
                  <a:ext uri="{FF2B5EF4-FFF2-40B4-BE49-F238E27FC236}">
                    <ns2:creationId id="{B0FE4AAC-27EB-48C6-92DB-D3C7FF77356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426640" y="665640"/>
                <a:ext cx="4" cy="21960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</p:grpSp>
        <p:grpSp>
          <p:nvGrpSpPr>
            <p:cNvPr id="1865" name="b | U-Net bottleneck"/>
            <p:cNvGrpSpPr/>
            <p:nvPr/>
          </p:nvGrpSpPr>
          <p:grpSpPr>
            <a:xfrm>
              <a:off x="2677320" y="658800"/>
              <a:ext cx="295560" cy="190440"/>
              <a:chOff x="2677320" y="658800"/>
              <a:chExt cx="295560" cy="190440"/>
            </a:xfrm>
          </p:grpSpPr>
          <p:sp>
            <p:nvSpPr>
              <p:cNvPr id="5635" name="asset_1865_0">
                <a:extLst>
                  <a:ext uri="{FF2B5EF4-FFF2-40B4-BE49-F238E27FC236}">
                    <ns2:creationId id="{E426F5E2-B241-471D-9A3A-D6F23F106DD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77320" y="658800"/>
                <a:ext cx="295560" cy="43200"/>
              </a:xfrm>
              <a:custGeom>
                <a:pathLst>
                  <a:path w="295560" h="43200">
                    <a:moveTo>
                      <a:pt x="0" y="43200"/>
                    </a:moveTo>
                    <a:lnTo>
                      <a:pt x="54000" y="0"/>
                    </a:lnTo>
                    <a:lnTo>
                      <a:pt x="295560" y="0"/>
                    </a:lnTo>
                    <a:lnTo>
                      <a:pt x="241560" y="432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B6A3DD">
                      <a:alpha val="65000"/>
                    </a:srgbClr>
                  </a:gs>
                </a:gsLst>
                <a:lin ang="540000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36" name="asset_1865_1">
                <a:extLst>
                  <a:ext uri="{FF2B5EF4-FFF2-40B4-BE49-F238E27FC236}">
                    <ns2:creationId id="{DB71458B-EEE9-4B25-9EC9-932A34C57A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918880" y="658800"/>
                <a:ext cx="54000" cy="190440"/>
              </a:xfrm>
              <a:custGeom>
                <a:pathLst>
                  <a:path w="54000" h="190440">
                    <a:moveTo>
                      <a:pt x="0" y="43200"/>
                    </a:moveTo>
                    <a:lnTo>
                      <a:pt x="54000" y="0"/>
                    </a:lnTo>
                    <a:lnTo>
                      <a:pt x="54000" y="147240"/>
                    </a:lnTo>
                    <a:lnTo>
                      <a:pt x="0" y="190440"/>
                    </a:lnTo>
                    <a:close/>
                  </a:path>
                </a:pathLst>
              </a:custGeom>
              <a:gradFill>
                <a:gsLst>
                  <a:gs pos="0">
                    <a:srgbClr val="B6A3DD">
                      <a:alpha val="90000"/>
                    </a:srgbClr>
                  </a:gs>
                  <a:gs pos="100000">
                    <a:srgbClr val="B6A3DD"/>
                  </a:gs>
                </a:gsLst>
                <a:lin ang="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37" name="asset_1865_2">
                <a:extLst>
                  <a:ext uri="{FF2B5EF4-FFF2-40B4-BE49-F238E27FC236}">
                    <ns2:creationId id="{F91A181B-C9C9-4D8B-AC31-D4B8CAB7F8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677320" y="702000"/>
                <a:ext cx="241560" cy="147240"/>
              </a:xfrm>
              <a:prstGeom prst="rect">
                <a:avLst/>
              </a:prstGeom>
              <a:gradFill>
                <a:gsLst>
                  <a:gs pos="0">
                    <a:srgbClr val="F8FBFF"/>
                  </a:gs>
                  <a:gs pos="100000">
                    <a:srgbClr val="B6A3DD">
                      <a:alpha val="83000"/>
                    </a:srgbClr>
                  </a:gs>
                </a:gsLst>
                <a:lin ang="0"/>
              </a:gradFill>
              <a:ln w="4320">
                <a:solidFill>
                  <a:srgbClr val="7899B8"/>
                </a:solidFill>
              </a:ln>
            </p:spPr>
          </p:sp>
          <p:sp>
            <p:nvSpPr>
              <p:cNvPr id="5638" name="asset_1865_3">
                <a:extLst>
                  <a:ext uri="{FF2B5EF4-FFF2-40B4-BE49-F238E27FC236}">
                    <ns2:creationId id="{11AACD49-41ED-4422-BA07-3BE78C48A3F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757840" y="702000"/>
                <a:ext cx="4" cy="14724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  <p:sp>
            <p:nvSpPr>
              <p:cNvPr id="5639" name="asset_1865_4">
                <a:extLst>
                  <a:ext uri="{FF2B5EF4-FFF2-40B4-BE49-F238E27FC236}">
                    <ns2:creationId id="{8782D83D-A0FB-4CC8-9864-B78B08D3406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838360" y="702000"/>
                <a:ext cx="4" cy="14724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</p:grpSp>
        <p:grpSp>
          <p:nvGrpSpPr>
            <p:cNvPr id="1871" name="b | U-Net decoder block 1"/>
            <p:cNvGrpSpPr/>
            <p:nvPr/>
          </p:nvGrpSpPr>
          <p:grpSpPr>
            <a:xfrm>
              <a:off x="3051720" y="622440"/>
              <a:ext cx="259560" cy="262800"/>
              <a:chOff x="3051720" y="622440"/>
              <a:chExt cx="259560" cy="262800"/>
            </a:xfrm>
          </p:grpSpPr>
          <p:sp>
            <p:nvSpPr>
              <p:cNvPr id="5640" name="asset_1871_0">
                <a:extLst>
                  <a:ext uri="{FF2B5EF4-FFF2-40B4-BE49-F238E27FC236}">
                    <ns2:creationId id="{AA1EFF0E-49AD-4DA6-8592-7B2480BB711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51720" y="622440"/>
                <a:ext cx="259560" cy="43200"/>
              </a:xfrm>
              <a:custGeom>
                <a:pathLst>
                  <a:path w="259560" h="43200">
                    <a:moveTo>
                      <a:pt x="0" y="43200"/>
                    </a:moveTo>
                    <a:lnTo>
                      <a:pt x="54000" y="0"/>
                    </a:lnTo>
                    <a:lnTo>
                      <a:pt x="259560" y="0"/>
                    </a:lnTo>
                    <a:lnTo>
                      <a:pt x="205560" y="432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99C9BF">
                      <a:alpha val="65000"/>
                    </a:srgbClr>
                  </a:gs>
                </a:gsLst>
                <a:lin ang="540000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41" name="asset_1871_1">
                <a:extLst>
                  <a:ext uri="{FF2B5EF4-FFF2-40B4-BE49-F238E27FC236}">
                    <ns2:creationId id="{1EEBC393-514A-4CED-B724-28A70C085F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57280" y="622440"/>
                <a:ext cx="54000" cy="262800"/>
              </a:xfrm>
              <a:custGeom>
                <a:pathLst>
                  <a:path w="54000" h="262800">
                    <a:moveTo>
                      <a:pt x="0" y="43200"/>
                    </a:moveTo>
                    <a:lnTo>
                      <a:pt x="54000" y="0"/>
                    </a:lnTo>
                    <a:lnTo>
                      <a:pt x="54000" y="219600"/>
                    </a:lnTo>
                    <a:lnTo>
                      <a:pt x="0" y="262800"/>
                    </a:lnTo>
                    <a:close/>
                  </a:path>
                </a:pathLst>
              </a:custGeom>
              <a:gradFill>
                <a:gsLst>
                  <a:gs pos="0">
                    <a:srgbClr val="99C9BF">
                      <a:alpha val="90000"/>
                    </a:srgbClr>
                  </a:gs>
                  <a:gs pos="100000">
                    <a:srgbClr val="99C9BF"/>
                  </a:gs>
                </a:gsLst>
                <a:lin ang="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42" name="asset_1871_2">
                <a:extLst>
                  <a:ext uri="{FF2B5EF4-FFF2-40B4-BE49-F238E27FC236}">
                    <ns2:creationId id="{44A9AF8B-9E57-4AC7-AD19-A26406FE5BC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051720" y="665640"/>
                <a:ext cx="205560" cy="219600"/>
              </a:xfrm>
              <a:prstGeom prst="rect">
                <a:avLst/>
              </a:prstGeom>
              <a:gradFill>
                <a:gsLst>
                  <a:gs pos="0">
                    <a:srgbClr val="F8FBFF"/>
                  </a:gs>
                  <a:gs pos="100000">
                    <a:srgbClr val="99C9BF">
                      <a:alpha val="83000"/>
                    </a:srgbClr>
                  </a:gs>
                </a:gsLst>
                <a:lin ang="0"/>
              </a:gradFill>
              <a:ln w="4320">
                <a:solidFill>
                  <a:srgbClr val="7899B8"/>
                </a:solidFill>
              </a:ln>
            </p:spPr>
          </p:sp>
          <p:sp>
            <p:nvSpPr>
              <p:cNvPr id="5643" name="asset_1871_3">
                <a:extLst>
                  <a:ext uri="{FF2B5EF4-FFF2-40B4-BE49-F238E27FC236}">
                    <ns2:creationId id="{3E7EE69F-891F-4228-8D80-309E1D3EB2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20240" y="665640"/>
                <a:ext cx="4" cy="21960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  <p:sp>
            <p:nvSpPr>
              <p:cNvPr id="5644" name="asset_1871_4">
                <a:extLst>
                  <a:ext uri="{FF2B5EF4-FFF2-40B4-BE49-F238E27FC236}">
                    <ns2:creationId id="{A264DE88-DBBB-43B0-8A51-0EBDA7DA3A3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188760" y="665640"/>
                <a:ext cx="4" cy="21960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</p:grpSp>
        <p:grpSp>
          <p:nvGrpSpPr>
            <p:cNvPr id="1877" name="b | U-Net decoder block 2"/>
            <p:cNvGrpSpPr/>
            <p:nvPr/>
          </p:nvGrpSpPr>
          <p:grpSpPr>
            <a:xfrm>
              <a:off x="3449160" y="579960"/>
              <a:ext cx="233280" cy="348120"/>
              <a:chOff x="3449160" y="579960"/>
              <a:chExt cx="233280" cy="348120"/>
            </a:xfrm>
          </p:grpSpPr>
          <p:sp>
            <p:nvSpPr>
              <p:cNvPr id="5645" name="asset_1877_0">
                <a:extLst>
                  <a:ext uri="{FF2B5EF4-FFF2-40B4-BE49-F238E27FC236}">
                    <ns2:creationId id="{ED41E06F-B71A-4BC7-9761-ED3E9BCB2FC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49160" y="579960"/>
                <a:ext cx="233280" cy="43200"/>
              </a:xfrm>
              <a:custGeom>
                <a:pathLst>
                  <a:path w="233280" h="43200">
                    <a:moveTo>
                      <a:pt x="0" y="43200"/>
                    </a:moveTo>
                    <a:lnTo>
                      <a:pt x="51322" y="0"/>
                    </a:lnTo>
                    <a:lnTo>
                      <a:pt x="233280" y="0"/>
                    </a:lnTo>
                    <a:lnTo>
                      <a:pt x="181958" y="4320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00000">
                    <a:srgbClr val="8EC3B7">
                      <a:alpha val="65000"/>
                    </a:srgbClr>
                  </a:gs>
                </a:gsLst>
                <a:lin ang="540000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46" name="asset_1877_1">
                <a:extLst>
                  <a:ext uri="{FF2B5EF4-FFF2-40B4-BE49-F238E27FC236}">
                    <ns2:creationId id="{64EF39ED-9BF9-42C0-ADBD-46626C7CE6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631118" y="579960"/>
                <a:ext cx="51322" cy="348120"/>
              </a:xfrm>
              <a:custGeom>
                <a:pathLst>
                  <a:path w="51322" h="348120">
                    <a:moveTo>
                      <a:pt x="0" y="43200"/>
                    </a:moveTo>
                    <a:lnTo>
                      <a:pt x="51322" y="0"/>
                    </a:lnTo>
                    <a:lnTo>
                      <a:pt x="51322" y="304920"/>
                    </a:lnTo>
                    <a:lnTo>
                      <a:pt x="0" y="348120"/>
                    </a:lnTo>
                    <a:close/>
                  </a:path>
                </a:pathLst>
              </a:custGeom>
              <a:gradFill>
                <a:gsLst>
                  <a:gs pos="0">
                    <a:srgbClr val="8EC3B7">
                      <a:alpha val="90000"/>
                    </a:srgbClr>
                  </a:gs>
                  <a:gs pos="100000">
                    <a:srgbClr val="8EC3B7"/>
                  </a:gs>
                </a:gsLst>
                <a:lin ang="0"/>
              </a:gradFill>
              <a:ln w="3600">
                <a:solidFill>
                  <a:srgbClr val="7899B8"/>
                </a:solidFill>
              </a:ln>
            </p:spPr>
          </p:sp>
          <p:sp>
            <p:nvSpPr>
              <p:cNvPr id="5647" name="asset_1877_2">
                <a:extLst>
                  <a:ext uri="{FF2B5EF4-FFF2-40B4-BE49-F238E27FC236}">
                    <ns2:creationId id="{E8C7BBB2-21BA-4DB3-8935-81DF6EE6153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449160" y="623160"/>
                <a:ext cx="181958" cy="304920"/>
              </a:xfrm>
              <a:prstGeom prst="rect">
                <a:avLst/>
              </a:prstGeom>
              <a:gradFill>
                <a:gsLst>
                  <a:gs pos="0">
                    <a:srgbClr val="F8FBFF"/>
                  </a:gs>
                  <a:gs pos="100000">
                    <a:srgbClr val="8EC3B7">
                      <a:alpha val="83000"/>
                    </a:srgbClr>
                  </a:gs>
                </a:gsLst>
                <a:lin ang="0"/>
              </a:gradFill>
              <a:ln w="4320">
                <a:solidFill>
                  <a:srgbClr val="7899B8"/>
                </a:solidFill>
              </a:ln>
            </p:spPr>
          </p:sp>
          <p:sp>
            <p:nvSpPr>
              <p:cNvPr id="5648" name="asset_1877_3">
                <a:extLst>
                  <a:ext uri="{FF2B5EF4-FFF2-40B4-BE49-F238E27FC236}">
                    <ns2:creationId id="{F1510466-0EE0-4268-A187-8671B7226E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09813" y="623160"/>
                <a:ext cx="4" cy="30492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  <p:sp>
            <p:nvSpPr>
              <p:cNvPr id="5649" name="asset_1877_4">
                <a:extLst>
                  <a:ext uri="{FF2B5EF4-FFF2-40B4-BE49-F238E27FC236}">
                    <ns2:creationId id="{E22600EC-8DDB-485A-AE75-BD2C2A50C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570466" y="623160"/>
                <a:ext cx="4" cy="304920"/>
              </a:xfrm>
              <a:prstGeom prst="line">
                <a:avLst/>
              </a:prstGeom>
              <a:noFill/>
              <a:ln w="3960">
                <a:solidFill>
                  <a:srgbClr val="FFFFFF">
                    <a:alpha val="65000"/>
                  </a:srgbClr>
                </a:solidFill>
              </a:ln>
            </p:spPr>
          </p:sp>
        </p:grpSp>
        <p:grpSp>
          <p:nvGrpSpPr>
            <p:cNvPr id="1883" name="Arrow | voxel_0 → voxel_1"/>
            <p:cNvGrpSpPr/>
            <p:nvPr/>
          </p:nvGrpSpPr>
          <p:grpSpPr>
            <a:xfrm>
              <a:off x="2105685" y="764420"/>
              <a:ext cx="157680" cy="28251"/>
              <a:chOff x="2105685" y="764420"/>
              <a:chExt cx="157680" cy="28251"/>
            </a:xfrm>
          </p:grpSpPr>
          <p:cxnSp>
            <p:nvCxnSpPr>
              <p:cNvPr id="1884" name="Arrow | voxel_0 → voxel_1 | path"/>
              <p:cNvCxnSpPr/>
              <p:nvPr/>
            </p:nvCxnSpPr>
            <p:spPr>
              <a:xfrm>
                <a:off x="2105685" y="778545"/>
                <a:ext cx="157680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85" name="Arrow | voxel_0 → voxel_1 | editable arrowhead"/>
              <p:cNvSpPr/>
              <p:nvPr/>
            </p:nvSpPr>
            <p:spPr>
              <a:xfrm>
                <a:off x="2230515" y="76442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6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86" name="Arrow | voxel_1 → voxel_2"/>
            <p:cNvGrpSpPr/>
            <p:nvPr/>
          </p:nvGrpSpPr>
          <p:grpSpPr>
            <a:xfrm>
              <a:off x="2555730" y="764420"/>
              <a:ext cx="95265" cy="28251"/>
              <a:chOff x="2555730" y="764420"/>
              <a:chExt cx="95265" cy="28251"/>
            </a:xfrm>
          </p:grpSpPr>
          <p:cxnSp>
            <p:nvCxnSpPr>
              <p:cNvPr id="1887" name="Arrow | voxel_1 → voxel_2 | path"/>
              <p:cNvCxnSpPr/>
              <p:nvPr/>
            </p:nvCxnSpPr>
            <p:spPr>
              <a:xfrm>
                <a:off x="2555730" y="778545"/>
                <a:ext cx="95265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88" name="Arrow | voxel_1 → voxel_2 | editable arrowhead"/>
              <p:cNvSpPr/>
              <p:nvPr/>
            </p:nvSpPr>
            <p:spPr>
              <a:xfrm>
                <a:off x="2618145" y="76442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6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89" name="Arrow | voxel_2 → voxel_3"/>
            <p:cNvGrpSpPr/>
            <p:nvPr/>
          </p:nvGrpSpPr>
          <p:grpSpPr>
            <a:xfrm>
              <a:off x="2979495" y="764420"/>
              <a:ext cx="45990" cy="28251"/>
              <a:chOff x="2979495" y="764420"/>
              <a:chExt cx="45990" cy="28251"/>
            </a:xfrm>
          </p:grpSpPr>
          <p:cxnSp>
            <p:nvCxnSpPr>
              <p:cNvPr id="1890" name="Arrow | voxel_2 → voxel_3 | path"/>
              <p:cNvCxnSpPr/>
              <p:nvPr/>
            </p:nvCxnSpPr>
            <p:spPr>
              <a:xfrm>
                <a:off x="2979495" y="778545"/>
                <a:ext cx="45990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91" name="Arrow | voxel_2 → voxel_3 | editable arrowhead"/>
              <p:cNvSpPr/>
              <p:nvPr/>
            </p:nvSpPr>
            <p:spPr>
              <a:xfrm>
                <a:off x="2992635" y="76442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6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92" name="Arrow | voxel_3 → voxel_4"/>
            <p:cNvGrpSpPr/>
            <p:nvPr/>
          </p:nvGrpSpPr>
          <p:grpSpPr>
            <a:xfrm>
              <a:off x="3317850" y="764420"/>
              <a:ext cx="105120" cy="28251"/>
              <a:chOff x="3317850" y="764420"/>
              <a:chExt cx="105120" cy="28251"/>
            </a:xfrm>
          </p:grpSpPr>
          <p:cxnSp>
            <p:nvCxnSpPr>
              <p:cNvPr id="1893" name="Arrow | voxel_3 → voxel_4 | path"/>
              <p:cNvCxnSpPr/>
              <p:nvPr/>
            </p:nvCxnSpPr>
            <p:spPr>
              <a:xfrm>
                <a:off x="3317850" y="778545"/>
                <a:ext cx="105120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94" name="Arrow | voxel_3 → voxel_4 | editable arrowhead"/>
              <p:cNvSpPr/>
              <p:nvPr/>
            </p:nvSpPr>
            <p:spPr>
              <a:xfrm>
                <a:off x="3390120" y="76442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6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95" name="Arrow | voxel_0 → voxel_4"/>
            <p:cNvGrpSpPr/>
            <p:nvPr/>
          </p:nvGrpSpPr>
          <p:grpSpPr>
            <a:xfrm>
              <a:off x="1957860" y="430335"/>
              <a:ext cx="1596428" cy="139612"/>
              <a:chOff x="1957860" y="430335"/>
              <a:chExt cx="1596428" cy="139612"/>
            </a:xfrm>
          </p:grpSpPr>
          <p:sp>
            <p:nvSpPr>
              <p:cNvPr id="1896" name="Arrow | voxel_0 → voxel_4 | path"/>
              <p:cNvSpPr/>
              <p:nvPr/>
            </p:nvSpPr>
            <p:spPr>
              <a:xfrm>
                <a:off x="1957860" y="430335"/>
                <a:ext cx="1583370" cy="139612"/>
              </a:xfrm>
              <a:custGeom>
                <a:avLst/>
                <a:gdLst/>
                <a:ahLst/>
                <a:cxnLst/>
                <a:rect l="0" t="0" r="w" b="h"/>
                <a:pathLst>
                  <a:path w="1583370" h="139612" fill="none" extrusionOk="0">
                    <a:moveTo>
                      <a:pt x="0" y="139612"/>
                    </a:moveTo>
                    <a:lnTo>
                      <a:pt x="0" y="0"/>
                    </a:lnTo>
                    <a:lnTo>
                      <a:pt x="1583370" y="0"/>
                    </a:lnTo>
                    <a:lnTo>
                      <a:pt x="1583370" y="136328"/>
                    </a:lnTo>
                  </a:path>
                </a:pathLst>
              </a:custGeom>
              <a:noFill/>
              <a:ln w="13970" cap="rnd" cmpd="sng" algn="ctr">
                <a:solidFill>
                  <a:srgbClr val="89ACCA"/>
                </a:solidFill>
                <a:custDash>
                  <a:ds d="400000" sp="333333"/>
                </a:custDash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897" name="Arrow | voxel_0 → voxel_4 | editable arrowhead"/>
              <p:cNvSpPr/>
              <p:nvPr/>
            </p:nvSpPr>
            <p:spPr>
              <a:xfrm>
                <a:off x="3528172" y="536276"/>
                <a:ext cx="26116" cy="30386"/>
              </a:xfrm>
              <a:custGeom>
                <a:avLst/>
                <a:gdLst/>
                <a:ahLst/>
                <a:cxnLst/>
                <a:rect l="0" t="0" r="w" b="h"/>
                <a:pathLst>
                  <a:path w="26116" h="30386" stroke="0" extrusionOk="0">
                    <a:moveTo>
                      <a:pt x="13058" y="30386"/>
                    </a:moveTo>
                    <a:lnTo>
                      <a:pt x="0" y="0"/>
                    </a:lnTo>
                    <a:lnTo>
                      <a:pt x="26116" y="0"/>
                    </a:lnTo>
                    <a:close/>
                  </a:path>
                </a:pathLst>
              </a:custGeom>
              <a:solidFill>
                <a:srgbClr val="89ACCA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898" name="Arrow | voxel_1 → voxel_3"/>
            <p:cNvGrpSpPr/>
            <p:nvPr/>
          </p:nvGrpSpPr>
          <p:grpSpPr>
            <a:xfrm>
              <a:off x="2394765" y="486180"/>
              <a:ext cx="775178" cy="126472"/>
              <a:chOff x="2394765" y="486180"/>
              <a:chExt cx="775178" cy="126472"/>
            </a:xfrm>
          </p:grpSpPr>
          <p:sp>
            <p:nvSpPr>
              <p:cNvPr id="1899" name="Arrow | voxel_1 → voxel_3 | path"/>
              <p:cNvSpPr/>
              <p:nvPr/>
            </p:nvSpPr>
            <p:spPr>
              <a:xfrm>
                <a:off x="2394765" y="486180"/>
                <a:ext cx="762120" cy="126472"/>
              </a:xfrm>
              <a:custGeom>
                <a:avLst/>
                <a:gdLst/>
                <a:ahLst/>
                <a:cxnLst/>
                <a:rect l="0" t="0" r="w" b="h"/>
                <a:pathLst>
                  <a:path w="762120" h="126472" fill="none" extrusionOk="0">
                    <a:moveTo>
                      <a:pt x="0" y="126472"/>
                    </a:moveTo>
                    <a:lnTo>
                      <a:pt x="0" y="0"/>
                    </a:lnTo>
                    <a:lnTo>
                      <a:pt x="762120" y="0"/>
                    </a:lnTo>
                    <a:lnTo>
                      <a:pt x="762120" y="123188"/>
                    </a:lnTo>
                  </a:path>
                </a:pathLst>
              </a:custGeom>
              <a:noFill/>
              <a:ln w="13970" cap="rnd" cmpd="sng" algn="ctr">
                <a:solidFill>
                  <a:srgbClr val="89ACCA"/>
                </a:solidFill>
                <a:custDash>
                  <a:ds d="400000" sp="333333"/>
                </a:custDash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00" name="Arrow | voxel_1 → voxel_3 | editable arrowhead"/>
              <p:cNvSpPr/>
              <p:nvPr/>
            </p:nvSpPr>
            <p:spPr>
              <a:xfrm>
                <a:off x="3143827" y="578981"/>
                <a:ext cx="26116" cy="30386"/>
              </a:xfrm>
              <a:custGeom>
                <a:avLst/>
                <a:gdLst/>
                <a:ahLst/>
                <a:cxnLst/>
                <a:rect l="0" t="0" r="w" b="h"/>
                <a:pathLst>
                  <a:path w="26116" h="30386" stroke="0" extrusionOk="0">
                    <a:moveTo>
                      <a:pt x="13058" y="30386"/>
                    </a:moveTo>
                    <a:lnTo>
                      <a:pt x="0" y="0"/>
                    </a:lnTo>
                    <a:lnTo>
                      <a:pt x="26116" y="0"/>
                    </a:lnTo>
                    <a:close/>
                  </a:path>
                </a:pathLst>
              </a:custGeom>
              <a:solidFill>
                <a:srgbClr val="89ACCA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901" name="Text | Encoder"/>
            <p:cNvSpPr txBox="1"/>
            <p:nvPr/>
          </p:nvSpPr>
          <p:spPr>
            <a:xfrm>
              <a:off x="2104103" y="942795"/>
              <a:ext cx="364513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Encoder</a:t>
              </a:r>
              <a:endParaRPr lang="en-US" sz="647"/>
            </a:p>
          </p:txBody>
        </p:sp>
        <p:grpSp>
          <p:nvGrpSpPr>
            <p:cNvPr id="1902" name="Text | Self-attention / bottleneck"/>
            <p:cNvGrpSpPr/>
            <p:nvPr/>
          </p:nvGrpSpPr>
          <p:grpSpPr>
            <a:xfrm>
              <a:off x="2462400" y="929655"/>
              <a:ext cx="536261" cy="192698"/>
              <a:chOff x="2530690" y="929655"/>
              <a:chExt cx="536261" cy="192698"/>
            </a:xfrm>
          </p:grpSpPr>
          <p:sp>
            <p:nvSpPr>
              <p:cNvPr id="1903" name="Text | Self-attention"/>
              <p:cNvSpPr txBox="1"/>
              <p:nvPr/>
            </p:nvSpPr>
            <p:spPr>
              <a:xfrm>
                <a:off x="2530690" y="929655"/>
                <a:ext cx="536261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Self-attention</a:t>
                </a:r>
                <a:endParaRPr lang="en-US" sz="595"/>
              </a:p>
            </p:txBody>
          </p:sp>
          <p:sp>
            <p:nvSpPr>
              <p:cNvPr id="1904" name="Text | bottleneck"/>
              <p:cNvSpPr txBox="1"/>
              <p:nvPr/>
            </p:nvSpPr>
            <p:spPr>
              <a:xfrm>
                <a:off x="2585306" y="1015065"/>
                <a:ext cx="427028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bottleneck</a:t>
                </a:r>
                <a:endParaRPr lang="en-US" sz="595"/>
              </a:p>
            </p:txBody>
          </p:sp>
        </p:grpSp>
        <p:sp>
          <p:nvSpPr>
            <p:cNvPr id="1905" name="Text | Decoder"/>
            <p:cNvSpPr txBox="1"/>
            <p:nvPr/>
          </p:nvSpPr>
          <p:spPr>
            <a:xfrm>
              <a:off x="3094550" y="942795"/>
              <a:ext cx="374330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Decoder</a:t>
              </a:r>
              <a:endParaRPr lang="en-US" sz="647"/>
            </a:p>
          </p:txBody>
        </p:sp>
        <p:grpSp>
          <p:nvGrpSpPr>
            <p:cNvPr id="1906" name="Arrow | voxel_0 → pt_0"/>
            <p:cNvGrpSpPr/>
            <p:nvPr/>
          </p:nvGrpSpPr>
          <p:grpSpPr>
            <a:xfrm>
              <a:off x="1943307" y="960862"/>
              <a:ext cx="29105" cy="458258"/>
              <a:chOff x="1943307" y="960862"/>
              <a:chExt cx="29105" cy="458258"/>
            </a:xfrm>
          </p:grpSpPr>
          <p:cxnSp>
            <p:nvCxnSpPr>
              <p:cNvPr id="1907" name="Arrow | voxel_0 → pt_0 | path"/>
              <p:cNvCxnSpPr/>
              <p:nvPr/>
            </p:nvCxnSpPr>
            <p:spPr>
              <a:xfrm>
                <a:off x="1957860" y="960862"/>
                <a:ext cx="0" cy="458258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08" name="Arrow | voxel_0 → pt_0 | editable arrowhead"/>
              <p:cNvSpPr/>
              <p:nvPr/>
            </p:nvSpPr>
            <p:spPr>
              <a:xfrm>
                <a:off x="1943307" y="1385284"/>
                <a:ext cx="29105" cy="33836"/>
              </a:xfrm>
              <a:custGeom>
                <a:avLst/>
                <a:gdLst/>
                <a:ahLst/>
                <a:cxnLst/>
                <a:rect l="0" t="0" r="w" b="h"/>
                <a:pathLst>
                  <a:path w="29105" h="33836" stroke="0" extrusionOk="0">
                    <a:moveTo>
                      <a:pt x="14553" y="33836"/>
                    </a:moveTo>
                    <a:lnTo>
                      <a:pt x="0" y="0"/>
                    </a:lnTo>
                    <a:lnTo>
                      <a:pt x="29105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912" name="Arrow | voxel_4 → pt_4"/>
            <p:cNvGrpSpPr/>
            <p:nvPr/>
          </p:nvGrpSpPr>
          <p:grpSpPr>
            <a:xfrm>
              <a:off x="3526677" y="960862"/>
              <a:ext cx="29105" cy="458258"/>
              <a:chOff x="3526677" y="960862"/>
              <a:chExt cx="29105" cy="458258"/>
            </a:xfrm>
          </p:grpSpPr>
          <p:cxnSp>
            <p:nvCxnSpPr>
              <p:cNvPr id="1913" name="Arrow | voxel_4 → pt_4 | path"/>
              <p:cNvCxnSpPr/>
              <p:nvPr/>
            </p:nvCxnSpPr>
            <p:spPr>
              <a:xfrm>
                <a:off x="3541230" y="960862"/>
                <a:ext cx="0" cy="458258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14" name="Arrow | voxel_4 → pt_4 | editable arrowhead"/>
              <p:cNvSpPr/>
              <p:nvPr/>
            </p:nvSpPr>
            <p:spPr>
              <a:xfrm>
                <a:off x="3526677" y="1385284"/>
                <a:ext cx="29105" cy="33836"/>
              </a:xfrm>
              <a:custGeom>
                <a:avLst/>
                <a:gdLst/>
                <a:ahLst/>
                <a:cxnLst/>
                <a:rect l="0" t="0" r="w" b="h"/>
                <a:pathLst>
                  <a:path w="29105" h="33836" stroke="0" extrusionOk="0">
                    <a:moveTo>
                      <a:pt x="14553" y="33836"/>
                    </a:moveTo>
                    <a:lnTo>
                      <a:pt x="0" y="0"/>
                    </a:lnTo>
                    <a:lnTo>
                      <a:pt x="29105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1917" name="Text | Point Transformer V3"/>
            <p:cNvSpPr txBox="1"/>
            <p:nvPr/>
          </p:nvSpPr>
          <p:spPr>
            <a:xfrm>
              <a:off x="2131388" y="1704915"/>
              <a:ext cx="1216605" cy="13994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76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Point Transformer V3</a:t>
              </a:r>
              <a:endParaRPr lang="en-US" sz="776"/>
            </a:p>
          </p:txBody>
        </p:sp>
        <p:grpSp>
          <p:nvGrpSpPr>
            <p:cNvPr id="1918" name="b | PTV3 stage 1"/>
            <p:cNvGrpSpPr/>
            <p:nvPr/>
          </p:nvGrpSpPr>
          <p:grpSpPr>
            <a:xfrm>
              <a:off x="1837958" y="1438830"/>
              <a:ext cx="279225" cy="243090"/>
              <a:chOff x="1837958" y="1438830"/>
              <a:chExt cx="279225" cy="243090"/>
            </a:xfrm>
          </p:grpSpPr>
          <p:sp>
            <p:nvSpPr>
              <p:cNvPr id="1919" name="rect_1844"/>
              <p:cNvSpPr/>
              <p:nvPr/>
            </p:nvSpPr>
            <p:spPr>
              <a:xfrm>
                <a:off x="1837958" y="1438830"/>
                <a:ext cx="279225" cy="243090"/>
              </a:xfrm>
              <a:prstGeom prst="roundRect">
                <a:avLst>
                  <a:gd name="adj" fmla="val 6757"/>
                </a:avLst>
              </a:prstGeom>
              <a:solidFill>
                <a:srgbClr val="F8F5FC"/>
              </a:solidFill>
              <a:ln w="3942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0" name="ellipse_1845"/>
              <p:cNvSpPr/>
              <p:nvPr/>
            </p:nvSpPr>
            <p:spPr>
              <a:xfrm>
                <a:off x="1911179" y="154988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1" name="ellipse_1846"/>
              <p:cNvSpPr/>
              <p:nvPr/>
            </p:nvSpPr>
            <p:spPr>
              <a:xfrm>
                <a:off x="2016057" y="15691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2" name="ellipse_1847"/>
              <p:cNvSpPr/>
              <p:nvPr/>
            </p:nvSpPr>
            <p:spPr>
              <a:xfrm>
                <a:off x="1901005" y="146322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3" name="ellipse_1848"/>
              <p:cNvSpPr/>
              <p:nvPr/>
            </p:nvSpPr>
            <p:spPr>
              <a:xfrm>
                <a:off x="1966917" y="149122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4" name="ellipse_1849"/>
              <p:cNvSpPr/>
              <p:nvPr/>
            </p:nvSpPr>
            <p:spPr>
              <a:xfrm>
                <a:off x="1981202" y="14619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5" name="ellipse_1850"/>
              <p:cNvSpPr/>
              <p:nvPr/>
            </p:nvSpPr>
            <p:spPr>
              <a:xfrm>
                <a:off x="2025801" y="152278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6" name="ellipse_1851"/>
              <p:cNvSpPr/>
              <p:nvPr/>
            </p:nvSpPr>
            <p:spPr>
              <a:xfrm>
                <a:off x="1923657" y="157409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7" name="ellipse_1852"/>
              <p:cNvSpPr/>
              <p:nvPr/>
            </p:nvSpPr>
            <p:spPr>
              <a:xfrm>
                <a:off x="2046951" y="149268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8" name="ellipse_1853"/>
              <p:cNvSpPr/>
              <p:nvPr/>
            </p:nvSpPr>
            <p:spPr>
              <a:xfrm>
                <a:off x="1971403" y="162122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29" name="ellipse_1854"/>
              <p:cNvSpPr/>
              <p:nvPr/>
            </p:nvSpPr>
            <p:spPr>
              <a:xfrm>
                <a:off x="1916632" y="1483703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0" name="Pseudo atom | small solid diamond"/>
              <p:cNvSpPr/>
              <p:nvPr/>
            </p:nvSpPr>
            <p:spPr>
              <a:xfrm>
                <a:off x="1935302" y="1496547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1" name="Pseudo atom | small solid diamond"/>
              <p:cNvSpPr/>
              <p:nvPr/>
            </p:nvSpPr>
            <p:spPr>
              <a:xfrm>
                <a:off x="2008513" y="153438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2" name="Pseudo atom | small solid diamond"/>
              <p:cNvSpPr/>
              <p:nvPr/>
            </p:nvSpPr>
            <p:spPr>
              <a:xfrm>
                <a:off x="2067183" y="155715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3" name="Pseudo atom | small solid diamond"/>
              <p:cNvSpPr/>
              <p:nvPr/>
            </p:nvSpPr>
            <p:spPr>
              <a:xfrm>
                <a:off x="1931625" y="160262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4" name="Pseudo atom | small solid diamond"/>
              <p:cNvSpPr/>
              <p:nvPr/>
            </p:nvSpPr>
            <p:spPr>
              <a:xfrm>
                <a:off x="2063847" y="155248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935" name="b | PTV3 stage 2"/>
            <p:cNvGrpSpPr/>
            <p:nvPr/>
          </p:nvGrpSpPr>
          <p:grpSpPr>
            <a:xfrm>
              <a:off x="2276505" y="1465110"/>
              <a:ext cx="243090" cy="190530"/>
              <a:chOff x="2276505" y="1465110"/>
              <a:chExt cx="243090" cy="190530"/>
            </a:xfrm>
          </p:grpSpPr>
          <p:sp>
            <p:nvSpPr>
              <p:cNvPr id="1936" name="rect_1860"/>
              <p:cNvSpPr/>
              <p:nvPr/>
            </p:nvSpPr>
            <p:spPr>
              <a:xfrm>
                <a:off x="2276505" y="1465110"/>
                <a:ext cx="243090" cy="190530"/>
              </a:xfrm>
              <a:prstGeom prst="roundRect">
                <a:avLst>
                  <a:gd name="adj" fmla="val 8621"/>
                </a:avLst>
              </a:prstGeom>
              <a:solidFill>
                <a:srgbClr val="F8F5FC"/>
              </a:solidFill>
              <a:ln w="3942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7" name="ellipse_1861"/>
              <p:cNvSpPr/>
              <p:nvPr/>
            </p:nvSpPr>
            <p:spPr>
              <a:xfrm>
                <a:off x="2443383" y="147538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8" name="ellipse_1862"/>
              <p:cNvSpPr/>
              <p:nvPr/>
            </p:nvSpPr>
            <p:spPr>
              <a:xfrm>
                <a:off x="2334302" y="149054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39" name="ellipse_1863"/>
              <p:cNvSpPr/>
              <p:nvPr/>
            </p:nvSpPr>
            <p:spPr>
              <a:xfrm>
                <a:off x="2421391" y="151821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0" name="ellipse_1864"/>
              <p:cNvSpPr/>
              <p:nvPr/>
            </p:nvSpPr>
            <p:spPr>
              <a:xfrm>
                <a:off x="2395798" y="148175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1" name="ellipse_1865"/>
              <p:cNvSpPr/>
              <p:nvPr/>
            </p:nvSpPr>
            <p:spPr>
              <a:xfrm>
                <a:off x="2345071" y="160888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2" name="ellipse_1866"/>
              <p:cNvSpPr/>
              <p:nvPr/>
            </p:nvSpPr>
            <p:spPr>
              <a:xfrm>
                <a:off x="2455927" y="1523542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3" name="ellipse_1867"/>
              <p:cNvSpPr/>
              <p:nvPr/>
            </p:nvSpPr>
            <p:spPr>
              <a:xfrm>
                <a:off x="2415612" y="153827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4" name="ellipse_1868"/>
              <p:cNvSpPr/>
              <p:nvPr/>
            </p:nvSpPr>
            <p:spPr>
              <a:xfrm>
                <a:off x="2384162" y="155385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5" name="Pseudo atom | small solid diamond"/>
              <p:cNvSpPr/>
              <p:nvPr/>
            </p:nvSpPr>
            <p:spPr>
              <a:xfrm>
                <a:off x="2439478" y="155421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6" name="Pseudo atom | small solid diamond"/>
              <p:cNvSpPr/>
              <p:nvPr/>
            </p:nvSpPr>
            <p:spPr>
              <a:xfrm>
                <a:off x="2442231" y="150361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7" name="Pseudo atom | small solid diamond"/>
              <p:cNvSpPr/>
              <p:nvPr/>
            </p:nvSpPr>
            <p:spPr>
              <a:xfrm>
                <a:off x="2474917" y="149588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8" name="Pseudo atom | small solid diamond"/>
              <p:cNvSpPr/>
              <p:nvPr/>
            </p:nvSpPr>
            <p:spPr>
              <a:xfrm>
                <a:off x="2437751" y="155980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49" name="Pseudo atom | small solid diamond"/>
              <p:cNvSpPr/>
              <p:nvPr/>
            </p:nvSpPr>
            <p:spPr>
              <a:xfrm>
                <a:off x="2307921" y="1547479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950" name="b | PTV3 stage 3"/>
            <p:cNvGrpSpPr/>
            <p:nvPr/>
          </p:nvGrpSpPr>
          <p:grpSpPr>
            <a:xfrm>
              <a:off x="2703555" y="1491390"/>
              <a:ext cx="190530" cy="137970"/>
              <a:chOff x="2703555" y="1491390"/>
              <a:chExt cx="190530" cy="137970"/>
            </a:xfrm>
          </p:grpSpPr>
          <p:sp>
            <p:nvSpPr>
              <p:cNvPr id="1951" name="rect_1874"/>
              <p:cNvSpPr/>
              <p:nvPr/>
            </p:nvSpPr>
            <p:spPr>
              <a:xfrm>
                <a:off x="2703555" y="1491390"/>
                <a:ext cx="190530" cy="137970"/>
              </a:xfrm>
              <a:prstGeom prst="roundRect">
                <a:avLst>
                  <a:gd name="adj" fmla="val 11905"/>
                </a:avLst>
              </a:prstGeom>
              <a:solidFill>
                <a:srgbClr val="F8F5FC"/>
              </a:solidFill>
              <a:ln w="3942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2" name="ellipse_1875"/>
              <p:cNvSpPr/>
              <p:nvPr/>
            </p:nvSpPr>
            <p:spPr>
              <a:xfrm>
                <a:off x="2782342" y="152486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3" name="ellipse_1876"/>
              <p:cNvSpPr/>
              <p:nvPr/>
            </p:nvSpPr>
            <p:spPr>
              <a:xfrm>
                <a:off x="2750750" y="159446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4" name="ellipse_1877"/>
              <p:cNvSpPr/>
              <p:nvPr/>
            </p:nvSpPr>
            <p:spPr>
              <a:xfrm>
                <a:off x="2743887" y="149715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5" name="ellipse_1878"/>
              <p:cNvSpPr/>
              <p:nvPr/>
            </p:nvSpPr>
            <p:spPr>
              <a:xfrm>
                <a:off x="2833390" y="151132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6" name="ellipse_1879"/>
              <p:cNvSpPr/>
              <p:nvPr/>
            </p:nvSpPr>
            <p:spPr>
              <a:xfrm>
                <a:off x="2831792" y="156772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7" name="Pseudo atom | small solid diamond"/>
              <p:cNvSpPr/>
              <p:nvPr/>
            </p:nvSpPr>
            <p:spPr>
              <a:xfrm>
                <a:off x="2729018" y="150994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8" name="Pseudo atom | small solid diamond"/>
              <p:cNvSpPr/>
              <p:nvPr/>
            </p:nvSpPr>
            <p:spPr>
              <a:xfrm>
                <a:off x="2783132" y="157697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59" name="Pseudo atom | small solid diamond"/>
              <p:cNvSpPr/>
              <p:nvPr/>
            </p:nvSpPr>
            <p:spPr>
              <a:xfrm>
                <a:off x="2734347" y="151780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0" name="Pseudo atom | small solid diamond"/>
              <p:cNvSpPr/>
              <p:nvPr/>
            </p:nvSpPr>
            <p:spPr>
              <a:xfrm>
                <a:off x="2829372" y="153311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1" name="Pseudo atom | small solid diamond"/>
              <p:cNvSpPr/>
              <p:nvPr/>
            </p:nvSpPr>
            <p:spPr>
              <a:xfrm>
                <a:off x="2834265" y="151112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962" name="b | PTV3 stage 4"/>
            <p:cNvGrpSpPr/>
            <p:nvPr/>
          </p:nvGrpSpPr>
          <p:grpSpPr>
            <a:xfrm>
              <a:off x="3097755" y="1465110"/>
              <a:ext cx="243090" cy="190530"/>
              <a:chOff x="3097755" y="1465110"/>
              <a:chExt cx="243090" cy="190530"/>
            </a:xfrm>
          </p:grpSpPr>
          <p:sp>
            <p:nvSpPr>
              <p:cNvPr id="1963" name="rect_1885"/>
              <p:cNvSpPr/>
              <p:nvPr/>
            </p:nvSpPr>
            <p:spPr>
              <a:xfrm>
                <a:off x="3097755" y="1465110"/>
                <a:ext cx="243090" cy="190530"/>
              </a:xfrm>
              <a:prstGeom prst="roundRect">
                <a:avLst>
                  <a:gd name="adj" fmla="val 8621"/>
                </a:avLst>
              </a:prstGeom>
              <a:solidFill>
                <a:srgbClr val="F8F5FC"/>
              </a:solidFill>
              <a:ln w="3942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4" name="ellipse_1886"/>
              <p:cNvSpPr/>
              <p:nvPr/>
            </p:nvSpPr>
            <p:spPr>
              <a:xfrm>
                <a:off x="3274804" y="154785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5" name="ellipse_1887"/>
              <p:cNvSpPr/>
              <p:nvPr/>
            </p:nvSpPr>
            <p:spPr>
              <a:xfrm>
                <a:off x="3235593" y="1568791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6" name="ellipse_1888"/>
              <p:cNvSpPr/>
              <p:nvPr/>
            </p:nvSpPr>
            <p:spPr>
              <a:xfrm>
                <a:off x="3215524" y="154839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7" name="ellipse_1889"/>
              <p:cNvSpPr/>
              <p:nvPr/>
            </p:nvSpPr>
            <p:spPr>
              <a:xfrm>
                <a:off x="3114632" y="157995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8" name="ellipse_1890"/>
              <p:cNvSpPr/>
              <p:nvPr/>
            </p:nvSpPr>
            <p:spPr>
              <a:xfrm>
                <a:off x="3288227" y="158414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69" name="ellipse_1891"/>
              <p:cNvSpPr/>
              <p:nvPr/>
            </p:nvSpPr>
            <p:spPr>
              <a:xfrm>
                <a:off x="3206468" y="161007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0" name="ellipse_1892"/>
              <p:cNvSpPr/>
              <p:nvPr/>
            </p:nvSpPr>
            <p:spPr>
              <a:xfrm>
                <a:off x="3224851" y="161218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1" name="ellipse_1893"/>
              <p:cNvSpPr/>
              <p:nvPr/>
            </p:nvSpPr>
            <p:spPr>
              <a:xfrm>
                <a:off x="3255857" y="1477242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2" name="Pseudo atom | small solid diamond"/>
              <p:cNvSpPr/>
              <p:nvPr/>
            </p:nvSpPr>
            <p:spPr>
              <a:xfrm>
                <a:off x="3146237" y="160963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3" name="Pseudo atom | small solid diamond"/>
              <p:cNvSpPr/>
              <p:nvPr/>
            </p:nvSpPr>
            <p:spPr>
              <a:xfrm>
                <a:off x="3136719" y="150846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4" name="Pseudo atom | small solid diamond"/>
              <p:cNvSpPr/>
              <p:nvPr/>
            </p:nvSpPr>
            <p:spPr>
              <a:xfrm>
                <a:off x="3165587" y="1530618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5" name="Pseudo atom | small solid diamond"/>
              <p:cNvSpPr/>
              <p:nvPr/>
            </p:nvSpPr>
            <p:spPr>
              <a:xfrm>
                <a:off x="3190329" y="1543582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6" name="Pseudo atom | small solid diamond"/>
              <p:cNvSpPr/>
              <p:nvPr/>
            </p:nvSpPr>
            <p:spPr>
              <a:xfrm>
                <a:off x="3217164" y="1553121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977" name="b | PTV3 stage 5"/>
            <p:cNvGrpSpPr/>
            <p:nvPr/>
          </p:nvGrpSpPr>
          <p:grpSpPr>
            <a:xfrm>
              <a:off x="3473888" y="1438830"/>
              <a:ext cx="279225" cy="243090"/>
              <a:chOff x="3473888" y="1438830"/>
              <a:chExt cx="279225" cy="243090"/>
            </a:xfrm>
          </p:grpSpPr>
          <p:sp>
            <p:nvSpPr>
              <p:cNvPr id="1978" name="rect_1899"/>
              <p:cNvSpPr/>
              <p:nvPr/>
            </p:nvSpPr>
            <p:spPr>
              <a:xfrm>
                <a:off x="3473888" y="1438830"/>
                <a:ext cx="279225" cy="243090"/>
              </a:xfrm>
              <a:prstGeom prst="roundRect">
                <a:avLst>
                  <a:gd name="adj" fmla="val 6757"/>
                </a:avLst>
              </a:prstGeom>
              <a:solidFill>
                <a:srgbClr val="F8F5FC"/>
              </a:solidFill>
              <a:ln w="3942" cap="rnd" cmpd="sng" algn="ctr">
                <a:solidFill>
                  <a:srgbClr val="BEAED5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79" name="ellipse_1900"/>
              <p:cNvSpPr/>
              <p:nvPr/>
            </p:nvSpPr>
            <p:spPr>
              <a:xfrm>
                <a:off x="3538819" y="1482538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0" name="ellipse_1901"/>
              <p:cNvSpPr/>
              <p:nvPr/>
            </p:nvSpPr>
            <p:spPr>
              <a:xfrm>
                <a:off x="3631999" y="1578094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1" name="ellipse_1902"/>
              <p:cNvSpPr/>
              <p:nvPr/>
            </p:nvSpPr>
            <p:spPr>
              <a:xfrm>
                <a:off x="3687564" y="1590175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2" name="ellipse_1903"/>
              <p:cNvSpPr/>
              <p:nvPr/>
            </p:nvSpPr>
            <p:spPr>
              <a:xfrm>
                <a:off x="3686262" y="1625396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3" name="ellipse_1904"/>
              <p:cNvSpPr/>
              <p:nvPr/>
            </p:nvSpPr>
            <p:spPr>
              <a:xfrm>
                <a:off x="3673847" y="145725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4" name="ellipse_1905"/>
              <p:cNvSpPr/>
              <p:nvPr/>
            </p:nvSpPr>
            <p:spPr>
              <a:xfrm>
                <a:off x="3580150" y="160304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5" name="ellipse_1906"/>
              <p:cNvSpPr/>
              <p:nvPr/>
            </p:nvSpPr>
            <p:spPr>
              <a:xfrm>
                <a:off x="3499431" y="1479999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6" name="ellipse_1907"/>
              <p:cNvSpPr/>
              <p:nvPr/>
            </p:nvSpPr>
            <p:spPr>
              <a:xfrm>
                <a:off x="3698498" y="1633754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7" name="ellipse_1908"/>
              <p:cNvSpPr/>
              <p:nvPr/>
            </p:nvSpPr>
            <p:spPr>
              <a:xfrm>
                <a:off x="3664475" y="1606687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8" name="ellipse_1909"/>
              <p:cNvSpPr/>
              <p:nvPr/>
            </p:nvSpPr>
            <p:spPr>
              <a:xfrm>
                <a:off x="3577670" y="1575000"/>
                <a:ext cx="30879" cy="30879"/>
              </a:xfrm>
              <a:prstGeom prst="ellipse">
                <a:avLst/>
              </a:prstGeom>
              <a:gradFill flip="none" rotWithShape="1">
                <a:gsLst>
                  <a:gs pos="0">
                    <a:srgbClr val="F2F2F5"/>
                  </a:gs>
                  <a:gs pos="43000">
                    <a:srgbClr val="C0C1CF"/>
                  </a:gs>
                  <a:gs pos="100000">
                    <a:srgbClr val="9599A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89" name="Pseudo atom | small solid diamond"/>
              <p:cNvSpPr/>
              <p:nvPr/>
            </p:nvSpPr>
            <p:spPr>
              <a:xfrm>
                <a:off x="3676217" y="1640920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90" name="Pseudo atom | small solid diamond"/>
              <p:cNvSpPr/>
              <p:nvPr/>
            </p:nvSpPr>
            <p:spPr>
              <a:xfrm>
                <a:off x="3541475" y="1523814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91" name="Pseudo atom | small solid diamond"/>
              <p:cNvSpPr/>
              <p:nvPr/>
            </p:nvSpPr>
            <p:spPr>
              <a:xfrm>
                <a:off x="3589439" y="1492083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92" name="Pseudo atom | small solid diamond"/>
              <p:cNvSpPr/>
              <p:nvPr/>
            </p:nvSpPr>
            <p:spPr>
              <a:xfrm>
                <a:off x="3709909" y="162680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1993" name="Pseudo atom | small solid diamond"/>
              <p:cNvSpPr/>
              <p:nvPr/>
            </p:nvSpPr>
            <p:spPr>
              <a:xfrm>
                <a:off x="3551886" y="1475965"/>
                <a:ext cx="17739" cy="17739"/>
              </a:xfrm>
              <a:custGeom>
                <a:avLst/>
                <a:gdLst/>
                <a:ahLst/>
                <a:cxnLst/>
                <a:rect l="0" t="0" r="w" b="h"/>
                <a:pathLst>
                  <a:path w="17739" h="17739" extrusionOk="0">
                    <a:moveTo>
                      <a:pt x="8870" y="0"/>
                    </a:moveTo>
                    <a:lnTo>
                      <a:pt x="17739" y="8869"/>
                    </a:lnTo>
                    <a:lnTo>
                      <a:pt x="8870" y="17739"/>
                    </a:lnTo>
                    <a:lnTo>
                      <a:pt x="0" y="8869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994" name="Arrow | pt_0 → pt_1"/>
            <p:cNvGrpSpPr/>
            <p:nvPr/>
          </p:nvGrpSpPr>
          <p:grpSpPr>
            <a:xfrm>
              <a:off x="2136892" y="1546890"/>
              <a:ext cx="116618" cy="26970"/>
              <a:chOff x="2136892" y="1546890"/>
              <a:chExt cx="116618" cy="26970"/>
            </a:xfrm>
          </p:grpSpPr>
          <p:cxnSp>
            <p:nvCxnSpPr>
              <p:cNvPr id="1995" name="Arrow | pt_0 → pt_1 | path"/>
              <p:cNvCxnSpPr/>
              <p:nvPr/>
            </p:nvCxnSpPr>
            <p:spPr>
              <a:xfrm>
                <a:off x="2136892" y="1560375"/>
                <a:ext cx="116618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B7BB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96" name="Arrow | pt_0 → pt_1 | editable arrowhead"/>
              <p:cNvSpPr/>
              <p:nvPr/>
            </p:nvSpPr>
            <p:spPr>
              <a:xfrm>
                <a:off x="2222138" y="1546890"/>
                <a:ext cx="31372" cy="26970"/>
              </a:xfrm>
              <a:custGeom>
                <a:avLst/>
                <a:gdLst/>
                <a:ahLst/>
                <a:cxnLst/>
                <a:rect l="0" t="0" r="w" b="h"/>
                <a:pathLst>
                  <a:path w="31372" h="26970" stroke="0" extrusionOk="0">
                    <a:moveTo>
                      <a:pt x="31372" y="13485"/>
                    </a:moveTo>
                    <a:lnTo>
                      <a:pt x="0" y="26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7BB1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1997" name="Arrow | pt_1 → pt_2"/>
            <p:cNvGrpSpPr/>
            <p:nvPr/>
          </p:nvGrpSpPr>
          <p:grpSpPr>
            <a:xfrm>
              <a:off x="2539305" y="1546890"/>
              <a:ext cx="141255" cy="26970"/>
              <a:chOff x="2539305" y="1546890"/>
              <a:chExt cx="141255" cy="26970"/>
            </a:xfrm>
          </p:grpSpPr>
          <p:cxnSp>
            <p:nvCxnSpPr>
              <p:cNvPr id="1998" name="Arrow | pt_1 → pt_2 | path"/>
              <p:cNvCxnSpPr/>
              <p:nvPr/>
            </p:nvCxnSpPr>
            <p:spPr>
              <a:xfrm>
                <a:off x="2539305" y="1560375"/>
                <a:ext cx="141255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B7BB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99" name="Arrow | pt_1 → pt_2 | editable arrowhead"/>
              <p:cNvSpPr/>
              <p:nvPr/>
            </p:nvSpPr>
            <p:spPr>
              <a:xfrm>
                <a:off x="2649188" y="1546890"/>
                <a:ext cx="31372" cy="26970"/>
              </a:xfrm>
              <a:custGeom>
                <a:avLst/>
                <a:gdLst/>
                <a:ahLst/>
                <a:cxnLst/>
                <a:rect l="0" t="0" r="w" b="h"/>
                <a:pathLst>
                  <a:path w="31372" h="26970" stroke="0" extrusionOk="0">
                    <a:moveTo>
                      <a:pt x="31372" y="13485"/>
                    </a:moveTo>
                    <a:lnTo>
                      <a:pt x="0" y="26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7BB1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000" name="Arrow | pt_2 → pt_3"/>
            <p:cNvGrpSpPr/>
            <p:nvPr/>
          </p:nvGrpSpPr>
          <p:grpSpPr>
            <a:xfrm>
              <a:off x="2913795" y="1546890"/>
              <a:ext cx="160965" cy="26970"/>
              <a:chOff x="2913795" y="1546890"/>
              <a:chExt cx="160965" cy="26970"/>
            </a:xfrm>
          </p:grpSpPr>
          <p:cxnSp>
            <p:nvCxnSpPr>
              <p:cNvPr id="2001" name="Arrow | pt_2 → pt_3 | path"/>
              <p:cNvCxnSpPr/>
              <p:nvPr/>
            </p:nvCxnSpPr>
            <p:spPr>
              <a:xfrm>
                <a:off x="2913795" y="1560375"/>
                <a:ext cx="160965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B7BB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02" name="Arrow | pt_2 → pt_3 | editable arrowhead"/>
              <p:cNvSpPr/>
              <p:nvPr/>
            </p:nvSpPr>
            <p:spPr>
              <a:xfrm>
                <a:off x="3043388" y="1546890"/>
                <a:ext cx="31372" cy="26970"/>
              </a:xfrm>
              <a:custGeom>
                <a:avLst/>
                <a:gdLst/>
                <a:ahLst/>
                <a:cxnLst/>
                <a:rect l="0" t="0" r="w" b="h"/>
                <a:pathLst>
                  <a:path w="31372" h="26970" stroke="0" extrusionOk="0">
                    <a:moveTo>
                      <a:pt x="31372" y="13485"/>
                    </a:moveTo>
                    <a:lnTo>
                      <a:pt x="0" y="26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7BB1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003" name="Arrow | pt_3 → pt_4"/>
            <p:cNvGrpSpPr/>
            <p:nvPr/>
          </p:nvGrpSpPr>
          <p:grpSpPr>
            <a:xfrm>
              <a:off x="3360555" y="1546890"/>
              <a:ext cx="90338" cy="26970"/>
              <a:chOff x="3360555" y="1546890"/>
              <a:chExt cx="90338" cy="26970"/>
            </a:xfrm>
          </p:grpSpPr>
          <p:cxnSp>
            <p:nvCxnSpPr>
              <p:cNvPr id="2004" name="Arrow | pt_3 → pt_4 | path"/>
              <p:cNvCxnSpPr/>
              <p:nvPr/>
            </p:nvCxnSpPr>
            <p:spPr>
              <a:xfrm>
                <a:off x="3360555" y="1560375"/>
                <a:ext cx="90338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B7BB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05" name="Arrow | pt_3 → pt_4 | editable arrowhead"/>
              <p:cNvSpPr/>
              <p:nvPr/>
            </p:nvSpPr>
            <p:spPr>
              <a:xfrm>
                <a:off x="3419521" y="1546890"/>
                <a:ext cx="31372" cy="26970"/>
              </a:xfrm>
              <a:custGeom>
                <a:avLst/>
                <a:gdLst/>
                <a:ahLst/>
                <a:cxnLst/>
                <a:rect l="0" t="0" r="w" b="h"/>
                <a:pathLst>
                  <a:path w="31372" h="26970" stroke="0" extrusionOk="0">
                    <a:moveTo>
                      <a:pt x="31372" y="13485"/>
                    </a:moveTo>
                    <a:lnTo>
                      <a:pt x="0" y="2697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7BB1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006" name="recycled voxel state"/>
            <p:cNvGrpSpPr/>
            <p:nvPr/>
          </p:nvGrpSpPr>
          <p:grpSpPr>
            <a:xfrm>
              <a:off x="1888875" y="1908585"/>
              <a:ext cx="134685" cy="29565"/>
              <a:chOff x="1888875" y="1908585"/>
              <a:chExt cx="134685" cy="29565"/>
            </a:xfrm>
          </p:grpSpPr>
          <p:sp>
            <p:nvSpPr>
              <p:cNvPr id="2007" name="feature_1"/>
              <p:cNvSpPr/>
              <p:nvPr/>
            </p:nvSpPr>
            <p:spPr>
              <a:xfrm>
                <a:off x="1888875" y="1908585"/>
                <a:ext cx="31208" cy="29565"/>
              </a:xfrm>
              <a:prstGeom prst="rect">
                <a:avLst/>
              </a:prstGeom>
              <a:solidFill>
                <a:srgbClr val="90BAD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08" name="feature_2"/>
              <p:cNvSpPr/>
              <p:nvPr/>
            </p:nvSpPr>
            <p:spPr>
              <a:xfrm>
                <a:off x="1923368" y="1908585"/>
                <a:ext cx="31208" cy="29565"/>
              </a:xfrm>
              <a:prstGeom prst="rect">
                <a:avLst/>
              </a:prstGeom>
              <a:solidFill>
                <a:srgbClr val="90BAD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09" name="feature_3"/>
              <p:cNvSpPr/>
              <p:nvPr/>
            </p:nvSpPr>
            <p:spPr>
              <a:xfrm>
                <a:off x="1957860" y="1908585"/>
                <a:ext cx="31208" cy="29565"/>
              </a:xfrm>
              <a:prstGeom prst="rect">
                <a:avLst/>
              </a:prstGeom>
              <a:solidFill>
                <a:srgbClr val="90BAD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10" name="feature_4"/>
              <p:cNvSpPr/>
              <p:nvPr/>
            </p:nvSpPr>
            <p:spPr>
              <a:xfrm>
                <a:off x="1992352" y="1908585"/>
                <a:ext cx="31208" cy="29565"/>
              </a:xfrm>
              <a:prstGeom prst="rect">
                <a:avLst/>
              </a:prstGeom>
              <a:solidFill>
                <a:srgbClr val="90BAD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011" name="recycled point state"/>
            <p:cNvGrpSpPr/>
            <p:nvPr/>
          </p:nvGrpSpPr>
          <p:grpSpPr>
            <a:xfrm>
              <a:off x="1888875" y="1954575"/>
              <a:ext cx="134685" cy="29565"/>
              <a:chOff x="1888875" y="1954575"/>
              <a:chExt cx="134685" cy="29565"/>
            </a:xfrm>
          </p:grpSpPr>
          <p:sp>
            <p:nvSpPr>
              <p:cNvPr id="2012" name="feature_1"/>
              <p:cNvSpPr/>
              <p:nvPr/>
            </p:nvSpPr>
            <p:spPr>
              <a:xfrm>
                <a:off x="1888875" y="1954575"/>
                <a:ext cx="31208" cy="29565"/>
              </a:xfrm>
              <a:prstGeom prst="rect">
                <a:avLst/>
              </a:prstGeom>
              <a:solidFill>
                <a:srgbClr val="B8A4D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13" name="feature_2"/>
              <p:cNvSpPr/>
              <p:nvPr/>
            </p:nvSpPr>
            <p:spPr>
              <a:xfrm>
                <a:off x="1923368" y="1954575"/>
                <a:ext cx="31208" cy="29565"/>
              </a:xfrm>
              <a:prstGeom prst="rect">
                <a:avLst/>
              </a:prstGeom>
              <a:solidFill>
                <a:srgbClr val="B8A4D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14" name="feature_3"/>
              <p:cNvSpPr/>
              <p:nvPr/>
            </p:nvSpPr>
            <p:spPr>
              <a:xfrm>
                <a:off x="1957860" y="1954575"/>
                <a:ext cx="31208" cy="29565"/>
              </a:xfrm>
              <a:prstGeom prst="rect">
                <a:avLst/>
              </a:prstGeom>
              <a:solidFill>
                <a:srgbClr val="B8A4D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15" name="feature_4"/>
              <p:cNvSpPr/>
              <p:nvPr/>
            </p:nvSpPr>
            <p:spPr>
              <a:xfrm>
                <a:off x="1992352" y="1954575"/>
                <a:ext cx="31208" cy="29565"/>
              </a:xfrm>
              <a:prstGeom prst="rect">
                <a:avLst/>
              </a:prstGeom>
              <a:solidFill>
                <a:srgbClr val="B8A4D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016" name="b | Recycle icon"/>
            <p:cNvGrpSpPr/>
            <p:nvPr/>
          </p:nvGrpSpPr>
          <p:grpSpPr>
            <a:xfrm>
              <a:off x="2069550" y="1865880"/>
              <a:ext cx="124830" cy="131400"/>
              <a:chOff x="2069550" y="1865880"/>
              <a:chExt cx="124830" cy="131400"/>
            </a:xfrm>
          </p:grpSpPr>
          <p:sp>
            <p:nvSpPr>
              <p:cNvPr id="2017" name="Recycle | successive passes | path"/>
              <p:cNvSpPr/>
              <p:nvPr/>
            </p:nvSpPr>
            <p:spPr>
              <a:xfrm>
                <a:off x="2069550" y="1865880"/>
                <a:ext cx="124830" cy="131400"/>
              </a:xfrm>
              <a:custGeom>
                <a:avLst/>
                <a:gdLst/>
                <a:ahLst/>
                <a:cxnLst/>
                <a:rect l="0" t="0" r="w" b="h"/>
                <a:pathLst>
                  <a:path w="124830" h="131400" fill="none" extrusionOk="0">
                    <a:moveTo>
                      <a:pt x="0" y="59130"/>
                    </a:moveTo>
                    <a:cubicBezTo>
                      <a:pt x="55845" y="0"/>
                      <a:pt x="124830" y="42705"/>
                      <a:pt x="95265" y="108405"/>
                    </a:cubicBezTo>
                    <a:lnTo>
                      <a:pt x="75555" y="131400"/>
                    </a:lnTo>
                  </a:path>
                </a:pathLst>
              </a:custGeom>
              <a:noFill/>
              <a:ln w="4928" cap="rnd" cmpd="sng" algn="ctr">
                <a:solidFill>
                  <a:srgbClr val="5E71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018" name="Recycle | successive passes | editable arrowhead"/>
              <p:cNvSpPr/>
              <p:nvPr/>
            </p:nvSpPr>
            <p:spPr>
              <a:xfrm>
                <a:off x="2145105" y="1965711"/>
                <a:ext cx="29689" cy="31569"/>
              </a:xfrm>
              <a:custGeom>
                <a:avLst/>
                <a:gdLst/>
                <a:ahLst/>
                <a:cxnLst/>
                <a:rect l="0" t="0" r="w" b="h"/>
                <a:pathLst>
                  <a:path w="29689" h="31569" stroke="0" extrusionOk="0">
                    <a:moveTo>
                      <a:pt x="0" y="31569"/>
                    </a:moveTo>
                    <a:lnTo>
                      <a:pt x="9861" y="0"/>
                    </a:lnTo>
                    <a:lnTo>
                      <a:pt x="29689" y="16996"/>
                    </a:lnTo>
                    <a:close/>
                  </a:path>
                </a:pathLst>
              </a:custGeom>
              <a:solidFill>
                <a:srgbClr val="5E7180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019" name="Text | Recycle voxel / point states"/>
            <p:cNvSpPr txBox="1"/>
            <p:nvPr/>
          </p:nvSpPr>
          <p:spPr>
            <a:xfrm>
              <a:off x="2233800" y="1902015"/>
              <a:ext cx="115300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Recycle states</a:t>
              </a:r>
              <a:endParaRPr lang="en-US" sz="647"/>
            </a:p>
          </p:txBody>
        </p:sp>
        <p:sp>
          <p:nvSpPr>
            <p:cNvPr id="2020" name="Text | Auxiliary supervision: binding area · inverse distance · mainchain"/>
            <p:cNvSpPr txBox="1"/>
            <p:nvPr/>
          </p:nvSpPr>
          <p:spPr>
            <a:xfrm>
              <a:off x="1133325" y="2135250"/>
              <a:ext cx="260344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Auxiliary heads: binding area · inverse distance · mainchain</a:t>
              </a:r>
              <a:endParaRPr lang="en-US" sz="621"/>
            </a:p>
          </p:txBody>
        </p:sp>
        <p:grpSp>
          <p:nvGrpSpPr>
            <p:cNvPr id="2021" name="Arrow | voxel_output → ligand_probability"/>
            <p:cNvGrpSpPr/>
            <p:nvPr/>
          </p:nvGrpSpPr>
          <p:grpSpPr>
            <a:xfrm>
              <a:off x="3689055" y="730929"/>
              <a:ext cx="325215" cy="29532"/>
              <a:chOff x="3689055" y="730929"/>
              <a:chExt cx="325215" cy="29532"/>
            </a:xfrm>
          </p:grpSpPr>
          <p:cxnSp>
            <p:nvCxnSpPr>
              <p:cNvPr id="2022" name="Arrow | voxel_output → ligand_probability | path"/>
              <p:cNvCxnSpPr/>
              <p:nvPr/>
            </p:nvCxnSpPr>
            <p:spPr>
              <a:xfrm>
                <a:off x="3689055" y="745695"/>
                <a:ext cx="325215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23" name="Arrow | voxel_output → ligand_probability | editable arrowhead"/>
              <p:cNvSpPr/>
              <p:nvPr/>
            </p:nvSpPr>
            <p:spPr>
              <a:xfrm>
                <a:off x="3979942" y="730929"/>
                <a:ext cx="34328" cy="29532"/>
              </a:xfrm>
              <a:custGeom>
                <a:avLst/>
                <a:gdLst/>
                <a:ahLst/>
                <a:cxnLst/>
                <a:rect l="0" t="0" r="w" b="h"/>
                <a:pathLst>
                  <a:path w="34328" h="29532" stroke="0" extrusionOk="0">
                    <a:moveTo>
                      <a:pt x="34328" y="14766"/>
                    </a:moveTo>
                    <a:lnTo>
                      <a:pt x="0" y="295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024" name="b | Ligand-area probability label"/>
            <p:cNvGrpSpPr/>
            <p:nvPr/>
          </p:nvGrpSpPr>
          <p:grpSpPr>
            <a:xfrm>
              <a:off x="4030695" y="275940"/>
              <a:ext cx="651621" cy="235732"/>
              <a:chOff x="4030695" y="275940"/>
              <a:chExt cx="651621" cy="235732"/>
            </a:xfrm>
          </p:grpSpPr>
          <p:sp>
            <p:nvSpPr>
              <p:cNvPr id="2025" name="Text | Ligand-area"/>
              <p:cNvSpPr txBox="1"/>
              <p:nvPr/>
            </p:nvSpPr>
            <p:spPr>
              <a:xfrm>
                <a:off x="4030695" y="275940"/>
                <a:ext cx="651621" cy="130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24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Ligand-area</a:t>
                </a:r>
                <a:endParaRPr lang="en-US" sz="724"/>
              </a:p>
            </p:txBody>
          </p:sp>
          <p:sp>
            <p:nvSpPr>
              <p:cNvPr id="2026" name="Text | probability"/>
              <p:cNvSpPr txBox="1"/>
              <p:nvPr/>
            </p:nvSpPr>
            <p:spPr>
              <a:xfrm>
                <a:off x="4030695" y="381060"/>
                <a:ext cx="598849" cy="1306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24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probability</a:t>
                </a:r>
                <a:endParaRPr lang="en-US" sz="724"/>
              </a:p>
            </p:txBody>
          </p:sp>
        </p:grpSp>
        <p:grpSp>
          <p:nvGrpSpPr>
            <p:cNvPr id="2027" name="b | Ligand-area probability cube"/>
            <p:cNvGrpSpPr/>
            <p:nvPr/>
          </p:nvGrpSpPr>
          <p:grpSpPr>
            <a:xfrm>
              <a:off x="4043880" y="489960"/>
              <a:ext cx="571680" cy="450000"/>
              <a:chOff x="4043880" y="489960"/>
              <a:chExt cx="571680" cy="450000"/>
            </a:xfrm>
          </p:grpSpPr>
          <p:sp>
            <p:nvSpPr>
              <p:cNvPr id="5462" name="asset_2027_0">
                <a:extLst>
                  <a:ext uri="{FF2B5EF4-FFF2-40B4-BE49-F238E27FC236}">
                    <ns2:creationId id="{8E79CF82-FECD-4D00-AB68-C2266EE3EB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43880" y="489960"/>
                <a:ext cx="571680" cy="76500"/>
              </a:xfrm>
              <a:custGeom>
                <a:pathLst>
                  <a:path w="571680" h="76500">
                    <a:moveTo>
                      <a:pt x="0" y="76500"/>
                    </a:moveTo>
                    <a:lnTo>
                      <a:pt x="108619" y="0"/>
                    </a:lnTo>
                    <a:lnTo>
                      <a:pt x="571680" y="0"/>
                    </a:lnTo>
                    <a:lnTo>
                      <a:pt x="463061" y="76500"/>
                    </a:lnTo>
                    <a:close/>
                  </a:path>
                </a:pathLst>
              </a:custGeom>
              <a:gradFill>
                <a:gsLst>
                  <a:gs pos="0">
                    <a:srgbClr val="FAFDFF">
                      <a:alpha val="65000"/>
                    </a:srgbClr>
                  </a:gs>
                  <a:gs pos="100000">
                    <a:srgbClr val="D9EAFA">
                      <a:alpha val="45000"/>
                    </a:srgbClr>
                  </a:gs>
                </a:gsLst>
                <a:lin ang="5400000"/>
              </a:gradFill>
              <a:ln w="2700">
                <a:solidFill>
                  <a:srgbClr val="A3C3E2"/>
                </a:solidFill>
              </a:ln>
            </p:spPr>
          </p:sp>
          <p:sp>
            <p:nvSpPr>
              <p:cNvPr id="5463" name="asset_2027_1">
                <a:extLst>
                  <a:ext uri="{FF2B5EF4-FFF2-40B4-BE49-F238E27FC236}">
                    <ns2:creationId id="{E446BF4D-A2D0-496C-B38C-B55BBAF933D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506941" y="489960"/>
                <a:ext cx="108619" cy="450000"/>
              </a:xfrm>
              <a:custGeom>
                <a:pathLst>
                  <a:path w="108619" h="450000">
                    <a:moveTo>
                      <a:pt x="0" y="76500"/>
                    </a:moveTo>
                    <a:lnTo>
                      <a:pt x="108619" y="0"/>
                    </a:lnTo>
                    <a:lnTo>
                      <a:pt x="108619" y="373500"/>
                    </a:lnTo>
                    <a:lnTo>
                      <a:pt x="0" y="450000"/>
                    </a:lnTo>
                    <a:close/>
                  </a:path>
                </a:pathLst>
              </a:custGeom>
              <a:solidFill>
                <a:srgbClr val="C9DFF3">
                  <a:alpha val="22000"/>
                </a:srgbClr>
              </a:solidFill>
              <a:ln w="2700">
                <a:solidFill>
                  <a:srgbClr val="A3C3E2"/>
                </a:solidFill>
              </a:ln>
            </p:spPr>
          </p:sp>
          <p:sp>
            <p:nvSpPr>
              <p:cNvPr id="5464" name="asset_2027_2">
                <a:extLst>
                  <a:ext uri="{FF2B5EF4-FFF2-40B4-BE49-F238E27FC236}">
                    <ns2:creationId id="{626787CB-A188-4A03-A26D-D0FCE8934E5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43880" y="566460"/>
                <a:ext cx="463061" cy="373500"/>
              </a:xfrm>
              <a:prstGeom prst="rect">
                <a:avLst/>
              </a:prstGeom>
              <a:solidFill>
                <a:srgbClr val="E7F1FC">
                  <a:alpha val="20000"/>
                </a:srgbClr>
              </a:solidFill>
              <a:ln w="2700">
                <a:solidFill>
                  <a:srgbClr val="ABC9E7"/>
                </a:solidFill>
              </a:ln>
            </p:spPr>
          </p:sp>
          <p:sp>
            <p:nvSpPr>
              <p:cNvPr id="5465" name="asset_2027_3">
                <a:extLst>
                  <a:ext uri="{FF2B5EF4-FFF2-40B4-BE49-F238E27FC236}">
                    <ns2:creationId id="{3F137EB4-FF78-4209-90D6-2A8A13DE64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59645" y="566460"/>
                <a:ext cx="4" cy="373500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66" name="asset_2027_4">
                <a:extLst>
                  <a:ext uri="{FF2B5EF4-FFF2-40B4-BE49-F238E27FC236}">
                    <ns2:creationId id="{9F951526-25DB-40E6-9DC1-B23B253533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43880" y="659835"/>
                <a:ext cx="463061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67" name="asset_2027_5">
                <a:extLst>
                  <a:ext uri="{FF2B5EF4-FFF2-40B4-BE49-F238E27FC236}">
                    <ns2:creationId id="{837FF1A3-137E-4D28-823C-000E5C57B6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75410" y="566460"/>
                <a:ext cx="4" cy="373500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68" name="asset_2027_6">
                <a:extLst>
                  <a:ext uri="{FF2B5EF4-FFF2-40B4-BE49-F238E27FC236}">
                    <ns2:creationId id="{AFE4A50A-6F82-4E63-8DB4-8D3C7C96603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43880" y="753210"/>
                <a:ext cx="463061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69" name="asset_2027_7">
                <a:extLst>
                  <a:ext uri="{FF2B5EF4-FFF2-40B4-BE49-F238E27FC236}">
                    <ns2:creationId id="{299F691F-376F-40D0-AD4D-4C95D359315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91176" y="566460"/>
                <a:ext cx="4" cy="373500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70" name="asset_2027_8">
                <a:extLst>
                  <a:ext uri="{FF2B5EF4-FFF2-40B4-BE49-F238E27FC236}">
                    <ns2:creationId id="{E80AF0E3-F6FB-4A8B-A36F-8831B2AAC5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43880" y="846585"/>
                <a:ext cx="463061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471" name="asset_2027_9">
                <a:extLst>
                  <a:ext uri="{FF2B5EF4-FFF2-40B4-BE49-F238E27FC236}">
                    <ns2:creationId id="{34405941-63EA-46AA-946F-D6856B6416D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84861" y="617132"/>
                <a:ext cx="215601" cy="172109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6D9EDA">
                      <a:alpha val="60000"/>
                    </a:srgbClr>
                  </a:gs>
                  <a:gs pos="100000">
                    <a:srgbClr val="6D9EDA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2" name="asset_2027_10">
                <a:extLst>
                  <a:ext uri="{FF2B5EF4-FFF2-40B4-BE49-F238E27FC236}">
                    <ns2:creationId id="{4E3119D4-E48B-4F84-A71E-8556AF9CADD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83678" y="667330"/>
                <a:ext cx="233568" cy="186451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6D9EDA">
                      <a:alpha val="60000"/>
                    </a:srgbClr>
                  </a:gs>
                  <a:gs pos="100000">
                    <a:srgbClr val="6D9EDA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3" name="asset_2027_11">
                <a:extLst>
                  <a:ext uri="{FF2B5EF4-FFF2-40B4-BE49-F238E27FC236}">
                    <ns2:creationId id="{ADC0132E-476D-467C-9C2F-6C3273DDA9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69020" y="574105"/>
                <a:ext cx="206618" cy="164938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6D9EDA">
                      <a:alpha val="60000"/>
                    </a:srgbClr>
                  </a:gs>
                  <a:gs pos="100000">
                    <a:srgbClr val="6D9EDA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4" name="asset_2027_12">
                <a:extLst>
                  <a:ext uri="{FF2B5EF4-FFF2-40B4-BE49-F238E27FC236}">
                    <ns2:creationId id="{7245DCBA-40B5-4896-A0B6-69F047D40D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74695" y="549005"/>
                <a:ext cx="197634" cy="157766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6D9EDA">
                      <a:alpha val="60000"/>
                    </a:srgbClr>
                  </a:gs>
                  <a:gs pos="100000">
                    <a:srgbClr val="6D9EDA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5" name="asset_2027_13">
                <a:extLst>
                  <a:ext uri="{FF2B5EF4-FFF2-40B4-BE49-F238E27FC236}">
                    <ns2:creationId id="{D1AC94DD-CA80-42AC-B0FF-2AB7EAB03A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95034" y="653113"/>
                <a:ext cx="64474" cy="5146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6" name="asset_2027_14">
                <a:extLst>
                  <a:ext uri="{FF2B5EF4-FFF2-40B4-BE49-F238E27FC236}">
                    <ns2:creationId id="{A3978DBD-AB1B-4A62-99A3-BA8E981F98E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58141" y="665850"/>
                <a:ext cx="91626" cy="7314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7" name="asset_2027_15">
                <a:extLst>
                  <a:ext uri="{FF2B5EF4-FFF2-40B4-BE49-F238E27FC236}">
                    <ns2:creationId id="{688BB42A-2690-464A-876F-9DDF54F9210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48055" y="621224"/>
                <a:ext cx="65375" cy="5218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8" name="asset_2027_16">
                <a:extLst>
                  <a:ext uri="{FF2B5EF4-FFF2-40B4-BE49-F238E27FC236}">
                    <ns2:creationId id="{361B14F3-926B-4209-9774-7EAD2B13E9E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68048" y="571175"/>
                <a:ext cx="90914" cy="7257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79" name="asset_2027_17">
                <a:extLst>
                  <a:ext uri="{FF2B5EF4-FFF2-40B4-BE49-F238E27FC236}">
                    <ns2:creationId id="{66E73D46-F7D5-4249-BCC8-A80566549CF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39689" y="653199"/>
                <a:ext cx="75101" cy="5995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0" name="asset_2027_18">
                <a:extLst>
                  <a:ext uri="{FF2B5EF4-FFF2-40B4-BE49-F238E27FC236}">
                    <ns2:creationId id="{60DAB196-3FDD-49BF-8D6E-67037AE1C8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67337" y="678651"/>
                <a:ext cx="81363" cy="6495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1" name="asset_2027_19">
                <a:extLst>
                  <a:ext uri="{FF2B5EF4-FFF2-40B4-BE49-F238E27FC236}">
                    <ns2:creationId id="{4C138FF3-2B02-4767-956B-9F501C36EBA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91745" y="612898"/>
                <a:ext cx="69400" cy="5540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2" name="asset_2027_20">
                <a:extLst>
                  <a:ext uri="{FF2B5EF4-FFF2-40B4-BE49-F238E27FC236}">
                    <ns2:creationId id="{1A1E79AC-17AD-43DA-9021-7A448741C36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73822" y="611161"/>
                <a:ext cx="105790" cy="8444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3" name="asset_2027_21">
                <a:extLst>
                  <a:ext uri="{FF2B5EF4-FFF2-40B4-BE49-F238E27FC236}">
                    <ns2:creationId id="{67E612D4-3E6A-4231-BE3B-0E6ECA8F7EB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79727" y="646303"/>
                <a:ext cx="109942" cy="8776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4" name="asset_2027_22">
                <a:extLst>
                  <a:ext uri="{FF2B5EF4-FFF2-40B4-BE49-F238E27FC236}">
                    <ns2:creationId id="{144523C5-0416-4230-96CB-1EAF1BAD07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36492" y="714962"/>
                <a:ext cx="84609" cy="6754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5" name="asset_2027_23">
                <a:extLst>
                  <a:ext uri="{FF2B5EF4-FFF2-40B4-BE49-F238E27FC236}">
                    <ns2:creationId id="{C35832E6-9C22-410B-89DF-65A3C9FECA4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26191" y="626834"/>
                <a:ext cx="75016" cy="5988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6" name="asset_2027_24">
                <a:extLst>
                  <a:ext uri="{FF2B5EF4-FFF2-40B4-BE49-F238E27FC236}">
                    <ns2:creationId id="{DA42F372-F74C-49BF-8BFF-8264CCE324B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91230" y="582183"/>
                <a:ext cx="88744" cy="7084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7" name="asset_2027_25">
                <a:extLst>
                  <a:ext uri="{FF2B5EF4-FFF2-40B4-BE49-F238E27FC236}">
                    <ns2:creationId id="{1C82A8F9-2B7C-41FA-868F-3511547124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22858" y="684972"/>
                <a:ext cx="86331" cy="6891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8" name="asset_2027_26">
                <a:extLst>
                  <a:ext uri="{FF2B5EF4-FFF2-40B4-BE49-F238E27FC236}">
                    <ns2:creationId id="{1FBF9B24-5307-46E3-9E88-626CD784980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63971" y="749193"/>
                <a:ext cx="94340" cy="7530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89" name="asset_2027_27">
                <a:extLst>
                  <a:ext uri="{FF2B5EF4-FFF2-40B4-BE49-F238E27FC236}">
                    <ns2:creationId id="{DF200888-1FB7-4595-88B3-13C42D5C62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28927" y="671282"/>
                <a:ext cx="73906" cy="5899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0" name="asset_2027_28">
                <a:extLst>
                  <a:ext uri="{FF2B5EF4-FFF2-40B4-BE49-F238E27FC236}">
                    <ns2:creationId id="{826D53F6-F0E2-4DFF-B647-A55BD5ABE7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91714" y="625737"/>
                <a:ext cx="79574" cy="6352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1" name="asset_2027_29">
                <a:extLst>
                  <a:ext uri="{FF2B5EF4-FFF2-40B4-BE49-F238E27FC236}">
                    <ns2:creationId id="{FA89C153-5459-451F-BF9C-1062D1B17B3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65324" y="712808"/>
                <a:ext cx="87906" cy="7017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2" name="asset_2027_30">
                <a:extLst>
                  <a:ext uri="{FF2B5EF4-FFF2-40B4-BE49-F238E27FC236}">
                    <ns2:creationId id="{EFE35B6A-8884-40CA-89ED-7B60AE28B9B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06197" y="742925"/>
                <a:ext cx="82957" cy="6622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3" name="asset_2027_31">
                <a:extLst>
                  <a:ext uri="{FF2B5EF4-FFF2-40B4-BE49-F238E27FC236}">
                    <ns2:creationId id="{F66F1E84-B351-4917-A693-D8513B8B70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16951" y="684022"/>
                <a:ext cx="63942" cy="5104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4" name="asset_2027_32">
                <a:extLst>
                  <a:ext uri="{FF2B5EF4-FFF2-40B4-BE49-F238E27FC236}">
                    <ns2:creationId id="{99D54062-A6F7-4DD1-8E9E-42ACD355CA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19749" y="640722"/>
                <a:ext cx="76653" cy="6119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5" name="asset_2027_33">
                <a:extLst>
                  <a:ext uri="{FF2B5EF4-FFF2-40B4-BE49-F238E27FC236}">
                    <ns2:creationId id="{E78FE44C-E947-4F2C-B2EE-5123430CAFB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79240" y="689413"/>
                <a:ext cx="112660" cy="8993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6" name="asset_2027_34">
                <a:extLst>
                  <a:ext uri="{FF2B5EF4-FFF2-40B4-BE49-F238E27FC236}">
                    <ns2:creationId id="{1C1925E8-0217-4DDA-8B70-FBB79493D4C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87443" y="729475"/>
                <a:ext cx="116098" cy="9267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7" name="asset_2027_35">
                <a:extLst>
                  <a:ext uri="{FF2B5EF4-FFF2-40B4-BE49-F238E27FC236}">
                    <ns2:creationId id="{7B1065D1-6E9E-4B4B-A57B-38F7033F87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53400" y="652668"/>
                <a:ext cx="107604" cy="8589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8" name="asset_2027_36">
                <a:extLst>
                  <a:ext uri="{FF2B5EF4-FFF2-40B4-BE49-F238E27FC236}">
                    <ns2:creationId id="{031C8BB0-D0D4-4850-9E24-9DD349BAEC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23635" y="557958"/>
                <a:ext cx="109609" cy="8749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499" name="asset_2027_37">
                <a:extLst>
                  <a:ext uri="{FF2B5EF4-FFF2-40B4-BE49-F238E27FC236}">
                    <ns2:creationId id="{E06DF51A-A98F-424D-A5F6-95603CC128D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79249" y="649750"/>
                <a:ext cx="106334" cy="8488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0" name="asset_2027_38">
                <a:extLst>
                  <a:ext uri="{FF2B5EF4-FFF2-40B4-BE49-F238E27FC236}">
                    <ns2:creationId id="{79012AB9-04C9-4C5B-9542-11B93745F8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28499" y="667856"/>
                <a:ext cx="105197" cy="8397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1" name="asset_2027_39">
                <a:extLst>
                  <a:ext uri="{FF2B5EF4-FFF2-40B4-BE49-F238E27FC236}">
                    <ns2:creationId id="{C1D186F1-5504-4ED9-827A-EB669B14FD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41306" y="621458"/>
                <a:ext cx="114436" cy="9135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2" name="asset_2027_40">
                <a:extLst>
                  <a:ext uri="{FF2B5EF4-FFF2-40B4-BE49-F238E27FC236}">
                    <ns2:creationId id="{1A8BCF88-2C3B-4AAF-A348-7356448B79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80454" y="586994"/>
                <a:ext cx="74974" cy="5985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3" name="asset_2027_41">
                <a:extLst>
                  <a:ext uri="{FF2B5EF4-FFF2-40B4-BE49-F238E27FC236}">
                    <ns2:creationId id="{6B6D00EE-D856-41A2-B092-27CEC1D19C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38019" y="635475"/>
                <a:ext cx="64716" cy="5166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4" name="asset_2027_42">
                <a:extLst>
                  <a:ext uri="{FF2B5EF4-FFF2-40B4-BE49-F238E27FC236}">
                    <ns2:creationId id="{FD5D9615-FDEC-47C1-8E2F-27690D31EA4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16931" y="737024"/>
                <a:ext cx="97423" cy="7777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5" name="asset_2027_43">
                <a:extLst>
                  <a:ext uri="{FF2B5EF4-FFF2-40B4-BE49-F238E27FC236}">
                    <ns2:creationId id="{03ACF71B-9F98-49D2-8E5E-0D53A083AC2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17133" y="564618"/>
                <a:ext cx="108008" cy="8622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6" name="asset_2027_44">
                <a:extLst>
                  <a:ext uri="{FF2B5EF4-FFF2-40B4-BE49-F238E27FC236}">
                    <ns2:creationId id="{724CFBDA-F7E3-4C52-A69B-62485EDF81F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93257" y="633037"/>
                <a:ext cx="105416" cy="8415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7" name="asset_2027_45">
                <a:extLst>
                  <a:ext uri="{FF2B5EF4-FFF2-40B4-BE49-F238E27FC236}">
                    <ns2:creationId id="{FCAA0437-0AB5-4B5C-9D61-8D532428BE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55603" y="656380"/>
                <a:ext cx="109670" cy="8754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8" name="asset_2027_46">
                <a:extLst>
                  <a:ext uri="{FF2B5EF4-FFF2-40B4-BE49-F238E27FC236}">
                    <ns2:creationId id="{560E5AF9-9BEE-43A1-8ED6-D936E75C34D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09729" y="755020"/>
                <a:ext cx="74665" cy="5960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09" name="asset_2027_47">
                <a:extLst>
                  <a:ext uri="{FF2B5EF4-FFF2-40B4-BE49-F238E27FC236}">
                    <ns2:creationId id="{0B464A76-1B1F-4D22-820E-0D794E7B2B7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70973" y="641458"/>
                <a:ext cx="80485" cy="6424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10" name="asset_2027_48">
                <a:extLst>
                  <a:ext uri="{FF2B5EF4-FFF2-40B4-BE49-F238E27FC236}">
                    <ns2:creationId id="{CF938A00-1880-4525-A4C7-304301BFED9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211550" y="563563"/>
                <a:ext cx="100623" cy="8032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11" name="asset_2027_49">
                <a:extLst>
                  <a:ext uri="{FF2B5EF4-FFF2-40B4-BE49-F238E27FC236}">
                    <ns2:creationId id="{119ADBD8-A970-4D99-A982-9C8EA3F807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74324" y="667639"/>
                <a:ext cx="79905" cy="6378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12" name="asset_2027_50">
                <a:extLst>
                  <a:ext uri="{FF2B5EF4-FFF2-40B4-BE49-F238E27FC236}">
                    <ns2:creationId id="{C3BC6789-B85C-463C-A9F0-6F1AAA0D33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11133" y="726504"/>
                <a:ext cx="79349" cy="6334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6D9EDA">
                      <a:alpha val="73000"/>
                    </a:srgbClr>
                  </a:gs>
                  <a:gs pos="100000">
                    <a:srgbClr val="6D9EDA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13" name="asset_2027_51">
                <a:extLst>
                  <a:ext uri="{FF2B5EF4-FFF2-40B4-BE49-F238E27FC236}">
                    <ns2:creationId id="{CE4DD89B-764C-4055-87DA-1ACA2DC83E4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150384" y="671040"/>
                <a:ext cx="101873" cy="82170"/>
              </a:xfrm>
              <a:prstGeom prst="ellipse">
                <a:avLst/>
              </a:prstGeom>
              <a:gradFill>
                <a:gsLst>
                  <a:gs pos="0">
                    <a:srgbClr val="FFF19B"/>
                  </a:gs>
                  <a:gs pos="28000">
                    <a:srgbClr val="FFB448">
                      <a:alpha val="90000"/>
                    </a:srgbClr>
                  </a:gs>
                  <a:gs pos="57000">
                    <a:srgbClr val="ED645D">
                      <a:alpha val="80000"/>
                    </a:srgbClr>
                  </a:gs>
                  <a:gs pos="100000">
                    <a:srgbClr val="DE5665">
                      <a:alpha val="0"/>
                    </a:srgbClr>
                  </a:gs>
                </a:gsLst>
                <a:path path="shape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14" name="asset_2027_52">
                <a:extLst>
                  <a:ext uri="{FF2B5EF4-FFF2-40B4-BE49-F238E27FC236}">
                    <ns2:creationId id="{C84C1206-2200-4D85-B478-81F3D96C2BD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300879" y="784958"/>
                <a:ext cx="87982" cy="70965"/>
              </a:xfrm>
              <a:prstGeom prst="ellipse">
                <a:avLst/>
              </a:prstGeom>
              <a:gradFill>
                <a:gsLst>
                  <a:gs pos="0">
                    <a:srgbClr val="FFF19B"/>
                  </a:gs>
                  <a:gs pos="28000">
                    <a:srgbClr val="FFB448">
                      <a:alpha val="90000"/>
                    </a:srgbClr>
                  </a:gs>
                  <a:gs pos="57000">
                    <a:srgbClr val="ED645D">
                      <a:alpha val="80000"/>
                    </a:srgbClr>
                  </a:gs>
                  <a:gs pos="100000">
                    <a:srgbClr val="DE5665">
                      <a:alpha val="0"/>
                    </a:srgbClr>
                  </a:gs>
                </a:gsLst>
                <a:path path="shape"/>
              </a:gradFill>
              <a:ln w="3600">
                <a:noFill/>
              </a:ln>
              <a:effectLst>
                <a:softEdge rad="7200"/>
              </a:effectLst>
            </p:spPr>
          </p:sp>
          <p:sp>
            <p:nvSpPr>
              <p:cNvPr id="5515" name="asset_2027_53">
                <a:extLst>
                  <a:ext uri="{FF2B5EF4-FFF2-40B4-BE49-F238E27FC236}">
                    <ns2:creationId id="{104AC922-CCC5-4BEB-8EFB-FE92A2E0B9A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4043880" y="566460"/>
                <a:ext cx="463061" cy="373500"/>
              </a:xfrm>
              <a:custGeom>
                <a:pathLst>
                  <a:path w="463061" h="373500">
                    <a:moveTo>
                      <a:pt x="0" y="0"/>
                    </a:moveTo>
                    <a:lnTo>
                      <a:pt x="463061" y="0"/>
                    </a:lnTo>
                    <a:lnTo>
                      <a:pt x="463061" y="373500"/>
                    </a:lnTo>
                    <a:lnTo>
                      <a:pt x="0" y="373500"/>
                    </a:lnTo>
                    <a:close/>
                  </a:path>
                </a:pathLst>
              </a:custGeom>
              <a:noFill/>
              <a:ln w="3600">
                <a:solidFill>
                  <a:srgbClr val="8AB3D9"/>
                </a:solidFill>
              </a:ln>
            </p:spPr>
          </p:sp>
        </p:grpSp>
        <p:sp>
          <p:nvSpPr>
            <p:cNvPr id="2154" name="rect_2059"/>
            <p:cNvSpPr/>
            <p:nvPr/>
          </p:nvSpPr>
          <p:spPr>
            <a:xfrm>
              <a:off x="4802670" y="614295"/>
              <a:ext cx="32850" cy="289440"/>
            </a:xfrm>
            <a:prstGeom prst="rect">
              <a:avLst/>
            </a:prstGeom>
            <a:gradFill rotWithShape="1">
              <a:gsLst>
                <a:gs pos="0">
                  <a:srgbClr val="D64A61"/>
                </a:gs>
                <a:gs pos="22000">
                  <a:srgbClr val="EFADB1"/>
                </a:gs>
                <a:gs pos="50000">
                  <a:srgbClr val="F5F7FA"/>
                </a:gs>
                <a:gs pos="74000">
                  <a:srgbClr val="9BC6E9"/>
                </a:gs>
                <a:gs pos="100000">
                  <a:srgbClr val="397FAE"/>
                </a:gs>
              </a:gsLst>
              <a:lin ang="5400000" scaled="1"/>
            </a:gra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78" name="Text | High"/>
            <p:cNvSpPr txBox="1"/>
            <p:nvPr/>
          </p:nvSpPr>
          <p:spPr>
            <a:xfrm>
              <a:off x="4861800" y="574875"/>
              <a:ext cx="20010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High</a:t>
              </a:r>
              <a:endParaRPr lang="en-US" sz="595"/>
            </a:p>
          </p:txBody>
        </p:sp>
        <p:sp>
          <p:nvSpPr>
            <p:cNvPr id="2179" name="Text | Low"/>
            <p:cNvSpPr txBox="1"/>
            <p:nvPr/>
          </p:nvSpPr>
          <p:spPr>
            <a:xfrm>
              <a:off x="4861800" y="827820"/>
              <a:ext cx="17523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Low</a:t>
              </a:r>
              <a:endParaRPr lang="en-US" sz="595"/>
            </a:p>
          </p:txBody>
        </p:sp>
        <p:grpSp>
          <p:nvGrpSpPr>
            <p:cNvPr id="2180" name="Arrow | pt_output → atom_probability"/>
            <p:cNvGrpSpPr/>
            <p:nvPr/>
          </p:nvGrpSpPr>
          <p:grpSpPr>
            <a:xfrm>
              <a:off x="3774465" y="1546036"/>
              <a:ext cx="233235" cy="28678"/>
              <a:chOff x="3774465" y="1546036"/>
              <a:chExt cx="233235" cy="28678"/>
            </a:xfrm>
          </p:grpSpPr>
          <p:cxnSp>
            <p:nvCxnSpPr>
              <p:cNvPr id="2181" name="Arrow | pt_output → atom_probability | path"/>
              <p:cNvCxnSpPr/>
              <p:nvPr/>
            </p:nvCxnSpPr>
            <p:spPr>
              <a:xfrm>
                <a:off x="3774465" y="1560375"/>
                <a:ext cx="233235" cy="0"/>
              </a:xfrm>
              <a:prstGeom prst="line">
                <a:avLst/>
              </a:prstGeom>
              <a:noFill/>
              <a:ln w="12700" cap="rnd" cmpd="sng" algn="ctr">
                <a:solidFill>
                  <a:srgbClr val="8B7BB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82" name="Arrow | pt_output → atom_probability | editable arrowhead"/>
              <p:cNvSpPr/>
              <p:nvPr/>
            </p:nvSpPr>
            <p:spPr>
              <a:xfrm>
                <a:off x="3974357" y="1546036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B7BB1"/>
              </a:solidFill>
              <a:ln w="13970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183" name="Text | Atom binding"/>
            <p:cNvSpPr txBox="1"/>
            <p:nvPr/>
          </p:nvSpPr>
          <p:spPr>
            <a:xfrm>
              <a:off x="4030695" y="1080765"/>
              <a:ext cx="729948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Atom binding</a:t>
              </a:r>
              <a:endParaRPr lang="en-US" sz="724"/>
            </a:p>
          </p:txBody>
        </p:sp>
        <p:sp>
          <p:nvSpPr>
            <p:cNvPr id="2184" name="Text | probability"/>
            <p:cNvSpPr txBox="1"/>
            <p:nvPr/>
          </p:nvSpPr>
          <p:spPr>
            <a:xfrm>
              <a:off x="4030695" y="1189170"/>
              <a:ext cx="598849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probability</a:t>
              </a:r>
              <a:endParaRPr lang="en-US" sz="724"/>
            </a:p>
          </p:txBody>
        </p:sp>
        <p:grpSp>
          <p:nvGrpSpPr>
            <p:cNvPr id="2185" name="b | q_i formula"/>
            <p:cNvGrpSpPr/>
            <p:nvPr/>
          </p:nvGrpSpPr>
          <p:grpSpPr>
            <a:xfrm>
              <a:off x="4697550" y="1185885"/>
              <a:ext cx="103182" cy="140078"/>
              <a:chOff x="4697550" y="1185885"/>
              <a:chExt cx="103182" cy="140078"/>
            </a:xfrm>
          </p:grpSpPr>
          <p:sp>
            <p:nvSpPr>
              <p:cNvPr id="2186" name="Text | q"/>
              <p:cNvSpPr txBox="1"/>
              <p:nvPr/>
            </p:nvSpPr>
            <p:spPr>
              <a:xfrm>
                <a:off x="4697550" y="1185885"/>
                <a:ext cx="93814" cy="1352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750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q</a:t>
                </a:r>
                <a:endParaRPr lang="en-US" sz="750"/>
              </a:p>
            </p:txBody>
          </p:sp>
          <p:sp>
            <p:nvSpPr>
              <p:cNvPr id="2187" name="Text | i"/>
              <p:cNvSpPr txBox="1"/>
              <p:nvPr/>
            </p:nvSpPr>
            <p:spPr>
              <a:xfrm>
                <a:off x="4758021" y="1242091"/>
                <a:ext cx="42711" cy="838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65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i</a:t>
                </a:r>
                <a:endParaRPr lang="en-US" sz="465"/>
              </a:p>
            </p:txBody>
          </p:sp>
        </p:grpSp>
        <p:grpSp>
          <p:nvGrpSpPr>
            <p:cNvPr id="2188" name="b | Atom binding probability atoms"/>
            <p:cNvGrpSpPr/>
            <p:nvPr/>
          </p:nvGrpSpPr>
          <p:grpSpPr>
            <a:xfrm>
              <a:off x="4048258" y="1358908"/>
              <a:ext cx="619157" cy="354006"/>
              <a:chOff x="4048258" y="1358908"/>
              <a:chExt cx="619157" cy="354006"/>
            </a:xfrm>
          </p:grpSpPr>
          <p:sp>
            <p:nvSpPr>
              <p:cNvPr id="2189" name="ellipse_2090"/>
              <p:cNvSpPr/>
              <p:nvPr/>
            </p:nvSpPr>
            <p:spPr>
              <a:xfrm>
                <a:off x="4258453" y="1489516"/>
                <a:ext cx="30094" cy="30094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0" name="ellipse_2091"/>
              <p:cNvSpPr/>
              <p:nvPr/>
            </p:nvSpPr>
            <p:spPr>
              <a:xfrm>
                <a:off x="4113367" y="1552446"/>
                <a:ext cx="36128" cy="36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BFD5EB"/>
                  </a:gs>
                  <a:gs pos="100000">
                    <a:srgbClr val="93B0C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1" name="ellipse_2092"/>
              <p:cNvSpPr/>
              <p:nvPr/>
            </p:nvSpPr>
            <p:spPr>
              <a:xfrm>
                <a:off x="4241603" y="1430960"/>
                <a:ext cx="24712" cy="2471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2" name="ellipse_2093"/>
              <p:cNvSpPr/>
              <p:nvPr/>
            </p:nvSpPr>
            <p:spPr>
              <a:xfrm>
                <a:off x="4416989" y="1399138"/>
                <a:ext cx="30911" cy="30911"/>
              </a:xfrm>
              <a:prstGeom prst="ellipse">
                <a:avLst/>
              </a:prstGeom>
              <a:gradFill flip="none" rotWithShape="1">
                <a:gsLst>
                  <a:gs pos="0">
                    <a:srgbClr val="FEFEFE"/>
                  </a:gs>
                  <a:gs pos="43000">
                    <a:srgbClr val="F8F9FB"/>
                  </a:gs>
                  <a:gs pos="100000">
                    <a:srgbClr val="D5DAD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3" name="ellipse_2094"/>
              <p:cNvSpPr/>
              <p:nvPr/>
            </p:nvSpPr>
            <p:spPr>
              <a:xfrm>
                <a:off x="4225009" y="1420091"/>
                <a:ext cx="23096" cy="2309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4A6D5"/>
                  </a:gs>
                  <a:gs pos="100000">
                    <a:srgbClr val="3D79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4" name="ellipse_2095"/>
              <p:cNvSpPr/>
              <p:nvPr/>
            </p:nvSpPr>
            <p:spPr>
              <a:xfrm>
                <a:off x="4351890" y="1391469"/>
                <a:ext cx="20643" cy="20643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5" name="ellipse_2096"/>
              <p:cNvSpPr/>
              <p:nvPr/>
            </p:nvSpPr>
            <p:spPr>
              <a:xfrm>
                <a:off x="4500666" y="1563839"/>
                <a:ext cx="30169" cy="30169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6" name="ellipse_2097"/>
              <p:cNvSpPr/>
              <p:nvPr/>
            </p:nvSpPr>
            <p:spPr>
              <a:xfrm>
                <a:off x="4285092" y="1531884"/>
                <a:ext cx="35504" cy="3550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7" name="ellipse_2098"/>
              <p:cNvSpPr/>
              <p:nvPr/>
            </p:nvSpPr>
            <p:spPr>
              <a:xfrm>
                <a:off x="4478008" y="1554349"/>
                <a:ext cx="26505" cy="26505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2ECF5"/>
                  </a:gs>
                  <a:gs pos="100000">
                    <a:srgbClr val="BCCAD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8" name="ellipse_2099"/>
              <p:cNvSpPr/>
              <p:nvPr/>
            </p:nvSpPr>
            <p:spPr>
              <a:xfrm>
                <a:off x="4554728" y="1513181"/>
                <a:ext cx="25082" cy="2508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3E2F1"/>
                  </a:gs>
                  <a:gs pos="100000">
                    <a:srgbClr val="AABFD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199" name="ellipse_2100"/>
              <p:cNvSpPr/>
              <p:nvPr/>
            </p:nvSpPr>
            <p:spPr>
              <a:xfrm>
                <a:off x="4437339" y="1438245"/>
                <a:ext cx="26429" cy="26429"/>
              </a:xfrm>
              <a:prstGeom prst="ellipse">
                <a:avLst/>
              </a:prstGeom>
              <a:gradFill flip="none" rotWithShape="1">
                <a:gsLst>
                  <a:gs pos="0">
                    <a:srgbClr val="F8E4E5"/>
                  </a:gs>
                  <a:gs pos="43000">
                    <a:srgbClr val="DD7C81"/>
                  </a:gs>
                  <a:gs pos="100000">
                    <a:srgbClr val="B6495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0" name="ellipse_2101"/>
              <p:cNvSpPr/>
              <p:nvPr/>
            </p:nvSpPr>
            <p:spPr>
              <a:xfrm>
                <a:off x="4540638" y="1512355"/>
                <a:ext cx="24065" cy="2406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1" name="ellipse_2102"/>
              <p:cNvSpPr/>
              <p:nvPr/>
            </p:nvSpPr>
            <p:spPr>
              <a:xfrm>
                <a:off x="4379933" y="1358908"/>
                <a:ext cx="19574" cy="1957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2" name="ellipse_2103"/>
              <p:cNvSpPr/>
              <p:nvPr/>
            </p:nvSpPr>
            <p:spPr>
              <a:xfrm>
                <a:off x="4136927" y="1409448"/>
                <a:ext cx="34734" cy="3473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3" name="ellipse_2104"/>
              <p:cNvSpPr/>
              <p:nvPr/>
            </p:nvSpPr>
            <p:spPr>
              <a:xfrm>
                <a:off x="4185936" y="1432087"/>
                <a:ext cx="35247" cy="3524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4" name="ellipse_2105"/>
              <p:cNvSpPr/>
              <p:nvPr/>
            </p:nvSpPr>
            <p:spPr>
              <a:xfrm>
                <a:off x="4160777" y="1485033"/>
                <a:ext cx="33010" cy="3301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5" name="ellipse_2106"/>
              <p:cNvSpPr/>
              <p:nvPr/>
            </p:nvSpPr>
            <p:spPr>
              <a:xfrm>
                <a:off x="4156764" y="1588952"/>
                <a:ext cx="33812" cy="33812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7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6" name="ellipse_2107"/>
              <p:cNvSpPr/>
              <p:nvPr/>
            </p:nvSpPr>
            <p:spPr>
              <a:xfrm>
                <a:off x="4477325" y="1432896"/>
                <a:ext cx="23702" cy="23702"/>
              </a:xfrm>
              <a:prstGeom prst="ellipse">
                <a:avLst/>
              </a:prstGeom>
              <a:gradFill flip="none" rotWithShape="1">
                <a:gsLst>
                  <a:gs pos="0">
                    <a:srgbClr val="FAECED"/>
                  </a:gs>
                  <a:gs pos="43000">
                    <a:srgbClr val="E6A5A9"/>
                  </a:gs>
                  <a:gs pos="100000">
                    <a:srgbClr val="C0788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7" name="ellipse_2108"/>
              <p:cNvSpPr/>
              <p:nvPr/>
            </p:nvSpPr>
            <p:spPr>
              <a:xfrm>
                <a:off x="4277073" y="1643617"/>
                <a:ext cx="28926" cy="2892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8" name="ellipse_2109"/>
              <p:cNvSpPr/>
              <p:nvPr/>
            </p:nvSpPr>
            <p:spPr>
              <a:xfrm>
                <a:off x="4232832" y="1587878"/>
                <a:ext cx="32331" cy="3233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09" name="ellipse_2110"/>
              <p:cNvSpPr/>
              <p:nvPr/>
            </p:nvSpPr>
            <p:spPr>
              <a:xfrm>
                <a:off x="4366549" y="1446303"/>
                <a:ext cx="19768" cy="19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CF6F7"/>
                  </a:gs>
                  <a:gs pos="43000">
                    <a:srgbClr val="F0D6D9"/>
                  </a:gs>
                  <a:gs pos="100000">
                    <a:srgbClr val="CCB1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0" name="ellipse_2111"/>
              <p:cNvSpPr/>
              <p:nvPr/>
            </p:nvSpPr>
            <p:spPr>
              <a:xfrm>
                <a:off x="4319837" y="1616419"/>
                <a:ext cx="29048" cy="290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1" name="ellipse_2112"/>
              <p:cNvSpPr/>
              <p:nvPr/>
            </p:nvSpPr>
            <p:spPr>
              <a:xfrm>
                <a:off x="4162910" y="1486420"/>
                <a:ext cx="24489" cy="24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BD7"/>
                  </a:gs>
                  <a:gs pos="100000">
                    <a:srgbClr val="457F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2" name="ellipse_2113"/>
              <p:cNvSpPr/>
              <p:nvPr/>
            </p:nvSpPr>
            <p:spPr>
              <a:xfrm>
                <a:off x="4477711" y="1630434"/>
                <a:ext cx="31074" cy="3107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3" name="ellipse_2114"/>
              <p:cNvSpPr/>
              <p:nvPr/>
            </p:nvSpPr>
            <p:spPr>
              <a:xfrm>
                <a:off x="4561895" y="1404845"/>
                <a:ext cx="32842" cy="32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1E1"/>
                  </a:gs>
                  <a:gs pos="100000">
                    <a:srgbClr val="6F99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4" name="ellipse_2115"/>
              <p:cNvSpPr/>
              <p:nvPr/>
            </p:nvSpPr>
            <p:spPr>
              <a:xfrm>
                <a:off x="4215117" y="1531671"/>
                <a:ext cx="31068" cy="3106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5" name="ellipse_2116"/>
              <p:cNvSpPr/>
              <p:nvPr/>
            </p:nvSpPr>
            <p:spPr>
              <a:xfrm>
                <a:off x="4305476" y="1587179"/>
                <a:ext cx="22676" cy="22676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6DC"/>
                  </a:gs>
                  <a:gs pos="100000">
                    <a:srgbClr val="5C8C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6" name="ellipse_2117"/>
              <p:cNvSpPr/>
              <p:nvPr/>
            </p:nvSpPr>
            <p:spPr>
              <a:xfrm>
                <a:off x="4603877" y="1581641"/>
                <a:ext cx="20231" cy="2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7" name="ellipse_2118"/>
              <p:cNvSpPr/>
              <p:nvPr/>
            </p:nvSpPr>
            <p:spPr>
              <a:xfrm>
                <a:off x="4148220" y="1473747"/>
                <a:ext cx="36222" cy="36222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8D5"/>
                  </a:gs>
                  <a:gs pos="100000">
                    <a:srgbClr val="417C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8" name="ellipse_2119"/>
              <p:cNvSpPr/>
              <p:nvPr/>
            </p:nvSpPr>
            <p:spPr>
              <a:xfrm>
                <a:off x="4552698" y="1554585"/>
                <a:ext cx="29289" cy="2928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19" name="ellipse_2120"/>
              <p:cNvSpPr/>
              <p:nvPr/>
            </p:nvSpPr>
            <p:spPr>
              <a:xfrm>
                <a:off x="4303221" y="1630068"/>
                <a:ext cx="26948" cy="2694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0" name="ellipse_2121"/>
              <p:cNvSpPr/>
              <p:nvPr/>
            </p:nvSpPr>
            <p:spPr>
              <a:xfrm>
                <a:off x="4478501" y="1592646"/>
                <a:ext cx="34960" cy="3496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CB5DB"/>
                  </a:gs>
                  <a:gs pos="100000">
                    <a:srgbClr val="588BB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1" name="ellipse_2122"/>
              <p:cNvSpPr/>
              <p:nvPr/>
            </p:nvSpPr>
            <p:spPr>
              <a:xfrm>
                <a:off x="4565932" y="1590332"/>
                <a:ext cx="28306" cy="28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2" name="ellipse_2123"/>
              <p:cNvSpPr/>
              <p:nvPr/>
            </p:nvSpPr>
            <p:spPr>
              <a:xfrm>
                <a:off x="4059567" y="1420321"/>
                <a:ext cx="25021" cy="25021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3D3"/>
                  </a:gs>
                  <a:gs pos="100000">
                    <a:srgbClr val="3876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3" name="ellipse_2124"/>
              <p:cNvSpPr/>
              <p:nvPr/>
            </p:nvSpPr>
            <p:spPr>
              <a:xfrm>
                <a:off x="4454981" y="1419123"/>
                <a:ext cx="20719" cy="20719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5C9"/>
                  </a:gs>
                  <a:gs pos="100000">
                    <a:srgbClr val="C89EA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4" name="ellipse_2125"/>
              <p:cNvSpPr/>
              <p:nvPr/>
            </p:nvSpPr>
            <p:spPr>
              <a:xfrm>
                <a:off x="4213951" y="1613938"/>
                <a:ext cx="30623" cy="30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CD3E9"/>
                  </a:gs>
                  <a:gs pos="100000">
                    <a:srgbClr val="90AEC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5" name="ellipse_2126"/>
              <p:cNvSpPr/>
              <p:nvPr/>
            </p:nvSpPr>
            <p:spPr>
              <a:xfrm>
                <a:off x="4448861" y="1530866"/>
                <a:ext cx="30010" cy="30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0"/>
                  </a:gs>
                  <a:gs pos="100000">
                    <a:srgbClr val="C6949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6" name="ellipse_2127"/>
              <p:cNvSpPr/>
              <p:nvPr/>
            </p:nvSpPr>
            <p:spPr>
              <a:xfrm>
                <a:off x="4187439" y="1437250"/>
                <a:ext cx="22091" cy="2209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7" name="ellipse_2128"/>
              <p:cNvSpPr/>
              <p:nvPr/>
            </p:nvSpPr>
            <p:spPr>
              <a:xfrm>
                <a:off x="4156267" y="1447360"/>
                <a:ext cx="27517" cy="2751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8" name="ellipse_2129"/>
              <p:cNvSpPr/>
              <p:nvPr/>
            </p:nvSpPr>
            <p:spPr>
              <a:xfrm>
                <a:off x="4513687" y="1593956"/>
                <a:ext cx="26924" cy="2692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2DA"/>
                  </a:gs>
                  <a:gs pos="100000">
                    <a:srgbClr val="5387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29" name="ellipse_2130"/>
              <p:cNvSpPr/>
              <p:nvPr/>
            </p:nvSpPr>
            <p:spPr>
              <a:xfrm>
                <a:off x="4475672" y="1534775"/>
                <a:ext cx="19735" cy="1973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CC5C8"/>
                  </a:gs>
                  <a:gs pos="100000">
                    <a:srgbClr val="C79DA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0" name="ellipse_2131"/>
              <p:cNvSpPr/>
              <p:nvPr/>
            </p:nvSpPr>
            <p:spPr>
              <a:xfrm>
                <a:off x="4177150" y="1479714"/>
                <a:ext cx="34047" cy="3404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1" name="ellipse_2132"/>
              <p:cNvSpPr/>
              <p:nvPr/>
            </p:nvSpPr>
            <p:spPr>
              <a:xfrm>
                <a:off x="4169230" y="1457714"/>
                <a:ext cx="24475" cy="2447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2" name="ellipse_2133"/>
              <p:cNvSpPr/>
              <p:nvPr/>
            </p:nvSpPr>
            <p:spPr>
              <a:xfrm>
                <a:off x="4250267" y="1611599"/>
                <a:ext cx="27208" cy="27208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5E3"/>
                  </a:gs>
                  <a:gs pos="100000">
                    <a:srgbClr val="749D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3" name="ellipse_2134"/>
              <p:cNvSpPr/>
              <p:nvPr/>
            </p:nvSpPr>
            <p:spPr>
              <a:xfrm>
                <a:off x="4316540" y="1649280"/>
                <a:ext cx="31638" cy="3163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4" name="ellipse_2135"/>
              <p:cNvSpPr/>
              <p:nvPr/>
            </p:nvSpPr>
            <p:spPr>
              <a:xfrm>
                <a:off x="4145317" y="1562114"/>
                <a:ext cx="29616" cy="29616"/>
              </a:xfrm>
              <a:prstGeom prst="ellipse">
                <a:avLst/>
              </a:prstGeom>
              <a:gradFill flip="none" rotWithShape="1">
                <a:gsLst>
                  <a:gs pos="0">
                    <a:srgbClr val="F8FAFC"/>
                  </a:gs>
                  <a:gs pos="43000">
                    <a:srgbClr val="DBE7F3"/>
                  </a:gs>
                  <a:gs pos="100000">
                    <a:srgbClr val="B4C4D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5" name="ellipse_2136"/>
              <p:cNvSpPr/>
              <p:nvPr/>
            </p:nvSpPr>
            <p:spPr>
              <a:xfrm>
                <a:off x="4212479" y="1534532"/>
                <a:ext cx="21239" cy="21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9C8E4"/>
                  </a:gs>
                  <a:gs pos="100000">
                    <a:srgbClr val="7AA0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6" name="ellipse_2137"/>
              <p:cNvSpPr/>
              <p:nvPr/>
            </p:nvSpPr>
            <p:spPr>
              <a:xfrm>
                <a:off x="4296928" y="1660530"/>
                <a:ext cx="21078" cy="2107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7" name="ellipse_2138"/>
              <p:cNvSpPr/>
              <p:nvPr/>
            </p:nvSpPr>
            <p:spPr>
              <a:xfrm>
                <a:off x="4387132" y="1397727"/>
                <a:ext cx="22984" cy="229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8FC"/>
                  </a:gs>
                  <a:gs pos="43000">
                    <a:srgbClr val="CFDFEF"/>
                  </a:gs>
                  <a:gs pos="100000">
                    <a:srgbClr val="A5BCD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8" name="ellipse_2139"/>
              <p:cNvSpPr/>
              <p:nvPr/>
            </p:nvSpPr>
            <p:spPr>
              <a:xfrm>
                <a:off x="4423607" y="1603144"/>
                <a:ext cx="26321" cy="2632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8B3DA"/>
                  </a:gs>
                  <a:gs pos="100000">
                    <a:srgbClr val="5488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39" name="ellipse_2140"/>
              <p:cNvSpPr/>
              <p:nvPr/>
            </p:nvSpPr>
            <p:spPr>
              <a:xfrm>
                <a:off x="4143066" y="1454342"/>
                <a:ext cx="33754" cy="3375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0" name="ellipse_2141"/>
              <p:cNvSpPr/>
              <p:nvPr/>
            </p:nvSpPr>
            <p:spPr>
              <a:xfrm>
                <a:off x="4172222" y="1529575"/>
                <a:ext cx="28626" cy="28626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ECBE6"/>
                  </a:gs>
                  <a:gs pos="100000">
                    <a:srgbClr val="80A4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1" name="ellipse_2142"/>
              <p:cNvSpPr/>
              <p:nvPr/>
            </p:nvSpPr>
            <p:spPr>
              <a:xfrm>
                <a:off x="4543531" y="1594407"/>
                <a:ext cx="30468" cy="30468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2" name="ellipse_2143"/>
              <p:cNvSpPr/>
              <p:nvPr/>
            </p:nvSpPr>
            <p:spPr>
              <a:xfrm>
                <a:off x="4485018" y="1527843"/>
                <a:ext cx="27018" cy="27018"/>
              </a:xfrm>
              <a:prstGeom prst="ellipse">
                <a:avLst/>
              </a:prstGeom>
              <a:gradFill flip="none" rotWithShape="1">
                <a:gsLst>
                  <a:gs pos="0">
                    <a:srgbClr val="FBF4F4"/>
                  </a:gs>
                  <a:gs pos="43000">
                    <a:srgbClr val="EDC8CC"/>
                  </a:gs>
                  <a:gs pos="100000">
                    <a:srgbClr val="C8A1A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3" name="ellipse_2144"/>
              <p:cNvSpPr/>
              <p:nvPr/>
            </p:nvSpPr>
            <p:spPr>
              <a:xfrm>
                <a:off x="4197746" y="1447194"/>
                <a:ext cx="24842" cy="248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4" name="ellipse_2145"/>
              <p:cNvSpPr/>
              <p:nvPr/>
            </p:nvSpPr>
            <p:spPr>
              <a:xfrm>
                <a:off x="4457750" y="1465726"/>
                <a:ext cx="30821" cy="3082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5" name="ellipse_2146"/>
              <p:cNvSpPr/>
              <p:nvPr/>
            </p:nvSpPr>
            <p:spPr>
              <a:xfrm>
                <a:off x="4451010" y="1568162"/>
                <a:ext cx="23766" cy="2376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ADCEE"/>
                  </a:gs>
                  <a:gs pos="100000">
                    <a:srgbClr val="A0B8C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6" name="ellipse_2147"/>
              <p:cNvSpPr/>
              <p:nvPr/>
            </p:nvSpPr>
            <p:spPr>
              <a:xfrm>
                <a:off x="4223815" y="1435525"/>
                <a:ext cx="33315" cy="3331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7D5"/>
                  </a:gs>
                  <a:gs pos="100000">
                    <a:srgbClr val="407B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7" name="ellipse_2148"/>
              <p:cNvSpPr/>
              <p:nvPr/>
            </p:nvSpPr>
            <p:spPr>
              <a:xfrm>
                <a:off x="4429682" y="1587437"/>
                <a:ext cx="20909" cy="2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2F9"/>
                  </a:gs>
                  <a:gs pos="43000">
                    <a:srgbClr val="A1C3E1"/>
                  </a:gs>
                  <a:gs pos="100000">
                    <a:srgbClr val="719B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8" name="ellipse_2149"/>
              <p:cNvSpPr/>
              <p:nvPr/>
            </p:nvSpPr>
            <p:spPr>
              <a:xfrm>
                <a:off x="4200321" y="1424891"/>
                <a:ext cx="21059" cy="2105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49" name="ellipse_2150"/>
              <p:cNvSpPr/>
              <p:nvPr/>
            </p:nvSpPr>
            <p:spPr>
              <a:xfrm>
                <a:off x="4265269" y="1675294"/>
                <a:ext cx="32963" cy="3296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0" name="ellipse_2151"/>
              <p:cNvSpPr/>
              <p:nvPr/>
            </p:nvSpPr>
            <p:spPr>
              <a:xfrm>
                <a:off x="4255395" y="1464436"/>
                <a:ext cx="30049" cy="3004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1" name="ellipse_2152"/>
              <p:cNvSpPr/>
              <p:nvPr/>
            </p:nvSpPr>
            <p:spPr>
              <a:xfrm>
                <a:off x="4442577" y="1583236"/>
                <a:ext cx="34593" cy="34593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2" name="ellipse_2153"/>
              <p:cNvSpPr/>
              <p:nvPr/>
            </p:nvSpPr>
            <p:spPr>
              <a:xfrm>
                <a:off x="4487089" y="1605392"/>
                <a:ext cx="21701" cy="21701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3" name="ellipse_2154"/>
              <p:cNvSpPr/>
              <p:nvPr/>
            </p:nvSpPr>
            <p:spPr>
              <a:xfrm>
                <a:off x="4496800" y="1560661"/>
                <a:ext cx="29011" cy="2901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5B1C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4" name="ellipse_2155"/>
              <p:cNvSpPr/>
              <p:nvPr/>
            </p:nvSpPr>
            <p:spPr>
              <a:xfrm>
                <a:off x="4296447" y="1640205"/>
                <a:ext cx="28855" cy="28855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5" name="ellipse_2156"/>
              <p:cNvSpPr/>
              <p:nvPr/>
            </p:nvSpPr>
            <p:spPr>
              <a:xfrm>
                <a:off x="4517139" y="1596962"/>
                <a:ext cx="32658" cy="32658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6" name="ellipse_2157"/>
              <p:cNvSpPr/>
              <p:nvPr/>
            </p:nvSpPr>
            <p:spPr>
              <a:xfrm>
                <a:off x="4387488" y="1548169"/>
                <a:ext cx="31558" cy="31558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1EAF4"/>
                  </a:gs>
                  <a:gs pos="100000">
                    <a:srgbClr val="BAC8D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7" name="ellipse_2158"/>
              <p:cNvSpPr/>
              <p:nvPr/>
            </p:nvSpPr>
            <p:spPr>
              <a:xfrm>
                <a:off x="4404494" y="1366310"/>
                <a:ext cx="20661" cy="20661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7BCDF"/>
                  </a:gs>
                  <a:gs pos="100000">
                    <a:srgbClr val="659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8" name="ellipse_2159"/>
              <p:cNvSpPr/>
              <p:nvPr/>
            </p:nvSpPr>
            <p:spPr>
              <a:xfrm>
                <a:off x="4287847" y="1579304"/>
                <a:ext cx="21637" cy="2163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79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59" name="ellipse_2160"/>
              <p:cNvSpPr/>
              <p:nvPr/>
            </p:nvSpPr>
            <p:spPr>
              <a:xfrm>
                <a:off x="4247333" y="1542048"/>
                <a:ext cx="20042" cy="2004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3C3E2"/>
                  </a:gs>
                  <a:gs pos="100000">
                    <a:srgbClr val="739B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0" name="ellipse_2161"/>
              <p:cNvSpPr/>
              <p:nvPr/>
            </p:nvSpPr>
            <p:spPr>
              <a:xfrm>
                <a:off x="4457286" y="1441037"/>
                <a:ext cx="30843" cy="30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1" name="ellipse_2162"/>
              <p:cNvSpPr/>
              <p:nvPr/>
            </p:nvSpPr>
            <p:spPr>
              <a:xfrm>
                <a:off x="4174540" y="1565987"/>
                <a:ext cx="25424" cy="25424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3ECF5"/>
                  </a:gs>
                  <a:gs pos="100000">
                    <a:srgbClr val="BDCBD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2" name="ellipse_2163"/>
              <p:cNvSpPr/>
              <p:nvPr/>
            </p:nvSpPr>
            <p:spPr>
              <a:xfrm>
                <a:off x="4283446" y="1527651"/>
                <a:ext cx="34254" cy="3425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1"/>
                  </a:gs>
                  <a:gs pos="100000">
                    <a:srgbClr val="6C9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3" name="ellipse_2164"/>
              <p:cNvSpPr/>
              <p:nvPr/>
            </p:nvSpPr>
            <p:spPr>
              <a:xfrm>
                <a:off x="4643589" y="1587283"/>
                <a:ext cx="23827" cy="2382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4" name="ellipse_2165"/>
              <p:cNvSpPr/>
              <p:nvPr/>
            </p:nvSpPr>
            <p:spPr>
              <a:xfrm>
                <a:off x="4362350" y="1394370"/>
                <a:ext cx="36100" cy="36100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5D9EC"/>
                  </a:gs>
                  <a:gs pos="100000">
                    <a:srgbClr val="9AB4C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5" name="ellipse_2166"/>
              <p:cNvSpPr/>
              <p:nvPr/>
            </p:nvSpPr>
            <p:spPr>
              <a:xfrm>
                <a:off x="4308980" y="1614559"/>
                <a:ext cx="24285" cy="24285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6" name="ellipse_2167"/>
              <p:cNvSpPr/>
              <p:nvPr/>
            </p:nvSpPr>
            <p:spPr>
              <a:xfrm>
                <a:off x="4258920" y="1604652"/>
                <a:ext cx="35727" cy="35727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B9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7" name="ellipse_2168"/>
              <p:cNvSpPr/>
              <p:nvPr/>
            </p:nvSpPr>
            <p:spPr>
              <a:xfrm>
                <a:off x="4055626" y="1445608"/>
                <a:ext cx="27529" cy="2752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8" name="ellipse_2169"/>
              <p:cNvSpPr/>
              <p:nvPr/>
            </p:nvSpPr>
            <p:spPr>
              <a:xfrm>
                <a:off x="4246396" y="1460762"/>
                <a:ext cx="31802" cy="31802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2AED8"/>
                  </a:gs>
                  <a:gs pos="100000">
                    <a:srgbClr val="4D83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69" name="ellipse_2170"/>
              <p:cNvSpPr/>
              <p:nvPr/>
            </p:nvSpPr>
            <p:spPr>
              <a:xfrm>
                <a:off x="4488487" y="1463669"/>
                <a:ext cx="19500" cy="19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0" name="ellipse_2171"/>
              <p:cNvSpPr/>
              <p:nvPr/>
            </p:nvSpPr>
            <p:spPr>
              <a:xfrm>
                <a:off x="4378658" y="1411914"/>
                <a:ext cx="25207" cy="25207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EEF3F9"/>
                  </a:gs>
                  <a:gs pos="100000">
                    <a:srgbClr val="CAD3D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1" name="ellipse_2172"/>
              <p:cNvSpPr/>
              <p:nvPr/>
            </p:nvSpPr>
            <p:spPr>
              <a:xfrm>
                <a:off x="4369328" y="1415476"/>
                <a:ext cx="35743" cy="3574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2F4"/>
                  </a:gs>
                  <a:gs pos="100000">
                    <a:srgbClr val="D3D1D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2" name="ellipse_2173"/>
              <p:cNvSpPr/>
              <p:nvPr/>
            </p:nvSpPr>
            <p:spPr>
              <a:xfrm>
                <a:off x="4108720" y="1553209"/>
                <a:ext cx="23944" cy="23944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CE7"/>
                  </a:gs>
                  <a:gs pos="100000">
                    <a:srgbClr val="83A5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3" name="ellipse_2174"/>
              <p:cNvSpPr/>
              <p:nvPr/>
            </p:nvSpPr>
            <p:spPr>
              <a:xfrm>
                <a:off x="4471741" y="1503867"/>
                <a:ext cx="25632" cy="2563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4" name="ellipse_2175"/>
              <p:cNvSpPr/>
              <p:nvPr/>
            </p:nvSpPr>
            <p:spPr>
              <a:xfrm>
                <a:off x="4318731" y="1540689"/>
                <a:ext cx="28238" cy="28238"/>
              </a:xfrm>
              <a:prstGeom prst="ellipse">
                <a:avLst/>
              </a:prstGeom>
              <a:gradFill flip="none" rotWithShape="1">
                <a:gsLst>
                  <a:gs pos="0">
                    <a:srgbClr val="EDF4F9"/>
                  </a:gs>
                  <a:gs pos="43000">
                    <a:srgbClr val="ABC8E4"/>
                  </a:gs>
                  <a:gs pos="100000">
                    <a:srgbClr val="7CA1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5" name="ellipse_2176"/>
              <p:cNvSpPr/>
              <p:nvPr/>
            </p:nvSpPr>
            <p:spPr>
              <a:xfrm>
                <a:off x="4264380" y="1516974"/>
                <a:ext cx="22493" cy="22493"/>
              </a:xfrm>
              <a:prstGeom prst="ellipse">
                <a:avLst/>
              </a:prstGeom>
              <a:gradFill flip="none" rotWithShape="1">
                <a:gsLst>
                  <a:gs pos="0">
                    <a:srgbClr val="E8F1F8"/>
                  </a:gs>
                  <a:gs pos="43000">
                    <a:srgbClr val="93BADD"/>
                  </a:gs>
                  <a:gs pos="100000">
                    <a:srgbClr val="609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6" name="ellipse_2177"/>
              <p:cNvSpPr/>
              <p:nvPr/>
            </p:nvSpPr>
            <p:spPr>
              <a:xfrm>
                <a:off x="4223323" y="1483184"/>
                <a:ext cx="26490" cy="2649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EACD7"/>
                  </a:gs>
                  <a:gs pos="100000">
                    <a:srgbClr val="4881B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7" name="ellipse_2178"/>
              <p:cNvSpPr/>
              <p:nvPr/>
            </p:nvSpPr>
            <p:spPr>
              <a:xfrm>
                <a:off x="4401541" y="1664126"/>
                <a:ext cx="25319" cy="2531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8" name="ellipse_2179"/>
              <p:cNvSpPr/>
              <p:nvPr/>
            </p:nvSpPr>
            <p:spPr>
              <a:xfrm>
                <a:off x="4339068" y="1457481"/>
                <a:ext cx="35401" cy="35401"/>
              </a:xfrm>
              <a:prstGeom prst="ellipse">
                <a:avLst/>
              </a:prstGeom>
              <a:gradFill flip="none" rotWithShape="1">
                <a:gsLst>
                  <a:gs pos="0">
                    <a:srgbClr val="FDFBFB"/>
                  </a:gs>
                  <a:gs pos="43000">
                    <a:srgbClr val="F5EAED"/>
                  </a:gs>
                  <a:gs pos="100000">
                    <a:srgbClr val="D1C8C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79" name="ellipse_2180"/>
              <p:cNvSpPr/>
              <p:nvPr/>
            </p:nvSpPr>
            <p:spPr>
              <a:xfrm>
                <a:off x="4147487" y="1616286"/>
                <a:ext cx="26099" cy="260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0" name="ellipse_2181"/>
              <p:cNvSpPr/>
              <p:nvPr/>
            </p:nvSpPr>
            <p:spPr>
              <a:xfrm>
                <a:off x="4421275" y="1403443"/>
                <a:ext cx="35162" cy="35162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A"/>
                  </a:gs>
                  <a:gs pos="43000">
                    <a:srgbClr val="F3E3E6"/>
                  </a:gs>
                  <a:gs pos="100000">
                    <a:srgbClr val="CFC0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1" name="ellipse_2182"/>
              <p:cNvSpPr/>
              <p:nvPr/>
            </p:nvSpPr>
            <p:spPr>
              <a:xfrm>
                <a:off x="4115470" y="1492277"/>
                <a:ext cx="31229" cy="31229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2" name="ellipse_2183"/>
              <p:cNvSpPr/>
              <p:nvPr/>
            </p:nvSpPr>
            <p:spPr>
              <a:xfrm>
                <a:off x="4091744" y="1552009"/>
                <a:ext cx="22492" cy="22492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A0C2E1"/>
                  </a:gs>
                  <a:gs pos="100000">
                    <a:srgbClr val="6F9A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3" name="ellipse_2184"/>
              <p:cNvSpPr/>
              <p:nvPr/>
            </p:nvSpPr>
            <p:spPr>
              <a:xfrm>
                <a:off x="4133493" y="1548733"/>
                <a:ext cx="25991" cy="25991"/>
              </a:xfrm>
              <a:prstGeom prst="ellipse">
                <a:avLst/>
              </a:prstGeom>
              <a:gradFill flip="none" rotWithShape="1">
                <a:gsLst>
                  <a:gs pos="0">
                    <a:srgbClr val="F2F6FB"/>
                  </a:gs>
                  <a:gs pos="43000">
                    <a:srgbClr val="C0D6EB"/>
                  </a:gs>
                  <a:gs pos="100000">
                    <a:srgbClr val="94B1C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4" name="ellipse_2185"/>
              <p:cNvSpPr/>
              <p:nvPr/>
            </p:nvSpPr>
            <p:spPr>
              <a:xfrm>
                <a:off x="4250858" y="1579120"/>
                <a:ext cx="23959" cy="2395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4CEE7"/>
                  </a:gs>
                  <a:gs pos="100000">
                    <a:srgbClr val="87A8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5" name="ellipse_2186"/>
              <p:cNvSpPr/>
              <p:nvPr/>
            </p:nvSpPr>
            <p:spPr>
              <a:xfrm>
                <a:off x="4273408" y="1643014"/>
                <a:ext cx="27291" cy="2729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0AED8"/>
                  </a:gs>
                  <a:gs pos="100000">
                    <a:srgbClr val="4B82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6" name="ellipse_2187"/>
              <p:cNvSpPr/>
              <p:nvPr/>
            </p:nvSpPr>
            <p:spPr>
              <a:xfrm>
                <a:off x="4321059" y="1463010"/>
                <a:ext cx="28730" cy="287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7" name="ellipse_2188"/>
              <p:cNvSpPr/>
              <p:nvPr/>
            </p:nvSpPr>
            <p:spPr>
              <a:xfrm>
                <a:off x="4421172" y="1439570"/>
                <a:ext cx="30726" cy="30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8" name="ellipse_2189"/>
              <p:cNvSpPr/>
              <p:nvPr/>
            </p:nvSpPr>
            <p:spPr>
              <a:xfrm>
                <a:off x="4229887" y="1669778"/>
                <a:ext cx="23937" cy="2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89" name="ellipse_2190"/>
              <p:cNvSpPr/>
              <p:nvPr/>
            </p:nvSpPr>
            <p:spPr>
              <a:xfrm>
                <a:off x="4374353" y="1632975"/>
                <a:ext cx="24495" cy="2449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0" name="ellipse_2191"/>
              <p:cNvSpPr/>
              <p:nvPr/>
            </p:nvSpPr>
            <p:spPr>
              <a:xfrm>
                <a:off x="4300902" y="1684368"/>
                <a:ext cx="24743" cy="2474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1" name="ellipse_2192"/>
              <p:cNvSpPr/>
              <p:nvPr/>
            </p:nvSpPr>
            <p:spPr>
              <a:xfrm>
                <a:off x="4211047" y="1622071"/>
                <a:ext cx="27475" cy="27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6CFE8"/>
                  </a:gs>
                  <a:gs pos="100000">
                    <a:srgbClr val="88A9C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2" name="ellipse_2193"/>
              <p:cNvSpPr/>
              <p:nvPr/>
            </p:nvSpPr>
            <p:spPr>
              <a:xfrm>
                <a:off x="4395435" y="1581312"/>
                <a:ext cx="29624" cy="29624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EC0E1"/>
                  </a:gs>
                  <a:gs pos="100000">
                    <a:srgbClr val="6D98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3" name="ellipse_2194"/>
              <p:cNvSpPr/>
              <p:nvPr/>
            </p:nvSpPr>
            <p:spPr>
              <a:xfrm>
                <a:off x="4048258" y="1480126"/>
                <a:ext cx="35829" cy="35829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4" name="ellipse_2195"/>
              <p:cNvSpPr/>
              <p:nvPr/>
            </p:nvSpPr>
            <p:spPr>
              <a:xfrm>
                <a:off x="4492338" y="1548882"/>
                <a:ext cx="24345" cy="24345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D"/>
                  </a:gs>
                  <a:gs pos="43000">
                    <a:srgbClr val="EAF1F7"/>
                  </a:gs>
                  <a:gs pos="100000">
                    <a:srgbClr val="C5D0D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5" name="ellipse_2196"/>
              <p:cNvSpPr/>
              <p:nvPr/>
            </p:nvSpPr>
            <p:spPr>
              <a:xfrm>
                <a:off x="4303160" y="1607853"/>
                <a:ext cx="30281" cy="30281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4B0D9"/>
                  </a:gs>
                  <a:gs pos="100000">
                    <a:srgbClr val="4F85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6" name="ellipse_2197"/>
              <p:cNvSpPr/>
              <p:nvPr/>
            </p:nvSpPr>
            <p:spPr>
              <a:xfrm>
                <a:off x="4353888" y="1597620"/>
                <a:ext cx="20715" cy="20715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6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7" name="ellipse_2198"/>
              <p:cNvSpPr/>
              <p:nvPr/>
            </p:nvSpPr>
            <p:spPr>
              <a:xfrm>
                <a:off x="4339685" y="1653492"/>
                <a:ext cx="30582" cy="3058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4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8" name="ellipse_2199"/>
              <p:cNvSpPr/>
              <p:nvPr/>
            </p:nvSpPr>
            <p:spPr>
              <a:xfrm>
                <a:off x="4211176" y="1555263"/>
                <a:ext cx="22426" cy="22426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299" name="ellipse_2200"/>
              <p:cNvSpPr/>
              <p:nvPr/>
            </p:nvSpPr>
            <p:spPr>
              <a:xfrm>
                <a:off x="4462884" y="1435914"/>
                <a:ext cx="31220" cy="31220"/>
              </a:xfrm>
              <a:prstGeom prst="ellipse">
                <a:avLst/>
              </a:prstGeom>
              <a:gradFill flip="none" rotWithShape="1">
                <a:gsLst>
                  <a:gs pos="0">
                    <a:srgbClr val="F8E6E7"/>
                  </a:gs>
                  <a:gs pos="43000">
                    <a:srgbClr val="DF878B"/>
                  </a:gs>
                  <a:gs pos="100000">
                    <a:srgbClr val="B8565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0" name="ellipse_2201"/>
              <p:cNvSpPr/>
              <p:nvPr/>
            </p:nvSpPr>
            <p:spPr>
              <a:xfrm>
                <a:off x="4266414" y="1692646"/>
                <a:ext cx="20268" cy="2026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1" name="ellipse_2202"/>
              <p:cNvSpPr/>
              <p:nvPr/>
            </p:nvSpPr>
            <p:spPr>
              <a:xfrm>
                <a:off x="4483555" y="1615434"/>
                <a:ext cx="25340" cy="2534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7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2" name="ellipse_2203"/>
              <p:cNvSpPr/>
              <p:nvPr/>
            </p:nvSpPr>
            <p:spPr>
              <a:xfrm>
                <a:off x="4529828" y="1504880"/>
                <a:ext cx="34733" cy="34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1F3"/>
                  </a:gs>
                  <a:gs pos="100000">
                    <a:srgbClr val="D3D0D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3" name="ellipse_2204"/>
              <p:cNvSpPr/>
              <p:nvPr/>
            </p:nvSpPr>
            <p:spPr>
              <a:xfrm>
                <a:off x="4259420" y="1662443"/>
                <a:ext cx="32679" cy="3267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4" name="ellipse_2205"/>
              <p:cNvSpPr/>
              <p:nvPr/>
            </p:nvSpPr>
            <p:spPr>
              <a:xfrm>
                <a:off x="4164350" y="1623047"/>
                <a:ext cx="36365" cy="36365"/>
              </a:xfrm>
              <a:prstGeom prst="ellipse">
                <a:avLst/>
              </a:prstGeom>
              <a:gradFill flip="none" rotWithShape="1">
                <a:gsLst>
                  <a:gs pos="0">
                    <a:srgbClr val="F0F6FA"/>
                  </a:gs>
                  <a:gs pos="43000">
                    <a:srgbClr val="B9D2E9"/>
                  </a:gs>
                  <a:gs pos="100000">
                    <a:srgbClr val="8CACC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5" name="ellipse_2206"/>
              <p:cNvSpPr/>
              <p:nvPr/>
            </p:nvSpPr>
            <p:spPr>
              <a:xfrm>
                <a:off x="4174720" y="1571707"/>
                <a:ext cx="20339" cy="20339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6" name="ellipse_2207"/>
              <p:cNvSpPr/>
              <p:nvPr/>
            </p:nvSpPr>
            <p:spPr>
              <a:xfrm>
                <a:off x="4442759" y="1467880"/>
                <a:ext cx="28267" cy="28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7" name="ellipse_2208"/>
              <p:cNvSpPr/>
              <p:nvPr/>
            </p:nvSpPr>
            <p:spPr>
              <a:xfrm>
                <a:off x="4216943" y="1625920"/>
                <a:ext cx="35489" cy="35489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8" name="ellipse_2209"/>
              <p:cNvSpPr/>
              <p:nvPr/>
            </p:nvSpPr>
            <p:spPr>
              <a:xfrm>
                <a:off x="4372327" y="1669257"/>
                <a:ext cx="36395" cy="36395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09" name="ellipse_2210"/>
              <p:cNvSpPr/>
              <p:nvPr/>
            </p:nvSpPr>
            <p:spPr>
              <a:xfrm>
                <a:off x="4169640" y="1618732"/>
                <a:ext cx="34055" cy="34055"/>
              </a:xfrm>
              <a:prstGeom prst="ellipse">
                <a:avLst/>
              </a:prstGeom>
              <a:gradFill flip="none" rotWithShape="1">
                <a:gsLst>
                  <a:gs pos="0">
                    <a:srgbClr val="F2F7FB"/>
                  </a:gs>
                  <a:gs pos="43000">
                    <a:srgbClr val="C3D7EC"/>
                  </a:gs>
                  <a:gs pos="100000">
                    <a:srgbClr val="97B3C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0" name="ellipse_2211"/>
              <p:cNvSpPr/>
              <p:nvPr/>
            </p:nvSpPr>
            <p:spPr>
              <a:xfrm>
                <a:off x="4313792" y="1396283"/>
                <a:ext cx="29270" cy="2927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1" name="ellipse_2212"/>
              <p:cNvSpPr/>
              <p:nvPr/>
            </p:nvSpPr>
            <p:spPr>
              <a:xfrm>
                <a:off x="4179309" y="1432837"/>
                <a:ext cx="30914" cy="3091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2" name="ellipse_2213"/>
              <p:cNvSpPr/>
              <p:nvPr/>
            </p:nvSpPr>
            <p:spPr>
              <a:xfrm>
                <a:off x="4119488" y="1533108"/>
                <a:ext cx="29184" cy="291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3" name="ellipse_2214"/>
              <p:cNvSpPr/>
              <p:nvPr/>
            </p:nvSpPr>
            <p:spPr>
              <a:xfrm>
                <a:off x="4374279" y="1463343"/>
                <a:ext cx="31808" cy="31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49A9F"/>
                  </a:gs>
                  <a:gs pos="100000">
                    <a:srgbClr val="BD6C7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4" name="ellipse_2215"/>
              <p:cNvSpPr/>
              <p:nvPr/>
            </p:nvSpPr>
            <p:spPr>
              <a:xfrm>
                <a:off x="4554980" y="1612685"/>
                <a:ext cx="33803" cy="33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5" name="ellipse_2216"/>
              <p:cNvSpPr/>
              <p:nvPr/>
            </p:nvSpPr>
            <p:spPr>
              <a:xfrm>
                <a:off x="4259972" y="1386621"/>
                <a:ext cx="36239" cy="36239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6" name="ellipse_2217"/>
              <p:cNvSpPr/>
              <p:nvPr/>
            </p:nvSpPr>
            <p:spPr>
              <a:xfrm>
                <a:off x="4388705" y="1575308"/>
                <a:ext cx="32684" cy="32684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4C4E2"/>
                  </a:gs>
                  <a:gs pos="100000">
                    <a:srgbClr val="749C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7" name="ellipse_2218"/>
              <p:cNvSpPr/>
              <p:nvPr/>
            </p:nvSpPr>
            <p:spPr>
              <a:xfrm>
                <a:off x="4479568" y="1395923"/>
                <a:ext cx="34044" cy="34044"/>
              </a:xfrm>
              <a:prstGeom prst="ellipse">
                <a:avLst/>
              </a:prstGeom>
              <a:gradFill flip="none" rotWithShape="1">
                <a:gsLst>
                  <a:gs pos="0">
                    <a:srgbClr val="FAFBFD"/>
                  </a:gs>
                  <a:gs pos="43000">
                    <a:srgbClr val="E6EEF6"/>
                  </a:gs>
                  <a:gs pos="100000">
                    <a:srgbClr val="C0CCD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8" name="ellipse_2219"/>
              <p:cNvSpPr/>
              <p:nvPr/>
            </p:nvSpPr>
            <p:spPr>
              <a:xfrm>
                <a:off x="4284660" y="1602255"/>
                <a:ext cx="21197" cy="21197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ADE"/>
                  </a:gs>
                  <a:gs pos="100000">
                    <a:srgbClr val="6191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19" name="ellipse_2220"/>
              <p:cNvSpPr/>
              <p:nvPr/>
            </p:nvSpPr>
            <p:spPr>
              <a:xfrm>
                <a:off x="4165774" y="1531813"/>
                <a:ext cx="25912" cy="25912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B0CCE6"/>
                  </a:gs>
                  <a:gs pos="100000">
                    <a:srgbClr val="82A5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0" name="ellipse_2221"/>
              <p:cNvSpPr/>
              <p:nvPr/>
            </p:nvSpPr>
            <p:spPr>
              <a:xfrm>
                <a:off x="4496640" y="1596997"/>
                <a:ext cx="32682" cy="32682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1" name="ellipse_2222"/>
              <p:cNvSpPr/>
              <p:nvPr/>
            </p:nvSpPr>
            <p:spPr>
              <a:xfrm>
                <a:off x="4080569" y="1562154"/>
                <a:ext cx="29306" cy="29306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2C3E2"/>
                  </a:gs>
                  <a:gs pos="100000">
                    <a:srgbClr val="729B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2" name="ellipse_2223"/>
              <p:cNvSpPr/>
              <p:nvPr/>
            </p:nvSpPr>
            <p:spPr>
              <a:xfrm>
                <a:off x="4109818" y="1517906"/>
                <a:ext cx="20219" cy="20219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9B3DA"/>
                  </a:gs>
                  <a:gs pos="100000">
                    <a:srgbClr val="5588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3" name="ellipse_2224"/>
              <p:cNvSpPr/>
              <p:nvPr/>
            </p:nvSpPr>
            <p:spPr>
              <a:xfrm>
                <a:off x="4485896" y="1407592"/>
                <a:ext cx="26944" cy="26944"/>
              </a:xfrm>
              <a:prstGeom prst="ellipse">
                <a:avLst/>
              </a:prstGeom>
              <a:gradFill flip="none" rotWithShape="1">
                <a:gsLst>
                  <a:gs pos="0">
                    <a:srgbClr val="FDFDFE"/>
                  </a:gs>
                  <a:gs pos="43000">
                    <a:srgbClr val="F7F6F8"/>
                  </a:gs>
                  <a:gs pos="100000">
                    <a:srgbClr val="D4D5D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4" name="ellipse_2225"/>
              <p:cNvSpPr/>
              <p:nvPr/>
            </p:nvSpPr>
            <p:spPr>
              <a:xfrm>
                <a:off x="4195814" y="1538945"/>
                <a:ext cx="28500" cy="28500"/>
              </a:xfrm>
              <a:prstGeom prst="ellipse">
                <a:avLst/>
              </a:prstGeom>
              <a:gradFill flip="none" rotWithShape="1">
                <a:gsLst>
                  <a:gs pos="0">
                    <a:srgbClr val="F1F6FA"/>
                  </a:gs>
                  <a:gs pos="43000">
                    <a:srgbClr val="BAD2E9"/>
                  </a:gs>
                  <a:gs pos="100000">
                    <a:srgbClr val="8DACC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5" name="ellipse_2226"/>
              <p:cNvSpPr/>
              <p:nvPr/>
            </p:nvSpPr>
            <p:spPr>
              <a:xfrm>
                <a:off x="4140216" y="1445463"/>
                <a:ext cx="30909" cy="30909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6" name="ellipse_2227"/>
              <p:cNvSpPr/>
              <p:nvPr/>
            </p:nvSpPr>
            <p:spPr>
              <a:xfrm>
                <a:off x="4218177" y="1435070"/>
                <a:ext cx="24835" cy="2483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7" name="ellipse_2228"/>
              <p:cNvSpPr/>
              <p:nvPr/>
            </p:nvSpPr>
            <p:spPr>
              <a:xfrm>
                <a:off x="4396992" y="1424174"/>
                <a:ext cx="31572" cy="31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BF1F2"/>
                  </a:gs>
                  <a:gs pos="43000">
                    <a:srgbClr val="EBBDC1"/>
                  </a:gs>
                  <a:gs pos="100000">
                    <a:srgbClr val="C6959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8" name="ellipse_2229"/>
              <p:cNvSpPr/>
              <p:nvPr/>
            </p:nvSpPr>
            <p:spPr>
              <a:xfrm>
                <a:off x="4450606" y="1519243"/>
                <a:ext cx="22570" cy="22570"/>
              </a:xfrm>
              <a:prstGeom prst="ellipse">
                <a:avLst/>
              </a:prstGeom>
              <a:gradFill flip="none" rotWithShape="1">
                <a:gsLst>
                  <a:gs pos="0">
                    <a:srgbClr val="F9E6E7"/>
                  </a:gs>
                  <a:gs pos="43000">
                    <a:srgbClr val="E0898E"/>
                  </a:gs>
                  <a:gs pos="100000">
                    <a:srgbClr val="B9586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29" name="ellipse_2230"/>
              <p:cNvSpPr/>
              <p:nvPr/>
            </p:nvSpPr>
            <p:spPr>
              <a:xfrm>
                <a:off x="4493511" y="1391803"/>
                <a:ext cx="30887" cy="308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0" name="ellipse_2231"/>
              <p:cNvSpPr/>
              <p:nvPr/>
            </p:nvSpPr>
            <p:spPr>
              <a:xfrm>
                <a:off x="4365893" y="1649463"/>
                <a:ext cx="23524" cy="2352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B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1" name="ellipse_2232"/>
              <p:cNvSpPr/>
              <p:nvPr/>
            </p:nvSpPr>
            <p:spPr>
              <a:xfrm>
                <a:off x="4343626" y="1628381"/>
                <a:ext cx="24226" cy="2422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2" name="ellipse_2233"/>
              <p:cNvSpPr/>
              <p:nvPr/>
            </p:nvSpPr>
            <p:spPr>
              <a:xfrm>
                <a:off x="4369163" y="1423006"/>
                <a:ext cx="20129" cy="20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2F6FA"/>
                  </a:gs>
                  <a:gs pos="100000">
                    <a:srgbClr val="CED5D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3" name="ellipse_2234"/>
              <p:cNvSpPr/>
              <p:nvPr/>
            </p:nvSpPr>
            <p:spPr>
              <a:xfrm>
                <a:off x="4319544" y="1450468"/>
                <a:ext cx="22903" cy="22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7DAED"/>
                  </a:gs>
                  <a:gs pos="100000">
                    <a:srgbClr val="9CB6C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4" name="ellipse_2235"/>
              <p:cNvSpPr/>
              <p:nvPr/>
            </p:nvSpPr>
            <p:spPr>
              <a:xfrm>
                <a:off x="4341136" y="1630187"/>
                <a:ext cx="33821" cy="33821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5" name="ellipse_2236"/>
              <p:cNvSpPr/>
              <p:nvPr/>
            </p:nvSpPr>
            <p:spPr>
              <a:xfrm>
                <a:off x="4161225" y="1530942"/>
                <a:ext cx="25121" cy="2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DCAE5"/>
                  </a:gs>
                  <a:gs pos="100000">
                    <a:srgbClr val="7EA3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6" name="ellipse_2237"/>
              <p:cNvSpPr/>
              <p:nvPr/>
            </p:nvSpPr>
            <p:spPr>
              <a:xfrm>
                <a:off x="4203426" y="1536802"/>
                <a:ext cx="26566" cy="26566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DE7"/>
                  </a:gs>
                  <a:gs pos="100000">
                    <a:srgbClr val="85A7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7" name="ellipse_2238"/>
              <p:cNvSpPr/>
              <p:nvPr/>
            </p:nvSpPr>
            <p:spPr>
              <a:xfrm>
                <a:off x="4482696" y="1603333"/>
                <a:ext cx="28320" cy="28320"/>
              </a:xfrm>
              <a:prstGeom prst="ellipse">
                <a:avLst/>
              </a:prstGeom>
              <a:gradFill flip="none" rotWithShape="1">
                <a:gsLst>
                  <a:gs pos="0">
                    <a:srgbClr val="E6EEF7"/>
                  </a:gs>
                  <a:gs pos="43000">
                    <a:srgbClr val="85B0D9"/>
                  </a:gs>
                  <a:gs pos="100000">
                    <a:srgbClr val="5085B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8" name="ellipse_2239"/>
              <p:cNvSpPr/>
              <p:nvPr/>
            </p:nvSpPr>
            <p:spPr>
              <a:xfrm>
                <a:off x="4197066" y="1522229"/>
                <a:ext cx="22601" cy="22601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DC0E0"/>
                  </a:gs>
                  <a:gs pos="100000">
                    <a:srgbClr val="6C97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39" name="ellipse_2240"/>
              <p:cNvSpPr/>
              <p:nvPr/>
            </p:nvSpPr>
            <p:spPr>
              <a:xfrm>
                <a:off x="4144638" y="1578773"/>
                <a:ext cx="26817" cy="26817"/>
              </a:xfrm>
              <a:prstGeom prst="ellipse">
                <a:avLst/>
              </a:prstGeom>
              <a:gradFill flip="none" rotWithShape="1">
                <a:gsLst>
                  <a:gs pos="0">
                    <a:srgbClr val="F9FBFD"/>
                  </a:gs>
                  <a:gs pos="43000">
                    <a:srgbClr val="E4ECF6"/>
                  </a:gs>
                  <a:gs pos="100000">
                    <a:srgbClr val="BDCBD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0" name="ellipse_2241"/>
              <p:cNvSpPr/>
              <p:nvPr/>
            </p:nvSpPr>
            <p:spPr>
              <a:xfrm>
                <a:off x="4441221" y="1606601"/>
                <a:ext cx="26804" cy="2680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1" name="ellipse_2242"/>
              <p:cNvSpPr/>
              <p:nvPr/>
            </p:nvSpPr>
            <p:spPr>
              <a:xfrm>
                <a:off x="4334837" y="1431903"/>
                <a:ext cx="27902" cy="27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5E4F1"/>
                  </a:gs>
                  <a:gs pos="100000">
                    <a:srgbClr val="ADC1D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2" name="ellipse_2243"/>
              <p:cNvSpPr/>
              <p:nvPr/>
            </p:nvSpPr>
            <p:spPr>
              <a:xfrm>
                <a:off x="4400306" y="1450110"/>
                <a:ext cx="32534" cy="32534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3" name="ellipse_2244"/>
              <p:cNvSpPr/>
              <p:nvPr/>
            </p:nvSpPr>
            <p:spPr>
              <a:xfrm>
                <a:off x="4216796" y="1447370"/>
                <a:ext cx="23756" cy="2375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5A6D5"/>
                  </a:gs>
                  <a:gs pos="100000">
                    <a:srgbClr val="3E7A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4" name="ellipse_2245"/>
              <p:cNvSpPr/>
              <p:nvPr/>
            </p:nvSpPr>
            <p:spPr>
              <a:xfrm>
                <a:off x="4370480" y="1659527"/>
                <a:ext cx="19803" cy="19803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5" name="ellipse_2246"/>
              <p:cNvSpPr/>
              <p:nvPr/>
            </p:nvSpPr>
            <p:spPr>
              <a:xfrm>
                <a:off x="4529718" y="1436043"/>
                <a:ext cx="27552" cy="27552"/>
              </a:xfrm>
              <a:prstGeom prst="ellipse">
                <a:avLst/>
              </a:prstGeom>
              <a:gradFill flip="none" rotWithShape="1">
                <a:gsLst>
                  <a:gs pos="0">
                    <a:srgbClr val="FDFCFD"/>
                  </a:gs>
                  <a:gs pos="43000">
                    <a:srgbClr val="F6F3F6"/>
                  </a:gs>
                  <a:gs pos="100000">
                    <a:srgbClr val="D3D2D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6" name="ellipse_2247"/>
              <p:cNvSpPr/>
              <p:nvPr/>
            </p:nvSpPr>
            <p:spPr>
              <a:xfrm>
                <a:off x="4155808" y="1608147"/>
                <a:ext cx="21024" cy="210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9E6F2"/>
                  </a:gs>
                  <a:gs pos="100000">
                    <a:srgbClr val="B1C3D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7" name="ellipse_2248"/>
              <p:cNvSpPr/>
              <p:nvPr/>
            </p:nvSpPr>
            <p:spPr>
              <a:xfrm>
                <a:off x="4430114" y="1433963"/>
                <a:ext cx="19388" cy="19388"/>
              </a:xfrm>
              <a:prstGeom prst="ellipse">
                <a:avLst/>
              </a:prstGeom>
              <a:gradFill flip="none" rotWithShape="1">
                <a:gsLst>
                  <a:gs pos="0">
                    <a:srgbClr val="F9EAEB"/>
                  </a:gs>
                  <a:gs pos="43000">
                    <a:srgbClr val="E3999D"/>
                  </a:gs>
                  <a:gs pos="100000">
                    <a:srgbClr val="BD6A7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8" name="ellipse_2249"/>
              <p:cNvSpPr/>
              <p:nvPr/>
            </p:nvSpPr>
            <p:spPr>
              <a:xfrm>
                <a:off x="4348582" y="1617385"/>
                <a:ext cx="30384" cy="3038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49" name="ellipse_2250"/>
              <p:cNvSpPr/>
              <p:nvPr/>
            </p:nvSpPr>
            <p:spPr>
              <a:xfrm>
                <a:off x="4463319" y="1574688"/>
                <a:ext cx="25872" cy="25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0F5FA"/>
                  </a:gs>
                  <a:gs pos="43000">
                    <a:srgbClr val="B5CFE7"/>
                  </a:gs>
                  <a:gs pos="100000">
                    <a:srgbClr val="88A9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0" name="ellipse_2251"/>
              <p:cNvSpPr/>
              <p:nvPr/>
            </p:nvSpPr>
            <p:spPr>
              <a:xfrm>
                <a:off x="4531596" y="1568921"/>
                <a:ext cx="28919" cy="28919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9BDDF"/>
                  </a:gs>
                  <a:gs pos="100000">
                    <a:srgbClr val="689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1" name="ellipse_2252"/>
              <p:cNvSpPr/>
              <p:nvPr/>
            </p:nvSpPr>
            <p:spPr>
              <a:xfrm>
                <a:off x="4374229" y="1660093"/>
                <a:ext cx="34954" cy="34954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2" name="ellipse_2253"/>
              <p:cNvSpPr/>
              <p:nvPr/>
            </p:nvSpPr>
            <p:spPr>
              <a:xfrm>
                <a:off x="4263352" y="1508604"/>
                <a:ext cx="27274" cy="27274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2B8DD"/>
                  </a:gs>
                  <a:gs pos="100000">
                    <a:srgbClr val="608F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3" name="ellipse_2254"/>
              <p:cNvSpPr/>
              <p:nvPr/>
            </p:nvSpPr>
            <p:spPr>
              <a:xfrm>
                <a:off x="4379064" y="1465078"/>
                <a:ext cx="29615" cy="29615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9"/>
                  </a:gs>
                  <a:gs pos="43000">
                    <a:srgbClr val="E19296"/>
                  </a:gs>
                  <a:gs pos="100000">
                    <a:srgbClr val="BB626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4" name="ellipse_2255"/>
              <p:cNvSpPr/>
              <p:nvPr/>
            </p:nvSpPr>
            <p:spPr>
              <a:xfrm>
                <a:off x="4333679" y="1393440"/>
                <a:ext cx="26335" cy="26335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5" name="ellipse_2256"/>
              <p:cNvSpPr/>
              <p:nvPr/>
            </p:nvSpPr>
            <p:spPr>
              <a:xfrm>
                <a:off x="4603700" y="1511648"/>
                <a:ext cx="33300" cy="33300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98C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6" name="ellipse_2257"/>
              <p:cNvSpPr/>
              <p:nvPr/>
            </p:nvSpPr>
            <p:spPr>
              <a:xfrm>
                <a:off x="4612515" y="1554699"/>
                <a:ext cx="35513" cy="3551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9A9D6"/>
                  </a:gs>
                  <a:gs pos="100000">
                    <a:srgbClr val="437D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7" name="ellipse_2258"/>
              <p:cNvSpPr/>
              <p:nvPr/>
            </p:nvSpPr>
            <p:spPr>
              <a:xfrm>
                <a:off x="4293316" y="1609491"/>
                <a:ext cx="35894" cy="35894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5B1DA"/>
                  </a:gs>
                  <a:gs pos="100000">
                    <a:srgbClr val="5186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8" name="ellipse_2259"/>
              <p:cNvSpPr/>
              <p:nvPr/>
            </p:nvSpPr>
            <p:spPr>
              <a:xfrm>
                <a:off x="4465841" y="1446603"/>
                <a:ext cx="29343" cy="29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59" name="ellipse_2260"/>
              <p:cNvSpPr/>
              <p:nvPr/>
            </p:nvSpPr>
            <p:spPr>
              <a:xfrm>
                <a:off x="4395565" y="1451343"/>
                <a:ext cx="34062" cy="34062"/>
              </a:xfrm>
              <a:prstGeom prst="ellipse">
                <a:avLst/>
              </a:prstGeom>
              <a:gradFill flip="none" rotWithShape="1">
                <a:gsLst>
                  <a:gs pos="0">
                    <a:srgbClr val="F8E3E4"/>
                  </a:gs>
                  <a:gs pos="43000">
                    <a:srgbClr val="DC797E"/>
                  </a:gs>
                  <a:gs pos="100000">
                    <a:srgbClr val="B5464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0" name="ellipse_2261"/>
              <p:cNvSpPr/>
              <p:nvPr/>
            </p:nvSpPr>
            <p:spPr>
              <a:xfrm>
                <a:off x="4447971" y="1453977"/>
                <a:ext cx="20526" cy="20526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1" name="ellipse_2262"/>
              <p:cNvSpPr/>
              <p:nvPr/>
            </p:nvSpPr>
            <p:spPr>
              <a:xfrm>
                <a:off x="4414105" y="1439212"/>
                <a:ext cx="23231" cy="23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9E8E8"/>
                  </a:gs>
                  <a:gs pos="43000">
                    <a:srgbClr val="E18F93"/>
                  </a:gs>
                  <a:gs pos="100000">
                    <a:srgbClr val="BA5F6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2" name="ellipse_2263"/>
              <p:cNvSpPr/>
              <p:nvPr/>
            </p:nvSpPr>
            <p:spPr>
              <a:xfrm>
                <a:off x="4382949" y="1613377"/>
                <a:ext cx="25360" cy="25360"/>
              </a:xfrm>
              <a:prstGeom prst="ellipse">
                <a:avLst/>
              </a:prstGeom>
              <a:gradFill flip="none" rotWithShape="1">
                <a:gsLst>
                  <a:gs pos="0">
                    <a:srgbClr val="E4EEF7"/>
                  </a:gs>
                  <a:gs pos="43000">
                    <a:srgbClr val="7DABD7"/>
                  </a:gs>
                  <a:gs pos="100000">
                    <a:srgbClr val="4880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3" name="ellipse_2264"/>
              <p:cNvSpPr/>
              <p:nvPr/>
            </p:nvSpPr>
            <p:spPr>
              <a:xfrm>
                <a:off x="4431400" y="1599480"/>
                <a:ext cx="21660" cy="2166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8FB7DC"/>
                  </a:gs>
                  <a:gs pos="100000">
                    <a:srgbClr val="5C8D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4" name="ellipse_2265"/>
              <p:cNvSpPr/>
              <p:nvPr/>
            </p:nvSpPr>
            <p:spPr>
              <a:xfrm>
                <a:off x="4137969" y="1490081"/>
                <a:ext cx="25196" cy="2519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CABD7"/>
                  </a:gs>
                  <a:gs pos="100000">
                    <a:srgbClr val="467F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5" name="ellipse_2266"/>
              <p:cNvSpPr/>
              <p:nvPr/>
            </p:nvSpPr>
            <p:spPr>
              <a:xfrm>
                <a:off x="4390923" y="1523400"/>
                <a:ext cx="28756" cy="28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BF3F4"/>
                  </a:gs>
                  <a:gs pos="43000">
                    <a:srgbClr val="EDC6CA"/>
                  </a:gs>
                  <a:gs pos="100000">
                    <a:srgbClr val="C89FA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6" name="ellipse_2267"/>
              <p:cNvSpPr/>
              <p:nvPr/>
            </p:nvSpPr>
            <p:spPr>
              <a:xfrm>
                <a:off x="4421907" y="1413437"/>
                <a:ext cx="21785" cy="21785"/>
              </a:xfrm>
              <a:prstGeom prst="ellipse">
                <a:avLst/>
              </a:prstGeom>
              <a:gradFill flip="none" rotWithShape="1">
                <a:gsLst>
                  <a:gs pos="0">
                    <a:srgbClr val="FCF8F8"/>
                  </a:gs>
                  <a:gs pos="43000">
                    <a:srgbClr val="F1DCDF"/>
                  </a:gs>
                  <a:gs pos="100000">
                    <a:srgbClr val="CDB8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7" name="ellipse_2268"/>
              <p:cNvSpPr/>
              <p:nvPr/>
            </p:nvSpPr>
            <p:spPr>
              <a:xfrm>
                <a:off x="4389016" y="1638974"/>
                <a:ext cx="32977" cy="3297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8" name="ellipse_2269"/>
              <p:cNvSpPr/>
              <p:nvPr/>
            </p:nvSpPr>
            <p:spPr>
              <a:xfrm>
                <a:off x="4134968" y="1559389"/>
                <a:ext cx="34498" cy="344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9FC"/>
                  </a:gs>
                  <a:gs pos="43000">
                    <a:srgbClr val="D6E4F1"/>
                  </a:gs>
                  <a:gs pos="100000">
                    <a:srgbClr val="AEC1D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69" name="ellipse_2270"/>
              <p:cNvSpPr/>
              <p:nvPr/>
            </p:nvSpPr>
            <p:spPr>
              <a:xfrm>
                <a:off x="4362437" y="1655067"/>
                <a:ext cx="32745" cy="32745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0" name="ellipse_2271"/>
              <p:cNvSpPr/>
              <p:nvPr/>
            </p:nvSpPr>
            <p:spPr>
              <a:xfrm>
                <a:off x="4190384" y="1452612"/>
                <a:ext cx="23442" cy="23442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3A5D4"/>
                  </a:gs>
                  <a:gs pos="100000">
                    <a:srgbClr val="3C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1" name="ellipse_2272"/>
              <p:cNvSpPr/>
              <p:nvPr/>
            </p:nvSpPr>
            <p:spPr>
              <a:xfrm>
                <a:off x="4191528" y="1431318"/>
                <a:ext cx="28918" cy="28918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2" name="ellipse_2273"/>
              <p:cNvSpPr/>
              <p:nvPr/>
            </p:nvSpPr>
            <p:spPr>
              <a:xfrm>
                <a:off x="4069030" y="1464721"/>
                <a:ext cx="29833" cy="29833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8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3" name="ellipse_2274"/>
              <p:cNvSpPr/>
              <p:nvPr/>
            </p:nvSpPr>
            <p:spPr>
              <a:xfrm>
                <a:off x="4366890" y="1406820"/>
                <a:ext cx="36480" cy="36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AFCFD"/>
                  </a:gs>
                  <a:gs pos="43000">
                    <a:srgbClr val="E8EFF6"/>
                  </a:gs>
                  <a:gs pos="100000">
                    <a:srgbClr val="C2CED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4" name="ellipse_2275"/>
              <p:cNvSpPr/>
              <p:nvPr/>
            </p:nvSpPr>
            <p:spPr>
              <a:xfrm>
                <a:off x="4539539" y="1639101"/>
                <a:ext cx="31994" cy="31994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2A4D4"/>
                  </a:gs>
                  <a:gs pos="100000">
                    <a:srgbClr val="3A78B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5" name="ellipse_2276"/>
              <p:cNvSpPr/>
              <p:nvPr/>
            </p:nvSpPr>
            <p:spPr>
              <a:xfrm>
                <a:off x="4549589" y="1539226"/>
                <a:ext cx="29499" cy="29499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2CDE7"/>
                  </a:gs>
                  <a:gs pos="100000">
                    <a:srgbClr val="84A6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6" name="ellipse_2277"/>
              <p:cNvSpPr/>
              <p:nvPr/>
            </p:nvSpPr>
            <p:spPr>
              <a:xfrm>
                <a:off x="4446293" y="1479918"/>
                <a:ext cx="27511" cy="27511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7" name="ellipse_2278"/>
              <p:cNvSpPr/>
              <p:nvPr/>
            </p:nvSpPr>
            <p:spPr>
              <a:xfrm>
                <a:off x="4355108" y="1592089"/>
                <a:ext cx="22851" cy="2285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7"/>
                  </a:gs>
                  <a:gs pos="43000">
                    <a:srgbClr val="8AB3DA"/>
                  </a:gs>
                  <a:gs pos="100000">
                    <a:srgbClr val="5689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8" name="ellipse_2279"/>
              <p:cNvSpPr/>
              <p:nvPr/>
            </p:nvSpPr>
            <p:spPr>
              <a:xfrm>
                <a:off x="4334201" y="1374235"/>
                <a:ext cx="33937" cy="33937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EB6DC"/>
                  </a:gs>
                  <a:gs pos="100000">
                    <a:srgbClr val="5B8C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79" name="ellipse_2280"/>
              <p:cNvSpPr/>
              <p:nvPr/>
            </p:nvSpPr>
            <p:spPr>
              <a:xfrm>
                <a:off x="4208173" y="1505071"/>
                <a:ext cx="28611" cy="28611"/>
              </a:xfrm>
              <a:prstGeom prst="ellipse">
                <a:avLst/>
              </a:prstGeom>
              <a:gradFill flip="none" rotWithShape="1">
                <a:gsLst>
                  <a:gs pos="0">
                    <a:srgbClr val="E7EFF8"/>
                  </a:gs>
                  <a:gs pos="43000">
                    <a:srgbClr val="8BB4DB"/>
                  </a:gs>
                  <a:gs pos="100000">
                    <a:srgbClr val="578AB9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0" name="ellipse_2281"/>
              <p:cNvSpPr/>
              <p:nvPr/>
            </p:nvSpPr>
            <p:spPr>
              <a:xfrm>
                <a:off x="4351038" y="1462430"/>
                <a:ext cx="22124" cy="22124"/>
              </a:xfrm>
              <a:prstGeom prst="ellipse">
                <a:avLst/>
              </a:prstGeom>
              <a:gradFill flip="none" rotWithShape="1">
                <a:gsLst>
                  <a:gs pos="0">
                    <a:srgbClr val="FCF9F9"/>
                  </a:gs>
                  <a:gs pos="43000">
                    <a:srgbClr val="F2E0E2"/>
                  </a:gs>
                  <a:gs pos="100000">
                    <a:srgbClr val="CEBD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1" name="ellipse_2282"/>
              <p:cNvSpPr/>
              <p:nvPr/>
            </p:nvSpPr>
            <p:spPr>
              <a:xfrm>
                <a:off x="4165466" y="1438010"/>
                <a:ext cx="20358" cy="20358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1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2" name="ellipse_2283"/>
              <p:cNvSpPr/>
              <p:nvPr/>
            </p:nvSpPr>
            <p:spPr>
              <a:xfrm>
                <a:off x="4536548" y="1543850"/>
                <a:ext cx="20077" cy="2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B"/>
                  </a:gs>
                  <a:gs pos="43000">
                    <a:srgbClr val="C8DBED"/>
                  </a:gs>
                  <a:gs pos="100000">
                    <a:srgbClr val="9EB7C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3" name="ellipse_2284"/>
              <p:cNvSpPr/>
              <p:nvPr/>
            </p:nvSpPr>
            <p:spPr>
              <a:xfrm>
                <a:off x="4385205" y="1582957"/>
                <a:ext cx="35418" cy="35418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4" name="ellipse_2285"/>
              <p:cNvSpPr/>
              <p:nvPr/>
            </p:nvSpPr>
            <p:spPr>
              <a:xfrm>
                <a:off x="4454362" y="1598960"/>
                <a:ext cx="22052" cy="22052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0B7DC"/>
                  </a:gs>
                  <a:gs pos="100000">
                    <a:srgbClr val="5D8D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5" name="ellipse_2286"/>
              <p:cNvSpPr/>
              <p:nvPr/>
            </p:nvSpPr>
            <p:spPr>
              <a:xfrm>
                <a:off x="4291069" y="1582444"/>
                <a:ext cx="24245" cy="24245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5BBDE"/>
                  </a:gs>
                  <a:gs pos="100000">
                    <a:srgbClr val="6391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6" name="ellipse_2287"/>
              <p:cNvSpPr/>
              <p:nvPr/>
            </p:nvSpPr>
            <p:spPr>
              <a:xfrm>
                <a:off x="4344184" y="1617285"/>
                <a:ext cx="22334" cy="22334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6"/>
                  </a:gs>
                  <a:gs pos="43000">
                    <a:srgbClr val="7BAAD6"/>
                  </a:gs>
                  <a:gs pos="100000">
                    <a:srgbClr val="457E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7" name="ellipse_2288"/>
              <p:cNvSpPr/>
              <p:nvPr/>
            </p:nvSpPr>
            <p:spPr>
              <a:xfrm>
                <a:off x="4426069" y="1482377"/>
                <a:ext cx="19818" cy="19818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8" name="ellipse_2289"/>
              <p:cNvSpPr/>
              <p:nvPr/>
            </p:nvSpPr>
            <p:spPr>
              <a:xfrm>
                <a:off x="4442307" y="1575762"/>
                <a:ext cx="27470" cy="27470"/>
              </a:xfrm>
              <a:prstGeom prst="ellipse">
                <a:avLst/>
              </a:prstGeom>
              <a:gradFill flip="none" rotWithShape="1">
                <a:gsLst>
                  <a:gs pos="0">
                    <a:srgbClr val="EFF5FA"/>
                  </a:gs>
                  <a:gs pos="43000">
                    <a:srgbClr val="B3CEE7"/>
                  </a:gs>
                  <a:gs pos="100000">
                    <a:srgbClr val="86A8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89" name="ellipse_2290"/>
              <p:cNvSpPr/>
              <p:nvPr/>
            </p:nvSpPr>
            <p:spPr>
              <a:xfrm>
                <a:off x="4523153" y="1390255"/>
                <a:ext cx="35635" cy="3563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0" name="ellipse_2291"/>
              <p:cNvSpPr/>
              <p:nvPr/>
            </p:nvSpPr>
            <p:spPr>
              <a:xfrm>
                <a:off x="4236158" y="1526463"/>
                <a:ext cx="28446" cy="28446"/>
              </a:xfrm>
              <a:prstGeom prst="ellipse">
                <a:avLst/>
              </a:prstGeom>
              <a:gradFill flip="none" rotWithShape="1">
                <a:gsLst>
                  <a:gs pos="0">
                    <a:srgbClr val="EAF2F9"/>
                  </a:gs>
                  <a:gs pos="43000">
                    <a:srgbClr val="9CBFE0"/>
                  </a:gs>
                  <a:gs pos="100000">
                    <a:srgbClr val="6A9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1" name="ellipse_2292"/>
              <p:cNvSpPr/>
              <p:nvPr/>
            </p:nvSpPr>
            <p:spPr>
              <a:xfrm>
                <a:off x="4170501" y="1585016"/>
                <a:ext cx="25613" cy="25613"/>
              </a:xfrm>
              <a:prstGeom prst="ellipse">
                <a:avLst/>
              </a:prstGeom>
              <a:gradFill flip="none" rotWithShape="1">
                <a:gsLst>
                  <a:gs pos="0">
                    <a:srgbClr val="FBFCFE"/>
                  </a:gs>
                  <a:gs pos="43000">
                    <a:srgbClr val="ECF2F8"/>
                  </a:gs>
                  <a:gs pos="100000">
                    <a:srgbClr val="C7D1D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2" name="ellipse_2293"/>
              <p:cNvSpPr/>
              <p:nvPr/>
            </p:nvSpPr>
            <p:spPr>
              <a:xfrm>
                <a:off x="4426597" y="1550333"/>
                <a:ext cx="33399" cy="33399"/>
              </a:xfrm>
              <a:prstGeom prst="ellipse">
                <a:avLst/>
              </a:prstGeom>
              <a:gradFill flip="none" rotWithShape="1">
                <a:gsLst>
                  <a:gs pos="0">
                    <a:srgbClr val="FCFDFE"/>
                  </a:gs>
                  <a:gs pos="43000">
                    <a:srgbClr val="F0F4F9"/>
                  </a:gs>
                  <a:gs pos="100000">
                    <a:srgbClr val="CCD4D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3" name="ellipse_2294"/>
              <p:cNvSpPr/>
              <p:nvPr/>
            </p:nvSpPr>
            <p:spPr>
              <a:xfrm>
                <a:off x="4455596" y="1563737"/>
                <a:ext cx="21726" cy="2172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AFC"/>
                  </a:gs>
                  <a:gs pos="43000">
                    <a:srgbClr val="D8E5F2"/>
                  </a:gs>
                  <a:gs pos="100000">
                    <a:srgbClr val="B0C2D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4" name="ellipse_2295"/>
              <p:cNvSpPr/>
              <p:nvPr/>
            </p:nvSpPr>
            <p:spPr>
              <a:xfrm>
                <a:off x="4206873" y="1503948"/>
                <a:ext cx="19608" cy="19608"/>
              </a:xfrm>
              <a:prstGeom prst="ellipse">
                <a:avLst/>
              </a:prstGeom>
              <a:gradFill flip="none" rotWithShape="1">
                <a:gsLst>
                  <a:gs pos="0">
                    <a:srgbClr val="E6EFF7"/>
                  </a:gs>
                  <a:gs pos="43000">
                    <a:srgbClr val="87B1DA"/>
                  </a:gs>
                  <a:gs pos="100000">
                    <a:srgbClr val="5287B8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5" name="ellipse_2296"/>
              <p:cNvSpPr/>
              <p:nvPr/>
            </p:nvSpPr>
            <p:spPr>
              <a:xfrm>
                <a:off x="4164462" y="1485793"/>
                <a:ext cx="22000" cy="22000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BAAD6"/>
                  </a:gs>
                  <a:gs pos="100000">
                    <a:srgbClr val="447E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6" name="ellipse_2297"/>
              <p:cNvSpPr/>
              <p:nvPr/>
            </p:nvSpPr>
            <p:spPr>
              <a:xfrm>
                <a:off x="4121930" y="1427187"/>
                <a:ext cx="36580" cy="36580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7" name="ellipse_2298"/>
              <p:cNvSpPr/>
              <p:nvPr/>
            </p:nvSpPr>
            <p:spPr>
              <a:xfrm>
                <a:off x="4439517" y="1446263"/>
                <a:ext cx="30433" cy="30433"/>
              </a:xfrm>
              <a:prstGeom prst="ellipse">
                <a:avLst/>
              </a:prstGeom>
              <a:gradFill flip="none" rotWithShape="1">
                <a:gsLst>
                  <a:gs pos="0">
                    <a:srgbClr val="F8E2E4"/>
                  </a:gs>
                  <a:gs pos="43000">
                    <a:srgbClr val="DC767B"/>
                  </a:gs>
                  <a:gs pos="100000">
                    <a:srgbClr val="B4434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8" name="ellipse_2299"/>
              <p:cNvSpPr/>
              <p:nvPr/>
            </p:nvSpPr>
            <p:spPr>
              <a:xfrm>
                <a:off x="4187240" y="1542165"/>
                <a:ext cx="30589" cy="30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3F7FB"/>
                  </a:gs>
                  <a:gs pos="43000">
                    <a:srgbClr val="C3D7EC"/>
                  </a:gs>
                  <a:gs pos="100000">
                    <a:srgbClr val="98B3C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399" name="ellipse_2300"/>
              <p:cNvSpPr/>
              <p:nvPr/>
            </p:nvSpPr>
            <p:spPr>
              <a:xfrm>
                <a:off x="4382159" y="1608073"/>
                <a:ext cx="23377" cy="23377"/>
              </a:xfrm>
              <a:prstGeom prst="ellipse">
                <a:avLst/>
              </a:prstGeom>
              <a:gradFill flip="none" rotWithShape="1">
                <a:gsLst>
                  <a:gs pos="0">
                    <a:srgbClr val="E5EEF7"/>
                  </a:gs>
                  <a:gs pos="43000">
                    <a:srgbClr val="81AED8"/>
                  </a:gs>
                  <a:gs pos="100000">
                    <a:srgbClr val="4C82B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0" name="ellipse_2301"/>
              <p:cNvSpPr/>
              <p:nvPr/>
            </p:nvSpPr>
            <p:spPr>
              <a:xfrm>
                <a:off x="4245686" y="1551510"/>
                <a:ext cx="28620" cy="28620"/>
              </a:xfrm>
              <a:prstGeom prst="ellipse">
                <a:avLst/>
              </a:prstGeom>
              <a:gradFill flip="none" rotWithShape="1">
                <a:gsLst>
                  <a:gs pos="0">
                    <a:srgbClr val="EEF4FA"/>
                  </a:gs>
                  <a:gs pos="43000">
                    <a:srgbClr val="ACC9E5"/>
                  </a:gs>
                  <a:gs pos="100000">
                    <a:srgbClr val="7EA2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1" name="ellipse_2302"/>
              <p:cNvSpPr/>
              <p:nvPr/>
            </p:nvSpPr>
            <p:spPr>
              <a:xfrm>
                <a:off x="4125026" y="1435844"/>
                <a:ext cx="31657" cy="31657"/>
              </a:xfrm>
              <a:prstGeom prst="ellipse">
                <a:avLst/>
              </a:prstGeom>
              <a:gradFill flip="none" rotWithShape="1">
                <a:gsLst>
                  <a:gs pos="0">
                    <a:srgbClr val="E1ECF6"/>
                  </a:gs>
                  <a:gs pos="43000">
                    <a:srgbClr val="70A4D3"/>
                  </a:gs>
                  <a:gs pos="100000">
                    <a:srgbClr val="3977B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2" name="ellipse_2303"/>
              <p:cNvSpPr/>
              <p:nvPr/>
            </p:nvSpPr>
            <p:spPr>
              <a:xfrm>
                <a:off x="4319199" y="1400240"/>
                <a:ext cx="22469" cy="22469"/>
              </a:xfrm>
              <a:prstGeom prst="ellipse">
                <a:avLst/>
              </a:prstGeom>
              <a:gradFill flip="none" rotWithShape="1">
                <a:gsLst>
                  <a:gs pos="0">
                    <a:srgbClr val="E9F1F8"/>
                  </a:gs>
                  <a:gs pos="43000">
                    <a:srgbClr val="94BBDE"/>
                  </a:gs>
                  <a:gs pos="100000">
                    <a:srgbClr val="6291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3" name="ellipse_2304"/>
              <p:cNvSpPr/>
              <p:nvPr/>
            </p:nvSpPr>
            <p:spPr>
              <a:xfrm>
                <a:off x="4310408" y="1650641"/>
                <a:ext cx="33967" cy="33967"/>
              </a:xfrm>
              <a:prstGeom prst="ellipse">
                <a:avLst/>
              </a:prstGeom>
              <a:gradFill flip="none" rotWithShape="1">
                <a:gsLst>
                  <a:gs pos="0">
                    <a:srgbClr val="E2ECF6"/>
                  </a:gs>
                  <a:gs pos="43000">
                    <a:srgbClr val="75A6D5"/>
                  </a:gs>
                  <a:gs pos="100000">
                    <a:srgbClr val="3E79B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4" name="ellipse_2305"/>
              <p:cNvSpPr/>
              <p:nvPr/>
            </p:nvSpPr>
            <p:spPr>
              <a:xfrm>
                <a:off x="4296212" y="1597039"/>
                <a:ext cx="25772" cy="25772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6DC"/>
                  </a:gs>
                  <a:gs pos="100000">
                    <a:srgbClr val="5A8C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5" name="ellipse_2306"/>
              <p:cNvSpPr/>
              <p:nvPr/>
            </p:nvSpPr>
            <p:spPr>
              <a:xfrm>
                <a:off x="4408152" y="1634290"/>
                <a:ext cx="19526" cy="19526"/>
              </a:xfrm>
              <a:prstGeom prst="ellipse">
                <a:avLst/>
              </a:prstGeom>
              <a:gradFill flip="none" rotWithShape="1">
                <a:gsLst>
                  <a:gs pos="0">
                    <a:srgbClr val="E2EDF6"/>
                  </a:gs>
                  <a:gs pos="43000">
                    <a:srgbClr val="76A7D5"/>
                  </a:gs>
                  <a:gs pos="100000">
                    <a:srgbClr val="3F7B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6" name="ellipse_2307"/>
              <p:cNvSpPr/>
              <p:nvPr/>
            </p:nvSpPr>
            <p:spPr>
              <a:xfrm>
                <a:off x="4292052" y="1602925"/>
                <a:ext cx="27039" cy="27039"/>
              </a:xfrm>
              <a:prstGeom prst="ellipse">
                <a:avLst/>
              </a:prstGeom>
              <a:gradFill flip="none" rotWithShape="1">
                <a:gsLst>
                  <a:gs pos="0">
                    <a:srgbClr val="E7F0F8"/>
                  </a:gs>
                  <a:gs pos="43000">
                    <a:srgbClr val="8DB5DC"/>
                  </a:gs>
                  <a:gs pos="100000">
                    <a:srgbClr val="598B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7" name="ellipse_2308"/>
              <p:cNvSpPr/>
              <p:nvPr/>
            </p:nvSpPr>
            <p:spPr>
              <a:xfrm>
                <a:off x="4487851" y="1368093"/>
                <a:ext cx="29410" cy="29410"/>
              </a:xfrm>
              <a:prstGeom prst="ellipse">
                <a:avLst/>
              </a:prstGeom>
              <a:gradFill flip="none" rotWithShape="1">
                <a:gsLst>
                  <a:gs pos="0">
                    <a:srgbClr val="EBF2F9"/>
                  </a:gs>
                  <a:gs pos="43000">
                    <a:srgbClr val="9FC0E1"/>
                  </a:gs>
                  <a:gs pos="100000">
                    <a:srgbClr val="6E98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8" name="ellipse_2309"/>
              <p:cNvSpPr/>
              <p:nvPr/>
            </p:nvSpPr>
            <p:spPr>
              <a:xfrm>
                <a:off x="4373452" y="1624571"/>
                <a:ext cx="28823" cy="28823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09" name="ellipse_2310"/>
              <p:cNvSpPr/>
              <p:nvPr/>
            </p:nvSpPr>
            <p:spPr>
              <a:xfrm>
                <a:off x="4442845" y="1573986"/>
                <a:ext cx="33095" cy="33095"/>
              </a:xfrm>
              <a:prstGeom prst="ellipse">
                <a:avLst/>
              </a:prstGeom>
              <a:gradFill flip="none" rotWithShape="1">
                <a:gsLst>
                  <a:gs pos="0">
                    <a:srgbClr val="EFF4FA"/>
                  </a:gs>
                  <a:gs pos="43000">
                    <a:srgbClr val="B1CDE7"/>
                  </a:gs>
                  <a:gs pos="100000">
                    <a:srgbClr val="83A6C7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0" name="ellipse_2311"/>
              <p:cNvSpPr/>
              <p:nvPr/>
            </p:nvSpPr>
            <p:spPr>
              <a:xfrm>
                <a:off x="4142514" y="1474122"/>
                <a:ext cx="33416" cy="33416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7A8D5"/>
                  </a:gs>
                  <a:gs pos="100000">
                    <a:srgbClr val="407C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1" name="ellipse_2312"/>
              <p:cNvSpPr/>
              <p:nvPr/>
            </p:nvSpPr>
            <p:spPr>
              <a:xfrm>
                <a:off x="4441787" y="1628137"/>
                <a:ext cx="24264" cy="24264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2" name="ellipse_2313"/>
              <p:cNvSpPr/>
              <p:nvPr/>
            </p:nvSpPr>
            <p:spPr>
              <a:xfrm>
                <a:off x="4210200" y="1605956"/>
                <a:ext cx="25913" cy="25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8FC"/>
                  </a:gs>
                  <a:gs pos="43000">
                    <a:srgbClr val="CDDEEE"/>
                  </a:gs>
                  <a:gs pos="100000">
                    <a:srgbClr val="A3BAD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3" name="ellipse_2314"/>
              <p:cNvSpPr/>
              <p:nvPr/>
            </p:nvSpPr>
            <p:spPr>
              <a:xfrm>
                <a:off x="4389420" y="1621757"/>
                <a:ext cx="29758" cy="29758"/>
              </a:xfrm>
              <a:prstGeom prst="ellipse">
                <a:avLst/>
              </a:prstGeom>
              <a:gradFill flip="none" rotWithShape="1">
                <a:gsLst>
                  <a:gs pos="0">
                    <a:srgbClr val="E3EDF6"/>
                  </a:gs>
                  <a:gs pos="43000">
                    <a:srgbClr val="78A9D5"/>
                  </a:gs>
                  <a:gs pos="100000">
                    <a:srgbClr val="427DB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4" name="ellipse_2315"/>
              <p:cNvSpPr/>
              <p:nvPr/>
            </p:nvSpPr>
            <p:spPr>
              <a:xfrm>
                <a:off x="4357703" y="1564816"/>
                <a:ext cx="31476" cy="31476"/>
              </a:xfrm>
              <a:prstGeom prst="ellipse">
                <a:avLst/>
              </a:prstGeom>
              <a:gradFill flip="none" rotWithShape="1">
                <a:gsLst>
                  <a:gs pos="0">
                    <a:srgbClr val="EDF3F9"/>
                  </a:gs>
                  <a:gs pos="43000">
                    <a:srgbClr val="A6C5E3"/>
                  </a:gs>
                  <a:gs pos="100000">
                    <a:srgbClr val="779E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5" name="ellipse_2316"/>
              <p:cNvSpPr/>
              <p:nvPr/>
            </p:nvSpPr>
            <p:spPr>
              <a:xfrm>
                <a:off x="4551183" y="1555710"/>
                <a:ext cx="19732" cy="19732"/>
              </a:xfrm>
              <a:prstGeom prst="ellipse">
                <a:avLst/>
              </a:prstGeom>
              <a:gradFill flip="none" rotWithShape="1">
                <a:gsLst>
                  <a:gs pos="0">
                    <a:srgbClr val="ECF3F9"/>
                  </a:gs>
                  <a:gs pos="43000">
                    <a:srgbClr val="A5C5E3"/>
                  </a:gs>
                  <a:gs pos="100000">
                    <a:srgbClr val="759D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6" name="ellipse_2317"/>
              <p:cNvSpPr/>
              <p:nvPr/>
            </p:nvSpPr>
            <p:spPr>
              <a:xfrm>
                <a:off x="4268846" y="1396019"/>
                <a:ext cx="29486" cy="29486"/>
              </a:xfrm>
              <a:prstGeom prst="ellipse">
                <a:avLst/>
              </a:prstGeom>
              <a:gradFill flip="none" rotWithShape="1">
                <a:gsLst>
                  <a:gs pos="0">
                    <a:srgbClr val="E4EDF7"/>
                  </a:gs>
                  <a:gs pos="43000">
                    <a:srgbClr val="7BAAD7"/>
                  </a:gs>
                  <a:gs pos="100000">
                    <a:srgbClr val="457EB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7" name="ellipse_2318"/>
              <p:cNvSpPr/>
              <p:nvPr/>
            </p:nvSpPr>
            <p:spPr>
              <a:xfrm>
                <a:off x="4147675" y="1517892"/>
                <a:ext cx="26511" cy="26511"/>
              </a:xfrm>
              <a:prstGeom prst="ellipse">
                <a:avLst/>
              </a:prstGeom>
              <a:gradFill flip="none" rotWithShape="1">
                <a:gsLst>
                  <a:gs pos="0">
                    <a:srgbClr val="EAF1F8"/>
                  </a:gs>
                  <a:gs pos="43000">
                    <a:srgbClr val="98BDDF"/>
                  </a:gs>
                  <a:gs pos="100000">
                    <a:srgbClr val="669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18" name="ellipse_2319"/>
              <p:cNvSpPr/>
              <p:nvPr/>
            </p:nvSpPr>
            <p:spPr>
              <a:xfrm>
                <a:off x="4181039" y="1509495"/>
                <a:ext cx="31700" cy="31700"/>
              </a:xfrm>
              <a:prstGeom prst="ellipse">
                <a:avLst/>
              </a:prstGeom>
              <a:gradFill flip="none" rotWithShape="1">
                <a:gsLst>
                  <a:gs pos="0">
                    <a:srgbClr val="E8F0F8"/>
                  </a:gs>
                  <a:gs pos="43000">
                    <a:srgbClr val="93B9DD"/>
                  </a:gs>
                  <a:gs pos="100000">
                    <a:srgbClr val="6090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419" name="rect_2320"/>
            <p:cNvSpPr/>
            <p:nvPr/>
          </p:nvSpPr>
          <p:spPr>
            <a:xfrm>
              <a:off x="4802670" y="1389555"/>
              <a:ext cx="32850" cy="279720"/>
            </a:xfrm>
            <a:prstGeom prst="rect">
              <a:avLst/>
            </a:prstGeom>
            <a:gradFill rotWithShape="1">
              <a:gsLst>
                <a:gs pos="0">
                  <a:srgbClr val="D64A61"/>
                </a:gs>
                <a:gs pos="22000">
                  <a:srgbClr val="EFADB1"/>
                </a:gs>
                <a:gs pos="50000">
                  <a:srgbClr val="F5F7FA"/>
                </a:gs>
                <a:gs pos="74000">
                  <a:srgbClr val="9BC6E9"/>
                </a:gs>
                <a:gs pos="100000">
                  <a:srgbClr val="397FAE"/>
                </a:gs>
              </a:gsLst>
              <a:lin ang="5400000" scaled="1"/>
            </a:gra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43" name="Text | High"/>
            <p:cNvSpPr txBox="1"/>
            <p:nvPr/>
          </p:nvSpPr>
          <p:spPr>
            <a:xfrm>
              <a:off x="4861800" y="1350135"/>
              <a:ext cx="20010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High</a:t>
              </a:r>
              <a:endParaRPr lang="en-US" sz="595"/>
            </a:p>
          </p:txBody>
        </p:sp>
        <p:sp>
          <p:nvSpPr>
            <p:cNvPr id="2444" name="Text | Low"/>
            <p:cNvSpPr txBox="1"/>
            <p:nvPr/>
          </p:nvSpPr>
          <p:spPr>
            <a:xfrm>
              <a:off x="4861800" y="1593225"/>
              <a:ext cx="17523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Low</a:t>
              </a:r>
              <a:endParaRPr lang="en-US" sz="595"/>
            </a:p>
          </p:txBody>
        </p:sp>
        <p:sp>
          <p:nvSpPr>
            <p:cNvPr id="2451" name="b | Cues to Match box"/>
            <p:cNvSpPr/>
            <p:nvPr/>
          </p:nvSpPr>
          <p:spPr>
            <a:xfrm>
              <a:off x="3721905" y="1905300"/>
              <a:ext cx="1386270" cy="348210"/>
            </a:xfrm>
            <a:prstGeom prst="roundRect">
              <a:avLst>
                <a:gd name="adj" fmla="val 5660"/>
              </a:avLst>
            </a:prstGeom>
            <a:solidFill>
              <a:srgbClr val="F8FBFD"/>
            </a:solidFill>
            <a:ln w="10160" cap="rnd" cmpd="sng" algn="ctr">
              <a:solidFill>
                <a:srgbClr val="C5D5E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52" name="Text | Local cues for Match"/>
            <p:cNvSpPr txBox="1"/>
            <p:nvPr/>
          </p:nvSpPr>
          <p:spPr>
            <a:xfrm>
              <a:off x="3781035" y="1908585"/>
              <a:ext cx="98347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Cues to Match</a:t>
              </a:r>
              <a:endParaRPr lang="en-US" sz="647"/>
            </a:p>
          </p:txBody>
        </p:sp>
        <p:sp>
          <p:nvSpPr>
            <p:cNvPr id="2453" name="b | Candidate blob"/>
            <p:cNvSpPr/>
            <p:nvPr/>
          </p:nvSpPr>
          <p:spPr>
            <a:xfrm>
              <a:off x="3901874" y="2040702"/>
              <a:ext cx="191433" cy="121715"/>
            </a:xfrm>
            <a:custGeom>
              <a:avLst/>
              <a:gdLst/>
              <a:ahLst/>
              <a:cxnLst/>
              <a:rect l="0" t="0" r="w" b="h"/>
              <a:pathLst>
                <a:path w="191433" h="121715" extrusionOk="0">
                  <a:moveTo>
                    <a:pt x="4484" y="76513"/>
                  </a:moveTo>
                  <a:cubicBezTo>
                    <a:pt x="0" y="63094"/>
                    <a:pt x="15867" y="42612"/>
                    <a:pt x="25180" y="34137"/>
                  </a:cubicBezTo>
                  <a:cubicBezTo>
                    <a:pt x="34492" y="25661"/>
                    <a:pt x="49324" y="30841"/>
                    <a:pt x="60362" y="25661"/>
                  </a:cubicBezTo>
                  <a:cubicBezTo>
                    <a:pt x="71399" y="20482"/>
                    <a:pt x="77608" y="6121"/>
                    <a:pt x="91405" y="3061"/>
                  </a:cubicBezTo>
                  <a:cubicBezTo>
                    <a:pt x="105202" y="0"/>
                    <a:pt x="129347" y="2825"/>
                    <a:pt x="143144" y="7298"/>
                  </a:cubicBezTo>
                  <a:cubicBezTo>
                    <a:pt x="156941" y="11771"/>
                    <a:pt x="166599" y="20482"/>
                    <a:pt x="174187" y="29899"/>
                  </a:cubicBezTo>
                  <a:cubicBezTo>
                    <a:pt x="181775" y="39316"/>
                    <a:pt x="191433" y="52500"/>
                    <a:pt x="188674" y="63800"/>
                  </a:cubicBezTo>
                  <a:cubicBezTo>
                    <a:pt x="185915" y="75101"/>
                    <a:pt x="170738" y="88520"/>
                    <a:pt x="157631" y="97701"/>
                  </a:cubicBezTo>
                  <a:cubicBezTo>
                    <a:pt x="144524" y="106883"/>
                    <a:pt x="127622" y="116065"/>
                    <a:pt x="110031" y="118890"/>
                  </a:cubicBezTo>
                  <a:cubicBezTo>
                    <a:pt x="92440" y="121715"/>
                    <a:pt x="69675" y="121715"/>
                    <a:pt x="52084" y="114652"/>
                  </a:cubicBezTo>
                  <a:cubicBezTo>
                    <a:pt x="34492" y="107589"/>
                    <a:pt x="8968" y="89932"/>
                    <a:pt x="4484" y="7651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9F2F9"/>
                </a:gs>
                <a:gs pos="48000">
                  <a:srgbClr val="85B7DD"/>
                </a:gs>
                <a:gs pos="100000">
                  <a:srgbClr val="65A1CE"/>
                </a:gs>
              </a:gsLst>
              <a:lin ang="2700000" scaled="1"/>
              <a:tileRect/>
            </a:gradFill>
            <a:ln w="3285" cap="rnd" cmpd="sng" algn="ctr">
              <a:solidFill>
                <a:srgbClr val="71A9D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54" name="ellipse_2351"/>
            <p:cNvSpPr/>
            <p:nvPr/>
          </p:nvSpPr>
          <p:spPr>
            <a:xfrm>
              <a:off x="3945679" y="2074839"/>
              <a:ext cx="47600" cy="15538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2455" name="b | Pseudo atoms cue"/>
            <p:cNvGrpSpPr/>
            <p:nvPr/>
          </p:nvGrpSpPr>
          <p:grpSpPr>
            <a:xfrm>
              <a:off x="4590996" y="2053896"/>
              <a:ext cx="222101" cy="100386"/>
              <a:chOff x="4590996" y="2053896"/>
              <a:chExt cx="222101" cy="100386"/>
            </a:xfrm>
          </p:grpSpPr>
          <p:sp>
            <p:nvSpPr>
              <p:cNvPr id="2456" name="Pseudo atom | small solid diamond"/>
              <p:cNvSpPr/>
              <p:nvPr/>
            </p:nvSpPr>
            <p:spPr>
              <a:xfrm>
                <a:off x="4649653" y="2143507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57" name="Pseudo atom | small solid diamond"/>
              <p:cNvSpPr/>
              <p:nvPr/>
            </p:nvSpPr>
            <p:spPr>
              <a:xfrm>
                <a:off x="4635106" y="2060814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58" name="Pseudo atom | small solid diamond"/>
              <p:cNvSpPr/>
              <p:nvPr/>
            </p:nvSpPr>
            <p:spPr>
              <a:xfrm>
                <a:off x="4673083" y="2066336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59" name="Pseudo atom | small solid diamond"/>
              <p:cNvSpPr/>
              <p:nvPr/>
            </p:nvSpPr>
            <p:spPr>
              <a:xfrm>
                <a:off x="4748901" y="2053896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60" name="Pseudo atom | small solid diamond"/>
              <p:cNvSpPr/>
              <p:nvPr/>
            </p:nvSpPr>
            <p:spPr>
              <a:xfrm>
                <a:off x="4802323" y="2133958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61" name="Pseudo atom | small solid diamond"/>
              <p:cNvSpPr/>
              <p:nvPr/>
            </p:nvSpPr>
            <p:spPr>
              <a:xfrm>
                <a:off x="4590996" y="2099838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62" name="Pseudo atom | small solid diamond"/>
              <p:cNvSpPr/>
              <p:nvPr/>
            </p:nvSpPr>
            <p:spPr>
              <a:xfrm>
                <a:off x="4615600" y="2069290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63" name="Pseudo atom | small solid diamond"/>
              <p:cNvSpPr/>
              <p:nvPr/>
            </p:nvSpPr>
            <p:spPr>
              <a:xfrm>
                <a:off x="4688932" y="2090372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64" name="Pseudo atom | small solid diamond"/>
              <p:cNvSpPr/>
              <p:nvPr/>
            </p:nvSpPr>
            <p:spPr>
              <a:xfrm>
                <a:off x="4701054" y="2141434"/>
                <a:ext cx="10775" cy="10775"/>
              </a:xfrm>
              <a:custGeom>
                <a:avLst/>
                <a:gdLst/>
                <a:ahLst/>
                <a:cxnLst/>
                <a:rect l="0" t="0" r="w" b="h"/>
                <a:pathLst>
                  <a:path w="10775" h="10775" extrusionOk="0">
                    <a:moveTo>
                      <a:pt x="5387" y="0"/>
                    </a:moveTo>
                    <a:lnTo>
                      <a:pt x="10775" y="5387"/>
                    </a:lnTo>
                    <a:lnTo>
                      <a:pt x="5387" y="10775"/>
                    </a:lnTo>
                    <a:lnTo>
                      <a:pt x="0" y="5387"/>
                    </a:lnTo>
                    <a:close/>
                  </a:path>
                </a:pathLst>
              </a:custGeom>
              <a:solidFill>
                <a:srgbClr val="D6800B"/>
              </a:solidFill>
              <a:ln w="2135" cap="rnd" cmpd="sng" algn="ctr">
                <a:solidFill>
                  <a:srgbClr val="AE610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465" name="Text | Blob"/>
            <p:cNvSpPr txBox="1"/>
            <p:nvPr/>
          </p:nvSpPr>
          <p:spPr>
            <a:xfrm>
              <a:off x="3910970" y="2145105"/>
              <a:ext cx="193460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Blob</a:t>
              </a:r>
              <a:endParaRPr lang="en-US" sz="595"/>
            </a:p>
          </p:txBody>
        </p:sp>
        <p:sp>
          <p:nvSpPr>
            <p:cNvPr id="2466" name="Text | Pseudo atoms"/>
            <p:cNvSpPr txBox="1"/>
            <p:nvPr/>
          </p:nvSpPr>
          <p:spPr>
            <a:xfrm>
              <a:off x="4451539" y="2145105"/>
              <a:ext cx="55772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Pseudo atoms</a:t>
              </a:r>
              <a:endParaRPr lang="en-US" sz="595"/>
            </a:p>
          </p:txBody>
        </p:sp>
        <p:grpSp>
          <p:nvGrpSpPr>
            <p:cNvPr id="5839" name="Arrow | voxel_2 → pt_2 | editable route"/>
            <p:cNvGrpSpPr/>
            <p:nvPr/>
          </p:nvGrpSpPr>
          <p:grpSpPr>
            <a:xfrm>
              <a:off x="2788920" y="849240"/>
              <a:ext cx="253080" cy="642240"/>
              <a:chOff x="2788920" y="849240"/>
              <a:chExt cx="253080" cy="642240"/>
            </a:xfrm>
          </p:grpSpPr>
          <p:sp>
            <p:nvSpPr>
              <p:cNvPr id="5837" name="Arrow | voxel_2 → pt_2"/>
              <p:cNvSpPr/>
              <p:nvPr/>
            </p:nvSpPr>
            <p:spPr>
              <a:xfrm>
                <a:off x="2799000" y="849240"/>
                <a:ext cx="243000" cy="616320"/>
              </a:xfrm>
              <a:custGeom>
                <a:avLst/>
                <a:gdLst/>
                <a:ahLst/>
                <a:cxnLst/>
                <a:rect l="0" t="0" r="r" b="b"/>
                <a:pathLst>
                  <a:path w="243000" h="616320" fill="none">
                    <a:moveTo>
                      <a:pt x="124200" y="0"/>
                    </a:moveTo>
                    <a:lnTo>
                      <a:pt x="124200" y="39960"/>
                    </a:lnTo>
                    <a:lnTo>
                      <a:pt x="243000" y="39960"/>
                    </a:lnTo>
                    <a:lnTo>
                      <a:pt x="243000" y="275760"/>
                    </a:lnTo>
                    <a:lnTo>
                      <a:pt x="0" y="275760"/>
                    </a:lnTo>
                    <a:lnTo>
                      <a:pt x="0" y="616320"/>
                    </a:lnTo>
                  </a:path>
                </a:pathLst>
              </a:custGeom>
              <a:ln w="792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38" name="Arrow | voxel_2 → pt_2 | arrowhead"/>
              <p:cNvSpPr/>
              <p:nvPr/>
            </p:nvSpPr>
            <p:spPr>
              <a:xfrm>
                <a:off x="2788920" y="146556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42" name="Arrow | voxel_decoder_features → blob_cue | editable route"/>
            <p:cNvGrpSpPr/>
            <p:nvPr/>
          </p:nvGrpSpPr>
          <p:grpSpPr>
            <a:xfrm>
              <a:off x="3682440" y="880200"/>
              <a:ext cx="323640" cy="1024920"/>
              <a:chOff x="3682440" y="880200"/>
              <a:chExt cx="323640" cy="1024920"/>
            </a:xfrm>
          </p:grpSpPr>
          <p:sp>
            <p:nvSpPr>
              <p:cNvPr id="5840" name="Arrow | voxel_decoder_features → blob_cue"/>
              <p:cNvSpPr/>
              <p:nvPr/>
            </p:nvSpPr>
            <p:spPr>
              <a:xfrm>
                <a:off x="3682440" y="880200"/>
                <a:ext cx="313560" cy="999000"/>
              </a:xfrm>
              <a:custGeom>
                <a:avLst/>
                <a:gdLst/>
                <a:ahLst/>
                <a:cxnLst/>
                <a:rect l="0" t="0" r="r" b="b"/>
                <a:pathLst>
                  <a:path w="313560" h="999000" fill="none">
                    <a:moveTo>
                      <a:pt x="0" y="0"/>
                    </a:moveTo>
                    <a:lnTo>
                      <a:pt x="140760" y="0"/>
                    </a:lnTo>
                    <a:lnTo>
                      <a:pt x="140760" y="948600"/>
                    </a:lnTo>
                    <a:lnTo>
                      <a:pt x="313560" y="948600"/>
                    </a:lnTo>
                    <a:lnTo>
                      <a:pt x="313560" y="999000"/>
                    </a:lnTo>
                  </a:path>
                </a:pathLst>
              </a:custGeom>
              <a:ln w="7200" cap="flat">
                <a:solidFill>
                  <a:srgbClr val="77AAC5"/>
                </a:solidFill>
                <a:miter lim="800000"/>
              </a:ln>
            </p:spPr>
          </p:sp>
          <p:sp>
            <p:nvSpPr>
              <p:cNvPr id="5841" name="Arrow | voxel_decoder_features → blob_cue | arrowhead"/>
              <p:cNvSpPr/>
              <p:nvPr/>
            </p:nvSpPr>
            <p:spPr>
              <a:xfrm>
                <a:off x="3985920" y="187920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77AAC5"/>
              </a:solidFill>
              <a:ln>
                <a:noFill/>
              </a:ln>
            </p:spPr>
          </p:sp>
        </p:grpSp>
        <p:grpSp>
          <p:nvGrpSpPr>
            <p:cNvPr id="5845" name="Arrow | pt_pseudo_features → pseudo_cue | editable route"/>
            <p:cNvGrpSpPr/>
            <p:nvPr/>
          </p:nvGrpSpPr>
          <p:grpSpPr>
            <a:xfrm>
              <a:off x="3753360" y="1622880"/>
              <a:ext cx="936720" cy="282240"/>
              <a:chOff x="3753360" y="1622880"/>
              <a:chExt cx="936720" cy="282240"/>
            </a:xfrm>
          </p:grpSpPr>
          <p:sp>
            <p:nvSpPr>
              <p:cNvPr id="5843" name="Arrow | pt_pseudo_features → pseudo_cue"/>
              <p:cNvSpPr/>
              <p:nvPr/>
            </p:nvSpPr>
            <p:spPr>
              <a:xfrm>
                <a:off x="3753360" y="1622880"/>
                <a:ext cx="926640" cy="256320"/>
              </a:xfrm>
              <a:custGeom>
                <a:avLst/>
                <a:gdLst/>
                <a:ahLst/>
                <a:cxnLst/>
                <a:rect l="0" t="0" r="r" b="b"/>
                <a:pathLst>
                  <a:path w="926640" h="256320" fill="none">
                    <a:moveTo>
                      <a:pt x="0" y="0"/>
                    </a:moveTo>
                    <a:lnTo>
                      <a:pt x="138240" y="0"/>
                    </a:lnTo>
                    <a:lnTo>
                      <a:pt x="138240" y="159120"/>
                    </a:lnTo>
                    <a:lnTo>
                      <a:pt x="926640" y="159120"/>
                    </a:lnTo>
                    <a:lnTo>
                      <a:pt x="926640" y="256320"/>
                    </a:lnTo>
                  </a:path>
                </a:pathLst>
              </a:custGeom>
              <a:ln w="7200" cap="flat">
                <a:solidFill>
                  <a:srgbClr val="9380B9"/>
                </a:solidFill>
                <a:miter lim="800000"/>
              </a:ln>
            </p:spPr>
          </p:sp>
          <p:sp>
            <p:nvSpPr>
              <p:cNvPr id="5844" name="Arrow | pt_pseudo_features → pseudo_cue | arrowhead"/>
              <p:cNvSpPr/>
              <p:nvPr/>
            </p:nvSpPr>
            <p:spPr>
              <a:xfrm>
                <a:off x="4669920" y="187920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9380B9"/>
              </a:solidFill>
              <a:ln>
                <a:noFill/>
              </a:ln>
            </p:spPr>
          </p:sp>
        </p:grpSp>
        <p:sp>
          <p:nvSpPr>
            <p:cNvPr id="1915" name="b | Callout background: weighted sampling"/>
            <p:cNvSpPr/>
            <p:nvPr/>
          </p:nvSpPr>
          <p:spPr>
            <a:xfrm>
              <a:off x="2092545" y="1153035"/>
              <a:ext cx="1359990" cy="121545"/>
            </a:xfrm>
            <a:prstGeom prst="rect">
              <a:avLst/>
            </a:prstGeom>
            <a:solidFill>
              <a:srgbClr val="EDF5FB"/>
            </a:solidFill>
            <a:ln w="10160" cap="rnd" cmpd="sng" algn="ctr">
              <a:solidFill>
                <a:srgbClr val="C5D5E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1916" name="Text | Weighted sampling + modulation"/>
            <p:cNvSpPr txBox="1"/>
            <p:nvPr/>
          </p:nvSpPr>
          <p:spPr>
            <a:xfrm>
              <a:off x="2101628" y="1162890"/>
              <a:ext cx="134839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Weighted sampling and modulation</a:t>
              </a:r>
              <a:endParaRPr lang="en-US" sz="621"/>
            </a:p>
          </p:txBody>
        </p:sp>
      </p:grpSp>
      <p:grpSp>
        <p:nvGrpSpPr>
          <p:cNvPr id="2467" name="c | V2 paired encoders with scoring at the foot"/>
          <p:cNvGrpSpPr/>
          <p:nvPr/>
        </p:nvGrpSpPr>
        <p:grpSpPr>
          <a:xfrm>
            <a:off x="959220" y="2378340"/>
            <a:ext cx="4231080" cy="2959785"/>
            <a:chOff x="959220" y="2378340"/>
            <a:chExt cx="4231080" cy="2959785"/>
          </a:xfrm>
        </p:grpSpPr>
        <p:sp>
          <p:nvSpPr>
            <p:cNvPr id="2468" name="c | panel background"/>
            <p:cNvSpPr/>
            <p:nvPr/>
          </p:nvSpPr>
          <p:spPr>
            <a:xfrm>
              <a:off x="1051200" y="2378340"/>
              <a:ext cx="4139100" cy="2959785"/>
            </a:xfrm>
            <a:prstGeom prst="roundRect">
              <a:avLst>
                <a:gd name="adj" fmla="val 1332"/>
              </a:avLst>
            </a:prstGeom>
            <a:solidFill>
              <a:srgbClr val="F5FBF8"/>
            </a:solidFill>
            <a:ln w="6480" cap="rnd" cmpd="sng" algn="ctr">
              <a:solidFill>
                <a:srgbClr val="BFDCCE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469" name="Text | c"/>
            <p:cNvSpPr txBox="1"/>
            <p:nvPr/>
          </p:nvSpPr>
          <p:spPr>
            <a:xfrm>
              <a:off x="1123470" y="2384910"/>
              <a:ext cx="126981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</a:t>
              </a:r>
              <a:endParaRPr lang="en-US" sz="1061"/>
            </a:p>
          </p:txBody>
        </p:sp>
        <p:sp>
          <p:nvSpPr>
            <p:cNvPr id="2470" name="Text | Match: candidate-to-identity assignment"/>
            <p:cNvSpPr txBox="1"/>
            <p:nvPr/>
          </p:nvSpPr>
          <p:spPr>
            <a:xfrm>
              <a:off x="1264725" y="2404620"/>
              <a:ext cx="261630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Match: candidate-to-identity assignment</a:t>
              </a:r>
              <a:endParaRPr lang="en-US" sz="879"/>
            </a:p>
          </p:txBody>
        </p:sp>
        <p:sp>
          <p:nvSpPr>
            <p:cNvPr id="2471" name="Text | Candidate encoder"/>
            <p:cNvSpPr txBox="1"/>
            <p:nvPr/>
          </p:nvSpPr>
          <p:spPr>
            <a:xfrm>
              <a:off x="1143180" y="2595150"/>
              <a:ext cx="1046169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Candidate encoder</a:t>
              </a:r>
              <a:endParaRPr lang="en-US" sz="750"/>
            </a:p>
          </p:txBody>
        </p:sp>
        <p:sp>
          <p:nvSpPr>
            <p:cNvPr id="2472" name="Text | Identity encoder"/>
            <p:cNvSpPr txBox="1"/>
            <p:nvPr/>
          </p:nvSpPr>
          <p:spPr>
            <a:xfrm>
              <a:off x="3350700" y="2595150"/>
              <a:ext cx="922570" cy="1352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50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Identity encoder</a:t>
              </a:r>
              <a:endParaRPr lang="en-US" sz="750"/>
            </a:p>
          </p:txBody>
        </p:sp>
        <p:cxnSp>
          <p:nvCxnSpPr>
            <p:cNvPr id="2473" name="path_2368"/>
            <p:cNvCxnSpPr/>
            <p:nvPr/>
          </p:nvCxnSpPr>
          <p:spPr>
            <a:xfrm>
              <a:off x="3229155" y="2628000"/>
              <a:ext cx="0" cy="2191095"/>
            </a:xfrm>
            <a:prstGeom prst="line">
              <a:avLst/>
            </a:prstGeom>
            <a:noFill/>
            <a:ln w="4928" cap="rnd" cmpd="sng" algn="ctr">
              <a:solidFill>
                <a:srgbClr val="D1E3D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474" name="Text | Density + atoms"/>
            <p:cNvSpPr txBox="1"/>
            <p:nvPr/>
          </p:nvSpPr>
          <p:spPr>
            <a:xfrm>
              <a:off x="1182600" y="2733120"/>
              <a:ext cx="68884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 + atoms</a:t>
              </a:r>
              <a:endParaRPr lang="en-US" sz="621"/>
            </a:p>
          </p:txBody>
        </p:sp>
        <p:grpSp>
          <p:nvGrpSpPr>
            <p:cNvPr id="2475" name="Density voxel illustration | exp"/>
            <p:cNvGrpSpPr/>
            <p:nvPr/>
          </p:nvGrpSpPr>
          <p:grpSpPr>
            <a:xfrm>
              <a:off x="1179315" y="2886201"/>
              <a:ext cx="295650" cy="262800"/>
              <a:chOff x="1179315" y="2886201"/>
              <a:chExt cx="295650" cy="262800"/>
            </a:xfrm>
          </p:grpSpPr>
          <p:sp>
            <p:nvSpPr>
              <p:cNvPr id="2476" name="path_2370"/>
              <p:cNvSpPr/>
              <p:nvPr/>
            </p:nvSpPr>
            <p:spPr>
              <a:xfrm>
                <a:off x="1179315" y="2886201"/>
                <a:ext cx="295650" cy="47304"/>
              </a:xfrm>
              <a:custGeom>
                <a:avLst/>
                <a:gdLst/>
                <a:ahLst/>
                <a:cxnLst/>
                <a:rect l="0" t="0" r="w" b="h"/>
                <a:pathLst>
                  <a:path w="295650" h="47304" extrusionOk="0">
                    <a:moveTo>
                      <a:pt x="0" y="47304"/>
                    </a:moveTo>
                    <a:lnTo>
                      <a:pt x="47304" y="0"/>
                    </a:lnTo>
                    <a:lnTo>
                      <a:pt x="295650" y="0"/>
                    </a:lnTo>
                    <a:lnTo>
                      <a:pt x="248346" y="47304"/>
                    </a:lnTo>
                    <a:close/>
                  </a:path>
                </a:pathLst>
              </a:custGeom>
              <a:solidFill>
                <a:srgbClr val="EEF6FB">
                  <a:alpha val="70000"/>
                </a:srgbClr>
              </a:solidFill>
              <a:ln w="2628" cap="rnd" cmpd="sng" algn="ctr">
                <a:solidFill>
                  <a:srgbClr val="367FB7">
                    <a:alpha val="7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77" name="path_2371"/>
              <p:cNvSpPr/>
              <p:nvPr/>
            </p:nvSpPr>
            <p:spPr>
              <a:xfrm>
                <a:off x="1427661" y="2886201"/>
                <a:ext cx="47304" cy="262800"/>
              </a:xfrm>
              <a:custGeom>
                <a:avLst/>
                <a:gdLst/>
                <a:ahLst/>
                <a:cxnLst/>
                <a:rect l="0" t="0" r="w" b="h"/>
                <a:pathLst>
                  <a:path w="47304" h="262800" extrusionOk="0">
                    <a:moveTo>
                      <a:pt x="0" y="47304"/>
                    </a:moveTo>
                    <a:lnTo>
                      <a:pt x="47304" y="0"/>
                    </a:lnTo>
                    <a:lnTo>
                      <a:pt x="47304" y="215496"/>
                    </a:lnTo>
                    <a:lnTo>
                      <a:pt x="0" y="262800"/>
                    </a:lnTo>
                    <a:close/>
                  </a:path>
                </a:pathLst>
              </a:custGeom>
              <a:solidFill>
                <a:srgbClr val="E1EEF6">
                  <a:alpha val="60000"/>
                </a:srgbClr>
              </a:solidFill>
              <a:ln w="2628" cap="rnd" cmpd="sng" algn="ctr">
                <a:solidFill>
                  <a:srgbClr val="367FB7">
                    <a:alpha val="6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78" name="rect_2372"/>
              <p:cNvSpPr/>
              <p:nvPr/>
            </p:nvSpPr>
            <p:spPr>
              <a:xfrm>
                <a:off x="1179315" y="2933505"/>
                <a:ext cx="248346" cy="215496"/>
              </a:xfrm>
              <a:prstGeom prst="rect">
                <a:avLst/>
              </a:prstGeom>
              <a:solidFill>
                <a:srgbClr val="F7FBFE"/>
              </a:solidFill>
              <a:ln w="262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79" name="Density voxel cell"/>
              <p:cNvSpPr/>
              <p:nvPr/>
            </p:nvSpPr>
            <p:spPr>
              <a:xfrm>
                <a:off x="1180465" y="2934655"/>
                <a:ext cx="20277" cy="17291"/>
              </a:xfrm>
              <a:prstGeom prst="rect">
                <a:avLst/>
              </a:prstGeom>
              <a:solidFill>
                <a:srgbClr val="F1F7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0" name="Density voxel cell"/>
              <p:cNvSpPr/>
              <p:nvPr/>
            </p:nvSpPr>
            <p:spPr>
              <a:xfrm>
                <a:off x="1203042" y="2934655"/>
                <a:ext cx="20277" cy="17291"/>
              </a:xfrm>
              <a:prstGeom prst="rect">
                <a:avLst/>
              </a:prstGeom>
              <a:solidFill>
                <a:srgbClr val="E5F0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1" name="Density voxel cell"/>
              <p:cNvSpPr/>
              <p:nvPr/>
            </p:nvSpPr>
            <p:spPr>
              <a:xfrm>
                <a:off x="1225619" y="2934655"/>
                <a:ext cx="20277" cy="17291"/>
              </a:xfrm>
              <a:prstGeom prst="rect">
                <a:avLst/>
              </a:prstGeom>
              <a:solidFill>
                <a:srgbClr val="D3E5F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2" name="Density voxel cell"/>
              <p:cNvSpPr/>
              <p:nvPr/>
            </p:nvSpPr>
            <p:spPr>
              <a:xfrm>
                <a:off x="1248195" y="2934655"/>
                <a:ext cx="20277" cy="17291"/>
              </a:xfrm>
              <a:prstGeom prst="rect">
                <a:avLst/>
              </a:prstGeom>
              <a:solidFill>
                <a:srgbClr val="C6DDE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3" name="Density voxel cell"/>
              <p:cNvSpPr/>
              <p:nvPr/>
            </p:nvSpPr>
            <p:spPr>
              <a:xfrm>
                <a:off x="1270772" y="2934655"/>
                <a:ext cx="20277" cy="17291"/>
              </a:xfrm>
              <a:prstGeom prst="rect">
                <a:avLst/>
              </a:prstGeom>
              <a:solidFill>
                <a:srgbClr val="C9DEE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4" name="Density voxel cell"/>
              <p:cNvSpPr/>
              <p:nvPr/>
            </p:nvSpPr>
            <p:spPr>
              <a:xfrm>
                <a:off x="1293349" y="2934655"/>
                <a:ext cx="20277" cy="17291"/>
              </a:xfrm>
              <a:prstGeom prst="rect">
                <a:avLst/>
              </a:prstGeom>
              <a:solidFill>
                <a:srgbClr val="D9E8F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5" name="Density voxel cell"/>
              <p:cNvSpPr/>
              <p:nvPr/>
            </p:nvSpPr>
            <p:spPr>
              <a:xfrm>
                <a:off x="1315926" y="2934655"/>
                <a:ext cx="20277" cy="17291"/>
              </a:xfrm>
              <a:prstGeom prst="rect">
                <a:avLst/>
              </a:prstGeom>
              <a:solidFill>
                <a:srgbClr val="E9F3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6" name="Density voxel cell"/>
              <p:cNvSpPr/>
              <p:nvPr/>
            </p:nvSpPr>
            <p:spPr>
              <a:xfrm>
                <a:off x="1338503" y="2934655"/>
                <a:ext cx="20277" cy="17291"/>
              </a:xfrm>
              <a:prstGeom prst="rect">
                <a:avLst/>
              </a:prstGeom>
              <a:solidFill>
                <a:srgbClr val="F3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7" name="Density voxel cell"/>
              <p:cNvSpPr/>
              <p:nvPr/>
            </p:nvSpPr>
            <p:spPr>
              <a:xfrm>
                <a:off x="1361080" y="2934655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8" name="Density voxel cell"/>
              <p:cNvSpPr/>
              <p:nvPr/>
            </p:nvSpPr>
            <p:spPr>
              <a:xfrm>
                <a:off x="1383657" y="293465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89" name="Density voxel cell"/>
              <p:cNvSpPr/>
              <p:nvPr/>
            </p:nvSpPr>
            <p:spPr>
              <a:xfrm>
                <a:off x="1406234" y="293465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0" name="Density voxel cell"/>
              <p:cNvSpPr/>
              <p:nvPr/>
            </p:nvSpPr>
            <p:spPr>
              <a:xfrm>
                <a:off x="1180465" y="2954245"/>
                <a:ext cx="20277" cy="17291"/>
              </a:xfrm>
              <a:prstGeom prst="rect">
                <a:avLst/>
              </a:prstGeom>
              <a:solidFill>
                <a:srgbClr val="EBF3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1" name="Density voxel cell"/>
              <p:cNvSpPr/>
              <p:nvPr/>
            </p:nvSpPr>
            <p:spPr>
              <a:xfrm>
                <a:off x="1203042" y="2954245"/>
                <a:ext cx="20277" cy="17291"/>
              </a:xfrm>
              <a:prstGeom prst="rect">
                <a:avLst/>
              </a:prstGeom>
              <a:solidFill>
                <a:srgbClr val="D4E5F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2" name="Density voxel cell"/>
              <p:cNvSpPr/>
              <p:nvPr/>
            </p:nvSpPr>
            <p:spPr>
              <a:xfrm>
                <a:off x="1225619" y="2954245"/>
                <a:ext cx="20277" cy="17291"/>
              </a:xfrm>
              <a:prstGeom prst="rect">
                <a:avLst/>
              </a:prstGeom>
              <a:solidFill>
                <a:srgbClr val="B1D0E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3" name="Density voxel cell"/>
              <p:cNvSpPr/>
              <p:nvPr/>
            </p:nvSpPr>
            <p:spPr>
              <a:xfrm>
                <a:off x="1248195" y="2954245"/>
                <a:ext cx="20277" cy="17291"/>
              </a:xfrm>
              <a:prstGeom prst="rect">
                <a:avLst/>
              </a:prstGeom>
              <a:solidFill>
                <a:srgbClr val="98C0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4" name="Density voxel cell"/>
              <p:cNvSpPr/>
              <p:nvPr/>
            </p:nvSpPr>
            <p:spPr>
              <a:xfrm>
                <a:off x="1270772" y="2954245"/>
                <a:ext cx="20277" cy="17291"/>
              </a:xfrm>
              <a:prstGeom prst="rect">
                <a:avLst/>
              </a:prstGeom>
              <a:solidFill>
                <a:srgbClr val="9DC3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5" name="Density voxel cell"/>
              <p:cNvSpPr/>
              <p:nvPr/>
            </p:nvSpPr>
            <p:spPr>
              <a:xfrm>
                <a:off x="1293349" y="2954245"/>
                <a:ext cx="20277" cy="17291"/>
              </a:xfrm>
              <a:prstGeom prst="rect">
                <a:avLst/>
              </a:prstGeom>
              <a:solidFill>
                <a:srgbClr val="BCD6E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6" name="Density voxel cell"/>
              <p:cNvSpPr/>
              <p:nvPr/>
            </p:nvSpPr>
            <p:spPr>
              <a:xfrm>
                <a:off x="1315926" y="2954245"/>
                <a:ext cx="20277" cy="17291"/>
              </a:xfrm>
              <a:prstGeom prst="rect">
                <a:avLst/>
              </a:prstGeom>
              <a:solidFill>
                <a:srgbClr val="DCEAF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7" name="Density voxel cell"/>
              <p:cNvSpPr/>
              <p:nvPr/>
            </p:nvSpPr>
            <p:spPr>
              <a:xfrm>
                <a:off x="1338503" y="2954245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8" name="Density voxel cell"/>
              <p:cNvSpPr/>
              <p:nvPr/>
            </p:nvSpPr>
            <p:spPr>
              <a:xfrm>
                <a:off x="1361080" y="2954245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499" name="Density voxel cell"/>
              <p:cNvSpPr/>
              <p:nvPr/>
            </p:nvSpPr>
            <p:spPr>
              <a:xfrm>
                <a:off x="1383657" y="295424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0" name="Density voxel cell"/>
              <p:cNvSpPr/>
              <p:nvPr/>
            </p:nvSpPr>
            <p:spPr>
              <a:xfrm>
                <a:off x="1406234" y="2954245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1" name="Density voxel cell"/>
              <p:cNvSpPr/>
              <p:nvPr/>
            </p:nvSpPr>
            <p:spPr>
              <a:xfrm>
                <a:off x="1180465" y="2973836"/>
                <a:ext cx="20277" cy="17291"/>
              </a:xfrm>
              <a:prstGeom prst="rect">
                <a:avLst/>
              </a:prstGeom>
              <a:solidFill>
                <a:srgbClr val="E4EFF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2" name="Density voxel cell"/>
              <p:cNvSpPr/>
              <p:nvPr/>
            </p:nvSpPr>
            <p:spPr>
              <a:xfrm>
                <a:off x="1203042" y="2973836"/>
                <a:ext cx="20277" cy="17291"/>
              </a:xfrm>
              <a:prstGeom prst="rect">
                <a:avLst/>
              </a:prstGeom>
              <a:solidFill>
                <a:srgbClr val="C0D9E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3" name="Density voxel cell"/>
              <p:cNvSpPr/>
              <p:nvPr/>
            </p:nvSpPr>
            <p:spPr>
              <a:xfrm>
                <a:off x="1225619" y="2973836"/>
                <a:ext cx="20277" cy="17291"/>
              </a:xfrm>
              <a:prstGeom prst="rect">
                <a:avLst/>
              </a:prstGeom>
              <a:solidFill>
                <a:srgbClr val="8BB8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4" name="Density voxel cell"/>
              <p:cNvSpPr/>
              <p:nvPr/>
            </p:nvSpPr>
            <p:spPr>
              <a:xfrm>
                <a:off x="1248195" y="2973836"/>
                <a:ext cx="20277" cy="17291"/>
              </a:xfrm>
              <a:prstGeom prst="rect">
                <a:avLst/>
              </a:prstGeom>
              <a:solidFill>
                <a:srgbClr val="64A0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5" name="Density voxel cell"/>
              <p:cNvSpPr/>
              <p:nvPr/>
            </p:nvSpPr>
            <p:spPr>
              <a:xfrm>
                <a:off x="1270772" y="2973836"/>
                <a:ext cx="20277" cy="17291"/>
              </a:xfrm>
              <a:prstGeom prst="rect">
                <a:avLst/>
              </a:prstGeom>
              <a:solidFill>
                <a:srgbClr val="6BA4C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6" name="Density voxel cell"/>
              <p:cNvSpPr/>
              <p:nvPr/>
            </p:nvSpPr>
            <p:spPr>
              <a:xfrm>
                <a:off x="1293349" y="2973836"/>
                <a:ext cx="20277" cy="17291"/>
              </a:xfrm>
              <a:prstGeom prst="rect">
                <a:avLst/>
              </a:prstGeom>
              <a:solidFill>
                <a:srgbClr val="9CC2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7" name="Density voxel cell"/>
              <p:cNvSpPr/>
              <p:nvPr/>
            </p:nvSpPr>
            <p:spPr>
              <a:xfrm>
                <a:off x="1315926" y="2973836"/>
                <a:ext cx="20277" cy="17291"/>
              </a:xfrm>
              <a:prstGeom prst="rect">
                <a:avLst/>
              </a:prstGeom>
              <a:solidFill>
                <a:srgbClr val="CDE1E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8" name="Density voxel cell"/>
              <p:cNvSpPr/>
              <p:nvPr/>
            </p:nvSpPr>
            <p:spPr>
              <a:xfrm>
                <a:off x="1338503" y="2973836"/>
                <a:ext cx="20277" cy="17291"/>
              </a:xfrm>
              <a:prstGeom prst="rect">
                <a:avLst/>
              </a:prstGeom>
              <a:solidFill>
                <a:srgbClr val="EAF3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09" name="Density voxel cell"/>
              <p:cNvSpPr/>
              <p:nvPr/>
            </p:nvSpPr>
            <p:spPr>
              <a:xfrm>
                <a:off x="1361080" y="2973836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0" name="Density voxel cell"/>
              <p:cNvSpPr/>
              <p:nvPr/>
            </p:nvSpPr>
            <p:spPr>
              <a:xfrm>
                <a:off x="1383657" y="297383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1" name="Density voxel cell"/>
              <p:cNvSpPr/>
              <p:nvPr/>
            </p:nvSpPr>
            <p:spPr>
              <a:xfrm>
                <a:off x="1406234" y="297383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2" name="Density voxel cell"/>
              <p:cNvSpPr/>
              <p:nvPr/>
            </p:nvSpPr>
            <p:spPr>
              <a:xfrm>
                <a:off x="1180465" y="2993426"/>
                <a:ext cx="20277" cy="17291"/>
              </a:xfrm>
              <a:prstGeom prst="rect">
                <a:avLst/>
              </a:prstGeom>
              <a:solidFill>
                <a:srgbClr val="E0EC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3" name="Density voxel cell"/>
              <p:cNvSpPr/>
              <p:nvPr/>
            </p:nvSpPr>
            <p:spPr>
              <a:xfrm>
                <a:off x="1203042" y="2993426"/>
                <a:ext cx="20277" cy="17291"/>
              </a:xfrm>
              <a:prstGeom prst="rect">
                <a:avLst/>
              </a:prstGeom>
              <a:solidFill>
                <a:srgbClr val="B4D2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4" name="Density voxel cell"/>
              <p:cNvSpPr/>
              <p:nvPr/>
            </p:nvSpPr>
            <p:spPr>
              <a:xfrm>
                <a:off x="1225619" y="2993426"/>
                <a:ext cx="20277" cy="17291"/>
              </a:xfrm>
              <a:prstGeom prst="rect">
                <a:avLst/>
              </a:prstGeom>
              <a:solidFill>
                <a:srgbClr val="73A9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5" name="Density voxel cell"/>
              <p:cNvSpPr/>
              <p:nvPr/>
            </p:nvSpPr>
            <p:spPr>
              <a:xfrm>
                <a:off x="1248195" y="2993426"/>
                <a:ext cx="20277" cy="17291"/>
              </a:xfrm>
              <a:prstGeom prst="rect">
                <a:avLst/>
              </a:prstGeom>
              <a:solidFill>
                <a:srgbClr val="458DB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6" name="Density voxel cell"/>
              <p:cNvSpPr/>
              <p:nvPr/>
            </p:nvSpPr>
            <p:spPr>
              <a:xfrm>
                <a:off x="1270772" y="2993426"/>
                <a:ext cx="20277" cy="17291"/>
              </a:xfrm>
              <a:prstGeom prst="rect">
                <a:avLst/>
              </a:prstGeom>
              <a:solidFill>
                <a:srgbClr val="4C91C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7" name="Density voxel cell"/>
              <p:cNvSpPr/>
              <p:nvPr/>
            </p:nvSpPr>
            <p:spPr>
              <a:xfrm>
                <a:off x="1293349" y="2993426"/>
                <a:ext cx="20277" cy="17291"/>
              </a:xfrm>
              <a:prstGeom prst="rect">
                <a:avLst/>
              </a:prstGeom>
              <a:solidFill>
                <a:srgbClr val="87B6D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8" name="Density voxel cell"/>
              <p:cNvSpPr/>
              <p:nvPr/>
            </p:nvSpPr>
            <p:spPr>
              <a:xfrm>
                <a:off x="1315926" y="2993426"/>
                <a:ext cx="20277" cy="17291"/>
              </a:xfrm>
              <a:prstGeom prst="rect">
                <a:avLst/>
              </a:prstGeom>
              <a:solidFill>
                <a:srgbClr val="C4DBE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19" name="Density voxel cell"/>
              <p:cNvSpPr/>
              <p:nvPr/>
            </p:nvSpPr>
            <p:spPr>
              <a:xfrm>
                <a:off x="1338503" y="2993426"/>
                <a:ext cx="20277" cy="17291"/>
              </a:xfrm>
              <a:prstGeom prst="rect">
                <a:avLst/>
              </a:prstGeom>
              <a:solidFill>
                <a:srgbClr val="E7F1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0" name="Density voxel cell"/>
              <p:cNvSpPr/>
              <p:nvPr/>
            </p:nvSpPr>
            <p:spPr>
              <a:xfrm>
                <a:off x="1361080" y="2993426"/>
                <a:ext cx="20277" cy="17291"/>
              </a:xfrm>
              <a:prstGeom prst="rect">
                <a:avLst/>
              </a:prstGeom>
              <a:solidFill>
                <a:srgbClr val="F3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1" name="Density voxel cell"/>
              <p:cNvSpPr/>
              <p:nvPr/>
            </p:nvSpPr>
            <p:spPr>
              <a:xfrm>
                <a:off x="1383657" y="2993426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2" name="Density voxel cell"/>
              <p:cNvSpPr/>
              <p:nvPr/>
            </p:nvSpPr>
            <p:spPr>
              <a:xfrm>
                <a:off x="1406234" y="2993426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3" name="Density voxel cell"/>
              <p:cNvSpPr/>
              <p:nvPr/>
            </p:nvSpPr>
            <p:spPr>
              <a:xfrm>
                <a:off x="1180465" y="3013017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4" name="Density voxel cell"/>
              <p:cNvSpPr/>
              <p:nvPr/>
            </p:nvSpPr>
            <p:spPr>
              <a:xfrm>
                <a:off x="1203042" y="3013017"/>
                <a:ext cx="20277" cy="17291"/>
              </a:xfrm>
              <a:prstGeom prst="rect">
                <a:avLst/>
              </a:prstGeom>
              <a:solidFill>
                <a:srgbClr val="B6D3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5" name="Density voxel cell"/>
              <p:cNvSpPr/>
              <p:nvPr/>
            </p:nvSpPr>
            <p:spPr>
              <a:xfrm>
                <a:off x="1225619" y="3013017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6" name="Density voxel cell"/>
              <p:cNvSpPr/>
              <p:nvPr/>
            </p:nvSpPr>
            <p:spPr>
              <a:xfrm>
                <a:off x="1248195" y="3013017"/>
                <a:ext cx="20277" cy="17291"/>
              </a:xfrm>
              <a:prstGeom prst="rect">
                <a:avLst/>
              </a:prstGeom>
              <a:solidFill>
                <a:srgbClr val="498FC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7" name="Density voxel cell"/>
              <p:cNvSpPr/>
              <p:nvPr/>
            </p:nvSpPr>
            <p:spPr>
              <a:xfrm>
                <a:off x="1270772" y="3013017"/>
                <a:ext cx="20277" cy="17291"/>
              </a:xfrm>
              <a:prstGeom prst="rect">
                <a:avLst/>
              </a:prstGeom>
              <a:solidFill>
                <a:srgbClr val="5295C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8" name="Density voxel cell"/>
              <p:cNvSpPr/>
              <p:nvPr/>
            </p:nvSpPr>
            <p:spPr>
              <a:xfrm>
                <a:off x="1293349" y="3013017"/>
                <a:ext cx="20277" cy="17291"/>
              </a:xfrm>
              <a:prstGeom prst="rect">
                <a:avLst/>
              </a:prstGeom>
              <a:solidFill>
                <a:srgbClr val="8AB7D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29" name="Density voxel cell"/>
              <p:cNvSpPr/>
              <p:nvPr/>
            </p:nvSpPr>
            <p:spPr>
              <a:xfrm>
                <a:off x="1315926" y="3013017"/>
                <a:ext cx="20277" cy="17291"/>
              </a:xfrm>
              <a:prstGeom prst="rect">
                <a:avLst/>
              </a:prstGeom>
              <a:solidFill>
                <a:srgbClr val="C3DBE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0" name="Density voxel cell"/>
              <p:cNvSpPr/>
              <p:nvPr/>
            </p:nvSpPr>
            <p:spPr>
              <a:xfrm>
                <a:off x="1338503" y="3013017"/>
                <a:ext cx="20277" cy="17291"/>
              </a:xfrm>
              <a:prstGeom prst="rect">
                <a:avLst/>
              </a:prstGeom>
              <a:solidFill>
                <a:srgbClr val="E4EFF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1" name="Density voxel cell"/>
              <p:cNvSpPr/>
              <p:nvPr/>
            </p:nvSpPr>
            <p:spPr>
              <a:xfrm>
                <a:off x="1361080" y="3013017"/>
                <a:ext cx="20277" cy="17291"/>
              </a:xfrm>
              <a:prstGeom prst="rect">
                <a:avLst/>
              </a:prstGeom>
              <a:solidFill>
                <a:srgbClr val="F1F7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2" name="Density voxel cell"/>
              <p:cNvSpPr/>
              <p:nvPr/>
            </p:nvSpPr>
            <p:spPr>
              <a:xfrm>
                <a:off x="1383657" y="3013017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3" name="Density voxel cell"/>
              <p:cNvSpPr/>
              <p:nvPr/>
            </p:nvSpPr>
            <p:spPr>
              <a:xfrm>
                <a:off x="1406234" y="3013017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4" name="Density voxel cell"/>
              <p:cNvSpPr/>
              <p:nvPr/>
            </p:nvSpPr>
            <p:spPr>
              <a:xfrm>
                <a:off x="1180465" y="3032607"/>
                <a:ext cx="20277" cy="17291"/>
              </a:xfrm>
              <a:prstGeom prst="rect">
                <a:avLst/>
              </a:prstGeom>
              <a:solidFill>
                <a:srgbClr val="E6F0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5" name="Density voxel cell"/>
              <p:cNvSpPr/>
              <p:nvPr/>
            </p:nvSpPr>
            <p:spPr>
              <a:xfrm>
                <a:off x="1203042" y="3032607"/>
                <a:ext cx="20277" cy="17291"/>
              </a:xfrm>
              <a:prstGeom prst="rect">
                <a:avLst/>
              </a:prstGeom>
              <a:solidFill>
                <a:srgbClr val="C6DCE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6" name="Density voxel cell"/>
              <p:cNvSpPr/>
              <p:nvPr/>
            </p:nvSpPr>
            <p:spPr>
              <a:xfrm>
                <a:off x="1225619" y="3032607"/>
                <a:ext cx="20277" cy="17291"/>
              </a:xfrm>
              <a:prstGeom prst="rect">
                <a:avLst/>
              </a:prstGeom>
              <a:solidFill>
                <a:srgbClr val="96BF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7" name="Density voxel cell"/>
              <p:cNvSpPr/>
              <p:nvPr/>
            </p:nvSpPr>
            <p:spPr>
              <a:xfrm>
                <a:off x="1248195" y="3032607"/>
                <a:ext cx="20277" cy="17291"/>
              </a:xfrm>
              <a:prstGeom prst="rect">
                <a:avLst/>
              </a:prstGeom>
              <a:solidFill>
                <a:srgbClr val="72A9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8" name="Density voxel cell"/>
              <p:cNvSpPr/>
              <p:nvPr/>
            </p:nvSpPr>
            <p:spPr>
              <a:xfrm>
                <a:off x="1270772" y="3032607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39" name="Density voxel cell"/>
              <p:cNvSpPr/>
              <p:nvPr/>
            </p:nvSpPr>
            <p:spPr>
              <a:xfrm>
                <a:off x="1293349" y="3032607"/>
                <a:ext cx="20277" cy="17291"/>
              </a:xfrm>
              <a:prstGeom prst="rect">
                <a:avLst/>
              </a:prstGeom>
              <a:solidFill>
                <a:srgbClr val="9CC3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0" name="Density voxel cell"/>
              <p:cNvSpPr/>
              <p:nvPr/>
            </p:nvSpPr>
            <p:spPr>
              <a:xfrm>
                <a:off x="1315926" y="3032607"/>
                <a:ext cx="20277" cy="17291"/>
              </a:xfrm>
              <a:prstGeom prst="rect">
                <a:avLst/>
              </a:prstGeom>
              <a:solidFill>
                <a:srgbClr val="BDD7E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1" name="Density voxel cell"/>
              <p:cNvSpPr/>
              <p:nvPr/>
            </p:nvSpPr>
            <p:spPr>
              <a:xfrm>
                <a:off x="1338503" y="3032607"/>
                <a:ext cx="20277" cy="17291"/>
              </a:xfrm>
              <a:prstGeom prst="rect">
                <a:avLst/>
              </a:prstGeom>
              <a:solidFill>
                <a:srgbClr val="D2E4F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2" name="Density voxel cell"/>
              <p:cNvSpPr/>
              <p:nvPr/>
            </p:nvSpPr>
            <p:spPr>
              <a:xfrm>
                <a:off x="1361080" y="3032607"/>
                <a:ext cx="20277" cy="17291"/>
              </a:xfrm>
              <a:prstGeom prst="rect">
                <a:avLst/>
              </a:prstGeom>
              <a:solidFill>
                <a:srgbClr val="E5F0F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3" name="Density voxel cell"/>
              <p:cNvSpPr/>
              <p:nvPr/>
            </p:nvSpPr>
            <p:spPr>
              <a:xfrm>
                <a:off x="1383657" y="3032607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4" name="Density voxel cell"/>
              <p:cNvSpPr/>
              <p:nvPr/>
            </p:nvSpPr>
            <p:spPr>
              <a:xfrm>
                <a:off x="1406234" y="3032607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5" name="Density voxel cell"/>
              <p:cNvSpPr/>
              <p:nvPr/>
            </p:nvSpPr>
            <p:spPr>
              <a:xfrm>
                <a:off x="1180465" y="3052198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6" name="Density voxel cell"/>
              <p:cNvSpPr/>
              <p:nvPr/>
            </p:nvSpPr>
            <p:spPr>
              <a:xfrm>
                <a:off x="1203042" y="3052198"/>
                <a:ext cx="20277" cy="17291"/>
              </a:xfrm>
              <a:prstGeom prst="rect">
                <a:avLst/>
              </a:prstGeom>
              <a:solidFill>
                <a:srgbClr val="D9E9F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7" name="Density voxel cell"/>
              <p:cNvSpPr/>
              <p:nvPr/>
            </p:nvSpPr>
            <p:spPr>
              <a:xfrm>
                <a:off x="1225619" y="3052198"/>
                <a:ext cx="20277" cy="17291"/>
              </a:xfrm>
              <a:prstGeom prst="rect">
                <a:avLst/>
              </a:prstGeom>
              <a:solidFill>
                <a:srgbClr val="BDD7E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8" name="Density voxel cell"/>
              <p:cNvSpPr/>
              <p:nvPr/>
            </p:nvSpPr>
            <p:spPr>
              <a:xfrm>
                <a:off x="1248195" y="3052198"/>
                <a:ext cx="20277" cy="17291"/>
              </a:xfrm>
              <a:prstGeom prst="rect">
                <a:avLst/>
              </a:prstGeom>
              <a:solidFill>
                <a:srgbClr val="A7C9E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49" name="Density voxel cell"/>
              <p:cNvSpPr/>
              <p:nvPr/>
            </p:nvSpPr>
            <p:spPr>
              <a:xfrm>
                <a:off x="1270772" y="3052198"/>
                <a:ext cx="20277" cy="17291"/>
              </a:xfrm>
              <a:prstGeom prst="rect">
                <a:avLst/>
              </a:prstGeom>
              <a:solidFill>
                <a:srgbClr val="A5C8E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0" name="Density voxel cell"/>
              <p:cNvSpPr/>
              <p:nvPr/>
            </p:nvSpPr>
            <p:spPr>
              <a:xfrm>
                <a:off x="1293349" y="3052198"/>
                <a:ext cx="20277" cy="17291"/>
              </a:xfrm>
              <a:prstGeom prst="rect">
                <a:avLst/>
              </a:prstGeom>
              <a:solidFill>
                <a:srgbClr val="A8CAE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1" name="Density voxel cell"/>
              <p:cNvSpPr/>
              <p:nvPr/>
            </p:nvSpPr>
            <p:spPr>
              <a:xfrm>
                <a:off x="1315926" y="3052198"/>
                <a:ext cx="20277" cy="17291"/>
              </a:xfrm>
              <a:prstGeom prst="rect">
                <a:avLst/>
              </a:prstGeom>
              <a:solidFill>
                <a:srgbClr val="9BC2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2" name="Density voxel cell"/>
              <p:cNvSpPr/>
              <p:nvPr/>
            </p:nvSpPr>
            <p:spPr>
              <a:xfrm>
                <a:off x="1338503" y="3052198"/>
                <a:ext cx="20277" cy="17291"/>
              </a:xfrm>
              <a:prstGeom prst="rect">
                <a:avLst/>
              </a:prstGeom>
              <a:solidFill>
                <a:srgbClr val="9DC3D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3" name="Density voxel cell"/>
              <p:cNvSpPr/>
              <p:nvPr/>
            </p:nvSpPr>
            <p:spPr>
              <a:xfrm>
                <a:off x="1361080" y="3052198"/>
                <a:ext cx="20277" cy="17291"/>
              </a:xfrm>
              <a:prstGeom prst="rect">
                <a:avLst/>
              </a:prstGeom>
              <a:solidFill>
                <a:srgbClr val="C4DBE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4" name="Density voxel cell"/>
              <p:cNvSpPr/>
              <p:nvPr/>
            </p:nvSpPr>
            <p:spPr>
              <a:xfrm>
                <a:off x="1383657" y="3052198"/>
                <a:ext cx="20277" cy="17291"/>
              </a:xfrm>
              <a:prstGeom prst="rect">
                <a:avLst/>
              </a:prstGeom>
              <a:solidFill>
                <a:srgbClr val="E8F2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5" name="Density voxel cell"/>
              <p:cNvSpPr/>
              <p:nvPr/>
            </p:nvSpPr>
            <p:spPr>
              <a:xfrm>
                <a:off x="1406234" y="3052198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6" name="Density voxel cell"/>
              <p:cNvSpPr/>
              <p:nvPr/>
            </p:nvSpPr>
            <p:spPr>
              <a:xfrm>
                <a:off x="1180465" y="3071789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7" name="Density voxel cell"/>
              <p:cNvSpPr/>
              <p:nvPr/>
            </p:nvSpPr>
            <p:spPr>
              <a:xfrm>
                <a:off x="1203042" y="3071789"/>
                <a:ext cx="20277" cy="17291"/>
              </a:xfrm>
              <a:prstGeom prst="rect">
                <a:avLst/>
              </a:prstGeom>
              <a:solidFill>
                <a:srgbClr val="E9F2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8" name="Density voxel cell"/>
              <p:cNvSpPr/>
              <p:nvPr/>
            </p:nvSpPr>
            <p:spPr>
              <a:xfrm>
                <a:off x="1225619" y="3071789"/>
                <a:ext cx="20277" cy="17291"/>
              </a:xfrm>
              <a:prstGeom prst="rect">
                <a:avLst/>
              </a:prstGeom>
              <a:solidFill>
                <a:srgbClr val="DBEAF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59" name="Density voxel cell"/>
              <p:cNvSpPr/>
              <p:nvPr/>
            </p:nvSpPr>
            <p:spPr>
              <a:xfrm>
                <a:off x="1248195" y="3071789"/>
                <a:ext cx="20277" cy="17291"/>
              </a:xfrm>
              <a:prstGeom prst="rect">
                <a:avLst/>
              </a:prstGeom>
              <a:solidFill>
                <a:srgbClr val="D0E3F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0" name="Density voxel cell"/>
              <p:cNvSpPr/>
              <p:nvPr/>
            </p:nvSpPr>
            <p:spPr>
              <a:xfrm>
                <a:off x="1270772" y="3071789"/>
                <a:ext cx="20277" cy="17291"/>
              </a:xfrm>
              <a:prstGeom prst="rect">
                <a:avLst/>
              </a:prstGeom>
              <a:solidFill>
                <a:srgbClr val="C9DEE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1" name="Density voxel cell"/>
              <p:cNvSpPr/>
              <p:nvPr/>
            </p:nvSpPr>
            <p:spPr>
              <a:xfrm>
                <a:off x="1293349" y="3071789"/>
                <a:ext cx="20277" cy="17291"/>
              </a:xfrm>
              <a:prstGeom prst="rect">
                <a:avLst/>
              </a:prstGeom>
              <a:solidFill>
                <a:srgbClr val="AECDE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2" name="Density voxel cell"/>
              <p:cNvSpPr/>
              <p:nvPr/>
            </p:nvSpPr>
            <p:spPr>
              <a:xfrm>
                <a:off x="1315926" y="3071789"/>
                <a:ext cx="20277" cy="17291"/>
              </a:xfrm>
              <a:prstGeom prst="rect">
                <a:avLst/>
              </a:prstGeom>
              <a:solidFill>
                <a:srgbClr val="76AB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3" name="Density voxel cell"/>
              <p:cNvSpPr/>
              <p:nvPr/>
            </p:nvSpPr>
            <p:spPr>
              <a:xfrm>
                <a:off x="1338503" y="3071789"/>
                <a:ext cx="20277" cy="17291"/>
              </a:xfrm>
              <a:prstGeom prst="rect">
                <a:avLst/>
              </a:prstGeom>
              <a:solidFill>
                <a:srgbClr val="66A1C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4" name="Density voxel cell"/>
              <p:cNvSpPr/>
              <p:nvPr/>
            </p:nvSpPr>
            <p:spPr>
              <a:xfrm>
                <a:off x="1361080" y="3071789"/>
                <a:ext cx="20277" cy="17291"/>
              </a:xfrm>
              <a:prstGeom prst="rect">
                <a:avLst/>
              </a:prstGeom>
              <a:solidFill>
                <a:srgbClr val="A1C6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5" name="Density voxel cell"/>
              <p:cNvSpPr/>
              <p:nvPr/>
            </p:nvSpPr>
            <p:spPr>
              <a:xfrm>
                <a:off x="1383657" y="3071789"/>
                <a:ext cx="20277" cy="17291"/>
              </a:xfrm>
              <a:prstGeom prst="rect">
                <a:avLst/>
              </a:prstGeom>
              <a:solidFill>
                <a:srgbClr val="DDEBF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6" name="Density voxel cell"/>
              <p:cNvSpPr/>
              <p:nvPr/>
            </p:nvSpPr>
            <p:spPr>
              <a:xfrm>
                <a:off x="1406234" y="3071789"/>
                <a:ext cx="20277" cy="17291"/>
              </a:xfrm>
              <a:prstGeom prst="rect">
                <a:avLst/>
              </a:prstGeom>
              <a:solidFill>
                <a:srgbClr val="F3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7" name="Density voxel cell"/>
              <p:cNvSpPr/>
              <p:nvPr/>
            </p:nvSpPr>
            <p:spPr>
              <a:xfrm>
                <a:off x="1180465" y="3091379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8" name="Density voxel cell"/>
              <p:cNvSpPr/>
              <p:nvPr/>
            </p:nvSpPr>
            <p:spPr>
              <a:xfrm>
                <a:off x="1203042" y="3091379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69" name="Density voxel cell"/>
              <p:cNvSpPr/>
              <p:nvPr/>
            </p:nvSpPr>
            <p:spPr>
              <a:xfrm>
                <a:off x="1225619" y="3091379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0" name="Density voxel cell"/>
              <p:cNvSpPr/>
              <p:nvPr/>
            </p:nvSpPr>
            <p:spPr>
              <a:xfrm>
                <a:off x="1248195" y="3091379"/>
                <a:ext cx="20277" cy="17291"/>
              </a:xfrm>
              <a:prstGeom prst="rect">
                <a:avLst/>
              </a:prstGeom>
              <a:solidFill>
                <a:srgbClr val="E8F2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1" name="Density voxel cell"/>
              <p:cNvSpPr/>
              <p:nvPr/>
            </p:nvSpPr>
            <p:spPr>
              <a:xfrm>
                <a:off x="1270772" y="3091379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2" name="Density voxel cell"/>
              <p:cNvSpPr/>
              <p:nvPr/>
            </p:nvSpPr>
            <p:spPr>
              <a:xfrm>
                <a:off x="1293349" y="3091379"/>
                <a:ext cx="20277" cy="17291"/>
              </a:xfrm>
              <a:prstGeom prst="rect">
                <a:avLst/>
              </a:prstGeom>
              <a:solidFill>
                <a:srgbClr val="C2DAE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3" name="Density voxel cell"/>
              <p:cNvSpPr/>
              <p:nvPr/>
            </p:nvSpPr>
            <p:spPr>
              <a:xfrm>
                <a:off x="1315926" y="3091379"/>
                <a:ext cx="20277" cy="17291"/>
              </a:xfrm>
              <a:prstGeom prst="rect">
                <a:avLst/>
              </a:prstGeom>
              <a:solidFill>
                <a:srgbClr val="8AB8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4" name="Density voxel cell"/>
              <p:cNvSpPr/>
              <p:nvPr/>
            </p:nvSpPr>
            <p:spPr>
              <a:xfrm>
                <a:off x="1338503" y="3091379"/>
                <a:ext cx="20277" cy="17291"/>
              </a:xfrm>
              <a:prstGeom prst="rect">
                <a:avLst/>
              </a:prstGeom>
              <a:solidFill>
                <a:srgbClr val="78AC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5" name="Density voxel cell"/>
              <p:cNvSpPr/>
              <p:nvPr/>
            </p:nvSpPr>
            <p:spPr>
              <a:xfrm>
                <a:off x="1361080" y="3091379"/>
                <a:ext cx="20277" cy="17291"/>
              </a:xfrm>
              <a:prstGeom prst="rect">
                <a:avLst/>
              </a:prstGeom>
              <a:solidFill>
                <a:srgbClr val="ABCCE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6" name="Density voxel cell"/>
              <p:cNvSpPr/>
              <p:nvPr/>
            </p:nvSpPr>
            <p:spPr>
              <a:xfrm>
                <a:off x="1383657" y="3091379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7" name="Density voxel cell"/>
              <p:cNvSpPr/>
              <p:nvPr/>
            </p:nvSpPr>
            <p:spPr>
              <a:xfrm>
                <a:off x="1406234" y="3091379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8" name="Density voxel cell"/>
              <p:cNvSpPr/>
              <p:nvPr/>
            </p:nvSpPr>
            <p:spPr>
              <a:xfrm>
                <a:off x="1180465" y="3110970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79" name="Density voxel cell"/>
              <p:cNvSpPr/>
              <p:nvPr/>
            </p:nvSpPr>
            <p:spPr>
              <a:xfrm>
                <a:off x="1203042" y="311097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0" name="Density voxel cell"/>
              <p:cNvSpPr/>
              <p:nvPr/>
            </p:nvSpPr>
            <p:spPr>
              <a:xfrm>
                <a:off x="1225619" y="3110970"/>
                <a:ext cx="20277" cy="17291"/>
              </a:xfrm>
              <a:prstGeom prst="rect">
                <a:avLst/>
              </a:prstGeom>
              <a:solidFill>
                <a:srgbClr val="F4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1" name="Density voxel cell"/>
              <p:cNvSpPr/>
              <p:nvPr/>
            </p:nvSpPr>
            <p:spPr>
              <a:xfrm>
                <a:off x="1248195" y="3110970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2" name="Density voxel cell"/>
              <p:cNvSpPr/>
              <p:nvPr/>
            </p:nvSpPr>
            <p:spPr>
              <a:xfrm>
                <a:off x="1270772" y="3110970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3" name="Density voxel cell"/>
              <p:cNvSpPr/>
              <p:nvPr/>
            </p:nvSpPr>
            <p:spPr>
              <a:xfrm>
                <a:off x="1293349" y="3110970"/>
                <a:ext cx="20277" cy="17291"/>
              </a:xfrm>
              <a:prstGeom prst="rect">
                <a:avLst/>
              </a:prstGeom>
              <a:solidFill>
                <a:srgbClr val="E0EDF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4" name="Density voxel cell"/>
              <p:cNvSpPr/>
              <p:nvPr/>
            </p:nvSpPr>
            <p:spPr>
              <a:xfrm>
                <a:off x="1315926" y="3110970"/>
                <a:ext cx="20277" cy="17291"/>
              </a:xfrm>
              <a:prstGeom prst="rect">
                <a:avLst/>
              </a:prstGeom>
              <a:solidFill>
                <a:srgbClr val="C6DDE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5" name="Density voxel cell"/>
              <p:cNvSpPr/>
              <p:nvPr/>
            </p:nvSpPr>
            <p:spPr>
              <a:xfrm>
                <a:off x="1338503" y="3110970"/>
                <a:ext cx="20277" cy="17291"/>
              </a:xfrm>
              <a:prstGeom prst="rect">
                <a:avLst/>
              </a:prstGeom>
              <a:solidFill>
                <a:srgbClr val="BED7E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6" name="Density voxel cell"/>
              <p:cNvSpPr/>
              <p:nvPr/>
            </p:nvSpPr>
            <p:spPr>
              <a:xfrm>
                <a:off x="1361080" y="3110970"/>
                <a:ext cx="20277" cy="17291"/>
              </a:xfrm>
              <a:prstGeom prst="rect">
                <a:avLst/>
              </a:prstGeom>
              <a:solidFill>
                <a:srgbClr val="D5E6F2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7" name="Density voxel cell"/>
              <p:cNvSpPr/>
              <p:nvPr/>
            </p:nvSpPr>
            <p:spPr>
              <a:xfrm>
                <a:off x="1383657" y="3110970"/>
                <a:ext cx="20277" cy="17291"/>
              </a:xfrm>
              <a:prstGeom prst="rect">
                <a:avLst/>
              </a:prstGeom>
              <a:solidFill>
                <a:srgbClr val="EDF5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8" name="Density voxel cell"/>
              <p:cNvSpPr/>
              <p:nvPr/>
            </p:nvSpPr>
            <p:spPr>
              <a:xfrm>
                <a:off x="1406234" y="311097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89" name="Density voxel cell"/>
              <p:cNvSpPr/>
              <p:nvPr/>
            </p:nvSpPr>
            <p:spPr>
              <a:xfrm>
                <a:off x="1180465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0" name="Density voxel cell"/>
              <p:cNvSpPr/>
              <p:nvPr/>
            </p:nvSpPr>
            <p:spPr>
              <a:xfrm>
                <a:off x="1203042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1" name="Density voxel cell"/>
              <p:cNvSpPr/>
              <p:nvPr/>
            </p:nvSpPr>
            <p:spPr>
              <a:xfrm>
                <a:off x="1225619" y="3130560"/>
                <a:ext cx="20277" cy="17291"/>
              </a:xfrm>
              <a:prstGeom prst="rect">
                <a:avLst/>
              </a:prstGeom>
              <a:solidFill>
                <a:srgbClr val="F6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2" name="Density voxel cell"/>
              <p:cNvSpPr/>
              <p:nvPr/>
            </p:nvSpPr>
            <p:spPr>
              <a:xfrm>
                <a:off x="1248195" y="3130560"/>
                <a:ext cx="20277" cy="17291"/>
              </a:xfrm>
              <a:prstGeom prst="rect">
                <a:avLst/>
              </a:prstGeom>
              <a:solidFill>
                <a:srgbClr val="F6FA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3" name="Density voxel cell"/>
              <p:cNvSpPr/>
              <p:nvPr/>
            </p:nvSpPr>
            <p:spPr>
              <a:xfrm>
                <a:off x="1270772" y="3130560"/>
                <a:ext cx="20277" cy="17291"/>
              </a:xfrm>
              <a:prstGeom prst="rect">
                <a:avLst/>
              </a:prstGeom>
              <a:solidFill>
                <a:srgbClr val="F5FA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4" name="Density voxel cell"/>
              <p:cNvSpPr/>
              <p:nvPr/>
            </p:nvSpPr>
            <p:spPr>
              <a:xfrm>
                <a:off x="1293349" y="3130560"/>
                <a:ext cx="20277" cy="17291"/>
              </a:xfrm>
              <a:prstGeom prst="rect">
                <a:avLst/>
              </a:prstGeom>
              <a:solidFill>
                <a:srgbClr val="F2F8F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5" name="Density voxel cell"/>
              <p:cNvSpPr/>
              <p:nvPr/>
            </p:nvSpPr>
            <p:spPr>
              <a:xfrm>
                <a:off x="1315926" y="3130560"/>
                <a:ext cx="20277" cy="17291"/>
              </a:xfrm>
              <a:prstGeom prst="rect">
                <a:avLst/>
              </a:prstGeom>
              <a:solidFill>
                <a:srgbClr val="ECF4F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6" name="Density voxel cell"/>
              <p:cNvSpPr/>
              <p:nvPr/>
            </p:nvSpPr>
            <p:spPr>
              <a:xfrm>
                <a:off x="1338503" y="3130560"/>
                <a:ext cx="20277" cy="17291"/>
              </a:xfrm>
              <a:prstGeom prst="rect">
                <a:avLst/>
              </a:prstGeom>
              <a:solidFill>
                <a:srgbClr val="EAF3F9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7" name="Density voxel cell"/>
              <p:cNvSpPr/>
              <p:nvPr/>
            </p:nvSpPr>
            <p:spPr>
              <a:xfrm>
                <a:off x="1361080" y="3130560"/>
                <a:ext cx="20277" cy="17291"/>
              </a:xfrm>
              <a:prstGeom prst="rect">
                <a:avLst/>
              </a:prstGeom>
              <a:solidFill>
                <a:srgbClr val="EFF6F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8" name="Density voxel cell"/>
              <p:cNvSpPr/>
              <p:nvPr/>
            </p:nvSpPr>
            <p:spPr>
              <a:xfrm>
                <a:off x="1383657" y="3130560"/>
                <a:ext cx="20277" cy="17291"/>
              </a:xfrm>
              <a:prstGeom prst="rect">
                <a:avLst/>
              </a:prstGeom>
              <a:solidFill>
                <a:srgbClr val="F5F9F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599" name="Density voxel cell"/>
              <p:cNvSpPr/>
              <p:nvPr/>
            </p:nvSpPr>
            <p:spPr>
              <a:xfrm>
                <a:off x="1406234" y="3130560"/>
                <a:ext cx="20277" cy="17291"/>
              </a:xfrm>
              <a:prstGeom prst="rect">
                <a:avLst/>
              </a:prstGeom>
              <a:solidFill>
                <a:srgbClr val="F7FBF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cxnSp>
            <p:nvCxnSpPr>
              <p:cNvPr id="2600" name="path_2494"/>
              <p:cNvCxnSpPr/>
              <p:nvPr/>
            </p:nvCxnSpPr>
            <p:spPr>
              <a:xfrm>
                <a:off x="1179315" y="2933505"/>
                <a:ext cx="248346" cy="0"/>
              </a:xfrm>
              <a:prstGeom prst="line">
                <a:avLst/>
              </a:prstGeom>
              <a:noFill/>
              <a:ln w="262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601" name="path_2495"/>
              <p:cNvCxnSpPr/>
              <p:nvPr/>
            </p:nvCxnSpPr>
            <p:spPr>
              <a:xfrm>
                <a:off x="1427661" y="2933505"/>
                <a:ext cx="0" cy="215496"/>
              </a:xfrm>
              <a:prstGeom prst="line">
                <a:avLst/>
              </a:prstGeom>
              <a:noFill/>
              <a:ln w="262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602" name="Text | 48³ crop"/>
            <p:cNvSpPr txBox="1"/>
            <p:nvPr/>
          </p:nvSpPr>
          <p:spPr>
            <a:xfrm>
              <a:off x="1132270" y="3206160"/>
              <a:ext cx="356890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48³ crop</a:t>
              </a:r>
              <a:endParaRPr lang="en-US" sz="621"/>
            </a:p>
          </p:txBody>
        </p:sp>
        <p:grpSp>
          <p:nvGrpSpPr>
            <p:cNvPr id="2603" name="Arrow | shared_input → match_crop"/>
            <p:cNvGrpSpPr/>
            <p:nvPr/>
          </p:nvGrpSpPr>
          <p:grpSpPr>
            <a:xfrm>
              <a:off x="959220" y="3037426"/>
              <a:ext cx="180675" cy="28678"/>
              <a:chOff x="959220" y="3037426"/>
              <a:chExt cx="180675" cy="28678"/>
            </a:xfrm>
          </p:grpSpPr>
          <p:cxnSp>
            <p:nvCxnSpPr>
              <p:cNvPr id="2604" name="Arrow | shared_input → match_crop | path"/>
              <p:cNvCxnSpPr/>
              <p:nvPr/>
            </p:nvCxnSpPr>
            <p:spPr>
              <a:xfrm>
                <a:off x="959220" y="3051765"/>
                <a:ext cx="180675" cy="0"/>
              </a:xfrm>
              <a:prstGeom prst="line">
                <a:avLst/>
              </a:prstGeom>
              <a:noFill/>
              <a:ln w="6898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5" name="Arrow | shared_input → match_crop | editable arrowhead"/>
              <p:cNvSpPr/>
              <p:nvPr/>
            </p:nvSpPr>
            <p:spPr>
              <a:xfrm>
                <a:off x="1106552" y="3037426"/>
                <a:ext cx="33343" cy="28678"/>
              </a:xfrm>
              <a:custGeom>
                <a:avLst/>
                <a:gdLst/>
                <a:ahLst/>
                <a:cxnLst/>
                <a:rect l="0" t="0" r="w" b="h"/>
                <a:pathLst>
                  <a:path w="33343" h="28678" stroke="0" extrusionOk="0">
                    <a:moveTo>
                      <a:pt x="33343" y="14339"/>
                    </a:moveTo>
                    <a:lnTo>
                      <a:pt x="0" y="286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6" name="Arrow | match_crop → match_unet"/>
            <p:cNvGrpSpPr/>
            <p:nvPr/>
          </p:nvGrpSpPr>
          <p:grpSpPr>
            <a:xfrm>
              <a:off x="1504530" y="3037640"/>
              <a:ext cx="154395" cy="28251"/>
              <a:chOff x="1504530" y="3037640"/>
              <a:chExt cx="154395" cy="28251"/>
            </a:xfrm>
          </p:grpSpPr>
          <p:cxnSp>
            <p:nvCxnSpPr>
              <p:cNvPr id="2607" name="Arrow | match_crop → match_unet | path"/>
              <p:cNvCxnSpPr/>
              <p:nvPr/>
            </p:nvCxnSpPr>
            <p:spPr>
              <a:xfrm>
                <a:off x="1504530" y="3051765"/>
                <a:ext cx="154395" cy="0"/>
              </a:xfrm>
              <a:prstGeom prst="line">
                <a:avLst/>
              </a:prstGeom>
              <a:noFill/>
              <a:ln w="65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08" name="Arrow | match_crop → match_unet | editable arrowhead"/>
              <p:cNvSpPr/>
              <p:nvPr/>
            </p:nvSpPr>
            <p:spPr>
              <a:xfrm>
                <a:off x="1626075" y="3037640"/>
                <a:ext cx="32850" cy="28251"/>
              </a:xfrm>
              <a:custGeom>
                <a:avLst/>
                <a:gdLst/>
                <a:ahLst/>
                <a:cxnLst/>
                <a:rect l="0" t="0" r="w" b="h"/>
                <a:pathLst>
                  <a:path w="32850" h="28251" stroke="0" extrusionOk="0">
                    <a:moveTo>
                      <a:pt x="32850" y="14125"/>
                    </a:moveTo>
                    <a:lnTo>
                      <a:pt x="0" y="282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09" name="Match | compact U-Net operator"/>
            <p:cNvGrpSpPr/>
            <p:nvPr/>
          </p:nvGrpSpPr>
          <p:grpSpPr>
            <a:xfrm>
              <a:off x="1680559" y="2920365"/>
              <a:ext cx="333146" cy="216810"/>
              <a:chOff x="1680559" y="2920365"/>
              <a:chExt cx="333146" cy="216810"/>
            </a:xfrm>
          </p:grpSpPr>
          <p:sp>
            <p:nvSpPr>
              <p:cNvPr id="2610" name="rect_2499"/>
              <p:cNvSpPr/>
              <p:nvPr/>
            </p:nvSpPr>
            <p:spPr>
              <a:xfrm>
                <a:off x="1757475" y="292036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1" name="rect_2500"/>
              <p:cNvSpPr/>
              <p:nvPr/>
            </p:nvSpPr>
            <p:spPr>
              <a:xfrm>
                <a:off x="1731195" y="2936790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2" name="rect_2501"/>
              <p:cNvSpPr/>
              <p:nvPr/>
            </p:nvSpPr>
            <p:spPr>
              <a:xfrm>
                <a:off x="1704915" y="2953215"/>
                <a:ext cx="256230" cy="183960"/>
              </a:xfrm>
              <a:prstGeom prst="roundRect">
                <a:avLst>
                  <a:gd name="adj" fmla="val 5357"/>
                </a:avLst>
              </a:prstGeom>
              <a:solidFill>
                <a:srgbClr val="E3EFF7"/>
              </a:solidFill>
              <a:ln w="4270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3" name="Text | U-Net"/>
              <p:cNvSpPr txBox="1"/>
              <p:nvPr/>
            </p:nvSpPr>
            <p:spPr>
              <a:xfrm>
                <a:off x="1680559" y="2989350"/>
                <a:ext cx="304942" cy="1212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73" b="1" i="0" baseline="0" dirty="0">
                    <a:solidFill>
                      <a:srgbClr val="367FB7"/>
                    </a:solidFill>
                    <a:latin typeface="Arial"/>
                    <a:ea typeface="Arial"/>
                    <a:cs typeface="Arial"/>
                  </a:rPr>
                  <a:t>U-Net</a:t>
                </a:r>
                <a:endParaRPr lang="en-US" sz="673"/>
              </a:p>
            </p:txBody>
          </p:sp>
        </p:grpSp>
        <p:grpSp>
          <p:nvGrpSpPr>
            <p:cNvPr id="2614" name="Arrow | match_unet → hvox"/>
            <p:cNvGrpSpPr/>
            <p:nvPr/>
          </p:nvGrpSpPr>
          <p:grpSpPr>
            <a:xfrm>
              <a:off x="2023560" y="3037212"/>
              <a:ext cx="328500" cy="29105"/>
              <a:chOff x="2023560" y="3037212"/>
              <a:chExt cx="328500" cy="29105"/>
            </a:xfrm>
          </p:grpSpPr>
          <p:cxnSp>
            <p:nvCxnSpPr>
              <p:cNvPr id="2615" name="Arrow | match_unet → hvox | path"/>
              <p:cNvCxnSpPr/>
              <p:nvPr/>
            </p:nvCxnSpPr>
            <p:spPr>
              <a:xfrm>
                <a:off x="2023560" y="3051765"/>
                <a:ext cx="328500" cy="0"/>
              </a:xfrm>
              <a:prstGeom prst="line">
                <a:avLst/>
              </a:prstGeom>
              <a:noFill/>
              <a:ln w="7227" cap="rnd" cmpd="sng" algn="ctr">
                <a:solidFill>
                  <a:srgbClr val="367FB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16" name="Arrow | match_unet → hvox | editable arrowhead"/>
              <p:cNvSpPr/>
              <p:nvPr/>
            </p:nvSpPr>
            <p:spPr>
              <a:xfrm>
                <a:off x="2318224" y="3037212"/>
                <a:ext cx="33835" cy="29105"/>
              </a:xfrm>
              <a:custGeom>
                <a:avLst/>
                <a:gdLst/>
                <a:ahLst/>
                <a:cxnLst/>
                <a:rect l="0" t="0" r="w" b="h"/>
                <a:pathLst>
                  <a:path w="33835" h="29105" stroke="0" extrusionOk="0">
                    <a:moveTo>
                      <a:pt x="33835" y="14553"/>
                    </a:moveTo>
                    <a:lnTo>
                      <a:pt x="0" y="29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67FB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17" name="Base voxel summary h_j^vox"/>
            <p:cNvGrpSpPr/>
            <p:nvPr/>
          </p:nvGrpSpPr>
          <p:grpSpPr>
            <a:xfrm>
              <a:off x="2375055" y="3012345"/>
              <a:ext cx="400770" cy="78840"/>
              <a:chOff x="2375055" y="3012345"/>
              <a:chExt cx="400770" cy="78840"/>
            </a:xfrm>
          </p:grpSpPr>
          <p:sp>
            <p:nvSpPr>
              <p:cNvPr id="2618" name="feature_1"/>
              <p:cNvSpPr/>
              <p:nvPr/>
            </p:nvSpPr>
            <p:spPr>
              <a:xfrm>
                <a:off x="2375055" y="3012345"/>
                <a:ext cx="54437" cy="7884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19" name="feature_2"/>
              <p:cNvSpPr/>
              <p:nvPr/>
            </p:nvSpPr>
            <p:spPr>
              <a:xfrm>
                <a:off x="2432777" y="3012345"/>
                <a:ext cx="54437" cy="7884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0" name="feature_3"/>
              <p:cNvSpPr/>
              <p:nvPr/>
            </p:nvSpPr>
            <p:spPr>
              <a:xfrm>
                <a:off x="2490499" y="3012345"/>
                <a:ext cx="54437" cy="7884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1" name="feature_4"/>
              <p:cNvSpPr/>
              <p:nvPr/>
            </p:nvSpPr>
            <p:spPr>
              <a:xfrm>
                <a:off x="2548221" y="3012345"/>
                <a:ext cx="54437" cy="7884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2" name="feature_5"/>
              <p:cNvSpPr/>
              <p:nvPr/>
            </p:nvSpPr>
            <p:spPr>
              <a:xfrm>
                <a:off x="2605944" y="3012345"/>
                <a:ext cx="54437" cy="7884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3" name="feature_6"/>
              <p:cNvSpPr/>
              <p:nvPr/>
            </p:nvSpPr>
            <p:spPr>
              <a:xfrm>
                <a:off x="2663666" y="3012345"/>
                <a:ext cx="54437" cy="7884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24" name="feature_7"/>
              <p:cNvSpPr/>
              <p:nvPr/>
            </p:nvSpPr>
            <p:spPr>
              <a:xfrm>
                <a:off x="2721388" y="3012345"/>
                <a:ext cx="54437" cy="7884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625" name="Formula | h_j^vox"/>
            <p:cNvGrpSpPr/>
            <p:nvPr/>
          </p:nvGrpSpPr>
          <p:grpSpPr>
            <a:xfrm>
              <a:off x="2471767" y="2824049"/>
              <a:ext cx="201989" cy="155620"/>
              <a:chOff x="2471767" y="2824049"/>
              <a:chExt cx="201989" cy="155620"/>
            </a:xfrm>
          </p:grpSpPr>
          <p:sp>
            <p:nvSpPr>
              <p:cNvPr id="2626" name="Text | h"/>
              <p:cNvSpPr txBox="1"/>
              <p:nvPr/>
            </p:nvSpPr>
            <p:spPr>
              <a:xfrm>
                <a:off x="2471767" y="2825100"/>
                <a:ext cx="103416" cy="149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28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28"/>
              </a:p>
            </p:txBody>
          </p:sp>
          <p:sp>
            <p:nvSpPr>
              <p:cNvPr id="2627" name="Text | j"/>
              <p:cNvSpPr txBox="1"/>
              <p:nvPr/>
            </p:nvSpPr>
            <p:spPr>
              <a:xfrm>
                <a:off x="2538391" y="2887121"/>
                <a:ext cx="44418" cy="92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3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513"/>
              </a:p>
            </p:txBody>
          </p:sp>
          <p:sp>
            <p:nvSpPr>
              <p:cNvPr id="2628" name="Text | vox"/>
              <p:cNvSpPr txBox="1"/>
              <p:nvPr/>
            </p:nvSpPr>
            <p:spPr>
              <a:xfrm>
                <a:off x="2541676" y="2824049"/>
                <a:ext cx="132080" cy="850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72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vox</a:t>
                </a:r>
                <a:endParaRPr lang="en-US" sz="472"/>
              </a:p>
            </p:txBody>
          </p:sp>
        </p:grpSp>
        <p:sp>
          <p:nvSpPr>
            <p:cNvPr id="2629" name="Text | Base summary"/>
            <p:cNvSpPr txBox="1"/>
            <p:nvPr/>
          </p:nvSpPr>
          <p:spPr>
            <a:xfrm>
              <a:off x="2218206" y="2733120"/>
              <a:ext cx="707898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Base summary</a:t>
              </a:r>
              <a:endParaRPr lang="en-US" sz="647"/>
            </a:p>
          </p:txBody>
        </p:sp>
        <p:grpSp>
          <p:nvGrpSpPr>
            <p:cNvPr id="2630" name="Match inputs | pocket independent from local cues"/>
            <p:cNvGrpSpPr/>
            <p:nvPr/>
          </p:nvGrpSpPr>
          <p:grpSpPr>
            <a:xfrm>
              <a:off x="1143180" y="3367125"/>
              <a:ext cx="1582474" cy="532170"/>
              <a:chOff x="1143180" y="3367125"/>
              <a:chExt cx="1582474" cy="532170"/>
            </a:xfrm>
          </p:grpSpPr>
          <p:sp>
            <p:nvSpPr>
              <p:cNvPr id="2631" name="rect_2515"/>
              <p:cNvSpPr/>
              <p:nvPr/>
            </p:nvSpPr>
            <p:spPr>
              <a:xfrm>
                <a:off x="1143180" y="3367125"/>
                <a:ext cx="604440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632" name="Text | Pocket"/>
              <p:cNvSpPr txBox="1"/>
              <p:nvPr/>
            </p:nvSpPr>
            <p:spPr>
              <a:xfrm>
                <a:off x="1261038" y="3376980"/>
                <a:ext cx="368725" cy="1259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98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Pocket</a:t>
                </a:r>
                <a:endParaRPr lang="en-US" sz="698"/>
              </a:p>
            </p:txBody>
          </p:sp>
          <p:grpSp>
            <p:nvGrpSpPr>
              <p:cNvPr id="2633" name="Local receptor pocket | atom environment"/>
              <p:cNvGrpSpPr/>
              <p:nvPr/>
            </p:nvGrpSpPr>
            <p:grpSpPr>
              <a:xfrm>
                <a:off x="1295748" y="3525328"/>
                <a:ext cx="304113" cy="219890"/>
                <a:chOff x="1295748" y="3525328"/>
                <a:chExt cx="304113" cy="219890"/>
              </a:xfrm>
            </p:grpSpPr>
            <p:sp>
              <p:nvSpPr>
                <p:cNvPr id="2634" name="ellipse_2517"/>
                <p:cNvSpPr/>
                <p:nvPr/>
              </p:nvSpPr>
              <p:spPr>
                <a:xfrm>
                  <a:off x="1343499" y="3569364"/>
                  <a:ext cx="20494" cy="204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5" name="ellipse_2518"/>
                <p:cNvSpPr/>
                <p:nvPr/>
              </p:nvSpPr>
              <p:spPr>
                <a:xfrm>
                  <a:off x="1296724" y="3594466"/>
                  <a:ext cx="19197" cy="1919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6" name="ellipse_2519"/>
                <p:cNvSpPr/>
                <p:nvPr/>
              </p:nvSpPr>
              <p:spPr>
                <a:xfrm>
                  <a:off x="1438834" y="3720705"/>
                  <a:ext cx="24513" cy="2451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7" name="ellipse_2520"/>
                <p:cNvSpPr/>
                <p:nvPr/>
              </p:nvSpPr>
              <p:spPr>
                <a:xfrm>
                  <a:off x="1501618" y="3664422"/>
                  <a:ext cx="25439" cy="2543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8" name="ellipse_2521"/>
                <p:cNvSpPr/>
                <p:nvPr/>
              </p:nvSpPr>
              <p:spPr>
                <a:xfrm>
                  <a:off x="1321281" y="3628338"/>
                  <a:ext cx="23115" cy="231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39" name="ellipse_2522"/>
                <p:cNvSpPr/>
                <p:nvPr/>
              </p:nvSpPr>
              <p:spPr>
                <a:xfrm>
                  <a:off x="1295748" y="3626085"/>
                  <a:ext cx="19345" cy="1934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0" name="ellipse_2523"/>
                <p:cNvSpPr/>
                <p:nvPr/>
              </p:nvSpPr>
              <p:spPr>
                <a:xfrm>
                  <a:off x="1338176" y="3604570"/>
                  <a:ext cx="23202" cy="232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1" name="ellipse_2524"/>
                <p:cNvSpPr/>
                <p:nvPr/>
              </p:nvSpPr>
              <p:spPr>
                <a:xfrm>
                  <a:off x="1349937" y="3578135"/>
                  <a:ext cx="25593" cy="2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2" name="ellipse_2525"/>
                <p:cNvSpPr/>
                <p:nvPr/>
              </p:nvSpPr>
              <p:spPr>
                <a:xfrm>
                  <a:off x="1391990" y="3698653"/>
                  <a:ext cx="18941" cy="1894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3" name="ellipse_2526"/>
                <p:cNvSpPr/>
                <p:nvPr/>
              </p:nvSpPr>
              <p:spPr>
                <a:xfrm>
                  <a:off x="1335383" y="3592607"/>
                  <a:ext cx="16783" cy="1678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4" name="ellipse_2527"/>
                <p:cNvSpPr/>
                <p:nvPr/>
              </p:nvSpPr>
              <p:spPr>
                <a:xfrm>
                  <a:off x="1421016" y="3723168"/>
                  <a:ext cx="20110" cy="201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6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5" name="ellipse_2528"/>
                <p:cNvSpPr/>
                <p:nvPr/>
              </p:nvSpPr>
              <p:spPr>
                <a:xfrm>
                  <a:off x="1366273" y="3564666"/>
                  <a:ext cx="21791" cy="2179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6" name="ellipse_2529"/>
                <p:cNvSpPr/>
                <p:nvPr/>
              </p:nvSpPr>
              <p:spPr>
                <a:xfrm>
                  <a:off x="1327790" y="3609446"/>
                  <a:ext cx="20508" cy="2050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7" name="ellipse_2530"/>
                <p:cNvSpPr/>
                <p:nvPr/>
              </p:nvSpPr>
              <p:spPr>
                <a:xfrm>
                  <a:off x="1408118" y="3688755"/>
                  <a:ext cx="22554" cy="2255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8" name="ellipse_2531"/>
                <p:cNvSpPr/>
                <p:nvPr/>
              </p:nvSpPr>
              <p:spPr>
                <a:xfrm>
                  <a:off x="1428373" y="3713303"/>
                  <a:ext cx="24738" cy="2473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49" name="ellipse_2532"/>
                <p:cNvSpPr/>
                <p:nvPr/>
              </p:nvSpPr>
              <p:spPr>
                <a:xfrm>
                  <a:off x="1547670" y="3653309"/>
                  <a:ext cx="21842" cy="2184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0" name="ellipse_2533"/>
                <p:cNvSpPr/>
                <p:nvPr/>
              </p:nvSpPr>
              <p:spPr>
                <a:xfrm>
                  <a:off x="1517557" y="3700982"/>
                  <a:ext cx="20964" cy="209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1" name="ellipse_2534"/>
                <p:cNvSpPr/>
                <p:nvPr/>
              </p:nvSpPr>
              <p:spPr>
                <a:xfrm>
                  <a:off x="1535521" y="3630252"/>
                  <a:ext cx="17917" cy="179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9E0E5"/>
                    </a:gs>
                    <a:gs pos="100000">
                      <a:srgbClr val="B1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2" name="ellipse_2535"/>
                <p:cNvSpPr/>
                <p:nvPr/>
              </p:nvSpPr>
              <p:spPr>
                <a:xfrm>
                  <a:off x="1344039" y="3678107"/>
                  <a:ext cx="21719" cy="217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3" name="ellipse_2536"/>
                <p:cNvSpPr/>
                <p:nvPr/>
              </p:nvSpPr>
              <p:spPr>
                <a:xfrm>
                  <a:off x="1486134" y="3678415"/>
                  <a:ext cx="22120" cy="221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4" name="ellipse_2537"/>
                <p:cNvSpPr/>
                <p:nvPr/>
              </p:nvSpPr>
              <p:spPr>
                <a:xfrm>
                  <a:off x="1538537" y="3597777"/>
                  <a:ext cx="22828" cy="2282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5" name="ellipse_2538"/>
                <p:cNvSpPr/>
                <p:nvPr/>
              </p:nvSpPr>
              <p:spPr>
                <a:xfrm>
                  <a:off x="1401131" y="3720374"/>
                  <a:ext cx="16876" cy="1687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9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6" name="ellipse_2539"/>
                <p:cNvSpPr/>
                <p:nvPr/>
              </p:nvSpPr>
              <p:spPr>
                <a:xfrm>
                  <a:off x="1525941" y="3593109"/>
                  <a:ext cx="21620" cy="2162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7" name="ellipse_2540"/>
                <p:cNvSpPr/>
                <p:nvPr/>
              </p:nvSpPr>
              <p:spPr>
                <a:xfrm>
                  <a:off x="1462052" y="3689103"/>
                  <a:ext cx="24723" cy="247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C"/>
                    </a:gs>
                    <a:gs pos="100000">
                      <a:srgbClr val="A4B1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8" name="ellipse_2541"/>
                <p:cNvSpPr/>
                <p:nvPr/>
              </p:nvSpPr>
              <p:spPr>
                <a:xfrm>
                  <a:off x="1338003" y="3621442"/>
                  <a:ext cx="17209" cy="1720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59" name="ellipse_2542"/>
                <p:cNvSpPr/>
                <p:nvPr/>
              </p:nvSpPr>
              <p:spPr>
                <a:xfrm>
                  <a:off x="1436611" y="3687896"/>
                  <a:ext cx="16365" cy="1636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0" name="ellipse_2543"/>
                <p:cNvSpPr/>
                <p:nvPr/>
              </p:nvSpPr>
              <p:spPr>
                <a:xfrm>
                  <a:off x="1387354" y="3566640"/>
                  <a:ext cx="17190" cy="171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1" name="ellipse_2544"/>
                <p:cNvSpPr/>
                <p:nvPr/>
              </p:nvSpPr>
              <p:spPr>
                <a:xfrm>
                  <a:off x="1453977" y="3540995"/>
                  <a:ext cx="18775" cy="187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2" name="ellipse_2545"/>
                <p:cNvSpPr/>
                <p:nvPr/>
              </p:nvSpPr>
              <p:spPr>
                <a:xfrm>
                  <a:off x="1487168" y="3548389"/>
                  <a:ext cx="16148" cy="161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3" name="ellipse_2546"/>
                <p:cNvSpPr/>
                <p:nvPr/>
              </p:nvSpPr>
              <p:spPr>
                <a:xfrm>
                  <a:off x="1536436" y="3643342"/>
                  <a:ext cx="21862" cy="218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4" name="ellipse_2547"/>
                <p:cNvSpPr/>
                <p:nvPr/>
              </p:nvSpPr>
              <p:spPr>
                <a:xfrm>
                  <a:off x="1542031" y="3603619"/>
                  <a:ext cx="25264" cy="2526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5" name="ellipse_2548"/>
                <p:cNvSpPr/>
                <p:nvPr/>
              </p:nvSpPr>
              <p:spPr>
                <a:xfrm>
                  <a:off x="1434762" y="3711046"/>
                  <a:ext cx="16788" cy="167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6" name="ellipse_2549"/>
                <p:cNvSpPr/>
                <p:nvPr/>
              </p:nvSpPr>
              <p:spPr>
                <a:xfrm>
                  <a:off x="1543438" y="3672057"/>
                  <a:ext cx="23717" cy="237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7" name="ellipse_2550"/>
                <p:cNvSpPr/>
                <p:nvPr/>
              </p:nvSpPr>
              <p:spPr>
                <a:xfrm>
                  <a:off x="1529817" y="3654293"/>
                  <a:ext cx="15593" cy="1559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8" name="ellipse_2551"/>
                <p:cNvSpPr/>
                <p:nvPr/>
              </p:nvSpPr>
              <p:spPr>
                <a:xfrm>
                  <a:off x="1550063" y="3626271"/>
                  <a:ext cx="18725" cy="187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69" name="ellipse_2552"/>
                <p:cNvSpPr/>
                <p:nvPr/>
              </p:nvSpPr>
              <p:spPr>
                <a:xfrm>
                  <a:off x="1395088" y="3533435"/>
                  <a:ext cx="15948" cy="1594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0" name="ellipse_2553"/>
                <p:cNvSpPr/>
                <p:nvPr/>
              </p:nvSpPr>
              <p:spPr>
                <a:xfrm>
                  <a:off x="1313742" y="3573420"/>
                  <a:ext cx="15496" cy="154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3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1" name="ellipse_2554"/>
                <p:cNvSpPr/>
                <p:nvPr/>
              </p:nvSpPr>
              <p:spPr>
                <a:xfrm>
                  <a:off x="1329291" y="3672157"/>
                  <a:ext cx="23375" cy="2337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2" name="ellipse_2555"/>
                <p:cNvSpPr/>
                <p:nvPr/>
              </p:nvSpPr>
              <p:spPr>
                <a:xfrm>
                  <a:off x="1307786" y="3621846"/>
                  <a:ext cx="22071" cy="2207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3" name="ellipse_2556"/>
                <p:cNvSpPr/>
                <p:nvPr/>
              </p:nvSpPr>
              <p:spPr>
                <a:xfrm>
                  <a:off x="1584475" y="3627694"/>
                  <a:ext cx="15386" cy="1538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4" name="ellipse_2557"/>
                <p:cNvSpPr/>
                <p:nvPr/>
              </p:nvSpPr>
              <p:spPr>
                <a:xfrm>
                  <a:off x="1453895" y="3558216"/>
                  <a:ext cx="24625" cy="246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5" name="ellipse_2558"/>
                <p:cNvSpPr/>
                <p:nvPr/>
              </p:nvSpPr>
              <p:spPr>
                <a:xfrm>
                  <a:off x="1514397" y="3669171"/>
                  <a:ext cx="15296" cy="1529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6" name="ellipse_2559"/>
                <p:cNvSpPr/>
                <p:nvPr/>
              </p:nvSpPr>
              <p:spPr>
                <a:xfrm>
                  <a:off x="1502877" y="3686988"/>
                  <a:ext cx="19310" cy="1931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7" name="ellipse_2560"/>
                <p:cNvSpPr/>
                <p:nvPr/>
              </p:nvSpPr>
              <p:spPr>
                <a:xfrm>
                  <a:off x="1507745" y="3695631"/>
                  <a:ext cx="15466" cy="154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8" name="ellipse_2561"/>
                <p:cNvSpPr/>
                <p:nvPr/>
              </p:nvSpPr>
              <p:spPr>
                <a:xfrm>
                  <a:off x="1432818" y="3538051"/>
                  <a:ext cx="19094" cy="190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79" name="ellipse_2562"/>
                <p:cNvSpPr/>
                <p:nvPr/>
              </p:nvSpPr>
              <p:spPr>
                <a:xfrm>
                  <a:off x="1511410" y="3670510"/>
                  <a:ext cx="18124" cy="1812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0" name="ellipse_2563"/>
                <p:cNvSpPr/>
                <p:nvPr/>
              </p:nvSpPr>
              <p:spPr>
                <a:xfrm>
                  <a:off x="1465959" y="3697582"/>
                  <a:ext cx="20714" cy="207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1" name="ellipse_2564"/>
                <p:cNvSpPr/>
                <p:nvPr/>
              </p:nvSpPr>
              <p:spPr>
                <a:xfrm>
                  <a:off x="1421039" y="3688264"/>
                  <a:ext cx="20580" cy="205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D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2" name="ellipse_2565"/>
                <p:cNvSpPr/>
                <p:nvPr/>
              </p:nvSpPr>
              <p:spPr>
                <a:xfrm>
                  <a:off x="1317547" y="3643031"/>
                  <a:ext cx="24656" cy="2465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8"/>
                    </a:gs>
                    <a:gs pos="43000">
                      <a:srgbClr val="D2DADF"/>
                    </a:gs>
                    <a:gs pos="100000">
                      <a:srgbClr val="A9B5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3" name="ellipse_2566"/>
                <p:cNvSpPr/>
                <p:nvPr/>
              </p:nvSpPr>
              <p:spPr>
                <a:xfrm>
                  <a:off x="1490146" y="3564893"/>
                  <a:ext cx="23114" cy="2311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4" name="ellipse_2567"/>
                <p:cNvSpPr/>
                <p:nvPr/>
              </p:nvSpPr>
              <p:spPr>
                <a:xfrm>
                  <a:off x="1318021" y="3588334"/>
                  <a:ext cx="19866" cy="1986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5" name="ellipse_2568"/>
                <p:cNvSpPr/>
                <p:nvPr/>
              </p:nvSpPr>
              <p:spPr>
                <a:xfrm>
                  <a:off x="1478242" y="3571021"/>
                  <a:ext cx="21106" cy="211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0D8DF"/>
                    </a:gs>
                    <a:gs pos="100000">
                      <a:srgbClr val="A7B3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6" name="ellipse_2569"/>
                <p:cNvSpPr/>
                <p:nvPr/>
              </p:nvSpPr>
              <p:spPr>
                <a:xfrm>
                  <a:off x="1317612" y="3652314"/>
                  <a:ext cx="17900" cy="179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ED7DD"/>
                    </a:gs>
                    <a:gs pos="100000">
                      <a:srgbClr val="A5B2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7" name="ellipse_2570"/>
                <p:cNvSpPr/>
                <p:nvPr/>
              </p:nvSpPr>
              <p:spPr>
                <a:xfrm>
                  <a:off x="1437620" y="3709822"/>
                  <a:ext cx="15418" cy="1541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8" name="ellipse_2571"/>
                <p:cNvSpPr/>
                <p:nvPr/>
              </p:nvSpPr>
              <p:spPr>
                <a:xfrm>
                  <a:off x="1482151" y="3682518"/>
                  <a:ext cx="16703" cy="167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0E5"/>
                    </a:gs>
                    <a:gs pos="100000">
                      <a:srgbClr val="B2BD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89" name="ellipse_2572"/>
                <p:cNvSpPr/>
                <p:nvPr/>
              </p:nvSpPr>
              <p:spPr>
                <a:xfrm>
                  <a:off x="1411116" y="3562784"/>
                  <a:ext cx="21423" cy="2142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9FA"/>
                    </a:gs>
                    <a:gs pos="43000">
                      <a:srgbClr val="DAE1E6"/>
                    </a:gs>
                    <a:gs pos="100000">
                      <a:srgbClr val="B2BDC6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0" name="ellipse_2573"/>
                <p:cNvSpPr/>
                <p:nvPr/>
              </p:nvSpPr>
              <p:spPr>
                <a:xfrm>
                  <a:off x="1454564" y="3537748"/>
                  <a:ext cx="19763" cy="1976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1" name="ellipse_2574"/>
                <p:cNvSpPr/>
                <p:nvPr/>
              </p:nvSpPr>
              <p:spPr>
                <a:xfrm>
                  <a:off x="1516785" y="3654731"/>
                  <a:ext cx="21578" cy="215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2" name="ellipse_2575"/>
                <p:cNvSpPr/>
                <p:nvPr/>
              </p:nvSpPr>
              <p:spPr>
                <a:xfrm>
                  <a:off x="1410634" y="3697683"/>
                  <a:ext cx="24162" cy="241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3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3" name="ellipse_2576"/>
                <p:cNvSpPr/>
                <p:nvPr/>
              </p:nvSpPr>
              <p:spPr>
                <a:xfrm>
                  <a:off x="1425946" y="3562304"/>
                  <a:ext cx="17525" cy="1752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4" name="ellipse_2577"/>
                <p:cNvSpPr/>
                <p:nvPr/>
              </p:nvSpPr>
              <p:spPr>
                <a:xfrm>
                  <a:off x="1355269" y="3594031"/>
                  <a:ext cx="21133" cy="2113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8DFE4"/>
                    </a:gs>
                    <a:gs pos="100000">
                      <a:srgbClr val="B0BCC4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5" name="ellipse_2578"/>
                <p:cNvSpPr/>
                <p:nvPr/>
              </p:nvSpPr>
              <p:spPr>
                <a:xfrm>
                  <a:off x="1506719" y="3690770"/>
                  <a:ext cx="17358" cy="1735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6" name="ellipse_2579"/>
                <p:cNvSpPr/>
                <p:nvPr/>
              </p:nvSpPr>
              <p:spPr>
                <a:xfrm>
                  <a:off x="1349195" y="3647004"/>
                  <a:ext cx="22300" cy="223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7" name="ellipse_2580"/>
                <p:cNvSpPr/>
                <p:nvPr/>
              </p:nvSpPr>
              <p:spPr>
                <a:xfrm>
                  <a:off x="1577404" y="3601425"/>
                  <a:ext cx="20206" cy="202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EE4"/>
                    </a:gs>
                    <a:gs pos="100000">
                      <a:srgbClr val="AFBA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8" name="ellipse_2581"/>
                <p:cNvSpPr/>
                <p:nvPr/>
              </p:nvSpPr>
              <p:spPr>
                <a:xfrm>
                  <a:off x="1509076" y="3554975"/>
                  <a:ext cx="15762" cy="1576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699" name="ellipse_2582"/>
                <p:cNvSpPr/>
                <p:nvPr/>
              </p:nvSpPr>
              <p:spPr>
                <a:xfrm>
                  <a:off x="1462460" y="3706007"/>
                  <a:ext cx="22750" cy="2275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0"/>
                    </a:gs>
                    <a:gs pos="100000">
                      <a:srgbClr val="AAB5BF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0" name="ellipse_2583"/>
                <p:cNvSpPr/>
                <p:nvPr/>
              </p:nvSpPr>
              <p:spPr>
                <a:xfrm>
                  <a:off x="1439477" y="3526920"/>
                  <a:ext cx="21290" cy="2129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9"/>
                    </a:gs>
                    <a:gs pos="43000">
                      <a:srgbClr val="D7DFE4"/>
                    </a:gs>
                    <a:gs pos="100000">
                      <a:srgbClr val="AFBBC3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1" name="ellipse_2584"/>
                <p:cNvSpPr/>
                <p:nvPr/>
              </p:nvSpPr>
              <p:spPr>
                <a:xfrm>
                  <a:off x="1310268" y="3672453"/>
                  <a:ext cx="21000" cy="21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E"/>
                    </a:gs>
                    <a:gs pos="100000">
                      <a:srgbClr val="A5B2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2" name="ellipse_2585"/>
                <p:cNvSpPr/>
                <p:nvPr/>
              </p:nvSpPr>
              <p:spPr>
                <a:xfrm>
                  <a:off x="1552938" y="3621802"/>
                  <a:ext cx="15605" cy="1560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4DCE1"/>
                    </a:gs>
                    <a:gs pos="100000">
                      <a:srgbClr val="AB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3" name="ellipse_2586"/>
                <p:cNvSpPr/>
                <p:nvPr/>
              </p:nvSpPr>
              <p:spPr>
                <a:xfrm>
                  <a:off x="1558418" y="3676011"/>
                  <a:ext cx="22184" cy="2218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4" name="ellipse_2587"/>
                <p:cNvSpPr/>
                <p:nvPr/>
              </p:nvSpPr>
              <p:spPr>
                <a:xfrm>
                  <a:off x="1456866" y="3525328"/>
                  <a:ext cx="23606" cy="2360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7F8FA"/>
                    </a:gs>
                    <a:gs pos="43000">
                      <a:srgbClr val="D9DFE5"/>
                    </a:gs>
                    <a:gs pos="100000">
                      <a:srgbClr val="B1BCC5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5" name="ellipse_2588"/>
                <p:cNvSpPr/>
                <p:nvPr/>
              </p:nvSpPr>
              <p:spPr>
                <a:xfrm>
                  <a:off x="1364561" y="3569140"/>
                  <a:ext cx="22851" cy="2285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ED6DD"/>
                    </a:gs>
                    <a:gs pos="100000">
                      <a:srgbClr val="A5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6" name="ellipse_2589"/>
                <p:cNvSpPr/>
                <p:nvPr/>
              </p:nvSpPr>
              <p:spPr>
                <a:xfrm>
                  <a:off x="1539847" y="3619786"/>
                  <a:ext cx="18619" cy="1861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7F9"/>
                    </a:gs>
                    <a:gs pos="43000">
                      <a:srgbClr val="D2DAE1"/>
                    </a:gs>
                    <a:gs pos="100000">
                      <a:srgbClr val="AAB6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7" name="ellipse_2590"/>
                <p:cNvSpPr/>
                <p:nvPr/>
              </p:nvSpPr>
              <p:spPr>
                <a:xfrm>
                  <a:off x="1298635" y="3654692"/>
                  <a:ext cx="18927" cy="189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1"/>
                    </a:gs>
                    <a:gs pos="100000">
                      <a:srgbClr val="ACB8C1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8" name="ellipse_2591"/>
                <p:cNvSpPr/>
                <p:nvPr/>
              </p:nvSpPr>
              <p:spPr>
                <a:xfrm>
                  <a:off x="1319712" y="3686409"/>
                  <a:ext cx="23715" cy="237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D1D9DF"/>
                    </a:gs>
                    <a:gs pos="100000">
                      <a:srgbClr val="A8B4BE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09" name="ellipse_2592"/>
                <p:cNvSpPr/>
                <p:nvPr/>
              </p:nvSpPr>
              <p:spPr>
                <a:xfrm>
                  <a:off x="1501588" y="3562901"/>
                  <a:ext cx="22327" cy="2232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6DDE3"/>
                    </a:gs>
                    <a:gs pos="100000">
                      <a:srgbClr val="AEB9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0" name="ellipse_2593"/>
                <p:cNvSpPr/>
                <p:nvPr/>
              </p:nvSpPr>
              <p:spPr>
                <a:xfrm>
                  <a:off x="1466525" y="3529327"/>
                  <a:ext cx="15101" cy="1510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1" name="ellipse_2594"/>
                <p:cNvSpPr/>
                <p:nvPr/>
              </p:nvSpPr>
              <p:spPr>
                <a:xfrm>
                  <a:off x="1333290" y="3551629"/>
                  <a:ext cx="21303" cy="21303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2" name="ellipse_2595"/>
                <p:cNvSpPr/>
                <p:nvPr/>
              </p:nvSpPr>
              <p:spPr>
                <a:xfrm>
                  <a:off x="1339812" y="3618696"/>
                  <a:ext cx="23994" cy="23994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3DBE1"/>
                    </a:gs>
                    <a:gs pos="100000">
                      <a:srgbClr val="AAB7C0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3" name="ellipse_2596"/>
                <p:cNvSpPr/>
                <p:nvPr/>
              </p:nvSpPr>
              <p:spPr>
                <a:xfrm>
                  <a:off x="1322053" y="3616233"/>
                  <a:ext cx="19417" cy="19417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6DD"/>
                    </a:gs>
                    <a:gs pos="100000">
                      <a:srgbClr val="A4B1BC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4" name="ellipse_2597"/>
                <p:cNvSpPr/>
                <p:nvPr/>
              </p:nvSpPr>
              <p:spPr>
                <a:xfrm>
                  <a:off x="1442627" y="3702519"/>
                  <a:ext cx="16815" cy="1681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6F8"/>
                    </a:gs>
                    <a:gs pos="43000">
                      <a:srgbClr val="CDD5DC"/>
                    </a:gs>
                    <a:gs pos="100000">
                      <a:srgbClr val="A4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5" name="ellipse_2598"/>
                <p:cNvSpPr/>
                <p:nvPr/>
              </p:nvSpPr>
              <p:spPr>
                <a:xfrm>
                  <a:off x="1359926" y="3695336"/>
                  <a:ext cx="19088" cy="1908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6F8F9"/>
                    </a:gs>
                    <a:gs pos="43000">
                      <a:srgbClr val="D5DCE2"/>
                    </a:gs>
                    <a:gs pos="100000">
                      <a:srgbClr val="ACB8C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6" name="ellipse_2599"/>
                <p:cNvSpPr/>
                <p:nvPr/>
              </p:nvSpPr>
              <p:spPr>
                <a:xfrm>
                  <a:off x="1316114" y="3579850"/>
                  <a:ext cx="19778" cy="19778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CD5DC"/>
                    </a:gs>
                    <a:gs pos="100000">
                      <a:srgbClr val="A2AFBA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7" name="ellipse_2600"/>
                <p:cNvSpPr/>
                <p:nvPr/>
              </p:nvSpPr>
              <p:spPr>
                <a:xfrm>
                  <a:off x="1434798" y="3553542"/>
                  <a:ext cx="17285" cy="17285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5F7F8"/>
                    </a:gs>
                    <a:gs pos="43000">
                      <a:srgbClr val="CFD7DF"/>
                    </a:gs>
                    <a:gs pos="100000">
                      <a:srgbClr val="A6B3BD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18" name="ellipse_2601"/>
                <p:cNvSpPr/>
                <p:nvPr/>
              </p:nvSpPr>
              <p:spPr>
                <a:xfrm>
                  <a:off x="1494855" y="3573622"/>
                  <a:ext cx="23632" cy="2363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4F6F8"/>
                    </a:gs>
                    <a:gs pos="43000">
                      <a:srgbClr val="CDD5DC"/>
                    </a:gs>
                    <a:gs pos="100000">
                      <a:srgbClr val="A3B0B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grpSp>
            <p:nvGrpSpPr>
              <p:cNvPr id="2719" name="Feature vector"/>
              <p:cNvGrpSpPr/>
              <p:nvPr/>
            </p:nvGrpSpPr>
            <p:grpSpPr>
              <a:xfrm>
                <a:off x="1274580" y="3787605"/>
                <a:ext cx="338355" cy="49275"/>
                <a:chOff x="1274580" y="3787605"/>
                <a:chExt cx="338355" cy="49275"/>
              </a:xfrm>
            </p:grpSpPr>
            <p:sp>
              <p:nvSpPr>
                <p:cNvPr id="2720" name="feature_1"/>
                <p:cNvSpPr/>
                <p:nvPr/>
              </p:nvSpPr>
              <p:spPr>
                <a:xfrm>
                  <a:off x="1274580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1" name="feature_2"/>
                <p:cNvSpPr/>
                <p:nvPr/>
              </p:nvSpPr>
              <p:spPr>
                <a:xfrm>
                  <a:off x="1323386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2" name="feature_3"/>
                <p:cNvSpPr/>
                <p:nvPr/>
              </p:nvSpPr>
              <p:spPr>
                <a:xfrm>
                  <a:off x="1372191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3" name="feature_4"/>
                <p:cNvSpPr/>
                <p:nvPr/>
              </p:nvSpPr>
              <p:spPr>
                <a:xfrm>
                  <a:off x="1420997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4" name="feature_5"/>
                <p:cNvSpPr/>
                <p:nvPr/>
              </p:nvSpPr>
              <p:spPr>
                <a:xfrm>
                  <a:off x="1469803" y="3787605"/>
                  <a:ext cx="45521" cy="49275"/>
                </a:xfrm>
                <a:prstGeom prst="rect">
                  <a:avLst/>
                </a:prstGeom>
                <a:solidFill>
                  <a:srgbClr val="B9DBD1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5" name="feature_6"/>
                <p:cNvSpPr/>
                <p:nvPr/>
              </p:nvSpPr>
              <p:spPr>
                <a:xfrm>
                  <a:off x="1518609" y="3787605"/>
                  <a:ext cx="45521" cy="49275"/>
                </a:xfrm>
                <a:prstGeom prst="rect">
                  <a:avLst/>
                </a:prstGeom>
                <a:solidFill>
                  <a:srgbClr val="4EAA93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26" name="feature_7"/>
                <p:cNvSpPr/>
                <p:nvPr/>
              </p:nvSpPr>
              <p:spPr>
                <a:xfrm>
                  <a:off x="1567414" y="3787605"/>
                  <a:ext cx="45521" cy="49275"/>
                </a:xfrm>
                <a:prstGeom prst="rect">
                  <a:avLst/>
                </a:prstGeom>
                <a:solidFill>
                  <a:srgbClr val="90C4B4"/>
                </a:solidFill>
                <a:ln w="4599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27" name="rect_2609"/>
              <p:cNvSpPr/>
              <p:nvPr/>
            </p:nvSpPr>
            <p:spPr>
              <a:xfrm>
                <a:off x="1826460" y="3367125"/>
                <a:ext cx="844245" cy="532170"/>
              </a:xfrm>
              <a:prstGeom prst="roundRect">
                <a:avLst>
                  <a:gd name="adj" fmla="val 3704"/>
                </a:avLst>
              </a:prstGeom>
              <a:solidFill>
                <a:srgbClr val="FCFEFD"/>
              </a:solidFill>
              <a:ln w="3942" cap="rnd" cmpd="sng" algn="ctr">
                <a:solidFill>
                  <a:srgbClr val="C5DE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28" name="Text | Local candidate cues"/>
              <p:cNvSpPr txBox="1"/>
              <p:nvPr/>
            </p:nvSpPr>
            <p:spPr>
              <a:xfrm>
                <a:off x="1768226" y="3383550"/>
                <a:ext cx="957429" cy="1119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621" b="1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Local candidate cues</a:t>
                </a:r>
                <a:endParaRPr lang="en-US" sz="621"/>
              </a:p>
            </p:txBody>
          </p:sp>
          <p:sp>
            <p:nvSpPr>
              <p:cNvPr id="2729" name="Candidate blob | editable contour"/>
              <p:cNvSpPr/>
              <p:nvPr/>
            </p:nvSpPr>
            <p:spPr>
              <a:xfrm>
                <a:off x="1928706" y="3559489"/>
                <a:ext cx="227897" cy="155682"/>
              </a:xfrm>
              <a:custGeom>
                <a:avLst/>
                <a:gdLst/>
                <a:ahLst/>
                <a:cxnLst/>
                <a:rect l="0" t="0" r="w" b="h"/>
                <a:pathLst>
                  <a:path w="227897" h="155682" extrusionOk="0">
                    <a:moveTo>
                      <a:pt x="5338" y="97866"/>
                    </a:moveTo>
                    <a:cubicBezTo>
                      <a:pt x="0" y="80701"/>
                      <a:pt x="18889" y="54504"/>
                      <a:pt x="29976" y="43663"/>
                    </a:cubicBezTo>
                    <a:cubicBezTo>
                      <a:pt x="41062" y="32823"/>
                      <a:pt x="58719" y="39447"/>
                      <a:pt x="71859" y="32823"/>
                    </a:cubicBezTo>
                    <a:cubicBezTo>
                      <a:pt x="84999" y="26198"/>
                      <a:pt x="92391" y="7829"/>
                      <a:pt x="108816" y="3915"/>
                    </a:cubicBezTo>
                    <a:cubicBezTo>
                      <a:pt x="125241" y="0"/>
                      <a:pt x="153984" y="3613"/>
                      <a:pt x="170409" y="9335"/>
                    </a:cubicBezTo>
                    <a:cubicBezTo>
                      <a:pt x="186834" y="15056"/>
                      <a:pt x="198332" y="26198"/>
                      <a:pt x="207366" y="38243"/>
                    </a:cubicBezTo>
                    <a:cubicBezTo>
                      <a:pt x="216399" y="50288"/>
                      <a:pt x="227897" y="67151"/>
                      <a:pt x="224612" y="81605"/>
                    </a:cubicBezTo>
                    <a:cubicBezTo>
                      <a:pt x="221327" y="96059"/>
                      <a:pt x="203259" y="113223"/>
                      <a:pt x="187656" y="124967"/>
                    </a:cubicBezTo>
                    <a:cubicBezTo>
                      <a:pt x="172052" y="136711"/>
                      <a:pt x="151931" y="148455"/>
                      <a:pt x="130989" y="152068"/>
                    </a:cubicBezTo>
                    <a:cubicBezTo>
                      <a:pt x="110048" y="155682"/>
                      <a:pt x="82946" y="155682"/>
                      <a:pt x="62004" y="146648"/>
                    </a:cubicBezTo>
                    <a:cubicBezTo>
                      <a:pt x="41062" y="137614"/>
                      <a:pt x="10676" y="115030"/>
                      <a:pt x="5338" y="978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9F2F9"/>
                  </a:gs>
                  <a:gs pos="48000">
                    <a:srgbClr val="85B7DD"/>
                  </a:gs>
                  <a:gs pos="100000">
                    <a:srgbClr val="65A1CE"/>
                  </a:gs>
                </a:gsLst>
                <a:lin ang="2700000" scaled="1"/>
                <a:tileRect/>
              </a:gradFill>
              <a:ln w="3285" cap="rnd" cmpd="sng" algn="ctr">
                <a:solidFill>
                  <a:srgbClr val="71A9D4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30" name="ellipse_2612"/>
              <p:cNvSpPr/>
              <p:nvPr/>
            </p:nvSpPr>
            <p:spPr>
              <a:xfrm>
                <a:off x="1980855" y="3603152"/>
                <a:ext cx="56666" cy="19874"/>
              </a:xfrm>
              <a:prstGeom prst="ellipse">
                <a:avLst/>
              </a:prstGeom>
              <a:solidFill>
                <a:srgbClr val="FFFFFF">
                  <a:alpha val="35000"/>
                </a:srgbClr>
              </a:solidFill>
              <a:ln w="3285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2731" name="Pseudo-atom sampling points; no chemical bonds"/>
              <p:cNvGrpSpPr/>
              <p:nvPr/>
            </p:nvGrpSpPr>
            <p:grpSpPr>
              <a:xfrm>
                <a:off x="2356083" y="3581646"/>
                <a:ext cx="132815" cy="121377"/>
                <a:chOff x="2356083" y="3581646"/>
                <a:chExt cx="132815" cy="121377"/>
              </a:xfrm>
            </p:grpSpPr>
            <p:sp>
              <p:nvSpPr>
                <p:cNvPr id="2732" name="Pseudo atom | small solid diamond"/>
                <p:cNvSpPr/>
                <p:nvPr/>
              </p:nvSpPr>
              <p:spPr>
                <a:xfrm>
                  <a:off x="2470337" y="365792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3" name="Pseudo atom | small solid diamond"/>
                <p:cNvSpPr/>
                <p:nvPr/>
              </p:nvSpPr>
              <p:spPr>
                <a:xfrm>
                  <a:off x="2367832" y="358164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4" name="Pseudo atom | small solid diamond"/>
                <p:cNvSpPr/>
                <p:nvPr/>
              </p:nvSpPr>
              <p:spPr>
                <a:xfrm>
                  <a:off x="2462977" y="3688569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5" name="Pseudo atom | small solid diamond"/>
                <p:cNvSpPr/>
                <p:nvPr/>
              </p:nvSpPr>
              <p:spPr>
                <a:xfrm>
                  <a:off x="2381094" y="3596723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6" name="Pseudo atom | small solid diamond"/>
                <p:cNvSpPr/>
                <p:nvPr/>
              </p:nvSpPr>
              <p:spPr>
                <a:xfrm>
                  <a:off x="2474444" y="3633245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7" name="Pseudo atom | small solid diamond"/>
                <p:cNvSpPr/>
                <p:nvPr/>
              </p:nvSpPr>
              <p:spPr>
                <a:xfrm>
                  <a:off x="2419798" y="3615676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8" name="Pseudo atom | small solid diamond"/>
                <p:cNvSpPr/>
                <p:nvPr/>
              </p:nvSpPr>
              <p:spPr>
                <a:xfrm>
                  <a:off x="2356083" y="363092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39" name="Pseudo atom | small solid diamond"/>
                <p:cNvSpPr/>
                <p:nvPr/>
              </p:nvSpPr>
              <p:spPr>
                <a:xfrm>
                  <a:off x="2399168" y="3621448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0" name="Pseudo atom | small solid diamond"/>
                <p:cNvSpPr/>
                <p:nvPr/>
              </p:nvSpPr>
              <p:spPr>
                <a:xfrm>
                  <a:off x="2442478" y="3664017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2741" name="Pseudo atom | small solid diamond"/>
                <p:cNvSpPr/>
                <p:nvPr/>
              </p:nvSpPr>
              <p:spPr>
                <a:xfrm>
                  <a:off x="2457792" y="3672561"/>
                  <a:ext cx="14454" cy="14454"/>
                </a:xfrm>
                <a:custGeom>
                  <a:avLst/>
                  <a:gdLst/>
                  <a:ahLst/>
                  <a:cxnLst/>
                  <a:rect l="0" t="0" r="w" b="h"/>
                  <a:pathLst>
                    <a:path w="14454" h="14454" extrusionOk="0">
                      <a:moveTo>
                        <a:pt x="7227" y="0"/>
                      </a:moveTo>
                      <a:lnTo>
                        <a:pt x="14454" y="7227"/>
                      </a:lnTo>
                      <a:lnTo>
                        <a:pt x="7227" y="14454"/>
                      </a:lnTo>
                      <a:lnTo>
                        <a:pt x="0" y="7227"/>
                      </a:lnTo>
                      <a:close/>
                    </a:path>
                  </a:pathLst>
                </a:custGeom>
                <a:solidFill>
                  <a:srgbClr val="D6800B"/>
                </a:solidFill>
                <a:ln w="2135" cap="rnd" cmpd="sng" algn="ctr">
                  <a:solidFill>
                    <a:srgbClr val="AE6104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  <p:sp>
            <p:nvSpPr>
              <p:cNvPr id="2742" name="Text | Blob"/>
              <p:cNvSpPr txBox="1"/>
              <p:nvPr/>
            </p:nvSpPr>
            <p:spPr>
              <a:xfrm>
                <a:off x="1946540" y="3764610"/>
                <a:ext cx="19346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Blob</a:t>
                </a:r>
                <a:endParaRPr lang="en-US" sz="595"/>
              </a:p>
            </p:txBody>
          </p:sp>
          <p:sp>
            <p:nvSpPr>
              <p:cNvPr id="2743" name="Text | Pseudo"/>
              <p:cNvSpPr txBox="1"/>
              <p:nvPr/>
            </p:nvSpPr>
            <p:spPr>
              <a:xfrm>
                <a:off x="2298026" y="3764610"/>
                <a:ext cx="298599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Pseudo</a:t>
                </a:r>
                <a:endParaRPr lang="en-US" sz="595"/>
              </a:p>
            </p:txBody>
          </p:sp>
        </p:grpSp>
        <p:sp>
          <p:nvSpPr>
            <p:cNvPr id="2750" name="Text | Q"/>
            <p:cNvSpPr txBox="1"/>
            <p:nvPr/>
          </p:nvSpPr>
          <p:spPr>
            <a:xfrm>
              <a:off x="2772000" y="3963600"/>
              <a:ext cx="94616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621"/>
            </a:p>
          </p:txBody>
        </p:sp>
        <p:sp>
          <p:nvSpPr>
            <p:cNvPr id="2761" name="Operation | Mean/max pool"/>
            <p:cNvSpPr/>
            <p:nvPr/>
          </p:nvSpPr>
          <p:spPr>
            <a:xfrm>
              <a:off x="1379700" y="4022482"/>
              <a:ext cx="617580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2" name="Text | Mean/max pool"/>
            <p:cNvSpPr txBox="1"/>
            <p:nvPr/>
          </p:nvSpPr>
          <p:spPr>
            <a:xfrm>
              <a:off x="1336948" y="4050931"/>
              <a:ext cx="70308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Mean/max pool</a:t>
              </a:r>
              <a:endParaRPr lang="en-US" sz="621"/>
            </a:p>
          </p:txBody>
        </p:sp>
        <p:sp>
          <p:nvSpPr>
            <p:cNvPr id="2763" name="Operation | Attention"/>
            <p:cNvSpPr/>
            <p:nvPr/>
          </p:nvSpPr>
          <p:spPr>
            <a:xfrm>
              <a:off x="2202592" y="4022482"/>
              <a:ext cx="509175" cy="160965"/>
            </a:xfrm>
            <a:prstGeom prst="roundRect">
              <a:avLst>
                <a:gd name="adj" fmla="val 18367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64" name="Text | Attention"/>
            <p:cNvSpPr txBox="1"/>
            <p:nvPr/>
          </p:nvSpPr>
          <p:spPr>
            <a:xfrm>
              <a:off x="2232886" y="4050931"/>
              <a:ext cx="44858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Attention</a:t>
              </a:r>
              <a:endParaRPr lang="en-US" sz="621"/>
            </a:p>
          </p:txBody>
        </p:sp>
        <p:sp>
          <p:nvSpPr>
            <p:cNvPr id="2771" name="Concatenation"/>
            <p:cNvSpPr/>
            <p:nvPr/>
          </p:nvSpPr>
          <p:spPr>
            <a:xfrm>
              <a:off x="1885590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772" name="path_2641"/>
            <p:cNvCxnSpPr/>
            <p:nvPr/>
          </p:nvCxnSpPr>
          <p:spPr>
            <a:xfrm>
              <a:off x="192829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773" name="path_2642"/>
            <p:cNvCxnSpPr/>
            <p:nvPr/>
          </p:nvCxnSpPr>
          <p:spPr>
            <a:xfrm>
              <a:off x="1954575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77" name="Operation | MLP"/>
            <p:cNvSpPr/>
            <p:nvPr/>
          </p:nvSpPr>
          <p:spPr>
            <a:xfrm>
              <a:off x="2169742" y="4421610"/>
              <a:ext cx="30550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78" name="Text | MLP"/>
            <p:cNvSpPr txBox="1"/>
            <p:nvPr/>
          </p:nvSpPr>
          <p:spPr>
            <a:xfrm>
              <a:off x="2211001" y="4446248"/>
              <a:ext cx="2229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MLP</a:t>
              </a:r>
              <a:endParaRPr lang="en-US" sz="647"/>
            </a:p>
          </p:txBody>
        </p:sp>
        <p:sp>
          <p:nvSpPr>
            <p:cNvPr id="2782" name="FiLM | base summary modulated by conditions"/>
            <p:cNvSpPr/>
            <p:nvPr/>
          </p:nvSpPr>
          <p:spPr>
            <a:xfrm>
              <a:off x="2729835" y="4392045"/>
              <a:ext cx="216810" cy="216810"/>
            </a:xfrm>
            <a:prstGeom prst="ellipse">
              <a:avLst/>
            </a:prstGeom>
            <a:solidFill>
              <a:srgbClr val="F2EEF9"/>
            </a:solidFill>
            <a:ln w="6570" cap="rnd" cmpd="sng" algn="ctr">
              <a:solidFill>
                <a:srgbClr val="8B7BB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783" name="Text | FiLM"/>
            <p:cNvSpPr txBox="1"/>
            <p:nvPr/>
          </p:nvSpPr>
          <p:spPr>
            <a:xfrm>
              <a:off x="2704831" y="4438035"/>
              <a:ext cx="266819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FiLM</a:t>
              </a:r>
              <a:endParaRPr lang="en-US" sz="698"/>
            </a:p>
          </p:txBody>
        </p:sp>
        <p:grpSp>
          <p:nvGrpSpPr>
            <p:cNvPr id="2787" name="Candidate representation h_j"/>
            <p:cNvGrpSpPr/>
            <p:nvPr/>
          </p:nvGrpSpPr>
          <p:grpSpPr>
            <a:xfrm>
              <a:off x="2641140" y="4746825"/>
              <a:ext cx="397485" cy="72270"/>
              <a:chOff x="2641140" y="4746825"/>
              <a:chExt cx="397485" cy="72270"/>
            </a:xfrm>
          </p:grpSpPr>
          <p:sp>
            <p:nvSpPr>
              <p:cNvPr id="2788" name="feature_1"/>
              <p:cNvSpPr/>
              <p:nvPr/>
            </p:nvSpPr>
            <p:spPr>
              <a:xfrm>
                <a:off x="2641140" y="4746825"/>
                <a:ext cx="53968" cy="72270"/>
              </a:xfrm>
              <a:prstGeom prst="rect">
                <a:avLst/>
              </a:prstGeom>
              <a:solidFill>
                <a:srgbClr val="367FB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89" name="feature_2"/>
              <p:cNvSpPr/>
              <p:nvPr/>
            </p:nvSpPr>
            <p:spPr>
              <a:xfrm>
                <a:off x="2698393" y="4746825"/>
                <a:ext cx="53968" cy="72270"/>
              </a:xfrm>
              <a:prstGeom prst="rect">
                <a:avLst/>
              </a:prstGeom>
              <a:solidFill>
                <a:srgbClr val="7EAE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0" name="feature_3"/>
              <p:cNvSpPr/>
              <p:nvPr/>
            </p:nvSpPr>
            <p:spPr>
              <a:xfrm>
                <a:off x="2755646" y="4746825"/>
                <a:ext cx="53968" cy="72270"/>
              </a:xfrm>
              <a:prstGeom prst="rect">
                <a:avLst/>
              </a:prstGeom>
              <a:solidFill>
                <a:srgbClr val="BCD8E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1" name="feature_4"/>
              <p:cNvSpPr/>
              <p:nvPr/>
            </p:nvSpPr>
            <p:spPr>
              <a:xfrm>
                <a:off x="2812899" y="4746825"/>
                <a:ext cx="53968" cy="72270"/>
              </a:xfrm>
              <a:prstGeom prst="rect">
                <a:avLst/>
              </a:prstGeom>
              <a:solidFill>
                <a:srgbClr val="88C3B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2" name="feature_5"/>
              <p:cNvSpPr/>
              <p:nvPr/>
            </p:nvSpPr>
            <p:spPr>
              <a:xfrm>
                <a:off x="2870151" y="4746825"/>
                <a:ext cx="53968" cy="72270"/>
              </a:xfrm>
              <a:prstGeom prst="rect">
                <a:avLst/>
              </a:prstGeom>
              <a:solidFill>
                <a:srgbClr val="23877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3" name="feature_6"/>
              <p:cNvSpPr/>
              <p:nvPr/>
            </p:nvSpPr>
            <p:spPr>
              <a:xfrm>
                <a:off x="2927404" y="4746825"/>
                <a:ext cx="53968" cy="72270"/>
              </a:xfrm>
              <a:prstGeom prst="rect">
                <a:avLst/>
              </a:prstGeom>
              <a:solidFill>
                <a:srgbClr val="B1A4C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794" name="feature_7"/>
              <p:cNvSpPr/>
              <p:nvPr/>
            </p:nvSpPr>
            <p:spPr>
              <a:xfrm>
                <a:off x="2984657" y="4746825"/>
                <a:ext cx="53968" cy="72270"/>
              </a:xfrm>
              <a:prstGeom prst="rect">
                <a:avLst/>
              </a:prstGeom>
              <a:solidFill>
                <a:srgbClr val="D4CBE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795" name="Formula | h_j"/>
            <p:cNvGrpSpPr/>
            <p:nvPr/>
          </p:nvGrpSpPr>
          <p:grpSpPr>
            <a:xfrm>
              <a:off x="2443251" y="4713975"/>
              <a:ext cx="108392" cy="149738"/>
              <a:chOff x="2443251" y="4713975"/>
              <a:chExt cx="108392" cy="149738"/>
            </a:xfrm>
          </p:grpSpPr>
          <p:sp>
            <p:nvSpPr>
              <p:cNvPr id="2796" name="Text | h"/>
              <p:cNvSpPr txBox="1"/>
              <p:nvPr/>
            </p:nvSpPr>
            <p:spPr>
              <a:xfrm>
                <a:off x="2443251" y="4713975"/>
                <a:ext cx="100187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h</a:t>
                </a:r>
                <a:endParaRPr lang="en-US" sz="802"/>
              </a:p>
            </p:txBody>
          </p:sp>
          <p:sp>
            <p:nvSpPr>
              <p:cNvPr id="2797" name="Text | j"/>
              <p:cNvSpPr txBox="1"/>
              <p:nvPr/>
            </p:nvSpPr>
            <p:spPr>
              <a:xfrm>
                <a:off x="2507796" y="4774058"/>
                <a:ext cx="43847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j</a:t>
                </a:r>
                <a:endParaRPr lang="en-US" sz="497"/>
              </a:p>
            </p:txBody>
          </p:sp>
        </p:grpSp>
        <p:sp>
          <p:nvSpPr>
            <p:cNvPr id="2798" name="Text | User-provided SMILES · same PDB"/>
            <p:cNvSpPr txBox="1"/>
            <p:nvPr/>
          </p:nvSpPr>
          <p:spPr>
            <a:xfrm>
              <a:off x="3447117" y="2736405"/>
              <a:ext cx="136425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User-provided SMILES · same PDB</a:t>
              </a:r>
              <a:endParaRPr lang="en-US" sz="621"/>
            </a:p>
          </p:txBody>
        </p:sp>
        <p:cxnSp>
          <p:nvCxnSpPr>
            <p:cNvPr id="2799" name="path_2660"/>
            <p:cNvCxnSpPr/>
            <p:nvPr/>
          </p:nvCxnSpPr>
          <p:spPr>
            <a:xfrm flipV="1">
              <a:off x="3370410" y="2994376"/>
              <a:ext cx="83110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0" name="path_2661"/>
            <p:cNvCxnSpPr/>
            <p:nvPr/>
          </p:nvCxnSpPr>
          <p:spPr>
            <a:xfrm>
              <a:off x="3453520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01" name="path_2662"/>
            <p:cNvCxnSpPr/>
            <p:nvPr/>
          </p:nvCxnSpPr>
          <p:spPr>
            <a:xfrm flipV="1">
              <a:off x="3540244" y="2994376"/>
              <a:ext cx="86724" cy="5804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02" name="Text | O"/>
            <p:cNvSpPr txBox="1"/>
            <p:nvPr/>
          </p:nvSpPr>
          <p:spPr>
            <a:xfrm>
              <a:off x="3637809" y="2942703"/>
              <a:ext cx="83164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69"/>
            </a:p>
          </p:txBody>
        </p:sp>
        <p:grpSp>
          <p:nvGrpSpPr>
            <p:cNvPr id="2803" name="Ligand identity | illustrative molecular graph"/>
            <p:cNvGrpSpPr/>
            <p:nvPr/>
          </p:nvGrpSpPr>
          <p:grpSpPr>
            <a:xfrm>
              <a:off x="3971842" y="2937250"/>
              <a:ext cx="368110" cy="194735"/>
              <a:chOff x="3971842" y="2937250"/>
              <a:chExt cx="368110" cy="194735"/>
            </a:xfrm>
          </p:grpSpPr>
          <p:cxnSp>
            <p:nvCxnSpPr>
              <p:cNvPr id="2804" name="path_2664"/>
              <p:cNvCxnSpPr/>
              <p:nvPr/>
            </p:nvCxnSpPr>
            <p:spPr>
              <a:xfrm flipH="1">
                <a:off x="4050077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5" name="path_2665"/>
              <p:cNvCxnSpPr/>
              <p:nvPr/>
            </p:nvCxnSpPr>
            <p:spPr>
              <a:xfrm flipH="1" flipV="1">
                <a:off x="3971842" y="3083301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6" name="path_2666"/>
              <p:cNvCxnSpPr/>
              <p:nvPr/>
            </p:nvCxnSpPr>
            <p:spPr>
              <a:xfrm flipV="1">
                <a:off x="3971842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7" name="path_2667"/>
              <p:cNvCxnSpPr/>
              <p:nvPr/>
            </p:nvCxnSpPr>
            <p:spPr>
              <a:xfrm flipV="1">
                <a:off x="3971842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8" name="path_2668"/>
              <p:cNvCxnSpPr/>
              <p:nvPr/>
            </p:nvCxnSpPr>
            <p:spPr>
              <a:xfrm>
                <a:off x="4050077" y="2937250"/>
                <a:ext cx="78235" cy="48684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09" name="path_2669"/>
              <p:cNvCxnSpPr/>
              <p:nvPr/>
            </p:nvCxnSpPr>
            <p:spPr>
              <a:xfrm>
                <a:off x="4128311" y="2985934"/>
                <a:ext cx="0" cy="97367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0" name="path_2670"/>
              <p:cNvCxnSpPr/>
              <p:nvPr/>
            </p:nvCxnSpPr>
            <p:spPr>
              <a:xfrm flipV="1">
                <a:off x="4128311" y="2960311"/>
                <a:ext cx="69919" cy="122990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1" name="path_2671"/>
              <p:cNvCxnSpPr/>
              <p:nvPr/>
            </p:nvCxnSpPr>
            <p:spPr>
              <a:xfrm>
                <a:off x="4198230" y="2960311"/>
                <a:ext cx="50589" cy="53808"/>
              </a:xfrm>
              <a:prstGeom prst="line">
                <a:avLst/>
              </a:prstGeom>
              <a:noFill/>
              <a:ln w="7555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2" name="path_2672"/>
              <p:cNvCxnSpPr/>
              <p:nvPr/>
            </p:nvCxnSpPr>
            <p:spPr>
              <a:xfrm flipH="1">
                <a:off x="4050077" y="3074538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3" name="path_2673"/>
              <p:cNvCxnSpPr/>
              <p:nvPr/>
            </p:nvCxnSpPr>
            <p:spPr>
              <a:xfrm flipV="1">
                <a:off x="3985924" y="2994697"/>
                <a:ext cx="0" cy="7984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2814" name="path_2674"/>
              <p:cNvCxnSpPr/>
              <p:nvPr/>
            </p:nvCxnSpPr>
            <p:spPr>
              <a:xfrm>
                <a:off x="4050077" y="2954776"/>
                <a:ext cx="64152" cy="39921"/>
              </a:xfrm>
              <a:prstGeom prst="line">
                <a:avLst/>
              </a:prstGeom>
              <a:noFill/>
              <a:ln w="4599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15" name="Text | O"/>
              <p:cNvSpPr txBox="1"/>
              <p:nvPr/>
            </p:nvSpPr>
            <p:spPr>
              <a:xfrm>
                <a:off x="4261959" y="297141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cxnSp>
          <p:nvCxnSpPr>
            <p:cNvPr id="2816" name="path_2676"/>
            <p:cNvCxnSpPr/>
            <p:nvPr/>
          </p:nvCxnSpPr>
          <p:spPr>
            <a:xfrm flipV="1">
              <a:off x="4520160" y="2990631"/>
              <a:ext cx="90338" cy="52429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7" name="path_2677"/>
            <p:cNvCxnSpPr/>
            <p:nvPr/>
          </p:nvCxnSpPr>
          <p:spPr>
            <a:xfrm>
              <a:off x="4610498" y="2990631"/>
              <a:ext cx="97565" cy="54301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8" name="path_2678"/>
            <p:cNvCxnSpPr/>
            <p:nvPr/>
          </p:nvCxnSpPr>
          <p:spPr>
            <a:xfrm flipV="1">
              <a:off x="4708062" y="2994376"/>
              <a:ext cx="86724" cy="50556"/>
            </a:xfrm>
            <a:prstGeom prst="line">
              <a:avLst/>
            </a:prstGeom>
            <a:noFill/>
            <a:ln w="7227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19" name="path_2679"/>
            <p:cNvCxnSpPr/>
            <p:nvPr/>
          </p:nvCxnSpPr>
          <p:spPr>
            <a:xfrm flipV="1">
              <a:off x="4610498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20" name="path_2680"/>
            <p:cNvCxnSpPr/>
            <p:nvPr/>
          </p:nvCxnSpPr>
          <p:spPr>
            <a:xfrm flipV="1">
              <a:off x="4628565" y="2919478"/>
              <a:ext cx="0" cy="65536"/>
            </a:xfrm>
            <a:prstGeom prst="line">
              <a:avLst/>
            </a:prstGeom>
            <a:noFill/>
            <a:ln w="5913" cap="rnd" cmpd="sng" algn="ctr">
              <a:solidFill>
                <a:srgbClr val="90C5B5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21" name="Text | O"/>
            <p:cNvSpPr txBox="1"/>
            <p:nvPr/>
          </p:nvSpPr>
          <p:spPr>
            <a:xfrm>
              <a:off x="4606884" y="2844876"/>
              <a:ext cx="80579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D79A9D"/>
                  </a:solidFill>
                  <a:latin typeface="Arial"/>
                  <a:ea typeface="Arial"/>
                  <a:cs typeface="Arial"/>
                </a:rPr>
                <a:t>O</a:t>
              </a:r>
              <a:endParaRPr lang="en-US" sz="543"/>
            </a:p>
          </p:txBody>
        </p:sp>
        <p:sp>
          <p:nvSpPr>
            <p:cNvPr id="2822" name="Text | N"/>
            <p:cNvSpPr txBox="1"/>
            <p:nvPr/>
          </p:nvSpPr>
          <p:spPr>
            <a:xfrm>
              <a:off x="4791172" y="2942243"/>
              <a:ext cx="77884" cy="9795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3" b="0" i="0" baseline="0" dirty="0">
                  <a:solidFill>
                    <a:srgbClr val="8EB3CF"/>
                  </a:solidFill>
                  <a:latin typeface="Arial"/>
                  <a:ea typeface="Arial"/>
                  <a:cs typeface="Arial"/>
                </a:rPr>
                <a:t>N</a:t>
              </a:r>
              <a:endParaRPr lang="en-US" sz="543"/>
            </a:p>
          </p:txBody>
        </p:sp>
        <p:sp>
          <p:nvSpPr>
            <p:cNvPr id="2823" name="rect_2683"/>
            <p:cNvSpPr/>
            <p:nvPr/>
          </p:nvSpPr>
          <p:spPr>
            <a:xfrm>
              <a:off x="3876300" y="2864520"/>
              <a:ext cx="436905" cy="328500"/>
            </a:xfrm>
            <a:prstGeom prst="roundRect">
              <a:avLst>
                <a:gd name="adj" fmla="val 6000"/>
              </a:avLst>
            </a:prstGeom>
            <a:noFill/>
            <a:ln w="3614" cap="rnd" cmpd="sng" algn="ctr">
              <a:solidFill>
                <a:srgbClr val="90C4B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4" name="Text | Selected identity"/>
            <p:cNvSpPr txBox="1"/>
            <p:nvPr/>
          </p:nvSpPr>
          <p:spPr>
            <a:xfrm>
              <a:off x="3773116" y="3212730"/>
              <a:ext cx="66626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Selected identity</a:t>
              </a:r>
              <a:endParaRPr lang="en-US" sz="595"/>
            </a:p>
          </p:txBody>
        </p:sp>
        <p:grpSp>
          <p:nvGrpSpPr>
            <p:cNvPr id="2825" name="Arrow | smiles → language_encoder"/>
            <p:cNvGrpSpPr/>
            <p:nvPr/>
          </p:nvGrpSpPr>
          <p:grpSpPr>
            <a:xfrm>
              <a:off x="4092338" y="3196305"/>
              <a:ext cx="27824" cy="174105"/>
              <a:chOff x="4092338" y="3196305"/>
              <a:chExt cx="27824" cy="174105"/>
            </a:xfrm>
          </p:grpSpPr>
          <p:cxnSp>
            <p:nvCxnSpPr>
              <p:cNvPr id="2826" name="Arrow | smiles → language_encoder | path"/>
              <p:cNvCxnSpPr/>
              <p:nvPr/>
            </p:nvCxnSpPr>
            <p:spPr>
              <a:xfrm>
                <a:off x="4106250" y="3196305"/>
                <a:ext cx="0" cy="174105"/>
              </a:xfrm>
              <a:prstGeom prst="line">
                <a:avLst/>
              </a:prstGeom>
              <a:noFill/>
              <a:ln w="6242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27" name="Arrow | smiles → language_encoder | editable arrowhead"/>
              <p:cNvSpPr/>
              <p:nvPr/>
            </p:nvSpPr>
            <p:spPr>
              <a:xfrm>
                <a:off x="4092338" y="3338053"/>
                <a:ext cx="27824" cy="32357"/>
              </a:xfrm>
              <a:custGeom>
                <a:avLst/>
                <a:gdLst/>
                <a:ahLst/>
                <a:cxnLst/>
                <a:rect l="0" t="0" r="w" b="h"/>
                <a:pathLst>
                  <a:path w="27824" h="32357" stroke="0" extrusionOk="0">
                    <a:moveTo>
                      <a:pt x="13912" y="32357"/>
                    </a:moveTo>
                    <a:lnTo>
                      <a:pt x="0" y="0"/>
                    </a:lnTo>
                    <a:lnTo>
                      <a:pt x="27824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28" name="Operation | SMI-TED"/>
            <p:cNvSpPr/>
            <p:nvPr/>
          </p:nvSpPr>
          <p:spPr>
            <a:xfrm>
              <a:off x="3871372" y="3385192"/>
              <a:ext cx="469755" cy="167535"/>
            </a:xfrm>
            <a:prstGeom prst="roundRect">
              <a:avLst>
                <a:gd name="adj" fmla="val 17647"/>
              </a:avLst>
            </a:prstGeom>
            <a:solidFill>
              <a:srgbClr val="F3FAF7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29" name="Text | SMI-TED"/>
            <p:cNvSpPr txBox="1"/>
            <p:nvPr/>
          </p:nvSpPr>
          <p:spPr>
            <a:xfrm>
              <a:off x="3905005" y="3414758"/>
              <a:ext cx="402489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SMI-TED</a:t>
              </a:r>
              <a:endParaRPr lang="en-US" sz="647"/>
            </a:p>
          </p:txBody>
        </p:sp>
        <p:sp>
          <p:nvSpPr>
            <p:cNvPr id="2830" name="Text | + linear"/>
            <p:cNvSpPr txBox="1"/>
            <p:nvPr/>
          </p:nvSpPr>
          <p:spPr>
            <a:xfrm>
              <a:off x="3935389" y="3574080"/>
              <a:ext cx="34172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 linear</a:t>
              </a:r>
              <a:endParaRPr lang="en-US" sz="621"/>
            </a:p>
          </p:txBody>
        </p:sp>
        <p:grpSp>
          <p:nvGrpSpPr>
            <p:cNvPr id="2831" name="Arrow | language_encoder → language_vector"/>
            <p:cNvGrpSpPr/>
            <p:nvPr/>
          </p:nvGrpSpPr>
          <p:grpSpPr>
            <a:xfrm>
              <a:off x="4092552" y="3675915"/>
              <a:ext cx="27397" cy="75555"/>
              <a:chOff x="4092552" y="3675915"/>
              <a:chExt cx="27397" cy="75555"/>
            </a:xfrm>
          </p:grpSpPr>
          <p:cxnSp>
            <p:nvCxnSpPr>
              <p:cNvPr id="2832" name="Arrow | language_encoder → language_vector | path"/>
              <p:cNvCxnSpPr/>
              <p:nvPr/>
            </p:nvCxnSpPr>
            <p:spPr>
              <a:xfrm>
                <a:off x="4106250" y="3675915"/>
                <a:ext cx="0" cy="75555"/>
              </a:xfrm>
              <a:prstGeom prst="line">
                <a:avLst/>
              </a:prstGeom>
              <a:noFill/>
              <a:ln w="5913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33" name="Arrow | language_encoder → language_vector | editable arrowhead"/>
              <p:cNvSpPr/>
              <p:nvPr/>
            </p:nvSpPr>
            <p:spPr>
              <a:xfrm>
                <a:off x="4092552" y="3719606"/>
                <a:ext cx="27397" cy="31865"/>
              </a:xfrm>
              <a:custGeom>
                <a:avLst/>
                <a:gdLst/>
                <a:ahLst/>
                <a:cxnLst/>
                <a:rect l="0" t="0" r="w" b="h"/>
                <a:pathLst>
                  <a:path w="27397" h="31865" stroke="0" extrusionOk="0">
                    <a:moveTo>
                      <a:pt x="13698" y="31865"/>
                    </a:moveTo>
                    <a:lnTo>
                      <a:pt x="0" y="0"/>
                    </a:lnTo>
                    <a:lnTo>
                      <a:pt x="27397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34" name="Language vector v_k"/>
            <p:cNvGrpSpPr/>
            <p:nvPr/>
          </p:nvGrpSpPr>
          <p:grpSpPr>
            <a:xfrm>
              <a:off x="3942000" y="3774465"/>
              <a:ext cx="338355" cy="75555"/>
              <a:chOff x="3942000" y="3774465"/>
              <a:chExt cx="338355" cy="75555"/>
            </a:xfrm>
          </p:grpSpPr>
          <p:sp>
            <p:nvSpPr>
              <p:cNvPr id="2835" name="feature_1"/>
              <p:cNvSpPr/>
              <p:nvPr/>
            </p:nvSpPr>
            <p:spPr>
              <a:xfrm>
                <a:off x="3942000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6" name="feature_2"/>
              <p:cNvSpPr/>
              <p:nvPr/>
            </p:nvSpPr>
            <p:spPr>
              <a:xfrm>
                <a:off x="3990806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7" name="feature_3"/>
              <p:cNvSpPr/>
              <p:nvPr/>
            </p:nvSpPr>
            <p:spPr>
              <a:xfrm>
                <a:off x="4039611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8" name="feature_4"/>
              <p:cNvSpPr/>
              <p:nvPr/>
            </p:nvSpPr>
            <p:spPr>
              <a:xfrm>
                <a:off x="4088417" y="3774465"/>
                <a:ext cx="45521" cy="75555"/>
              </a:xfrm>
              <a:prstGeom prst="rect">
                <a:avLst/>
              </a:prstGeom>
              <a:solidFill>
                <a:srgbClr val="CBE7D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39" name="feature_5"/>
              <p:cNvSpPr/>
              <p:nvPr/>
            </p:nvSpPr>
            <p:spPr>
              <a:xfrm>
                <a:off x="4137223" y="3774465"/>
                <a:ext cx="45521" cy="75555"/>
              </a:xfrm>
              <a:prstGeom prst="rect">
                <a:avLst/>
              </a:prstGeom>
              <a:solidFill>
                <a:srgbClr val="3C9B84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0" name="feature_6"/>
              <p:cNvSpPr/>
              <p:nvPr/>
            </p:nvSpPr>
            <p:spPr>
              <a:xfrm>
                <a:off x="4186029" y="3774465"/>
                <a:ext cx="45521" cy="75555"/>
              </a:xfrm>
              <a:prstGeom prst="rect">
                <a:avLst/>
              </a:prstGeom>
              <a:solidFill>
                <a:srgbClr val="6FB9A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41" name="feature_7"/>
              <p:cNvSpPr/>
              <p:nvPr/>
            </p:nvSpPr>
            <p:spPr>
              <a:xfrm>
                <a:off x="4234834" y="3774465"/>
                <a:ext cx="45521" cy="75555"/>
              </a:xfrm>
              <a:prstGeom prst="rect">
                <a:avLst/>
              </a:prstGeom>
              <a:solidFill>
                <a:srgbClr val="ADD8CA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cxnSp>
          <p:nvCxnSpPr>
            <p:cNvPr id="2845" name="path_2698"/>
            <p:cNvCxnSpPr/>
            <p:nvPr/>
          </p:nvCxnSpPr>
          <p:spPr>
            <a:xfrm flipV="1">
              <a:off x="3381053" y="3736688"/>
              <a:ext cx="63663" cy="70463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6" name="path_2699"/>
            <p:cNvCxnSpPr/>
            <p:nvPr/>
          </p:nvCxnSpPr>
          <p:spPr>
            <a:xfrm>
              <a:off x="3444717" y="3736688"/>
              <a:ext cx="113924" cy="1494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7" name="path_2700"/>
            <p:cNvCxnSpPr/>
            <p:nvPr/>
          </p:nvCxnSpPr>
          <p:spPr>
            <a:xfrm>
              <a:off x="3558640" y="3751634"/>
              <a:ext cx="73715" cy="6405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8" name="path_2701"/>
            <p:cNvCxnSpPr/>
            <p:nvPr/>
          </p:nvCxnSpPr>
          <p:spPr>
            <a:xfrm flipH="1">
              <a:off x="3561991" y="3815692"/>
              <a:ext cx="70365" cy="79004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49" name="path_2702"/>
            <p:cNvCxnSpPr/>
            <p:nvPr/>
          </p:nvCxnSpPr>
          <p:spPr>
            <a:xfrm flipH="1" flipV="1">
              <a:off x="3444717" y="3875479"/>
              <a:ext cx="117275" cy="19217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0" name="path_2703"/>
            <p:cNvCxnSpPr/>
            <p:nvPr/>
          </p:nvCxnSpPr>
          <p:spPr>
            <a:xfrm flipH="1" flipV="1">
              <a:off x="3381053" y="3807151"/>
              <a:ext cx="63663" cy="68328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51" name="path_2704"/>
            <p:cNvCxnSpPr/>
            <p:nvPr/>
          </p:nvCxnSpPr>
          <p:spPr>
            <a:xfrm flipV="1">
              <a:off x="3558640" y="3745228"/>
              <a:ext cx="103872" cy="6406"/>
            </a:xfrm>
            <a:prstGeom prst="line">
              <a:avLst/>
            </a:prstGeom>
            <a:noFill/>
            <a:ln w="5256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52" name="ellipse_2705"/>
            <p:cNvSpPr/>
            <p:nvPr/>
          </p:nvSpPr>
          <p:spPr>
            <a:xfrm>
              <a:off x="3366271" y="3792368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3" name="ellipse_2706"/>
            <p:cNvSpPr/>
            <p:nvPr/>
          </p:nvSpPr>
          <p:spPr>
            <a:xfrm>
              <a:off x="3429934" y="3721905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4" name="ellipse_2707"/>
            <p:cNvSpPr/>
            <p:nvPr/>
          </p:nvSpPr>
          <p:spPr>
            <a:xfrm>
              <a:off x="3543858" y="3736852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5" name="ellipse_2708"/>
            <p:cNvSpPr/>
            <p:nvPr/>
          </p:nvSpPr>
          <p:spPr>
            <a:xfrm>
              <a:off x="3617573" y="3800909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6" name="ellipse_2709"/>
            <p:cNvSpPr/>
            <p:nvPr/>
          </p:nvSpPr>
          <p:spPr>
            <a:xfrm>
              <a:off x="3547209" y="3879913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7" name="ellipse_2710"/>
            <p:cNvSpPr/>
            <p:nvPr/>
          </p:nvSpPr>
          <p:spPr>
            <a:xfrm>
              <a:off x="3429934" y="386069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8" name="ellipse_2711"/>
            <p:cNvSpPr/>
            <p:nvPr/>
          </p:nvSpPr>
          <p:spPr>
            <a:xfrm>
              <a:off x="3647730" y="3730446"/>
              <a:ext cx="29565" cy="29565"/>
            </a:xfrm>
            <a:prstGeom prst="ellipse">
              <a:avLst/>
            </a:prstGeom>
            <a:gradFill flip="none" rotWithShape="1">
              <a:gsLst>
                <a:gs pos="0">
                  <a:srgbClr val="DEEDEB"/>
                </a:gs>
                <a:gs pos="43000">
                  <a:srgbClr val="61A99D"/>
                </a:gs>
                <a:gs pos="100000">
                  <a:srgbClr val="267D72"/>
                </a:gs>
              </a:gsLst>
              <a:lin ang="2700000" scaled="1"/>
              <a:tileRect/>
            </a:gradFill>
            <a:ln w="1807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59" name="Text | Own graph"/>
            <p:cNvSpPr txBox="1"/>
            <p:nvPr/>
          </p:nvSpPr>
          <p:spPr>
            <a:xfrm>
              <a:off x="3343833" y="3958425"/>
              <a:ext cx="44078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Own graph</a:t>
              </a:r>
              <a:endParaRPr lang="en-US" sz="595"/>
            </a:p>
          </p:txBody>
        </p:sp>
        <p:grpSp>
          <p:nvGrpSpPr>
            <p:cNvPr id="2860" name="Arrow | other_smiles → other_language_vectors"/>
            <p:cNvGrpSpPr/>
            <p:nvPr/>
          </p:nvGrpSpPr>
          <p:grpSpPr>
            <a:xfrm>
              <a:off x="4507020" y="3173310"/>
              <a:ext cx="525304" cy="538740"/>
              <a:chOff x="4507020" y="3173310"/>
              <a:chExt cx="525304" cy="538740"/>
            </a:xfrm>
          </p:grpSpPr>
          <p:sp>
            <p:nvSpPr>
              <p:cNvPr id="2861" name="Arrow | other_smiles → other_language_vectors | path"/>
              <p:cNvSpPr/>
              <p:nvPr/>
            </p:nvSpPr>
            <p:spPr>
              <a:xfrm>
                <a:off x="4507020" y="3173310"/>
                <a:ext cx="512460" cy="538740"/>
              </a:xfrm>
              <a:custGeom>
                <a:avLst/>
                <a:gdLst/>
                <a:ahLst/>
                <a:cxnLst/>
                <a:rect l="0" t="0" r="w" b="h"/>
                <a:pathLst>
                  <a:path w="512460" h="538740" fill="none" extrusionOk="0">
                    <a:moveTo>
                      <a:pt x="0" y="0"/>
                    </a:moveTo>
                    <a:lnTo>
                      <a:pt x="512460" y="0"/>
                    </a:lnTo>
                    <a:lnTo>
                      <a:pt x="512460" y="538740"/>
                    </a:lnTo>
                  </a:path>
                </a:pathLst>
              </a:custGeom>
              <a:noFill/>
              <a:ln w="4599" cap="rnd" cmpd="sng" algn="ctr">
                <a:solidFill>
                  <a:srgbClr val="6DB19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2" name="Arrow | other_smiles → other_language_vectors | editable arrowhead"/>
              <p:cNvSpPr/>
              <p:nvPr/>
            </p:nvSpPr>
            <p:spPr>
              <a:xfrm>
                <a:off x="5006636" y="3682157"/>
                <a:ext cx="25689" cy="29893"/>
              </a:xfrm>
              <a:custGeom>
                <a:avLst/>
                <a:gdLst/>
                <a:ahLst/>
                <a:cxnLst/>
                <a:rect l="0" t="0" r="w" b="h"/>
                <a:pathLst>
                  <a:path w="25689" h="29893" stroke="0" extrusionOk="0">
                    <a:moveTo>
                      <a:pt x="12844" y="29893"/>
                    </a:moveTo>
                    <a:lnTo>
                      <a:pt x="0" y="0"/>
                    </a:lnTo>
                    <a:lnTo>
                      <a:pt x="25689" y="0"/>
                    </a:lnTo>
                    <a:close/>
                  </a:path>
                </a:pathLst>
              </a:custGeom>
              <a:solidFill>
                <a:srgbClr val="6DB19A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63" name="Text | SMI-TED / + linear"/>
            <p:cNvGrpSpPr/>
            <p:nvPr/>
          </p:nvGrpSpPr>
          <p:grpSpPr>
            <a:xfrm>
              <a:off x="4599399" y="3383550"/>
              <a:ext cx="334272" cy="195983"/>
              <a:chOff x="4599399" y="3383550"/>
              <a:chExt cx="334272" cy="195983"/>
            </a:xfrm>
          </p:grpSpPr>
          <p:sp>
            <p:nvSpPr>
              <p:cNvPr id="2864" name="Text | SMI-TED"/>
              <p:cNvSpPr txBox="1"/>
              <p:nvPr/>
            </p:nvSpPr>
            <p:spPr>
              <a:xfrm>
                <a:off x="4599399" y="3383550"/>
                <a:ext cx="334272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SMI-TED</a:t>
                </a:r>
                <a:endParaRPr lang="en-US" sz="595"/>
              </a:p>
            </p:txBody>
          </p:sp>
          <p:sp>
            <p:nvSpPr>
              <p:cNvPr id="2865" name="Text | + linear"/>
              <p:cNvSpPr txBox="1"/>
              <p:nvPr/>
            </p:nvSpPr>
            <p:spPr>
              <a:xfrm>
                <a:off x="4602790" y="3472245"/>
                <a:ext cx="32749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+ linear</a:t>
                </a:r>
                <a:endParaRPr lang="en-US" sz="595"/>
              </a:p>
            </p:txBody>
          </p:sp>
        </p:grpSp>
        <p:grpSp>
          <p:nvGrpSpPr>
            <p:cNvPr id="2866" name="Other identity language vector"/>
            <p:cNvGrpSpPr/>
            <p:nvPr/>
          </p:nvGrpSpPr>
          <p:grpSpPr>
            <a:xfrm>
              <a:off x="4648275" y="3748185"/>
              <a:ext cx="85410" cy="39420"/>
              <a:chOff x="4648275" y="3748185"/>
              <a:chExt cx="85410" cy="39420"/>
            </a:xfrm>
          </p:grpSpPr>
          <p:sp>
            <p:nvSpPr>
              <p:cNvPr id="2867" name="feature_1"/>
              <p:cNvSpPr/>
              <p:nvPr/>
            </p:nvSpPr>
            <p:spPr>
              <a:xfrm>
                <a:off x="464827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8" name="feature_2"/>
              <p:cNvSpPr/>
              <p:nvPr/>
            </p:nvSpPr>
            <p:spPr>
              <a:xfrm>
                <a:off x="467784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69" name="feature_3"/>
              <p:cNvSpPr/>
              <p:nvPr/>
            </p:nvSpPr>
            <p:spPr>
              <a:xfrm>
                <a:off x="470740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0" name="Other identity language vector"/>
            <p:cNvGrpSpPr/>
            <p:nvPr/>
          </p:nvGrpSpPr>
          <p:grpSpPr>
            <a:xfrm>
              <a:off x="4766535" y="3748185"/>
              <a:ext cx="85410" cy="39420"/>
              <a:chOff x="4766535" y="3748185"/>
              <a:chExt cx="85410" cy="39420"/>
            </a:xfrm>
          </p:grpSpPr>
          <p:sp>
            <p:nvSpPr>
              <p:cNvPr id="2871" name="feature_1"/>
              <p:cNvSpPr/>
              <p:nvPr/>
            </p:nvSpPr>
            <p:spPr>
              <a:xfrm>
                <a:off x="476653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2" name="feature_2"/>
              <p:cNvSpPr/>
              <p:nvPr/>
            </p:nvSpPr>
            <p:spPr>
              <a:xfrm>
                <a:off x="479610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3" name="feature_3"/>
              <p:cNvSpPr/>
              <p:nvPr/>
            </p:nvSpPr>
            <p:spPr>
              <a:xfrm>
                <a:off x="482566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4" name="Other identity language vector"/>
            <p:cNvGrpSpPr/>
            <p:nvPr/>
          </p:nvGrpSpPr>
          <p:grpSpPr>
            <a:xfrm>
              <a:off x="4884795" y="3748185"/>
              <a:ext cx="85410" cy="39420"/>
              <a:chOff x="4884795" y="3748185"/>
              <a:chExt cx="85410" cy="39420"/>
            </a:xfrm>
          </p:grpSpPr>
          <p:sp>
            <p:nvSpPr>
              <p:cNvPr id="2875" name="feature_1"/>
              <p:cNvSpPr/>
              <p:nvPr/>
            </p:nvSpPr>
            <p:spPr>
              <a:xfrm>
                <a:off x="4884795" y="3748185"/>
                <a:ext cx="26280" cy="39420"/>
              </a:xfrm>
              <a:prstGeom prst="rect">
                <a:avLst/>
              </a:prstGeom>
              <a:solidFill>
                <a:srgbClr val="80BFAC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6" name="feature_2"/>
              <p:cNvSpPr/>
              <p:nvPr/>
            </p:nvSpPr>
            <p:spPr>
              <a:xfrm>
                <a:off x="4914360" y="3748185"/>
                <a:ext cx="26280" cy="39420"/>
              </a:xfrm>
              <a:prstGeom prst="rect">
                <a:avLst/>
              </a:prstGeom>
              <a:solidFill>
                <a:srgbClr val="BBDDD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877" name="feature_3"/>
              <p:cNvSpPr/>
              <p:nvPr/>
            </p:nvSpPr>
            <p:spPr>
              <a:xfrm>
                <a:off x="4943925" y="3748185"/>
                <a:ext cx="26280" cy="39420"/>
              </a:xfrm>
              <a:prstGeom prst="rect">
                <a:avLst/>
              </a:prstGeom>
              <a:solidFill>
                <a:srgbClr val="55A28D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878" name="Text | Other identity / vectors"/>
            <p:cNvGrpSpPr/>
            <p:nvPr/>
          </p:nvGrpSpPr>
          <p:grpSpPr>
            <a:xfrm>
              <a:off x="4519465" y="3850020"/>
              <a:ext cx="553270" cy="192698"/>
              <a:chOff x="4519465" y="3850020"/>
              <a:chExt cx="553270" cy="192698"/>
            </a:xfrm>
          </p:grpSpPr>
          <p:sp>
            <p:nvSpPr>
              <p:cNvPr id="2879" name="Text | Other identity"/>
              <p:cNvSpPr txBox="1"/>
              <p:nvPr/>
            </p:nvSpPr>
            <p:spPr>
              <a:xfrm>
                <a:off x="4519465" y="3850020"/>
                <a:ext cx="553270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Other identity</a:t>
                </a:r>
                <a:endParaRPr lang="en-US" sz="595"/>
              </a:p>
            </p:txBody>
          </p:sp>
          <p:sp>
            <p:nvSpPr>
              <p:cNvPr id="2880" name="Text | vectors"/>
              <p:cNvSpPr txBox="1"/>
              <p:nvPr/>
            </p:nvSpPr>
            <p:spPr>
              <a:xfrm>
                <a:off x="4643368" y="3935430"/>
                <a:ext cx="305464" cy="107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95" b="0" i="0" baseline="0" dirty="0">
                    <a:solidFill>
                      <a:srgbClr val="5E7180"/>
                    </a:solidFill>
                    <a:latin typeface="Arial"/>
                    <a:ea typeface="Arial"/>
                    <a:cs typeface="Arial"/>
                  </a:rPr>
                  <a:t>vectors</a:t>
                </a:r>
                <a:endParaRPr lang="en-US" sz="595"/>
              </a:p>
            </p:txBody>
          </p:sp>
        </p:grpSp>
        <p:sp>
          <p:nvSpPr>
            <p:cNvPr id="2881" name="Operation | Graph attention"/>
            <p:cNvSpPr/>
            <p:nvPr/>
          </p:nvSpPr>
          <p:spPr>
            <a:xfrm>
              <a:off x="3399975" y="4129245"/>
              <a:ext cx="65700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2" name="Text | Graph attention"/>
            <p:cNvSpPr txBox="1"/>
            <p:nvPr/>
          </p:nvSpPr>
          <p:spPr>
            <a:xfrm>
              <a:off x="3359686" y="4169191"/>
              <a:ext cx="737577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Graph attention</a:t>
              </a:r>
              <a:endParaRPr lang="en-US" sz="621"/>
            </a:p>
          </p:txBody>
        </p:sp>
        <p:sp>
          <p:nvSpPr>
            <p:cNvPr id="2883" name="Operation | Context attention"/>
            <p:cNvSpPr/>
            <p:nvPr/>
          </p:nvSpPr>
          <p:spPr>
            <a:xfrm>
              <a:off x="4346055" y="4129245"/>
              <a:ext cx="716130" cy="183960"/>
            </a:xfrm>
            <a:prstGeom prst="roundRect">
              <a:avLst>
                <a:gd name="adj" fmla="val 16071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884" name="Text | Context attention"/>
            <p:cNvSpPr txBox="1"/>
            <p:nvPr/>
          </p:nvSpPr>
          <p:spPr>
            <a:xfrm>
              <a:off x="4296085" y="4169191"/>
              <a:ext cx="816071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Context attention</a:t>
              </a:r>
              <a:endParaRPr lang="en-US" sz="621"/>
            </a:p>
          </p:txBody>
        </p:sp>
        <p:grpSp>
          <p:nvGrpSpPr>
            <p:cNvPr id="2888" name="Arrow | other_language_vectors → context_attention_KV"/>
            <p:cNvGrpSpPr/>
            <p:nvPr/>
          </p:nvGrpSpPr>
          <p:grpSpPr>
            <a:xfrm>
              <a:off x="4783042" y="4040550"/>
              <a:ext cx="26116" cy="65700"/>
              <a:chOff x="4783042" y="4040550"/>
              <a:chExt cx="26116" cy="65700"/>
            </a:xfrm>
          </p:grpSpPr>
          <p:cxnSp>
            <p:nvCxnSpPr>
              <p:cNvPr id="2889" name="Arrow | other_language_vectors → context_attention_KV | path"/>
              <p:cNvCxnSpPr/>
              <p:nvPr/>
            </p:nvCxnSpPr>
            <p:spPr>
              <a:xfrm>
                <a:off x="4796100" y="4040550"/>
                <a:ext cx="0" cy="65700"/>
              </a:xfrm>
              <a:prstGeom prst="line">
                <a:avLst/>
              </a:prstGeom>
              <a:noFill/>
              <a:ln w="4928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90" name="Arrow | other_language_vectors → context_attention_KV | editable arrowhead"/>
              <p:cNvSpPr/>
              <p:nvPr/>
            </p:nvSpPr>
            <p:spPr>
              <a:xfrm>
                <a:off x="4783042" y="4075864"/>
                <a:ext cx="26116" cy="30386"/>
              </a:xfrm>
              <a:custGeom>
                <a:avLst/>
                <a:gdLst/>
                <a:ahLst/>
                <a:cxnLst/>
                <a:rect l="0" t="0" r="w" b="h"/>
                <a:pathLst>
                  <a:path w="26116" h="30386" stroke="0" extrusionOk="0">
                    <a:moveTo>
                      <a:pt x="13058" y="30386"/>
                    </a:moveTo>
                    <a:lnTo>
                      <a:pt x="0" y="0"/>
                    </a:lnTo>
                    <a:lnTo>
                      <a:pt x="26116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897" name="Text | Q"/>
            <p:cNvSpPr txBox="1"/>
            <p:nvPr/>
          </p:nvSpPr>
          <p:spPr>
            <a:xfrm>
              <a:off x="387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8" name="Text | Q"/>
            <p:cNvSpPr txBox="1"/>
            <p:nvPr/>
          </p:nvSpPr>
          <p:spPr>
            <a:xfrm>
              <a:off x="4327200" y="3960000"/>
              <a:ext cx="85914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367FB7"/>
                  </a:solidFill>
                  <a:latin typeface="Arial"/>
                  <a:ea typeface="Arial"/>
                  <a:cs typeface="Arial"/>
                </a:rPr>
                <a:t>Q</a:t>
              </a:r>
              <a:endParaRPr lang="en-US" sz="595"/>
            </a:p>
          </p:txBody>
        </p:sp>
        <p:sp>
          <p:nvSpPr>
            <p:cNvPr id="2899" name="Concatenation"/>
            <p:cNvSpPr/>
            <p:nvPr/>
          </p:nvSpPr>
          <p:spPr>
            <a:xfrm>
              <a:off x="4116105" y="4444605"/>
              <a:ext cx="111690" cy="111690"/>
            </a:xfrm>
            <a:prstGeom prst="ellipse">
              <a:avLst/>
            </a:prstGeom>
            <a:solidFill>
              <a:srgbClr val="FFFFFF"/>
            </a:solidFill>
            <a:ln w="5913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cxnSp>
          <p:nvCxnSpPr>
            <p:cNvPr id="2900" name="path_2738"/>
            <p:cNvCxnSpPr/>
            <p:nvPr/>
          </p:nvCxnSpPr>
          <p:spPr>
            <a:xfrm>
              <a:off x="415881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01" name="path_2739"/>
            <p:cNvCxnSpPr/>
            <p:nvPr/>
          </p:nvCxnSpPr>
          <p:spPr>
            <a:xfrm>
              <a:off x="4185090" y="4474170"/>
              <a:ext cx="0" cy="52560"/>
            </a:xfrm>
            <a:prstGeom prst="line">
              <a:avLst/>
            </a:prstGeom>
            <a:noFill/>
            <a:ln w="6570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2914" name="Identity representation g_k"/>
            <p:cNvGrpSpPr/>
            <p:nvPr/>
          </p:nvGrpSpPr>
          <p:grpSpPr>
            <a:xfrm>
              <a:off x="3958425" y="4746825"/>
              <a:ext cx="427050" cy="72270"/>
              <a:chOff x="3958425" y="4746825"/>
              <a:chExt cx="427050" cy="72270"/>
            </a:xfrm>
          </p:grpSpPr>
          <p:sp>
            <p:nvSpPr>
              <p:cNvPr id="2915" name="feature_1"/>
              <p:cNvSpPr/>
              <p:nvPr/>
            </p:nvSpPr>
            <p:spPr>
              <a:xfrm>
                <a:off x="3958425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6" name="feature_2"/>
              <p:cNvSpPr/>
              <p:nvPr/>
            </p:nvSpPr>
            <p:spPr>
              <a:xfrm>
                <a:off x="4019901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7" name="feature_3"/>
              <p:cNvSpPr/>
              <p:nvPr/>
            </p:nvSpPr>
            <p:spPr>
              <a:xfrm>
                <a:off x="4081378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8" name="feature_4"/>
              <p:cNvSpPr/>
              <p:nvPr/>
            </p:nvSpPr>
            <p:spPr>
              <a:xfrm>
                <a:off x="4142854" y="4746825"/>
                <a:ext cx="58191" cy="72270"/>
              </a:xfrm>
              <a:prstGeom prst="rect">
                <a:avLst/>
              </a:prstGeom>
              <a:solidFill>
                <a:srgbClr val="68AB97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19" name="feature_5"/>
              <p:cNvSpPr/>
              <p:nvPr/>
            </p:nvSpPr>
            <p:spPr>
              <a:xfrm>
                <a:off x="4204331" y="4746825"/>
                <a:ext cx="58191" cy="72270"/>
              </a:xfrm>
              <a:prstGeom prst="rect">
                <a:avLst/>
              </a:prstGeom>
              <a:solidFill>
                <a:srgbClr val="3E997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0" name="feature_6"/>
              <p:cNvSpPr/>
              <p:nvPr/>
            </p:nvSpPr>
            <p:spPr>
              <a:xfrm>
                <a:off x="4265807" y="4746825"/>
                <a:ext cx="58191" cy="72270"/>
              </a:xfrm>
              <a:prstGeom prst="rect">
                <a:avLst/>
              </a:prstGeom>
              <a:solidFill>
                <a:srgbClr val="83C2AE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21" name="feature_7"/>
              <p:cNvSpPr/>
              <p:nvPr/>
            </p:nvSpPr>
            <p:spPr>
              <a:xfrm>
                <a:off x="4327284" y="4746825"/>
                <a:ext cx="58191" cy="72270"/>
              </a:xfrm>
              <a:prstGeom prst="rect">
                <a:avLst/>
              </a:prstGeom>
              <a:solidFill>
                <a:srgbClr val="BCDDC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22" name="Formula | g_k"/>
            <p:cNvGrpSpPr/>
            <p:nvPr/>
          </p:nvGrpSpPr>
          <p:grpSpPr>
            <a:xfrm>
              <a:off x="4467600" y="4713975"/>
              <a:ext cx="127544" cy="149738"/>
              <a:chOff x="4467600" y="4713975"/>
              <a:chExt cx="127544" cy="149738"/>
            </a:xfrm>
          </p:grpSpPr>
          <p:sp>
            <p:nvSpPr>
              <p:cNvPr id="2923" name="Text | g"/>
              <p:cNvSpPr txBox="1"/>
              <p:nvPr/>
            </p:nvSpPr>
            <p:spPr>
              <a:xfrm>
                <a:off x="4467600" y="4713975"/>
                <a:ext cx="100284" cy="144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2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g</a:t>
                </a:r>
                <a:endParaRPr lang="en-US" sz="802"/>
              </a:p>
            </p:txBody>
          </p:sp>
          <p:sp>
            <p:nvSpPr>
              <p:cNvPr id="2924" name="Text | k"/>
              <p:cNvSpPr txBox="1"/>
              <p:nvPr/>
            </p:nvSpPr>
            <p:spPr>
              <a:xfrm>
                <a:off x="4532241" y="4774058"/>
                <a:ext cx="62903" cy="896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97" b="0" i="1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k</a:t>
                </a:r>
                <a:endParaRPr lang="en-US" sz="497"/>
              </a:p>
            </p:txBody>
          </p:sp>
        </p:grpSp>
        <p:sp>
          <p:nvSpPr>
            <p:cNvPr id="2931" name="Operation | Cosine score"/>
            <p:cNvSpPr/>
            <p:nvPr/>
          </p:nvSpPr>
          <p:spPr>
            <a:xfrm>
              <a:off x="3444322" y="5022765"/>
              <a:ext cx="535455" cy="157680"/>
            </a:xfrm>
            <a:prstGeom prst="roundRect">
              <a:avLst>
                <a:gd name="adj" fmla="val 18750"/>
              </a:avLst>
            </a:prstGeom>
            <a:solidFill>
              <a:srgbClr val="FFFFFF"/>
            </a:solidFill>
            <a:ln w="4928" cap="rnd" cmpd="sng" algn="ctr">
              <a:solidFill>
                <a:srgbClr val="23877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32" name="Text | Cosine score"/>
            <p:cNvSpPr txBox="1"/>
            <p:nvPr/>
          </p:nvSpPr>
          <p:spPr>
            <a:xfrm>
              <a:off x="3416654" y="5049571"/>
              <a:ext cx="590792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1" i="0" baseline="0" dirty="0">
                  <a:solidFill>
                    <a:srgbClr val="238777"/>
                  </a:solidFill>
                  <a:latin typeface="Arial"/>
                  <a:ea typeface="Arial"/>
                  <a:cs typeface="Arial"/>
                </a:rPr>
                <a:t>Cosine score</a:t>
              </a:r>
              <a:endParaRPr lang="en-US" sz="621"/>
            </a:p>
          </p:txBody>
        </p:sp>
        <p:sp>
          <p:nvSpPr>
            <p:cNvPr id="2933" name="Text | Learned projections"/>
            <p:cNvSpPr txBox="1"/>
            <p:nvPr/>
          </p:nvSpPr>
          <p:spPr>
            <a:xfrm>
              <a:off x="3325656" y="5206725"/>
              <a:ext cx="77278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Learned projections</a:t>
              </a:r>
              <a:endParaRPr lang="en-US" sz="595"/>
            </a:p>
          </p:txBody>
        </p:sp>
        <p:grpSp>
          <p:nvGrpSpPr>
            <p:cNvPr id="2934" name="Arrow | score → identity_matrix"/>
            <p:cNvGrpSpPr/>
            <p:nvPr/>
          </p:nvGrpSpPr>
          <p:grpSpPr>
            <a:xfrm>
              <a:off x="4001130" y="5088334"/>
              <a:ext cx="295650" cy="26543"/>
              <a:chOff x="4001130" y="5088334"/>
              <a:chExt cx="295650" cy="26543"/>
            </a:xfrm>
          </p:grpSpPr>
          <p:cxnSp>
            <p:nvCxnSpPr>
              <p:cNvPr id="2935" name="Arrow | score → identity_matrix | path"/>
              <p:cNvCxnSpPr/>
              <p:nvPr/>
            </p:nvCxnSpPr>
            <p:spPr>
              <a:xfrm>
                <a:off x="4001130" y="5101605"/>
                <a:ext cx="295650" cy="0"/>
              </a:xfrm>
              <a:prstGeom prst="line">
                <a:avLst/>
              </a:prstGeom>
              <a:noFill/>
              <a:ln w="5256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36" name="Arrow | score → identity_matrix | editable arrowhead"/>
              <p:cNvSpPr/>
              <p:nvPr/>
            </p:nvSpPr>
            <p:spPr>
              <a:xfrm>
                <a:off x="4265901" y="5088334"/>
                <a:ext cx="30879" cy="26543"/>
              </a:xfrm>
              <a:custGeom>
                <a:avLst/>
                <a:gdLst/>
                <a:ahLst/>
                <a:cxnLst/>
                <a:rect l="0" t="0" r="w" b="h"/>
                <a:pathLst>
                  <a:path w="30879" h="26543" stroke="0" extrusionOk="0">
                    <a:moveTo>
                      <a:pt x="30879" y="13271"/>
                    </a:moveTo>
                    <a:lnTo>
                      <a:pt x="0" y="2654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38777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grpSp>
          <p:nvGrpSpPr>
            <p:cNvPr id="2937" name="Match | J × K identity scores, separate foreground output"/>
            <p:cNvGrpSpPr/>
            <p:nvPr/>
          </p:nvGrpSpPr>
          <p:grpSpPr>
            <a:xfrm>
              <a:off x="4307399" y="4851945"/>
              <a:ext cx="488195" cy="419133"/>
              <a:chOff x="4307399" y="4851945"/>
              <a:chExt cx="488195" cy="419133"/>
            </a:xfrm>
          </p:grpSpPr>
          <p:sp>
            <p:nvSpPr>
              <p:cNvPr id="2938" name="Text | B1"/>
              <p:cNvSpPr txBox="1"/>
              <p:nvPr/>
            </p:nvSpPr>
            <p:spPr>
              <a:xfrm>
                <a:off x="4307399" y="495630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B1</a:t>
                </a:r>
                <a:endParaRPr lang="en-US" sz="543"/>
              </a:p>
            </p:txBody>
          </p:sp>
          <p:sp>
            <p:nvSpPr>
              <p:cNvPr id="2939" name="Text | B2"/>
              <p:cNvSpPr txBox="1"/>
              <p:nvPr/>
            </p:nvSpPr>
            <p:spPr>
              <a:xfrm>
                <a:off x="4307399" y="5064714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B2</a:t>
                </a:r>
                <a:endParaRPr lang="en-US" sz="543"/>
              </a:p>
            </p:txBody>
          </p:sp>
          <p:sp>
            <p:nvSpPr>
              <p:cNvPr id="2940" name="Text | B3"/>
              <p:cNvSpPr txBox="1"/>
              <p:nvPr/>
            </p:nvSpPr>
            <p:spPr>
              <a:xfrm>
                <a:off x="4307399" y="5173119"/>
                <a:ext cx="117496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B3</a:t>
                </a:r>
                <a:endParaRPr lang="en-US" sz="543"/>
              </a:p>
            </p:txBody>
          </p:sp>
          <p:sp>
            <p:nvSpPr>
              <p:cNvPr id="2941" name="Text | S1"/>
              <p:cNvSpPr txBox="1"/>
              <p:nvPr/>
            </p:nvSpPr>
            <p:spPr>
              <a:xfrm>
                <a:off x="446482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S1</a:t>
                </a:r>
                <a:endParaRPr lang="en-US" sz="543"/>
              </a:p>
            </p:txBody>
          </p:sp>
          <p:sp>
            <p:nvSpPr>
              <p:cNvPr id="2942" name="Text | S2"/>
              <p:cNvSpPr txBox="1"/>
              <p:nvPr/>
            </p:nvSpPr>
            <p:spPr>
              <a:xfrm>
                <a:off x="4573227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S2</a:t>
                </a:r>
                <a:endParaRPr lang="en-US" sz="543"/>
              </a:p>
            </p:txBody>
          </p:sp>
          <p:sp>
            <p:nvSpPr>
              <p:cNvPr id="2943" name="Text | S3"/>
              <p:cNvSpPr txBox="1"/>
              <p:nvPr/>
            </p:nvSpPr>
            <p:spPr>
              <a:xfrm>
                <a:off x="4681632" y="4851945"/>
                <a:ext cx="113961" cy="979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43" b="0" i="0" baseline="0" dirty="0">
                    <a:solidFill>
                      <a:srgbClr val="1D3043"/>
                    </a:solidFill>
                    <a:latin typeface="Arial"/>
                    <a:ea typeface="Arial"/>
                    <a:cs typeface="Arial"/>
                  </a:rPr>
                  <a:t>S3</a:t>
                </a:r>
                <a:endParaRPr lang="en-US" sz="543"/>
              </a:p>
            </p:txBody>
          </p:sp>
          <p:sp>
            <p:nvSpPr>
              <p:cNvPr id="2944" name="Score B1, S1 | illustrative"/>
              <p:cNvSpPr/>
              <p:nvPr/>
            </p:nvSpPr>
            <p:spPr>
              <a:xfrm>
                <a:off x="4467600" y="4950495"/>
                <a:ext cx="102492" cy="102492"/>
              </a:xfrm>
              <a:prstGeom prst="rect">
                <a:avLst/>
              </a:prstGeom>
              <a:solidFill>
                <a:srgbClr val="C5DEDB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5" name="Score B1, S2 | illustrative"/>
              <p:cNvSpPr/>
              <p:nvPr/>
            </p:nvSpPr>
            <p:spPr>
              <a:xfrm>
                <a:off x="4576005" y="4950495"/>
                <a:ext cx="102492" cy="102492"/>
              </a:xfrm>
              <a:prstGeom prst="rect">
                <a:avLst/>
              </a:prstGeom>
              <a:solidFill>
                <a:srgbClr val="3C9486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6" name="Score B1, S3 | illustrative"/>
              <p:cNvSpPr/>
              <p:nvPr/>
            </p:nvSpPr>
            <p:spPr>
              <a:xfrm>
                <a:off x="4684410" y="4950495"/>
                <a:ext cx="102492" cy="102492"/>
              </a:xfrm>
              <a:prstGeom prst="rect">
                <a:avLst/>
              </a:prstGeom>
              <a:solidFill>
                <a:srgbClr val="D1E4E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7" name="Score B2, S1 | illustrative"/>
              <p:cNvSpPr/>
              <p:nvPr/>
            </p:nvSpPr>
            <p:spPr>
              <a:xfrm>
                <a:off x="4467600" y="5058900"/>
                <a:ext cx="102492" cy="102492"/>
              </a:xfrm>
              <a:prstGeom prst="rect">
                <a:avLst/>
              </a:prstGeom>
              <a:solidFill>
                <a:srgbClr val="CBE1DF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8" name="Score B2, S2 | illustrative"/>
              <p:cNvSpPr/>
              <p:nvPr/>
            </p:nvSpPr>
            <p:spPr>
              <a:xfrm>
                <a:off x="4576005" y="5058900"/>
                <a:ext cx="102492" cy="102492"/>
              </a:xfrm>
              <a:prstGeom prst="rect">
                <a:avLst/>
              </a:prstGeom>
              <a:solidFill>
                <a:srgbClr val="509F93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49" name="Score B2, S3 | illustrative"/>
              <p:cNvSpPr/>
              <p:nvPr/>
            </p:nvSpPr>
            <p:spPr>
              <a:xfrm>
                <a:off x="4684410" y="5058900"/>
                <a:ext cx="102492" cy="102492"/>
              </a:xfrm>
              <a:prstGeom prst="rect">
                <a:avLst/>
              </a:prstGeom>
              <a:solidFill>
                <a:srgbClr val="B5D5D1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0" name="Score B3, S1 | illustrative"/>
              <p:cNvSpPr/>
              <p:nvPr/>
            </p:nvSpPr>
            <p:spPr>
              <a:xfrm>
                <a:off x="4467600" y="5167305"/>
                <a:ext cx="102492" cy="102492"/>
              </a:xfrm>
              <a:prstGeom prst="rect">
                <a:avLst/>
              </a:prstGeom>
              <a:solidFill>
                <a:srgbClr val="54A195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1" name="Score B3, S2 | illustrative"/>
              <p:cNvSpPr/>
              <p:nvPr/>
            </p:nvSpPr>
            <p:spPr>
              <a:xfrm>
                <a:off x="4576005" y="5167305"/>
                <a:ext cx="102492" cy="102492"/>
              </a:xfrm>
              <a:prstGeom prst="rect">
                <a:avLst/>
              </a:prstGeom>
              <a:solidFill>
                <a:srgbClr val="BFDBD8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52" name="Score B3, S3 | illustrative"/>
              <p:cNvSpPr/>
              <p:nvPr/>
            </p:nvSpPr>
            <p:spPr>
              <a:xfrm>
                <a:off x="4684410" y="5167305"/>
                <a:ext cx="102492" cy="102492"/>
              </a:xfrm>
              <a:prstGeom prst="rect">
                <a:avLst/>
              </a:prstGeom>
              <a:solidFill>
                <a:srgbClr val="CDE2E0"/>
              </a:solidFill>
              <a:ln w="4599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53" name="Text | J × K"/>
            <p:cNvSpPr txBox="1"/>
            <p:nvPr/>
          </p:nvSpPr>
          <p:spPr>
            <a:xfrm>
              <a:off x="4832551" y="5062185"/>
              <a:ext cx="209609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J × K</a:t>
              </a:r>
              <a:endParaRPr lang="en-US" sz="595"/>
            </a:p>
          </p:txBody>
        </p:sp>
        <p:sp>
          <p:nvSpPr>
            <p:cNvPr id="2957" name="Operation | FG"/>
            <p:cNvSpPr/>
            <p:nvPr/>
          </p:nvSpPr>
          <p:spPr>
            <a:xfrm>
              <a:off x="2757758" y="5014552"/>
              <a:ext cx="174105" cy="134685"/>
            </a:xfrm>
            <a:prstGeom prst="roundRect">
              <a:avLst>
                <a:gd name="adj" fmla="val 21951"/>
              </a:avLst>
            </a:prstGeom>
            <a:solidFill>
              <a:srgbClr val="FFFFFF"/>
            </a:solidFill>
            <a:ln w="4928" cap="rnd" cmpd="sng" algn="ctr">
              <a:solidFill>
                <a:srgbClr val="5E71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58" name="Text | FG"/>
            <p:cNvSpPr txBox="1"/>
            <p:nvPr/>
          </p:nvSpPr>
          <p:spPr>
            <a:xfrm>
              <a:off x="2774774" y="5032029"/>
              <a:ext cx="140072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1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FG</a:t>
              </a:r>
              <a:endParaRPr lang="en-US" sz="595"/>
            </a:p>
          </p:txBody>
        </p:sp>
        <p:grpSp>
          <p:nvGrpSpPr>
            <p:cNvPr id="2959" name="Arrow | foreground_head → foreground_probability"/>
            <p:cNvGrpSpPr/>
            <p:nvPr/>
          </p:nvGrpSpPr>
          <p:grpSpPr>
            <a:xfrm>
              <a:off x="2949930" y="5069051"/>
              <a:ext cx="88695" cy="25689"/>
              <a:chOff x="2949930" y="5069051"/>
              <a:chExt cx="88695" cy="25689"/>
            </a:xfrm>
          </p:grpSpPr>
          <p:cxnSp>
            <p:nvCxnSpPr>
              <p:cNvPr id="2960" name="Arrow | foreground_head → foreground_probability | path"/>
              <p:cNvCxnSpPr/>
              <p:nvPr/>
            </p:nvCxnSpPr>
            <p:spPr>
              <a:xfrm>
                <a:off x="2949930" y="5081895"/>
                <a:ext cx="88695" cy="0"/>
              </a:xfrm>
              <a:prstGeom prst="line">
                <a:avLst/>
              </a:prstGeom>
              <a:noFill/>
              <a:ln w="4599" cap="rnd" cmpd="sng" algn="ctr">
                <a:solidFill>
                  <a:srgbClr val="5E71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61" name="Arrow | foreground_head → foreground_probability | editable arrowhead"/>
              <p:cNvSpPr/>
              <p:nvPr/>
            </p:nvSpPr>
            <p:spPr>
              <a:xfrm>
                <a:off x="3008732" y="5069051"/>
                <a:ext cx="29894" cy="25689"/>
              </a:xfrm>
              <a:custGeom>
                <a:avLst/>
                <a:gdLst/>
                <a:ahLst/>
                <a:cxnLst/>
                <a:rect l="0" t="0" r="w" b="h"/>
                <a:pathLst>
                  <a:path w="29894" h="25689" stroke="0" extrusionOk="0">
                    <a:moveTo>
                      <a:pt x="29894" y="12844"/>
                    </a:moveTo>
                    <a:lnTo>
                      <a:pt x="0" y="256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E7180"/>
              </a:solidFill>
              <a:ln w="1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2962" name="Foreground probability: full range"/>
            <p:cNvSpPr/>
            <p:nvPr/>
          </p:nvSpPr>
          <p:spPr>
            <a:xfrm>
              <a:off x="3068190" y="5052330"/>
              <a:ext cx="170820" cy="52560"/>
            </a:xfrm>
            <a:prstGeom prst="rect">
              <a:avLst/>
            </a:prstGeom>
            <a:solidFill>
              <a:srgbClr val="DFE8ED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3" name="Foreground probability: illustrative value"/>
            <p:cNvSpPr/>
            <p:nvPr/>
          </p:nvSpPr>
          <p:spPr>
            <a:xfrm>
              <a:off x="3068190" y="5052330"/>
              <a:ext cx="121545" cy="52560"/>
            </a:xfrm>
            <a:prstGeom prst="rect">
              <a:avLst/>
            </a:prstGeom>
            <a:solidFill>
              <a:srgbClr val="7592A3"/>
            </a:solidFill>
            <a:ln w="4599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4" name="Text | Foreground"/>
            <p:cNvSpPr txBox="1"/>
            <p:nvPr/>
          </p:nvSpPr>
          <p:spPr>
            <a:xfrm>
              <a:off x="2695321" y="5200155"/>
              <a:ext cx="456657" cy="107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95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Foreground</a:t>
              </a:r>
              <a:endParaRPr lang="en-US" sz="595"/>
            </a:p>
          </p:txBody>
        </p:sp>
        <p:grpSp>
          <p:nvGrpSpPr>
            <p:cNvPr id="5776" name="Arrow | hvox → film_base | editable route"/>
            <p:cNvGrpSpPr/>
            <p:nvPr/>
          </p:nvGrpSpPr>
          <p:grpSpPr>
            <a:xfrm>
              <a:off x="2795400" y="3051720"/>
              <a:ext cx="293400" cy="1340280"/>
              <a:chOff x="2795400" y="3051720"/>
              <a:chExt cx="293400" cy="1340280"/>
            </a:xfrm>
          </p:grpSpPr>
          <p:sp>
            <p:nvSpPr>
              <p:cNvPr id="5774" name="Arrow | hvox → film_base"/>
              <p:cNvSpPr/>
              <p:nvPr/>
            </p:nvSpPr>
            <p:spPr>
              <a:xfrm>
                <a:off x="2795400" y="3051720"/>
                <a:ext cx="293400" cy="1314360"/>
              </a:xfrm>
              <a:custGeom>
                <a:avLst/>
                <a:gdLst/>
                <a:ahLst/>
                <a:cxnLst/>
                <a:rect l="0" t="0" r="r" b="b"/>
                <a:pathLst>
                  <a:path w="293400" h="1314360" fill="none">
                    <a:moveTo>
                      <a:pt x="0" y="0"/>
                    </a:moveTo>
                    <a:lnTo>
                      <a:pt x="293400" y="0"/>
                    </a:lnTo>
                    <a:lnTo>
                      <a:pt x="293400" y="1282680"/>
                    </a:lnTo>
                    <a:lnTo>
                      <a:pt x="42840" y="1282680"/>
                    </a:lnTo>
                    <a:lnTo>
                      <a:pt x="42840" y="13143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5" name="Arrow | hvox → film_base | arrowhead"/>
              <p:cNvSpPr/>
              <p:nvPr/>
            </p:nvSpPr>
            <p:spPr>
              <a:xfrm>
                <a:off x="2828160" y="436608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779" name="Arrow | hvox → attention_Q | editable route"/>
            <p:cNvGrpSpPr/>
            <p:nvPr/>
          </p:nvGrpSpPr>
          <p:grpSpPr>
            <a:xfrm>
              <a:off x="2711520" y="3074760"/>
              <a:ext cx="204480" cy="1038240"/>
              <a:chOff x="2711520" y="3074760"/>
              <a:chExt cx="204480" cy="1038240"/>
            </a:xfrm>
          </p:grpSpPr>
          <p:sp>
            <p:nvSpPr>
              <p:cNvPr id="5777" name="Arrow | hvox → attention_Q"/>
              <p:cNvSpPr/>
              <p:nvPr/>
            </p:nvSpPr>
            <p:spPr>
              <a:xfrm>
                <a:off x="2737440" y="3074760"/>
                <a:ext cx="178560" cy="1028160"/>
              </a:xfrm>
              <a:custGeom>
                <a:avLst/>
                <a:gdLst/>
                <a:ahLst/>
                <a:cxnLst/>
                <a:rect l="0" t="0" r="r" b="b"/>
                <a:pathLst>
                  <a:path w="178560" h="1028160" fill="none">
                    <a:moveTo>
                      <a:pt x="57960" y="0"/>
                    </a:moveTo>
                    <a:lnTo>
                      <a:pt x="178560" y="0"/>
                    </a:lnTo>
                    <a:lnTo>
                      <a:pt x="178560" y="1028160"/>
                    </a:lnTo>
                    <a:lnTo>
                      <a:pt x="0" y="1028160"/>
                    </a:lnTo>
                  </a:path>
                </a:pathLst>
              </a:custGeom>
              <a:ln w="576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778" name="Arrow | hvox → attention_Q | arrowhead"/>
              <p:cNvSpPr/>
              <p:nvPr/>
            </p:nvSpPr>
            <p:spPr>
              <a:xfrm>
                <a:off x="2711520" y="4092840"/>
                <a:ext cx="25920" cy="20160"/>
              </a:xfrm>
              <a:custGeom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sp>
          <p:nvSpPr>
            <p:cNvPr id="5780" name="AUX features per type | pocket input"/>
            <p:cNvSpPr/>
            <p:nvPr/>
          </p:nvSpPr>
          <p:spPr>
            <a:xfrm>
              <a:off x="144864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1" name="AUX features per type | local cues input"/>
            <p:cNvSpPr/>
            <p:nvPr/>
          </p:nvSpPr>
          <p:spPr>
            <a:xfrm>
              <a:off x="2246760" y="3899160"/>
              <a:ext cx="36" cy="48240"/>
            </a:xfrm>
            <a:custGeom>
              <a:avLst/>
              <a:gdLst/>
              <a:ahLst/>
              <a:cxnLst/>
              <a:rect l="0" t="0" r="r" b="b"/>
              <a:pathLst>
                <a:path w="36" h="48240" fill="none">
                  <a:moveTo>
                    <a:pt x="0" y="0"/>
                  </a:moveTo>
                  <a:lnTo>
                    <a:pt x="0" y="4824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sp>
          <p:nvSpPr>
            <p:cNvPr id="5782" name="AUX features per type | distribution"/>
            <p:cNvSpPr/>
            <p:nvPr/>
          </p:nvSpPr>
          <p:spPr>
            <a:xfrm>
              <a:off x="1448640" y="3947400"/>
              <a:ext cx="1008360" cy="36"/>
            </a:xfrm>
            <a:custGeom>
              <a:avLst/>
              <a:gdLst/>
              <a:ahLst/>
              <a:cxnLst/>
              <a:rect l="0" t="0" r="r" b="b"/>
              <a:pathLst>
                <a:path w="1008360" h="36" fill="none">
                  <a:moveTo>
                    <a:pt x="0" y="0"/>
                  </a:moveTo>
                  <a:lnTo>
                    <a:pt x="1008360" y="0"/>
                  </a:lnTo>
                </a:path>
              </a:pathLst>
            </a:custGeom>
            <a:ln w="5760" cap="flat">
              <a:solidFill>
                <a:srgbClr val="398D80"/>
              </a:solidFill>
              <a:miter lim="800000"/>
            </a:ln>
          </p:spPr>
        </p:sp>
        <p:grpSp>
          <p:nvGrpSpPr>
            <p:cNvPr id="5785" name="AUX features per type | pooling | editable route"/>
            <p:cNvGrpSpPr/>
            <p:nvPr/>
          </p:nvGrpSpPr>
          <p:grpSpPr>
            <a:xfrm>
              <a:off x="1678320" y="3947400"/>
              <a:ext cx="20160" cy="75240"/>
              <a:chOff x="1678320" y="3947400"/>
              <a:chExt cx="20160" cy="75240"/>
            </a:xfrm>
          </p:grpSpPr>
          <p:sp>
            <p:nvSpPr>
              <p:cNvPr id="5783" name="AUX features per type | pooling"/>
              <p:cNvSpPr/>
              <p:nvPr/>
            </p:nvSpPr>
            <p:spPr>
              <a:xfrm>
                <a:off x="16884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4" name="AUX features per type | pooling | arrowhead"/>
              <p:cNvSpPr/>
              <p:nvPr/>
            </p:nvSpPr>
            <p:spPr>
              <a:xfrm>
                <a:off x="1678320" y="399672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88" name="AUX features per type | attention KV | editable route"/>
            <p:cNvGrpSpPr/>
            <p:nvPr/>
          </p:nvGrpSpPr>
          <p:grpSpPr>
            <a:xfrm>
              <a:off x="2446920" y="3947400"/>
              <a:ext cx="20160" cy="75240"/>
              <a:chOff x="2446920" y="3947400"/>
              <a:chExt cx="20160" cy="75240"/>
            </a:xfrm>
          </p:grpSpPr>
          <p:sp>
            <p:nvSpPr>
              <p:cNvPr id="5786" name="AUX features per type | attention KV"/>
              <p:cNvSpPr/>
              <p:nvPr/>
            </p:nvSpPr>
            <p:spPr>
              <a:xfrm>
                <a:off x="2457000" y="3947400"/>
                <a:ext cx="36" cy="49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49320" fill="none">
                    <a:moveTo>
                      <a:pt x="0" y="0"/>
                    </a:moveTo>
                    <a:lnTo>
                      <a:pt x="0" y="49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87" name="AUX features per type | attention KV | arrowhead"/>
              <p:cNvSpPr/>
              <p:nvPr/>
            </p:nvSpPr>
            <p:spPr>
              <a:xfrm>
                <a:off x="2446920" y="399672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1" name="Arrow | pool_summary → conditioning_concat | editable route"/>
            <p:cNvGrpSpPr/>
            <p:nvPr/>
          </p:nvGrpSpPr>
          <p:grpSpPr>
            <a:xfrm>
              <a:off x="1688400" y="4183560"/>
              <a:ext cx="197280" cy="326880"/>
              <a:chOff x="1688400" y="4183560"/>
              <a:chExt cx="197280" cy="326880"/>
            </a:xfrm>
          </p:grpSpPr>
          <p:sp>
            <p:nvSpPr>
              <p:cNvPr id="5789" name="Arrow | pool_summary → conditioning_concat"/>
              <p:cNvSpPr/>
              <p:nvPr/>
            </p:nvSpPr>
            <p:spPr>
              <a:xfrm>
                <a:off x="1688400" y="4183560"/>
                <a:ext cx="171360" cy="316800"/>
              </a:xfrm>
              <a:custGeom>
                <a:avLst/>
                <a:gdLst/>
                <a:ahLst/>
                <a:cxnLst/>
                <a:rect l="0" t="0" r="r" b="b"/>
                <a:pathLst>
                  <a:path w="171360" h="316800" fill="none">
                    <a:moveTo>
                      <a:pt x="0" y="0"/>
                    </a:moveTo>
                    <a:lnTo>
                      <a:pt x="0" y="316800"/>
                    </a:lnTo>
                    <a:lnTo>
                      <a:pt x="171360" y="31680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0" name="Arrow | pool_summary → conditioning_concat | arrowhead"/>
              <p:cNvSpPr/>
              <p:nvPr/>
            </p:nvSpPr>
            <p:spPr>
              <a:xfrm>
                <a:off x="1859760" y="449028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4" name="Arrow | attention_summary → conditioning_concat | editable route"/>
            <p:cNvGrpSpPr/>
            <p:nvPr/>
          </p:nvGrpSpPr>
          <p:grpSpPr>
            <a:xfrm>
              <a:off x="1931400" y="4183560"/>
              <a:ext cx="525600" cy="261000"/>
              <a:chOff x="1931400" y="4183560"/>
              <a:chExt cx="525600" cy="261000"/>
            </a:xfrm>
          </p:grpSpPr>
          <p:sp>
            <p:nvSpPr>
              <p:cNvPr id="5792" name="Arrow | attention_summary → conditioning_concat"/>
              <p:cNvSpPr/>
              <p:nvPr/>
            </p:nvSpPr>
            <p:spPr>
              <a:xfrm>
                <a:off x="1941480" y="4183560"/>
                <a:ext cx="515520" cy="235080"/>
              </a:xfrm>
              <a:custGeom>
                <a:avLst/>
                <a:gdLst/>
                <a:ahLst/>
                <a:cxnLst/>
                <a:rect l="0" t="0" r="r" b="b"/>
                <a:pathLst>
                  <a:path w="515520" h="235080" fill="none">
                    <a:moveTo>
                      <a:pt x="515520" y="0"/>
                    </a:moveTo>
                    <a:lnTo>
                      <a:pt x="515520" y="114840"/>
                    </a:lnTo>
                    <a:lnTo>
                      <a:pt x="0" y="114840"/>
                    </a:lnTo>
                    <a:lnTo>
                      <a:pt x="0" y="23508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3" name="Arrow | attention_summary → conditioning_concat | arrowhead"/>
              <p:cNvSpPr/>
              <p:nvPr/>
            </p:nvSpPr>
            <p:spPr>
              <a:xfrm>
                <a:off x="1931400" y="441864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797" name="Arrow | conditioning_concat → conditioning_mlp | editable route"/>
            <p:cNvGrpSpPr/>
            <p:nvPr/>
          </p:nvGrpSpPr>
          <p:grpSpPr>
            <a:xfrm>
              <a:off x="1997280" y="4490280"/>
              <a:ext cx="172440" cy="20160"/>
              <a:chOff x="1997280" y="4490280"/>
              <a:chExt cx="172440" cy="20160"/>
            </a:xfrm>
          </p:grpSpPr>
          <p:sp>
            <p:nvSpPr>
              <p:cNvPr id="5795" name="Arrow | conditioning_concat → conditioning_mlp"/>
              <p:cNvSpPr/>
              <p:nvPr/>
            </p:nvSpPr>
            <p:spPr>
              <a:xfrm>
                <a:off x="1997280" y="4500360"/>
                <a:ext cx="14652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146520" h="36" fill="none">
                    <a:moveTo>
                      <a:pt x="0" y="0"/>
                    </a:moveTo>
                    <a:lnTo>
                      <a:pt x="14652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6" name="Arrow | conditioning_concat → conditioning_mlp | arrowhead"/>
              <p:cNvSpPr/>
              <p:nvPr/>
            </p:nvSpPr>
            <p:spPr>
              <a:xfrm>
                <a:off x="2143800" y="449028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0" name="Arrow | conditioning_mlp → film_condition | editable route"/>
            <p:cNvGrpSpPr/>
            <p:nvPr/>
          </p:nvGrpSpPr>
          <p:grpSpPr>
            <a:xfrm>
              <a:off x="2475360" y="4490280"/>
              <a:ext cx="254520" cy="20160"/>
              <a:chOff x="2475360" y="4490280"/>
              <a:chExt cx="254520" cy="20160"/>
            </a:xfrm>
          </p:grpSpPr>
          <p:sp>
            <p:nvSpPr>
              <p:cNvPr id="5798" name="Arrow | conditioning_mlp → film_condition"/>
              <p:cNvSpPr/>
              <p:nvPr/>
            </p:nvSpPr>
            <p:spPr>
              <a:xfrm>
                <a:off x="2475360" y="4500360"/>
                <a:ext cx="22860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228600" h="36" fill="none">
                    <a:moveTo>
                      <a:pt x="0" y="0"/>
                    </a:moveTo>
                    <a:lnTo>
                      <a:pt x="228600" y="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799" name="Arrow | conditioning_mlp → film_condition | arrowhead"/>
              <p:cNvSpPr/>
              <p:nvPr/>
            </p:nvSpPr>
            <p:spPr>
              <a:xfrm>
                <a:off x="2703960" y="449028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3" name="Arrow | film → candidate_repr | editable route"/>
            <p:cNvGrpSpPr/>
            <p:nvPr/>
          </p:nvGrpSpPr>
          <p:grpSpPr>
            <a:xfrm>
              <a:off x="2828160" y="4608720"/>
              <a:ext cx="20160" cy="138240"/>
              <a:chOff x="2828160" y="4608720"/>
              <a:chExt cx="20160" cy="138240"/>
            </a:xfrm>
          </p:grpSpPr>
          <p:sp>
            <p:nvSpPr>
              <p:cNvPr id="5801" name="Arrow | film → candidate_repr"/>
              <p:cNvSpPr/>
              <p:nvPr/>
            </p:nvSpPr>
            <p:spPr>
              <a:xfrm>
                <a:off x="2838240" y="4608720"/>
                <a:ext cx="36" cy="11232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12320" fill="none">
                    <a:moveTo>
                      <a:pt x="0" y="0"/>
                    </a:moveTo>
                    <a:lnTo>
                      <a:pt x="0" y="112320"/>
                    </a:lnTo>
                  </a:path>
                </a:pathLst>
              </a:custGeom>
              <a:ln w="576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2" name="Arrow | film → candidate_repr | arrowhead"/>
              <p:cNvSpPr/>
              <p:nvPr/>
            </p:nvSpPr>
            <p:spPr>
              <a:xfrm>
                <a:off x="2828160" y="472104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6" name="Arrow | smiles → own_graph | editable route"/>
            <p:cNvGrpSpPr/>
            <p:nvPr/>
          </p:nvGrpSpPr>
          <p:grpSpPr>
            <a:xfrm>
              <a:off x="3348000" y="3028680"/>
              <a:ext cx="528120" cy="693360"/>
              <a:chOff x="3348000" y="3028680"/>
              <a:chExt cx="528120" cy="693360"/>
            </a:xfrm>
          </p:grpSpPr>
          <p:sp>
            <p:nvSpPr>
              <p:cNvPr id="5804" name="Arrow | smiles → own_graph"/>
              <p:cNvSpPr/>
              <p:nvPr/>
            </p:nvSpPr>
            <p:spPr>
              <a:xfrm>
                <a:off x="3348000" y="3028680"/>
                <a:ext cx="528120" cy="667440"/>
              </a:xfrm>
              <a:custGeom>
                <a:avLst/>
                <a:gdLst/>
                <a:ahLst/>
                <a:cxnLst/>
                <a:rect l="0" t="0" r="r" b="b"/>
                <a:pathLst>
                  <a:path w="528120" h="667440" fill="none">
                    <a:moveTo>
                      <a:pt x="528120" y="0"/>
                    </a:moveTo>
                    <a:lnTo>
                      <a:pt x="446400" y="0"/>
                    </a:lnTo>
                    <a:lnTo>
                      <a:pt x="446400" y="142920"/>
                    </a:lnTo>
                    <a:lnTo>
                      <a:pt x="0" y="142920"/>
                    </a:lnTo>
                    <a:lnTo>
                      <a:pt x="0" y="636120"/>
                    </a:lnTo>
                    <a:lnTo>
                      <a:pt x="96840" y="636120"/>
                    </a:lnTo>
                    <a:lnTo>
                      <a:pt x="96840" y="667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5" name="Arrow | smiles → own_graph | arrowhead"/>
              <p:cNvSpPr/>
              <p:nvPr/>
            </p:nvSpPr>
            <p:spPr>
              <a:xfrm>
                <a:off x="3434760" y="369612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09" name="Arrow | own_graph → graph_attention_KV | editable route"/>
            <p:cNvGrpSpPr/>
            <p:nvPr/>
          </p:nvGrpSpPr>
          <p:grpSpPr>
            <a:xfrm>
              <a:off x="3326400" y="3807000"/>
              <a:ext cx="73440" cy="424080"/>
              <a:chOff x="3326400" y="3807000"/>
              <a:chExt cx="73440" cy="424080"/>
            </a:xfrm>
          </p:grpSpPr>
          <p:sp>
            <p:nvSpPr>
              <p:cNvPr id="5807" name="Arrow | own_graph → graph_attention_KV"/>
              <p:cNvSpPr/>
              <p:nvPr/>
            </p:nvSpPr>
            <p:spPr>
              <a:xfrm>
                <a:off x="3326400" y="3807000"/>
                <a:ext cx="47520" cy="414000"/>
              </a:xfrm>
              <a:custGeom>
                <a:avLst/>
                <a:gdLst/>
                <a:ahLst/>
                <a:cxnLst/>
                <a:rect l="0" t="0" r="r" b="b"/>
                <a:pathLst>
                  <a:path w="47520" h="414000" fill="none">
                    <a:moveTo>
                      <a:pt x="39960" y="0"/>
                    </a:moveTo>
                    <a:lnTo>
                      <a:pt x="0" y="0"/>
                    </a:lnTo>
                    <a:lnTo>
                      <a:pt x="0" y="414000"/>
                    </a:lnTo>
                    <a:lnTo>
                      <a:pt x="47520" y="4140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08" name="Arrow | own_graph → graph_attention_KV | arrowhead"/>
              <p:cNvSpPr/>
              <p:nvPr/>
            </p:nvSpPr>
            <p:spPr>
              <a:xfrm>
                <a:off x="3373920" y="421092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12" name="Arrow | language_vector → graph_attention_Q | editable route"/>
            <p:cNvGrpSpPr/>
            <p:nvPr/>
          </p:nvGrpSpPr>
          <p:grpSpPr>
            <a:xfrm>
              <a:off x="3718440" y="3812400"/>
              <a:ext cx="223560" cy="316800"/>
              <a:chOff x="3718440" y="3812400"/>
              <a:chExt cx="223560" cy="316800"/>
            </a:xfrm>
          </p:grpSpPr>
          <p:sp>
            <p:nvSpPr>
              <p:cNvPr id="5810" name="Arrow | language_vector → graph_attention_Q"/>
              <p:cNvSpPr/>
              <p:nvPr/>
            </p:nvSpPr>
            <p:spPr>
              <a:xfrm>
                <a:off x="3728520" y="3812400"/>
                <a:ext cx="21348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213480" h="290880" fill="none">
                    <a:moveTo>
                      <a:pt x="213480" y="0"/>
                    </a:moveTo>
                    <a:lnTo>
                      <a:pt x="116280" y="0"/>
                    </a:lnTo>
                    <a:lnTo>
                      <a:pt x="116280" y="264600"/>
                    </a:lnTo>
                    <a:lnTo>
                      <a:pt x="0" y="264600"/>
                    </a:lnTo>
                    <a:lnTo>
                      <a:pt x="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1" name="Arrow | language_vector → graph_attention_Q | arrowhead"/>
              <p:cNvSpPr/>
              <p:nvPr/>
            </p:nvSpPr>
            <p:spPr>
              <a:xfrm>
                <a:off x="3718440" y="410328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5" name="Arrow | language_vector → context_attention_Q | editable route"/>
            <p:cNvGrpSpPr/>
            <p:nvPr/>
          </p:nvGrpSpPr>
          <p:grpSpPr>
            <a:xfrm>
              <a:off x="4280400" y="3812400"/>
              <a:ext cx="330480" cy="316800"/>
              <a:chOff x="4280400" y="3812400"/>
              <a:chExt cx="330480" cy="316800"/>
            </a:xfrm>
          </p:grpSpPr>
          <p:sp>
            <p:nvSpPr>
              <p:cNvPr id="5813" name="Arrow | language_vector → context_attention_Q"/>
              <p:cNvSpPr/>
              <p:nvPr/>
            </p:nvSpPr>
            <p:spPr>
              <a:xfrm>
                <a:off x="4280400" y="3812400"/>
                <a:ext cx="320400" cy="290880"/>
              </a:xfrm>
              <a:custGeom>
                <a:avLst/>
                <a:gdLst/>
                <a:ahLst/>
                <a:cxnLst/>
                <a:rect l="0" t="0" r="r" b="b"/>
                <a:pathLst>
                  <a:path w="320400" h="290880" fill="none">
                    <a:moveTo>
                      <a:pt x="0" y="0"/>
                    </a:moveTo>
                    <a:lnTo>
                      <a:pt x="154800" y="0"/>
                    </a:lnTo>
                    <a:lnTo>
                      <a:pt x="154800" y="264600"/>
                    </a:lnTo>
                    <a:lnTo>
                      <a:pt x="320400" y="264600"/>
                    </a:lnTo>
                    <a:lnTo>
                      <a:pt x="320400" y="290880"/>
                    </a:lnTo>
                  </a:path>
                </a:pathLst>
              </a:custGeom>
              <a:ln w="504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14" name="Arrow | language_vector → context_attention_Q | arrowhead"/>
              <p:cNvSpPr/>
              <p:nvPr/>
            </p:nvSpPr>
            <p:spPr>
              <a:xfrm>
                <a:off x="4590720" y="410328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18" name="Arrow | graph_attention_out → identity_concat | editable route"/>
            <p:cNvGrpSpPr/>
            <p:nvPr/>
          </p:nvGrpSpPr>
          <p:grpSpPr>
            <a:xfrm>
              <a:off x="3728520" y="4313160"/>
              <a:ext cx="387720" cy="197280"/>
              <a:chOff x="3728520" y="4313160"/>
              <a:chExt cx="387720" cy="197280"/>
            </a:xfrm>
          </p:grpSpPr>
          <p:sp>
            <p:nvSpPr>
              <p:cNvPr id="5816" name="Arrow | graph_attention_out → identity_concat"/>
              <p:cNvSpPr/>
              <p:nvPr/>
            </p:nvSpPr>
            <p:spPr>
              <a:xfrm>
                <a:off x="3728520" y="4313160"/>
                <a:ext cx="36180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361800" h="187200" fill="none">
                    <a:moveTo>
                      <a:pt x="0" y="0"/>
                    </a:moveTo>
                    <a:lnTo>
                      <a:pt x="0" y="187200"/>
                    </a:lnTo>
                    <a:lnTo>
                      <a:pt x="36180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17" name="Arrow | graph_attention_out → identity_concat | arrowhead"/>
              <p:cNvSpPr/>
              <p:nvPr/>
            </p:nvSpPr>
            <p:spPr>
              <a:xfrm>
                <a:off x="4090320" y="449028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1" name="Arrow | context_attention_out → identity_concat | editable route"/>
            <p:cNvGrpSpPr/>
            <p:nvPr/>
          </p:nvGrpSpPr>
          <p:grpSpPr>
            <a:xfrm>
              <a:off x="4227840" y="4313160"/>
              <a:ext cx="476280" cy="197280"/>
              <a:chOff x="4227840" y="4313160"/>
              <a:chExt cx="476280" cy="197280"/>
            </a:xfrm>
          </p:grpSpPr>
          <p:sp>
            <p:nvSpPr>
              <p:cNvPr id="5819" name="Arrow | context_attention_out → identity_concat"/>
              <p:cNvSpPr/>
              <p:nvPr/>
            </p:nvSpPr>
            <p:spPr>
              <a:xfrm>
                <a:off x="4253760" y="4313160"/>
                <a:ext cx="450360" cy="187200"/>
              </a:xfrm>
              <a:custGeom>
                <a:avLst/>
                <a:gdLst/>
                <a:ahLst/>
                <a:cxnLst/>
                <a:rect l="0" t="0" r="r" b="b"/>
                <a:pathLst>
                  <a:path w="450360" h="187200" fill="none">
                    <a:moveTo>
                      <a:pt x="450360" y="0"/>
                    </a:moveTo>
                    <a:lnTo>
                      <a:pt x="450360" y="187200"/>
                    </a:lnTo>
                    <a:lnTo>
                      <a:pt x="0" y="18720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0" name="Arrow | context_attention_out → identity_concat | arrowhead"/>
              <p:cNvSpPr/>
              <p:nvPr/>
            </p:nvSpPr>
            <p:spPr>
              <a:xfrm>
                <a:off x="4227840" y="4490280"/>
                <a:ext cx="25920" cy="20160"/>
              </a:xfrm>
              <a:custGeom>
                <a:pathLst>
                  <a:path w="25920" h="20160">
                    <a:moveTo>
                      <a:pt x="0" y="10080"/>
                    </a:moveTo>
                    <a:lnTo>
                      <a:pt x="25920" y="0"/>
                    </a:lnTo>
                    <a:lnTo>
                      <a:pt x="25920" y="2016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4" name="Arrow | language_vector → identity_concat | editable route"/>
            <p:cNvGrpSpPr/>
            <p:nvPr/>
          </p:nvGrpSpPr>
          <p:grpSpPr>
            <a:xfrm>
              <a:off x="4106160" y="3850200"/>
              <a:ext cx="75960" cy="594360"/>
              <a:chOff x="4106160" y="3850200"/>
              <a:chExt cx="75960" cy="594360"/>
            </a:xfrm>
          </p:grpSpPr>
          <p:sp>
            <p:nvSpPr>
              <p:cNvPr id="5822" name="Arrow | language_vector → identity_concat"/>
              <p:cNvSpPr/>
              <p:nvPr/>
            </p:nvSpPr>
            <p:spPr>
              <a:xfrm>
                <a:off x="4106160" y="3850200"/>
                <a:ext cx="65880" cy="568440"/>
              </a:xfrm>
              <a:custGeom>
                <a:avLst/>
                <a:gdLst/>
                <a:ahLst/>
                <a:cxnLst/>
                <a:rect l="0" t="0" r="r" b="b"/>
                <a:pathLst>
                  <a:path w="65880" h="568440" fill="none">
                    <a:moveTo>
                      <a:pt x="0" y="0"/>
                    </a:moveTo>
                    <a:lnTo>
                      <a:pt x="0" y="523800"/>
                    </a:lnTo>
                    <a:lnTo>
                      <a:pt x="65880" y="523800"/>
                    </a:lnTo>
                    <a:lnTo>
                      <a:pt x="65880" y="56844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3" name="Arrow | language_vector → identity_concat | arrowhead"/>
              <p:cNvSpPr/>
              <p:nvPr/>
            </p:nvSpPr>
            <p:spPr>
              <a:xfrm>
                <a:off x="4161960" y="441864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27" name="Arrow | identity_concat → identity_repr | editable route"/>
            <p:cNvGrpSpPr/>
            <p:nvPr/>
          </p:nvGrpSpPr>
          <p:grpSpPr>
            <a:xfrm>
              <a:off x="4161960" y="4556160"/>
              <a:ext cx="20160" cy="190800"/>
              <a:chOff x="4161960" y="4556160"/>
              <a:chExt cx="20160" cy="190800"/>
            </a:xfrm>
          </p:grpSpPr>
          <p:sp>
            <p:nvSpPr>
              <p:cNvPr id="5825" name="Arrow | identity_concat → identity_repr"/>
              <p:cNvSpPr/>
              <p:nvPr/>
            </p:nvSpPr>
            <p:spPr>
              <a:xfrm>
                <a:off x="4172040" y="4556160"/>
                <a:ext cx="36" cy="164880"/>
              </a:xfrm>
              <a:custGeom>
                <a:avLst/>
                <a:gdLst/>
                <a:ahLst/>
                <a:cxnLst/>
                <a:rect l="0" t="0" r="r" b="b"/>
                <a:pathLst>
                  <a:path w="36" h="164880" fill="none">
                    <a:moveTo>
                      <a:pt x="0" y="0"/>
                    </a:moveTo>
                    <a:lnTo>
                      <a:pt x="0" y="164880"/>
                    </a:lnTo>
                  </a:path>
                </a:pathLst>
              </a:custGeom>
              <a:ln w="504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26" name="Arrow | identity_concat → identity_repr | arrowhead"/>
              <p:cNvSpPr/>
              <p:nvPr/>
            </p:nvSpPr>
            <p:spPr>
              <a:xfrm>
                <a:off x="4161960" y="472104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0" name="Arrow | candidate_repr → scoring_candidate | editable route"/>
            <p:cNvGrpSpPr/>
            <p:nvPr/>
          </p:nvGrpSpPr>
          <p:grpSpPr>
            <a:xfrm>
              <a:off x="2841480" y="4819320"/>
              <a:ext cx="603000" cy="292320"/>
              <a:chOff x="2841480" y="4819320"/>
              <a:chExt cx="603000" cy="292320"/>
            </a:xfrm>
          </p:grpSpPr>
          <p:sp>
            <p:nvSpPr>
              <p:cNvPr id="5828" name="Arrow | candidate_repr → scoring_candidate"/>
              <p:cNvSpPr/>
              <p:nvPr/>
            </p:nvSpPr>
            <p:spPr>
              <a:xfrm>
                <a:off x="2841480" y="4819320"/>
                <a:ext cx="577080" cy="282240"/>
              </a:xfrm>
              <a:custGeom>
                <a:avLst/>
                <a:gdLst/>
                <a:ahLst/>
                <a:cxnLst/>
                <a:rect l="0" t="0" r="r" b="b"/>
                <a:pathLst>
                  <a:path w="577080" h="282240" fill="none">
                    <a:moveTo>
                      <a:pt x="0" y="0"/>
                    </a:moveTo>
                    <a:lnTo>
                      <a:pt x="0" y="121680"/>
                    </a:lnTo>
                    <a:lnTo>
                      <a:pt x="556920" y="121680"/>
                    </a:lnTo>
                    <a:lnTo>
                      <a:pt x="556920" y="282240"/>
                    </a:lnTo>
                    <a:lnTo>
                      <a:pt x="577080" y="282240"/>
                    </a:lnTo>
                  </a:path>
                </a:pathLst>
              </a:custGeom>
              <a:ln w="5400" cap="flat">
                <a:solidFill>
                  <a:srgbClr val="438FC1"/>
                </a:solidFill>
                <a:miter lim="800000"/>
              </a:ln>
            </p:spPr>
          </p:sp>
          <p:sp>
            <p:nvSpPr>
              <p:cNvPr id="5829" name="Arrow | candidate_repr → scoring_candidate | arrowhead"/>
              <p:cNvSpPr/>
              <p:nvPr/>
            </p:nvSpPr>
            <p:spPr>
              <a:xfrm>
                <a:off x="3418560" y="509148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38FC1"/>
              </a:solidFill>
              <a:ln>
                <a:noFill/>
              </a:ln>
            </p:spPr>
          </p:sp>
        </p:grpSp>
        <p:grpSp>
          <p:nvGrpSpPr>
            <p:cNvPr id="5833" name="Arrow | identity_repr → scoring_identity | editable route"/>
            <p:cNvGrpSpPr/>
            <p:nvPr/>
          </p:nvGrpSpPr>
          <p:grpSpPr>
            <a:xfrm>
              <a:off x="3702240" y="4819320"/>
              <a:ext cx="469800" cy="203400"/>
              <a:chOff x="3702240" y="4819320"/>
              <a:chExt cx="469800" cy="203400"/>
            </a:xfrm>
          </p:grpSpPr>
          <p:sp>
            <p:nvSpPr>
              <p:cNvPr id="5831" name="Arrow | identity_repr → scoring_identity"/>
              <p:cNvSpPr/>
              <p:nvPr/>
            </p:nvSpPr>
            <p:spPr>
              <a:xfrm>
                <a:off x="3712320" y="4819320"/>
                <a:ext cx="459720" cy="177480"/>
              </a:xfrm>
              <a:custGeom>
                <a:avLst/>
                <a:gdLst/>
                <a:ahLst/>
                <a:cxnLst/>
                <a:rect l="0" t="0" r="r" b="b"/>
                <a:pathLst>
                  <a:path w="459720" h="177480" fill="none">
                    <a:moveTo>
                      <a:pt x="459720" y="0"/>
                    </a:moveTo>
                    <a:lnTo>
                      <a:pt x="459720" y="92880"/>
                    </a:lnTo>
                    <a:lnTo>
                      <a:pt x="0" y="92880"/>
                    </a:lnTo>
                    <a:lnTo>
                      <a:pt x="0" y="177480"/>
                    </a:lnTo>
                  </a:path>
                </a:pathLst>
              </a:custGeom>
              <a:ln w="5400" cap="flat">
                <a:solidFill>
                  <a:srgbClr val="398D80"/>
                </a:solidFill>
                <a:miter lim="800000"/>
              </a:ln>
            </p:spPr>
          </p:sp>
          <p:sp>
            <p:nvSpPr>
              <p:cNvPr id="5832" name="Arrow | identity_repr → scoring_identity | arrowhead"/>
              <p:cNvSpPr/>
              <p:nvPr/>
            </p:nvSpPr>
            <p:spPr>
              <a:xfrm>
                <a:off x="3702240" y="4996800"/>
                <a:ext cx="20160" cy="25920"/>
              </a:xfrm>
              <a:custGeom>
                <a:pathLst>
                  <a:path w="20160" h="25920">
                    <a:moveTo>
                      <a:pt x="10080" y="25920"/>
                    </a:moveTo>
                    <a:lnTo>
                      <a:pt x="0" y="0"/>
                    </a:lnTo>
                    <a:lnTo>
                      <a:pt x="20160" y="0"/>
                    </a:lnTo>
                    <a:close/>
                  </a:path>
                </a:pathLst>
              </a:custGeom>
              <a:solidFill>
                <a:srgbClr val="398D80"/>
              </a:solidFill>
              <a:ln>
                <a:noFill/>
              </a:ln>
            </p:spPr>
          </p:sp>
        </p:grpSp>
        <p:grpSp>
          <p:nvGrpSpPr>
            <p:cNvPr id="5836" name="Arrow | candidate_repr → foreground_head | editable route"/>
            <p:cNvGrpSpPr/>
            <p:nvPr/>
          </p:nvGrpSpPr>
          <p:grpSpPr>
            <a:xfrm>
              <a:off x="2664000" y="4819320"/>
              <a:ext cx="93600" cy="272520"/>
              <a:chOff x="2664000" y="4819320"/>
              <a:chExt cx="93600" cy="272520"/>
            </a:xfrm>
          </p:grpSpPr>
          <p:sp>
            <p:nvSpPr>
              <p:cNvPr id="5834" name="Arrow | candidate_repr → foreground_head"/>
              <p:cNvSpPr/>
              <p:nvPr/>
            </p:nvSpPr>
            <p:spPr>
              <a:xfrm>
                <a:off x="2664000" y="4819320"/>
                <a:ext cx="67680" cy="262440"/>
              </a:xfrm>
              <a:custGeom>
                <a:avLst/>
                <a:gdLst/>
                <a:ahLst/>
                <a:cxnLst/>
                <a:rect l="0" t="0" r="r" b="b"/>
                <a:pathLst>
                  <a:path w="67680" h="262440" fill="none">
                    <a:moveTo>
                      <a:pt x="0" y="0"/>
                    </a:moveTo>
                    <a:lnTo>
                      <a:pt x="0" y="262440"/>
                    </a:lnTo>
                    <a:lnTo>
                      <a:pt x="67680" y="262440"/>
                    </a:lnTo>
                  </a:path>
                </a:pathLst>
              </a:custGeom>
              <a:ln w="504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35" name="Arrow | candidate_repr → foreground_head | arrowhead"/>
              <p:cNvSpPr/>
              <p:nvPr/>
            </p:nvSpPr>
            <p:spPr>
              <a:xfrm>
                <a:off x="2731680" y="507168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grpSp>
        <p:nvGrpSpPr>
          <p:cNvPr id="2965" name="d | Build: downstream pose reconstruction"/>
          <p:cNvGrpSpPr/>
          <p:nvPr/>
        </p:nvGrpSpPr>
        <p:grpSpPr>
          <a:xfrm>
            <a:off x="65700" y="5420250"/>
            <a:ext cx="5124600" cy="759952"/>
            <a:chOff x="65700" y="5420250"/>
            <a:chExt cx="5124600" cy="759952"/>
          </a:xfrm>
        </p:grpSpPr>
        <p:sp>
          <p:nvSpPr>
            <p:cNvPr id="2966" name="d | panel background"/>
            <p:cNvSpPr/>
            <p:nvPr/>
          </p:nvSpPr>
          <p:spPr>
            <a:xfrm>
              <a:off x="65700" y="5420250"/>
              <a:ext cx="5124600" cy="748980"/>
            </a:xfrm>
            <a:prstGeom prst="roundRect">
              <a:avLst>
                <a:gd name="adj" fmla="val 5263"/>
              </a:avLst>
            </a:prstGeom>
            <a:solidFill>
              <a:srgbClr val="FCFAF5"/>
            </a:solidFill>
            <a:ln w="6480" cap="rnd" cmpd="sng" algn="ctr">
              <a:solidFill>
                <a:srgbClr val="D8CAB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967" name="Text | d"/>
            <p:cNvSpPr txBox="1"/>
            <p:nvPr/>
          </p:nvSpPr>
          <p:spPr>
            <a:xfrm>
              <a:off x="137970" y="5426820"/>
              <a:ext cx="143553" cy="1912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61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</a:t>
              </a:r>
              <a:endParaRPr lang="en-US" sz="1061"/>
            </a:p>
          </p:txBody>
        </p:sp>
        <p:sp>
          <p:nvSpPr>
            <p:cNvPr id="2968" name="Text | Build: downstream pose reconstruction"/>
            <p:cNvSpPr txBox="1"/>
            <p:nvPr/>
          </p:nvSpPr>
          <p:spPr>
            <a:xfrm>
              <a:off x="279225" y="5446530"/>
              <a:ext cx="2524252" cy="1586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79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Build: downstream pose reconstruction</a:t>
              </a:r>
              <a:endParaRPr lang="en-US" sz="879"/>
            </a:p>
          </p:txBody>
        </p:sp>
        <p:grpSp>
          <p:nvGrpSpPr>
            <p:cNvPr id="2969" name="d | Site p: local receptor environment"/>
            <p:cNvGrpSpPr/>
            <p:nvPr/>
          </p:nvGrpSpPr>
          <p:grpSpPr>
            <a:xfrm>
              <a:off x="156538" y="5645738"/>
              <a:ext cx="422329" cy="355206"/>
              <a:chOff x="156538" y="5645738"/>
              <a:chExt cx="422329" cy="355206"/>
            </a:xfrm>
          </p:grpSpPr>
          <p:sp>
            <p:nvSpPr>
              <p:cNvPr id="2970" name="ellipse_2785"/>
              <p:cNvSpPr/>
              <p:nvPr/>
            </p:nvSpPr>
            <p:spPr>
              <a:xfrm>
                <a:off x="222058" y="5716873"/>
                <a:ext cx="33105" cy="3310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1" name="ellipse_2786"/>
              <p:cNvSpPr/>
              <p:nvPr/>
            </p:nvSpPr>
            <p:spPr>
              <a:xfrm>
                <a:off x="157899" y="5757423"/>
                <a:ext cx="31010" cy="3101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2" name="ellipse_2787"/>
              <p:cNvSpPr/>
              <p:nvPr/>
            </p:nvSpPr>
            <p:spPr>
              <a:xfrm>
                <a:off x="352661" y="5961347"/>
                <a:ext cx="39598" cy="395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3" name="ellipse_2788"/>
              <p:cNvSpPr/>
              <p:nvPr/>
            </p:nvSpPr>
            <p:spPr>
              <a:xfrm>
                <a:off x="438877" y="5870428"/>
                <a:ext cx="41094" cy="41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4" name="ellipse_2789"/>
              <p:cNvSpPr/>
              <p:nvPr/>
            </p:nvSpPr>
            <p:spPr>
              <a:xfrm>
                <a:off x="191193" y="5812140"/>
                <a:ext cx="37340" cy="3734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5" name="ellipse_2790"/>
              <p:cNvSpPr/>
              <p:nvPr/>
            </p:nvSpPr>
            <p:spPr>
              <a:xfrm>
                <a:off x="156538" y="5808499"/>
                <a:ext cx="31250" cy="3125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6" name="ellipse_2791"/>
              <p:cNvSpPr/>
              <p:nvPr/>
            </p:nvSpPr>
            <p:spPr>
              <a:xfrm>
                <a:off x="214413" y="5773744"/>
                <a:ext cx="37480" cy="3748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7" name="ellipse_2792"/>
              <p:cNvSpPr/>
              <p:nvPr/>
            </p:nvSpPr>
            <p:spPr>
              <a:xfrm>
                <a:off x="230297" y="5731041"/>
                <a:ext cx="41343" cy="4134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8" name="ellipse_2793"/>
              <p:cNvSpPr/>
              <p:nvPr/>
            </p:nvSpPr>
            <p:spPr>
              <a:xfrm>
                <a:off x="288920" y="5925724"/>
                <a:ext cx="30597" cy="30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79" name="ellipse_2794"/>
              <p:cNvSpPr/>
              <p:nvPr/>
            </p:nvSpPr>
            <p:spPr>
              <a:xfrm>
                <a:off x="211344" y="5754420"/>
                <a:ext cx="27111" cy="2711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0" name="ellipse_2795"/>
              <p:cNvSpPr/>
              <p:nvPr/>
            </p:nvSpPr>
            <p:spPr>
              <a:xfrm>
                <a:off x="328690" y="5965326"/>
                <a:ext cx="32486" cy="324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1" name="ellipse_2796"/>
              <p:cNvSpPr/>
              <p:nvPr/>
            </p:nvSpPr>
            <p:spPr>
              <a:xfrm>
                <a:off x="253216" y="5709285"/>
                <a:ext cx="35201" cy="352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2" name="ellipse_2797"/>
              <p:cNvSpPr/>
              <p:nvPr/>
            </p:nvSpPr>
            <p:spPr>
              <a:xfrm>
                <a:off x="200456" y="5781621"/>
                <a:ext cx="33128" cy="331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3" name="ellipse_2798"/>
              <p:cNvSpPr/>
              <p:nvPr/>
            </p:nvSpPr>
            <p:spPr>
              <a:xfrm>
                <a:off x="310661" y="5909736"/>
                <a:ext cx="36434" cy="364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4" name="ellipse_2799"/>
              <p:cNvSpPr/>
              <p:nvPr/>
            </p:nvSpPr>
            <p:spPr>
              <a:xfrm>
                <a:off x="338250" y="5949390"/>
                <a:ext cx="39962" cy="39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5" name="ellipse_2800"/>
              <p:cNvSpPr/>
              <p:nvPr/>
            </p:nvSpPr>
            <p:spPr>
              <a:xfrm>
                <a:off x="502631" y="5852476"/>
                <a:ext cx="35284" cy="352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6" name="ellipse_2801"/>
              <p:cNvSpPr/>
              <p:nvPr/>
            </p:nvSpPr>
            <p:spPr>
              <a:xfrm>
                <a:off x="461331" y="5929487"/>
                <a:ext cx="33865" cy="33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7" name="ellipse_2802"/>
              <p:cNvSpPr/>
              <p:nvPr/>
            </p:nvSpPr>
            <p:spPr>
              <a:xfrm>
                <a:off x="486398" y="5815231"/>
                <a:ext cx="28943" cy="2894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8" name="ellipse_2803"/>
              <p:cNvSpPr/>
              <p:nvPr/>
            </p:nvSpPr>
            <p:spPr>
              <a:xfrm>
                <a:off x="222653" y="5892536"/>
                <a:ext cx="35084" cy="3508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89" name="ellipse_2804"/>
              <p:cNvSpPr/>
              <p:nvPr/>
            </p:nvSpPr>
            <p:spPr>
              <a:xfrm>
                <a:off x="417986" y="5893032"/>
                <a:ext cx="35733" cy="3573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0" name="ellipse_2805"/>
              <p:cNvSpPr/>
              <p:nvPr/>
            </p:nvSpPr>
            <p:spPr>
              <a:xfrm>
                <a:off x="489955" y="5762771"/>
                <a:ext cx="36877" cy="368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1" name="ellipse_2806"/>
              <p:cNvSpPr/>
              <p:nvPr/>
            </p:nvSpPr>
            <p:spPr>
              <a:xfrm>
                <a:off x="301737" y="5960812"/>
                <a:ext cx="27261" cy="27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2" name="ellipse_2807"/>
              <p:cNvSpPr/>
              <p:nvPr/>
            </p:nvSpPr>
            <p:spPr>
              <a:xfrm>
                <a:off x="472780" y="5755231"/>
                <a:ext cx="34925" cy="34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3" name="ellipse_2808"/>
              <p:cNvSpPr/>
              <p:nvPr/>
            </p:nvSpPr>
            <p:spPr>
              <a:xfrm>
                <a:off x="384561" y="5910298"/>
                <a:ext cx="39938" cy="39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4" name="ellipse_2809"/>
              <p:cNvSpPr/>
              <p:nvPr/>
            </p:nvSpPr>
            <p:spPr>
              <a:xfrm>
                <a:off x="214896" y="5800999"/>
                <a:ext cx="27799" cy="2779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5" name="ellipse_2810"/>
              <p:cNvSpPr/>
              <p:nvPr/>
            </p:nvSpPr>
            <p:spPr>
              <a:xfrm>
                <a:off x="350583" y="5908348"/>
                <a:ext cx="26436" cy="264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6" name="ellipse_2811"/>
              <p:cNvSpPr/>
              <p:nvPr/>
            </p:nvSpPr>
            <p:spPr>
              <a:xfrm>
                <a:off x="282756" y="5712473"/>
                <a:ext cx="27768" cy="277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7" name="ellipse_2812"/>
              <p:cNvSpPr/>
              <p:nvPr/>
            </p:nvSpPr>
            <p:spPr>
              <a:xfrm>
                <a:off x="374172" y="5671047"/>
                <a:ext cx="30329" cy="3032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8" name="ellipse_2813"/>
              <p:cNvSpPr/>
              <p:nvPr/>
            </p:nvSpPr>
            <p:spPr>
              <a:xfrm>
                <a:off x="420125" y="5682990"/>
                <a:ext cx="26085" cy="2608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2999" name="ellipse_2814"/>
              <p:cNvSpPr/>
              <p:nvPr/>
            </p:nvSpPr>
            <p:spPr>
              <a:xfrm>
                <a:off x="487182" y="5836376"/>
                <a:ext cx="35316" cy="353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0" name="ellipse_2815"/>
              <p:cNvSpPr/>
              <p:nvPr/>
            </p:nvSpPr>
            <p:spPr>
              <a:xfrm>
                <a:off x="494466" y="5772208"/>
                <a:ext cx="40811" cy="4081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1" name="ellipse_2816"/>
              <p:cNvSpPr/>
              <p:nvPr/>
            </p:nvSpPr>
            <p:spPr>
              <a:xfrm>
                <a:off x="347990" y="5945745"/>
                <a:ext cx="27119" cy="2711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2" name="ellipse_2817"/>
              <p:cNvSpPr/>
              <p:nvPr/>
            </p:nvSpPr>
            <p:spPr>
              <a:xfrm>
                <a:off x="496587" y="5882763"/>
                <a:ext cx="38312" cy="383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3" name="ellipse_2818"/>
              <p:cNvSpPr/>
              <p:nvPr/>
            </p:nvSpPr>
            <p:spPr>
              <a:xfrm>
                <a:off x="478834" y="5854066"/>
                <a:ext cx="25188" cy="2518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4" name="ellipse_2819"/>
              <p:cNvSpPr/>
              <p:nvPr/>
            </p:nvSpPr>
            <p:spPr>
              <a:xfrm>
                <a:off x="506296" y="5808800"/>
                <a:ext cx="30249" cy="30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5" name="ellipse_2820"/>
              <p:cNvSpPr/>
              <p:nvPr/>
            </p:nvSpPr>
            <p:spPr>
              <a:xfrm>
                <a:off x="293539" y="5658834"/>
                <a:ext cx="25763" cy="257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6" name="ellipse_2821"/>
              <p:cNvSpPr/>
              <p:nvPr/>
            </p:nvSpPr>
            <p:spPr>
              <a:xfrm>
                <a:off x="181742" y="5723425"/>
                <a:ext cx="25033" cy="250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7" name="ellipse_2822"/>
              <p:cNvSpPr/>
              <p:nvPr/>
            </p:nvSpPr>
            <p:spPr>
              <a:xfrm>
                <a:off x="202176" y="5882924"/>
                <a:ext cx="37759" cy="377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8" name="ellipse_2823"/>
              <p:cNvSpPr/>
              <p:nvPr/>
            </p:nvSpPr>
            <p:spPr>
              <a:xfrm>
                <a:off x="172763" y="5801652"/>
                <a:ext cx="35653" cy="356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09" name="ellipse_2824"/>
              <p:cNvSpPr/>
              <p:nvPr/>
            </p:nvSpPr>
            <p:spPr>
              <a:xfrm>
                <a:off x="554014" y="5811099"/>
                <a:ext cx="24854" cy="248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0" name="ellipse_2825"/>
              <p:cNvSpPr/>
              <p:nvPr/>
            </p:nvSpPr>
            <p:spPr>
              <a:xfrm>
                <a:off x="373355" y="5698866"/>
                <a:ext cx="39779" cy="3977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1" name="ellipse_2826"/>
              <p:cNvSpPr/>
              <p:nvPr/>
            </p:nvSpPr>
            <p:spPr>
              <a:xfrm>
                <a:off x="457668" y="5878100"/>
                <a:ext cx="24710" cy="2471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2" name="ellipse_2827"/>
              <p:cNvSpPr/>
              <p:nvPr/>
            </p:nvSpPr>
            <p:spPr>
              <a:xfrm>
                <a:off x="441345" y="5906882"/>
                <a:ext cx="31193" cy="311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3" name="ellipse_2828"/>
              <p:cNvSpPr/>
              <p:nvPr/>
            </p:nvSpPr>
            <p:spPr>
              <a:xfrm>
                <a:off x="448501" y="5920842"/>
                <a:ext cx="24983" cy="24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4" name="ellipse_2829"/>
              <p:cNvSpPr/>
              <p:nvPr/>
            </p:nvSpPr>
            <p:spPr>
              <a:xfrm>
                <a:off x="345039" y="5666290"/>
                <a:ext cx="30845" cy="308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5" name="ellipse_2830"/>
              <p:cNvSpPr/>
              <p:nvPr/>
            </p:nvSpPr>
            <p:spPr>
              <a:xfrm>
                <a:off x="453220" y="5880263"/>
                <a:ext cx="29276" cy="2927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6" name="ellipse_2831"/>
              <p:cNvSpPr/>
              <p:nvPr/>
            </p:nvSpPr>
            <p:spPr>
              <a:xfrm>
                <a:off x="390415" y="5923995"/>
                <a:ext cx="33461" cy="334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7" name="ellipse_2832"/>
              <p:cNvSpPr/>
              <p:nvPr/>
            </p:nvSpPr>
            <p:spPr>
              <a:xfrm>
                <a:off x="328664" y="5908942"/>
                <a:ext cx="33245" cy="33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8" name="ellipse_2833"/>
              <p:cNvSpPr/>
              <p:nvPr/>
            </p:nvSpPr>
            <p:spPr>
              <a:xfrm>
                <a:off x="185873" y="5835875"/>
                <a:ext cx="39829" cy="398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19" name="ellipse_2834"/>
              <p:cNvSpPr/>
              <p:nvPr/>
            </p:nvSpPr>
            <p:spPr>
              <a:xfrm>
                <a:off x="423383" y="5709650"/>
                <a:ext cx="37338" cy="3733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0" name="ellipse_2835"/>
              <p:cNvSpPr/>
              <p:nvPr/>
            </p:nvSpPr>
            <p:spPr>
              <a:xfrm>
                <a:off x="187101" y="5747518"/>
                <a:ext cx="32092" cy="3209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1" name="ellipse_2836"/>
              <p:cNvSpPr/>
              <p:nvPr/>
            </p:nvSpPr>
            <p:spPr>
              <a:xfrm>
                <a:off x="407256" y="5719549"/>
                <a:ext cx="34094" cy="3409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2" name="ellipse_2837"/>
              <p:cNvSpPr/>
              <p:nvPr/>
            </p:nvSpPr>
            <p:spPr>
              <a:xfrm>
                <a:off x="186775" y="5850869"/>
                <a:ext cx="28916" cy="2891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3" name="ellipse_2838"/>
              <p:cNvSpPr/>
              <p:nvPr/>
            </p:nvSpPr>
            <p:spPr>
              <a:xfrm>
                <a:off x="352084" y="5943768"/>
                <a:ext cx="24906" cy="2490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4" name="ellipse_2839"/>
              <p:cNvSpPr/>
              <p:nvPr/>
            </p:nvSpPr>
            <p:spPr>
              <a:xfrm>
                <a:off x="413160" y="5899661"/>
                <a:ext cx="26981" cy="2698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5" name="ellipse_2840"/>
              <p:cNvSpPr/>
              <p:nvPr/>
            </p:nvSpPr>
            <p:spPr>
              <a:xfrm>
                <a:off x="314920" y="5706244"/>
                <a:ext cx="34606" cy="3460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6" name="ellipse_2841"/>
              <p:cNvSpPr/>
              <p:nvPr/>
            </p:nvSpPr>
            <p:spPr>
              <a:xfrm>
                <a:off x="374860" y="5665801"/>
                <a:ext cx="31924" cy="3192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7" name="ellipse_2842"/>
              <p:cNvSpPr/>
              <p:nvPr/>
            </p:nvSpPr>
            <p:spPr>
              <a:xfrm>
                <a:off x="460196" y="5854774"/>
                <a:ext cx="34857" cy="3485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8" name="ellipse_2843"/>
              <p:cNvSpPr/>
              <p:nvPr/>
            </p:nvSpPr>
            <p:spPr>
              <a:xfrm>
                <a:off x="313928" y="5924158"/>
                <a:ext cx="39031" cy="39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29" name="ellipse_2844"/>
              <p:cNvSpPr/>
              <p:nvPr/>
            </p:nvSpPr>
            <p:spPr>
              <a:xfrm>
                <a:off x="335779" y="5705469"/>
                <a:ext cx="28310" cy="2831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0" name="ellipse_2845"/>
              <p:cNvSpPr/>
              <p:nvPr/>
            </p:nvSpPr>
            <p:spPr>
              <a:xfrm>
                <a:off x="238164" y="5756720"/>
                <a:ext cx="34137" cy="34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1" name="ellipse_2846"/>
              <p:cNvSpPr/>
              <p:nvPr/>
            </p:nvSpPr>
            <p:spPr>
              <a:xfrm>
                <a:off x="446862" y="5912990"/>
                <a:ext cx="28039" cy="280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2" name="ellipse_2847"/>
              <p:cNvSpPr/>
              <p:nvPr/>
            </p:nvSpPr>
            <p:spPr>
              <a:xfrm>
                <a:off x="229673" y="5842292"/>
                <a:ext cx="36022" cy="3602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3" name="ellipse_2848"/>
              <p:cNvSpPr/>
              <p:nvPr/>
            </p:nvSpPr>
            <p:spPr>
              <a:xfrm>
                <a:off x="543712" y="5768664"/>
                <a:ext cx="32641" cy="326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4" name="ellipse_2849"/>
              <p:cNvSpPr/>
              <p:nvPr/>
            </p:nvSpPr>
            <p:spPr>
              <a:xfrm>
                <a:off x="450294" y="5693630"/>
                <a:ext cx="25462" cy="254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5" name="ellipse_2850"/>
              <p:cNvSpPr/>
              <p:nvPr/>
            </p:nvSpPr>
            <p:spPr>
              <a:xfrm>
                <a:off x="385359" y="5937604"/>
                <a:ext cx="36749" cy="367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6" name="ellipse_2851"/>
              <p:cNvSpPr/>
              <p:nvPr/>
            </p:nvSpPr>
            <p:spPr>
              <a:xfrm>
                <a:off x="353932" y="5648310"/>
                <a:ext cx="34391" cy="3439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7" name="ellipse_2852"/>
              <p:cNvSpPr/>
              <p:nvPr/>
            </p:nvSpPr>
            <p:spPr>
              <a:xfrm>
                <a:off x="176305" y="5883401"/>
                <a:ext cx="33923" cy="339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8" name="ellipse_2853"/>
              <p:cNvSpPr/>
              <p:nvPr/>
            </p:nvSpPr>
            <p:spPr>
              <a:xfrm>
                <a:off x="510624" y="5801581"/>
                <a:ext cx="25208" cy="252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39" name="ellipse_2854"/>
              <p:cNvSpPr/>
              <p:nvPr/>
            </p:nvSpPr>
            <p:spPr>
              <a:xfrm>
                <a:off x="517368" y="5889149"/>
                <a:ext cx="35835" cy="3583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0" name="ellipse_2855"/>
              <p:cNvSpPr/>
              <p:nvPr/>
            </p:nvSpPr>
            <p:spPr>
              <a:xfrm>
                <a:off x="377563" y="5645738"/>
                <a:ext cx="38133" cy="3813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1" name="ellipse_2856"/>
              <p:cNvSpPr/>
              <p:nvPr/>
            </p:nvSpPr>
            <p:spPr>
              <a:xfrm>
                <a:off x="250735" y="5716511"/>
                <a:ext cx="36913" cy="3691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2" name="ellipse_2857"/>
              <p:cNvSpPr/>
              <p:nvPr/>
            </p:nvSpPr>
            <p:spPr>
              <a:xfrm>
                <a:off x="492262" y="5798324"/>
                <a:ext cx="30077" cy="3007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3" name="ellipse_2858"/>
              <p:cNvSpPr/>
              <p:nvPr/>
            </p:nvSpPr>
            <p:spPr>
              <a:xfrm>
                <a:off x="160558" y="5854711"/>
                <a:ext cx="30574" cy="3057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4" name="ellipse_2859"/>
              <p:cNvSpPr/>
              <p:nvPr/>
            </p:nvSpPr>
            <p:spPr>
              <a:xfrm>
                <a:off x="188963" y="5905946"/>
                <a:ext cx="38308" cy="383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5" name="ellipse_2860"/>
              <p:cNvSpPr/>
              <p:nvPr/>
            </p:nvSpPr>
            <p:spPr>
              <a:xfrm>
                <a:off x="439210" y="5706433"/>
                <a:ext cx="36067" cy="360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6" name="ellipse_2861"/>
              <p:cNvSpPr/>
              <p:nvPr/>
            </p:nvSpPr>
            <p:spPr>
              <a:xfrm>
                <a:off x="391867" y="5652198"/>
                <a:ext cx="24393" cy="2439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7" name="ellipse_2862"/>
              <p:cNvSpPr/>
              <p:nvPr/>
            </p:nvSpPr>
            <p:spPr>
              <a:xfrm>
                <a:off x="207923" y="5688224"/>
                <a:ext cx="34413" cy="34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8" name="ellipse_2863"/>
              <p:cNvSpPr/>
              <p:nvPr/>
            </p:nvSpPr>
            <p:spPr>
              <a:xfrm>
                <a:off x="216568" y="5796563"/>
                <a:ext cx="38760" cy="3876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49" name="ellipse_2864"/>
              <p:cNvSpPr/>
              <p:nvPr/>
            </p:nvSpPr>
            <p:spPr>
              <a:xfrm>
                <a:off x="192699" y="5792585"/>
                <a:ext cx="31366" cy="31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0" name="ellipse_2865"/>
              <p:cNvSpPr/>
              <p:nvPr/>
            </p:nvSpPr>
            <p:spPr>
              <a:xfrm>
                <a:off x="358802" y="5931970"/>
                <a:ext cx="27163" cy="27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1" name="ellipse_2866"/>
              <p:cNvSpPr/>
              <p:nvPr/>
            </p:nvSpPr>
            <p:spPr>
              <a:xfrm>
                <a:off x="244814" y="5920367"/>
                <a:ext cx="30834" cy="3083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2" name="ellipse_2867"/>
              <p:cNvSpPr/>
              <p:nvPr/>
            </p:nvSpPr>
            <p:spPr>
              <a:xfrm>
                <a:off x="184490" y="5733812"/>
                <a:ext cx="31950" cy="3195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3" name="ellipse_2868"/>
              <p:cNvSpPr/>
              <p:nvPr/>
            </p:nvSpPr>
            <p:spPr>
              <a:xfrm>
                <a:off x="347980" y="5691315"/>
                <a:ext cx="27922" cy="27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54" name="ellipse_2869"/>
              <p:cNvSpPr/>
              <p:nvPr/>
            </p:nvSpPr>
            <p:spPr>
              <a:xfrm>
                <a:off x="429796" y="5723751"/>
                <a:ext cx="38175" cy="381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055" name="Candidate blob | editable contour"/>
            <p:cNvSpPr/>
            <p:nvPr/>
          </p:nvSpPr>
          <p:spPr>
            <a:xfrm>
              <a:off x="302286" y="5754734"/>
              <a:ext cx="109391" cy="82087"/>
            </a:xfrm>
            <a:custGeom>
              <a:avLst/>
              <a:gdLst/>
              <a:ahLst/>
              <a:cxnLst/>
              <a:rect l="0" t="0" r="w" b="h"/>
              <a:pathLst>
                <a:path w="109391" h="82087" extrusionOk="0">
                  <a:moveTo>
                    <a:pt x="2562" y="51602"/>
                  </a:moveTo>
                  <a:cubicBezTo>
                    <a:pt x="0" y="42552"/>
                    <a:pt x="9067" y="28738"/>
                    <a:pt x="14388" y="23022"/>
                  </a:cubicBezTo>
                  <a:cubicBezTo>
                    <a:pt x="19710" y="17306"/>
                    <a:pt x="28185" y="20800"/>
                    <a:pt x="34492" y="17306"/>
                  </a:cubicBezTo>
                  <a:cubicBezTo>
                    <a:pt x="40800" y="13813"/>
                    <a:pt x="44348" y="4128"/>
                    <a:pt x="52232" y="2064"/>
                  </a:cubicBezTo>
                  <a:cubicBezTo>
                    <a:pt x="60116" y="0"/>
                    <a:pt x="73913" y="1905"/>
                    <a:pt x="81797" y="4922"/>
                  </a:cubicBezTo>
                  <a:cubicBezTo>
                    <a:pt x="89680" y="7939"/>
                    <a:pt x="95199" y="13813"/>
                    <a:pt x="99535" y="20164"/>
                  </a:cubicBezTo>
                  <a:cubicBezTo>
                    <a:pt x="103872" y="26515"/>
                    <a:pt x="109391" y="35407"/>
                    <a:pt x="107814" y="43028"/>
                  </a:cubicBezTo>
                  <a:cubicBezTo>
                    <a:pt x="106237" y="50649"/>
                    <a:pt x="97565" y="59699"/>
                    <a:pt x="90075" y="65892"/>
                  </a:cubicBezTo>
                  <a:cubicBezTo>
                    <a:pt x="82585" y="72084"/>
                    <a:pt x="72927" y="78276"/>
                    <a:pt x="62875" y="80181"/>
                  </a:cubicBezTo>
                  <a:cubicBezTo>
                    <a:pt x="52823" y="82087"/>
                    <a:pt x="39814" y="82087"/>
                    <a:pt x="29762" y="77323"/>
                  </a:cubicBezTo>
                  <a:cubicBezTo>
                    <a:pt x="19710" y="72560"/>
                    <a:pt x="5125" y="60652"/>
                    <a:pt x="2562" y="51602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E7F1F9"/>
                </a:gs>
                <a:gs pos="48000">
                  <a:srgbClr val="79B3DC"/>
                </a:gs>
                <a:gs pos="100000">
                  <a:srgbClr val="5E9ECD"/>
                </a:gs>
              </a:gsLst>
              <a:lin ang="2700000" scaled="1"/>
              <a:tileRect/>
            </a:gradFill>
            <a:ln w="3285" cap="rnd" cmpd="sng" algn="ctr">
              <a:solidFill>
                <a:srgbClr val="68A6D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6" name="ellipse_2871"/>
            <p:cNvSpPr/>
            <p:nvPr/>
          </p:nvSpPr>
          <p:spPr>
            <a:xfrm>
              <a:off x="327317" y="5777757"/>
              <a:ext cx="27200" cy="10479"/>
            </a:xfrm>
            <a:prstGeom prst="ellipse">
              <a:avLst/>
            </a:prstGeom>
            <a:solidFill>
              <a:srgbClr val="FFFFFF">
                <a:alpha val="35000"/>
              </a:srgbClr>
            </a:solidFill>
            <a:ln w="3285" cap="rnd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057" name="Text | Site p"/>
            <p:cNvSpPr txBox="1"/>
            <p:nvPr/>
          </p:nvSpPr>
          <p:spPr>
            <a:xfrm>
              <a:off x="203508" y="5975415"/>
              <a:ext cx="32225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Site p</a:t>
              </a:r>
              <a:endParaRPr lang="en-US" sz="698"/>
            </a:p>
          </p:txBody>
        </p:sp>
        <p:sp>
          <p:nvSpPr>
            <p:cNvPr id="3058" name="Text | from Find"/>
            <p:cNvSpPr txBox="1"/>
            <p:nvPr/>
          </p:nvSpPr>
          <p:spPr>
            <a:xfrm>
              <a:off x="181872" y="6070680"/>
              <a:ext cx="365527" cy="1026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69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from Find</a:t>
              </a:r>
              <a:endParaRPr lang="en-US" sz="569"/>
            </a:p>
          </p:txBody>
        </p:sp>
        <p:sp>
          <p:nvSpPr>
            <p:cNvPr id="3059" name="Text | +"/>
            <p:cNvSpPr txBox="1"/>
            <p:nvPr/>
          </p:nvSpPr>
          <p:spPr>
            <a:xfrm>
              <a:off x="601134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60" name="d | Ligand identity: illustrative molecular graph"/>
            <p:cNvGrpSpPr/>
            <p:nvPr/>
          </p:nvGrpSpPr>
          <p:grpSpPr>
            <a:xfrm>
              <a:off x="863060" y="5744348"/>
              <a:ext cx="420988" cy="204721"/>
              <a:chOff x="863060" y="5744348"/>
              <a:chExt cx="420988" cy="204721"/>
            </a:xfrm>
          </p:grpSpPr>
          <p:cxnSp>
            <p:nvCxnSpPr>
              <p:cNvPr id="3061" name="path_2875"/>
              <p:cNvCxnSpPr/>
              <p:nvPr/>
            </p:nvCxnSpPr>
            <p:spPr>
              <a:xfrm flipH="1">
                <a:off x="956231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2" name="path_2876"/>
              <p:cNvCxnSpPr/>
              <p:nvPr/>
            </p:nvCxnSpPr>
            <p:spPr>
              <a:xfrm flipH="1" flipV="1">
                <a:off x="863060" y="5897889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3" name="path_2877"/>
              <p:cNvCxnSpPr/>
              <p:nvPr/>
            </p:nvCxnSpPr>
            <p:spPr>
              <a:xfrm flipH="1" flipV="1">
                <a:off x="863060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4" name="path_2878"/>
              <p:cNvCxnSpPr/>
              <p:nvPr/>
            </p:nvCxnSpPr>
            <p:spPr>
              <a:xfrm flipV="1">
                <a:off x="863060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5" name="path_2879"/>
              <p:cNvCxnSpPr/>
              <p:nvPr/>
            </p:nvCxnSpPr>
            <p:spPr>
              <a:xfrm>
                <a:off x="956231" y="5744348"/>
                <a:ext cx="93170" cy="51180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6" name="path_2880"/>
              <p:cNvCxnSpPr/>
              <p:nvPr/>
            </p:nvCxnSpPr>
            <p:spPr>
              <a:xfrm flipH="1">
                <a:off x="1049401" y="5795528"/>
                <a:ext cx="0" cy="102361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7" name="path_2881"/>
              <p:cNvCxnSpPr/>
              <p:nvPr/>
            </p:nvCxnSpPr>
            <p:spPr>
              <a:xfrm flipV="1">
                <a:off x="1049401" y="5768591"/>
                <a:ext cx="83267" cy="12929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8" name="path_2882"/>
              <p:cNvCxnSpPr/>
              <p:nvPr/>
            </p:nvCxnSpPr>
            <p:spPr>
              <a:xfrm>
                <a:off x="1132668" y="5768591"/>
                <a:ext cx="60247" cy="565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69" name="path_2883"/>
              <p:cNvCxnSpPr/>
              <p:nvPr/>
            </p:nvCxnSpPr>
            <p:spPr>
              <a:xfrm flipH="1">
                <a:off x="956231" y="5888677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0" name="path_2884"/>
              <p:cNvCxnSpPr/>
              <p:nvPr/>
            </p:nvCxnSpPr>
            <p:spPr>
              <a:xfrm flipH="1" flipV="1">
                <a:off x="879831" y="5804741"/>
                <a:ext cx="0" cy="83936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71" name="path_2885"/>
              <p:cNvCxnSpPr/>
              <p:nvPr/>
            </p:nvCxnSpPr>
            <p:spPr>
              <a:xfrm>
                <a:off x="956231" y="5762773"/>
                <a:ext cx="76400" cy="41968"/>
              </a:xfrm>
              <a:prstGeom prst="line">
                <a:avLst/>
              </a:prstGeom>
              <a:noFill/>
              <a:ln w="12700" cap="rnd" cmpd="sng" algn="ctr">
                <a:solidFill>
                  <a:srgbClr val="23877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72" name="Text | O"/>
              <p:cNvSpPr txBox="1"/>
              <p:nvPr/>
            </p:nvSpPr>
            <p:spPr>
              <a:xfrm>
                <a:off x="1206055" y="5782454"/>
                <a:ext cx="77993" cy="932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vertOverflow="overflow" horzOverflow="overflow" wrap="none" lIns="0" tIns="0" rIns="0" bIns="0" anchor="t" anchorCtr="0">
                <a:noAutofit/>
              </a:bodyPr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517" b="0" i="0" baseline="0" dirty="0">
                    <a:solidFill>
                      <a:srgbClr val="CE4148"/>
                    </a:solidFill>
                    <a:latin typeface="Arial"/>
                    <a:ea typeface="Arial"/>
                    <a:cs typeface="Arial"/>
                  </a:rPr>
                  <a:t>O</a:t>
                </a:r>
                <a:endParaRPr lang="en-US" sz="517"/>
              </a:p>
            </p:txBody>
          </p:sp>
        </p:grpSp>
        <p:sp>
          <p:nvSpPr>
            <p:cNvPr id="3073" name="Text | SMILES"/>
            <p:cNvSpPr txBox="1"/>
            <p:nvPr/>
          </p:nvSpPr>
          <p:spPr>
            <a:xfrm>
              <a:off x="786913" y="5975415"/>
              <a:ext cx="397173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SMILES</a:t>
              </a:r>
              <a:endParaRPr lang="en-US" sz="698"/>
            </a:p>
          </p:txBody>
        </p:sp>
        <p:sp>
          <p:nvSpPr>
            <p:cNvPr id="3074" name="Text | +"/>
            <p:cNvSpPr txBox="1"/>
            <p:nvPr/>
          </p:nvSpPr>
          <p:spPr>
            <a:xfrm>
              <a:off x="1267989" y="5745465"/>
              <a:ext cx="124871" cy="14927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28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+</a:t>
              </a:r>
              <a:endParaRPr lang="en-US" sz="828"/>
            </a:p>
          </p:txBody>
        </p:sp>
        <p:grpSp>
          <p:nvGrpSpPr>
            <p:cNvPr id="3075" name="d | Pocket: local receptor environment"/>
            <p:cNvGrpSpPr/>
            <p:nvPr/>
          </p:nvGrpSpPr>
          <p:grpSpPr>
            <a:xfrm>
              <a:off x="1411968" y="5662376"/>
              <a:ext cx="418007" cy="338292"/>
              <a:chOff x="1411968" y="5662376"/>
              <a:chExt cx="418007" cy="338292"/>
            </a:xfrm>
          </p:grpSpPr>
          <p:sp>
            <p:nvSpPr>
              <p:cNvPr id="3076" name="ellipse_2889"/>
              <p:cNvSpPr/>
              <p:nvPr/>
            </p:nvSpPr>
            <p:spPr>
              <a:xfrm>
                <a:off x="1477028" y="5730123"/>
                <a:ext cx="31529" cy="3152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7" name="ellipse_2890"/>
              <p:cNvSpPr/>
              <p:nvPr/>
            </p:nvSpPr>
            <p:spPr>
              <a:xfrm>
                <a:off x="1413313" y="5768742"/>
                <a:ext cx="29533" cy="29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8" name="ellipse_2891"/>
              <p:cNvSpPr/>
              <p:nvPr/>
            </p:nvSpPr>
            <p:spPr>
              <a:xfrm>
                <a:off x="1606772" y="5962955"/>
                <a:ext cx="37712" cy="3771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79" name="ellipse_2892"/>
              <p:cNvSpPr/>
              <p:nvPr/>
            </p:nvSpPr>
            <p:spPr>
              <a:xfrm>
                <a:off x="1692365" y="5876366"/>
                <a:ext cx="39137" cy="3913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0" name="ellipse_2893"/>
              <p:cNvSpPr/>
              <p:nvPr/>
            </p:nvSpPr>
            <p:spPr>
              <a:xfrm>
                <a:off x="1446482" y="5820853"/>
                <a:ext cx="35562" cy="3556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1" name="ellipse_2894"/>
              <p:cNvSpPr/>
              <p:nvPr/>
            </p:nvSpPr>
            <p:spPr>
              <a:xfrm>
                <a:off x="1411968" y="5817386"/>
                <a:ext cx="29762" cy="297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2" name="ellipse_2895"/>
              <p:cNvSpPr/>
              <p:nvPr/>
            </p:nvSpPr>
            <p:spPr>
              <a:xfrm>
                <a:off x="1469529" y="5784286"/>
                <a:ext cx="35695" cy="3569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3" name="ellipse_2896"/>
              <p:cNvSpPr/>
              <p:nvPr/>
            </p:nvSpPr>
            <p:spPr>
              <a:xfrm>
                <a:off x="1485370" y="5743617"/>
                <a:ext cx="39374" cy="3937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4" name="ellipse_2897"/>
              <p:cNvSpPr/>
              <p:nvPr/>
            </p:nvSpPr>
            <p:spPr>
              <a:xfrm>
                <a:off x="1543334" y="5929029"/>
                <a:ext cx="29140" cy="291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5" name="ellipse_2898"/>
              <p:cNvSpPr/>
              <p:nvPr/>
            </p:nvSpPr>
            <p:spPr>
              <a:xfrm>
                <a:off x="1466275" y="5765882"/>
                <a:ext cx="25820" cy="2582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6" name="ellipse_2899"/>
              <p:cNvSpPr/>
              <p:nvPr/>
            </p:nvSpPr>
            <p:spPr>
              <a:xfrm>
                <a:off x="1582840" y="5966745"/>
                <a:ext cx="30939" cy="3093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7" name="ellipse_2900"/>
              <p:cNvSpPr/>
              <p:nvPr/>
            </p:nvSpPr>
            <p:spPr>
              <a:xfrm>
                <a:off x="1507992" y="5722896"/>
                <a:ext cx="33525" cy="3352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8" name="ellipse_2901"/>
              <p:cNvSpPr/>
              <p:nvPr/>
            </p:nvSpPr>
            <p:spPr>
              <a:xfrm>
                <a:off x="1455591" y="5791788"/>
                <a:ext cx="31551" cy="3155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89" name="ellipse_2902"/>
              <p:cNvSpPr/>
              <p:nvPr/>
            </p:nvSpPr>
            <p:spPr>
              <a:xfrm>
                <a:off x="1565027" y="5913802"/>
                <a:ext cx="34699" cy="346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0" name="ellipse_2903"/>
              <p:cNvSpPr/>
              <p:nvPr/>
            </p:nvSpPr>
            <p:spPr>
              <a:xfrm>
                <a:off x="1592477" y="5951568"/>
                <a:ext cx="38059" cy="38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1" name="ellipse_2904"/>
              <p:cNvSpPr/>
              <p:nvPr/>
            </p:nvSpPr>
            <p:spPr>
              <a:xfrm>
                <a:off x="1755519" y="5859269"/>
                <a:ext cx="33604" cy="336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2" name="ellipse_2905"/>
              <p:cNvSpPr/>
              <p:nvPr/>
            </p:nvSpPr>
            <p:spPr>
              <a:xfrm>
                <a:off x="1714504" y="5932612"/>
                <a:ext cx="32252" cy="3225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3" name="ellipse_2906"/>
              <p:cNvSpPr/>
              <p:nvPr/>
            </p:nvSpPr>
            <p:spPr>
              <a:xfrm>
                <a:off x="1739282" y="5823798"/>
                <a:ext cx="27565" cy="275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4" name="ellipse_2907"/>
              <p:cNvSpPr/>
              <p:nvPr/>
            </p:nvSpPr>
            <p:spPr>
              <a:xfrm>
                <a:off x="1477659" y="5897421"/>
                <a:ext cx="33413" cy="3341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5" name="ellipse_2908"/>
              <p:cNvSpPr/>
              <p:nvPr/>
            </p:nvSpPr>
            <p:spPr>
              <a:xfrm>
                <a:off x="1671524" y="5897894"/>
                <a:ext cx="34031" cy="3403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6" name="ellipse_2909"/>
              <p:cNvSpPr/>
              <p:nvPr/>
            </p:nvSpPr>
            <p:spPr>
              <a:xfrm>
                <a:off x="1742971" y="5773835"/>
                <a:ext cx="35121" cy="351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7" name="ellipse_2910"/>
              <p:cNvSpPr/>
              <p:nvPr/>
            </p:nvSpPr>
            <p:spPr>
              <a:xfrm>
                <a:off x="1555987" y="5962446"/>
                <a:ext cx="25963" cy="2596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8" name="ellipse_2911"/>
              <p:cNvSpPr/>
              <p:nvPr/>
            </p:nvSpPr>
            <p:spPr>
              <a:xfrm>
                <a:off x="1725888" y="5766654"/>
                <a:ext cx="33262" cy="3326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099" name="ellipse_2912"/>
              <p:cNvSpPr/>
              <p:nvPr/>
            </p:nvSpPr>
            <p:spPr>
              <a:xfrm>
                <a:off x="1638437" y="5914338"/>
                <a:ext cx="38036" cy="380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0" name="ellipse_2913"/>
              <p:cNvSpPr/>
              <p:nvPr/>
            </p:nvSpPr>
            <p:spPr>
              <a:xfrm>
                <a:off x="1469814" y="5810243"/>
                <a:ext cx="26475" cy="2647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1" name="ellipse_2914"/>
              <p:cNvSpPr/>
              <p:nvPr/>
            </p:nvSpPr>
            <p:spPr>
              <a:xfrm>
                <a:off x="1604446" y="5912480"/>
                <a:ext cx="25177" cy="2517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2" name="ellipse_2915"/>
              <p:cNvSpPr/>
              <p:nvPr/>
            </p:nvSpPr>
            <p:spPr>
              <a:xfrm>
                <a:off x="1537160" y="5725932"/>
                <a:ext cx="26446" cy="2644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3" name="ellipse_2916"/>
              <p:cNvSpPr/>
              <p:nvPr/>
            </p:nvSpPr>
            <p:spPr>
              <a:xfrm>
                <a:off x="1627934" y="5686479"/>
                <a:ext cx="28884" cy="288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4" name="ellipse_2917"/>
              <p:cNvSpPr/>
              <p:nvPr/>
            </p:nvSpPr>
            <p:spPr>
              <a:xfrm>
                <a:off x="1673455" y="5697854"/>
                <a:ext cx="24843" cy="24843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5" name="ellipse_2918"/>
              <p:cNvSpPr/>
              <p:nvPr/>
            </p:nvSpPr>
            <p:spPr>
              <a:xfrm>
                <a:off x="1740188" y="5843935"/>
                <a:ext cx="33634" cy="3363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6" name="ellipse_2919"/>
              <p:cNvSpPr/>
              <p:nvPr/>
            </p:nvSpPr>
            <p:spPr>
              <a:xfrm>
                <a:off x="1747527" y="5782823"/>
                <a:ext cx="38868" cy="38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7" name="ellipse_2920"/>
              <p:cNvSpPr/>
              <p:nvPr/>
            </p:nvSpPr>
            <p:spPr>
              <a:xfrm>
                <a:off x="1601887" y="5948096"/>
                <a:ext cx="25828" cy="2582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8" name="ellipse_2921"/>
              <p:cNvSpPr/>
              <p:nvPr/>
            </p:nvSpPr>
            <p:spPr>
              <a:xfrm>
                <a:off x="1749582" y="5888113"/>
                <a:ext cx="36487" cy="3648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09" name="ellipse_2922"/>
              <p:cNvSpPr/>
              <p:nvPr/>
            </p:nvSpPr>
            <p:spPr>
              <a:xfrm>
                <a:off x="1731701" y="5860783"/>
                <a:ext cx="23989" cy="239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0" name="ellipse_2923"/>
              <p:cNvSpPr/>
              <p:nvPr/>
            </p:nvSpPr>
            <p:spPr>
              <a:xfrm>
                <a:off x="1759056" y="5817672"/>
                <a:ext cx="28808" cy="288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1" name="ellipse_2924"/>
              <p:cNvSpPr/>
              <p:nvPr/>
            </p:nvSpPr>
            <p:spPr>
              <a:xfrm>
                <a:off x="1547821" y="5674848"/>
                <a:ext cx="24536" cy="24536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2" name="ellipse_2925"/>
              <p:cNvSpPr/>
              <p:nvPr/>
            </p:nvSpPr>
            <p:spPr>
              <a:xfrm>
                <a:off x="1436856" y="5736363"/>
                <a:ext cx="23841" cy="238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3" name="ellipse_2926"/>
              <p:cNvSpPr/>
              <p:nvPr/>
            </p:nvSpPr>
            <p:spPr>
              <a:xfrm>
                <a:off x="1457390" y="5888267"/>
                <a:ext cx="35961" cy="3596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4" name="ellipse_2927"/>
              <p:cNvSpPr/>
              <p:nvPr/>
            </p:nvSpPr>
            <p:spPr>
              <a:xfrm>
                <a:off x="1428158" y="5810865"/>
                <a:ext cx="33956" cy="3395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5" name="ellipse_2928"/>
              <p:cNvSpPr/>
              <p:nvPr/>
            </p:nvSpPr>
            <p:spPr>
              <a:xfrm>
                <a:off x="1806304" y="5819862"/>
                <a:ext cx="23670" cy="2367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6" name="ellipse_2929"/>
              <p:cNvSpPr/>
              <p:nvPr/>
            </p:nvSpPr>
            <p:spPr>
              <a:xfrm>
                <a:off x="1627313" y="5712973"/>
                <a:ext cx="37885" cy="378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7" name="ellipse_2930"/>
              <p:cNvSpPr/>
              <p:nvPr/>
            </p:nvSpPr>
            <p:spPr>
              <a:xfrm>
                <a:off x="1710685" y="5883673"/>
                <a:ext cx="23533" cy="2353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8" name="ellipse_2931"/>
              <p:cNvSpPr/>
              <p:nvPr/>
            </p:nvSpPr>
            <p:spPr>
              <a:xfrm>
                <a:off x="1694615" y="5911084"/>
                <a:ext cx="29708" cy="2970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19" name="ellipse_2932"/>
              <p:cNvSpPr/>
              <p:nvPr/>
            </p:nvSpPr>
            <p:spPr>
              <a:xfrm>
                <a:off x="1701593" y="5924380"/>
                <a:ext cx="23793" cy="2379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0" name="ellipse_2933"/>
              <p:cNvSpPr/>
              <p:nvPr/>
            </p:nvSpPr>
            <p:spPr>
              <a:xfrm>
                <a:off x="1599033" y="5681949"/>
                <a:ext cx="29376" cy="29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1" name="ellipse_2934"/>
              <p:cNvSpPr/>
              <p:nvPr/>
            </p:nvSpPr>
            <p:spPr>
              <a:xfrm>
                <a:off x="1706363" y="5885733"/>
                <a:ext cx="27882" cy="2788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2" name="ellipse_2935"/>
              <p:cNvSpPr/>
              <p:nvPr/>
            </p:nvSpPr>
            <p:spPr>
              <a:xfrm>
                <a:off x="1644117" y="5927383"/>
                <a:ext cx="31868" cy="3186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3" name="ellipse_2936"/>
              <p:cNvSpPr/>
              <p:nvPr/>
            </p:nvSpPr>
            <p:spPr>
              <a:xfrm>
                <a:off x="1582830" y="5913046"/>
                <a:ext cx="31662" cy="31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4" name="ellipse_2937"/>
              <p:cNvSpPr/>
              <p:nvPr/>
            </p:nvSpPr>
            <p:spPr>
              <a:xfrm>
                <a:off x="1441252" y="5843458"/>
                <a:ext cx="37932" cy="3793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5" name="ellipse_2938"/>
              <p:cNvSpPr/>
              <p:nvPr/>
            </p:nvSpPr>
            <p:spPr>
              <a:xfrm>
                <a:off x="1676913" y="5723244"/>
                <a:ext cx="35560" cy="3556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6" name="ellipse_2939"/>
              <p:cNvSpPr/>
              <p:nvPr/>
            </p:nvSpPr>
            <p:spPr>
              <a:xfrm>
                <a:off x="1442316" y="5759309"/>
                <a:ext cx="30564" cy="3056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7" name="ellipse_2940"/>
              <p:cNvSpPr/>
              <p:nvPr/>
            </p:nvSpPr>
            <p:spPr>
              <a:xfrm>
                <a:off x="1660843" y="5732672"/>
                <a:ext cx="32471" cy="3247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8" name="ellipse_2941"/>
              <p:cNvSpPr/>
              <p:nvPr/>
            </p:nvSpPr>
            <p:spPr>
              <a:xfrm>
                <a:off x="1441929" y="5857738"/>
                <a:ext cx="27539" cy="2753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29" name="ellipse_2942"/>
              <p:cNvSpPr/>
              <p:nvPr/>
            </p:nvSpPr>
            <p:spPr>
              <a:xfrm>
                <a:off x="1605905" y="5946213"/>
                <a:ext cx="23720" cy="23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0" name="ellipse_2943"/>
              <p:cNvSpPr/>
              <p:nvPr/>
            </p:nvSpPr>
            <p:spPr>
              <a:xfrm>
                <a:off x="1666560" y="5904207"/>
                <a:ext cx="25696" cy="2569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1" name="ellipse_2944"/>
              <p:cNvSpPr/>
              <p:nvPr/>
            </p:nvSpPr>
            <p:spPr>
              <a:xfrm>
                <a:off x="1569217" y="5720001"/>
                <a:ext cx="32959" cy="329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2" name="ellipse_2945"/>
              <p:cNvSpPr/>
              <p:nvPr/>
            </p:nvSpPr>
            <p:spPr>
              <a:xfrm>
                <a:off x="1628649" y="5681483"/>
                <a:ext cx="30404" cy="304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3" name="ellipse_2946"/>
              <p:cNvSpPr/>
              <p:nvPr/>
            </p:nvSpPr>
            <p:spPr>
              <a:xfrm>
                <a:off x="1713397" y="5861457"/>
                <a:ext cx="33198" cy="3319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4" name="ellipse_2947"/>
              <p:cNvSpPr/>
              <p:nvPr/>
            </p:nvSpPr>
            <p:spPr>
              <a:xfrm>
                <a:off x="1568321" y="5927538"/>
                <a:ext cx="37172" cy="371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5" name="ellipse_2948"/>
              <p:cNvSpPr/>
              <p:nvPr/>
            </p:nvSpPr>
            <p:spPr>
              <a:xfrm>
                <a:off x="1589792" y="5719262"/>
                <a:ext cx="26962" cy="2696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6" name="ellipse_2949"/>
              <p:cNvSpPr/>
              <p:nvPr/>
            </p:nvSpPr>
            <p:spPr>
              <a:xfrm>
                <a:off x="1493034" y="5768073"/>
                <a:ext cx="32512" cy="3251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7" name="ellipse_2950"/>
              <p:cNvSpPr/>
              <p:nvPr/>
            </p:nvSpPr>
            <p:spPr>
              <a:xfrm>
                <a:off x="1700028" y="5916902"/>
                <a:ext cx="26704" cy="2670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8" name="ellipse_2951"/>
              <p:cNvSpPr/>
              <p:nvPr/>
            </p:nvSpPr>
            <p:spPr>
              <a:xfrm>
                <a:off x="1484645" y="5849570"/>
                <a:ext cx="34307" cy="34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39" name="ellipse_2952"/>
              <p:cNvSpPr/>
              <p:nvPr/>
            </p:nvSpPr>
            <p:spPr>
              <a:xfrm>
                <a:off x="1796236" y="5779448"/>
                <a:ext cx="31087" cy="3108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0" name="ellipse_2953"/>
              <p:cNvSpPr/>
              <p:nvPr/>
            </p:nvSpPr>
            <p:spPr>
              <a:xfrm>
                <a:off x="1703383" y="5707987"/>
                <a:ext cx="24249" cy="24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1" name="ellipse_2954"/>
              <p:cNvSpPr/>
              <p:nvPr/>
            </p:nvSpPr>
            <p:spPr>
              <a:xfrm>
                <a:off x="1639165" y="5940343"/>
                <a:ext cx="34999" cy="3499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2" name="ellipse_2955"/>
              <p:cNvSpPr/>
              <p:nvPr/>
            </p:nvSpPr>
            <p:spPr>
              <a:xfrm>
                <a:off x="1607929" y="5664825"/>
                <a:ext cx="32753" cy="327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3" name="ellipse_2956"/>
              <p:cNvSpPr/>
              <p:nvPr/>
            </p:nvSpPr>
            <p:spPr>
              <a:xfrm>
                <a:off x="1431638" y="5888721"/>
                <a:ext cx="32307" cy="3230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4" name="ellipse_2957"/>
              <p:cNvSpPr/>
              <p:nvPr/>
            </p:nvSpPr>
            <p:spPr>
              <a:xfrm>
                <a:off x="1763250" y="5810798"/>
                <a:ext cx="24008" cy="2400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5" name="ellipse_2958"/>
              <p:cNvSpPr/>
              <p:nvPr/>
            </p:nvSpPr>
            <p:spPr>
              <a:xfrm>
                <a:off x="1770156" y="5894195"/>
                <a:ext cx="34129" cy="3412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6" name="ellipse_2959"/>
              <p:cNvSpPr/>
              <p:nvPr/>
            </p:nvSpPr>
            <p:spPr>
              <a:xfrm>
                <a:off x="1631456" y="5662376"/>
                <a:ext cx="36317" cy="3631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7" name="ellipse_2960"/>
              <p:cNvSpPr/>
              <p:nvPr/>
            </p:nvSpPr>
            <p:spPr>
              <a:xfrm>
                <a:off x="1505565" y="5729779"/>
                <a:ext cx="35155" cy="3515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8" name="ellipse_2961"/>
              <p:cNvSpPr/>
              <p:nvPr/>
            </p:nvSpPr>
            <p:spPr>
              <a:xfrm>
                <a:off x="1745125" y="5807695"/>
                <a:ext cx="28645" cy="2864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49" name="ellipse_2962"/>
              <p:cNvSpPr/>
              <p:nvPr/>
            </p:nvSpPr>
            <p:spPr>
              <a:xfrm>
                <a:off x="1415944" y="5861397"/>
                <a:ext cx="29118" cy="2911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0" name="ellipse_2963"/>
              <p:cNvSpPr/>
              <p:nvPr/>
            </p:nvSpPr>
            <p:spPr>
              <a:xfrm>
                <a:off x="1444289" y="5910192"/>
                <a:ext cx="36484" cy="364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1" name="ellipse_2964"/>
              <p:cNvSpPr/>
              <p:nvPr/>
            </p:nvSpPr>
            <p:spPr>
              <a:xfrm>
                <a:off x="1692595" y="5720180"/>
                <a:ext cx="34350" cy="3435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2" name="ellipse_2965"/>
              <p:cNvSpPr/>
              <p:nvPr/>
            </p:nvSpPr>
            <p:spPr>
              <a:xfrm>
                <a:off x="1645377" y="5668528"/>
                <a:ext cx="23232" cy="2323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3" name="ellipse_2966"/>
              <p:cNvSpPr/>
              <p:nvPr/>
            </p:nvSpPr>
            <p:spPr>
              <a:xfrm>
                <a:off x="1463027" y="5702838"/>
                <a:ext cx="32775" cy="3277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4" name="ellipse_2967"/>
              <p:cNvSpPr/>
              <p:nvPr/>
            </p:nvSpPr>
            <p:spPr>
              <a:xfrm>
                <a:off x="1471693" y="5806019"/>
                <a:ext cx="36914" cy="3691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5" name="ellipse_2968"/>
              <p:cNvSpPr/>
              <p:nvPr/>
            </p:nvSpPr>
            <p:spPr>
              <a:xfrm>
                <a:off x="1447857" y="5802230"/>
                <a:ext cx="29872" cy="29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6" name="ellipse_2969"/>
              <p:cNvSpPr/>
              <p:nvPr/>
            </p:nvSpPr>
            <p:spPr>
              <a:xfrm>
                <a:off x="1612617" y="5934978"/>
                <a:ext cx="25869" cy="2586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7" name="ellipse_2970"/>
              <p:cNvSpPr/>
              <p:nvPr/>
            </p:nvSpPr>
            <p:spPr>
              <a:xfrm>
                <a:off x="1499567" y="5923927"/>
                <a:ext cx="29366" cy="2936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8" name="ellipse_2971"/>
              <p:cNvSpPr/>
              <p:nvPr/>
            </p:nvSpPr>
            <p:spPr>
              <a:xfrm>
                <a:off x="1439722" y="5746255"/>
                <a:ext cx="30428" cy="30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59" name="ellipse_2972"/>
              <p:cNvSpPr/>
              <p:nvPr/>
            </p:nvSpPr>
            <p:spPr>
              <a:xfrm>
                <a:off x="1601892" y="5705782"/>
                <a:ext cx="26593" cy="265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160" name="ellipse_2973"/>
              <p:cNvSpPr/>
              <p:nvPr/>
            </p:nvSpPr>
            <p:spPr>
              <a:xfrm>
                <a:off x="1683294" y="5736674"/>
                <a:ext cx="36357" cy="3635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</p:grpSp>
        <p:sp>
          <p:nvSpPr>
            <p:cNvPr id="3161" name="Text | Pocket"/>
            <p:cNvSpPr txBox="1"/>
            <p:nvPr/>
          </p:nvSpPr>
          <p:spPr>
            <a:xfrm>
              <a:off x="1435143" y="5975415"/>
              <a:ext cx="368725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Pocket</a:t>
              </a:r>
              <a:endParaRPr lang="en-US" sz="698"/>
            </a:p>
          </p:txBody>
        </p:sp>
        <p:sp>
          <p:nvSpPr>
            <p:cNvPr id="3168" name="d | Route card: Default PocketXMol"/>
            <p:cNvSpPr/>
            <p:nvPr/>
          </p:nvSpPr>
          <p:spPr>
            <a:xfrm>
              <a:off x="2141820" y="5591070"/>
              <a:ext cx="1514385" cy="243090"/>
            </a:xfrm>
            <a:prstGeom prst="roundRect">
              <a:avLst>
                <a:gd name="adj" fmla="val 9459"/>
              </a:avLst>
            </a:prstGeom>
            <a:solidFill>
              <a:srgbClr val="FFF8EC"/>
            </a:solidFill>
            <a:ln w="10160" cap="rnd" cmpd="sng" algn="ctr">
              <a:solidFill>
                <a:srgbClr val="D9B77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grpSp>
          <p:nvGrpSpPr>
            <p:cNvPr id="3169" name="Density voxel illustration | exp"/>
            <p:cNvGrpSpPr/>
            <p:nvPr/>
          </p:nvGrpSpPr>
          <p:grpSpPr>
            <a:xfrm>
              <a:off x="2187720" y="5635440"/>
              <a:ext cx="154440" cy="131400"/>
              <a:chOff x="2187720" y="5635440"/>
              <a:chExt cx="154440" cy="131400"/>
            </a:xfrm>
          </p:grpSpPr>
          <p:sp>
            <p:nvSpPr>
              <p:cNvPr id="5516" name="asset_3169_0">
                <a:extLst>
                  <a:ext uri="{FF2B5EF4-FFF2-40B4-BE49-F238E27FC236}">
                    <ns2:creationId id="{EB57B0CD-FB2F-40DA-AA3D-7BBF3E896BF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35440"/>
                <a:ext cx="154440" cy="22338"/>
              </a:xfrm>
              <a:custGeom>
                <a:pathLst>
                  <a:path w="154440" h="22338">
                    <a:moveTo>
                      <a:pt x="0" y="22338"/>
                    </a:moveTo>
                    <a:lnTo>
                      <a:pt x="29344" y="0"/>
                    </a:lnTo>
                    <a:lnTo>
                      <a:pt x="154440" y="0"/>
                    </a:lnTo>
                    <a:lnTo>
                      <a:pt x="125096" y="22338"/>
                    </a:lnTo>
                    <a:close/>
                  </a:path>
                </a:pathLst>
              </a:custGeom>
              <a:gradFill>
                <a:gsLst>
                  <a:gs pos="0">
                    <a:srgbClr val="FAFDFF">
                      <a:alpha val="65000"/>
                    </a:srgbClr>
                  </a:gs>
                  <a:gs pos="100000">
                    <a:srgbClr val="D9EAFA">
                      <a:alpha val="45000"/>
                    </a:srgbClr>
                  </a:gs>
                </a:gsLst>
                <a:lin ang="5400000"/>
              </a:gradFill>
              <a:ln w="2700">
                <a:solidFill>
                  <a:srgbClr val="A3C3E2"/>
                </a:solidFill>
              </a:ln>
            </p:spPr>
          </p:sp>
          <p:sp>
            <p:nvSpPr>
              <p:cNvPr id="5517" name="asset_3169_1">
                <a:extLst>
                  <a:ext uri="{FF2B5EF4-FFF2-40B4-BE49-F238E27FC236}">
                    <ns2:creationId id="{E508D70A-1A31-4CF1-99B1-EBC07271AE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312816" y="5635440"/>
                <a:ext cx="29344" cy="131400"/>
              </a:xfrm>
              <a:custGeom>
                <a:pathLst>
                  <a:path w="29344" h="131400">
                    <a:moveTo>
                      <a:pt x="0" y="22338"/>
                    </a:moveTo>
                    <a:lnTo>
                      <a:pt x="29344" y="0"/>
                    </a:lnTo>
                    <a:lnTo>
                      <a:pt x="29344" y="109062"/>
                    </a:lnTo>
                    <a:lnTo>
                      <a:pt x="0" y="131400"/>
                    </a:lnTo>
                    <a:close/>
                  </a:path>
                </a:pathLst>
              </a:custGeom>
              <a:solidFill>
                <a:srgbClr val="C9DFF3">
                  <a:alpha val="22000"/>
                </a:srgbClr>
              </a:solidFill>
              <a:ln w="2700">
                <a:solidFill>
                  <a:srgbClr val="A3C3E2"/>
                </a:solidFill>
              </a:ln>
            </p:spPr>
          </p:sp>
          <p:sp>
            <p:nvSpPr>
              <p:cNvPr id="5518" name="asset_3169_2">
                <a:extLst>
                  <a:ext uri="{FF2B5EF4-FFF2-40B4-BE49-F238E27FC236}">
                    <ns2:creationId id="{877D7F63-3A1D-4CA8-B11C-65BA6E8DF0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57778"/>
                <a:ext cx="125096" cy="109062"/>
              </a:xfrm>
              <a:prstGeom prst="rect">
                <a:avLst/>
              </a:prstGeom>
              <a:solidFill>
                <a:srgbClr val="E7F1FC">
                  <a:alpha val="20000"/>
                </a:srgbClr>
              </a:solidFill>
              <a:ln w="2700">
                <a:solidFill>
                  <a:srgbClr val="ABC9E7"/>
                </a:solidFill>
              </a:ln>
            </p:spPr>
          </p:sp>
          <p:sp>
            <p:nvSpPr>
              <p:cNvPr id="5519" name="asset_3169_3">
                <a:extLst>
                  <a:ext uri="{FF2B5EF4-FFF2-40B4-BE49-F238E27FC236}">
                    <ns2:creationId id="{4E887526-28B3-4521-9350-233C9A3F58E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8994" y="5657778"/>
                <a:ext cx="4" cy="109062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0" name="asset_3169_4">
                <a:extLst>
                  <a:ext uri="{FF2B5EF4-FFF2-40B4-BE49-F238E27FC236}">
                    <ns2:creationId id="{D046CE13-05E3-465C-84F7-92F8F094B6C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85044"/>
                <a:ext cx="125096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1" name="asset_3169_5">
                <a:extLst>
                  <a:ext uri="{FF2B5EF4-FFF2-40B4-BE49-F238E27FC236}">
                    <ns2:creationId id="{8712A24B-CDB3-4283-94BF-8284C3861DD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0268" y="5657778"/>
                <a:ext cx="4" cy="109062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2" name="asset_3169_6">
                <a:extLst>
                  <a:ext uri="{FF2B5EF4-FFF2-40B4-BE49-F238E27FC236}">
                    <ns2:creationId id="{1348E583-0C78-47D6-A447-B6F011C6DD3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712309"/>
                <a:ext cx="125096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3" name="asset_3169_7">
                <a:extLst>
                  <a:ext uri="{FF2B5EF4-FFF2-40B4-BE49-F238E27FC236}">
                    <ns2:creationId id="{04DB858E-5711-4B7F-9BFD-D339151568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81542" y="5657778"/>
                <a:ext cx="4" cy="109062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4" name="asset_3169_8">
                <a:extLst>
                  <a:ext uri="{FF2B5EF4-FFF2-40B4-BE49-F238E27FC236}">
                    <ns2:creationId id="{02651B42-FA30-4351-BCE8-FC2DB979E88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739574"/>
                <a:ext cx="125096" cy="4"/>
              </a:xfrm>
              <a:prstGeom prst="line">
                <a:avLst/>
              </a:prstGeom>
              <a:noFill/>
              <a:ln w="1980">
                <a:solidFill>
                  <a:srgbClr val="B8D2EB">
                    <a:alpha val="33000"/>
                  </a:srgbClr>
                </a:solidFill>
              </a:ln>
            </p:spPr>
          </p:sp>
          <p:sp>
            <p:nvSpPr>
              <p:cNvPr id="5525" name="asset_3169_9">
                <a:extLst>
                  <a:ext uri="{FF2B5EF4-FFF2-40B4-BE49-F238E27FC236}">
                    <ns2:creationId id="{3A6F92E1-47B7-42A1-993F-0FE65774E02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98791" y="5672574"/>
                <a:ext cx="58245" cy="50256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6" name="asset_3169_10">
                <a:extLst>
                  <a:ext uri="{FF2B5EF4-FFF2-40B4-BE49-F238E27FC236}">
                    <ns2:creationId id="{DBC4082F-93D1-48E4-B281-D9B56596928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5487" y="5687232"/>
                <a:ext cx="63099" cy="54444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7" name="asset_3169_11">
                <a:extLst>
                  <a:ext uri="{FF2B5EF4-FFF2-40B4-BE49-F238E27FC236}">
                    <ns2:creationId id="{A0279301-B8CB-4788-8ED4-5AA9CB5DA68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8542" y="5660010"/>
                <a:ext cx="55818" cy="48162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8" name="asset_3169_12">
                <a:extLst>
                  <a:ext uri="{FF2B5EF4-FFF2-40B4-BE49-F238E27FC236}">
                    <ns2:creationId id="{40C3BA5F-2B1C-4F33-80B7-00773825C47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3060" y="5652681"/>
                <a:ext cx="53391" cy="46068"/>
              </a:xfrm>
              <a:prstGeom prst="ellipse">
                <a:avLst/>
              </a:prstGeom>
              <a:gradFill>
                <a:gsLst>
                  <a:gs pos="0">
                    <a:srgbClr val="E5F0FF">
                      <a:alpha val="55000"/>
                    </a:srgbClr>
                  </a:gs>
                  <a:gs pos="48000">
                    <a:srgbClr val="7DA9DB">
                      <a:alpha val="60000"/>
                    </a:srgbClr>
                  </a:gs>
                  <a:gs pos="100000">
                    <a:srgbClr val="7DA9DB">
                      <a:alpha val="35000"/>
                    </a:srgbClr>
                  </a:gs>
                </a:gsLst>
                <a:lin ang="84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29" name="asset_3169_13">
                <a:extLst>
                  <a:ext uri="{FF2B5EF4-FFF2-40B4-BE49-F238E27FC236}">
                    <ns2:creationId id="{AE2AAA7D-27A6-4173-9F8C-B6182B800B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07281" y="5693871"/>
                <a:ext cx="30911" cy="2667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0" name="asset_3169_14">
                <a:extLst>
                  <a:ext uri="{FF2B5EF4-FFF2-40B4-BE49-F238E27FC236}">
                    <ns2:creationId id="{387B028B-6236-42AD-A538-FA029FD825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3557" y="5697302"/>
                <a:ext cx="21556" cy="1860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1" name="asset_3169_15">
                <a:extLst>
                  <a:ext uri="{FF2B5EF4-FFF2-40B4-BE49-F238E27FC236}">
                    <ns2:creationId id="{F770DC38-2578-430E-8BA9-2D637823D67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78359" y="5672317"/>
                <a:ext cx="20931" cy="1806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2" name="asset_3169_16">
                <a:extLst>
                  <a:ext uri="{FF2B5EF4-FFF2-40B4-BE49-F238E27FC236}">
                    <ns2:creationId id="{3DC71CF4-1D5D-471E-A856-EDCDD2C2518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5959" y="5649092"/>
                <a:ext cx="26179" cy="2258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3" name="asset_3169_17">
                <a:extLst>
                  <a:ext uri="{FF2B5EF4-FFF2-40B4-BE49-F238E27FC236}">
                    <ns2:creationId id="{B92507AE-46AE-4964-9960-6B9F13DEA2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0057" y="5690206"/>
                <a:ext cx="17158" cy="1480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4" name="asset_3169_18">
                <a:extLst>
                  <a:ext uri="{FF2B5EF4-FFF2-40B4-BE49-F238E27FC236}">
                    <ns2:creationId id="{21412669-D86F-41BF-9854-8673A7B43AE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8799" y="5700798"/>
                <a:ext cx="17470" cy="1507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5" name="asset_3169_19">
                <a:extLst>
                  <a:ext uri="{FF2B5EF4-FFF2-40B4-BE49-F238E27FC236}">
                    <ns2:creationId id="{18845F49-40E0-4979-8196-7BB0122EE03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4745" y="5672793"/>
                <a:ext cx="22335" cy="1927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6" name="asset_3169_20">
                <a:extLst>
                  <a:ext uri="{FF2B5EF4-FFF2-40B4-BE49-F238E27FC236}">
                    <ns2:creationId id="{8BA970FB-F8BF-465D-ACEF-F8A64996B3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7802" y="5671816"/>
                <a:ext cx="29288" cy="2527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7" name="asset_3169_21">
                <a:extLst>
                  <a:ext uri="{FF2B5EF4-FFF2-40B4-BE49-F238E27FC236}">
                    <ns2:creationId id="{863D9195-7277-4796-B6C0-AF6A5DEE70D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1472" y="5673188"/>
                <a:ext cx="24803" cy="21401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8" name="asset_3169_22">
                <a:extLst>
                  <a:ext uri="{FF2B5EF4-FFF2-40B4-BE49-F238E27FC236}">
                    <ns2:creationId id="{1844CA8F-C910-4CDF-A9B0-1A512AC9D88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1057" y="5701581"/>
                <a:ext cx="27548" cy="2376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39" name="asset_3169_23">
                <a:extLst>
                  <a:ext uri="{FF2B5EF4-FFF2-40B4-BE49-F238E27FC236}">
                    <ns2:creationId id="{9C61CC05-A7C0-4F67-9C6B-A6EA651F3DB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4932" y="5667506"/>
                <a:ext cx="28421" cy="2452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0" name="asset_3169_24">
                <a:extLst>
                  <a:ext uri="{FF2B5EF4-FFF2-40B4-BE49-F238E27FC236}">
                    <ns2:creationId id="{C16E94CD-A4FC-4DF0-802B-E0F030CAA4B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1286" y="5661727"/>
                <a:ext cx="25293" cy="2182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1" name="asset_3169_25">
                <a:extLst>
                  <a:ext uri="{FF2B5EF4-FFF2-40B4-BE49-F238E27FC236}">
                    <ns2:creationId id="{D89CEA38-EF8B-419F-BE42-BB7E759CBE4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03520" y="5678934"/>
                <a:ext cx="26056" cy="2248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2" name="asset_3169_26">
                <a:extLst>
                  <a:ext uri="{FF2B5EF4-FFF2-40B4-BE49-F238E27FC236}">
                    <ns2:creationId id="{22C5FE54-CD95-4D6A-91E2-B50CA626D21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8761" y="5717055"/>
                <a:ext cx="20939" cy="1806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3" name="asset_3169_27">
                <a:extLst>
                  <a:ext uri="{FF2B5EF4-FFF2-40B4-BE49-F238E27FC236}">
                    <ns2:creationId id="{A5BBC8C9-F38F-46F9-862D-20B31FA45F1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2469" y="5681666"/>
                <a:ext cx="24125" cy="2081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4" name="asset_3169_28">
                <a:extLst>
                  <a:ext uri="{FF2B5EF4-FFF2-40B4-BE49-F238E27FC236}">
                    <ns2:creationId id="{6DEB821D-7BBC-42CA-9EB4-375F38C77C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8082" y="5671347"/>
                <a:ext cx="27389" cy="2363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5" name="asset_3169_29">
                <a:extLst>
                  <a:ext uri="{FF2B5EF4-FFF2-40B4-BE49-F238E27FC236}">
                    <ns2:creationId id="{FDF598C8-970E-42C3-A092-7713F4550E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0795" y="5698579"/>
                <a:ext cx="25648" cy="2213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6" name="asset_3169_30">
                <a:extLst>
                  <a:ext uri="{FF2B5EF4-FFF2-40B4-BE49-F238E27FC236}">
                    <ns2:creationId id="{705480D7-D08B-4F18-9071-5064E886B8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3067" y="5723084"/>
                <a:ext cx="17688" cy="1526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7" name="asset_3169_31">
                <a:extLst>
                  <a:ext uri="{FF2B5EF4-FFF2-40B4-BE49-F238E27FC236}">
                    <ns2:creationId id="{014CE5CD-AA4C-4728-A927-75BDB7D6EBA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7337" y="5659622"/>
                <a:ext cx="26336" cy="2272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8" name="asset_3169_32">
                <a:extLst>
                  <a:ext uri="{FF2B5EF4-FFF2-40B4-BE49-F238E27FC236}">
                    <ns2:creationId id="{A5A3AEA9-1144-4C23-9DC3-591DC9485A0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6492" y="5666095"/>
                <a:ext cx="23460" cy="2024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49" name="asset_3169_33">
                <a:extLst>
                  <a:ext uri="{FF2B5EF4-FFF2-40B4-BE49-F238E27FC236}">
                    <ns2:creationId id="{6A473DD0-D2BF-4052-BDC8-81F0070BD6C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0503" y="5688799"/>
                <a:ext cx="30840" cy="2661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0" name="asset_3169_34">
                <a:extLst>
                  <a:ext uri="{FF2B5EF4-FFF2-40B4-BE49-F238E27FC236}">
                    <ns2:creationId id="{69E2B590-65A9-4C0D-BB00-91671B3C7B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6186" y="5705144"/>
                <a:ext cx="22611" cy="1951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1" name="asset_3169_35">
                <a:extLst>
                  <a:ext uri="{FF2B5EF4-FFF2-40B4-BE49-F238E27FC236}">
                    <ns2:creationId id="{0899C7BE-0A62-4788-936A-CD42627131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0671" y="5685042"/>
                <a:ext cx="19267" cy="1662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2" name="asset_3169_36">
                <a:extLst>
                  <a:ext uri="{FF2B5EF4-FFF2-40B4-BE49-F238E27FC236}">
                    <ns2:creationId id="{BF17B861-A234-4365-9675-6D07BAF95F7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5827" y="5658297"/>
                <a:ext cx="24486" cy="2112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3" name="asset_3169_37">
                <a:extLst>
                  <a:ext uri="{FF2B5EF4-FFF2-40B4-BE49-F238E27FC236}">
                    <ns2:creationId id="{C9846221-30BB-473F-AAB2-10622F21B6D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2444" y="5679829"/>
                <a:ext cx="19456" cy="1678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4" name="asset_3169_38">
                <a:extLst>
                  <a:ext uri="{FF2B5EF4-FFF2-40B4-BE49-F238E27FC236}">
                    <ns2:creationId id="{C7A61F7C-4E5E-416D-85C5-1F99BC0969E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0936" y="5686210"/>
                <a:ext cx="21405" cy="1846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5" name="asset_3169_39">
                <a:extLst>
                  <a:ext uri="{FF2B5EF4-FFF2-40B4-BE49-F238E27FC236}">
                    <ns2:creationId id="{820901C6-58B8-4B00-9CD4-88EADA21892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5093" y="5678881"/>
                <a:ext cx="26532" cy="22893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6" name="asset_3169_40">
                <a:extLst>
                  <a:ext uri="{FF2B5EF4-FFF2-40B4-BE49-F238E27FC236}">
                    <ns2:creationId id="{D5190B12-924B-413E-8F22-80EFE3575DD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9701" y="5665168"/>
                <a:ext cx="29465" cy="25424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7" name="asset_3169_41">
                <a:extLst>
                  <a:ext uri="{FF2B5EF4-FFF2-40B4-BE49-F238E27FC236}">
                    <ns2:creationId id="{56BF34E5-8FCA-4B53-8AC6-690AB1F08D7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2658" y="5680582"/>
                <a:ext cx="27660" cy="2386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8" name="asset_3169_42">
                <a:extLst>
                  <a:ext uri="{FF2B5EF4-FFF2-40B4-BE49-F238E27FC236}">
                    <ns2:creationId id="{BC3A95FE-11EB-46A3-82B2-E77F30EF00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43804" y="5697201"/>
                <a:ext cx="17846" cy="15398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59" name="asset_3169_43">
                <a:extLst>
                  <a:ext uri="{FF2B5EF4-FFF2-40B4-BE49-F238E27FC236}">
                    <ns2:creationId id="{6274B1C5-2F49-483B-B1A6-C13C50B6CB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2800" y="5690235"/>
                <a:ext cx="21180" cy="18275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0" name="asset_3169_44">
                <a:extLst>
                  <a:ext uri="{FF2B5EF4-FFF2-40B4-BE49-F238E27FC236}">
                    <ns2:creationId id="{344F2F95-49CF-4FAD-9E79-AE7F3ECFAF0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5058" y="5658630"/>
                <a:ext cx="25840" cy="2229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1" name="asset_3169_45">
                <a:extLst>
                  <a:ext uri="{FF2B5EF4-FFF2-40B4-BE49-F238E27FC236}">
                    <ns2:creationId id="{EECBB973-0CB3-4D74-AE8D-B0C8BFE692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11228" y="5681493"/>
                <a:ext cx="31451" cy="2713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2" name="asset_3169_46">
                <a:extLst>
                  <a:ext uri="{FF2B5EF4-FFF2-40B4-BE49-F238E27FC236}">
                    <ns2:creationId id="{FCBE00FF-89F3-4164-8706-BAD84898C95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34524" y="5703451"/>
                <a:ext cx="21739" cy="18757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3" name="asset_3169_47">
                <a:extLst>
                  <a:ext uri="{FF2B5EF4-FFF2-40B4-BE49-F238E27FC236}">
                    <ns2:creationId id="{5CB99B81-C44C-47BC-AF68-5480730AACD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69639" y="5693556"/>
                <a:ext cx="19299" cy="16652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4" name="asset_3169_48">
                <a:extLst>
                  <a:ext uri="{FF2B5EF4-FFF2-40B4-BE49-F238E27FC236}">
                    <ns2:creationId id="{82825629-CD70-4C90-A1D5-EAAE92C4321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21813" y="5667367"/>
                <a:ext cx="17021" cy="14686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5" name="asset_3169_49">
                <a:extLst>
                  <a:ext uri="{FF2B5EF4-FFF2-40B4-BE49-F238E27FC236}">
                    <ns2:creationId id="{4317C770-EB97-4D60-851B-B0BA0461B4F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08530" y="5668919"/>
                <a:ext cx="27524" cy="23749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6" name="asset_3169_50">
                <a:extLst>
                  <a:ext uri="{FF2B5EF4-FFF2-40B4-BE49-F238E27FC236}">
                    <ns2:creationId id="{D3629979-E2E8-46F5-9ACE-DF5BA1D9ED8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251433" y="5689815"/>
                <a:ext cx="17431" cy="15040"/>
              </a:xfrm>
              <a:prstGeom prst="ellipse">
                <a:avLst/>
              </a:prstGeom>
              <a:gradFill>
                <a:gsLst>
                  <a:gs pos="0">
                    <a:srgbClr val="DCEAFF">
                      <a:alpha val="63000"/>
                    </a:srgbClr>
                  </a:gs>
                  <a:gs pos="52000">
                    <a:srgbClr val="7DA9DB">
                      <a:alpha val="73000"/>
                    </a:srgbClr>
                  </a:gs>
                  <a:gs pos="100000">
                    <a:srgbClr val="7DA9DB">
                      <a:alpha val="42000"/>
                    </a:srgbClr>
                  </a:gs>
                </a:gsLst>
                <a:lin ang="7500000"/>
              </a:gradFill>
              <a:ln w="3600">
                <a:noFill/>
              </a:ln>
              <a:effectLst>
                <a:softEdge rad="4320"/>
              </a:effectLst>
            </p:spPr>
          </p:sp>
          <p:sp>
            <p:nvSpPr>
              <p:cNvPr id="5567" name="asset_3169_51">
                <a:extLst>
                  <a:ext uri="{FF2B5EF4-FFF2-40B4-BE49-F238E27FC236}">
                    <ns2:creationId id="{B63C95D7-848B-47B5-B5D5-35D9C2764E9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187720" y="5657778"/>
                <a:ext cx="125096" cy="109062"/>
              </a:xfrm>
              <a:custGeom>
                <a:pathLst>
                  <a:path w="125096" h="109062">
                    <a:moveTo>
                      <a:pt x="0" y="0"/>
                    </a:moveTo>
                    <a:lnTo>
                      <a:pt x="125096" y="0"/>
                    </a:lnTo>
                    <a:lnTo>
                      <a:pt x="125096" y="109062"/>
                    </a:lnTo>
                    <a:lnTo>
                      <a:pt x="0" y="109062"/>
                    </a:lnTo>
                    <a:close/>
                  </a:path>
                </a:pathLst>
              </a:custGeom>
              <a:noFill/>
              <a:ln w="3600">
                <a:solidFill>
                  <a:srgbClr val="8AB3D9"/>
                </a:solidFill>
              </a:ln>
            </p:spPr>
          </p:sp>
        </p:grpSp>
        <p:sp>
          <p:nvSpPr>
            <p:cNvPr id="3296" name="Text | Default · PocketXMol"/>
            <p:cNvSpPr txBox="1"/>
            <p:nvPr/>
          </p:nvSpPr>
          <p:spPr>
            <a:xfrm>
              <a:off x="2401335" y="5600925"/>
              <a:ext cx="1120324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946019"/>
                  </a:solidFill>
                  <a:latin typeface="Arial"/>
                  <a:ea typeface="Arial"/>
                  <a:cs typeface="Arial"/>
                </a:rPr>
                <a:t>Default · PocketXMol</a:t>
              </a:r>
              <a:endParaRPr lang="en-US" sz="724"/>
            </a:p>
          </p:txBody>
        </p:sp>
        <p:sp>
          <p:nvSpPr>
            <p:cNvPr id="3297" name="Text | Density-conditioned fine-tuning"/>
            <p:cNvSpPr txBox="1"/>
            <p:nvPr/>
          </p:nvSpPr>
          <p:spPr>
            <a:xfrm>
              <a:off x="2401335" y="5709330"/>
              <a:ext cx="1271865" cy="1119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21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Density-conditioned fine-tuning</a:t>
              </a:r>
              <a:endParaRPr lang="en-US" sz="621"/>
            </a:p>
          </p:txBody>
        </p:sp>
        <p:sp>
          <p:nvSpPr>
            <p:cNvPr id="3298" name="d | Route card: Docking tools"/>
            <p:cNvSpPr/>
            <p:nvPr/>
          </p:nvSpPr>
          <p:spPr>
            <a:xfrm>
              <a:off x="2141820" y="5876865"/>
              <a:ext cx="1514385" cy="233235"/>
            </a:xfrm>
            <a:prstGeom prst="roundRect">
              <a:avLst>
                <a:gd name="adj" fmla="val 9859"/>
              </a:avLst>
            </a:prstGeom>
            <a:solidFill>
              <a:srgbClr val="F7F9FB"/>
            </a:solidFill>
            <a:ln w="10160" cap="rnd" cmpd="sng" algn="ctr">
              <a:solidFill>
                <a:srgbClr val="C5D5E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299" name="Text | Docking tools"/>
            <p:cNvSpPr txBox="1"/>
            <p:nvPr/>
          </p:nvSpPr>
          <p:spPr>
            <a:xfrm>
              <a:off x="2214090" y="5883435"/>
              <a:ext cx="738930" cy="1306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24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Docking tools</a:t>
              </a:r>
              <a:endParaRPr lang="en-US" sz="724"/>
            </a:p>
          </p:txBody>
        </p:sp>
        <p:sp>
          <p:nvSpPr>
            <p:cNvPr id="3300" name="Text | Vina · DiffDock · EMERALD"/>
            <p:cNvSpPr txBox="1"/>
            <p:nvPr/>
          </p:nvSpPr>
          <p:spPr>
            <a:xfrm>
              <a:off x="2214090" y="5988555"/>
              <a:ext cx="1107334" cy="116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47" b="0" i="0" baseline="0" dirty="0">
                  <a:solidFill>
                    <a:srgbClr val="5E7180"/>
                  </a:solidFill>
                  <a:latin typeface="Arial"/>
                  <a:ea typeface="Arial"/>
                  <a:cs typeface="Arial"/>
                </a:rPr>
                <a:t>Vina · DiffDock · EMERALD</a:t>
              </a:r>
              <a:endParaRPr lang="en-US" sz="647"/>
            </a:p>
          </p:txBody>
        </p:sp>
        <p:grpSp>
          <p:nvGrpSpPr>
            <p:cNvPr id="3307" name="d | All-atom ligand pose: local receptor environment"/>
            <p:cNvGrpSpPr/>
            <p:nvPr/>
          </p:nvGrpSpPr>
          <p:grpSpPr>
            <a:xfrm>
              <a:off x="4251809" y="5604959"/>
              <a:ext cx="702691" cy="463459"/>
              <a:chOff x="4251809" y="5604959"/>
              <a:chExt cx="702691" cy="463459"/>
            </a:xfrm>
          </p:grpSpPr>
          <p:sp>
            <p:nvSpPr>
              <p:cNvPr id="3308" name="ellipse_3111"/>
              <p:cNvSpPr/>
              <p:nvPr/>
            </p:nvSpPr>
            <p:spPr>
              <a:xfrm>
                <a:off x="4362855" y="5697772"/>
                <a:ext cx="43194" cy="43194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09" name="ellipse_3112"/>
              <p:cNvSpPr/>
              <p:nvPr/>
            </p:nvSpPr>
            <p:spPr>
              <a:xfrm>
                <a:off x="4254062" y="5750681"/>
                <a:ext cx="40460" cy="4046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0" name="ellipse_3113"/>
              <p:cNvSpPr/>
              <p:nvPr/>
            </p:nvSpPr>
            <p:spPr>
              <a:xfrm>
                <a:off x="4584744" y="6016753"/>
                <a:ext cx="51665" cy="5166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1" name="ellipse_3114"/>
              <p:cNvSpPr/>
              <p:nvPr/>
            </p:nvSpPr>
            <p:spPr>
              <a:xfrm>
                <a:off x="4730684" y="5898125"/>
                <a:ext cx="53618" cy="53618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2" name="ellipse_3115"/>
              <p:cNvSpPr/>
              <p:nvPr/>
            </p:nvSpPr>
            <p:spPr>
              <a:xfrm>
                <a:off x="4311526" y="5822073"/>
                <a:ext cx="48720" cy="48720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3" name="ellipse_3116"/>
              <p:cNvSpPr/>
              <p:nvPr/>
            </p:nvSpPr>
            <p:spPr>
              <a:xfrm>
                <a:off x="4251809" y="5817323"/>
                <a:ext cx="40774" cy="4077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4" name="ellipse_3117"/>
              <p:cNvSpPr/>
              <p:nvPr/>
            </p:nvSpPr>
            <p:spPr>
              <a:xfrm>
                <a:off x="4350782" y="5771975"/>
                <a:ext cx="48903" cy="4890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5" name="ellipse_3118"/>
              <p:cNvSpPr/>
              <p:nvPr/>
            </p:nvSpPr>
            <p:spPr>
              <a:xfrm>
                <a:off x="4378359" y="5716259"/>
                <a:ext cx="53942" cy="5394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6" name="ellipse_3119"/>
              <p:cNvSpPr/>
              <p:nvPr/>
            </p:nvSpPr>
            <p:spPr>
              <a:xfrm>
                <a:off x="4475330" y="5970274"/>
                <a:ext cx="39922" cy="3992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7" name="ellipse_3120"/>
              <p:cNvSpPr/>
              <p:nvPr/>
            </p:nvSpPr>
            <p:spPr>
              <a:xfrm>
                <a:off x="4343602" y="5746762"/>
                <a:ext cx="35373" cy="3537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8" name="ellipse_3121"/>
              <p:cNvSpPr/>
              <p:nvPr/>
            </p:nvSpPr>
            <p:spPr>
              <a:xfrm>
                <a:off x="4542880" y="6021945"/>
                <a:ext cx="42386" cy="4238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6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19" name="ellipse_3122"/>
              <p:cNvSpPr/>
              <p:nvPr/>
            </p:nvSpPr>
            <p:spPr>
              <a:xfrm>
                <a:off x="4415896" y="5687872"/>
                <a:ext cx="45929" cy="4592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0" name="ellipse_3123"/>
              <p:cNvSpPr/>
              <p:nvPr/>
            </p:nvSpPr>
            <p:spPr>
              <a:xfrm>
                <a:off x="4326366" y="5782253"/>
                <a:ext cx="43224" cy="4322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1" name="ellipse_3124"/>
              <p:cNvSpPr/>
              <p:nvPr/>
            </p:nvSpPr>
            <p:spPr>
              <a:xfrm>
                <a:off x="4513181" y="5949412"/>
                <a:ext cx="47537" cy="4753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2" name="ellipse_3125"/>
              <p:cNvSpPr/>
              <p:nvPr/>
            </p:nvSpPr>
            <p:spPr>
              <a:xfrm>
                <a:off x="4560468" y="6001152"/>
                <a:ext cx="52141" cy="5214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3" name="ellipse_3126"/>
              <p:cNvSpPr/>
              <p:nvPr/>
            </p:nvSpPr>
            <p:spPr>
              <a:xfrm>
                <a:off x="4837273" y="5874703"/>
                <a:ext cx="46037" cy="4603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4" name="ellipse_3127"/>
              <p:cNvSpPr/>
              <p:nvPr/>
            </p:nvSpPr>
            <p:spPr>
              <a:xfrm>
                <a:off x="4767228" y="5975183"/>
                <a:ext cx="44185" cy="44185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5" name="ellipse_3128"/>
              <p:cNvSpPr/>
              <p:nvPr/>
            </p:nvSpPr>
            <p:spPr>
              <a:xfrm>
                <a:off x="4808629" y="5826107"/>
                <a:ext cx="37764" cy="3776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9E0E5"/>
                  </a:gs>
                  <a:gs pos="100000">
                    <a:srgbClr val="B1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6" name="ellipse_3129"/>
              <p:cNvSpPr/>
              <p:nvPr/>
            </p:nvSpPr>
            <p:spPr>
              <a:xfrm>
                <a:off x="4364241" y="5926971"/>
                <a:ext cx="45776" cy="45776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7" name="ellipse_3130"/>
              <p:cNvSpPr/>
              <p:nvPr/>
            </p:nvSpPr>
            <p:spPr>
              <a:xfrm>
                <a:off x="4694360" y="5927618"/>
                <a:ext cx="46623" cy="4662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8" name="ellipse_3131"/>
              <p:cNvSpPr/>
              <p:nvPr/>
            </p:nvSpPr>
            <p:spPr>
              <a:xfrm>
                <a:off x="4816164" y="5757658"/>
                <a:ext cx="48115" cy="4811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29" name="ellipse_3132"/>
              <p:cNvSpPr/>
              <p:nvPr/>
            </p:nvSpPr>
            <p:spPr>
              <a:xfrm>
                <a:off x="4496341" y="6016055"/>
                <a:ext cx="35569" cy="3556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9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0" name="ellipse_3133"/>
              <p:cNvSpPr/>
              <p:nvPr/>
            </p:nvSpPr>
            <p:spPr>
              <a:xfrm>
                <a:off x="4786774" y="5747820"/>
                <a:ext cx="45568" cy="4556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1" name="ellipse_3134"/>
              <p:cNvSpPr/>
              <p:nvPr/>
            </p:nvSpPr>
            <p:spPr>
              <a:xfrm>
                <a:off x="4638700" y="5950146"/>
                <a:ext cx="52109" cy="5210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C"/>
                  </a:gs>
                  <a:gs pos="100000">
                    <a:srgbClr val="A4B1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2" name="ellipse_3135"/>
              <p:cNvSpPr/>
              <p:nvPr/>
            </p:nvSpPr>
            <p:spPr>
              <a:xfrm>
                <a:off x="4349735" y="5807537"/>
                <a:ext cx="36271" cy="36271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3" name="ellipse_3136"/>
              <p:cNvSpPr/>
              <p:nvPr/>
            </p:nvSpPr>
            <p:spPr>
              <a:xfrm>
                <a:off x="4578702" y="5947602"/>
                <a:ext cx="34493" cy="3449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4" name="ellipse_3137"/>
              <p:cNvSpPr/>
              <p:nvPr/>
            </p:nvSpPr>
            <p:spPr>
              <a:xfrm>
                <a:off x="4464372" y="5692031"/>
                <a:ext cx="36230" cy="36230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5" name="ellipse_3138"/>
              <p:cNvSpPr/>
              <p:nvPr/>
            </p:nvSpPr>
            <p:spPr>
              <a:xfrm>
                <a:off x="4619301" y="5637981"/>
                <a:ext cx="39572" cy="39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6" name="ellipse_3139"/>
              <p:cNvSpPr/>
              <p:nvPr/>
            </p:nvSpPr>
            <p:spPr>
              <a:xfrm>
                <a:off x="4696119" y="5653563"/>
                <a:ext cx="34035" cy="3403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7" name="ellipse_3140"/>
              <p:cNvSpPr/>
              <p:nvPr/>
            </p:nvSpPr>
            <p:spPr>
              <a:xfrm>
                <a:off x="4811179" y="5853695"/>
                <a:ext cx="46078" cy="4607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8" name="ellipse_3141"/>
              <p:cNvSpPr/>
              <p:nvPr/>
            </p:nvSpPr>
            <p:spPr>
              <a:xfrm>
                <a:off x="4824542" y="5769972"/>
                <a:ext cx="53249" cy="5324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39" name="ellipse_3142"/>
              <p:cNvSpPr/>
              <p:nvPr/>
            </p:nvSpPr>
            <p:spPr>
              <a:xfrm>
                <a:off x="4574454" y="5996396"/>
                <a:ext cx="35384" cy="35384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0" name="ellipse_3143"/>
              <p:cNvSpPr/>
              <p:nvPr/>
            </p:nvSpPr>
            <p:spPr>
              <a:xfrm>
                <a:off x="4827644" y="5914219"/>
                <a:ext cx="49988" cy="49988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1" name="ellipse_3144"/>
              <p:cNvSpPr/>
              <p:nvPr/>
            </p:nvSpPr>
            <p:spPr>
              <a:xfrm>
                <a:off x="4795129" y="5876776"/>
                <a:ext cx="32865" cy="3286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2" name="ellipse_3145"/>
              <p:cNvSpPr/>
              <p:nvPr/>
            </p:nvSpPr>
            <p:spPr>
              <a:xfrm>
                <a:off x="4842496" y="5817715"/>
                <a:ext cx="39467" cy="39467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3" name="ellipse_3146"/>
              <p:cNvSpPr/>
              <p:nvPr/>
            </p:nvSpPr>
            <p:spPr>
              <a:xfrm>
                <a:off x="4482203" y="5622045"/>
                <a:ext cx="33614" cy="3361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4" name="ellipse_3147"/>
              <p:cNvSpPr/>
              <p:nvPr/>
            </p:nvSpPr>
            <p:spPr>
              <a:xfrm>
                <a:off x="4293194" y="5706321"/>
                <a:ext cx="32662" cy="3266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3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5" name="ellipse_3148"/>
              <p:cNvSpPr/>
              <p:nvPr/>
            </p:nvSpPr>
            <p:spPr>
              <a:xfrm>
                <a:off x="4330162" y="5914429"/>
                <a:ext cx="49267" cy="49267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6" name="ellipse_3149"/>
              <p:cNvSpPr/>
              <p:nvPr/>
            </p:nvSpPr>
            <p:spPr>
              <a:xfrm>
                <a:off x="4280067" y="5808389"/>
                <a:ext cx="46519" cy="4651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7" name="ellipse_3150"/>
              <p:cNvSpPr/>
              <p:nvPr/>
            </p:nvSpPr>
            <p:spPr>
              <a:xfrm>
                <a:off x="4922072" y="5820714"/>
                <a:ext cx="32428" cy="3242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8" name="ellipse_3151"/>
              <p:cNvSpPr/>
              <p:nvPr/>
            </p:nvSpPr>
            <p:spPr>
              <a:xfrm>
                <a:off x="4619740" y="5674277"/>
                <a:ext cx="51902" cy="5190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49" name="ellipse_3152"/>
              <p:cNvSpPr/>
              <p:nvPr/>
            </p:nvSpPr>
            <p:spPr>
              <a:xfrm>
                <a:off x="4759279" y="5908135"/>
                <a:ext cx="32240" cy="32240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0" name="ellipse_3153"/>
              <p:cNvSpPr/>
              <p:nvPr/>
            </p:nvSpPr>
            <p:spPr>
              <a:xfrm>
                <a:off x="4732949" y="5945689"/>
                <a:ext cx="40700" cy="40700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1" name="ellipse_3154"/>
              <p:cNvSpPr/>
              <p:nvPr/>
            </p:nvSpPr>
            <p:spPr>
              <a:xfrm>
                <a:off x="4743845" y="5963904"/>
                <a:ext cx="32597" cy="325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2" name="ellipse_3155"/>
              <p:cNvSpPr/>
              <p:nvPr/>
            </p:nvSpPr>
            <p:spPr>
              <a:xfrm>
                <a:off x="4570184" y="5631774"/>
                <a:ext cx="40245" cy="40245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3" name="ellipse_3156"/>
              <p:cNvSpPr/>
              <p:nvPr/>
            </p:nvSpPr>
            <p:spPr>
              <a:xfrm>
                <a:off x="4752643" y="5910958"/>
                <a:ext cx="38199" cy="38199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4" name="ellipse_3157"/>
              <p:cNvSpPr/>
              <p:nvPr/>
            </p:nvSpPr>
            <p:spPr>
              <a:xfrm>
                <a:off x="4647344" y="5968018"/>
                <a:ext cx="43659" cy="4365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5" name="ellipse_3158"/>
              <p:cNvSpPr/>
              <p:nvPr/>
            </p:nvSpPr>
            <p:spPr>
              <a:xfrm>
                <a:off x="4542983" y="5948377"/>
                <a:ext cx="43376" cy="4337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D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6" name="ellipse_3159"/>
              <p:cNvSpPr/>
              <p:nvPr/>
            </p:nvSpPr>
            <p:spPr>
              <a:xfrm>
                <a:off x="4303018" y="5853041"/>
                <a:ext cx="51967" cy="5196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8"/>
                  </a:gs>
                  <a:gs pos="43000">
                    <a:srgbClr val="D2DADF"/>
                  </a:gs>
                  <a:gs pos="100000">
                    <a:srgbClr val="A9B5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7" name="ellipse_3160"/>
              <p:cNvSpPr/>
              <p:nvPr/>
            </p:nvSpPr>
            <p:spPr>
              <a:xfrm>
                <a:off x="4703787" y="5688348"/>
                <a:ext cx="48718" cy="4871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8" name="ellipse_3161"/>
              <p:cNvSpPr/>
              <p:nvPr/>
            </p:nvSpPr>
            <p:spPr>
              <a:xfrm>
                <a:off x="4303604" y="5737757"/>
                <a:ext cx="41872" cy="41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59" name="ellipse_3162"/>
              <p:cNvSpPr/>
              <p:nvPr/>
            </p:nvSpPr>
            <p:spPr>
              <a:xfrm>
                <a:off x="4675918" y="5701264"/>
                <a:ext cx="44485" cy="4448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0D8DF"/>
                  </a:gs>
                  <a:gs pos="100000">
                    <a:srgbClr val="A7B3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0" name="ellipse_3163"/>
              <p:cNvSpPr/>
              <p:nvPr/>
            </p:nvSpPr>
            <p:spPr>
              <a:xfrm>
                <a:off x="4302443" y="5872605"/>
                <a:ext cx="37728" cy="37728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ED7DD"/>
                  </a:gs>
                  <a:gs pos="100000">
                    <a:srgbClr val="A5B2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1" name="ellipse_3164"/>
              <p:cNvSpPr/>
              <p:nvPr/>
            </p:nvSpPr>
            <p:spPr>
              <a:xfrm>
                <a:off x="4580943" y="5993816"/>
                <a:ext cx="32497" cy="32497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2" name="ellipse_3165"/>
              <p:cNvSpPr/>
              <p:nvPr/>
            </p:nvSpPr>
            <p:spPr>
              <a:xfrm>
                <a:off x="4684525" y="5936268"/>
                <a:ext cx="35204" cy="3520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0E5"/>
                  </a:gs>
                  <a:gs pos="100000">
                    <a:srgbClr val="B2BD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3" name="ellipse_3166"/>
              <p:cNvSpPr/>
              <p:nvPr/>
            </p:nvSpPr>
            <p:spPr>
              <a:xfrm>
                <a:off x="4520025" y="5683904"/>
                <a:ext cx="45153" cy="45153"/>
              </a:xfrm>
              <a:prstGeom prst="ellipse">
                <a:avLst/>
              </a:prstGeom>
              <a:gradFill flip="none" rotWithShape="1">
                <a:gsLst>
                  <a:gs pos="0">
                    <a:srgbClr val="F7F9FA"/>
                  </a:gs>
                  <a:gs pos="43000">
                    <a:srgbClr val="DAE1E6"/>
                  </a:gs>
                  <a:gs pos="100000">
                    <a:srgbClr val="B2BDC6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4" name="ellipse_3167"/>
              <p:cNvSpPr/>
              <p:nvPr/>
            </p:nvSpPr>
            <p:spPr>
              <a:xfrm>
                <a:off x="4620771" y="5631136"/>
                <a:ext cx="41654" cy="41654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5" name="ellipse_3168"/>
              <p:cNvSpPr/>
              <p:nvPr/>
            </p:nvSpPr>
            <p:spPr>
              <a:xfrm>
                <a:off x="4765501" y="5877700"/>
                <a:ext cx="45481" cy="4548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6" name="ellipse_3169"/>
              <p:cNvSpPr/>
              <p:nvPr/>
            </p:nvSpPr>
            <p:spPr>
              <a:xfrm>
                <a:off x="4519199" y="5968230"/>
                <a:ext cx="50926" cy="5092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3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7" name="ellipse_3170"/>
              <p:cNvSpPr/>
              <p:nvPr/>
            </p:nvSpPr>
            <p:spPr>
              <a:xfrm>
                <a:off x="4554053" y="5682892"/>
                <a:ext cx="36938" cy="36938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8" name="ellipse_3171"/>
              <p:cNvSpPr/>
              <p:nvPr/>
            </p:nvSpPr>
            <p:spPr>
              <a:xfrm>
                <a:off x="4390264" y="5749764"/>
                <a:ext cx="44541" cy="4454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8DFE4"/>
                  </a:gs>
                  <a:gs pos="100000">
                    <a:srgbClr val="B0BCC4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69" name="ellipse_3172"/>
              <p:cNvSpPr/>
              <p:nvPr/>
            </p:nvSpPr>
            <p:spPr>
              <a:xfrm>
                <a:off x="4741663" y="5953659"/>
                <a:ext cx="36584" cy="36584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0" name="ellipse_3173"/>
              <p:cNvSpPr/>
              <p:nvPr/>
            </p:nvSpPr>
            <p:spPr>
              <a:xfrm>
                <a:off x="4376282" y="5861415"/>
                <a:ext cx="47001" cy="47001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1" name="ellipse_3174"/>
              <p:cNvSpPr/>
              <p:nvPr/>
            </p:nvSpPr>
            <p:spPr>
              <a:xfrm>
                <a:off x="4906166" y="5765347"/>
                <a:ext cx="42589" cy="42589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EE4"/>
                  </a:gs>
                  <a:gs pos="100000">
                    <a:srgbClr val="AFBA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2" name="ellipse_3175"/>
              <p:cNvSpPr/>
              <p:nvPr/>
            </p:nvSpPr>
            <p:spPr>
              <a:xfrm>
                <a:off x="4746967" y="5667445"/>
                <a:ext cx="33221" cy="3322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3" name="ellipse_3176"/>
              <p:cNvSpPr/>
              <p:nvPr/>
            </p:nvSpPr>
            <p:spPr>
              <a:xfrm>
                <a:off x="4639435" y="5985774"/>
                <a:ext cx="47949" cy="4794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0"/>
                  </a:gs>
                  <a:gs pos="100000">
                    <a:srgbClr val="AAB5BF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4" name="ellipse_3177"/>
              <p:cNvSpPr/>
              <p:nvPr/>
            </p:nvSpPr>
            <p:spPr>
              <a:xfrm>
                <a:off x="4585890" y="5608315"/>
                <a:ext cx="44872" cy="44872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9"/>
                  </a:gs>
                  <a:gs pos="43000">
                    <a:srgbClr val="D7DFE4"/>
                  </a:gs>
                  <a:gs pos="100000">
                    <a:srgbClr val="AFBBC3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5" name="ellipse_3178"/>
              <p:cNvSpPr/>
              <p:nvPr/>
            </p:nvSpPr>
            <p:spPr>
              <a:xfrm>
                <a:off x="4285718" y="5915052"/>
                <a:ext cx="44261" cy="4426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E"/>
                  </a:gs>
                  <a:gs pos="100000">
                    <a:srgbClr val="A5B2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6" name="ellipse_3179"/>
              <p:cNvSpPr/>
              <p:nvPr/>
            </p:nvSpPr>
            <p:spPr>
              <a:xfrm>
                <a:off x="4848838" y="5808297"/>
                <a:ext cx="32891" cy="3289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4DCE1"/>
                  </a:gs>
                  <a:gs pos="100000">
                    <a:srgbClr val="AB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7" name="ellipse_3180"/>
              <p:cNvSpPr/>
              <p:nvPr/>
            </p:nvSpPr>
            <p:spPr>
              <a:xfrm>
                <a:off x="4862276" y="5922551"/>
                <a:ext cx="46756" cy="46756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8" name="ellipse_3181"/>
              <p:cNvSpPr/>
              <p:nvPr/>
            </p:nvSpPr>
            <p:spPr>
              <a:xfrm>
                <a:off x="4626532" y="5604959"/>
                <a:ext cx="49755" cy="49755"/>
              </a:xfrm>
              <a:prstGeom prst="ellipse">
                <a:avLst/>
              </a:prstGeom>
              <a:gradFill flip="none" rotWithShape="1">
                <a:gsLst>
                  <a:gs pos="0">
                    <a:srgbClr val="F7F8FA"/>
                  </a:gs>
                  <a:gs pos="43000">
                    <a:srgbClr val="D9DFE5"/>
                  </a:gs>
                  <a:gs pos="100000">
                    <a:srgbClr val="B1BCC5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79" name="ellipse_3182"/>
              <p:cNvSpPr/>
              <p:nvPr/>
            </p:nvSpPr>
            <p:spPr>
              <a:xfrm>
                <a:off x="4412035" y="5697300"/>
                <a:ext cx="48163" cy="4816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ED6DD"/>
                  </a:gs>
                  <a:gs pos="100000">
                    <a:srgbClr val="A5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0" name="ellipse_3183"/>
              <p:cNvSpPr/>
              <p:nvPr/>
            </p:nvSpPr>
            <p:spPr>
              <a:xfrm>
                <a:off x="4818754" y="5804046"/>
                <a:ext cx="39243" cy="39243"/>
              </a:xfrm>
              <a:prstGeom prst="ellipse">
                <a:avLst/>
              </a:prstGeom>
              <a:gradFill flip="none" rotWithShape="1">
                <a:gsLst>
                  <a:gs pos="0">
                    <a:srgbClr val="F6F7F9"/>
                  </a:gs>
                  <a:gs pos="43000">
                    <a:srgbClr val="D2DAE1"/>
                  </a:gs>
                  <a:gs pos="100000">
                    <a:srgbClr val="AAB6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1" name="ellipse_3184"/>
              <p:cNvSpPr/>
              <p:nvPr/>
            </p:nvSpPr>
            <p:spPr>
              <a:xfrm>
                <a:off x="4258472" y="5877618"/>
                <a:ext cx="39892" cy="3989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1"/>
                  </a:gs>
                  <a:gs pos="100000">
                    <a:srgbClr val="ACB8C1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2" name="ellipse_3185"/>
              <p:cNvSpPr/>
              <p:nvPr/>
            </p:nvSpPr>
            <p:spPr>
              <a:xfrm>
                <a:off x="4307946" y="5944467"/>
                <a:ext cx="49983" cy="49983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D1D9DF"/>
                  </a:gs>
                  <a:gs pos="100000">
                    <a:srgbClr val="A8B4BE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3" name="ellipse_3186"/>
              <p:cNvSpPr/>
              <p:nvPr/>
            </p:nvSpPr>
            <p:spPr>
              <a:xfrm>
                <a:off x="4730281" y="5684151"/>
                <a:ext cx="47059" cy="47059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6DDE3"/>
                  </a:gs>
                  <a:gs pos="100000">
                    <a:srgbClr val="AEB9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4" name="ellipse_3187"/>
              <p:cNvSpPr/>
              <p:nvPr/>
            </p:nvSpPr>
            <p:spPr>
              <a:xfrm>
                <a:off x="4648054" y="5613386"/>
                <a:ext cx="31827" cy="3182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5" name="ellipse_3188"/>
              <p:cNvSpPr/>
              <p:nvPr/>
            </p:nvSpPr>
            <p:spPr>
              <a:xfrm>
                <a:off x="4339228" y="5660392"/>
                <a:ext cx="44901" cy="4490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6" name="ellipse_3189"/>
              <p:cNvSpPr/>
              <p:nvPr/>
            </p:nvSpPr>
            <p:spPr>
              <a:xfrm>
                <a:off x="4354668" y="5801749"/>
                <a:ext cx="50572" cy="50572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3DBE1"/>
                  </a:gs>
                  <a:gs pos="100000">
                    <a:srgbClr val="AAB7C0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7" name="ellipse_3190"/>
              <p:cNvSpPr/>
              <p:nvPr/>
            </p:nvSpPr>
            <p:spPr>
              <a:xfrm>
                <a:off x="4312921" y="5796559"/>
                <a:ext cx="40925" cy="40925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6DD"/>
                  </a:gs>
                  <a:gs pos="100000">
                    <a:srgbClr val="A4B1BC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8" name="ellipse_3191"/>
              <p:cNvSpPr/>
              <p:nvPr/>
            </p:nvSpPr>
            <p:spPr>
              <a:xfrm>
                <a:off x="4592726" y="5978423"/>
                <a:ext cx="35441" cy="35441"/>
              </a:xfrm>
              <a:prstGeom prst="ellipse">
                <a:avLst/>
              </a:prstGeom>
              <a:gradFill flip="none" rotWithShape="1">
                <a:gsLst>
                  <a:gs pos="0">
                    <a:srgbClr val="F5F6F8"/>
                  </a:gs>
                  <a:gs pos="43000">
                    <a:srgbClr val="CDD5DC"/>
                  </a:gs>
                  <a:gs pos="100000">
                    <a:srgbClr val="A4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89" name="ellipse_3192"/>
              <p:cNvSpPr/>
              <p:nvPr/>
            </p:nvSpPr>
            <p:spPr>
              <a:xfrm>
                <a:off x="4400863" y="5963283"/>
                <a:ext cx="40231" cy="40231"/>
              </a:xfrm>
              <a:prstGeom prst="ellipse">
                <a:avLst/>
              </a:prstGeom>
              <a:gradFill flip="none" rotWithShape="1">
                <a:gsLst>
                  <a:gs pos="0">
                    <a:srgbClr val="F6F8F9"/>
                  </a:gs>
                  <a:gs pos="43000">
                    <a:srgbClr val="D5DCE2"/>
                  </a:gs>
                  <a:gs pos="100000">
                    <a:srgbClr val="ACB8C2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0" name="ellipse_3193"/>
              <p:cNvSpPr/>
              <p:nvPr/>
            </p:nvSpPr>
            <p:spPr>
              <a:xfrm>
                <a:off x="4299166" y="5719874"/>
                <a:ext cx="41687" cy="41687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CD5DC"/>
                  </a:gs>
                  <a:gs pos="100000">
                    <a:srgbClr val="A2AFBA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1" name="ellipse_3194"/>
              <p:cNvSpPr/>
              <p:nvPr/>
            </p:nvSpPr>
            <p:spPr>
              <a:xfrm>
                <a:off x="4574590" y="5664426"/>
                <a:ext cx="36432" cy="36432"/>
              </a:xfrm>
              <a:prstGeom prst="ellipse">
                <a:avLst/>
              </a:prstGeom>
              <a:gradFill flip="none" rotWithShape="1">
                <a:gsLst>
                  <a:gs pos="0">
                    <a:srgbClr val="F5F7F8"/>
                  </a:gs>
                  <a:gs pos="43000">
                    <a:srgbClr val="CFD7DF"/>
                  </a:gs>
                  <a:gs pos="100000">
                    <a:srgbClr val="A6B3BD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sp>
            <p:nvSpPr>
              <p:cNvPr id="3392" name="ellipse_3195"/>
              <p:cNvSpPr/>
              <p:nvPr/>
            </p:nvSpPr>
            <p:spPr>
              <a:xfrm>
                <a:off x="4714781" y="5706746"/>
                <a:ext cx="49809" cy="49809"/>
              </a:xfrm>
              <a:prstGeom prst="ellipse">
                <a:avLst/>
              </a:prstGeom>
              <a:gradFill flip="none" rotWithShape="1">
                <a:gsLst>
                  <a:gs pos="0">
                    <a:srgbClr val="F4F6F8"/>
                  </a:gs>
                  <a:gs pos="43000">
                    <a:srgbClr val="CDD5DC"/>
                  </a:gs>
                  <a:gs pos="100000">
                    <a:srgbClr val="A3B0BB"/>
                  </a:gs>
                </a:gsLst>
                <a:lin ang="2700000" scaled="1"/>
                <a:tileRect/>
              </a:gradFill>
              <a:ln w="1807" cap="rnd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</p:sp>
          <p:grpSp>
            <p:nvGrpSpPr>
              <p:cNvPr id="3393" name="Ligand identity | illustrative molecular graph"/>
              <p:cNvGrpSpPr/>
              <p:nvPr/>
            </p:nvGrpSpPr>
            <p:grpSpPr>
              <a:xfrm>
                <a:off x="4471951" y="5748405"/>
                <a:ext cx="309662" cy="197297"/>
                <a:chOff x="4471951" y="5748405"/>
                <a:chExt cx="309662" cy="197297"/>
              </a:xfrm>
            </p:grpSpPr>
            <p:cxnSp>
              <p:nvCxnSpPr>
                <p:cNvPr id="3394" name="path_3196"/>
                <p:cNvCxnSpPr/>
                <p:nvPr/>
              </p:nvCxnSpPr>
              <p:spPr>
                <a:xfrm flipH="1">
                  <a:off x="4564393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5" name="path_3197"/>
                <p:cNvCxnSpPr/>
                <p:nvPr/>
              </p:nvCxnSpPr>
              <p:spPr>
                <a:xfrm flipH="1" flipV="1">
                  <a:off x="4485091" y="5889808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6" name="path_3198"/>
                <p:cNvCxnSpPr/>
                <p:nvPr/>
              </p:nvCxnSpPr>
              <p:spPr>
                <a:xfrm flipV="1">
                  <a:off x="4485091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7" name="path_3199"/>
                <p:cNvCxnSpPr/>
                <p:nvPr/>
              </p:nvCxnSpPr>
              <p:spPr>
                <a:xfrm flipV="1">
                  <a:off x="4485091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8" name="path_3200"/>
                <p:cNvCxnSpPr/>
                <p:nvPr/>
              </p:nvCxnSpPr>
              <p:spPr>
                <a:xfrm>
                  <a:off x="4564393" y="5761545"/>
                  <a:ext cx="79301" cy="42754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399" name="path_3201"/>
                <p:cNvCxnSpPr/>
                <p:nvPr/>
              </p:nvCxnSpPr>
              <p:spPr>
                <a:xfrm>
                  <a:off x="4643694" y="5804299"/>
                  <a:ext cx="0" cy="85509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0" name="path_3202"/>
                <p:cNvCxnSpPr/>
                <p:nvPr/>
              </p:nvCxnSpPr>
              <p:spPr>
                <a:xfrm flipV="1">
                  <a:off x="4643694" y="5781797"/>
                  <a:ext cx="70872" cy="108011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401" name="path_3203"/>
                <p:cNvCxnSpPr/>
                <p:nvPr/>
              </p:nvCxnSpPr>
              <p:spPr>
                <a:xfrm>
                  <a:off x="4714566" y="5781797"/>
                  <a:ext cx="51279" cy="47255"/>
                </a:xfrm>
                <a:prstGeom prst="line">
                  <a:avLst/>
                </a:prstGeom>
                <a:noFill/>
                <a:ln w="12700" cap="rnd" cmpd="sng" algn="ctr">
                  <a:solidFill>
                    <a:srgbClr val="238777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402" name="ellipse_3204"/>
                <p:cNvSpPr/>
                <p:nvPr/>
              </p:nvSpPr>
              <p:spPr>
                <a:xfrm>
                  <a:off x="4630554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3" name="ellipse_3205"/>
                <p:cNvSpPr/>
                <p:nvPr/>
              </p:nvSpPr>
              <p:spPr>
                <a:xfrm>
                  <a:off x="4551253" y="5919422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4" name="ellipse_3206"/>
                <p:cNvSpPr/>
                <p:nvPr/>
              </p:nvSpPr>
              <p:spPr>
                <a:xfrm>
                  <a:off x="4471951" y="5876668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5" name="ellipse_3207"/>
                <p:cNvSpPr/>
                <p:nvPr/>
              </p:nvSpPr>
              <p:spPr>
                <a:xfrm>
                  <a:off x="4471951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6" name="ellipse_3208"/>
                <p:cNvSpPr/>
                <p:nvPr/>
              </p:nvSpPr>
              <p:spPr>
                <a:xfrm>
                  <a:off x="4551253" y="5748405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7" name="ellipse_3209"/>
                <p:cNvSpPr/>
                <p:nvPr/>
              </p:nvSpPr>
              <p:spPr>
                <a:xfrm>
                  <a:off x="4630554" y="5791159"/>
                  <a:ext cx="26280" cy="2628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8" name="ellipse_3210"/>
                <p:cNvSpPr/>
                <p:nvPr/>
              </p:nvSpPr>
              <p:spPr>
                <a:xfrm>
                  <a:off x="4698798" y="5766029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DEEDEB"/>
                    </a:gs>
                    <a:gs pos="43000">
                      <a:srgbClr val="61A99D"/>
                    </a:gs>
                    <a:gs pos="100000">
                      <a:srgbClr val="267D72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  <p:sp>
              <p:nvSpPr>
                <p:cNvPr id="3409" name="ellipse_3211"/>
                <p:cNvSpPr/>
                <p:nvPr/>
              </p:nvSpPr>
              <p:spPr>
                <a:xfrm>
                  <a:off x="4750077" y="5813284"/>
                  <a:ext cx="31536" cy="31536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rgbClr val="F8E2E4"/>
                    </a:gs>
                    <a:gs pos="43000">
                      <a:srgbClr val="DC767B"/>
                    </a:gs>
                    <a:gs pos="100000">
                      <a:srgbClr val="B4434B"/>
                    </a:gs>
                  </a:gsLst>
                  <a:lin ang="2700000" scaled="1"/>
                  <a:tileRect/>
                </a:gradFill>
                <a:ln w="1807" cap="rnd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sp>
          </p:grpSp>
        </p:grpSp>
        <p:sp>
          <p:nvSpPr>
            <p:cNvPr id="3410" name="Text | All-atom ligand pose"/>
            <p:cNvSpPr txBox="1"/>
            <p:nvPr/>
          </p:nvSpPr>
          <p:spPr>
            <a:xfrm>
              <a:off x="4090568" y="6054255"/>
              <a:ext cx="1062854" cy="12594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vertOverflow="overflow" horzOverflow="overflow" wrap="none" lIns="0" tIns="0" rIns="0" bIns="0" anchor="t" anchorCtr="0">
              <a:noAutofit/>
            </a:bodyPr>
            <a:lstStyle/>
            <a:p>
              <a:pPr marL="0" marR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" b="1" i="0" baseline="0" dirty="0">
                  <a:solidFill>
                    <a:srgbClr val="1D3043"/>
                  </a:solidFill>
                  <a:latin typeface="Arial"/>
                  <a:ea typeface="Arial"/>
                  <a:cs typeface="Arial"/>
                </a:rPr>
                <a:t>All-atom ligand pose</a:t>
              </a:r>
              <a:endParaRPr lang="en-US" sz="698"/>
            </a:p>
          </p:txBody>
        </p:sp>
        <p:sp>
          <p:nvSpPr>
            <p:cNvPr id="5846" name="Build inputs | shared junction"/>
            <p:cNvSpPr/>
            <p:nvPr/>
          </p:nvSpPr>
          <p:spPr>
            <a:xfrm>
              <a:off x="1836000" y="5844600"/>
              <a:ext cx="151200" cy="36"/>
            </a:xfrm>
            <a:custGeom>
              <a:avLst/>
              <a:gdLst/>
              <a:ahLst/>
              <a:cxnLst/>
              <a:rect l="0" t="0" r="r" b="b"/>
              <a:pathLst>
                <a:path w="151200" h="36" fill="none">
                  <a:moveTo>
                    <a:pt x="0" y="0"/>
                  </a:moveTo>
                  <a:lnTo>
                    <a:pt x="15120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49" name="Build inputs → default PocketXMol | editable route"/>
            <p:cNvGrpSpPr/>
            <p:nvPr/>
          </p:nvGrpSpPr>
          <p:grpSpPr>
            <a:xfrm>
              <a:off x="1987200" y="5702400"/>
              <a:ext cx="154440" cy="142200"/>
              <a:chOff x="1987200" y="5702400"/>
              <a:chExt cx="154440" cy="142200"/>
            </a:xfrm>
          </p:grpSpPr>
          <p:sp>
            <p:nvSpPr>
              <p:cNvPr id="5847" name="Build inputs → default PocketXMol"/>
              <p:cNvSpPr/>
              <p:nvPr/>
            </p:nvSpPr>
            <p:spPr>
              <a:xfrm>
                <a:off x="1987200" y="5712480"/>
                <a:ext cx="128520" cy="13212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32120" fill="none">
                    <a:moveTo>
                      <a:pt x="0" y="132120"/>
                    </a:moveTo>
                    <a:lnTo>
                      <a:pt x="0" y="0"/>
                    </a:lnTo>
                    <a:lnTo>
                      <a:pt x="12852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48" name="Build inputs → default PocketXMol | arrowhead"/>
              <p:cNvSpPr/>
              <p:nvPr/>
            </p:nvSpPr>
            <p:spPr>
              <a:xfrm>
                <a:off x="2115720" y="570240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grpSp>
          <p:nvGrpSpPr>
            <p:cNvPr id="5852" name="Build inputs → docking tools | editable route"/>
            <p:cNvGrpSpPr/>
            <p:nvPr/>
          </p:nvGrpSpPr>
          <p:grpSpPr>
            <a:xfrm>
              <a:off x="1987200" y="5844600"/>
              <a:ext cx="154440" cy="159120"/>
              <a:chOff x="1987200" y="5844600"/>
              <a:chExt cx="154440" cy="159120"/>
            </a:xfrm>
          </p:grpSpPr>
          <p:sp>
            <p:nvSpPr>
              <p:cNvPr id="5850" name="Build inputs → docking tools"/>
              <p:cNvSpPr/>
              <p:nvPr/>
            </p:nvSpPr>
            <p:spPr>
              <a:xfrm>
                <a:off x="1987200" y="5844600"/>
                <a:ext cx="128520" cy="149040"/>
              </a:xfrm>
              <a:custGeom>
                <a:avLst/>
                <a:gdLst/>
                <a:ahLst/>
                <a:cxnLst/>
                <a:rect l="0" t="0" r="r" b="b"/>
                <a:pathLst>
                  <a:path w="128520" h="149040" fill="none">
                    <a:moveTo>
                      <a:pt x="0" y="0"/>
                    </a:moveTo>
                    <a:lnTo>
                      <a:pt x="0" y="149040"/>
                    </a:lnTo>
                    <a:lnTo>
                      <a:pt x="128520" y="14904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1" name="Build inputs → docking tools | arrowhead"/>
              <p:cNvSpPr/>
              <p:nvPr/>
            </p:nvSpPr>
            <p:spPr>
              <a:xfrm>
                <a:off x="2115720" y="598356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  <p:sp>
          <p:nvSpPr>
            <p:cNvPr id="5853" name="Default PocketXMol → pose merge"/>
            <p:cNvSpPr/>
            <p:nvPr/>
          </p:nvSpPr>
          <p:spPr>
            <a:xfrm>
              <a:off x="3656160" y="5712480"/>
              <a:ext cx="145440" cy="137520"/>
            </a:xfrm>
            <a:custGeom>
              <a:avLst/>
              <a:gdLst/>
              <a:ahLst/>
              <a:cxnLst/>
              <a:rect l="0" t="0" r="r" b="b"/>
              <a:pathLst>
                <a:path w="145440" h="137520" fill="none">
                  <a:moveTo>
                    <a:pt x="0" y="0"/>
                  </a:moveTo>
                  <a:lnTo>
                    <a:pt x="145440" y="0"/>
                  </a:lnTo>
                  <a:lnTo>
                    <a:pt x="145440" y="13752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sp>
          <p:nvSpPr>
            <p:cNvPr id="5854" name="Docking tools → pose merge"/>
            <p:cNvSpPr/>
            <p:nvPr/>
          </p:nvSpPr>
          <p:spPr>
            <a:xfrm>
              <a:off x="3656160" y="5850000"/>
              <a:ext cx="145440" cy="143640"/>
            </a:xfrm>
            <a:custGeom>
              <a:avLst/>
              <a:gdLst/>
              <a:ahLst/>
              <a:cxnLst/>
              <a:rect l="0" t="0" r="r" b="b"/>
              <a:pathLst>
                <a:path w="145440" h="143640" fill="none">
                  <a:moveTo>
                    <a:pt x="0" y="143640"/>
                  </a:moveTo>
                  <a:lnTo>
                    <a:pt x="145440" y="143640"/>
                  </a:lnTo>
                  <a:lnTo>
                    <a:pt x="145440" y="0"/>
                  </a:lnTo>
                </a:path>
              </a:pathLst>
            </a:custGeom>
            <a:ln w="8280" cap="flat">
              <a:solidFill>
                <a:srgbClr val="6B8192"/>
              </a:solidFill>
              <a:miter lim="800000"/>
            </a:ln>
          </p:spPr>
        </p:sp>
        <p:grpSp>
          <p:nvGrpSpPr>
            <p:cNvPr id="5857" name="Pose merge → all-atom pose | editable route"/>
            <p:cNvGrpSpPr/>
            <p:nvPr/>
          </p:nvGrpSpPr>
          <p:grpSpPr>
            <a:xfrm>
              <a:off x="3801600" y="5839920"/>
              <a:ext cx="410400" cy="20160"/>
              <a:chOff x="3801600" y="5839920"/>
              <a:chExt cx="410400" cy="20160"/>
            </a:xfrm>
          </p:grpSpPr>
          <p:sp>
            <p:nvSpPr>
              <p:cNvPr id="5855" name="Pose merge → all-atom pose"/>
              <p:cNvSpPr/>
              <p:nvPr/>
            </p:nvSpPr>
            <p:spPr>
              <a:xfrm>
                <a:off x="3801600" y="5850000"/>
                <a:ext cx="384480" cy="36"/>
              </a:xfrm>
              <a:custGeom>
                <a:avLst/>
                <a:gdLst/>
                <a:ahLst/>
                <a:cxnLst/>
                <a:rect l="0" t="0" r="r" b="b"/>
                <a:pathLst>
                  <a:path w="384480" h="36" fill="none">
                    <a:moveTo>
                      <a:pt x="0" y="0"/>
                    </a:moveTo>
                    <a:lnTo>
                      <a:pt x="384480" y="0"/>
                    </a:lnTo>
                  </a:path>
                </a:pathLst>
              </a:custGeom>
              <a:ln w="8280" cap="flat">
                <a:solidFill>
                  <a:srgbClr val="6B8192"/>
                </a:solidFill>
                <a:miter lim="800000"/>
              </a:ln>
            </p:spPr>
          </p:sp>
          <p:sp>
            <p:nvSpPr>
              <p:cNvPr id="5856" name="Pose merge → all-atom pose | arrowhead"/>
              <p:cNvSpPr/>
              <p:nvPr/>
            </p:nvSpPr>
            <p:spPr>
              <a:xfrm>
                <a:off x="4186080" y="5839920"/>
                <a:ext cx="25920" cy="20160"/>
              </a:xfrm>
              <a:custGeom>
                <a:pathLst>
                  <a:path w="25920" h="20160">
                    <a:moveTo>
                      <a:pt x="25920" y="10080"/>
                    </a:moveTo>
                    <a:lnTo>
                      <a:pt x="0" y="201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B8192"/>
              </a:solidFill>
              <a:ln>
                <a:noFill/>
              </a:ln>
            </p:spPr>
          </p:sp>
        </p:grpSp>
      </p:grpSp>
      <p:grpSp>
        <p:nvGrpSpPr>
          <p:cNvPr id="3411" name="a | density cube M_exp"/>
          <p:cNvGrpSpPr/>
          <p:nvPr/>
        </p:nvGrpSpPr>
        <p:grpSpPr>
          <a:xfrm>
            <a:off x="160920" y="736200"/>
            <a:ext cx="285840" cy="256320"/>
            <a:chOff x="160920" y="736200"/>
            <a:chExt cx="285840" cy="256320"/>
          </a:xfrm>
        </p:grpSpPr>
        <p:sp>
          <p:nvSpPr>
            <p:cNvPr id="5000" name="asset_3411_0">
              <a:extLst>
                <a:ext uri="{FF2B5EF4-FFF2-40B4-BE49-F238E27FC236}">
                  <ns2:creationId id="{5B0EC728-FC60-4C58-A31A-B10F3E2E0B02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36200"/>
              <a:ext cx="285840" cy="43574"/>
            </a:xfrm>
            <a:custGeom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001" name="asset_3411_1">
              <a:extLst>
                <a:ext uri="{FF2B5EF4-FFF2-40B4-BE49-F238E27FC236}">
                  <ns2:creationId id="{87FD5E1F-56E4-4026-8A63-DE49CAD29849}"/>
                </a:ext>
              </a:extLst>
            </p:cNvPr>
            <p:cNvSpPr>
              <a:spLocks noGrp="1"/>
            </p:cNvSpPr>
            <p:nvPr/>
          </p:nvSpPr>
          <p:spPr>
            <a:xfrm>
              <a:off x="392450" y="736200"/>
              <a:ext cx="54310" cy="256320"/>
            </a:xfrm>
            <a:custGeom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002" name="asset_3411_2">
              <a:extLst>
                <a:ext uri="{FF2B5EF4-FFF2-40B4-BE49-F238E27FC236}">
                  <ns2:creationId id="{808984AD-CAE7-4E8A-B93D-E734C039E4D0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7977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003" name="asset_3411_3">
              <a:extLst>
                <a:ext uri="{FF2B5EF4-FFF2-40B4-BE49-F238E27FC236}">
                  <ns2:creationId id="{2B372807-9BA1-435E-879C-F4ED2D4414A5}"/>
                </a:ext>
              </a:extLst>
            </p:cNvPr>
            <p:cNvSpPr>
              <a:spLocks noGrp="1"/>
            </p:cNvSpPr>
            <p:nvPr/>
          </p:nvSpPr>
          <p:spPr>
            <a:xfrm>
              <a:off x="218803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4" name="asset_3411_4">
              <a:extLst>
                <a:ext uri="{FF2B5EF4-FFF2-40B4-BE49-F238E27FC236}">
                  <ns2:creationId id="{A8B50796-8957-494E-A72E-0D5FB4AB5C38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83296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5" name="asset_3411_5">
              <a:extLst>
                <a:ext uri="{FF2B5EF4-FFF2-40B4-BE49-F238E27FC236}">
                  <ns2:creationId id="{A7B8E183-345E-450C-8AEF-09298A15702B}"/>
                </a:ext>
              </a:extLst>
            </p:cNvPr>
            <p:cNvSpPr>
              <a:spLocks noGrp="1"/>
            </p:cNvSpPr>
            <p:nvPr/>
          </p:nvSpPr>
          <p:spPr>
            <a:xfrm>
              <a:off x="276685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6" name="asset_3411_6">
              <a:extLst>
                <a:ext uri="{FF2B5EF4-FFF2-40B4-BE49-F238E27FC236}">
                  <ns2:creationId id="{FDDD10CF-4B22-436D-9DF5-F7186C213710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88614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7" name="asset_3411_7">
              <a:extLst>
                <a:ext uri="{FF2B5EF4-FFF2-40B4-BE49-F238E27FC236}">
                  <ns2:creationId id="{113864F8-4058-4186-BBDE-78AC0A7A545C}"/>
                </a:ext>
              </a:extLst>
            </p:cNvPr>
            <p:cNvSpPr>
              <a:spLocks noGrp="1"/>
            </p:cNvSpPr>
            <p:nvPr/>
          </p:nvSpPr>
          <p:spPr>
            <a:xfrm>
              <a:off x="334568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8" name="asset_3411_8">
              <a:extLst>
                <a:ext uri="{FF2B5EF4-FFF2-40B4-BE49-F238E27FC236}">
                  <ns2:creationId id="{3A039210-18AA-4906-932C-BA0FB4625B75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93933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09" name="asset_3411_9">
              <a:extLst>
                <a:ext uri="{FF2B5EF4-FFF2-40B4-BE49-F238E27FC236}">
                  <ns2:creationId id="{B43D5F50-445C-44D0-A7B3-EA211D4B463C}"/>
                </a:ext>
              </a:extLst>
            </p:cNvPr>
            <p:cNvSpPr>
              <a:spLocks noGrp="1"/>
            </p:cNvSpPr>
            <p:nvPr/>
          </p:nvSpPr>
          <p:spPr>
            <a:xfrm>
              <a:off x="181410" y="80863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0" name="asset_3411_10">
              <a:extLst>
                <a:ext uri="{FF2B5EF4-FFF2-40B4-BE49-F238E27FC236}">
                  <ns2:creationId id="{D11FF782-00F7-4806-8740-0AD788D49A4E}"/>
                </a:ext>
              </a:extLst>
            </p:cNvPr>
            <p:cNvSpPr>
              <a:spLocks noGrp="1"/>
            </p:cNvSpPr>
            <p:nvPr/>
          </p:nvSpPr>
          <p:spPr>
            <a:xfrm>
              <a:off x="230819" y="83723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1" name="asset_3411_11">
              <a:extLst>
                <a:ext uri="{FF2B5EF4-FFF2-40B4-BE49-F238E27FC236}">
                  <ns2:creationId id="{91297F33-DB27-43A4-985D-EB428C8519F3}"/>
                </a:ext>
              </a:extLst>
            </p:cNvPr>
            <p:cNvSpPr>
              <a:spLocks noGrp="1"/>
            </p:cNvSpPr>
            <p:nvPr/>
          </p:nvSpPr>
          <p:spPr>
            <a:xfrm>
              <a:off x="273490" y="78412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2" name="asset_3411_12">
              <a:extLst>
                <a:ext uri="{FF2B5EF4-FFF2-40B4-BE49-F238E27FC236}">
                  <ns2:creationId id="{C6FF995D-FF3F-41A7-88B5-A34BD84A7CB7}"/>
                </a:ext>
              </a:extLst>
            </p:cNvPr>
            <p:cNvSpPr>
              <a:spLocks noGrp="1"/>
            </p:cNvSpPr>
            <p:nvPr/>
          </p:nvSpPr>
          <p:spPr>
            <a:xfrm>
              <a:off x="226327" y="76983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ADD0">
                    <a:alpha val="60000"/>
                  </a:srgbClr>
                </a:gs>
                <a:gs pos="100000">
                  <a:srgbClr val="8CADD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3" name="asset_3411_13">
              <a:extLst>
                <a:ext uri="{FF2B5EF4-FFF2-40B4-BE49-F238E27FC236}">
                  <ns2:creationId id="{9642C341-7712-42E6-8B36-D84B72EB4EB7}"/>
                </a:ext>
              </a:extLst>
            </p:cNvPr>
            <p:cNvSpPr>
              <a:spLocks noGrp="1"/>
            </p:cNvSpPr>
            <p:nvPr/>
          </p:nvSpPr>
          <p:spPr>
            <a:xfrm>
              <a:off x="217435" y="871149"/>
              <a:ext cx="35585" cy="323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4" name="asset_3411_14">
              <a:extLst>
                <a:ext uri="{FF2B5EF4-FFF2-40B4-BE49-F238E27FC236}">
                  <ns2:creationId id="{93FAFE6B-8861-4588-99DF-1A26F77A4E11}"/>
                </a:ext>
              </a:extLst>
            </p:cNvPr>
            <p:cNvSpPr>
              <a:spLocks noGrp="1"/>
            </p:cNvSpPr>
            <p:nvPr/>
          </p:nvSpPr>
          <p:spPr>
            <a:xfrm>
              <a:off x="278604" y="874476"/>
              <a:ext cx="39179" cy="356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5" name="asset_3411_15">
              <a:extLst>
                <a:ext uri="{FF2B5EF4-FFF2-40B4-BE49-F238E27FC236}">
                  <ns2:creationId id="{B8765109-E640-4AAB-B1CF-960C6911E48F}"/>
                </a:ext>
              </a:extLst>
            </p:cNvPr>
            <p:cNvSpPr>
              <a:spLocks noGrp="1"/>
            </p:cNvSpPr>
            <p:nvPr/>
          </p:nvSpPr>
          <p:spPr>
            <a:xfrm>
              <a:off x="297448" y="838028"/>
              <a:ext cx="40342" cy="366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6" name="asset_3411_16">
              <a:extLst>
                <a:ext uri="{FF2B5EF4-FFF2-40B4-BE49-F238E27FC236}">
                  <ns2:creationId id="{681C782C-818C-4804-B9DE-75ACC170C8C1}"/>
                </a:ext>
              </a:extLst>
            </p:cNvPr>
            <p:cNvSpPr>
              <a:spLocks noGrp="1"/>
            </p:cNvSpPr>
            <p:nvPr/>
          </p:nvSpPr>
          <p:spPr>
            <a:xfrm>
              <a:off x="251401" y="774362"/>
              <a:ext cx="33480" cy="304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7" name="asset_3411_17">
              <a:extLst>
                <a:ext uri="{FF2B5EF4-FFF2-40B4-BE49-F238E27FC236}">
                  <ns2:creationId id="{1A7B4525-4371-4D1E-9560-CD1BE3C5021A}"/>
                </a:ext>
              </a:extLst>
            </p:cNvPr>
            <p:cNvSpPr>
              <a:spLocks noGrp="1"/>
            </p:cNvSpPr>
            <p:nvPr/>
          </p:nvSpPr>
          <p:spPr>
            <a:xfrm>
              <a:off x="214094" y="825878"/>
              <a:ext cx="43700" cy="397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8" name="asset_3411_18">
              <a:extLst>
                <a:ext uri="{FF2B5EF4-FFF2-40B4-BE49-F238E27FC236}">
                  <ns2:creationId id="{C6795469-0B96-4557-81DA-6FFFACE3BA9E}"/>
                </a:ext>
              </a:extLst>
            </p:cNvPr>
            <p:cNvSpPr>
              <a:spLocks noGrp="1"/>
            </p:cNvSpPr>
            <p:nvPr/>
          </p:nvSpPr>
          <p:spPr>
            <a:xfrm>
              <a:off x="263463" y="840680"/>
              <a:ext cx="54999" cy="500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19" name="asset_3411_19">
              <a:extLst>
                <a:ext uri="{FF2B5EF4-FFF2-40B4-BE49-F238E27FC236}">
                  <ns2:creationId id="{F15F3FF6-4BE9-49CB-BA34-7D3DA345D893}"/>
                </a:ext>
              </a:extLst>
            </p:cNvPr>
            <p:cNvSpPr>
              <a:spLocks noGrp="1"/>
            </p:cNvSpPr>
            <p:nvPr/>
          </p:nvSpPr>
          <p:spPr>
            <a:xfrm>
              <a:off x="284053" y="825677"/>
              <a:ext cx="34004" cy="309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0" name="asset_3411_20">
              <a:extLst>
                <a:ext uri="{FF2B5EF4-FFF2-40B4-BE49-F238E27FC236}">
                  <ns2:creationId id="{91AEF815-CFF8-40F7-BA20-1673FAEE7D1D}"/>
                </a:ext>
              </a:extLst>
            </p:cNvPr>
            <p:cNvSpPr>
              <a:spLocks noGrp="1"/>
            </p:cNvSpPr>
            <p:nvPr/>
          </p:nvSpPr>
          <p:spPr>
            <a:xfrm>
              <a:off x="236698" y="800771"/>
              <a:ext cx="55708" cy="506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1" name="asset_3411_21">
              <a:extLst>
                <a:ext uri="{FF2B5EF4-FFF2-40B4-BE49-F238E27FC236}">
                  <ns2:creationId id="{23FAA7A5-F38E-4858-AA52-3284823167F7}"/>
                </a:ext>
              </a:extLst>
            </p:cNvPr>
            <p:cNvSpPr>
              <a:spLocks noGrp="1"/>
            </p:cNvSpPr>
            <p:nvPr/>
          </p:nvSpPr>
          <p:spPr>
            <a:xfrm>
              <a:off x="197623" y="864321"/>
              <a:ext cx="35718" cy="324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2" name="asset_3411_22">
              <a:extLst>
                <a:ext uri="{FF2B5EF4-FFF2-40B4-BE49-F238E27FC236}">
                  <ns2:creationId id="{AFA003E2-44C5-4BA4-9920-4C5E7260E04D}"/>
                </a:ext>
              </a:extLst>
            </p:cNvPr>
            <p:cNvSpPr>
              <a:spLocks noGrp="1"/>
            </p:cNvSpPr>
            <p:nvPr/>
          </p:nvSpPr>
          <p:spPr>
            <a:xfrm>
              <a:off x="289023" y="863118"/>
              <a:ext cx="57695" cy="524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3" name="asset_3411_23">
              <a:extLst>
                <a:ext uri="{FF2B5EF4-FFF2-40B4-BE49-F238E27FC236}">
                  <ns2:creationId id="{0B26404F-10CA-424B-92C6-82D1627DF181}"/>
                </a:ext>
              </a:extLst>
            </p:cNvPr>
            <p:cNvSpPr>
              <a:spLocks noGrp="1"/>
            </p:cNvSpPr>
            <p:nvPr/>
          </p:nvSpPr>
          <p:spPr>
            <a:xfrm>
              <a:off x="338795" y="832408"/>
              <a:ext cx="31803" cy="289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4" name="asset_3411_24">
              <a:extLst>
                <a:ext uri="{FF2B5EF4-FFF2-40B4-BE49-F238E27FC236}">
                  <ns2:creationId id="{517AD261-6B44-40F5-8A26-7932D5BF7E16}"/>
                </a:ext>
              </a:extLst>
            </p:cNvPr>
            <p:cNvSpPr>
              <a:spLocks noGrp="1"/>
            </p:cNvSpPr>
            <p:nvPr/>
          </p:nvSpPr>
          <p:spPr>
            <a:xfrm>
              <a:off x="261809" y="764845"/>
              <a:ext cx="52113" cy="473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5" name="asset_3411_25">
              <a:extLst>
                <a:ext uri="{FF2B5EF4-FFF2-40B4-BE49-F238E27FC236}">
                  <ns2:creationId id="{8A8A6F5A-1C34-4FE8-905B-C88978C5AAF0}"/>
                </a:ext>
              </a:extLst>
            </p:cNvPr>
            <p:cNvSpPr>
              <a:spLocks noGrp="1"/>
            </p:cNvSpPr>
            <p:nvPr/>
          </p:nvSpPr>
          <p:spPr>
            <a:xfrm>
              <a:off x="206423" y="867644"/>
              <a:ext cx="37347" cy="339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6" name="asset_3411_26">
              <a:extLst>
                <a:ext uri="{FF2B5EF4-FFF2-40B4-BE49-F238E27FC236}">
                  <ns2:creationId id="{6C7A06C3-DCF7-4619-B82E-BEE22B99C6BA}"/>
                </a:ext>
              </a:extLst>
            </p:cNvPr>
            <p:cNvSpPr>
              <a:spLocks noGrp="1"/>
            </p:cNvSpPr>
            <p:nvPr/>
          </p:nvSpPr>
          <p:spPr>
            <a:xfrm>
              <a:off x="298778" y="873990"/>
              <a:ext cx="31485" cy="286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7" name="asset_3411_27">
              <a:extLst>
                <a:ext uri="{FF2B5EF4-FFF2-40B4-BE49-F238E27FC236}">
                  <ns2:creationId id="{5B4C5A3E-BBCD-48E9-AEEA-3FC207768B7F}"/>
                </a:ext>
              </a:extLst>
            </p:cNvPr>
            <p:cNvSpPr>
              <a:spLocks noGrp="1"/>
            </p:cNvSpPr>
            <p:nvPr/>
          </p:nvSpPr>
          <p:spPr>
            <a:xfrm>
              <a:off x="295904" y="833272"/>
              <a:ext cx="42969" cy="390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8" name="asset_3411_28">
              <a:extLst>
                <a:ext uri="{FF2B5EF4-FFF2-40B4-BE49-F238E27FC236}">
                  <ns2:creationId id="{52E38570-D3A2-4631-930D-5CF53563DEED}"/>
                </a:ext>
              </a:extLst>
            </p:cNvPr>
            <p:cNvSpPr>
              <a:spLocks noGrp="1"/>
            </p:cNvSpPr>
            <p:nvPr/>
          </p:nvSpPr>
          <p:spPr>
            <a:xfrm>
              <a:off x="270638" y="811862"/>
              <a:ext cx="55265" cy="502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29" name="asset_3411_29">
              <a:extLst>
                <a:ext uri="{FF2B5EF4-FFF2-40B4-BE49-F238E27FC236}">
                  <ns2:creationId id="{561D7331-3D0A-415F-B200-C312585E5468}"/>
                </a:ext>
              </a:extLst>
            </p:cNvPr>
            <p:cNvSpPr>
              <a:spLocks noGrp="1"/>
            </p:cNvSpPr>
            <p:nvPr/>
          </p:nvSpPr>
          <p:spPr>
            <a:xfrm>
              <a:off x="203308" y="867118"/>
              <a:ext cx="38292" cy="348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0" name="asset_3411_30">
              <a:extLst>
                <a:ext uri="{FF2B5EF4-FFF2-40B4-BE49-F238E27FC236}">
                  <ns2:creationId id="{4E01E509-2839-4C0E-8B76-FD0DE55117B9}"/>
                </a:ext>
              </a:extLst>
            </p:cNvPr>
            <p:cNvSpPr>
              <a:spLocks noGrp="1"/>
            </p:cNvSpPr>
            <p:nvPr/>
          </p:nvSpPr>
          <p:spPr>
            <a:xfrm>
              <a:off x="306809" y="865521"/>
              <a:ext cx="41408" cy="3765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1" name="asset_3411_31">
              <a:extLst>
                <a:ext uri="{FF2B5EF4-FFF2-40B4-BE49-F238E27FC236}">
                  <ns2:creationId id="{CF2D39F3-8326-4FE4-8D1E-4DE08DCF3608}"/>
                </a:ext>
              </a:extLst>
            </p:cNvPr>
            <p:cNvSpPr>
              <a:spLocks noGrp="1"/>
            </p:cNvSpPr>
            <p:nvPr/>
          </p:nvSpPr>
          <p:spPr>
            <a:xfrm>
              <a:off x="283189" y="838846"/>
              <a:ext cx="34946" cy="317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2" name="asset_3411_32">
              <a:extLst>
                <a:ext uri="{FF2B5EF4-FFF2-40B4-BE49-F238E27FC236}">
                  <ns2:creationId id="{2A07883F-924F-4D9D-860E-61DEC5ED61ED}"/>
                </a:ext>
              </a:extLst>
            </p:cNvPr>
            <p:cNvSpPr>
              <a:spLocks noGrp="1"/>
            </p:cNvSpPr>
            <p:nvPr/>
          </p:nvSpPr>
          <p:spPr>
            <a:xfrm>
              <a:off x="240137" y="810691"/>
              <a:ext cx="41051" cy="373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3" name="asset_3411_33">
              <a:extLst>
                <a:ext uri="{FF2B5EF4-FFF2-40B4-BE49-F238E27FC236}">
                  <ns2:creationId id="{326F2534-B889-4B3C-B691-AAA58C3BB24B}"/>
                </a:ext>
              </a:extLst>
            </p:cNvPr>
            <p:cNvSpPr>
              <a:spLocks noGrp="1"/>
            </p:cNvSpPr>
            <p:nvPr/>
          </p:nvSpPr>
          <p:spPr>
            <a:xfrm>
              <a:off x="241551" y="857776"/>
              <a:ext cx="34987" cy="318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4" name="asset_3411_34">
              <a:extLst>
                <a:ext uri="{FF2B5EF4-FFF2-40B4-BE49-F238E27FC236}">
                  <ns2:creationId id="{4A2366E0-4FAE-4D94-9DEE-5048302867EA}"/>
                </a:ext>
              </a:extLst>
            </p:cNvPr>
            <p:cNvSpPr>
              <a:spLocks noGrp="1"/>
            </p:cNvSpPr>
            <p:nvPr/>
          </p:nvSpPr>
          <p:spPr>
            <a:xfrm>
              <a:off x="273896" y="895074"/>
              <a:ext cx="48428" cy="440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5" name="asset_3411_35">
              <a:extLst>
                <a:ext uri="{FF2B5EF4-FFF2-40B4-BE49-F238E27FC236}">
                  <ns2:creationId id="{1007DE31-A589-4561-908D-1BC2445E135B}"/>
                </a:ext>
              </a:extLst>
            </p:cNvPr>
            <p:cNvSpPr>
              <a:spLocks noGrp="1"/>
            </p:cNvSpPr>
            <p:nvPr/>
          </p:nvSpPr>
          <p:spPr>
            <a:xfrm>
              <a:off x="307927" y="823349"/>
              <a:ext cx="54152" cy="492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6" name="asset_3411_36">
              <a:extLst>
                <a:ext uri="{FF2B5EF4-FFF2-40B4-BE49-F238E27FC236}">
                  <ns2:creationId id="{154D8CC8-D747-4DDC-82EF-78B7267C3BA8}"/>
                </a:ext>
              </a:extLst>
            </p:cNvPr>
            <p:cNvSpPr>
              <a:spLocks noGrp="1"/>
            </p:cNvSpPr>
            <p:nvPr/>
          </p:nvSpPr>
          <p:spPr>
            <a:xfrm>
              <a:off x="278419" y="780385"/>
              <a:ext cx="56610" cy="514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7" name="asset_3411_37">
              <a:extLst>
                <a:ext uri="{FF2B5EF4-FFF2-40B4-BE49-F238E27FC236}">
                  <ns2:creationId id="{6EB24BC6-E279-4ACB-8ADA-3347E92715EA}"/>
                </a:ext>
              </a:extLst>
            </p:cNvPr>
            <p:cNvSpPr>
              <a:spLocks noGrp="1"/>
            </p:cNvSpPr>
            <p:nvPr/>
          </p:nvSpPr>
          <p:spPr>
            <a:xfrm>
              <a:off x="191659" y="868034"/>
              <a:ext cx="38946" cy="354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8" name="asset_3411_38">
              <a:extLst>
                <a:ext uri="{FF2B5EF4-FFF2-40B4-BE49-F238E27FC236}">
                  <ns2:creationId id="{67BC88F7-AFA6-47D1-8315-70F920A20C4A}"/>
                </a:ext>
              </a:extLst>
            </p:cNvPr>
            <p:cNvSpPr>
              <a:spLocks noGrp="1"/>
            </p:cNvSpPr>
            <p:nvPr/>
          </p:nvSpPr>
          <p:spPr>
            <a:xfrm>
              <a:off x="273013" y="852482"/>
              <a:ext cx="56603" cy="514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39" name="asset_3411_39">
              <a:extLst>
                <a:ext uri="{FF2B5EF4-FFF2-40B4-BE49-F238E27FC236}">
                  <ns2:creationId id="{B98D5FB4-59FB-4946-9C2A-07B81FEA4351}"/>
                </a:ext>
              </a:extLst>
            </p:cNvPr>
            <p:cNvSpPr>
              <a:spLocks noGrp="1"/>
            </p:cNvSpPr>
            <p:nvPr/>
          </p:nvSpPr>
          <p:spPr>
            <a:xfrm>
              <a:off x="319623" y="840498"/>
              <a:ext cx="33366" cy="303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0" name="asset_3411_40">
              <a:extLst>
                <a:ext uri="{FF2B5EF4-FFF2-40B4-BE49-F238E27FC236}">
                  <ns2:creationId id="{83420C1F-4D3F-4791-B752-627A462A399E}"/>
                </a:ext>
              </a:extLst>
            </p:cNvPr>
            <p:cNvSpPr>
              <a:spLocks noGrp="1"/>
            </p:cNvSpPr>
            <p:nvPr/>
          </p:nvSpPr>
          <p:spPr>
            <a:xfrm>
              <a:off x="242007" y="796151"/>
              <a:ext cx="50164" cy="456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1" name="asset_3411_41">
              <a:extLst>
                <a:ext uri="{FF2B5EF4-FFF2-40B4-BE49-F238E27FC236}">
                  <ns2:creationId id="{9C9CA8AF-7487-42D9-B054-213909B8375A}"/>
                </a:ext>
              </a:extLst>
            </p:cNvPr>
            <p:cNvSpPr>
              <a:spLocks noGrp="1"/>
            </p:cNvSpPr>
            <p:nvPr/>
          </p:nvSpPr>
          <p:spPr>
            <a:xfrm>
              <a:off x="189029" y="846662"/>
              <a:ext cx="40170" cy="365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2" name="asset_3411_42">
              <a:extLst>
                <a:ext uri="{FF2B5EF4-FFF2-40B4-BE49-F238E27FC236}">
                  <ns2:creationId id="{DAC0FD38-66B9-4B84-A151-CFA48DFCFD5C}"/>
                </a:ext>
              </a:extLst>
            </p:cNvPr>
            <p:cNvSpPr>
              <a:spLocks noGrp="1"/>
            </p:cNvSpPr>
            <p:nvPr/>
          </p:nvSpPr>
          <p:spPr>
            <a:xfrm>
              <a:off x="286935" y="843691"/>
              <a:ext cx="47831" cy="434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3" name="asset_3411_43">
              <a:extLst>
                <a:ext uri="{FF2B5EF4-FFF2-40B4-BE49-F238E27FC236}">
                  <ns2:creationId id="{4E7D2088-6627-4B82-91E0-18280AE02F64}"/>
                </a:ext>
              </a:extLst>
            </p:cNvPr>
            <p:cNvSpPr>
              <a:spLocks noGrp="1"/>
            </p:cNvSpPr>
            <p:nvPr/>
          </p:nvSpPr>
          <p:spPr>
            <a:xfrm>
              <a:off x="281949" y="806735"/>
              <a:ext cx="33184" cy="3017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4" name="asset_3411_44">
              <a:extLst>
                <a:ext uri="{FF2B5EF4-FFF2-40B4-BE49-F238E27FC236}">
                  <ns2:creationId id="{18DF35CC-FA69-407B-B756-D6E24F5CF716}"/>
                </a:ext>
              </a:extLst>
            </p:cNvPr>
            <p:cNvSpPr>
              <a:spLocks noGrp="1"/>
            </p:cNvSpPr>
            <p:nvPr/>
          </p:nvSpPr>
          <p:spPr>
            <a:xfrm>
              <a:off x="277649" y="807177"/>
              <a:ext cx="33960" cy="3088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5" name="asset_3411_45">
              <a:extLst>
                <a:ext uri="{FF2B5EF4-FFF2-40B4-BE49-F238E27FC236}">
                  <ns2:creationId id="{75CB1308-185E-4AD3-A1E7-5EBC09E504A6}"/>
                </a:ext>
              </a:extLst>
            </p:cNvPr>
            <p:cNvSpPr>
              <a:spLocks noGrp="1"/>
            </p:cNvSpPr>
            <p:nvPr/>
          </p:nvSpPr>
          <p:spPr>
            <a:xfrm>
              <a:off x="188553" y="862265"/>
              <a:ext cx="56605" cy="514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6" name="asset_3411_46">
              <a:extLst>
                <a:ext uri="{FF2B5EF4-FFF2-40B4-BE49-F238E27FC236}">
                  <ns2:creationId id="{179296BF-344A-4148-A9D4-3E16BAAA6846}"/>
                </a:ext>
              </a:extLst>
            </p:cNvPr>
            <p:cNvSpPr>
              <a:spLocks noGrp="1"/>
            </p:cNvSpPr>
            <p:nvPr/>
          </p:nvSpPr>
          <p:spPr>
            <a:xfrm>
              <a:off x="233525" y="861391"/>
              <a:ext cx="55794" cy="507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7" name="asset_3411_47">
              <a:extLst>
                <a:ext uri="{FF2B5EF4-FFF2-40B4-BE49-F238E27FC236}">
                  <ns2:creationId id="{88951690-A320-498A-86DB-5D662BE56B83}"/>
                </a:ext>
              </a:extLst>
            </p:cNvPr>
            <p:cNvSpPr>
              <a:spLocks noGrp="1"/>
            </p:cNvSpPr>
            <p:nvPr/>
          </p:nvSpPr>
          <p:spPr>
            <a:xfrm>
              <a:off x="305682" y="776200"/>
              <a:ext cx="54723" cy="497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8" name="asset_3411_48">
              <a:extLst>
                <a:ext uri="{FF2B5EF4-FFF2-40B4-BE49-F238E27FC236}">
                  <ns2:creationId id="{7273DCD7-DEA0-4C25-B06F-94A2BF1A8847}"/>
                </a:ext>
              </a:extLst>
            </p:cNvPr>
            <p:cNvSpPr>
              <a:spLocks noGrp="1"/>
            </p:cNvSpPr>
            <p:nvPr/>
          </p:nvSpPr>
          <p:spPr>
            <a:xfrm>
              <a:off x="262074" y="832592"/>
              <a:ext cx="32482" cy="295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49" name="asset_3411_49">
              <a:extLst>
                <a:ext uri="{FF2B5EF4-FFF2-40B4-BE49-F238E27FC236}">
                  <ns2:creationId id="{317CFA8E-23F1-4D86-982F-45C65C07CE57}"/>
                </a:ext>
              </a:extLst>
            </p:cNvPr>
            <p:cNvSpPr>
              <a:spLocks noGrp="1"/>
            </p:cNvSpPr>
            <p:nvPr/>
          </p:nvSpPr>
          <p:spPr>
            <a:xfrm>
              <a:off x="199581" y="859669"/>
              <a:ext cx="56969" cy="5180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50" name="asset_3411_50">
              <a:extLst>
                <a:ext uri="{FF2B5EF4-FFF2-40B4-BE49-F238E27FC236}">
                  <ns2:creationId id="{A1304B97-20ED-4EF4-B820-4BBCF3EE2848}"/>
                </a:ext>
              </a:extLst>
            </p:cNvPr>
            <p:cNvSpPr>
              <a:spLocks noGrp="1"/>
            </p:cNvSpPr>
            <p:nvPr/>
          </p:nvSpPr>
          <p:spPr>
            <a:xfrm>
              <a:off x="290634" y="851962"/>
              <a:ext cx="36759" cy="334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ADD0">
                    <a:alpha val="73000"/>
                  </a:srgbClr>
                </a:gs>
                <a:gs pos="100000">
                  <a:srgbClr val="8CADD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51" name="asset_3411_51">
              <a:extLst>
                <a:ext uri="{FF2B5EF4-FFF2-40B4-BE49-F238E27FC236}">
                  <ns2:creationId id="{4A016E84-0AC1-4FEB-B852-CC942A0C3AB5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779774"/>
              <a:ext cx="231530" cy="212746"/>
            </a:xfrm>
            <a:custGeom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2" name="a | density cube M_sim"/>
          <p:cNvGrpSpPr/>
          <p:nvPr/>
        </p:nvGrpSpPr>
        <p:grpSpPr>
          <a:xfrm>
            <a:off x="571680" y="736200"/>
            <a:ext cx="285840" cy="256320"/>
            <a:chOff x="571680" y="736200"/>
            <a:chExt cx="285840" cy="256320"/>
          </a:xfrm>
        </p:grpSpPr>
        <p:sp>
          <p:nvSpPr>
            <p:cNvPr id="5052" name="asset_3412_0">
              <a:extLst>
                <a:ext uri="{FF2B5EF4-FFF2-40B4-BE49-F238E27FC236}">
                  <ns2:creationId id="{86AFAA92-91E9-48AF-9226-329DCB2A3BA0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36200"/>
              <a:ext cx="285840" cy="43574"/>
            </a:xfrm>
            <a:custGeom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053" name="asset_3412_1">
              <a:extLst>
                <a:ext uri="{FF2B5EF4-FFF2-40B4-BE49-F238E27FC236}">
                  <ns2:creationId id="{3E26C1DF-4658-4AAB-906E-5516054E5B73}"/>
                </a:ext>
              </a:extLst>
            </p:cNvPr>
            <p:cNvSpPr>
              <a:spLocks noGrp="1"/>
            </p:cNvSpPr>
            <p:nvPr/>
          </p:nvSpPr>
          <p:spPr>
            <a:xfrm>
              <a:off x="803210" y="736200"/>
              <a:ext cx="54310" cy="256320"/>
            </a:xfrm>
            <a:custGeom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054" name="asset_3412_2">
              <a:extLst>
                <a:ext uri="{FF2B5EF4-FFF2-40B4-BE49-F238E27FC236}">
                  <ns2:creationId id="{A8C643F2-5526-4404-8469-581ABAD0304C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7977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055" name="asset_3412_3">
              <a:extLst>
                <a:ext uri="{FF2B5EF4-FFF2-40B4-BE49-F238E27FC236}">
                  <ns2:creationId id="{4A98D6F7-8A0D-43C0-88DB-53B18B80B5FE}"/>
                </a:ext>
              </a:extLst>
            </p:cNvPr>
            <p:cNvSpPr>
              <a:spLocks noGrp="1"/>
            </p:cNvSpPr>
            <p:nvPr/>
          </p:nvSpPr>
          <p:spPr>
            <a:xfrm>
              <a:off x="629563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6" name="asset_3412_4">
              <a:extLst>
                <a:ext uri="{FF2B5EF4-FFF2-40B4-BE49-F238E27FC236}">
                  <ns2:creationId id="{E4CD9C1E-D968-4B52-B5A1-E0BE815570BC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83296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7" name="asset_3412_5">
              <a:extLst>
                <a:ext uri="{FF2B5EF4-FFF2-40B4-BE49-F238E27FC236}">
                  <ns2:creationId id="{CF8E0384-BFC7-4686-A4F8-CC36EE76AC6B}"/>
                </a:ext>
              </a:extLst>
            </p:cNvPr>
            <p:cNvSpPr>
              <a:spLocks noGrp="1"/>
            </p:cNvSpPr>
            <p:nvPr/>
          </p:nvSpPr>
          <p:spPr>
            <a:xfrm>
              <a:off x="687445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8" name="asset_3412_6">
              <a:extLst>
                <a:ext uri="{FF2B5EF4-FFF2-40B4-BE49-F238E27FC236}">
                  <ns2:creationId id="{B970749C-73FB-4B47-AEFC-CB6AD53B3152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88614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59" name="asset_3412_7">
              <a:extLst>
                <a:ext uri="{FF2B5EF4-FFF2-40B4-BE49-F238E27FC236}">
                  <ns2:creationId id="{BFAD42FE-9C88-4823-AD94-94CBDE5004B3}"/>
                </a:ext>
              </a:extLst>
            </p:cNvPr>
            <p:cNvSpPr>
              <a:spLocks noGrp="1"/>
            </p:cNvSpPr>
            <p:nvPr/>
          </p:nvSpPr>
          <p:spPr>
            <a:xfrm>
              <a:off x="745328" y="77977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60" name="asset_3412_8">
              <a:extLst>
                <a:ext uri="{FF2B5EF4-FFF2-40B4-BE49-F238E27FC236}">
                  <ns2:creationId id="{BCDC689C-2D9C-46AE-BA2F-029C092079B4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93933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061" name="asset_3412_9">
              <a:extLst>
                <a:ext uri="{FF2B5EF4-FFF2-40B4-BE49-F238E27FC236}">
                  <ns2:creationId id="{D699C4C1-8D8C-42E5-847A-BD338AF18A91}"/>
                </a:ext>
              </a:extLst>
            </p:cNvPr>
            <p:cNvSpPr>
              <a:spLocks noGrp="1"/>
            </p:cNvSpPr>
            <p:nvPr/>
          </p:nvSpPr>
          <p:spPr>
            <a:xfrm>
              <a:off x="592170" y="80863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2" name="asset_3412_10">
              <a:extLst>
                <a:ext uri="{FF2B5EF4-FFF2-40B4-BE49-F238E27FC236}">
                  <ns2:creationId id="{A67D4B44-0F8A-4ED5-A55C-6086AC4BBE69}"/>
                </a:ext>
              </a:extLst>
            </p:cNvPr>
            <p:cNvSpPr>
              <a:spLocks noGrp="1"/>
            </p:cNvSpPr>
            <p:nvPr/>
          </p:nvSpPr>
          <p:spPr>
            <a:xfrm>
              <a:off x="641579" y="83723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3" name="asset_3412_11">
              <a:extLst>
                <a:ext uri="{FF2B5EF4-FFF2-40B4-BE49-F238E27FC236}">
                  <ns2:creationId id="{F925474B-9DC9-4793-836F-E7656F3C9AB3}"/>
                </a:ext>
              </a:extLst>
            </p:cNvPr>
            <p:cNvSpPr>
              <a:spLocks noGrp="1"/>
            </p:cNvSpPr>
            <p:nvPr/>
          </p:nvSpPr>
          <p:spPr>
            <a:xfrm>
              <a:off x="684250" y="78412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4" name="asset_3412_12">
              <a:extLst>
                <a:ext uri="{FF2B5EF4-FFF2-40B4-BE49-F238E27FC236}">
                  <ns2:creationId id="{D9C7B936-255D-4407-ADB5-0472A6BDE35C}"/>
                </a:ext>
              </a:extLst>
            </p:cNvPr>
            <p:cNvSpPr>
              <a:spLocks noGrp="1"/>
            </p:cNvSpPr>
            <p:nvPr/>
          </p:nvSpPr>
          <p:spPr>
            <a:xfrm>
              <a:off x="637087" y="76983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EABDF">
                    <a:alpha val="60000"/>
                  </a:srgbClr>
                </a:gs>
                <a:gs pos="100000">
                  <a:srgbClr val="7EAB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5" name="asset_3412_13">
              <a:extLst>
                <a:ext uri="{FF2B5EF4-FFF2-40B4-BE49-F238E27FC236}">
                  <ns2:creationId id="{1462606B-5933-4378-98D8-405FFD7D049A}"/>
                </a:ext>
              </a:extLst>
            </p:cNvPr>
            <p:cNvSpPr>
              <a:spLocks noGrp="1"/>
            </p:cNvSpPr>
            <p:nvPr/>
          </p:nvSpPr>
          <p:spPr>
            <a:xfrm>
              <a:off x="652907" y="816423"/>
              <a:ext cx="63214" cy="5748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6" name="asset_3412_14">
              <a:extLst>
                <a:ext uri="{FF2B5EF4-FFF2-40B4-BE49-F238E27FC236}">
                  <ns2:creationId id="{9A5B65D7-2986-4411-A8F8-4B5253C495F5}"/>
                </a:ext>
              </a:extLst>
            </p:cNvPr>
            <p:cNvSpPr>
              <a:spLocks noGrp="1"/>
            </p:cNvSpPr>
            <p:nvPr/>
          </p:nvSpPr>
          <p:spPr>
            <a:xfrm>
              <a:off x="647190" y="875063"/>
              <a:ext cx="69847" cy="635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7" name="asset_3412_15">
              <a:extLst>
                <a:ext uri="{FF2B5EF4-FFF2-40B4-BE49-F238E27FC236}">
                  <ns2:creationId id="{0F56588A-1064-4188-A199-BFFC23EAF27E}"/>
                </a:ext>
              </a:extLst>
            </p:cNvPr>
            <p:cNvSpPr>
              <a:spLocks noGrp="1"/>
            </p:cNvSpPr>
            <p:nvPr/>
          </p:nvSpPr>
          <p:spPr>
            <a:xfrm>
              <a:off x="700049" y="785517"/>
              <a:ext cx="49631" cy="451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8" name="asset_3412_16">
              <a:extLst>
                <a:ext uri="{FF2B5EF4-FFF2-40B4-BE49-F238E27FC236}">
                  <ns2:creationId id="{12432FAC-7BD8-4678-A3B9-863B49C6058D}"/>
                </a:ext>
              </a:extLst>
            </p:cNvPr>
            <p:cNvSpPr>
              <a:spLocks noGrp="1"/>
            </p:cNvSpPr>
            <p:nvPr/>
          </p:nvSpPr>
          <p:spPr>
            <a:xfrm>
              <a:off x="668307" y="764705"/>
              <a:ext cx="50529" cy="459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69" name="asset_3412_17">
              <a:extLst>
                <a:ext uri="{FF2B5EF4-FFF2-40B4-BE49-F238E27FC236}">
                  <ns2:creationId id="{BD5FCCF1-7733-4D14-AE1A-E4C985C7EE44}"/>
                </a:ext>
              </a:extLst>
            </p:cNvPr>
            <p:cNvSpPr>
              <a:spLocks noGrp="1"/>
            </p:cNvSpPr>
            <p:nvPr/>
          </p:nvSpPr>
          <p:spPr>
            <a:xfrm>
              <a:off x="598732" y="837647"/>
              <a:ext cx="46888" cy="426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0" name="asset_3412_18">
              <a:extLst>
                <a:ext uri="{FF2B5EF4-FFF2-40B4-BE49-F238E27FC236}">
                  <ns2:creationId id="{6048EA91-8693-432F-AC15-C41215A9067F}"/>
                </a:ext>
              </a:extLst>
            </p:cNvPr>
            <p:cNvSpPr>
              <a:spLocks noGrp="1"/>
            </p:cNvSpPr>
            <p:nvPr/>
          </p:nvSpPr>
          <p:spPr>
            <a:xfrm>
              <a:off x="687984" y="869189"/>
              <a:ext cx="66275" cy="602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1" name="asset_3412_19">
              <a:extLst>
                <a:ext uri="{FF2B5EF4-FFF2-40B4-BE49-F238E27FC236}">
                  <ns2:creationId id="{7210501F-D7C9-46D4-9154-F56363834A31}"/>
                </a:ext>
              </a:extLst>
            </p:cNvPr>
            <p:cNvSpPr>
              <a:spLocks noGrp="1"/>
            </p:cNvSpPr>
            <p:nvPr/>
          </p:nvSpPr>
          <p:spPr>
            <a:xfrm>
              <a:off x="716694" y="770836"/>
              <a:ext cx="57501" cy="522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2" name="asset_3412_20">
              <a:extLst>
                <a:ext uri="{FF2B5EF4-FFF2-40B4-BE49-F238E27FC236}">
                  <ns2:creationId id="{C35CF444-9835-4E1A-8E32-DD5EE2BFF667}"/>
                </a:ext>
              </a:extLst>
            </p:cNvPr>
            <p:cNvSpPr>
              <a:spLocks noGrp="1"/>
            </p:cNvSpPr>
            <p:nvPr/>
          </p:nvSpPr>
          <p:spPr>
            <a:xfrm>
              <a:off x="636511" y="805030"/>
              <a:ext cx="45388" cy="412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3" name="asset_3412_21">
              <a:extLst>
                <a:ext uri="{FF2B5EF4-FFF2-40B4-BE49-F238E27FC236}">
                  <ns2:creationId id="{537B45D2-8A8F-4895-9EF4-F71FCF8FC1C4}"/>
                </a:ext>
              </a:extLst>
            </p:cNvPr>
            <p:cNvSpPr>
              <a:spLocks noGrp="1"/>
            </p:cNvSpPr>
            <p:nvPr/>
          </p:nvSpPr>
          <p:spPr>
            <a:xfrm>
              <a:off x="638261" y="837680"/>
              <a:ext cx="63569" cy="578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4" name="asset_3412_22">
              <a:extLst>
                <a:ext uri="{FF2B5EF4-FFF2-40B4-BE49-F238E27FC236}">
                  <ns2:creationId id="{01B29A90-8A29-498D-8C4C-B4C0C82BBF85}"/>
                </a:ext>
              </a:extLst>
            </p:cNvPr>
            <p:cNvSpPr>
              <a:spLocks noGrp="1"/>
            </p:cNvSpPr>
            <p:nvPr/>
          </p:nvSpPr>
          <p:spPr>
            <a:xfrm>
              <a:off x="674660" y="861103"/>
              <a:ext cx="45772" cy="416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5" name="asset_3412_23">
              <a:extLst>
                <a:ext uri="{FF2B5EF4-FFF2-40B4-BE49-F238E27FC236}">
                  <ns2:creationId id="{CD5EE331-7CE5-418A-892D-0B1825AEECE0}"/>
                </a:ext>
              </a:extLst>
            </p:cNvPr>
            <p:cNvSpPr>
              <a:spLocks noGrp="1"/>
            </p:cNvSpPr>
            <p:nvPr/>
          </p:nvSpPr>
          <p:spPr>
            <a:xfrm>
              <a:off x="704143" y="827603"/>
              <a:ext cx="69469" cy="631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6" name="asset_3412_24">
              <a:extLst>
                <a:ext uri="{FF2B5EF4-FFF2-40B4-BE49-F238E27FC236}">
                  <ns2:creationId id="{5205D58F-B718-4E1C-9D22-F8497A330E27}"/>
                </a:ext>
              </a:extLst>
            </p:cNvPr>
            <p:cNvSpPr>
              <a:spLocks noGrp="1"/>
            </p:cNvSpPr>
            <p:nvPr/>
          </p:nvSpPr>
          <p:spPr>
            <a:xfrm>
              <a:off x="645683" y="777258"/>
              <a:ext cx="70277" cy="639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7" name="asset_3412_25">
              <a:extLst>
                <a:ext uri="{FF2B5EF4-FFF2-40B4-BE49-F238E27FC236}">
                  <ns2:creationId id="{4EEF4E29-A6D2-4035-9956-3D95E964F2F7}"/>
                </a:ext>
              </a:extLst>
            </p:cNvPr>
            <p:cNvSpPr>
              <a:spLocks noGrp="1"/>
            </p:cNvSpPr>
            <p:nvPr/>
          </p:nvSpPr>
          <p:spPr>
            <a:xfrm>
              <a:off x="636623" y="808154"/>
              <a:ext cx="58960" cy="536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8" name="asset_3412_26">
              <a:extLst>
                <a:ext uri="{FF2B5EF4-FFF2-40B4-BE49-F238E27FC236}">
                  <ns2:creationId id="{D66CB7A1-F059-4A22-82EB-96DD80182102}"/>
                </a:ext>
              </a:extLst>
            </p:cNvPr>
            <p:cNvSpPr>
              <a:spLocks noGrp="1"/>
            </p:cNvSpPr>
            <p:nvPr/>
          </p:nvSpPr>
          <p:spPr>
            <a:xfrm>
              <a:off x="667301" y="867371"/>
              <a:ext cx="53284" cy="4845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79" name="asset_3412_27">
              <a:extLst>
                <a:ext uri="{FF2B5EF4-FFF2-40B4-BE49-F238E27FC236}">
                  <ns2:creationId id="{FC37D6D5-B570-4927-9885-E8A5F8FD0D77}"/>
                </a:ext>
              </a:extLst>
            </p:cNvPr>
            <p:cNvSpPr>
              <a:spLocks noGrp="1"/>
            </p:cNvSpPr>
            <p:nvPr/>
          </p:nvSpPr>
          <p:spPr>
            <a:xfrm>
              <a:off x="714320" y="800679"/>
              <a:ext cx="52198" cy="474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0" name="asset_3412_28">
              <a:extLst>
                <a:ext uri="{FF2B5EF4-FFF2-40B4-BE49-F238E27FC236}">
                  <ns2:creationId id="{1FD0C4D3-F4DE-4269-B613-DE672FF97E40}"/>
                </a:ext>
              </a:extLst>
            </p:cNvPr>
            <p:cNvSpPr>
              <a:spLocks noGrp="1"/>
            </p:cNvSpPr>
            <p:nvPr/>
          </p:nvSpPr>
          <p:spPr>
            <a:xfrm>
              <a:off x="664541" y="787461"/>
              <a:ext cx="59784" cy="543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1" name="asset_3412_29">
              <a:extLst>
                <a:ext uri="{FF2B5EF4-FFF2-40B4-BE49-F238E27FC236}">
                  <ns2:creationId id="{CF498178-8B93-4332-AEE4-F7CA96077D98}"/>
                </a:ext>
              </a:extLst>
            </p:cNvPr>
            <p:cNvSpPr>
              <a:spLocks noGrp="1"/>
            </p:cNvSpPr>
            <p:nvPr/>
          </p:nvSpPr>
          <p:spPr>
            <a:xfrm>
              <a:off x="576241" y="835825"/>
              <a:ext cx="69305" cy="6302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2" name="asset_3412_30">
              <a:extLst>
                <a:ext uri="{FF2B5EF4-FFF2-40B4-BE49-F238E27FC236}">
                  <ns2:creationId id="{5225E879-79C5-47DD-A145-0BC833091673}"/>
                </a:ext>
              </a:extLst>
            </p:cNvPr>
            <p:cNvSpPr>
              <a:spLocks noGrp="1"/>
            </p:cNvSpPr>
            <p:nvPr/>
          </p:nvSpPr>
          <p:spPr>
            <a:xfrm>
              <a:off x="665124" y="849267"/>
              <a:ext cx="62193" cy="565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3" name="asset_3412_31">
              <a:extLst>
                <a:ext uri="{FF2B5EF4-FFF2-40B4-BE49-F238E27FC236}">
                  <ns2:creationId id="{6479CD47-E9D5-4525-821F-CEF084607013}"/>
                </a:ext>
              </a:extLst>
            </p:cNvPr>
            <p:cNvSpPr>
              <a:spLocks noGrp="1"/>
            </p:cNvSpPr>
            <p:nvPr/>
          </p:nvSpPr>
          <p:spPr>
            <a:xfrm>
              <a:off x="715191" y="783556"/>
              <a:ext cx="45416" cy="413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4" name="asset_3412_32">
              <a:extLst>
                <a:ext uri="{FF2B5EF4-FFF2-40B4-BE49-F238E27FC236}">
                  <ns2:creationId id="{310AD0E1-EC81-4D3C-A6BD-4BB6A13229E6}"/>
                </a:ext>
              </a:extLst>
            </p:cNvPr>
            <p:cNvSpPr>
              <a:spLocks noGrp="1"/>
            </p:cNvSpPr>
            <p:nvPr/>
          </p:nvSpPr>
          <p:spPr>
            <a:xfrm>
              <a:off x="643912" y="818051"/>
              <a:ext cx="55636" cy="505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5" name="asset_3412_33">
              <a:extLst>
                <a:ext uri="{FF2B5EF4-FFF2-40B4-BE49-F238E27FC236}">
                  <ns2:creationId id="{ACBA6F3F-31A3-40BB-A78F-6EACA0DABA2B}"/>
                </a:ext>
              </a:extLst>
            </p:cNvPr>
            <p:cNvSpPr>
              <a:spLocks noGrp="1"/>
            </p:cNvSpPr>
            <p:nvPr/>
          </p:nvSpPr>
          <p:spPr>
            <a:xfrm>
              <a:off x="625304" y="849053"/>
              <a:ext cx="66884" cy="608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6" name="asset_3412_34">
              <a:extLst>
                <a:ext uri="{FF2B5EF4-FFF2-40B4-BE49-F238E27FC236}">
                  <ns2:creationId id="{9361712E-1C85-4C4D-A163-0F008BDFC6FD}"/>
                </a:ext>
              </a:extLst>
            </p:cNvPr>
            <p:cNvSpPr>
              <a:spLocks noGrp="1"/>
            </p:cNvSpPr>
            <p:nvPr/>
          </p:nvSpPr>
          <p:spPr>
            <a:xfrm>
              <a:off x="692647" y="892243"/>
              <a:ext cx="65438" cy="595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7" name="asset_3412_35">
              <a:extLst>
                <a:ext uri="{FF2B5EF4-FFF2-40B4-BE49-F238E27FC236}">
                  <ns2:creationId id="{A0F45E33-3F7A-4F31-A06D-EFA466E0B322}"/>
                </a:ext>
              </a:extLst>
            </p:cNvPr>
            <p:cNvSpPr>
              <a:spLocks noGrp="1"/>
            </p:cNvSpPr>
            <p:nvPr/>
          </p:nvSpPr>
          <p:spPr>
            <a:xfrm>
              <a:off x="706491" y="838391"/>
              <a:ext cx="60698" cy="551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8" name="asset_3412_36">
              <a:extLst>
                <a:ext uri="{FF2B5EF4-FFF2-40B4-BE49-F238E27FC236}">
                  <ns2:creationId id="{E545C6E9-A62D-4B34-B324-48C19B40E00A}"/>
                </a:ext>
              </a:extLst>
            </p:cNvPr>
            <p:cNvSpPr>
              <a:spLocks noGrp="1"/>
            </p:cNvSpPr>
            <p:nvPr/>
          </p:nvSpPr>
          <p:spPr>
            <a:xfrm>
              <a:off x="681883" y="811712"/>
              <a:ext cx="50698" cy="461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89" name="asset_3412_37">
              <a:extLst>
                <a:ext uri="{FF2B5EF4-FFF2-40B4-BE49-F238E27FC236}">
                  <ns2:creationId id="{E3C7F907-F954-41E4-A34F-E04D93929CC5}"/>
                </a:ext>
              </a:extLst>
            </p:cNvPr>
            <p:cNvSpPr>
              <a:spLocks noGrp="1"/>
            </p:cNvSpPr>
            <p:nvPr/>
          </p:nvSpPr>
          <p:spPr>
            <a:xfrm>
              <a:off x="611001" y="846854"/>
              <a:ext cx="47559" cy="432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0" name="asset_3412_38">
              <a:extLst>
                <a:ext uri="{FF2B5EF4-FFF2-40B4-BE49-F238E27FC236}">
                  <ns2:creationId id="{B78E3EAE-6C9E-48CE-A887-AF88FF3190A7}"/>
                </a:ext>
              </a:extLst>
            </p:cNvPr>
            <p:cNvSpPr>
              <a:spLocks noGrp="1"/>
            </p:cNvSpPr>
            <p:nvPr/>
          </p:nvSpPr>
          <p:spPr>
            <a:xfrm>
              <a:off x="684330" y="904706"/>
              <a:ext cx="51698" cy="470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1" name="asset_3412_39">
              <a:extLst>
                <a:ext uri="{FF2B5EF4-FFF2-40B4-BE49-F238E27FC236}">
                  <ns2:creationId id="{7DA969D7-C5D7-486D-9AB8-BC9EF33D9B88}"/>
                </a:ext>
              </a:extLst>
            </p:cNvPr>
            <p:cNvSpPr>
              <a:spLocks noGrp="1"/>
            </p:cNvSpPr>
            <p:nvPr/>
          </p:nvSpPr>
          <p:spPr>
            <a:xfrm>
              <a:off x="683741" y="814489"/>
              <a:ext cx="62909" cy="572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2" name="asset_3412_40">
              <a:extLst>
                <a:ext uri="{FF2B5EF4-FFF2-40B4-BE49-F238E27FC236}">
                  <ns2:creationId id="{545C7CB2-5E10-42A0-AE6D-7385490B44A4}"/>
                </a:ext>
              </a:extLst>
            </p:cNvPr>
            <p:cNvSpPr>
              <a:spLocks noGrp="1"/>
            </p:cNvSpPr>
            <p:nvPr/>
          </p:nvSpPr>
          <p:spPr>
            <a:xfrm>
              <a:off x="637639" y="761786"/>
              <a:ext cx="63135" cy="574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3" name="asset_3412_41">
              <a:extLst>
                <a:ext uri="{FF2B5EF4-FFF2-40B4-BE49-F238E27FC236}">
                  <ns2:creationId id="{5E854554-5E3C-4588-B0ED-65FEBEDFDCE7}"/>
                </a:ext>
              </a:extLst>
            </p:cNvPr>
            <p:cNvSpPr>
              <a:spLocks noGrp="1"/>
            </p:cNvSpPr>
            <p:nvPr/>
          </p:nvSpPr>
          <p:spPr>
            <a:xfrm>
              <a:off x="617210" y="858848"/>
              <a:ext cx="63505" cy="5775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4" name="asset_3412_42">
              <a:extLst>
                <a:ext uri="{FF2B5EF4-FFF2-40B4-BE49-F238E27FC236}">
                  <ns2:creationId id="{88D26391-0484-4A0D-8947-10DDE3AFE1AE}"/>
                </a:ext>
              </a:extLst>
            </p:cNvPr>
            <p:cNvSpPr>
              <a:spLocks noGrp="1"/>
            </p:cNvSpPr>
            <p:nvPr/>
          </p:nvSpPr>
          <p:spPr>
            <a:xfrm>
              <a:off x="644378" y="873143"/>
              <a:ext cx="46459" cy="422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5" name="asset_3412_43">
              <a:extLst>
                <a:ext uri="{FF2B5EF4-FFF2-40B4-BE49-F238E27FC236}">
                  <ns2:creationId id="{D296FDD4-23D2-45B7-9FF3-E27F787D660C}"/>
                </a:ext>
              </a:extLst>
            </p:cNvPr>
            <p:cNvSpPr>
              <a:spLocks noGrp="1"/>
            </p:cNvSpPr>
            <p:nvPr/>
          </p:nvSpPr>
          <p:spPr>
            <a:xfrm>
              <a:off x="713957" y="785065"/>
              <a:ext cx="64210" cy="583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6" name="asset_3412_44">
              <a:extLst>
                <a:ext uri="{FF2B5EF4-FFF2-40B4-BE49-F238E27FC236}">
                  <ns2:creationId id="{EF19E3E1-E200-43A6-A171-5B9AE6307115}"/>
                </a:ext>
              </a:extLst>
            </p:cNvPr>
            <p:cNvSpPr>
              <a:spLocks noGrp="1"/>
            </p:cNvSpPr>
            <p:nvPr/>
          </p:nvSpPr>
          <p:spPr>
            <a:xfrm>
              <a:off x="627295" y="768401"/>
              <a:ext cx="71417" cy="649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7" name="asset_3412_45">
              <a:extLst>
                <a:ext uri="{FF2B5EF4-FFF2-40B4-BE49-F238E27FC236}">
                  <ns2:creationId id="{64AC7D4B-9025-46AF-8A10-A47D4828F877}"/>
                </a:ext>
              </a:extLst>
            </p:cNvPr>
            <p:cNvSpPr>
              <a:spLocks noGrp="1"/>
            </p:cNvSpPr>
            <p:nvPr/>
          </p:nvSpPr>
          <p:spPr>
            <a:xfrm>
              <a:off x="662127" y="830807"/>
              <a:ext cx="45722" cy="415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8" name="asset_3412_46">
              <a:extLst>
                <a:ext uri="{FF2B5EF4-FFF2-40B4-BE49-F238E27FC236}">
                  <ns2:creationId id="{B32E27BE-3649-40E9-BC53-D6D176B565CE}"/>
                </a:ext>
              </a:extLst>
            </p:cNvPr>
            <p:cNvSpPr>
              <a:spLocks noGrp="1"/>
            </p:cNvSpPr>
            <p:nvPr/>
          </p:nvSpPr>
          <p:spPr>
            <a:xfrm>
              <a:off x="674690" y="890903"/>
              <a:ext cx="54138" cy="4923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099" name="asset_3412_47">
              <a:extLst>
                <a:ext uri="{FF2B5EF4-FFF2-40B4-BE49-F238E27FC236}">
                  <ns2:creationId id="{79AD6BB7-7261-44B4-B8FC-2B10EE128DF9}"/>
                </a:ext>
              </a:extLst>
            </p:cNvPr>
            <p:cNvSpPr>
              <a:spLocks noGrp="1"/>
            </p:cNvSpPr>
            <p:nvPr/>
          </p:nvSpPr>
          <p:spPr>
            <a:xfrm>
              <a:off x="728838" y="783316"/>
              <a:ext cx="70817" cy="64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0" name="asset_3412_48">
              <a:extLst>
                <a:ext uri="{FF2B5EF4-FFF2-40B4-BE49-F238E27FC236}">
                  <ns2:creationId id="{C4A517CB-22E7-46FF-B7CE-F77262ECF306}"/>
                </a:ext>
              </a:extLst>
            </p:cNvPr>
            <p:cNvSpPr>
              <a:spLocks noGrp="1"/>
            </p:cNvSpPr>
            <p:nvPr/>
          </p:nvSpPr>
          <p:spPr>
            <a:xfrm>
              <a:off x="645703" y="808300"/>
              <a:ext cx="67481" cy="613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1" name="asset_3412_49">
              <a:extLst>
                <a:ext uri="{FF2B5EF4-FFF2-40B4-BE49-F238E27FC236}">
                  <ns2:creationId id="{8D3A1565-4090-4638-B9AE-985BC778A5DD}"/>
                </a:ext>
              </a:extLst>
            </p:cNvPr>
            <p:cNvSpPr>
              <a:spLocks noGrp="1"/>
            </p:cNvSpPr>
            <p:nvPr/>
          </p:nvSpPr>
          <p:spPr>
            <a:xfrm>
              <a:off x="594776" y="839283"/>
              <a:ext cx="49260" cy="447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2" name="asset_3412_50">
              <a:extLst>
                <a:ext uri="{FF2B5EF4-FFF2-40B4-BE49-F238E27FC236}">
                  <ns2:creationId id="{978EB237-A986-4756-BB58-571E1E957CAF}"/>
                </a:ext>
              </a:extLst>
            </p:cNvPr>
            <p:cNvSpPr>
              <a:spLocks noGrp="1"/>
            </p:cNvSpPr>
            <p:nvPr/>
          </p:nvSpPr>
          <p:spPr>
            <a:xfrm>
              <a:off x="654900" y="864265"/>
              <a:ext cx="67622" cy="614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EABDF">
                    <a:alpha val="73000"/>
                  </a:srgbClr>
                </a:gs>
                <a:gs pos="100000">
                  <a:srgbClr val="7EAB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03" name="asset_3412_51">
              <a:extLst>
                <a:ext uri="{FF2B5EF4-FFF2-40B4-BE49-F238E27FC236}">
                  <ns2:creationId id="{7351A4D0-5D28-499B-A47C-95178006B573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779774"/>
              <a:ext cx="231530" cy="212746"/>
            </a:xfrm>
            <a:custGeom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3" name="a | density cube M_diff"/>
          <p:cNvGrpSpPr/>
          <p:nvPr/>
        </p:nvGrpSpPr>
        <p:grpSpPr>
          <a:xfrm>
            <a:off x="160920" y="1176120"/>
            <a:ext cx="285840" cy="256320"/>
            <a:chOff x="160920" y="1176120"/>
            <a:chExt cx="285840" cy="256320"/>
          </a:xfrm>
        </p:grpSpPr>
        <p:sp>
          <p:nvSpPr>
            <p:cNvPr id="5104" name="asset_3413_0">
              <a:extLst>
                <a:ext uri="{FF2B5EF4-FFF2-40B4-BE49-F238E27FC236}">
                  <ns2:creationId id="{96AF6377-EF2A-4F71-BD12-BAECE2166337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176120"/>
              <a:ext cx="285840" cy="43574"/>
            </a:xfrm>
            <a:custGeom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105" name="asset_3413_1">
              <a:extLst>
                <a:ext uri="{FF2B5EF4-FFF2-40B4-BE49-F238E27FC236}">
                  <ns2:creationId id="{2DD5CEBF-F20D-4AD5-A6DD-D474845D2E78}"/>
                </a:ext>
              </a:extLst>
            </p:cNvPr>
            <p:cNvSpPr>
              <a:spLocks noGrp="1"/>
            </p:cNvSpPr>
            <p:nvPr/>
          </p:nvSpPr>
          <p:spPr>
            <a:xfrm>
              <a:off x="392450" y="1176120"/>
              <a:ext cx="54310" cy="256320"/>
            </a:xfrm>
            <a:custGeom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106" name="asset_3413_2">
              <a:extLst>
                <a:ext uri="{FF2B5EF4-FFF2-40B4-BE49-F238E27FC236}">
                  <ns2:creationId id="{DE71FA0F-2768-41D1-9C61-20D86FB6F904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1969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107" name="asset_3413_3">
              <a:extLst>
                <a:ext uri="{FF2B5EF4-FFF2-40B4-BE49-F238E27FC236}">
                  <ns2:creationId id="{7F684624-DE3A-4FF6-A73D-37C445214E83}"/>
                </a:ext>
              </a:extLst>
            </p:cNvPr>
            <p:cNvSpPr>
              <a:spLocks noGrp="1"/>
            </p:cNvSpPr>
            <p:nvPr/>
          </p:nvSpPr>
          <p:spPr>
            <a:xfrm>
              <a:off x="218803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08" name="asset_3413_4">
              <a:extLst>
                <a:ext uri="{FF2B5EF4-FFF2-40B4-BE49-F238E27FC236}">
                  <ns2:creationId id="{4AAA1139-87AE-4CFB-BFFB-B62CD7CF29BA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7288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09" name="asset_3413_5">
              <a:extLst>
                <a:ext uri="{FF2B5EF4-FFF2-40B4-BE49-F238E27FC236}">
                  <ns2:creationId id="{67D24C1C-B50F-4C5E-A90A-9B2A56F9A39C}"/>
                </a:ext>
              </a:extLst>
            </p:cNvPr>
            <p:cNvSpPr>
              <a:spLocks noGrp="1"/>
            </p:cNvSpPr>
            <p:nvPr/>
          </p:nvSpPr>
          <p:spPr>
            <a:xfrm>
              <a:off x="276685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0" name="asset_3413_6">
              <a:extLst>
                <a:ext uri="{FF2B5EF4-FFF2-40B4-BE49-F238E27FC236}">
                  <ns2:creationId id="{DECE3536-2EF3-4C9D-8AC7-B33FF5992C43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32606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1" name="asset_3413_7">
              <a:extLst>
                <a:ext uri="{FF2B5EF4-FFF2-40B4-BE49-F238E27FC236}">
                  <ns2:creationId id="{A92CB793-5553-4348-873B-7675EF567C36}"/>
                </a:ext>
              </a:extLst>
            </p:cNvPr>
            <p:cNvSpPr>
              <a:spLocks noGrp="1"/>
            </p:cNvSpPr>
            <p:nvPr/>
          </p:nvSpPr>
          <p:spPr>
            <a:xfrm>
              <a:off x="334568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2" name="asset_3413_8">
              <a:extLst>
                <a:ext uri="{FF2B5EF4-FFF2-40B4-BE49-F238E27FC236}">
                  <ns2:creationId id="{D2B04B1D-09B6-48F5-A36F-3F5A06CC447D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37925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13" name="asset_3413_9">
              <a:extLst>
                <a:ext uri="{FF2B5EF4-FFF2-40B4-BE49-F238E27FC236}">
                  <ns2:creationId id="{8DF44446-12A1-462E-8F3F-3B80853D0AAB}"/>
                </a:ext>
              </a:extLst>
            </p:cNvPr>
            <p:cNvSpPr>
              <a:spLocks noGrp="1"/>
            </p:cNvSpPr>
            <p:nvPr/>
          </p:nvSpPr>
          <p:spPr>
            <a:xfrm>
              <a:off x="181410" y="1248557"/>
              <a:ext cx="107801" cy="9803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4" name="asset_3413_10">
              <a:extLst>
                <a:ext uri="{FF2B5EF4-FFF2-40B4-BE49-F238E27FC236}">
                  <ns2:creationId id="{4F0BD022-5188-411F-B95B-322F583F3798}"/>
                </a:ext>
              </a:extLst>
            </p:cNvPr>
            <p:cNvSpPr>
              <a:spLocks noGrp="1"/>
            </p:cNvSpPr>
            <p:nvPr/>
          </p:nvSpPr>
          <p:spPr>
            <a:xfrm>
              <a:off x="230819" y="1277150"/>
              <a:ext cx="116784" cy="10620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5" name="asset_3413_11">
              <a:extLst>
                <a:ext uri="{FF2B5EF4-FFF2-40B4-BE49-F238E27FC236}">
                  <ns2:creationId id="{0F247497-D37D-43FD-AE5A-810E9FFCC67B}"/>
                </a:ext>
              </a:extLst>
            </p:cNvPr>
            <p:cNvSpPr>
              <a:spLocks noGrp="1"/>
            </p:cNvSpPr>
            <p:nvPr/>
          </p:nvSpPr>
          <p:spPr>
            <a:xfrm>
              <a:off x="273490" y="1224049"/>
              <a:ext cx="103309" cy="939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6" name="asset_3413_12">
              <a:extLst>
                <a:ext uri="{FF2B5EF4-FFF2-40B4-BE49-F238E27FC236}">
                  <ns2:creationId id="{F65A6389-FBB4-415F-9979-67939D96B227}"/>
                </a:ext>
              </a:extLst>
            </p:cNvPr>
            <p:cNvSpPr>
              <a:spLocks noGrp="1"/>
            </p:cNvSpPr>
            <p:nvPr/>
          </p:nvSpPr>
          <p:spPr>
            <a:xfrm>
              <a:off x="226327" y="1209752"/>
              <a:ext cx="98817" cy="8986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CCAA80">
                    <a:alpha val="60000"/>
                  </a:srgbClr>
                </a:gs>
                <a:gs pos="100000">
                  <a:srgbClr val="CCAA8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7" name="asset_3413_13">
              <a:extLst>
                <a:ext uri="{FF2B5EF4-FFF2-40B4-BE49-F238E27FC236}">
                  <ns2:creationId id="{740B05DB-45E1-4234-AEE0-1B4B35D70C20}"/>
                </a:ext>
              </a:extLst>
            </p:cNvPr>
            <p:cNvSpPr>
              <a:spLocks noGrp="1"/>
            </p:cNvSpPr>
            <p:nvPr/>
          </p:nvSpPr>
          <p:spPr>
            <a:xfrm>
              <a:off x="207275" y="1300939"/>
              <a:ext cx="47150" cy="4287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8" name="asset_3413_14">
              <a:extLst>
                <a:ext uri="{FF2B5EF4-FFF2-40B4-BE49-F238E27FC236}">
                  <ns2:creationId id="{8BC20217-2C17-4622-812E-3CFE6816177C}"/>
                </a:ext>
              </a:extLst>
            </p:cNvPr>
            <p:cNvSpPr>
              <a:spLocks noGrp="1"/>
            </p:cNvSpPr>
            <p:nvPr/>
          </p:nvSpPr>
          <p:spPr>
            <a:xfrm>
              <a:off x="249679" y="1317917"/>
              <a:ext cx="47375" cy="4308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19" name="asset_3413_15">
              <a:extLst>
                <a:ext uri="{FF2B5EF4-FFF2-40B4-BE49-F238E27FC236}">
                  <ns2:creationId id="{CDDB59BD-30F3-4896-B509-D7D8701698E8}"/>
                </a:ext>
              </a:extLst>
            </p:cNvPr>
            <p:cNvSpPr>
              <a:spLocks noGrp="1"/>
            </p:cNvSpPr>
            <p:nvPr/>
          </p:nvSpPr>
          <p:spPr>
            <a:xfrm>
              <a:off x="324273" y="1227294"/>
              <a:ext cx="38104" cy="346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0" name="asset_3413_16">
              <a:extLst>
                <a:ext uri="{FF2B5EF4-FFF2-40B4-BE49-F238E27FC236}">
                  <ns2:creationId id="{57054316-E387-47F0-AB89-326BB3EEA95F}"/>
                </a:ext>
              </a:extLst>
            </p:cNvPr>
            <p:cNvSpPr>
              <a:spLocks noGrp="1"/>
            </p:cNvSpPr>
            <p:nvPr/>
          </p:nvSpPr>
          <p:spPr>
            <a:xfrm>
              <a:off x="225774" y="1232818"/>
              <a:ext cx="35291" cy="320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1" name="asset_3413_17">
              <a:extLst>
                <a:ext uri="{FF2B5EF4-FFF2-40B4-BE49-F238E27FC236}">
                  <ns2:creationId id="{6C030053-39ED-41B2-9891-40C9E9F025F0}"/>
                </a:ext>
              </a:extLst>
            </p:cNvPr>
            <p:cNvSpPr>
              <a:spLocks noGrp="1"/>
            </p:cNvSpPr>
            <p:nvPr/>
          </p:nvSpPr>
          <p:spPr>
            <a:xfrm>
              <a:off x="197942" y="1264452"/>
              <a:ext cx="55295" cy="5028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2" name="asset_3413_18">
              <a:extLst>
                <a:ext uri="{FF2B5EF4-FFF2-40B4-BE49-F238E27FC236}">
                  <ns2:creationId id="{2B0479E9-9746-4647-AB5F-66C08D087E63}"/>
                </a:ext>
              </a:extLst>
            </p:cNvPr>
            <p:cNvSpPr>
              <a:spLocks noGrp="1"/>
            </p:cNvSpPr>
            <p:nvPr/>
          </p:nvSpPr>
          <p:spPr>
            <a:xfrm>
              <a:off x="284717" y="1316404"/>
              <a:ext cx="48465" cy="440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3" name="asset_3413_19">
              <a:extLst>
                <a:ext uri="{FF2B5EF4-FFF2-40B4-BE49-F238E27FC236}">
                  <ns2:creationId id="{80016479-7B0F-4BD2-BE1E-D4C04AB79BBC}"/>
                </a:ext>
              </a:extLst>
            </p:cNvPr>
            <p:cNvSpPr>
              <a:spLocks noGrp="1"/>
            </p:cNvSpPr>
            <p:nvPr/>
          </p:nvSpPr>
          <p:spPr>
            <a:xfrm>
              <a:off x="281796" y="1274922"/>
              <a:ext cx="44753" cy="406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4" name="asset_3413_20">
              <a:extLst>
                <a:ext uri="{FF2B5EF4-FFF2-40B4-BE49-F238E27FC236}">
                  <ns2:creationId id="{B6C19396-8EC4-4D18-BDB2-54E507B4B695}"/>
                </a:ext>
              </a:extLst>
            </p:cNvPr>
            <p:cNvSpPr>
              <a:spLocks noGrp="1"/>
            </p:cNvSpPr>
            <p:nvPr/>
          </p:nvSpPr>
          <p:spPr>
            <a:xfrm>
              <a:off x="267072" y="1264740"/>
              <a:ext cx="46202" cy="420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5" name="asset_3413_21">
              <a:extLst>
                <a:ext uri="{FF2B5EF4-FFF2-40B4-BE49-F238E27FC236}">
                  <ns2:creationId id="{EA3E067B-C177-40E9-B868-96DA72FA2462}"/>
                </a:ext>
              </a:extLst>
            </p:cNvPr>
            <p:cNvSpPr>
              <a:spLocks noGrp="1"/>
            </p:cNvSpPr>
            <p:nvPr/>
          </p:nvSpPr>
          <p:spPr>
            <a:xfrm>
              <a:off x="226551" y="1251177"/>
              <a:ext cx="47193" cy="429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6" name="asset_3413_22">
              <a:extLst>
                <a:ext uri="{FF2B5EF4-FFF2-40B4-BE49-F238E27FC236}">
                  <ns2:creationId id="{62CD4B73-490C-49C8-972F-5D2A7F89EAA4}"/>
                </a:ext>
              </a:extLst>
            </p:cNvPr>
            <p:cNvSpPr>
              <a:spLocks noGrp="1"/>
            </p:cNvSpPr>
            <p:nvPr/>
          </p:nvSpPr>
          <p:spPr>
            <a:xfrm>
              <a:off x="284906" y="1314282"/>
              <a:ext cx="39074" cy="3553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7" name="asset_3413_23">
              <a:extLst>
                <a:ext uri="{FF2B5EF4-FFF2-40B4-BE49-F238E27FC236}">
                  <ns2:creationId id="{CC83CBBB-BB9A-4E3A-B648-0D7B0D173AA8}"/>
                </a:ext>
              </a:extLst>
            </p:cNvPr>
            <p:cNvSpPr>
              <a:spLocks noGrp="1"/>
            </p:cNvSpPr>
            <p:nvPr/>
          </p:nvSpPr>
          <p:spPr>
            <a:xfrm>
              <a:off x="305192" y="1231356"/>
              <a:ext cx="50532" cy="459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8" name="asset_3413_24">
              <a:extLst>
                <a:ext uri="{FF2B5EF4-FFF2-40B4-BE49-F238E27FC236}">
                  <ns2:creationId id="{1C862F0E-B8D6-47EB-A5C9-26FB0F5C95FB}"/>
                </a:ext>
              </a:extLst>
            </p:cNvPr>
            <p:cNvSpPr>
              <a:spLocks noGrp="1"/>
            </p:cNvSpPr>
            <p:nvPr/>
          </p:nvSpPr>
          <p:spPr>
            <a:xfrm>
              <a:off x="246983" y="1227076"/>
              <a:ext cx="44091" cy="400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29" name="asset_3413_25">
              <a:extLst>
                <a:ext uri="{FF2B5EF4-FFF2-40B4-BE49-F238E27FC236}">
                  <ns2:creationId id="{2B634127-E2CA-4885-8C68-FD9DFA3D2B9B}"/>
                </a:ext>
              </a:extLst>
            </p:cNvPr>
            <p:cNvSpPr>
              <a:spLocks noGrp="1"/>
            </p:cNvSpPr>
            <p:nvPr/>
          </p:nvSpPr>
          <p:spPr>
            <a:xfrm>
              <a:off x="209337" y="1281095"/>
              <a:ext cx="46893" cy="426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0" name="asset_3413_26">
              <a:extLst>
                <a:ext uri="{FF2B5EF4-FFF2-40B4-BE49-F238E27FC236}">
                  <ns2:creationId id="{B737EFA1-45BC-497D-9D83-EA27D4907370}"/>
                </a:ext>
              </a:extLst>
            </p:cNvPr>
            <p:cNvSpPr>
              <a:spLocks noGrp="1"/>
            </p:cNvSpPr>
            <p:nvPr/>
          </p:nvSpPr>
          <p:spPr>
            <a:xfrm>
              <a:off x="238293" y="1310201"/>
              <a:ext cx="52593" cy="478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1" name="asset_3413_27">
              <a:extLst>
                <a:ext uri="{FF2B5EF4-FFF2-40B4-BE49-F238E27FC236}">
                  <ns2:creationId id="{AABD8F56-3222-4408-954B-44AD5B7530F3}"/>
                </a:ext>
              </a:extLst>
            </p:cNvPr>
            <p:cNvSpPr>
              <a:spLocks noGrp="1"/>
            </p:cNvSpPr>
            <p:nvPr/>
          </p:nvSpPr>
          <p:spPr>
            <a:xfrm>
              <a:off x="321398" y="1269254"/>
              <a:ext cx="57856" cy="526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2" name="asset_3413_28">
              <a:extLst>
                <a:ext uri="{FF2B5EF4-FFF2-40B4-BE49-F238E27FC236}">
                  <ns2:creationId id="{FE43E1AD-24F7-4F43-936C-3CBD5FA219F7}"/>
                </a:ext>
              </a:extLst>
            </p:cNvPr>
            <p:cNvSpPr>
              <a:spLocks noGrp="1"/>
            </p:cNvSpPr>
            <p:nvPr/>
          </p:nvSpPr>
          <p:spPr>
            <a:xfrm>
              <a:off x="253444" y="1258758"/>
              <a:ext cx="45030" cy="409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3" name="asset_3413_29">
              <a:extLst>
                <a:ext uri="{FF2B5EF4-FFF2-40B4-BE49-F238E27FC236}">
                  <ns2:creationId id="{7854089A-65CC-4E4B-A30C-1294301F41E4}"/>
                </a:ext>
              </a:extLst>
            </p:cNvPr>
            <p:cNvSpPr>
              <a:spLocks noGrp="1"/>
            </p:cNvSpPr>
            <p:nvPr/>
          </p:nvSpPr>
          <p:spPr>
            <a:xfrm>
              <a:off x="219427" y="1238101"/>
              <a:ext cx="52062" cy="4734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4" name="asset_3413_30">
              <a:extLst>
                <a:ext uri="{FF2B5EF4-FFF2-40B4-BE49-F238E27FC236}">
                  <ns2:creationId id="{DC5C5D5D-CA84-41BD-80D2-0BF0D2D20513}"/>
                </a:ext>
              </a:extLst>
            </p:cNvPr>
            <p:cNvSpPr>
              <a:spLocks noGrp="1"/>
            </p:cNvSpPr>
            <p:nvPr/>
          </p:nvSpPr>
          <p:spPr>
            <a:xfrm>
              <a:off x="229959" y="1318350"/>
              <a:ext cx="35062" cy="3188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5" name="asset_3413_31">
              <a:extLst>
                <a:ext uri="{FF2B5EF4-FFF2-40B4-BE49-F238E27FC236}">
                  <ns2:creationId id="{A7BE6731-3A2B-4624-80C3-F63921C30278}"/>
                </a:ext>
              </a:extLst>
            </p:cNvPr>
            <p:cNvSpPr>
              <a:spLocks noGrp="1"/>
            </p:cNvSpPr>
            <p:nvPr/>
          </p:nvSpPr>
          <p:spPr>
            <a:xfrm>
              <a:off x="336804" y="1263402"/>
              <a:ext cx="37332" cy="339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6" name="asset_3413_32">
              <a:extLst>
                <a:ext uri="{FF2B5EF4-FFF2-40B4-BE49-F238E27FC236}">
                  <ns2:creationId id="{AFCF401B-3D66-49BA-ABDE-541239617AA5}"/>
                </a:ext>
              </a:extLst>
            </p:cNvPr>
            <p:cNvSpPr>
              <a:spLocks noGrp="1"/>
            </p:cNvSpPr>
            <p:nvPr/>
          </p:nvSpPr>
          <p:spPr>
            <a:xfrm>
              <a:off x="227834" y="1215344"/>
              <a:ext cx="48136" cy="437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7" name="asset_3413_33">
              <a:extLst>
                <a:ext uri="{FF2B5EF4-FFF2-40B4-BE49-F238E27FC236}">
                  <ns2:creationId id="{92D301C1-D4D0-49D9-ABED-3FB030ED0E6F}"/>
                </a:ext>
              </a:extLst>
            </p:cNvPr>
            <p:cNvSpPr>
              <a:spLocks noGrp="1"/>
            </p:cNvSpPr>
            <p:nvPr/>
          </p:nvSpPr>
          <p:spPr>
            <a:xfrm>
              <a:off x="228960" y="1264047"/>
              <a:ext cx="55232" cy="5022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8" name="asset_3413_34">
              <a:extLst>
                <a:ext uri="{FF2B5EF4-FFF2-40B4-BE49-F238E27FC236}">
                  <ns2:creationId id="{DF015140-279E-42F9-B115-F352F2801A81}"/>
                </a:ext>
              </a:extLst>
            </p:cNvPr>
            <p:cNvSpPr>
              <a:spLocks noGrp="1"/>
            </p:cNvSpPr>
            <p:nvPr/>
          </p:nvSpPr>
          <p:spPr>
            <a:xfrm>
              <a:off x="277925" y="1317864"/>
              <a:ext cx="54288" cy="493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39" name="asset_3413_35">
              <a:extLst>
                <a:ext uri="{FF2B5EF4-FFF2-40B4-BE49-F238E27FC236}">
                  <ns2:creationId id="{EC6011CF-0B37-489D-B1D0-3E82EF45E38A}"/>
                </a:ext>
              </a:extLst>
            </p:cNvPr>
            <p:cNvSpPr>
              <a:spLocks noGrp="1"/>
            </p:cNvSpPr>
            <p:nvPr/>
          </p:nvSpPr>
          <p:spPr>
            <a:xfrm>
              <a:off x="307909" y="1244515"/>
              <a:ext cx="45762" cy="4161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0" name="asset_3413_36">
              <a:extLst>
                <a:ext uri="{FF2B5EF4-FFF2-40B4-BE49-F238E27FC236}">
                  <ns2:creationId id="{E228F00E-AAEB-4762-B721-362A7ED68F12}"/>
                </a:ext>
              </a:extLst>
            </p:cNvPr>
            <p:cNvSpPr>
              <a:spLocks noGrp="1"/>
            </p:cNvSpPr>
            <p:nvPr/>
          </p:nvSpPr>
          <p:spPr>
            <a:xfrm>
              <a:off x="279466" y="1264065"/>
              <a:ext cx="34731" cy="3158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1" name="asset_3413_37">
              <a:extLst>
                <a:ext uri="{FF2B5EF4-FFF2-40B4-BE49-F238E27FC236}">
                  <ns2:creationId id="{56D2E88C-77C6-4C65-AD82-60595AB343D4}"/>
                </a:ext>
              </a:extLst>
            </p:cNvPr>
            <p:cNvSpPr>
              <a:spLocks noGrp="1"/>
            </p:cNvSpPr>
            <p:nvPr/>
          </p:nvSpPr>
          <p:spPr>
            <a:xfrm>
              <a:off x="224671" y="1263858"/>
              <a:ext cx="39472" cy="358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2" name="asset_3413_38">
              <a:extLst>
                <a:ext uri="{FF2B5EF4-FFF2-40B4-BE49-F238E27FC236}">
                  <ns2:creationId id="{F61DF0E4-6C52-48CE-B6F6-AA03069E7D99}"/>
                </a:ext>
              </a:extLst>
            </p:cNvPr>
            <p:cNvSpPr>
              <a:spLocks noGrp="1"/>
            </p:cNvSpPr>
            <p:nvPr/>
          </p:nvSpPr>
          <p:spPr>
            <a:xfrm>
              <a:off x="260503" y="1277190"/>
              <a:ext cx="56525" cy="5140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3" name="asset_3413_39">
              <a:extLst>
                <a:ext uri="{FF2B5EF4-FFF2-40B4-BE49-F238E27FC236}">
                  <ns2:creationId id="{06D52969-FDE8-457D-9CCC-F594D4095625}"/>
                </a:ext>
              </a:extLst>
            </p:cNvPr>
            <p:cNvSpPr>
              <a:spLocks noGrp="1"/>
            </p:cNvSpPr>
            <p:nvPr/>
          </p:nvSpPr>
          <p:spPr>
            <a:xfrm>
              <a:off x="279530" y="1219117"/>
              <a:ext cx="49716" cy="4521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4" name="asset_3413_40">
              <a:extLst>
                <a:ext uri="{FF2B5EF4-FFF2-40B4-BE49-F238E27FC236}">
                  <ns2:creationId id="{03BB2723-84F7-40DD-B621-535E923BAB74}"/>
                </a:ext>
              </a:extLst>
            </p:cNvPr>
            <p:cNvSpPr>
              <a:spLocks noGrp="1"/>
            </p:cNvSpPr>
            <p:nvPr/>
          </p:nvSpPr>
          <p:spPr>
            <a:xfrm>
              <a:off x="261526" y="1246033"/>
              <a:ext cx="40383" cy="3672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5" name="asset_3413_41">
              <a:extLst>
                <a:ext uri="{FF2B5EF4-FFF2-40B4-BE49-F238E27FC236}">
                  <ns2:creationId id="{C1CDB97A-B0F0-440A-AE2F-8BAA25DD7496}"/>
                </a:ext>
              </a:extLst>
            </p:cNvPr>
            <p:cNvSpPr>
              <a:spLocks noGrp="1"/>
            </p:cNvSpPr>
            <p:nvPr/>
          </p:nvSpPr>
          <p:spPr>
            <a:xfrm>
              <a:off x="237551" y="1272828"/>
              <a:ext cx="39056" cy="355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6" name="asset_3413_42">
              <a:extLst>
                <a:ext uri="{FF2B5EF4-FFF2-40B4-BE49-F238E27FC236}">
                  <ns2:creationId id="{817B9DD0-9DE1-4A6B-A94B-EFCA0FFE83BD}"/>
                </a:ext>
              </a:extLst>
            </p:cNvPr>
            <p:cNvSpPr>
              <a:spLocks noGrp="1"/>
            </p:cNvSpPr>
            <p:nvPr/>
          </p:nvSpPr>
          <p:spPr>
            <a:xfrm>
              <a:off x="261167" y="1337746"/>
              <a:ext cx="47847" cy="435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7" name="asset_3413_43">
              <a:extLst>
                <a:ext uri="{FF2B5EF4-FFF2-40B4-BE49-F238E27FC236}">
                  <ns2:creationId id="{7226DCF4-10D9-446B-8040-8BC838958EE7}"/>
                </a:ext>
              </a:extLst>
            </p:cNvPr>
            <p:cNvSpPr>
              <a:spLocks noGrp="1"/>
            </p:cNvSpPr>
            <p:nvPr/>
          </p:nvSpPr>
          <p:spPr>
            <a:xfrm>
              <a:off x="323515" y="1223085"/>
              <a:ext cx="33680" cy="306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8" name="asset_3413_44">
              <a:extLst>
                <a:ext uri="{FF2B5EF4-FFF2-40B4-BE49-F238E27FC236}">
                  <ns2:creationId id="{567BD552-BACB-452F-BF23-0955FF8C29A0}"/>
                </a:ext>
              </a:extLst>
            </p:cNvPr>
            <p:cNvSpPr>
              <a:spLocks noGrp="1"/>
            </p:cNvSpPr>
            <p:nvPr/>
          </p:nvSpPr>
          <p:spPr>
            <a:xfrm>
              <a:off x="249249" y="1220053"/>
              <a:ext cx="34950" cy="3178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49" name="asset_3413_45">
              <a:extLst>
                <a:ext uri="{FF2B5EF4-FFF2-40B4-BE49-F238E27FC236}">
                  <ns2:creationId id="{CCC6960C-7A6B-4EAB-9AFB-7050002D2926}"/>
                </a:ext>
              </a:extLst>
            </p:cNvPr>
            <p:cNvSpPr>
              <a:spLocks noGrp="1"/>
            </p:cNvSpPr>
            <p:nvPr/>
          </p:nvSpPr>
          <p:spPr>
            <a:xfrm>
              <a:off x="244019" y="1297552"/>
              <a:ext cx="38978" cy="354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0" name="asset_3413_46">
              <a:extLst>
                <a:ext uri="{FF2B5EF4-FFF2-40B4-BE49-F238E27FC236}">
                  <ns2:creationId id="{B81D4F7C-111F-4018-9256-ED1DA1F9943B}"/>
                </a:ext>
              </a:extLst>
            </p:cNvPr>
            <p:cNvSpPr>
              <a:spLocks noGrp="1"/>
            </p:cNvSpPr>
            <p:nvPr/>
          </p:nvSpPr>
          <p:spPr>
            <a:xfrm>
              <a:off x="298347" y="1306680"/>
              <a:ext cx="47957" cy="436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1" name="asset_3413_47">
              <a:extLst>
                <a:ext uri="{FF2B5EF4-FFF2-40B4-BE49-F238E27FC236}">
                  <ns2:creationId id="{C29ED04F-9904-45FB-A5FA-0040EA7DBF30}"/>
                </a:ext>
              </a:extLst>
            </p:cNvPr>
            <p:cNvSpPr>
              <a:spLocks noGrp="1"/>
            </p:cNvSpPr>
            <p:nvPr/>
          </p:nvSpPr>
          <p:spPr>
            <a:xfrm>
              <a:off x="304954" y="1280878"/>
              <a:ext cx="35290" cy="320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2" name="asset_3413_48">
              <a:extLst>
                <a:ext uri="{FF2B5EF4-FFF2-40B4-BE49-F238E27FC236}">
                  <ns2:creationId id="{1FE050AB-AB03-45C6-80A9-E40EE2BAACE7}"/>
                </a:ext>
              </a:extLst>
            </p:cNvPr>
            <p:cNvSpPr>
              <a:spLocks noGrp="1"/>
            </p:cNvSpPr>
            <p:nvPr/>
          </p:nvSpPr>
          <p:spPr>
            <a:xfrm>
              <a:off x="224818" y="1222447"/>
              <a:ext cx="53204" cy="4838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3" name="asset_3413_49">
              <a:extLst>
                <a:ext uri="{FF2B5EF4-FFF2-40B4-BE49-F238E27FC236}">
                  <ns2:creationId id="{8F35C778-4129-448D-987F-47845CA93ADD}"/>
                </a:ext>
              </a:extLst>
            </p:cNvPr>
            <p:cNvSpPr>
              <a:spLocks noGrp="1"/>
            </p:cNvSpPr>
            <p:nvPr/>
          </p:nvSpPr>
          <p:spPr>
            <a:xfrm>
              <a:off x="210135" y="1259740"/>
              <a:ext cx="32927" cy="299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4" name="asset_3413_50">
              <a:extLst>
                <a:ext uri="{FF2B5EF4-FFF2-40B4-BE49-F238E27FC236}">
                  <ns2:creationId id="{255254BA-4F41-4406-ACD2-12247E025875}"/>
                </a:ext>
              </a:extLst>
            </p:cNvPr>
            <p:cNvSpPr>
              <a:spLocks noGrp="1"/>
            </p:cNvSpPr>
            <p:nvPr/>
          </p:nvSpPr>
          <p:spPr>
            <a:xfrm>
              <a:off x="229140" y="1309742"/>
              <a:ext cx="33276" cy="302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CCAA80">
                    <a:alpha val="73000"/>
                  </a:srgbClr>
                </a:gs>
                <a:gs pos="100000">
                  <a:srgbClr val="CCAA8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55" name="asset_3413_51">
              <a:extLst>
                <a:ext uri="{FF2B5EF4-FFF2-40B4-BE49-F238E27FC236}">
                  <ns2:creationId id="{F35543E0-FD67-46D2-ADCA-935F934B61B1}"/>
                </a:ext>
              </a:extLst>
            </p:cNvPr>
            <p:cNvSpPr>
              <a:spLocks noGrp="1"/>
            </p:cNvSpPr>
            <p:nvPr/>
          </p:nvSpPr>
          <p:spPr>
            <a:xfrm>
              <a:off x="160920" y="1219694"/>
              <a:ext cx="231530" cy="212746"/>
            </a:xfrm>
            <a:custGeom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4" name="a | density cube M_diff+"/>
          <p:cNvGrpSpPr/>
          <p:nvPr/>
        </p:nvGrpSpPr>
        <p:grpSpPr>
          <a:xfrm>
            <a:off x="571680" y="1176120"/>
            <a:ext cx="285840" cy="256320"/>
            <a:chOff x="571680" y="1176120"/>
            <a:chExt cx="285840" cy="256320"/>
          </a:xfrm>
        </p:grpSpPr>
        <p:sp>
          <p:nvSpPr>
            <p:cNvPr id="5156" name="asset_3414_0">
              <a:extLst>
                <a:ext uri="{FF2B5EF4-FFF2-40B4-BE49-F238E27FC236}">
                  <ns2:creationId id="{0B1C736D-2ECC-4FF6-BAD3-A6982D2BC563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176120"/>
              <a:ext cx="285840" cy="43574"/>
            </a:xfrm>
            <a:custGeom>
              <a:pathLst>
                <a:path w="285840" h="43574">
                  <a:moveTo>
                    <a:pt x="0" y="43574"/>
                  </a:moveTo>
                  <a:lnTo>
                    <a:pt x="54310" y="0"/>
                  </a:lnTo>
                  <a:lnTo>
                    <a:pt x="285840" y="0"/>
                  </a:lnTo>
                  <a:lnTo>
                    <a:pt x="231530" y="43574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157" name="asset_3414_1">
              <a:extLst>
                <a:ext uri="{FF2B5EF4-FFF2-40B4-BE49-F238E27FC236}">
                  <ns2:creationId id="{937C63FC-43F7-4666-9595-D84081727E04}"/>
                </a:ext>
              </a:extLst>
            </p:cNvPr>
            <p:cNvSpPr>
              <a:spLocks noGrp="1"/>
            </p:cNvSpPr>
            <p:nvPr/>
          </p:nvSpPr>
          <p:spPr>
            <a:xfrm>
              <a:off x="803210" y="1176120"/>
              <a:ext cx="54310" cy="256320"/>
            </a:xfrm>
            <a:custGeom>
              <a:pathLst>
                <a:path w="54310" h="256320">
                  <a:moveTo>
                    <a:pt x="0" y="43574"/>
                  </a:moveTo>
                  <a:lnTo>
                    <a:pt x="54310" y="0"/>
                  </a:lnTo>
                  <a:lnTo>
                    <a:pt x="54310" y="212746"/>
                  </a:lnTo>
                  <a:lnTo>
                    <a:pt x="0" y="2563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158" name="asset_3414_2">
              <a:extLst>
                <a:ext uri="{FF2B5EF4-FFF2-40B4-BE49-F238E27FC236}">
                  <ns2:creationId id="{5785940C-F9E4-4269-96C9-5077EB45E45F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19694"/>
              <a:ext cx="231530" cy="212746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159" name="asset_3414_3">
              <a:extLst>
                <a:ext uri="{FF2B5EF4-FFF2-40B4-BE49-F238E27FC236}">
                  <ns2:creationId id="{80C086DD-FDCF-435F-AB33-DD14E6F7126A}"/>
                </a:ext>
              </a:extLst>
            </p:cNvPr>
            <p:cNvSpPr>
              <a:spLocks noGrp="1"/>
            </p:cNvSpPr>
            <p:nvPr/>
          </p:nvSpPr>
          <p:spPr>
            <a:xfrm>
              <a:off x="629563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0" name="asset_3414_4">
              <a:extLst>
                <a:ext uri="{FF2B5EF4-FFF2-40B4-BE49-F238E27FC236}">
                  <ns2:creationId id="{BA402833-278F-4B3A-B975-0B00DFCBFB5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72881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1" name="asset_3414_5">
              <a:extLst>
                <a:ext uri="{FF2B5EF4-FFF2-40B4-BE49-F238E27FC236}">
                  <ns2:creationId id="{53E5450D-1CC6-47D8-8CC4-DE681D934DFB}"/>
                </a:ext>
              </a:extLst>
            </p:cNvPr>
            <p:cNvSpPr>
              <a:spLocks noGrp="1"/>
            </p:cNvSpPr>
            <p:nvPr/>
          </p:nvSpPr>
          <p:spPr>
            <a:xfrm>
              <a:off x="687445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2" name="asset_3414_6">
              <a:extLst>
                <a:ext uri="{FF2B5EF4-FFF2-40B4-BE49-F238E27FC236}">
                  <ns2:creationId id="{84D8B9B0-BF12-412D-9DC1-76D461823309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326067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3" name="asset_3414_7">
              <a:extLst>
                <a:ext uri="{FF2B5EF4-FFF2-40B4-BE49-F238E27FC236}">
                  <ns2:creationId id="{F5E87C95-4FAA-4CC4-B06C-2C1B13222B8D}"/>
                </a:ext>
              </a:extLst>
            </p:cNvPr>
            <p:cNvSpPr>
              <a:spLocks noGrp="1"/>
            </p:cNvSpPr>
            <p:nvPr/>
          </p:nvSpPr>
          <p:spPr>
            <a:xfrm>
              <a:off x="745328" y="1219694"/>
              <a:ext cx="4" cy="212746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4" name="asset_3414_8">
              <a:extLst>
                <a:ext uri="{FF2B5EF4-FFF2-40B4-BE49-F238E27FC236}">
                  <ns2:creationId id="{D08479BC-AC81-4222-AD60-10DBEF7A6E9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379254"/>
              <a:ext cx="231530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165" name="asset_3414_9">
              <a:extLst>
                <a:ext uri="{FF2B5EF4-FFF2-40B4-BE49-F238E27FC236}">
                  <ns2:creationId id="{9D1314A8-F0C1-4248-AC24-68B954199852}"/>
                </a:ext>
              </a:extLst>
            </p:cNvPr>
            <p:cNvSpPr>
              <a:spLocks noGrp="1"/>
            </p:cNvSpPr>
            <p:nvPr/>
          </p:nvSpPr>
          <p:spPr>
            <a:xfrm>
              <a:off x="616875" y="1258769"/>
              <a:ext cx="112292" cy="10211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0B9AB">
                    <a:alpha val="60000"/>
                  </a:srgbClr>
                </a:gs>
                <a:gs pos="100000">
                  <a:srgbClr val="80B9A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6" name="asset_3414_10">
              <a:extLst>
                <a:ext uri="{FF2B5EF4-FFF2-40B4-BE49-F238E27FC236}">
                  <ns2:creationId id="{FBD57600-7CEB-4CDD-B521-28A30AEDE2F9}"/>
                </a:ext>
              </a:extLst>
            </p:cNvPr>
            <p:cNvSpPr>
              <a:spLocks noGrp="1"/>
            </p:cNvSpPr>
            <p:nvPr/>
          </p:nvSpPr>
          <p:spPr>
            <a:xfrm>
              <a:off x="684250" y="1238345"/>
              <a:ext cx="85342" cy="77610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0B9AB">
                    <a:alpha val="60000"/>
                  </a:srgbClr>
                </a:gs>
                <a:gs pos="100000">
                  <a:srgbClr val="80B9AB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7" name="asset_3414_11">
              <a:extLst>
                <a:ext uri="{FF2B5EF4-FFF2-40B4-BE49-F238E27FC236}">
                  <ns2:creationId id="{06A81D27-2E50-407A-B9C6-83571CA9EC3D}"/>
                </a:ext>
              </a:extLst>
            </p:cNvPr>
            <p:cNvSpPr>
              <a:spLocks noGrp="1"/>
            </p:cNvSpPr>
            <p:nvPr/>
          </p:nvSpPr>
          <p:spPr>
            <a:xfrm>
              <a:off x="678946" y="1299635"/>
              <a:ext cx="53300" cy="484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8" name="asset_3414_12">
              <a:extLst>
                <a:ext uri="{FF2B5EF4-FFF2-40B4-BE49-F238E27FC236}">
                  <ns2:creationId id="{809A5CEF-FA0A-42B3-90E8-473862C093B2}"/>
                </a:ext>
              </a:extLst>
            </p:cNvPr>
            <p:cNvSpPr>
              <a:spLocks noGrp="1"/>
            </p:cNvSpPr>
            <p:nvPr/>
          </p:nvSpPr>
          <p:spPr>
            <a:xfrm>
              <a:off x="700621" y="1238569"/>
              <a:ext cx="55136" cy="5014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69" name="asset_3414_13">
              <a:extLst>
                <a:ext uri="{FF2B5EF4-FFF2-40B4-BE49-F238E27FC236}">
                  <ns2:creationId id="{0C482ECC-BBAB-4A4B-8A34-95C337092651}"/>
                </a:ext>
              </a:extLst>
            </p:cNvPr>
            <p:cNvSpPr>
              <a:spLocks noGrp="1"/>
            </p:cNvSpPr>
            <p:nvPr/>
          </p:nvSpPr>
          <p:spPr>
            <a:xfrm>
              <a:off x="662074" y="1316337"/>
              <a:ext cx="54027" cy="491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0" name="asset_3414_14">
              <a:extLst>
                <a:ext uri="{FF2B5EF4-FFF2-40B4-BE49-F238E27FC236}">
                  <ns2:creationId id="{4E7EE424-3E1B-4E93-B011-39A4207D8743}"/>
                </a:ext>
              </a:extLst>
            </p:cNvPr>
            <p:cNvSpPr>
              <a:spLocks noGrp="1"/>
            </p:cNvSpPr>
            <p:nvPr/>
          </p:nvSpPr>
          <p:spPr>
            <a:xfrm>
              <a:off x="737584" y="1261375"/>
              <a:ext cx="39022" cy="354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1" name="asset_3414_15">
              <a:extLst>
                <a:ext uri="{FF2B5EF4-FFF2-40B4-BE49-F238E27FC236}">
                  <ns2:creationId id="{81DAD5AA-6CFF-4628-999B-466589AE1FC4}"/>
                </a:ext>
              </a:extLst>
            </p:cNvPr>
            <p:cNvSpPr>
              <a:spLocks noGrp="1"/>
            </p:cNvSpPr>
            <p:nvPr/>
          </p:nvSpPr>
          <p:spPr>
            <a:xfrm>
              <a:off x="656636" y="1308255"/>
              <a:ext cx="50230" cy="456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2" name="asset_3414_16">
              <a:extLst>
                <a:ext uri="{FF2B5EF4-FFF2-40B4-BE49-F238E27FC236}">
                  <ns2:creationId id="{1B877CEC-535D-474C-B379-02C04636DC12}"/>
                </a:ext>
              </a:extLst>
            </p:cNvPr>
            <p:cNvSpPr>
              <a:spLocks noGrp="1"/>
            </p:cNvSpPr>
            <p:nvPr/>
          </p:nvSpPr>
          <p:spPr>
            <a:xfrm>
              <a:off x="716677" y="1230022"/>
              <a:ext cx="52846" cy="480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3" name="asset_3414_17">
              <a:extLst>
                <a:ext uri="{FF2B5EF4-FFF2-40B4-BE49-F238E27FC236}">
                  <ns2:creationId id="{8128A240-90A3-46BF-A78C-C76D0051DE52}"/>
                </a:ext>
              </a:extLst>
            </p:cNvPr>
            <p:cNvSpPr>
              <a:spLocks noGrp="1"/>
            </p:cNvSpPr>
            <p:nvPr/>
          </p:nvSpPr>
          <p:spPr>
            <a:xfrm>
              <a:off x="622107" y="1288759"/>
              <a:ext cx="53269" cy="484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4" name="asset_3414_18">
              <a:extLst>
                <a:ext uri="{FF2B5EF4-FFF2-40B4-BE49-F238E27FC236}">
                  <ns2:creationId id="{122B2273-9058-4ABE-B3A8-51E42B5ED5D7}"/>
                </a:ext>
              </a:extLst>
            </p:cNvPr>
            <p:cNvSpPr>
              <a:spLocks noGrp="1"/>
            </p:cNvSpPr>
            <p:nvPr/>
          </p:nvSpPr>
          <p:spPr>
            <a:xfrm>
              <a:off x="685531" y="1258088"/>
              <a:ext cx="57722" cy="524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5" name="asset_3414_19">
              <a:extLst>
                <a:ext uri="{FF2B5EF4-FFF2-40B4-BE49-F238E27FC236}">
                  <ns2:creationId id="{E425EAEA-7675-414A-A10F-CBE40A030BA6}"/>
                </a:ext>
              </a:extLst>
            </p:cNvPr>
            <p:cNvSpPr>
              <a:spLocks noGrp="1"/>
            </p:cNvSpPr>
            <p:nvPr/>
          </p:nvSpPr>
          <p:spPr>
            <a:xfrm>
              <a:off x="634616" y="1285206"/>
              <a:ext cx="35782" cy="3254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6" name="asset_3414_20">
              <a:extLst>
                <a:ext uri="{FF2B5EF4-FFF2-40B4-BE49-F238E27FC236}">
                  <ns2:creationId id="{2684F19C-499A-4C22-A888-11B52D688E2A}"/>
                </a:ext>
              </a:extLst>
            </p:cNvPr>
            <p:cNvSpPr>
              <a:spLocks noGrp="1"/>
            </p:cNvSpPr>
            <p:nvPr/>
          </p:nvSpPr>
          <p:spPr>
            <a:xfrm>
              <a:off x="703132" y="1235535"/>
              <a:ext cx="50484" cy="459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7" name="asset_3414_21">
              <a:extLst>
                <a:ext uri="{FF2B5EF4-FFF2-40B4-BE49-F238E27FC236}">
                  <ns2:creationId id="{64FCBEBD-D0A5-457E-BC62-8AC6B45991E0}"/>
                </a:ext>
              </a:extLst>
            </p:cNvPr>
            <p:cNvSpPr>
              <a:spLocks noGrp="1"/>
            </p:cNvSpPr>
            <p:nvPr/>
          </p:nvSpPr>
          <p:spPr>
            <a:xfrm>
              <a:off x="666247" y="1263146"/>
              <a:ext cx="46316" cy="421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8" name="asset_3414_22">
              <a:extLst>
                <a:ext uri="{FF2B5EF4-FFF2-40B4-BE49-F238E27FC236}">
                  <ns2:creationId id="{1C090870-6508-4320-B574-C8B0F9A29602}"/>
                </a:ext>
              </a:extLst>
            </p:cNvPr>
            <p:cNvSpPr>
              <a:spLocks noGrp="1"/>
            </p:cNvSpPr>
            <p:nvPr/>
          </p:nvSpPr>
          <p:spPr>
            <a:xfrm>
              <a:off x="689187" y="1226321"/>
              <a:ext cx="52069" cy="4735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79" name="asset_3414_23">
              <a:extLst>
                <a:ext uri="{FF2B5EF4-FFF2-40B4-BE49-F238E27FC236}">
                  <ns2:creationId id="{D4A273CD-A67B-4AB4-8C24-44D617B03ADB}"/>
                </a:ext>
              </a:extLst>
            </p:cNvPr>
            <p:cNvSpPr>
              <a:spLocks noGrp="1"/>
            </p:cNvSpPr>
            <p:nvPr/>
          </p:nvSpPr>
          <p:spPr>
            <a:xfrm>
              <a:off x="676298" y="1262293"/>
              <a:ext cx="35211" cy="320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0" name="asset_3414_24">
              <a:extLst>
                <a:ext uri="{FF2B5EF4-FFF2-40B4-BE49-F238E27FC236}">
                  <ns2:creationId id="{64CEB8A3-E33F-4E98-BF1A-44F2D75F553F}"/>
                </a:ext>
              </a:extLst>
            </p:cNvPr>
            <p:cNvSpPr>
              <a:spLocks noGrp="1"/>
            </p:cNvSpPr>
            <p:nvPr/>
          </p:nvSpPr>
          <p:spPr>
            <a:xfrm>
              <a:off x="710574" y="1241974"/>
              <a:ext cx="51181" cy="465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1" name="asset_3414_25">
              <a:extLst>
                <a:ext uri="{FF2B5EF4-FFF2-40B4-BE49-F238E27FC236}">
                  <ns2:creationId id="{5386ECE5-8A1C-404C-B478-E19B36FBEAC7}"/>
                </a:ext>
              </a:extLst>
            </p:cNvPr>
            <p:cNvSpPr>
              <a:spLocks noGrp="1"/>
            </p:cNvSpPr>
            <p:nvPr/>
          </p:nvSpPr>
          <p:spPr>
            <a:xfrm>
              <a:off x="619016" y="1306465"/>
              <a:ext cx="39781" cy="3617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2" name="asset_3414_26">
              <a:extLst>
                <a:ext uri="{FF2B5EF4-FFF2-40B4-BE49-F238E27FC236}">
                  <ns2:creationId id="{F460EC0E-6F95-49C0-A583-FDA95C52C1FD}"/>
                </a:ext>
              </a:extLst>
            </p:cNvPr>
            <p:cNvSpPr>
              <a:spLocks noGrp="1"/>
            </p:cNvSpPr>
            <p:nvPr/>
          </p:nvSpPr>
          <p:spPr>
            <a:xfrm>
              <a:off x="706703" y="1270194"/>
              <a:ext cx="56453" cy="513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3" name="asset_3414_27">
              <a:extLst>
                <a:ext uri="{FF2B5EF4-FFF2-40B4-BE49-F238E27FC236}">
                  <ns2:creationId id="{4784AB20-9599-4491-A24C-F7E26224CAF7}"/>
                </a:ext>
              </a:extLst>
            </p:cNvPr>
            <p:cNvSpPr>
              <a:spLocks noGrp="1"/>
            </p:cNvSpPr>
            <p:nvPr/>
          </p:nvSpPr>
          <p:spPr>
            <a:xfrm>
              <a:off x="627026" y="1309936"/>
              <a:ext cx="50049" cy="455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4" name="asset_3414_28">
              <a:extLst>
                <a:ext uri="{FF2B5EF4-FFF2-40B4-BE49-F238E27FC236}">
                  <ns2:creationId id="{B0141F24-EF7E-475F-8F17-4AAC2F76A97C}"/>
                </a:ext>
              </a:extLst>
            </p:cNvPr>
            <p:cNvSpPr>
              <a:spLocks noGrp="1"/>
            </p:cNvSpPr>
            <p:nvPr/>
          </p:nvSpPr>
          <p:spPr>
            <a:xfrm>
              <a:off x="674741" y="1262956"/>
              <a:ext cx="41261" cy="375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5" name="asset_3414_29">
              <a:extLst>
                <a:ext uri="{FF2B5EF4-FFF2-40B4-BE49-F238E27FC236}">
                  <ns2:creationId id="{4C5F5EFD-4C17-4423-B012-93E75D5453F4}"/>
                </a:ext>
              </a:extLst>
            </p:cNvPr>
            <p:cNvSpPr>
              <a:spLocks noGrp="1"/>
            </p:cNvSpPr>
            <p:nvPr/>
          </p:nvSpPr>
          <p:spPr>
            <a:xfrm>
              <a:off x="636012" y="1288141"/>
              <a:ext cx="36386" cy="330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6" name="asset_3414_30">
              <a:extLst>
                <a:ext uri="{FF2B5EF4-FFF2-40B4-BE49-F238E27FC236}">
                  <ns2:creationId id="{E2F57756-70E7-4B2F-BDED-B0D54716DD7F}"/>
                </a:ext>
              </a:extLst>
            </p:cNvPr>
            <p:cNvSpPr>
              <a:spLocks noGrp="1"/>
            </p:cNvSpPr>
            <p:nvPr/>
          </p:nvSpPr>
          <p:spPr>
            <a:xfrm>
              <a:off x="688535" y="1252755"/>
              <a:ext cx="51756" cy="470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7" name="asset_3414_31">
              <a:extLst>
                <a:ext uri="{FF2B5EF4-FFF2-40B4-BE49-F238E27FC236}">
                  <ns2:creationId id="{8B97F052-B900-4708-9C33-AB607138C8AA}"/>
                </a:ext>
              </a:extLst>
            </p:cNvPr>
            <p:cNvSpPr>
              <a:spLocks noGrp="1"/>
            </p:cNvSpPr>
            <p:nvPr/>
          </p:nvSpPr>
          <p:spPr>
            <a:xfrm>
              <a:off x="634940" y="1309328"/>
              <a:ext cx="44426" cy="404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8" name="asset_3414_32">
              <a:extLst>
                <a:ext uri="{FF2B5EF4-FFF2-40B4-BE49-F238E27FC236}">
                  <ns2:creationId id="{F2837722-431E-4068-AE8F-A39C840C724E}"/>
                </a:ext>
              </a:extLst>
            </p:cNvPr>
            <p:cNvSpPr>
              <a:spLocks noGrp="1"/>
            </p:cNvSpPr>
            <p:nvPr/>
          </p:nvSpPr>
          <p:spPr>
            <a:xfrm>
              <a:off x="680434" y="1233643"/>
              <a:ext cx="57438" cy="522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89" name="asset_3414_33">
              <a:extLst>
                <a:ext uri="{FF2B5EF4-FFF2-40B4-BE49-F238E27FC236}">
                  <ns2:creationId id="{9BC3D3D1-6449-4767-A341-1B6348606030}"/>
                </a:ext>
              </a:extLst>
            </p:cNvPr>
            <p:cNvSpPr>
              <a:spLocks noGrp="1"/>
            </p:cNvSpPr>
            <p:nvPr/>
          </p:nvSpPr>
          <p:spPr>
            <a:xfrm>
              <a:off x="645694" y="1324386"/>
              <a:ext cx="47829" cy="4349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0" name="asset_3414_34">
              <a:extLst>
                <a:ext uri="{FF2B5EF4-FFF2-40B4-BE49-F238E27FC236}">
                  <ns2:creationId id="{07E297E9-4FFE-4371-81E6-DAFC09FCB519}"/>
                </a:ext>
              </a:extLst>
            </p:cNvPr>
            <p:cNvSpPr>
              <a:spLocks noGrp="1"/>
            </p:cNvSpPr>
            <p:nvPr/>
          </p:nvSpPr>
          <p:spPr>
            <a:xfrm>
              <a:off x="688662" y="1241315"/>
              <a:ext cx="32402" cy="294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1" name="asset_3414_35">
              <a:extLst>
                <a:ext uri="{FF2B5EF4-FFF2-40B4-BE49-F238E27FC236}">
                  <ns2:creationId id="{88D10FFB-7A60-403A-B35B-F1BD46C1B107}"/>
                </a:ext>
              </a:extLst>
            </p:cNvPr>
            <p:cNvSpPr>
              <a:spLocks noGrp="1"/>
            </p:cNvSpPr>
            <p:nvPr/>
          </p:nvSpPr>
          <p:spPr>
            <a:xfrm>
              <a:off x="648667" y="1308715"/>
              <a:ext cx="50913" cy="463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2" name="asset_3414_36">
              <a:extLst>
                <a:ext uri="{FF2B5EF4-FFF2-40B4-BE49-F238E27FC236}">
                  <ns2:creationId id="{7DE917BC-B1BA-46E4-8DD6-E69FF173F5AE}"/>
                </a:ext>
              </a:extLst>
            </p:cNvPr>
            <p:cNvSpPr>
              <a:spLocks noGrp="1"/>
            </p:cNvSpPr>
            <p:nvPr/>
          </p:nvSpPr>
          <p:spPr>
            <a:xfrm>
              <a:off x="687101" y="1240408"/>
              <a:ext cx="45173" cy="410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3" name="asset_3414_37">
              <a:extLst>
                <a:ext uri="{FF2B5EF4-FFF2-40B4-BE49-F238E27FC236}">
                  <ns2:creationId id="{DE41F767-04AD-4FDC-8627-0D49489DBB3B}"/>
                </a:ext>
              </a:extLst>
            </p:cNvPr>
            <p:cNvSpPr>
              <a:spLocks noGrp="1"/>
            </p:cNvSpPr>
            <p:nvPr/>
          </p:nvSpPr>
          <p:spPr>
            <a:xfrm>
              <a:off x="676719" y="1270681"/>
              <a:ext cx="50933" cy="463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4" name="asset_3414_38">
              <a:extLst>
                <a:ext uri="{FF2B5EF4-FFF2-40B4-BE49-F238E27FC236}">
                  <ns2:creationId id="{1EE5BCC9-6CF9-46C2-8C12-19163950CEE6}"/>
                </a:ext>
              </a:extLst>
            </p:cNvPr>
            <p:cNvSpPr>
              <a:spLocks noGrp="1"/>
            </p:cNvSpPr>
            <p:nvPr/>
          </p:nvSpPr>
          <p:spPr>
            <a:xfrm>
              <a:off x="723506" y="1279525"/>
              <a:ext cx="44591" cy="4055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5" name="asset_3414_39">
              <a:extLst>
                <a:ext uri="{FF2B5EF4-FFF2-40B4-BE49-F238E27FC236}">
                  <ns2:creationId id="{056EA8C4-A1AC-4628-9891-2468A722D09E}"/>
                </a:ext>
              </a:extLst>
            </p:cNvPr>
            <p:cNvSpPr>
              <a:spLocks noGrp="1"/>
            </p:cNvSpPr>
            <p:nvPr/>
          </p:nvSpPr>
          <p:spPr>
            <a:xfrm>
              <a:off x="635195" y="1260047"/>
              <a:ext cx="38357" cy="348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6" name="asset_3414_40">
              <a:extLst>
                <a:ext uri="{FF2B5EF4-FFF2-40B4-BE49-F238E27FC236}">
                  <ns2:creationId id="{17594FFA-9A42-4770-92A6-4D14A035CA84}"/>
                </a:ext>
              </a:extLst>
            </p:cNvPr>
            <p:cNvSpPr>
              <a:spLocks noGrp="1"/>
            </p:cNvSpPr>
            <p:nvPr/>
          </p:nvSpPr>
          <p:spPr>
            <a:xfrm>
              <a:off x="685263" y="1261814"/>
              <a:ext cx="31619" cy="287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7" name="asset_3414_41">
              <a:extLst>
                <a:ext uri="{FF2B5EF4-FFF2-40B4-BE49-F238E27FC236}">
                  <ns2:creationId id="{8276C0C2-C7BB-450F-86C5-B9D37ED5AB5C}"/>
                </a:ext>
              </a:extLst>
            </p:cNvPr>
            <p:cNvSpPr>
              <a:spLocks noGrp="1"/>
            </p:cNvSpPr>
            <p:nvPr/>
          </p:nvSpPr>
          <p:spPr>
            <a:xfrm>
              <a:off x="660523" y="1252251"/>
              <a:ext cx="45000" cy="4092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8" name="asset_3414_42">
              <a:extLst>
                <a:ext uri="{FF2B5EF4-FFF2-40B4-BE49-F238E27FC236}">
                  <ns2:creationId id="{A55BB714-2884-463A-9598-4F70B5A9959E}"/>
                </a:ext>
              </a:extLst>
            </p:cNvPr>
            <p:cNvSpPr>
              <a:spLocks noGrp="1"/>
            </p:cNvSpPr>
            <p:nvPr/>
          </p:nvSpPr>
          <p:spPr>
            <a:xfrm>
              <a:off x="719742" y="1250776"/>
              <a:ext cx="35274" cy="3207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199" name="asset_3414_43">
              <a:extLst>
                <a:ext uri="{FF2B5EF4-FFF2-40B4-BE49-F238E27FC236}">
                  <ns2:creationId id="{1577A076-E83F-4AE6-A429-4064DFBF3F2C}"/>
                </a:ext>
              </a:extLst>
            </p:cNvPr>
            <p:cNvSpPr>
              <a:spLocks noGrp="1"/>
            </p:cNvSpPr>
            <p:nvPr/>
          </p:nvSpPr>
          <p:spPr>
            <a:xfrm>
              <a:off x="624669" y="1254992"/>
              <a:ext cx="53358" cy="485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0" name="asset_3414_44">
              <a:extLst>
                <a:ext uri="{FF2B5EF4-FFF2-40B4-BE49-F238E27FC236}">
                  <ns2:creationId id="{54565839-792C-499C-ADBC-0B0D78F3DCCD}"/>
                </a:ext>
              </a:extLst>
            </p:cNvPr>
            <p:cNvSpPr>
              <a:spLocks noGrp="1"/>
            </p:cNvSpPr>
            <p:nvPr/>
          </p:nvSpPr>
          <p:spPr>
            <a:xfrm>
              <a:off x="727377" y="1252247"/>
              <a:ext cx="38355" cy="348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1" name="asset_3414_45">
              <a:extLst>
                <a:ext uri="{FF2B5EF4-FFF2-40B4-BE49-F238E27FC236}">
                  <ns2:creationId id="{6A2D75D1-E2EF-4258-9784-BDA27760D4D9}"/>
                </a:ext>
              </a:extLst>
            </p:cNvPr>
            <p:cNvSpPr>
              <a:spLocks noGrp="1"/>
            </p:cNvSpPr>
            <p:nvPr/>
          </p:nvSpPr>
          <p:spPr>
            <a:xfrm>
              <a:off x="653070" y="1275686"/>
              <a:ext cx="51588" cy="469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2" name="asset_3414_46">
              <a:extLst>
                <a:ext uri="{FF2B5EF4-FFF2-40B4-BE49-F238E27FC236}">
                  <ns2:creationId id="{97F8D23C-3534-42F5-B014-9B650223E4F0}"/>
                </a:ext>
              </a:extLst>
            </p:cNvPr>
            <p:cNvSpPr>
              <a:spLocks noGrp="1"/>
            </p:cNvSpPr>
            <p:nvPr/>
          </p:nvSpPr>
          <p:spPr>
            <a:xfrm>
              <a:off x="730286" y="1275274"/>
              <a:ext cx="31926" cy="290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3" name="asset_3414_47">
              <a:extLst>
                <a:ext uri="{FF2B5EF4-FFF2-40B4-BE49-F238E27FC236}">
                  <ns2:creationId id="{CD3EC0C3-A769-4B52-86EB-0D88AC932FC2}"/>
                </a:ext>
              </a:extLst>
            </p:cNvPr>
            <p:cNvSpPr>
              <a:spLocks noGrp="1"/>
            </p:cNvSpPr>
            <p:nvPr/>
          </p:nvSpPr>
          <p:spPr>
            <a:xfrm>
              <a:off x="666294" y="1264679"/>
              <a:ext cx="48789" cy="443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4" name="asset_3414_48">
              <a:extLst>
                <a:ext uri="{FF2B5EF4-FFF2-40B4-BE49-F238E27FC236}">
                  <ns2:creationId id="{1D74C523-9C10-49CD-B66D-61B22AE36B7D}"/>
                </a:ext>
              </a:extLst>
            </p:cNvPr>
            <p:cNvSpPr>
              <a:spLocks noGrp="1"/>
            </p:cNvSpPr>
            <p:nvPr/>
          </p:nvSpPr>
          <p:spPr>
            <a:xfrm>
              <a:off x="693567" y="1244208"/>
              <a:ext cx="55201" cy="501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0B9AB">
                    <a:alpha val="73000"/>
                  </a:srgbClr>
                </a:gs>
                <a:gs pos="100000">
                  <a:srgbClr val="80B9AB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05" name="asset_3414_49">
              <a:extLst>
                <a:ext uri="{FF2B5EF4-FFF2-40B4-BE49-F238E27FC236}">
                  <ns2:creationId id="{F5FCFBDF-DCE9-4A66-9D9C-4938A49D6ECD}"/>
                </a:ext>
              </a:extLst>
            </p:cNvPr>
            <p:cNvSpPr>
              <a:spLocks noGrp="1"/>
            </p:cNvSpPr>
            <p:nvPr/>
          </p:nvSpPr>
          <p:spPr>
            <a:xfrm>
              <a:off x="571680" y="1219694"/>
              <a:ext cx="231530" cy="212746"/>
            </a:xfrm>
            <a:custGeom>
              <a:pathLst>
                <a:path w="231530" h="212746">
                  <a:moveTo>
                    <a:pt x="0" y="0"/>
                  </a:moveTo>
                  <a:lnTo>
                    <a:pt x="231530" y="0"/>
                  </a:lnTo>
                  <a:lnTo>
                    <a:pt x="231530" y="212746"/>
                  </a:lnTo>
                  <a:lnTo>
                    <a:pt x="0" y="212746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pic>
        <p:nvPicPr>
          <p:cNvPr id="3415" name="a | normalization raw" descr="ra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105" y="2185182"/>
            <a:ext cx="262800" cy="216810"/>
          </a:xfrm>
          <a:prstGeom prst="rect">
            <a:avLst/>
          </a:prstGeom>
        </p:spPr>
      </p:pic>
      <p:pic>
        <p:nvPicPr>
          <p:cNvPr id="3416" name="a | normalization clipped z-score" descr="clipp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8015" y="2185182"/>
            <a:ext cx="262800" cy="216810"/>
          </a:xfrm>
          <a:prstGeom prst="rect">
            <a:avLst/>
          </a:prstGeom>
        </p:spPr>
      </p:pic>
      <p:grpSp>
        <p:nvGrpSpPr>
          <p:cNvPr id="3417" name="a | spatial view identity"/>
          <p:cNvGrpSpPr/>
          <p:nvPr/>
        </p:nvGrpSpPr>
        <p:grpSpPr>
          <a:xfrm>
            <a:off x="177480" y="2844360"/>
            <a:ext cx="249480" cy="196920"/>
            <a:chOff x="177480" y="2844360"/>
            <a:chExt cx="249480" cy="196920"/>
          </a:xfrm>
        </p:grpSpPr>
        <p:sp>
          <p:nvSpPr>
            <p:cNvPr id="5206" name="asset_3417_0">
              <a:extLst>
                <a:ext uri="{FF2B5EF4-FFF2-40B4-BE49-F238E27FC236}">
                  <ns2:creationId id="{F8EA0275-6243-4257-A4E6-DA521049B493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44360"/>
              <a:ext cx="249480" cy="33476"/>
            </a:xfrm>
            <a:custGeom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207" name="asset_3417_1">
              <a:extLst>
                <a:ext uri="{FF2B5EF4-FFF2-40B4-BE49-F238E27FC236}">
                  <ns2:creationId id="{06F4AEAC-07D4-46AB-B61A-E413CFBCA6C8}"/>
                </a:ext>
              </a:extLst>
            </p:cNvPr>
            <p:cNvSpPr>
              <a:spLocks noGrp="1"/>
            </p:cNvSpPr>
            <p:nvPr/>
          </p:nvSpPr>
          <p:spPr>
            <a:xfrm>
              <a:off x="379559" y="2844360"/>
              <a:ext cx="47401" cy="196920"/>
            </a:xfrm>
            <a:custGeom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208" name="asset_3417_2">
              <a:extLst>
                <a:ext uri="{FF2B5EF4-FFF2-40B4-BE49-F238E27FC236}">
                  <ns2:creationId id="{7FD378F4-228E-40C0-8B8A-11134CFB9955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7783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209" name="asset_3417_3">
              <a:extLst>
                <a:ext uri="{FF2B5EF4-FFF2-40B4-BE49-F238E27FC236}">
                  <ns2:creationId id="{9A57B3B3-4213-4B60-84FC-AB37D67BA4FE}"/>
                </a:ext>
              </a:extLst>
            </p:cNvPr>
            <p:cNvSpPr>
              <a:spLocks noGrp="1"/>
            </p:cNvSpPr>
            <p:nvPr/>
          </p:nvSpPr>
          <p:spPr>
            <a:xfrm>
              <a:off x="228000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0" name="asset_3417_4">
              <a:extLst>
                <a:ext uri="{FF2B5EF4-FFF2-40B4-BE49-F238E27FC236}">
                  <ns2:creationId id="{7873941F-2C0F-4743-A778-B1D9045DE22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91869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1" name="asset_3417_5">
              <a:extLst>
                <a:ext uri="{FF2B5EF4-FFF2-40B4-BE49-F238E27FC236}">
                  <ns2:creationId id="{1D4219C1-45BA-4A71-8378-AABBD04923B0}"/>
                </a:ext>
              </a:extLst>
            </p:cNvPr>
            <p:cNvSpPr>
              <a:spLocks noGrp="1"/>
            </p:cNvSpPr>
            <p:nvPr/>
          </p:nvSpPr>
          <p:spPr>
            <a:xfrm>
              <a:off x="27851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2" name="asset_3417_6">
              <a:extLst>
                <a:ext uri="{FF2B5EF4-FFF2-40B4-BE49-F238E27FC236}">
                  <ns2:creationId id="{958EC969-20E2-4107-B370-E1616A2910B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95955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3" name="asset_3417_7">
              <a:extLst>
                <a:ext uri="{FF2B5EF4-FFF2-40B4-BE49-F238E27FC236}">
                  <ns2:creationId id="{C505E721-5B73-43C5-A6EC-AD958AF778C0}"/>
                </a:ext>
              </a:extLst>
            </p:cNvPr>
            <p:cNvSpPr>
              <a:spLocks noGrp="1"/>
            </p:cNvSpPr>
            <p:nvPr/>
          </p:nvSpPr>
          <p:spPr>
            <a:xfrm>
              <a:off x="32903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4" name="asset_3417_8">
              <a:extLst>
                <a:ext uri="{FF2B5EF4-FFF2-40B4-BE49-F238E27FC236}">
                  <ns2:creationId id="{A156AE7F-D866-478C-A244-8184212F78A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00041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15" name="asset_3417_9">
              <a:extLst>
                <a:ext uri="{FF2B5EF4-FFF2-40B4-BE49-F238E27FC236}">
                  <ns2:creationId id="{F5098036-F4AB-4BE5-8EBD-0262B6C7FDA9}"/>
                </a:ext>
              </a:extLst>
            </p:cNvPr>
            <p:cNvSpPr>
              <a:spLocks noGrp="1"/>
            </p:cNvSpPr>
            <p:nvPr/>
          </p:nvSpPr>
          <p:spPr>
            <a:xfrm>
              <a:off x="195364" y="2900010"/>
              <a:ext cx="94088" cy="75315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6" name="asset_3417_10">
              <a:extLst>
                <a:ext uri="{FF2B5EF4-FFF2-40B4-BE49-F238E27FC236}">
                  <ns2:creationId id="{F3818BD3-92F1-4A5B-AE5E-0ED17D52A3AA}"/>
                </a:ext>
              </a:extLst>
            </p:cNvPr>
            <p:cNvSpPr>
              <a:spLocks noGrp="1"/>
            </p:cNvSpPr>
            <p:nvPr/>
          </p:nvSpPr>
          <p:spPr>
            <a:xfrm>
              <a:off x="238488" y="2921977"/>
              <a:ext cx="101929" cy="81591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7" name="asset_3417_11">
              <a:extLst>
                <a:ext uri="{FF2B5EF4-FFF2-40B4-BE49-F238E27FC236}">
                  <ns2:creationId id="{C6F97C6F-9FB7-453C-BD73-7B098BBA21C6}"/>
                </a:ext>
              </a:extLst>
            </p:cNvPr>
            <p:cNvSpPr>
              <a:spLocks noGrp="1"/>
            </p:cNvSpPr>
            <p:nvPr/>
          </p:nvSpPr>
          <p:spPr>
            <a:xfrm>
              <a:off x="275731" y="2881182"/>
              <a:ext cx="90168" cy="72177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8" name="asset_3417_12">
              <a:extLst>
                <a:ext uri="{FF2B5EF4-FFF2-40B4-BE49-F238E27FC236}">
                  <ns2:creationId id="{F5F8D280-4B17-4964-8A05-15D6C5AA1C91}"/>
                </a:ext>
              </a:extLst>
            </p:cNvPr>
            <p:cNvSpPr>
              <a:spLocks noGrp="1"/>
            </p:cNvSpPr>
            <p:nvPr/>
          </p:nvSpPr>
          <p:spPr>
            <a:xfrm>
              <a:off x="234567" y="2870198"/>
              <a:ext cx="86247" cy="69039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7A6DC">
                    <a:alpha val="60000"/>
                  </a:srgbClr>
                </a:gs>
                <a:gs pos="100000">
                  <a:srgbClr val="77A6DC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19" name="asset_3417_13">
              <a:extLst>
                <a:ext uri="{FF2B5EF4-FFF2-40B4-BE49-F238E27FC236}">
                  <ns2:creationId id="{D1D7FB95-5DCC-4775-B79A-A10E2B2461D3}"/>
                </a:ext>
              </a:extLst>
            </p:cNvPr>
            <p:cNvSpPr>
              <a:spLocks noGrp="1"/>
            </p:cNvSpPr>
            <p:nvPr/>
          </p:nvSpPr>
          <p:spPr>
            <a:xfrm>
              <a:off x="225065" y="2931796"/>
              <a:ext cx="34464" cy="275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0" name="asset_3417_14">
              <a:extLst>
                <a:ext uri="{FF2B5EF4-FFF2-40B4-BE49-F238E27FC236}">
                  <ns2:creationId id="{D1FC626F-A21C-4FBC-906E-E7040A91AD6C}"/>
                </a:ext>
              </a:extLst>
            </p:cNvPr>
            <p:cNvSpPr>
              <a:spLocks noGrp="1"/>
            </p:cNvSpPr>
            <p:nvPr/>
          </p:nvSpPr>
          <p:spPr>
            <a:xfrm>
              <a:off x="265308" y="2949180"/>
              <a:ext cx="41898" cy="335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1" name="asset_3417_15">
              <a:extLst>
                <a:ext uri="{FF2B5EF4-FFF2-40B4-BE49-F238E27FC236}">
                  <ns2:creationId id="{46D204D4-15C1-4D8E-A5C9-46AA01AF06E9}"/>
                </a:ext>
              </a:extLst>
            </p:cNvPr>
            <p:cNvSpPr>
              <a:spLocks noGrp="1"/>
            </p:cNvSpPr>
            <p:nvPr/>
          </p:nvSpPr>
          <p:spPr>
            <a:xfrm>
              <a:off x="326852" y="2899736"/>
              <a:ext cx="28163" cy="225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2" name="asset_3417_16">
              <a:extLst>
                <a:ext uri="{FF2B5EF4-FFF2-40B4-BE49-F238E27FC236}">
                  <ns2:creationId id="{623CDAAD-E4C5-4BF4-B5E0-8A3EC027CB66}"/>
                </a:ext>
              </a:extLst>
            </p:cNvPr>
            <p:cNvSpPr>
              <a:spLocks noGrp="1"/>
            </p:cNvSpPr>
            <p:nvPr/>
          </p:nvSpPr>
          <p:spPr>
            <a:xfrm>
              <a:off x="254036" y="2869358"/>
              <a:ext cx="46088" cy="368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3" name="asset_3417_17">
              <a:extLst>
                <a:ext uri="{FF2B5EF4-FFF2-40B4-BE49-F238E27FC236}">
                  <ns2:creationId id="{37172E69-18B2-4562-A9D3-D40A3B64FC02}"/>
                </a:ext>
              </a:extLst>
            </p:cNvPr>
            <p:cNvSpPr>
              <a:spLocks noGrp="1"/>
            </p:cNvSpPr>
            <p:nvPr/>
          </p:nvSpPr>
          <p:spPr>
            <a:xfrm>
              <a:off x="218918" y="2927922"/>
              <a:ext cx="29520" cy="236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4" name="asset_3417_18">
              <a:extLst>
                <a:ext uri="{FF2B5EF4-FFF2-40B4-BE49-F238E27FC236}">
                  <ns2:creationId id="{D13923FC-5B11-4065-A3FE-AAA9007D0154}"/>
                </a:ext>
              </a:extLst>
            </p:cNvPr>
            <p:cNvSpPr>
              <a:spLocks noGrp="1"/>
            </p:cNvSpPr>
            <p:nvPr/>
          </p:nvSpPr>
          <p:spPr>
            <a:xfrm>
              <a:off x="264878" y="2956506"/>
              <a:ext cx="27939" cy="223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5" name="asset_3417_19">
              <a:extLst>
                <a:ext uri="{FF2B5EF4-FFF2-40B4-BE49-F238E27FC236}">
                  <ns2:creationId id="{9EFE3A03-60B9-41C3-A687-4264FCDDBDEA}"/>
                </a:ext>
              </a:extLst>
            </p:cNvPr>
            <p:cNvSpPr>
              <a:spLocks noGrp="1"/>
            </p:cNvSpPr>
            <p:nvPr/>
          </p:nvSpPr>
          <p:spPr>
            <a:xfrm>
              <a:off x="285462" y="2880916"/>
              <a:ext cx="36943" cy="295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6" name="asset_3417_20">
              <a:extLst>
                <a:ext uri="{FF2B5EF4-FFF2-40B4-BE49-F238E27FC236}">
                  <ns2:creationId id="{9795B320-E056-48B9-B974-E1571FAA2B75}"/>
                </a:ext>
              </a:extLst>
            </p:cNvPr>
            <p:cNvSpPr>
              <a:spLocks noGrp="1"/>
            </p:cNvSpPr>
            <p:nvPr/>
          </p:nvSpPr>
          <p:spPr>
            <a:xfrm>
              <a:off x="253090" y="2904475"/>
              <a:ext cx="39597" cy="316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7" name="asset_3417_21">
              <a:extLst>
                <a:ext uri="{FF2B5EF4-FFF2-40B4-BE49-F238E27FC236}">
                  <ns2:creationId id="{26C66C6D-3A3A-404A-91D5-D79BC83392CD}"/>
                </a:ext>
              </a:extLst>
            </p:cNvPr>
            <p:cNvSpPr>
              <a:spLocks noGrp="1"/>
            </p:cNvSpPr>
            <p:nvPr/>
          </p:nvSpPr>
          <p:spPr>
            <a:xfrm>
              <a:off x="183982" y="2918993"/>
              <a:ext cx="48168" cy="385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8" name="asset_3417_22">
              <a:extLst>
                <a:ext uri="{FF2B5EF4-FFF2-40B4-BE49-F238E27FC236}">
                  <ns2:creationId id="{6C4C09C0-8025-41CC-B55D-C17D18D777CB}"/>
                </a:ext>
              </a:extLst>
            </p:cNvPr>
            <p:cNvSpPr>
              <a:spLocks noGrp="1"/>
            </p:cNvSpPr>
            <p:nvPr/>
          </p:nvSpPr>
          <p:spPr>
            <a:xfrm>
              <a:off x="279696" y="2930393"/>
              <a:ext cx="43712" cy="3499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29" name="asset_3417_23">
              <a:extLst>
                <a:ext uri="{FF2B5EF4-FFF2-40B4-BE49-F238E27FC236}">
                  <ns2:creationId id="{C0775EE0-BDB7-4295-87F9-C13FAE882049}"/>
                </a:ext>
              </a:extLst>
            </p:cNvPr>
            <p:cNvSpPr>
              <a:spLocks noGrp="1"/>
            </p:cNvSpPr>
            <p:nvPr/>
          </p:nvSpPr>
          <p:spPr>
            <a:xfrm>
              <a:off x="325491" y="2885669"/>
              <a:ext cx="28540" cy="228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0" name="asset_3417_24">
              <a:extLst>
                <a:ext uri="{FF2B5EF4-FFF2-40B4-BE49-F238E27FC236}">
                  <ns2:creationId id="{E5A09964-028D-481F-A1A6-112CA2148C61}"/>
                </a:ext>
              </a:extLst>
            </p:cNvPr>
            <p:cNvSpPr>
              <a:spLocks noGrp="1"/>
            </p:cNvSpPr>
            <p:nvPr/>
          </p:nvSpPr>
          <p:spPr>
            <a:xfrm>
              <a:off x="269409" y="2914286"/>
              <a:ext cx="28759" cy="230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1" name="asset_3417_25">
              <a:extLst>
                <a:ext uri="{FF2B5EF4-FFF2-40B4-BE49-F238E27FC236}">
                  <ns2:creationId id="{B8B33EAE-C0C2-4276-A6C0-64471603C280}"/>
                </a:ext>
              </a:extLst>
            </p:cNvPr>
            <p:cNvSpPr>
              <a:spLocks noGrp="1"/>
            </p:cNvSpPr>
            <p:nvPr/>
          </p:nvSpPr>
          <p:spPr>
            <a:xfrm>
              <a:off x="246744" y="2932114"/>
              <a:ext cx="46628" cy="373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2" name="asset_3417_26">
              <a:extLst>
                <a:ext uri="{FF2B5EF4-FFF2-40B4-BE49-F238E27FC236}">
                  <ns2:creationId id="{76CBF597-C86F-40DB-9E85-1A7DDD96E4FF}"/>
                </a:ext>
              </a:extLst>
            </p:cNvPr>
            <p:cNvSpPr>
              <a:spLocks noGrp="1"/>
            </p:cNvSpPr>
            <p:nvPr/>
          </p:nvSpPr>
          <p:spPr>
            <a:xfrm>
              <a:off x="243162" y="2956403"/>
              <a:ext cx="31730" cy="253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3" name="asset_3417_27">
              <a:extLst>
                <a:ext uri="{FF2B5EF4-FFF2-40B4-BE49-F238E27FC236}">
                  <ns2:creationId id="{4FD5DE33-228B-46B3-BC4A-4F0797A94F07}"/>
                </a:ext>
              </a:extLst>
            </p:cNvPr>
            <p:cNvSpPr>
              <a:spLocks noGrp="1"/>
            </p:cNvSpPr>
            <p:nvPr/>
          </p:nvSpPr>
          <p:spPr>
            <a:xfrm>
              <a:off x="286384" y="2892752"/>
              <a:ext cx="42201" cy="337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4" name="asset_3417_28">
              <a:extLst>
                <a:ext uri="{FF2B5EF4-FFF2-40B4-BE49-F238E27FC236}">
                  <ns2:creationId id="{330D23C0-ABD9-4AAA-9515-C4C12CC07C5E}"/>
                </a:ext>
              </a:extLst>
            </p:cNvPr>
            <p:cNvSpPr>
              <a:spLocks noGrp="1"/>
            </p:cNvSpPr>
            <p:nvPr/>
          </p:nvSpPr>
          <p:spPr>
            <a:xfrm>
              <a:off x="244617" y="2907890"/>
              <a:ext cx="32192" cy="257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5" name="asset_3417_29">
              <a:extLst>
                <a:ext uri="{FF2B5EF4-FFF2-40B4-BE49-F238E27FC236}">
                  <ns2:creationId id="{3B90CBDA-2031-4065-BE9E-E05C410F2B8D}"/>
                </a:ext>
              </a:extLst>
            </p:cNvPr>
            <p:cNvSpPr>
              <a:spLocks noGrp="1"/>
            </p:cNvSpPr>
            <p:nvPr/>
          </p:nvSpPr>
          <p:spPr>
            <a:xfrm>
              <a:off x="249735" y="2916629"/>
              <a:ext cx="30013" cy="240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6" name="asset_3417_30">
              <a:extLst>
                <a:ext uri="{FF2B5EF4-FFF2-40B4-BE49-F238E27FC236}">
                  <ns2:creationId id="{C7313995-667D-4739-935D-9E967B1DA3A7}"/>
                </a:ext>
              </a:extLst>
            </p:cNvPr>
            <p:cNvSpPr>
              <a:spLocks noGrp="1"/>
            </p:cNvSpPr>
            <p:nvPr/>
          </p:nvSpPr>
          <p:spPr>
            <a:xfrm>
              <a:off x="267530" y="2949783"/>
              <a:ext cx="36773" cy="294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7" name="asset_3417_31">
              <a:extLst>
                <a:ext uri="{FF2B5EF4-FFF2-40B4-BE49-F238E27FC236}">
                  <ns2:creationId id="{A16152CA-7DA1-40B0-B109-5F6CE481FB03}"/>
                </a:ext>
              </a:extLst>
            </p:cNvPr>
            <p:cNvSpPr>
              <a:spLocks noGrp="1"/>
            </p:cNvSpPr>
            <p:nvPr/>
          </p:nvSpPr>
          <p:spPr>
            <a:xfrm>
              <a:off x="293188" y="2909686"/>
              <a:ext cx="28412" cy="227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8" name="asset_3417_32">
              <a:extLst>
                <a:ext uri="{FF2B5EF4-FFF2-40B4-BE49-F238E27FC236}">
                  <ns2:creationId id="{F628CF2B-A0EB-4966-A4D8-9CEACD095F4E}"/>
                </a:ext>
              </a:extLst>
            </p:cNvPr>
            <p:cNvSpPr>
              <a:spLocks noGrp="1"/>
            </p:cNvSpPr>
            <p:nvPr/>
          </p:nvSpPr>
          <p:spPr>
            <a:xfrm>
              <a:off x="277212" y="2897223"/>
              <a:ext cx="38614" cy="3090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39" name="asset_3417_33">
              <a:extLst>
                <a:ext uri="{FF2B5EF4-FFF2-40B4-BE49-F238E27FC236}">
                  <ns2:creationId id="{463DB8AD-42B4-47E5-A8A1-9407E9E297C0}"/>
                </a:ext>
              </a:extLst>
            </p:cNvPr>
            <p:cNvSpPr>
              <a:spLocks noGrp="1"/>
            </p:cNvSpPr>
            <p:nvPr/>
          </p:nvSpPr>
          <p:spPr>
            <a:xfrm>
              <a:off x="217770" y="2902541"/>
              <a:ext cx="39971" cy="319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0" name="asset_3417_34">
              <a:extLst>
                <a:ext uri="{FF2B5EF4-FFF2-40B4-BE49-F238E27FC236}">
                  <ns2:creationId id="{253D67CF-8761-4498-A99D-00370A583A28}"/>
                </a:ext>
              </a:extLst>
            </p:cNvPr>
            <p:cNvSpPr>
              <a:spLocks noGrp="1"/>
            </p:cNvSpPr>
            <p:nvPr/>
          </p:nvSpPr>
          <p:spPr>
            <a:xfrm>
              <a:off x="273593" y="2945236"/>
              <a:ext cx="30684" cy="2456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1" name="asset_3417_35">
              <a:extLst>
                <a:ext uri="{FF2B5EF4-FFF2-40B4-BE49-F238E27FC236}">
                  <ns2:creationId id="{79432C51-42E9-4CD0-AD53-6077CCDC748A}"/>
                </a:ext>
              </a:extLst>
            </p:cNvPr>
            <p:cNvSpPr>
              <a:spLocks noGrp="1"/>
            </p:cNvSpPr>
            <p:nvPr/>
          </p:nvSpPr>
          <p:spPr>
            <a:xfrm>
              <a:off x="313946" y="2909905"/>
              <a:ext cx="34371" cy="2751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2" name="asset_3417_36">
              <a:extLst>
                <a:ext uri="{FF2B5EF4-FFF2-40B4-BE49-F238E27FC236}">
                  <ns2:creationId id="{65D98ED4-F717-49D3-8EAF-2DB39B6C9CB3}"/>
                </a:ext>
              </a:extLst>
            </p:cNvPr>
            <p:cNvSpPr>
              <a:spLocks noGrp="1"/>
            </p:cNvSpPr>
            <p:nvPr/>
          </p:nvSpPr>
          <p:spPr>
            <a:xfrm>
              <a:off x="281624" y="2877229"/>
              <a:ext cx="30066" cy="24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3" name="asset_3417_37">
              <a:extLst>
                <a:ext uri="{FF2B5EF4-FFF2-40B4-BE49-F238E27FC236}">
                  <ns2:creationId id="{93694F2E-7ECC-49CA-AA52-9D20E731E17A}"/>
                </a:ext>
              </a:extLst>
            </p:cNvPr>
            <p:cNvSpPr>
              <a:spLocks noGrp="1"/>
            </p:cNvSpPr>
            <p:nvPr/>
          </p:nvSpPr>
          <p:spPr>
            <a:xfrm>
              <a:off x="219867" y="2932620"/>
              <a:ext cx="39531" cy="316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4" name="asset_3417_38">
              <a:extLst>
                <a:ext uri="{FF2B5EF4-FFF2-40B4-BE49-F238E27FC236}">
                  <ns2:creationId id="{7F1CE204-DED1-43DA-8D77-71E7ED93AD17}"/>
                </a:ext>
              </a:extLst>
            </p:cNvPr>
            <p:cNvSpPr>
              <a:spLocks noGrp="1"/>
            </p:cNvSpPr>
            <p:nvPr/>
          </p:nvSpPr>
          <p:spPr>
            <a:xfrm>
              <a:off x="261039" y="2939789"/>
              <a:ext cx="27717" cy="2218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5" name="asset_3417_39">
              <a:extLst>
                <a:ext uri="{FF2B5EF4-FFF2-40B4-BE49-F238E27FC236}">
                  <ns2:creationId id="{E02D7686-4915-476D-8048-29E1006E6DC0}"/>
                </a:ext>
              </a:extLst>
            </p:cNvPr>
            <p:cNvSpPr>
              <a:spLocks noGrp="1"/>
            </p:cNvSpPr>
            <p:nvPr/>
          </p:nvSpPr>
          <p:spPr>
            <a:xfrm>
              <a:off x="304816" y="2921616"/>
              <a:ext cx="37303" cy="2986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6" name="asset_3417_40">
              <a:extLst>
                <a:ext uri="{FF2B5EF4-FFF2-40B4-BE49-F238E27FC236}">
                  <ns2:creationId id="{CC7726EC-CF32-4AD3-85C1-58028E865D5B}"/>
                </a:ext>
              </a:extLst>
            </p:cNvPr>
            <p:cNvSpPr>
              <a:spLocks noGrp="1"/>
            </p:cNvSpPr>
            <p:nvPr/>
          </p:nvSpPr>
          <p:spPr>
            <a:xfrm>
              <a:off x="261198" y="2885302"/>
              <a:ext cx="45597" cy="364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7" name="asset_3417_41">
              <a:extLst>
                <a:ext uri="{FF2B5EF4-FFF2-40B4-BE49-F238E27FC236}">
                  <ns2:creationId id="{917EB9C0-2BB7-4736-9BE5-4D04226F492F}"/>
                </a:ext>
              </a:extLst>
            </p:cNvPr>
            <p:cNvSpPr>
              <a:spLocks noGrp="1"/>
            </p:cNvSpPr>
            <p:nvPr/>
          </p:nvSpPr>
          <p:spPr>
            <a:xfrm>
              <a:off x="187142" y="2914438"/>
              <a:ext cx="50559" cy="404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8" name="asset_3417_42">
              <a:extLst>
                <a:ext uri="{FF2B5EF4-FFF2-40B4-BE49-F238E27FC236}">
                  <ns2:creationId id="{A9A608DF-9822-477E-A675-965B08B3111B}"/>
                </a:ext>
              </a:extLst>
            </p:cNvPr>
            <p:cNvSpPr>
              <a:spLocks noGrp="1"/>
            </p:cNvSpPr>
            <p:nvPr/>
          </p:nvSpPr>
          <p:spPr>
            <a:xfrm>
              <a:off x="272802" y="2923001"/>
              <a:ext cx="50517" cy="4043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49" name="asset_3417_43">
              <a:extLst>
                <a:ext uri="{FF2B5EF4-FFF2-40B4-BE49-F238E27FC236}">
                  <ns2:creationId id="{F2B98CD6-4958-495A-A7CD-2468B6F819BC}"/>
                </a:ext>
              </a:extLst>
            </p:cNvPr>
            <p:cNvSpPr>
              <a:spLocks noGrp="1"/>
            </p:cNvSpPr>
            <p:nvPr/>
          </p:nvSpPr>
          <p:spPr>
            <a:xfrm>
              <a:off x="316199" y="2921039"/>
              <a:ext cx="42693" cy="3417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0" name="asset_3417_44">
              <a:extLst>
                <a:ext uri="{FF2B5EF4-FFF2-40B4-BE49-F238E27FC236}">
                  <ns2:creationId id="{FAA62AEC-D768-4AD1-9894-3E1B379AE534}"/>
                </a:ext>
              </a:extLst>
            </p:cNvPr>
            <p:cNvSpPr>
              <a:spLocks noGrp="1"/>
            </p:cNvSpPr>
            <p:nvPr/>
          </p:nvSpPr>
          <p:spPr>
            <a:xfrm>
              <a:off x="245539" y="2861266"/>
              <a:ext cx="48333" cy="386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1" name="asset_3417_45">
              <a:extLst>
                <a:ext uri="{FF2B5EF4-FFF2-40B4-BE49-F238E27FC236}">
                  <ns2:creationId id="{5ACB760F-ABE8-4A06-90F7-E9F41165A5BC}"/>
                </a:ext>
              </a:extLst>
            </p:cNvPr>
            <p:cNvSpPr>
              <a:spLocks noGrp="1"/>
            </p:cNvSpPr>
            <p:nvPr/>
          </p:nvSpPr>
          <p:spPr>
            <a:xfrm>
              <a:off x="226065" y="2940719"/>
              <a:ext cx="34790" cy="278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2" name="asset_3417_46">
              <a:extLst>
                <a:ext uri="{FF2B5EF4-FFF2-40B4-BE49-F238E27FC236}">
                  <ns2:creationId id="{0ED15E6F-BFD0-4D94-9857-8001C4C48356}"/>
                </a:ext>
              </a:extLst>
            </p:cNvPr>
            <p:cNvSpPr>
              <a:spLocks noGrp="1"/>
            </p:cNvSpPr>
            <p:nvPr/>
          </p:nvSpPr>
          <p:spPr>
            <a:xfrm>
              <a:off x="270430" y="2943918"/>
              <a:ext cx="30138" cy="241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3" name="asset_3417_47">
              <a:extLst>
                <a:ext uri="{FF2B5EF4-FFF2-40B4-BE49-F238E27FC236}">
                  <ns2:creationId id="{4608D8E8-2C70-4129-9E92-7FC8C4AEC4B7}"/>
                </a:ext>
              </a:extLst>
            </p:cNvPr>
            <p:cNvSpPr>
              <a:spLocks noGrp="1"/>
            </p:cNvSpPr>
            <p:nvPr/>
          </p:nvSpPr>
          <p:spPr>
            <a:xfrm>
              <a:off x="291854" y="2887990"/>
              <a:ext cx="35434" cy="283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4" name="asset_3417_48">
              <a:extLst>
                <a:ext uri="{FF2B5EF4-FFF2-40B4-BE49-F238E27FC236}">
                  <ns2:creationId id="{35BB892E-99A6-455E-BB2C-F0DC12AA337E}"/>
                </a:ext>
              </a:extLst>
            </p:cNvPr>
            <p:cNvSpPr>
              <a:spLocks noGrp="1"/>
            </p:cNvSpPr>
            <p:nvPr/>
          </p:nvSpPr>
          <p:spPr>
            <a:xfrm>
              <a:off x="250383" y="2905634"/>
              <a:ext cx="46906" cy="375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5" name="asset_3417_49">
              <a:extLst>
                <a:ext uri="{FF2B5EF4-FFF2-40B4-BE49-F238E27FC236}">
                  <ns2:creationId id="{EC04477A-721F-4080-94D3-FFDF8FA96A7B}"/>
                </a:ext>
              </a:extLst>
            </p:cNvPr>
            <p:cNvSpPr>
              <a:spLocks noGrp="1"/>
            </p:cNvSpPr>
            <p:nvPr/>
          </p:nvSpPr>
          <p:spPr>
            <a:xfrm>
              <a:off x="220416" y="2918481"/>
              <a:ext cx="50258" cy="402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6" name="asset_3417_50">
              <a:extLst>
                <a:ext uri="{FF2B5EF4-FFF2-40B4-BE49-F238E27FC236}">
                  <ns2:creationId id="{AE9FF471-4EDA-4FD9-9D23-74F90235F9DA}"/>
                </a:ext>
              </a:extLst>
            </p:cNvPr>
            <p:cNvSpPr>
              <a:spLocks noGrp="1"/>
            </p:cNvSpPr>
            <p:nvPr/>
          </p:nvSpPr>
          <p:spPr>
            <a:xfrm>
              <a:off x="273463" y="2954633"/>
              <a:ext cx="35219" cy="281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7A6DC">
                    <a:alpha val="73000"/>
                  </a:srgbClr>
                </a:gs>
                <a:gs pos="100000">
                  <a:srgbClr val="77A6DC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57" name="asset_3417_51">
              <a:extLst>
                <a:ext uri="{FF2B5EF4-FFF2-40B4-BE49-F238E27FC236}">
                  <ns2:creationId id="{53574E21-57F4-432E-9FDE-271336442C1B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2877836"/>
              <a:ext cx="202079" cy="163444"/>
            </a:xfrm>
            <a:custGeom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8" name="a | spatial view gaussian x2"/>
          <p:cNvGrpSpPr/>
          <p:nvPr/>
        </p:nvGrpSpPr>
        <p:grpSpPr>
          <a:xfrm>
            <a:off x="584640" y="2844360"/>
            <a:ext cx="249480" cy="196920"/>
            <a:chOff x="584640" y="2844360"/>
            <a:chExt cx="249480" cy="196920"/>
          </a:xfrm>
        </p:grpSpPr>
        <p:sp>
          <p:nvSpPr>
            <p:cNvPr id="5258" name="asset_3418_0">
              <a:extLst>
                <a:ext uri="{FF2B5EF4-FFF2-40B4-BE49-F238E27FC236}">
                  <ns2:creationId id="{EDE30850-39E3-4FA4-B684-1627CC57489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44360"/>
              <a:ext cx="249480" cy="33476"/>
            </a:xfrm>
            <a:custGeom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259" name="asset_3418_1">
              <a:extLst>
                <a:ext uri="{FF2B5EF4-FFF2-40B4-BE49-F238E27FC236}">
                  <ns2:creationId id="{8A272B75-2376-471F-B25C-EFC1BD04D5A2}"/>
                </a:ext>
              </a:extLst>
            </p:cNvPr>
            <p:cNvSpPr>
              <a:spLocks noGrp="1"/>
            </p:cNvSpPr>
            <p:nvPr/>
          </p:nvSpPr>
          <p:spPr>
            <a:xfrm>
              <a:off x="786719" y="2844360"/>
              <a:ext cx="47401" cy="196920"/>
            </a:xfrm>
            <a:custGeom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260" name="asset_3418_2">
              <a:extLst>
                <a:ext uri="{FF2B5EF4-FFF2-40B4-BE49-F238E27FC236}">
                  <ns2:creationId id="{9C3FF693-1365-41DE-908C-3F5ADEBFD71B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7783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261" name="asset_3418_3">
              <a:extLst>
                <a:ext uri="{FF2B5EF4-FFF2-40B4-BE49-F238E27FC236}">
                  <ns2:creationId id="{44818CBB-1D27-4A25-9EC5-4968FA06C39E}"/>
                </a:ext>
              </a:extLst>
            </p:cNvPr>
            <p:cNvSpPr>
              <a:spLocks noGrp="1"/>
            </p:cNvSpPr>
            <p:nvPr/>
          </p:nvSpPr>
          <p:spPr>
            <a:xfrm>
              <a:off x="635160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2" name="asset_3418_4">
              <a:extLst>
                <a:ext uri="{FF2B5EF4-FFF2-40B4-BE49-F238E27FC236}">
                  <ns2:creationId id="{7812F35D-F7FA-4819-AD6A-61F2BA6EB99A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91869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3" name="asset_3418_5">
              <a:extLst>
                <a:ext uri="{FF2B5EF4-FFF2-40B4-BE49-F238E27FC236}">
                  <ns2:creationId id="{F8F722F2-B695-4DB8-86CF-08BD6DB261E0}"/>
                </a:ext>
              </a:extLst>
            </p:cNvPr>
            <p:cNvSpPr>
              <a:spLocks noGrp="1"/>
            </p:cNvSpPr>
            <p:nvPr/>
          </p:nvSpPr>
          <p:spPr>
            <a:xfrm>
              <a:off x="68567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4" name="asset_3418_6">
              <a:extLst>
                <a:ext uri="{FF2B5EF4-FFF2-40B4-BE49-F238E27FC236}">
                  <ns2:creationId id="{15DC715D-903E-4A7B-A4F3-6000240E2A48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95955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5" name="asset_3418_7">
              <a:extLst>
                <a:ext uri="{FF2B5EF4-FFF2-40B4-BE49-F238E27FC236}">
                  <ns2:creationId id="{0BD4CF47-AEA2-45DF-8E85-CD1BA830D219}"/>
                </a:ext>
              </a:extLst>
            </p:cNvPr>
            <p:cNvSpPr>
              <a:spLocks noGrp="1"/>
            </p:cNvSpPr>
            <p:nvPr/>
          </p:nvSpPr>
          <p:spPr>
            <a:xfrm>
              <a:off x="736199" y="287783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6" name="asset_3418_8">
              <a:extLst>
                <a:ext uri="{FF2B5EF4-FFF2-40B4-BE49-F238E27FC236}">
                  <ns2:creationId id="{19FDF1EF-5259-4769-81AE-9C7DB426087A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00041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267" name="asset_3418_9">
              <a:extLst>
                <a:ext uri="{FF2B5EF4-FFF2-40B4-BE49-F238E27FC236}">
                  <ns2:creationId id="{B5736FE8-398D-4D2A-B8D0-91AF3CF61F07}"/>
                </a:ext>
              </a:extLst>
            </p:cNvPr>
            <p:cNvSpPr>
              <a:spLocks noGrp="1"/>
            </p:cNvSpPr>
            <p:nvPr/>
          </p:nvSpPr>
          <p:spPr>
            <a:xfrm>
              <a:off x="602524" y="2900010"/>
              <a:ext cx="94088" cy="75315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68" name="asset_3418_10">
              <a:extLst>
                <a:ext uri="{FF2B5EF4-FFF2-40B4-BE49-F238E27FC236}">
                  <ns2:creationId id="{23654043-708E-4F2A-B958-9366B90D83B9}"/>
                </a:ext>
              </a:extLst>
            </p:cNvPr>
            <p:cNvSpPr>
              <a:spLocks noGrp="1"/>
            </p:cNvSpPr>
            <p:nvPr/>
          </p:nvSpPr>
          <p:spPr>
            <a:xfrm>
              <a:off x="645648" y="2921977"/>
              <a:ext cx="101929" cy="81591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69" name="asset_3418_11">
              <a:extLst>
                <a:ext uri="{FF2B5EF4-FFF2-40B4-BE49-F238E27FC236}">
                  <ns2:creationId id="{54274FB7-B93A-4025-8539-0487C3827503}"/>
                </a:ext>
              </a:extLst>
            </p:cNvPr>
            <p:cNvSpPr>
              <a:spLocks noGrp="1"/>
            </p:cNvSpPr>
            <p:nvPr/>
          </p:nvSpPr>
          <p:spPr>
            <a:xfrm>
              <a:off x="682891" y="2881182"/>
              <a:ext cx="90168" cy="72177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0" name="asset_3418_12">
              <a:extLst>
                <a:ext uri="{FF2B5EF4-FFF2-40B4-BE49-F238E27FC236}">
                  <ns2:creationId id="{7423643C-E680-454E-86C5-3F030CFF2647}"/>
                </a:ext>
              </a:extLst>
            </p:cNvPr>
            <p:cNvSpPr>
              <a:spLocks noGrp="1"/>
            </p:cNvSpPr>
            <p:nvPr/>
          </p:nvSpPr>
          <p:spPr>
            <a:xfrm>
              <a:off x="641727" y="2870198"/>
              <a:ext cx="86247" cy="69039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AB1DF">
                    <a:alpha val="60000"/>
                  </a:srgbClr>
                </a:gs>
                <a:gs pos="100000">
                  <a:srgbClr val="8AB1DF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1" name="asset_3418_13">
              <a:extLst>
                <a:ext uri="{FF2B5EF4-FFF2-40B4-BE49-F238E27FC236}">
                  <ns2:creationId id="{6FF1B954-700A-40D4-84E8-C75CB6E9BB88}"/>
                </a:ext>
              </a:extLst>
            </p:cNvPr>
            <p:cNvSpPr>
              <a:spLocks noGrp="1"/>
            </p:cNvSpPr>
            <p:nvPr/>
          </p:nvSpPr>
          <p:spPr>
            <a:xfrm>
              <a:off x="640370" y="2938957"/>
              <a:ext cx="48156" cy="385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2" name="asset_3418_14">
              <a:extLst>
                <a:ext uri="{FF2B5EF4-FFF2-40B4-BE49-F238E27FC236}">
                  <ns2:creationId id="{3415DBED-A3C9-4BB2-8842-9E95F770094C}"/>
                </a:ext>
              </a:extLst>
            </p:cNvPr>
            <p:cNvSpPr>
              <a:spLocks noGrp="1"/>
            </p:cNvSpPr>
            <p:nvPr/>
          </p:nvSpPr>
          <p:spPr>
            <a:xfrm>
              <a:off x="704551" y="2952771"/>
              <a:ext cx="46004" cy="368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3" name="asset_3418_15">
              <a:extLst>
                <a:ext uri="{FF2B5EF4-FFF2-40B4-BE49-F238E27FC236}">
                  <ns2:creationId id="{24A7EC66-3170-4980-B547-D7F35A78374E}"/>
                </a:ext>
              </a:extLst>
            </p:cNvPr>
            <p:cNvSpPr>
              <a:spLocks noGrp="1"/>
            </p:cNvSpPr>
            <p:nvPr/>
          </p:nvSpPr>
          <p:spPr>
            <a:xfrm>
              <a:off x="712894" y="2870877"/>
              <a:ext cx="56480" cy="452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4" name="asset_3418_16">
              <a:extLst>
                <a:ext uri="{FF2B5EF4-FFF2-40B4-BE49-F238E27FC236}">
                  <ns2:creationId id="{78F1286C-711D-4B62-B721-4A9754ABBAA4}"/>
                </a:ext>
              </a:extLst>
            </p:cNvPr>
            <p:cNvSpPr>
              <a:spLocks noGrp="1"/>
            </p:cNvSpPr>
            <p:nvPr/>
          </p:nvSpPr>
          <p:spPr>
            <a:xfrm>
              <a:off x="660258" y="2884020"/>
              <a:ext cx="43415" cy="347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5" name="asset_3418_17">
              <a:extLst>
                <a:ext uri="{FF2B5EF4-FFF2-40B4-BE49-F238E27FC236}">
                  <ns2:creationId id="{9DB2C952-197D-493E-9257-D3FD618E8B4F}"/>
                </a:ext>
              </a:extLst>
            </p:cNvPr>
            <p:cNvSpPr>
              <a:spLocks noGrp="1"/>
            </p:cNvSpPr>
            <p:nvPr/>
          </p:nvSpPr>
          <p:spPr>
            <a:xfrm>
              <a:off x="646252" y="2915072"/>
              <a:ext cx="40567" cy="324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6" name="asset_3418_18">
              <a:extLst>
                <a:ext uri="{FF2B5EF4-FFF2-40B4-BE49-F238E27FC236}">
                  <ns2:creationId id="{0307960D-54E1-4EE8-91E8-696DB6F36BD1}"/>
                </a:ext>
              </a:extLst>
            </p:cNvPr>
            <p:cNvSpPr>
              <a:spLocks noGrp="1"/>
            </p:cNvSpPr>
            <p:nvPr/>
          </p:nvSpPr>
          <p:spPr>
            <a:xfrm>
              <a:off x="650938" y="2925609"/>
              <a:ext cx="53537" cy="4285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7" name="asset_3418_19">
              <a:extLst>
                <a:ext uri="{FF2B5EF4-FFF2-40B4-BE49-F238E27FC236}">
                  <ns2:creationId id="{C9C5CCC1-BEF3-4FE9-8813-2936CBF5396A}"/>
                </a:ext>
              </a:extLst>
            </p:cNvPr>
            <p:cNvSpPr>
              <a:spLocks noGrp="1"/>
            </p:cNvSpPr>
            <p:nvPr/>
          </p:nvSpPr>
          <p:spPr>
            <a:xfrm>
              <a:off x="687793" y="2908008"/>
              <a:ext cx="53103" cy="4250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8" name="asset_3418_20">
              <a:extLst>
                <a:ext uri="{FF2B5EF4-FFF2-40B4-BE49-F238E27FC236}">
                  <ns2:creationId id="{6A41E64E-40E4-4F42-802B-899BDE82CD75}"/>
                </a:ext>
              </a:extLst>
            </p:cNvPr>
            <p:cNvSpPr>
              <a:spLocks noGrp="1"/>
            </p:cNvSpPr>
            <p:nvPr/>
          </p:nvSpPr>
          <p:spPr>
            <a:xfrm>
              <a:off x="644334" y="2877187"/>
              <a:ext cx="61827" cy="494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79" name="asset_3418_21">
              <a:extLst>
                <a:ext uri="{FF2B5EF4-FFF2-40B4-BE49-F238E27FC236}">
                  <ns2:creationId id="{57E6000E-1573-4B3F-8BF1-674E0DEB950F}"/>
                </a:ext>
              </a:extLst>
            </p:cNvPr>
            <p:cNvSpPr>
              <a:spLocks noGrp="1"/>
            </p:cNvSpPr>
            <p:nvPr/>
          </p:nvSpPr>
          <p:spPr>
            <a:xfrm>
              <a:off x="627496" y="2922037"/>
              <a:ext cx="54012" cy="4323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0" name="asset_3418_22">
              <a:extLst>
                <a:ext uri="{FF2B5EF4-FFF2-40B4-BE49-F238E27FC236}">
                  <ns2:creationId id="{E8B27CE8-B114-4A5A-9351-932160EDEA33}"/>
                </a:ext>
              </a:extLst>
            </p:cNvPr>
            <p:cNvSpPr>
              <a:spLocks noGrp="1"/>
            </p:cNvSpPr>
            <p:nvPr/>
          </p:nvSpPr>
          <p:spPr>
            <a:xfrm>
              <a:off x="656031" y="2948387"/>
              <a:ext cx="60272" cy="482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1" name="asset_3418_23">
              <a:extLst>
                <a:ext uri="{FF2B5EF4-FFF2-40B4-BE49-F238E27FC236}">
                  <ns2:creationId id="{D8549EB0-8A46-4EFD-9016-5A395C177FC0}"/>
                </a:ext>
              </a:extLst>
            </p:cNvPr>
            <p:cNvSpPr>
              <a:spLocks noGrp="1"/>
            </p:cNvSpPr>
            <p:nvPr/>
          </p:nvSpPr>
          <p:spPr>
            <a:xfrm>
              <a:off x="673856" y="2885344"/>
              <a:ext cx="54756" cy="4383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2" name="asset_3418_24">
              <a:extLst>
                <a:ext uri="{FF2B5EF4-FFF2-40B4-BE49-F238E27FC236}">
                  <ns2:creationId id="{53AC7175-BD2D-4738-8BFE-7490CAC20AD0}"/>
                </a:ext>
              </a:extLst>
            </p:cNvPr>
            <p:cNvSpPr>
              <a:spLocks noGrp="1"/>
            </p:cNvSpPr>
            <p:nvPr/>
          </p:nvSpPr>
          <p:spPr>
            <a:xfrm>
              <a:off x="665714" y="2862703"/>
              <a:ext cx="56521" cy="4524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3" name="asset_3418_25">
              <a:extLst>
                <a:ext uri="{FF2B5EF4-FFF2-40B4-BE49-F238E27FC236}">
                  <ns2:creationId id="{728894B9-7453-484A-9C57-592102037781}"/>
                </a:ext>
              </a:extLst>
            </p:cNvPr>
            <p:cNvSpPr>
              <a:spLocks noGrp="1"/>
            </p:cNvSpPr>
            <p:nvPr/>
          </p:nvSpPr>
          <p:spPr>
            <a:xfrm>
              <a:off x="655617" y="2930002"/>
              <a:ext cx="41066" cy="3287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4" name="asset_3418_26">
              <a:extLst>
                <a:ext uri="{FF2B5EF4-FFF2-40B4-BE49-F238E27FC236}">
                  <ns2:creationId id="{7B05ABAD-8F18-4A94-A307-461BD9FE073B}"/>
                </a:ext>
              </a:extLst>
            </p:cNvPr>
            <p:cNvSpPr>
              <a:spLocks noGrp="1"/>
            </p:cNvSpPr>
            <p:nvPr/>
          </p:nvSpPr>
          <p:spPr>
            <a:xfrm>
              <a:off x="697176" y="2925495"/>
              <a:ext cx="43005" cy="344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5" name="asset_3418_27">
              <a:extLst>
                <a:ext uri="{FF2B5EF4-FFF2-40B4-BE49-F238E27FC236}">
                  <ns2:creationId id="{D9F699C7-F728-40A7-B5CB-18E66DEC3F04}"/>
                </a:ext>
              </a:extLst>
            </p:cNvPr>
            <p:cNvSpPr>
              <a:spLocks noGrp="1"/>
            </p:cNvSpPr>
            <p:nvPr/>
          </p:nvSpPr>
          <p:spPr>
            <a:xfrm>
              <a:off x="712816" y="2875150"/>
              <a:ext cx="57550" cy="460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6" name="asset_3418_28">
              <a:extLst>
                <a:ext uri="{FF2B5EF4-FFF2-40B4-BE49-F238E27FC236}">
                  <ns2:creationId id="{68F4CB04-9833-42C7-A9ED-DDC2A536E690}"/>
                </a:ext>
              </a:extLst>
            </p:cNvPr>
            <p:cNvSpPr>
              <a:spLocks noGrp="1"/>
            </p:cNvSpPr>
            <p:nvPr/>
          </p:nvSpPr>
          <p:spPr>
            <a:xfrm>
              <a:off x="639783" y="2878703"/>
              <a:ext cx="62710" cy="501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7" name="asset_3418_29">
              <a:extLst>
                <a:ext uri="{FF2B5EF4-FFF2-40B4-BE49-F238E27FC236}">
                  <ns2:creationId id="{C97BE2A5-529F-49D6-A956-FB4B1DD96FEC}"/>
                </a:ext>
              </a:extLst>
            </p:cNvPr>
            <p:cNvSpPr>
              <a:spLocks noGrp="1"/>
            </p:cNvSpPr>
            <p:nvPr/>
          </p:nvSpPr>
          <p:spPr>
            <a:xfrm>
              <a:off x="610735" y="2938325"/>
              <a:ext cx="57804" cy="462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8" name="asset_3418_30">
              <a:extLst>
                <a:ext uri="{FF2B5EF4-FFF2-40B4-BE49-F238E27FC236}">
                  <ns2:creationId id="{E52E40DB-8FE3-48AE-A0E6-634B347B61BC}"/>
                </a:ext>
              </a:extLst>
            </p:cNvPr>
            <p:cNvSpPr>
              <a:spLocks noGrp="1"/>
            </p:cNvSpPr>
            <p:nvPr/>
          </p:nvSpPr>
          <p:spPr>
            <a:xfrm>
              <a:off x="699451" y="2922547"/>
              <a:ext cx="60007" cy="480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89" name="asset_3418_31">
              <a:extLst>
                <a:ext uri="{FF2B5EF4-FFF2-40B4-BE49-F238E27FC236}">
                  <ns2:creationId id="{C23E4A93-DAD2-4FEE-B51B-525C7B68CCD7}"/>
                </a:ext>
              </a:extLst>
            </p:cNvPr>
            <p:cNvSpPr>
              <a:spLocks noGrp="1"/>
            </p:cNvSpPr>
            <p:nvPr/>
          </p:nvSpPr>
          <p:spPr>
            <a:xfrm>
              <a:off x="689175" y="2882675"/>
              <a:ext cx="52750" cy="422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0" name="asset_3418_32">
              <a:extLst>
                <a:ext uri="{FF2B5EF4-FFF2-40B4-BE49-F238E27FC236}">
                  <ns2:creationId id="{7024B648-10B3-4FC5-BFE4-FA4E241E2376}"/>
                </a:ext>
              </a:extLst>
            </p:cNvPr>
            <p:cNvSpPr>
              <a:spLocks noGrp="1"/>
            </p:cNvSpPr>
            <p:nvPr/>
          </p:nvSpPr>
          <p:spPr>
            <a:xfrm>
              <a:off x="691933" y="2881580"/>
              <a:ext cx="41548" cy="332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1" name="asset_3418_33">
              <a:extLst>
                <a:ext uri="{FF2B5EF4-FFF2-40B4-BE49-F238E27FC236}">
                  <ns2:creationId id="{C4BB59F4-FAEA-4669-A283-5A8D5FD61843}"/>
                </a:ext>
              </a:extLst>
            </p:cNvPr>
            <p:cNvSpPr>
              <a:spLocks noGrp="1"/>
            </p:cNvSpPr>
            <p:nvPr/>
          </p:nvSpPr>
          <p:spPr>
            <a:xfrm>
              <a:off x="609692" y="2939987"/>
              <a:ext cx="42168" cy="337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2" name="asset_3418_34">
              <a:extLst>
                <a:ext uri="{FF2B5EF4-FFF2-40B4-BE49-F238E27FC236}">
                  <ns2:creationId id="{68FAB1E0-DA61-4B8F-AAEE-256F1AC9302A}"/>
                </a:ext>
              </a:extLst>
            </p:cNvPr>
            <p:cNvSpPr>
              <a:spLocks noGrp="1"/>
            </p:cNvSpPr>
            <p:nvPr/>
          </p:nvSpPr>
          <p:spPr>
            <a:xfrm>
              <a:off x="658301" y="2932943"/>
              <a:ext cx="54677" cy="437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3" name="asset_3418_35">
              <a:extLst>
                <a:ext uri="{FF2B5EF4-FFF2-40B4-BE49-F238E27FC236}">
                  <ns2:creationId id="{14335B2E-6EA7-4099-A44E-0FCA8891366E}"/>
                </a:ext>
              </a:extLst>
            </p:cNvPr>
            <p:cNvSpPr>
              <a:spLocks noGrp="1"/>
            </p:cNvSpPr>
            <p:nvPr/>
          </p:nvSpPr>
          <p:spPr>
            <a:xfrm>
              <a:off x="723151" y="2883327"/>
              <a:ext cx="43124" cy="3452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4" name="asset_3418_36">
              <a:extLst>
                <a:ext uri="{FF2B5EF4-FFF2-40B4-BE49-F238E27FC236}">
                  <ns2:creationId id="{A8DFD640-E423-484E-9CA1-42D746AE0FD0}"/>
                </a:ext>
              </a:extLst>
            </p:cNvPr>
            <p:cNvSpPr>
              <a:spLocks noGrp="1"/>
            </p:cNvSpPr>
            <p:nvPr/>
          </p:nvSpPr>
          <p:spPr>
            <a:xfrm>
              <a:off x="689172" y="2888555"/>
              <a:ext cx="55046" cy="4406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5" name="asset_3418_37">
              <a:extLst>
                <a:ext uri="{FF2B5EF4-FFF2-40B4-BE49-F238E27FC236}">
                  <ns2:creationId id="{7F1A8931-64BF-424B-8E02-15575E9244CA}"/>
                </a:ext>
              </a:extLst>
            </p:cNvPr>
            <p:cNvSpPr>
              <a:spLocks noGrp="1"/>
            </p:cNvSpPr>
            <p:nvPr/>
          </p:nvSpPr>
          <p:spPr>
            <a:xfrm>
              <a:off x="624996" y="2893501"/>
              <a:ext cx="42492" cy="3401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6" name="asset_3418_38">
              <a:extLst>
                <a:ext uri="{FF2B5EF4-FFF2-40B4-BE49-F238E27FC236}">
                  <ns2:creationId id="{C38791FD-DF34-4451-8100-ABBF8F0DCB5C}"/>
                </a:ext>
              </a:extLst>
            </p:cNvPr>
            <p:cNvSpPr>
              <a:spLocks noGrp="1"/>
            </p:cNvSpPr>
            <p:nvPr/>
          </p:nvSpPr>
          <p:spPr>
            <a:xfrm>
              <a:off x="692747" y="2919924"/>
              <a:ext cx="59456" cy="475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7" name="asset_3418_39">
              <a:extLst>
                <a:ext uri="{FF2B5EF4-FFF2-40B4-BE49-F238E27FC236}">
                  <ns2:creationId id="{F80C371B-9B40-4B05-AF8B-21D4E1E58F9B}"/>
                </a:ext>
              </a:extLst>
            </p:cNvPr>
            <p:cNvSpPr>
              <a:spLocks noGrp="1"/>
            </p:cNvSpPr>
            <p:nvPr/>
          </p:nvSpPr>
          <p:spPr>
            <a:xfrm>
              <a:off x="677417" y="2876792"/>
              <a:ext cx="58680" cy="469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8" name="asset_3418_40">
              <a:extLst>
                <a:ext uri="{FF2B5EF4-FFF2-40B4-BE49-F238E27FC236}">
                  <ns2:creationId id="{0627EDB1-79CF-4DB6-B184-C435C87C1E67}"/>
                </a:ext>
              </a:extLst>
            </p:cNvPr>
            <p:cNvSpPr>
              <a:spLocks noGrp="1"/>
            </p:cNvSpPr>
            <p:nvPr/>
          </p:nvSpPr>
          <p:spPr>
            <a:xfrm>
              <a:off x="674520" y="2870917"/>
              <a:ext cx="54548" cy="4366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299" name="asset_3418_41">
              <a:extLst>
                <a:ext uri="{FF2B5EF4-FFF2-40B4-BE49-F238E27FC236}">
                  <ns2:creationId id="{F67C74B8-CAFB-4408-8687-157009400184}"/>
                </a:ext>
              </a:extLst>
            </p:cNvPr>
            <p:cNvSpPr>
              <a:spLocks noGrp="1"/>
            </p:cNvSpPr>
            <p:nvPr/>
          </p:nvSpPr>
          <p:spPr>
            <a:xfrm>
              <a:off x="645963" y="2929439"/>
              <a:ext cx="60782" cy="486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0" name="asset_3418_42">
              <a:extLst>
                <a:ext uri="{FF2B5EF4-FFF2-40B4-BE49-F238E27FC236}">
                  <ns2:creationId id="{0574429D-923D-4FA3-8907-4E32A8F06235}"/>
                </a:ext>
              </a:extLst>
            </p:cNvPr>
            <p:cNvSpPr>
              <a:spLocks noGrp="1"/>
            </p:cNvSpPr>
            <p:nvPr/>
          </p:nvSpPr>
          <p:spPr>
            <a:xfrm>
              <a:off x="659127" y="2946068"/>
              <a:ext cx="51347" cy="4110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1" name="asset_3418_43">
              <a:extLst>
                <a:ext uri="{FF2B5EF4-FFF2-40B4-BE49-F238E27FC236}">
                  <ns2:creationId id="{40BF695D-3C59-4A33-BE27-6B7B2C94C4C8}"/>
                </a:ext>
              </a:extLst>
            </p:cNvPr>
            <p:cNvSpPr>
              <a:spLocks noGrp="1"/>
            </p:cNvSpPr>
            <p:nvPr/>
          </p:nvSpPr>
          <p:spPr>
            <a:xfrm>
              <a:off x="693233" y="2909245"/>
              <a:ext cx="44980" cy="360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2" name="asset_3418_44">
              <a:extLst>
                <a:ext uri="{FF2B5EF4-FFF2-40B4-BE49-F238E27FC236}">
                  <ns2:creationId id="{22EC7748-D7B8-42CE-B3B5-97C57AC62A6F}"/>
                </a:ext>
              </a:extLst>
            </p:cNvPr>
            <p:cNvSpPr>
              <a:spLocks noGrp="1"/>
            </p:cNvSpPr>
            <p:nvPr/>
          </p:nvSpPr>
          <p:spPr>
            <a:xfrm>
              <a:off x="645345" y="2880834"/>
              <a:ext cx="54224" cy="434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3" name="asset_3418_45">
              <a:extLst>
                <a:ext uri="{FF2B5EF4-FFF2-40B4-BE49-F238E27FC236}">
                  <ns2:creationId id="{6465B83D-6CE9-4B21-AA53-471F8499E173}"/>
                </a:ext>
              </a:extLst>
            </p:cNvPr>
            <p:cNvSpPr>
              <a:spLocks noGrp="1"/>
            </p:cNvSpPr>
            <p:nvPr/>
          </p:nvSpPr>
          <p:spPr>
            <a:xfrm>
              <a:off x="617197" y="2897439"/>
              <a:ext cx="45510" cy="364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4" name="asset_3418_46">
              <a:extLst>
                <a:ext uri="{FF2B5EF4-FFF2-40B4-BE49-F238E27FC236}">
                  <ns2:creationId id="{BA52981F-8755-45AE-9AB1-32E59CD76E09}"/>
                </a:ext>
              </a:extLst>
            </p:cNvPr>
            <p:cNvSpPr>
              <a:spLocks noGrp="1"/>
            </p:cNvSpPr>
            <p:nvPr/>
          </p:nvSpPr>
          <p:spPr>
            <a:xfrm>
              <a:off x="703530" y="2944793"/>
              <a:ext cx="57009" cy="456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5" name="asset_3418_47">
              <a:extLst>
                <a:ext uri="{FF2B5EF4-FFF2-40B4-BE49-F238E27FC236}">
                  <ns2:creationId id="{72E0DAA6-4F44-4EEA-B264-3A6155374C97}"/>
                </a:ext>
              </a:extLst>
            </p:cNvPr>
            <p:cNvSpPr>
              <a:spLocks noGrp="1"/>
            </p:cNvSpPr>
            <p:nvPr/>
          </p:nvSpPr>
          <p:spPr>
            <a:xfrm>
              <a:off x="725277" y="2920297"/>
              <a:ext cx="44123" cy="353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6" name="asset_3418_48">
              <a:extLst>
                <a:ext uri="{FF2B5EF4-FFF2-40B4-BE49-F238E27FC236}">
                  <ns2:creationId id="{1032DE87-8C16-461E-9903-402F5793491A}"/>
                </a:ext>
              </a:extLst>
            </p:cNvPr>
            <p:cNvSpPr>
              <a:spLocks noGrp="1"/>
            </p:cNvSpPr>
            <p:nvPr/>
          </p:nvSpPr>
          <p:spPr>
            <a:xfrm>
              <a:off x="663007" y="2876276"/>
              <a:ext cx="55578" cy="444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7" name="asset_3418_49">
              <a:extLst>
                <a:ext uri="{FF2B5EF4-FFF2-40B4-BE49-F238E27FC236}">
                  <ns2:creationId id="{2632D4F1-D5BD-404B-AB2A-BD707183F834}"/>
                </a:ext>
              </a:extLst>
            </p:cNvPr>
            <p:cNvSpPr>
              <a:spLocks noGrp="1"/>
            </p:cNvSpPr>
            <p:nvPr/>
          </p:nvSpPr>
          <p:spPr>
            <a:xfrm>
              <a:off x="610023" y="2904869"/>
              <a:ext cx="57087" cy="456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8" name="asset_3418_50">
              <a:extLst>
                <a:ext uri="{FF2B5EF4-FFF2-40B4-BE49-F238E27FC236}">
                  <ns2:creationId id="{235C36F9-6FB2-4B0B-A7D6-D0B89026885D}"/>
                </a:ext>
              </a:extLst>
            </p:cNvPr>
            <p:cNvSpPr>
              <a:spLocks noGrp="1"/>
            </p:cNvSpPr>
            <p:nvPr/>
          </p:nvSpPr>
          <p:spPr>
            <a:xfrm>
              <a:off x="639514" y="2941879"/>
              <a:ext cx="52791" cy="4225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AB1DF">
                    <a:alpha val="73000"/>
                  </a:srgbClr>
                </a:gs>
                <a:gs pos="100000">
                  <a:srgbClr val="8AB1DF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09" name="asset_3418_51">
              <a:extLst>
                <a:ext uri="{FF2B5EF4-FFF2-40B4-BE49-F238E27FC236}">
                  <ns2:creationId id="{2C82AA31-73C9-4519-8A9B-2220E28E204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2877836"/>
              <a:ext cx="202079" cy="163444"/>
            </a:xfrm>
            <a:custGeom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19" name="a | spatial view dog x2"/>
          <p:cNvGrpSpPr/>
          <p:nvPr/>
        </p:nvGrpSpPr>
        <p:grpSpPr>
          <a:xfrm>
            <a:off x="177480" y="3241800"/>
            <a:ext cx="249480" cy="196920"/>
            <a:chOff x="177480" y="3241800"/>
            <a:chExt cx="249480" cy="196920"/>
          </a:xfrm>
        </p:grpSpPr>
        <p:sp>
          <p:nvSpPr>
            <p:cNvPr id="5310" name="asset_3419_0">
              <a:extLst>
                <a:ext uri="{FF2B5EF4-FFF2-40B4-BE49-F238E27FC236}">
                  <ns2:creationId id="{746693EA-BB73-4B3D-BB22-995B684A8E0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41800"/>
              <a:ext cx="249480" cy="33476"/>
            </a:xfrm>
            <a:custGeom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311" name="asset_3419_1">
              <a:extLst>
                <a:ext uri="{FF2B5EF4-FFF2-40B4-BE49-F238E27FC236}">
                  <ns2:creationId id="{D0390F61-86FB-492A-B934-5BA7E33F4E06}"/>
                </a:ext>
              </a:extLst>
            </p:cNvPr>
            <p:cNvSpPr>
              <a:spLocks noGrp="1"/>
            </p:cNvSpPr>
            <p:nvPr/>
          </p:nvSpPr>
          <p:spPr>
            <a:xfrm>
              <a:off x="379559" y="3241800"/>
              <a:ext cx="47401" cy="196920"/>
            </a:xfrm>
            <a:custGeom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312" name="asset_3419_2">
              <a:extLst>
                <a:ext uri="{FF2B5EF4-FFF2-40B4-BE49-F238E27FC236}">
                  <ns2:creationId id="{63E5FB0C-8C6C-410D-BBB7-A93C1FA20AD8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7527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313" name="asset_3419_3">
              <a:extLst>
                <a:ext uri="{FF2B5EF4-FFF2-40B4-BE49-F238E27FC236}">
                  <ns2:creationId id="{96950FFE-4A33-4D88-A80B-43ADA4CFB163}"/>
                </a:ext>
              </a:extLst>
            </p:cNvPr>
            <p:cNvSpPr>
              <a:spLocks noGrp="1"/>
            </p:cNvSpPr>
            <p:nvPr/>
          </p:nvSpPr>
          <p:spPr>
            <a:xfrm>
              <a:off x="228000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4" name="asset_3419_4">
              <a:extLst>
                <a:ext uri="{FF2B5EF4-FFF2-40B4-BE49-F238E27FC236}">
                  <ns2:creationId id="{FEE28440-463A-4E6E-BB08-D7B04B22DF73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1613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5" name="asset_3419_5">
              <a:extLst>
                <a:ext uri="{FF2B5EF4-FFF2-40B4-BE49-F238E27FC236}">
                  <ns2:creationId id="{70FB939D-CC5A-4837-9BB6-BB9702E003B3}"/>
                </a:ext>
              </a:extLst>
            </p:cNvPr>
            <p:cNvSpPr>
              <a:spLocks noGrp="1"/>
            </p:cNvSpPr>
            <p:nvPr/>
          </p:nvSpPr>
          <p:spPr>
            <a:xfrm>
              <a:off x="27851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6" name="asset_3419_6">
              <a:extLst>
                <a:ext uri="{FF2B5EF4-FFF2-40B4-BE49-F238E27FC236}">
                  <ns2:creationId id="{DF70B3E3-1BDA-4D98-8BF9-D245F57F4DFD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5699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7" name="asset_3419_7">
              <a:extLst>
                <a:ext uri="{FF2B5EF4-FFF2-40B4-BE49-F238E27FC236}">
                  <ns2:creationId id="{E2BFE340-34A7-42E4-AED2-F0E915747680}"/>
                </a:ext>
              </a:extLst>
            </p:cNvPr>
            <p:cNvSpPr>
              <a:spLocks noGrp="1"/>
            </p:cNvSpPr>
            <p:nvPr/>
          </p:nvSpPr>
          <p:spPr>
            <a:xfrm>
              <a:off x="32903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8" name="asset_3419_8">
              <a:extLst>
                <a:ext uri="{FF2B5EF4-FFF2-40B4-BE49-F238E27FC236}">
                  <ns2:creationId id="{C4FE8518-1A43-48D8-8371-EE0AF0F70311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39785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19" name="asset_3419_9">
              <a:extLst>
                <a:ext uri="{FF2B5EF4-FFF2-40B4-BE49-F238E27FC236}">
                  <ns2:creationId id="{2FD49D77-CD99-4F4D-91C1-2116EB8AA60D}"/>
                </a:ext>
              </a:extLst>
            </p:cNvPr>
            <p:cNvSpPr>
              <a:spLocks noGrp="1"/>
            </p:cNvSpPr>
            <p:nvPr/>
          </p:nvSpPr>
          <p:spPr>
            <a:xfrm>
              <a:off x="209085" y="3310003"/>
              <a:ext cx="78407" cy="6276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6A8D9">
                    <a:alpha val="60000"/>
                  </a:srgbClr>
                </a:gs>
                <a:gs pos="100000">
                  <a:srgbClr val="86A8D9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0" name="asset_3419_10">
              <a:extLst>
                <a:ext uri="{FF2B5EF4-FFF2-40B4-BE49-F238E27FC236}">
                  <ns2:creationId id="{6AF7C569-F001-44ED-B5FF-D969062B6D79}"/>
                </a:ext>
              </a:extLst>
            </p:cNvPr>
            <p:cNvSpPr>
              <a:spLocks noGrp="1"/>
            </p:cNvSpPr>
            <p:nvPr/>
          </p:nvSpPr>
          <p:spPr>
            <a:xfrm>
              <a:off x="279651" y="3284898"/>
              <a:ext cx="70566" cy="5648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6A8D9">
                    <a:alpha val="60000"/>
                  </a:srgbClr>
                </a:gs>
                <a:gs pos="100000">
                  <a:srgbClr val="86A8D9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1" name="asset_3419_11">
              <a:extLst>
                <a:ext uri="{FF2B5EF4-FFF2-40B4-BE49-F238E27FC236}">
                  <ns2:creationId id="{80F085E8-C51F-4FA2-AE86-C8FED9CADD52}"/>
                </a:ext>
              </a:extLst>
            </p:cNvPr>
            <p:cNvSpPr>
              <a:spLocks noGrp="1"/>
            </p:cNvSpPr>
            <p:nvPr/>
          </p:nvSpPr>
          <p:spPr>
            <a:xfrm>
              <a:off x="241923" y="3340673"/>
              <a:ext cx="47641" cy="381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2" name="asset_3419_12">
              <a:extLst>
                <a:ext uri="{FF2B5EF4-FFF2-40B4-BE49-F238E27FC236}">
                  <ns2:creationId id="{CE1E376E-8B7F-40D6-B527-64C282C83F92}"/>
                </a:ext>
              </a:extLst>
            </p:cNvPr>
            <p:cNvSpPr>
              <a:spLocks noGrp="1"/>
            </p:cNvSpPr>
            <p:nvPr/>
          </p:nvSpPr>
          <p:spPr>
            <a:xfrm>
              <a:off x="303331" y="3308488"/>
              <a:ext cx="47516" cy="3803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3" name="asset_3419_13">
              <a:extLst>
                <a:ext uri="{FF2B5EF4-FFF2-40B4-BE49-F238E27FC236}">
                  <ns2:creationId id="{66B637FD-4CCF-44E1-B885-780E4671237C}"/>
                </a:ext>
              </a:extLst>
            </p:cNvPr>
            <p:cNvSpPr>
              <a:spLocks noGrp="1"/>
            </p:cNvSpPr>
            <p:nvPr/>
          </p:nvSpPr>
          <p:spPr>
            <a:xfrm>
              <a:off x="242175" y="3326284"/>
              <a:ext cx="35224" cy="2819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4" name="asset_3419_14">
              <a:extLst>
                <a:ext uri="{FF2B5EF4-FFF2-40B4-BE49-F238E27FC236}">
                  <ns2:creationId id="{AFEC96C6-81F9-47CB-99F2-B73D4EF6A070}"/>
                </a:ext>
              </a:extLst>
            </p:cNvPr>
            <p:cNvSpPr>
              <a:spLocks noGrp="1"/>
            </p:cNvSpPr>
            <p:nvPr/>
          </p:nvSpPr>
          <p:spPr>
            <a:xfrm>
              <a:off x="311032" y="3283806"/>
              <a:ext cx="45989" cy="3681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5" name="asset_3419_15">
              <a:extLst>
                <a:ext uri="{FF2B5EF4-FFF2-40B4-BE49-F238E27FC236}">
                  <ns2:creationId id="{8E9DCA16-9B81-4C15-953A-9671E01E116A}"/>
                </a:ext>
              </a:extLst>
            </p:cNvPr>
            <p:cNvSpPr>
              <a:spLocks noGrp="1"/>
            </p:cNvSpPr>
            <p:nvPr/>
          </p:nvSpPr>
          <p:spPr>
            <a:xfrm>
              <a:off x="202672" y="3333436"/>
              <a:ext cx="47241" cy="378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6" name="asset_3419_16">
              <a:extLst>
                <a:ext uri="{FF2B5EF4-FFF2-40B4-BE49-F238E27FC236}">
                  <ns2:creationId id="{DB08204D-F697-4B38-8CAD-AF992960BF57}"/>
                </a:ext>
              </a:extLst>
            </p:cNvPr>
            <p:cNvSpPr>
              <a:spLocks noGrp="1"/>
            </p:cNvSpPr>
            <p:nvPr/>
          </p:nvSpPr>
          <p:spPr>
            <a:xfrm>
              <a:off x="304573" y="3306993"/>
              <a:ext cx="47769" cy="382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7" name="asset_3419_17">
              <a:extLst>
                <a:ext uri="{FF2B5EF4-FFF2-40B4-BE49-F238E27FC236}">
                  <ns2:creationId id="{8B874592-0071-4EF6-AF5B-CB6BD062D5F5}"/>
                </a:ext>
              </a:extLst>
            </p:cNvPr>
            <p:cNvSpPr>
              <a:spLocks noGrp="1"/>
            </p:cNvSpPr>
            <p:nvPr/>
          </p:nvSpPr>
          <p:spPr>
            <a:xfrm>
              <a:off x="217249" y="3310530"/>
              <a:ext cx="49893" cy="399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8" name="asset_3419_18">
              <a:extLst>
                <a:ext uri="{FF2B5EF4-FFF2-40B4-BE49-F238E27FC236}">
                  <ns2:creationId id="{ADEC17A4-4FD0-41D2-857B-42EB14C19299}"/>
                </a:ext>
              </a:extLst>
            </p:cNvPr>
            <p:cNvSpPr>
              <a:spLocks noGrp="1"/>
            </p:cNvSpPr>
            <p:nvPr/>
          </p:nvSpPr>
          <p:spPr>
            <a:xfrm>
              <a:off x="308183" y="3284460"/>
              <a:ext cx="35565" cy="2846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29" name="asset_3419_19">
              <a:extLst>
                <a:ext uri="{FF2B5EF4-FFF2-40B4-BE49-F238E27FC236}">
                  <ns2:creationId id="{BBFD9A57-57B6-4217-8450-6199F35669FC}"/>
                </a:ext>
              </a:extLst>
            </p:cNvPr>
            <p:cNvSpPr>
              <a:spLocks noGrp="1"/>
            </p:cNvSpPr>
            <p:nvPr/>
          </p:nvSpPr>
          <p:spPr>
            <a:xfrm>
              <a:off x="245848" y="3307836"/>
              <a:ext cx="50742" cy="406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0" name="asset_3419_20">
              <a:extLst>
                <a:ext uri="{FF2B5EF4-FFF2-40B4-BE49-F238E27FC236}">
                  <ns2:creationId id="{C9C34416-6B56-426A-A262-51D1B48289A4}"/>
                </a:ext>
              </a:extLst>
            </p:cNvPr>
            <p:cNvSpPr>
              <a:spLocks noGrp="1"/>
            </p:cNvSpPr>
            <p:nvPr/>
          </p:nvSpPr>
          <p:spPr>
            <a:xfrm>
              <a:off x="311298" y="3309246"/>
              <a:ext cx="28032" cy="224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1" name="asset_3419_21">
              <a:extLst>
                <a:ext uri="{FF2B5EF4-FFF2-40B4-BE49-F238E27FC236}">
                  <ns2:creationId id="{743F4B5F-5725-43BD-A097-13433B7AF94C}"/>
                </a:ext>
              </a:extLst>
            </p:cNvPr>
            <p:cNvSpPr>
              <a:spLocks noGrp="1"/>
            </p:cNvSpPr>
            <p:nvPr/>
          </p:nvSpPr>
          <p:spPr>
            <a:xfrm>
              <a:off x="228651" y="3315668"/>
              <a:ext cx="29969" cy="239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2" name="asset_3419_22">
              <a:extLst>
                <a:ext uri="{FF2B5EF4-FFF2-40B4-BE49-F238E27FC236}">
                  <ns2:creationId id="{9EC194BE-5A33-4EBD-9EBE-56F2518A0839}"/>
                </a:ext>
              </a:extLst>
            </p:cNvPr>
            <p:cNvSpPr>
              <a:spLocks noGrp="1"/>
            </p:cNvSpPr>
            <p:nvPr/>
          </p:nvSpPr>
          <p:spPr>
            <a:xfrm>
              <a:off x="279715" y="3281728"/>
              <a:ext cx="38686" cy="3096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3" name="asset_3419_23">
              <a:extLst>
                <a:ext uri="{FF2B5EF4-FFF2-40B4-BE49-F238E27FC236}">
                  <ns2:creationId id="{B68FCEA6-65C2-4682-9063-27A9459508CB}"/>
                </a:ext>
              </a:extLst>
            </p:cNvPr>
            <p:cNvSpPr>
              <a:spLocks noGrp="1"/>
            </p:cNvSpPr>
            <p:nvPr/>
          </p:nvSpPr>
          <p:spPr>
            <a:xfrm>
              <a:off x="222408" y="3329464"/>
              <a:ext cx="36387" cy="2912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4" name="asset_3419_24">
              <a:extLst>
                <a:ext uri="{FF2B5EF4-FFF2-40B4-BE49-F238E27FC236}">
                  <ns2:creationId id="{DC8263F0-CF30-4205-94C6-51633A51E1AF}"/>
                </a:ext>
              </a:extLst>
            </p:cNvPr>
            <p:cNvSpPr>
              <a:spLocks noGrp="1"/>
            </p:cNvSpPr>
            <p:nvPr/>
          </p:nvSpPr>
          <p:spPr>
            <a:xfrm>
              <a:off x="287470" y="3286956"/>
              <a:ext cx="29679" cy="237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5" name="asset_3419_25">
              <a:extLst>
                <a:ext uri="{FF2B5EF4-FFF2-40B4-BE49-F238E27FC236}">
                  <ns2:creationId id="{EB74AB11-9238-4E12-AF59-DBD33722CA0E}"/>
                </a:ext>
              </a:extLst>
            </p:cNvPr>
            <p:cNvSpPr>
              <a:spLocks noGrp="1"/>
            </p:cNvSpPr>
            <p:nvPr/>
          </p:nvSpPr>
          <p:spPr>
            <a:xfrm>
              <a:off x="256524" y="3335578"/>
              <a:ext cx="27648" cy="2213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6" name="asset_3419_26">
              <a:extLst>
                <a:ext uri="{FF2B5EF4-FFF2-40B4-BE49-F238E27FC236}">
                  <ns2:creationId id="{31A8C5AE-DF5C-42BE-82FE-405FEAFF78F1}"/>
                </a:ext>
              </a:extLst>
            </p:cNvPr>
            <p:cNvSpPr>
              <a:spLocks noGrp="1"/>
            </p:cNvSpPr>
            <p:nvPr/>
          </p:nvSpPr>
          <p:spPr>
            <a:xfrm>
              <a:off x="305829" y="3314234"/>
              <a:ext cx="34218" cy="273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7" name="asset_3419_27">
              <a:extLst>
                <a:ext uri="{FF2B5EF4-FFF2-40B4-BE49-F238E27FC236}">
                  <ns2:creationId id="{81BA1F3D-3A21-497D-B8E6-52152AE4B7F0}"/>
                </a:ext>
              </a:extLst>
            </p:cNvPr>
            <p:cNvSpPr>
              <a:spLocks noGrp="1"/>
            </p:cNvSpPr>
            <p:nvPr/>
          </p:nvSpPr>
          <p:spPr>
            <a:xfrm>
              <a:off x="223719" y="3339173"/>
              <a:ext cx="48031" cy="3844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8" name="asset_3419_28">
              <a:extLst>
                <a:ext uri="{FF2B5EF4-FFF2-40B4-BE49-F238E27FC236}">
                  <ns2:creationId id="{DECE060C-294A-41BD-96B8-36BF23A39263}"/>
                </a:ext>
              </a:extLst>
            </p:cNvPr>
            <p:cNvSpPr>
              <a:spLocks noGrp="1"/>
            </p:cNvSpPr>
            <p:nvPr/>
          </p:nvSpPr>
          <p:spPr>
            <a:xfrm>
              <a:off x="311839" y="3306302"/>
              <a:ext cx="41899" cy="3353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39" name="asset_3419_29">
              <a:extLst>
                <a:ext uri="{FF2B5EF4-FFF2-40B4-BE49-F238E27FC236}">
                  <ns2:creationId id="{0C28A1F5-FDA7-41D3-A62D-7B970C0C2E1A}"/>
                </a:ext>
              </a:extLst>
            </p:cNvPr>
            <p:cNvSpPr>
              <a:spLocks noGrp="1"/>
            </p:cNvSpPr>
            <p:nvPr/>
          </p:nvSpPr>
          <p:spPr>
            <a:xfrm>
              <a:off x="216626" y="3327809"/>
              <a:ext cx="48019" cy="384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0" name="asset_3419_30">
              <a:extLst>
                <a:ext uri="{FF2B5EF4-FFF2-40B4-BE49-F238E27FC236}">
                  <ns2:creationId id="{C9CD6603-F5AF-4AA5-BE1B-83D5069EDFB3}"/>
                </a:ext>
              </a:extLst>
            </p:cNvPr>
            <p:cNvSpPr>
              <a:spLocks noGrp="1"/>
            </p:cNvSpPr>
            <p:nvPr/>
          </p:nvSpPr>
          <p:spPr>
            <a:xfrm>
              <a:off x="281210" y="3313076"/>
              <a:ext cx="44806" cy="35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1" name="asset_3419_31">
              <a:extLst>
                <a:ext uri="{FF2B5EF4-FFF2-40B4-BE49-F238E27FC236}">
                  <ns2:creationId id="{99A99315-4FF1-42C4-8062-950F1B1EB9BD}"/>
                </a:ext>
              </a:extLst>
            </p:cNvPr>
            <p:cNvSpPr>
              <a:spLocks noGrp="1"/>
            </p:cNvSpPr>
            <p:nvPr/>
          </p:nvSpPr>
          <p:spPr>
            <a:xfrm>
              <a:off x="239528" y="3338633"/>
              <a:ext cx="39791" cy="3185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2" name="asset_3419_32">
              <a:extLst>
                <a:ext uri="{FF2B5EF4-FFF2-40B4-BE49-F238E27FC236}">
                  <ns2:creationId id="{F355CFB1-BBD3-45AA-A1A4-FC931A7AAA07}"/>
                </a:ext>
              </a:extLst>
            </p:cNvPr>
            <p:cNvSpPr>
              <a:spLocks noGrp="1"/>
            </p:cNvSpPr>
            <p:nvPr/>
          </p:nvSpPr>
          <p:spPr>
            <a:xfrm>
              <a:off x="289504" y="3293472"/>
              <a:ext cx="31455" cy="251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3" name="asset_3419_33">
              <a:extLst>
                <a:ext uri="{FF2B5EF4-FFF2-40B4-BE49-F238E27FC236}">
                  <ns2:creationId id="{B3894E0F-7FEF-477F-A87C-0C2C50EC70AE}"/>
                </a:ext>
              </a:extLst>
            </p:cNvPr>
            <p:cNvSpPr>
              <a:spLocks noGrp="1"/>
            </p:cNvSpPr>
            <p:nvPr/>
          </p:nvSpPr>
          <p:spPr>
            <a:xfrm>
              <a:off x="203611" y="3314914"/>
              <a:ext cx="43216" cy="345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4" name="asset_3419_34">
              <a:extLst>
                <a:ext uri="{FF2B5EF4-FFF2-40B4-BE49-F238E27FC236}">
                  <ns2:creationId id="{1F58FB18-2B89-44CE-B8ED-691D95657609}"/>
                </a:ext>
              </a:extLst>
            </p:cNvPr>
            <p:cNvSpPr>
              <a:spLocks noGrp="1"/>
            </p:cNvSpPr>
            <p:nvPr/>
          </p:nvSpPr>
          <p:spPr>
            <a:xfrm>
              <a:off x="289174" y="3312109"/>
              <a:ext cx="32270" cy="2583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5" name="asset_3419_35">
              <a:extLst>
                <a:ext uri="{FF2B5EF4-FFF2-40B4-BE49-F238E27FC236}">
                  <ns2:creationId id="{4C348268-068D-4464-8B15-5F53DBD50101}"/>
                </a:ext>
              </a:extLst>
            </p:cNvPr>
            <p:cNvSpPr>
              <a:spLocks noGrp="1"/>
            </p:cNvSpPr>
            <p:nvPr/>
          </p:nvSpPr>
          <p:spPr>
            <a:xfrm>
              <a:off x="201533" y="3331153"/>
              <a:ext cx="37250" cy="298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6" name="asset_3419_36">
              <a:extLst>
                <a:ext uri="{FF2B5EF4-FFF2-40B4-BE49-F238E27FC236}">
                  <ns2:creationId id="{AC28643D-3042-44F2-81D1-82C01F0BCA88}"/>
                </a:ext>
              </a:extLst>
            </p:cNvPr>
            <p:cNvSpPr>
              <a:spLocks noGrp="1"/>
            </p:cNvSpPr>
            <p:nvPr/>
          </p:nvSpPr>
          <p:spPr>
            <a:xfrm>
              <a:off x="292252" y="3285755"/>
              <a:ext cx="36976" cy="295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7" name="asset_3419_37">
              <a:extLst>
                <a:ext uri="{FF2B5EF4-FFF2-40B4-BE49-F238E27FC236}">
                  <ns2:creationId id="{ED2ED251-9B8A-4524-970F-38F6279FA254}"/>
                </a:ext>
              </a:extLst>
            </p:cNvPr>
            <p:cNvSpPr>
              <a:spLocks noGrp="1"/>
            </p:cNvSpPr>
            <p:nvPr/>
          </p:nvSpPr>
          <p:spPr>
            <a:xfrm>
              <a:off x="229489" y="3339846"/>
              <a:ext cx="29623" cy="237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8" name="asset_3419_38">
              <a:extLst>
                <a:ext uri="{FF2B5EF4-FFF2-40B4-BE49-F238E27FC236}">
                  <ns2:creationId id="{E34310F5-BE6A-45B0-88A6-E5ABE9CF825B}"/>
                </a:ext>
              </a:extLst>
            </p:cNvPr>
            <p:cNvSpPr>
              <a:spLocks noGrp="1"/>
            </p:cNvSpPr>
            <p:nvPr/>
          </p:nvSpPr>
          <p:spPr>
            <a:xfrm>
              <a:off x="312083" y="3292108"/>
              <a:ext cx="27874" cy="2231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49" name="asset_3419_39">
              <a:extLst>
                <a:ext uri="{FF2B5EF4-FFF2-40B4-BE49-F238E27FC236}">
                  <ns2:creationId id="{CB658C1A-F838-4A51-8CA3-7A5215DAFCFB}"/>
                </a:ext>
              </a:extLst>
            </p:cNvPr>
            <p:cNvSpPr>
              <a:spLocks noGrp="1"/>
            </p:cNvSpPr>
            <p:nvPr/>
          </p:nvSpPr>
          <p:spPr>
            <a:xfrm>
              <a:off x="220674" y="3328367"/>
              <a:ext cx="47389" cy="379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0" name="asset_3419_40">
              <a:extLst>
                <a:ext uri="{FF2B5EF4-FFF2-40B4-BE49-F238E27FC236}">
                  <ns2:creationId id="{6BBB95B4-E822-4DF6-93CF-34BDC6C58B4A}"/>
                </a:ext>
              </a:extLst>
            </p:cNvPr>
            <p:cNvSpPr>
              <a:spLocks noGrp="1"/>
            </p:cNvSpPr>
            <p:nvPr/>
          </p:nvSpPr>
          <p:spPr>
            <a:xfrm>
              <a:off x="285073" y="3306802"/>
              <a:ext cx="46606" cy="3730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1" name="asset_3419_41">
              <a:extLst>
                <a:ext uri="{FF2B5EF4-FFF2-40B4-BE49-F238E27FC236}">
                  <ns2:creationId id="{F88ACF5E-847D-4FF2-B406-F147CEA72BC2}"/>
                </a:ext>
              </a:extLst>
            </p:cNvPr>
            <p:cNvSpPr>
              <a:spLocks noGrp="1"/>
            </p:cNvSpPr>
            <p:nvPr/>
          </p:nvSpPr>
          <p:spPr>
            <a:xfrm>
              <a:off x="198099" y="3328845"/>
              <a:ext cx="45504" cy="364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2" name="asset_3419_42">
              <a:extLst>
                <a:ext uri="{FF2B5EF4-FFF2-40B4-BE49-F238E27FC236}">
                  <ns2:creationId id="{318045A0-D500-4287-B53B-10E9948BBD81}"/>
                </a:ext>
              </a:extLst>
            </p:cNvPr>
            <p:cNvSpPr>
              <a:spLocks noGrp="1"/>
            </p:cNvSpPr>
            <p:nvPr/>
          </p:nvSpPr>
          <p:spPr>
            <a:xfrm>
              <a:off x="312846" y="3310740"/>
              <a:ext cx="42839" cy="342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3" name="asset_3419_43">
              <a:extLst>
                <a:ext uri="{FF2B5EF4-FFF2-40B4-BE49-F238E27FC236}">
                  <ns2:creationId id="{D7FF2EAB-1CB0-41B7-AD59-0E106F61E05B}"/>
                </a:ext>
              </a:extLst>
            </p:cNvPr>
            <p:cNvSpPr>
              <a:spLocks noGrp="1"/>
            </p:cNvSpPr>
            <p:nvPr/>
          </p:nvSpPr>
          <p:spPr>
            <a:xfrm>
              <a:off x="243288" y="3322010"/>
              <a:ext cx="49122" cy="393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4" name="asset_3419_44">
              <a:extLst>
                <a:ext uri="{FF2B5EF4-FFF2-40B4-BE49-F238E27FC236}">
                  <ns2:creationId id="{2BBE1DCF-7062-4732-826E-42E23849697E}"/>
                </a:ext>
              </a:extLst>
            </p:cNvPr>
            <p:cNvSpPr>
              <a:spLocks noGrp="1"/>
            </p:cNvSpPr>
            <p:nvPr/>
          </p:nvSpPr>
          <p:spPr>
            <a:xfrm>
              <a:off x="314407" y="3296790"/>
              <a:ext cx="42351" cy="339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5" name="asset_3419_45">
              <a:extLst>
                <a:ext uri="{FF2B5EF4-FFF2-40B4-BE49-F238E27FC236}">
                  <ns2:creationId id="{C8FE71C2-A573-4FB2-9077-8E17BDADECD6}"/>
                </a:ext>
              </a:extLst>
            </p:cNvPr>
            <p:cNvSpPr>
              <a:spLocks noGrp="1"/>
            </p:cNvSpPr>
            <p:nvPr/>
          </p:nvSpPr>
          <p:spPr>
            <a:xfrm>
              <a:off x="225643" y="3336653"/>
              <a:ext cx="48657" cy="3894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6" name="asset_3419_46">
              <a:extLst>
                <a:ext uri="{FF2B5EF4-FFF2-40B4-BE49-F238E27FC236}">
                  <ns2:creationId id="{BCF1904A-9648-4261-86CF-B4A3CC773F57}"/>
                </a:ext>
              </a:extLst>
            </p:cNvPr>
            <p:cNvSpPr>
              <a:spLocks noGrp="1"/>
            </p:cNvSpPr>
            <p:nvPr/>
          </p:nvSpPr>
          <p:spPr>
            <a:xfrm>
              <a:off x="277958" y="3296525"/>
              <a:ext cx="39519" cy="316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7" name="asset_3419_47">
              <a:extLst>
                <a:ext uri="{FF2B5EF4-FFF2-40B4-BE49-F238E27FC236}">
                  <ns2:creationId id="{A3C92328-309D-4E52-9DDB-F5B3A126F720}"/>
                </a:ext>
              </a:extLst>
            </p:cNvPr>
            <p:cNvSpPr>
              <a:spLocks noGrp="1"/>
            </p:cNvSpPr>
            <p:nvPr/>
          </p:nvSpPr>
          <p:spPr>
            <a:xfrm>
              <a:off x="224008" y="3331268"/>
              <a:ext cx="49365" cy="395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8" name="asset_3419_48">
              <a:extLst>
                <a:ext uri="{FF2B5EF4-FFF2-40B4-BE49-F238E27FC236}">
                  <ns2:creationId id="{13875825-74FD-4171-A9BF-25AEFA581748}"/>
                </a:ext>
              </a:extLst>
            </p:cNvPr>
            <p:cNvSpPr>
              <a:spLocks noGrp="1"/>
            </p:cNvSpPr>
            <p:nvPr/>
          </p:nvSpPr>
          <p:spPr>
            <a:xfrm>
              <a:off x="312203" y="3286789"/>
              <a:ext cx="35817" cy="2867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6A8D9">
                    <a:alpha val="73000"/>
                  </a:srgbClr>
                </a:gs>
                <a:gs pos="100000">
                  <a:srgbClr val="86A8D9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59" name="asset_3419_49">
              <a:extLst>
                <a:ext uri="{FF2B5EF4-FFF2-40B4-BE49-F238E27FC236}">
                  <ns2:creationId id="{45913E88-8BF1-4ABB-ADDC-1D6B6304DC50}"/>
                </a:ext>
              </a:extLst>
            </p:cNvPr>
            <p:cNvSpPr>
              <a:spLocks noGrp="1"/>
            </p:cNvSpPr>
            <p:nvPr/>
          </p:nvSpPr>
          <p:spPr>
            <a:xfrm>
              <a:off x="177480" y="3275276"/>
              <a:ext cx="202079" cy="163444"/>
            </a:xfrm>
            <a:custGeom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20" name="a | spatial view receptor suppression x2"/>
          <p:cNvGrpSpPr/>
          <p:nvPr/>
        </p:nvGrpSpPr>
        <p:grpSpPr>
          <a:xfrm>
            <a:off x="584640" y="3241800"/>
            <a:ext cx="249480" cy="196920"/>
            <a:chOff x="584640" y="3241800"/>
            <a:chExt cx="249480" cy="196920"/>
          </a:xfrm>
        </p:grpSpPr>
        <p:sp>
          <p:nvSpPr>
            <p:cNvPr id="5360" name="asset_3420_0">
              <a:extLst>
                <a:ext uri="{FF2B5EF4-FFF2-40B4-BE49-F238E27FC236}">
                  <ns2:creationId id="{11E24C19-4E6B-439B-A1B1-80CC339E5B8C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41800"/>
              <a:ext cx="249480" cy="33476"/>
            </a:xfrm>
            <a:custGeom>
              <a:pathLst>
                <a:path w="249480" h="33476">
                  <a:moveTo>
                    <a:pt x="0" y="33476"/>
                  </a:moveTo>
                  <a:lnTo>
                    <a:pt x="47401" y="0"/>
                  </a:lnTo>
                  <a:lnTo>
                    <a:pt x="249480" y="0"/>
                  </a:lnTo>
                  <a:lnTo>
                    <a:pt x="202079" y="33476"/>
                  </a:lnTo>
                  <a:close/>
                </a:path>
              </a:pathLst>
            </a:custGeom>
            <a:gradFill>
              <a:gsLst>
                <a:gs pos="0">
                  <a:srgbClr val="FAFDFF">
                    <a:alpha val="65000"/>
                  </a:srgbClr>
                </a:gs>
                <a:gs pos="100000">
                  <a:srgbClr val="D9EAFA">
                    <a:alpha val="45000"/>
                  </a:srgbClr>
                </a:gs>
              </a:gsLst>
              <a:lin ang="5400000"/>
            </a:gradFill>
            <a:ln w="2700">
              <a:solidFill>
                <a:srgbClr val="A3C3E2"/>
              </a:solidFill>
            </a:ln>
          </p:spPr>
        </p:sp>
        <p:sp>
          <p:nvSpPr>
            <p:cNvPr id="5361" name="asset_3420_1">
              <a:extLst>
                <a:ext uri="{FF2B5EF4-FFF2-40B4-BE49-F238E27FC236}">
                  <ns2:creationId id="{B50E79DA-41F6-45C9-A4AE-D0F37EFF2872}"/>
                </a:ext>
              </a:extLst>
            </p:cNvPr>
            <p:cNvSpPr>
              <a:spLocks noGrp="1"/>
            </p:cNvSpPr>
            <p:nvPr/>
          </p:nvSpPr>
          <p:spPr>
            <a:xfrm>
              <a:off x="786719" y="3241800"/>
              <a:ext cx="47401" cy="196920"/>
            </a:xfrm>
            <a:custGeom>
              <a:pathLst>
                <a:path w="47401" h="196920">
                  <a:moveTo>
                    <a:pt x="0" y="33476"/>
                  </a:moveTo>
                  <a:lnTo>
                    <a:pt x="47401" y="0"/>
                  </a:lnTo>
                  <a:lnTo>
                    <a:pt x="47401" y="163444"/>
                  </a:lnTo>
                  <a:lnTo>
                    <a:pt x="0" y="196920"/>
                  </a:lnTo>
                  <a:close/>
                </a:path>
              </a:pathLst>
            </a:custGeom>
            <a:solidFill>
              <a:srgbClr val="C9DFF3">
                <a:alpha val="22000"/>
              </a:srgbClr>
            </a:solidFill>
            <a:ln w="2700">
              <a:solidFill>
                <a:srgbClr val="A3C3E2"/>
              </a:solidFill>
            </a:ln>
          </p:spPr>
        </p:sp>
        <p:sp>
          <p:nvSpPr>
            <p:cNvPr id="5362" name="asset_3420_2">
              <a:extLst>
                <a:ext uri="{FF2B5EF4-FFF2-40B4-BE49-F238E27FC236}">
                  <ns2:creationId id="{89A2DE71-EF0A-4B04-BA0F-EA745AA443D8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75276"/>
              <a:ext cx="202079" cy="163444"/>
            </a:xfrm>
            <a:prstGeom prst="rect">
              <a:avLst/>
            </a:prstGeom>
            <a:solidFill>
              <a:srgbClr val="E7F1FC">
                <a:alpha val="20000"/>
              </a:srgbClr>
            </a:solidFill>
            <a:ln w="2700">
              <a:solidFill>
                <a:srgbClr val="ABC9E7"/>
              </a:solidFill>
            </a:ln>
          </p:spPr>
        </p:sp>
        <p:sp>
          <p:nvSpPr>
            <p:cNvPr id="5363" name="asset_3420_3">
              <a:extLst>
                <a:ext uri="{FF2B5EF4-FFF2-40B4-BE49-F238E27FC236}">
                  <ns2:creationId id="{A4CA4408-F942-4AE1-9AC7-BED1C70C9811}"/>
                </a:ext>
              </a:extLst>
            </p:cNvPr>
            <p:cNvSpPr>
              <a:spLocks noGrp="1"/>
            </p:cNvSpPr>
            <p:nvPr/>
          </p:nvSpPr>
          <p:spPr>
            <a:xfrm>
              <a:off x="635160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4" name="asset_3420_4">
              <a:extLst>
                <a:ext uri="{FF2B5EF4-FFF2-40B4-BE49-F238E27FC236}">
                  <ns2:creationId id="{28CC5993-3375-4176-A25F-D7B5E05BD5BD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16137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5" name="asset_3420_5">
              <a:extLst>
                <a:ext uri="{FF2B5EF4-FFF2-40B4-BE49-F238E27FC236}">
                  <ns2:creationId id="{31D3A39F-A4CF-4BDA-8288-68C45E4548DD}"/>
                </a:ext>
              </a:extLst>
            </p:cNvPr>
            <p:cNvSpPr>
              <a:spLocks noGrp="1"/>
            </p:cNvSpPr>
            <p:nvPr/>
          </p:nvSpPr>
          <p:spPr>
            <a:xfrm>
              <a:off x="68567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6" name="asset_3420_6">
              <a:extLst>
                <a:ext uri="{FF2B5EF4-FFF2-40B4-BE49-F238E27FC236}">
                  <ns2:creationId id="{3339C51E-B9A4-4539-8B1C-FFAF967A8456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56998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7" name="asset_3420_7">
              <a:extLst>
                <a:ext uri="{FF2B5EF4-FFF2-40B4-BE49-F238E27FC236}">
                  <ns2:creationId id="{A622E2FC-2515-47C8-A782-437951FF1509}"/>
                </a:ext>
              </a:extLst>
            </p:cNvPr>
            <p:cNvSpPr>
              <a:spLocks noGrp="1"/>
            </p:cNvSpPr>
            <p:nvPr/>
          </p:nvSpPr>
          <p:spPr>
            <a:xfrm>
              <a:off x="736199" y="3275276"/>
              <a:ext cx="4" cy="16344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8" name="asset_3420_8">
              <a:extLst>
                <a:ext uri="{FF2B5EF4-FFF2-40B4-BE49-F238E27FC236}">
                  <ns2:creationId id="{9F1A92B1-1413-4520-83F6-E1F4DAFBBE42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397859"/>
              <a:ext cx="202079" cy="4"/>
            </a:xfrm>
            <a:prstGeom prst="line">
              <a:avLst/>
            </a:prstGeom>
            <a:noFill/>
            <a:ln w="1980">
              <a:solidFill>
                <a:srgbClr val="B8D2EB">
                  <a:alpha val="33000"/>
                </a:srgbClr>
              </a:solidFill>
            </a:ln>
          </p:spPr>
        </p:sp>
        <p:sp>
          <p:nvSpPr>
            <p:cNvPr id="5369" name="asset_3420_9">
              <a:extLst>
                <a:ext uri="{FF2B5EF4-FFF2-40B4-BE49-F238E27FC236}">
                  <ns2:creationId id="{A5D77FA2-8E0A-4ED9-A21F-B511FA6328D1}"/>
                </a:ext>
              </a:extLst>
            </p:cNvPr>
            <p:cNvSpPr>
              <a:spLocks noGrp="1"/>
            </p:cNvSpPr>
            <p:nvPr/>
          </p:nvSpPr>
          <p:spPr>
            <a:xfrm>
              <a:off x="624086" y="3305296"/>
              <a:ext cx="98008" cy="78453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B9B0">
                    <a:alpha val="60000"/>
                  </a:srgbClr>
                </a:gs>
                <a:gs pos="100000">
                  <a:srgbClr val="8CB9B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0" name="asset_3420_10">
              <a:extLst>
                <a:ext uri="{FF2B5EF4-FFF2-40B4-BE49-F238E27FC236}">
                  <ns2:creationId id="{469B0848-929A-4D4D-A53A-6762AE0290B3}"/>
                </a:ext>
              </a:extLst>
            </p:cNvPr>
            <p:cNvSpPr>
              <a:spLocks noGrp="1"/>
            </p:cNvSpPr>
            <p:nvPr/>
          </p:nvSpPr>
          <p:spPr>
            <a:xfrm>
              <a:off x="682891" y="3289605"/>
              <a:ext cx="74486" cy="5962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8CB9B0">
                    <a:alpha val="60000"/>
                  </a:srgbClr>
                </a:gs>
                <a:gs pos="100000">
                  <a:srgbClr val="8CB9B0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1" name="asset_3420_11">
              <a:extLst>
                <a:ext uri="{FF2B5EF4-FFF2-40B4-BE49-F238E27FC236}">
                  <ns2:creationId id="{BDD49862-923C-4D3B-96E3-E1B8E4FBA028}"/>
                </a:ext>
              </a:extLst>
            </p:cNvPr>
            <p:cNvSpPr>
              <a:spLocks noGrp="1"/>
            </p:cNvSpPr>
            <p:nvPr/>
          </p:nvSpPr>
          <p:spPr>
            <a:xfrm>
              <a:off x="670266" y="3303139"/>
              <a:ext cx="47746" cy="382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2" name="asset_3420_12">
              <a:extLst>
                <a:ext uri="{FF2B5EF4-FFF2-40B4-BE49-F238E27FC236}">
                  <ns2:creationId id="{8128719A-0A87-46F5-BC80-396B7B81430E}"/>
                </a:ext>
              </a:extLst>
            </p:cNvPr>
            <p:cNvSpPr>
              <a:spLocks noGrp="1"/>
            </p:cNvSpPr>
            <p:nvPr/>
          </p:nvSpPr>
          <p:spPr>
            <a:xfrm>
              <a:off x="711451" y="3294014"/>
              <a:ext cx="37849" cy="3029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3" name="asset_3420_13">
              <a:extLst>
                <a:ext uri="{FF2B5EF4-FFF2-40B4-BE49-F238E27FC236}">
                  <ns2:creationId id="{364C07F5-9466-4B00-8015-B571515F4691}"/>
                </a:ext>
              </a:extLst>
            </p:cNvPr>
            <p:cNvSpPr>
              <a:spLocks noGrp="1"/>
            </p:cNvSpPr>
            <p:nvPr/>
          </p:nvSpPr>
          <p:spPr>
            <a:xfrm>
              <a:off x="672118" y="3323666"/>
              <a:ext cx="30799" cy="246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4" name="asset_3420_14">
              <a:extLst>
                <a:ext uri="{FF2B5EF4-FFF2-40B4-BE49-F238E27FC236}">
                  <ns2:creationId id="{82D8FE83-A19F-4B3F-8FAD-F4098D8DBD66}"/>
                </a:ext>
              </a:extLst>
            </p:cNvPr>
            <p:cNvSpPr>
              <a:spLocks noGrp="1"/>
            </p:cNvSpPr>
            <p:nvPr/>
          </p:nvSpPr>
          <p:spPr>
            <a:xfrm>
              <a:off x="720590" y="3310972"/>
              <a:ext cx="43510" cy="348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5" name="asset_3420_15">
              <a:extLst>
                <a:ext uri="{FF2B5EF4-FFF2-40B4-BE49-F238E27FC236}">
                  <ns2:creationId id="{E82D0C1E-6666-4130-A74E-85C7DF4797E9}"/>
                </a:ext>
              </a:extLst>
            </p:cNvPr>
            <p:cNvSpPr>
              <a:spLocks noGrp="1"/>
            </p:cNvSpPr>
            <p:nvPr/>
          </p:nvSpPr>
          <p:spPr>
            <a:xfrm>
              <a:off x="624742" y="3333552"/>
              <a:ext cx="37669" cy="3015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6" name="asset_3420_16">
              <a:extLst>
                <a:ext uri="{FF2B5EF4-FFF2-40B4-BE49-F238E27FC236}">
                  <ns2:creationId id="{92D2CC00-B323-4F14-8D9D-E84CF45C8778}"/>
                </a:ext>
              </a:extLst>
            </p:cNvPr>
            <p:cNvSpPr>
              <a:spLocks noGrp="1"/>
            </p:cNvSpPr>
            <p:nvPr/>
          </p:nvSpPr>
          <p:spPr>
            <a:xfrm>
              <a:off x="715448" y="3289209"/>
              <a:ext cx="37688" cy="301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7" name="asset_3420_17">
              <a:extLst>
                <a:ext uri="{FF2B5EF4-FFF2-40B4-BE49-F238E27FC236}">
                  <ns2:creationId id="{CD22A31E-3673-4F4D-B295-08C6AA3BC0D8}"/>
                </a:ext>
              </a:extLst>
            </p:cNvPr>
            <p:cNvSpPr>
              <a:spLocks noGrp="1"/>
            </p:cNvSpPr>
            <p:nvPr/>
          </p:nvSpPr>
          <p:spPr>
            <a:xfrm>
              <a:off x="646162" y="3350828"/>
              <a:ext cx="46763" cy="374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8" name="asset_3420_18">
              <a:extLst>
                <a:ext uri="{FF2B5EF4-FFF2-40B4-BE49-F238E27FC236}">
                  <ns2:creationId id="{AD31653D-C011-4EC8-AF16-F64BF67D39D7}"/>
                </a:ext>
              </a:extLst>
            </p:cNvPr>
            <p:cNvSpPr>
              <a:spLocks noGrp="1"/>
            </p:cNvSpPr>
            <p:nvPr/>
          </p:nvSpPr>
          <p:spPr>
            <a:xfrm>
              <a:off x="702343" y="3308266"/>
              <a:ext cx="49843" cy="3989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79" name="asset_3420_19">
              <a:extLst>
                <a:ext uri="{FF2B5EF4-FFF2-40B4-BE49-F238E27FC236}">
                  <ns2:creationId id="{EFC97D9B-EF35-4C56-94C1-A9B8EC1D2EDF}"/>
                </a:ext>
              </a:extLst>
            </p:cNvPr>
            <p:cNvSpPr>
              <a:spLocks noGrp="1"/>
            </p:cNvSpPr>
            <p:nvPr/>
          </p:nvSpPr>
          <p:spPr>
            <a:xfrm>
              <a:off x="652039" y="3320722"/>
              <a:ext cx="44389" cy="355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0" name="asset_3420_20">
              <a:extLst>
                <a:ext uri="{FF2B5EF4-FFF2-40B4-BE49-F238E27FC236}">
                  <ns2:creationId id="{292EF993-93E7-4CF4-AB76-C89BB24D69E4}"/>
                </a:ext>
              </a:extLst>
            </p:cNvPr>
            <p:cNvSpPr>
              <a:spLocks noGrp="1"/>
            </p:cNvSpPr>
            <p:nvPr/>
          </p:nvSpPr>
          <p:spPr>
            <a:xfrm>
              <a:off x="679298" y="3310384"/>
              <a:ext cx="31594" cy="2529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1" name="asset_3420_21">
              <a:extLst>
                <a:ext uri="{FF2B5EF4-FFF2-40B4-BE49-F238E27FC236}">
                  <ns2:creationId id="{6C332C1B-6308-4B21-BB7D-E7ED4BB8F9B4}"/>
                </a:ext>
              </a:extLst>
            </p:cNvPr>
            <p:cNvSpPr>
              <a:spLocks noGrp="1"/>
            </p:cNvSpPr>
            <p:nvPr/>
          </p:nvSpPr>
          <p:spPr>
            <a:xfrm>
              <a:off x="685995" y="3319433"/>
              <a:ext cx="42444" cy="3397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2" name="asset_3420_22">
              <a:extLst>
                <a:ext uri="{FF2B5EF4-FFF2-40B4-BE49-F238E27FC236}">
                  <ns2:creationId id="{28F705BA-13F4-4BE9-A9A5-ADAE622662E7}"/>
                </a:ext>
              </a:extLst>
            </p:cNvPr>
            <p:cNvSpPr>
              <a:spLocks noGrp="1"/>
            </p:cNvSpPr>
            <p:nvPr/>
          </p:nvSpPr>
          <p:spPr>
            <a:xfrm>
              <a:off x="690038" y="3284972"/>
              <a:ext cx="35409" cy="2834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3" name="asset_3420_23">
              <a:extLst>
                <a:ext uri="{FF2B5EF4-FFF2-40B4-BE49-F238E27FC236}">
                  <ns2:creationId id="{68A75A15-8FE0-470E-89B4-1EAB27B330BC}"/>
                </a:ext>
              </a:extLst>
            </p:cNvPr>
            <p:cNvSpPr>
              <a:spLocks noGrp="1"/>
            </p:cNvSpPr>
            <p:nvPr/>
          </p:nvSpPr>
          <p:spPr>
            <a:xfrm>
              <a:off x="666699" y="3337181"/>
              <a:ext cx="49507" cy="3962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4" name="asset_3420_24">
              <a:extLst>
                <a:ext uri="{FF2B5EF4-FFF2-40B4-BE49-F238E27FC236}">
                  <ns2:creationId id="{D00B1058-A9EE-4901-A6BA-D72BE4BA4A29}"/>
                </a:ext>
              </a:extLst>
            </p:cNvPr>
            <p:cNvSpPr>
              <a:spLocks noGrp="1"/>
            </p:cNvSpPr>
            <p:nvPr/>
          </p:nvSpPr>
          <p:spPr>
            <a:xfrm>
              <a:off x="682973" y="3309820"/>
              <a:ext cx="35630" cy="2852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5" name="asset_3420_25">
              <a:extLst>
                <a:ext uri="{FF2B5EF4-FFF2-40B4-BE49-F238E27FC236}">
                  <ns2:creationId id="{9053C6CF-8909-41E0-AA21-F8F6E1D3BDD9}"/>
                </a:ext>
              </a:extLst>
            </p:cNvPr>
            <p:cNvSpPr>
              <a:spLocks noGrp="1"/>
            </p:cNvSpPr>
            <p:nvPr/>
          </p:nvSpPr>
          <p:spPr>
            <a:xfrm>
              <a:off x="653113" y="3330235"/>
              <a:ext cx="45929" cy="3676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6" name="asset_3420_26">
              <a:extLst>
                <a:ext uri="{FF2B5EF4-FFF2-40B4-BE49-F238E27FC236}">
                  <ns2:creationId id="{33BC6A56-1C0E-440F-8735-08C35531BE28}"/>
                </a:ext>
              </a:extLst>
            </p:cNvPr>
            <p:cNvSpPr>
              <a:spLocks noGrp="1"/>
            </p:cNvSpPr>
            <p:nvPr/>
          </p:nvSpPr>
          <p:spPr>
            <a:xfrm>
              <a:off x="696444" y="3297262"/>
              <a:ext cx="36326" cy="2907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7" name="asset_3420_27">
              <a:extLst>
                <a:ext uri="{FF2B5EF4-FFF2-40B4-BE49-F238E27FC236}">
                  <ns2:creationId id="{D29C1E14-CFAA-4263-8DFC-B8FE8BE039D7}"/>
                </a:ext>
              </a:extLst>
            </p:cNvPr>
            <p:cNvSpPr>
              <a:spLocks noGrp="1"/>
            </p:cNvSpPr>
            <p:nvPr/>
          </p:nvSpPr>
          <p:spPr>
            <a:xfrm>
              <a:off x="639530" y="3342615"/>
              <a:ext cx="41193" cy="329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8" name="asset_3420_28">
              <a:extLst>
                <a:ext uri="{FF2B5EF4-FFF2-40B4-BE49-F238E27FC236}">
                  <ns2:creationId id="{1D38E4FE-6C39-4C42-9B5B-EF389B4C7A82}"/>
                </a:ext>
              </a:extLst>
            </p:cNvPr>
            <p:cNvSpPr>
              <a:spLocks noGrp="1"/>
            </p:cNvSpPr>
            <p:nvPr/>
          </p:nvSpPr>
          <p:spPr>
            <a:xfrm>
              <a:off x="705748" y="3306110"/>
              <a:ext cx="48165" cy="3855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89" name="asset_3420_29">
              <a:extLst>
                <a:ext uri="{FF2B5EF4-FFF2-40B4-BE49-F238E27FC236}">
                  <ns2:creationId id="{9D84099E-BBCE-4E17-A85A-E9C333DCA9A0}"/>
                </a:ext>
              </a:extLst>
            </p:cNvPr>
            <p:cNvSpPr>
              <a:spLocks noGrp="1"/>
            </p:cNvSpPr>
            <p:nvPr/>
          </p:nvSpPr>
          <p:spPr>
            <a:xfrm>
              <a:off x="650868" y="3310880"/>
              <a:ext cx="37770" cy="3023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0" name="asset_3420_30">
              <a:extLst>
                <a:ext uri="{FF2B5EF4-FFF2-40B4-BE49-F238E27FC236}">
                  <ns2:creationId id="{C05C4DFD-984F-41D0-96A6-7DB3E3F7D03A}"/>
                </a:ext>
              </a:extLst>
            </p:cNvPr>
            <p:cNvSpPr>
              <a:spLocks noGrp="1"/>
            </p:cNvSpPr>
            <p:nvPr/>
          </p:nvSpPr>
          <p:spPr>
            <a:xfrm>
              <a:off x="711827" y="3300475"/>
              <a:ext cx="41716" cy="3339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1" name="asset_3420_31">
              <a:extLst>
                <a:ext uri="{FF2B5EF4-FFF2-40B4-BE49-F238E27FC236}">
                  <ns2:creationId id="{0E314579-CD89-46E7-ACDC-A9CB434A8A7C}"/>
                </a:ext>
              </a:extLst>
            </p:cNvPr>
            <p:cNvSpPr>
              <a:spLocks noGrp="1"/>
            </p:cNvSpPr>
            <p:nvPr/>
          </p:nvSpPr>
          <p:spPr>
            <a:xfrm>
              <a:off x="644549" y="3299489"/>
              <a:ext cx="44112" cy="3531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2" name="asset_3420_32">
              <a:extLst>
                <a:ext uri="{FF2B5EF4-FFF2-40B4-BE49-F238E27FC236}">
                  <ns2:creationId id="{3D1B9B2F-0606-49D7-96AA-D51CC90AAF94}"/>
                </a:ext>
              </a:extLst>
            </p:cNvPr>
            <p:cNvSpPr>
              <a:spLocks noGrp="1"/>
            </p:cNvSpPr>
            <p:nvPr/>
          </p:nvSpPr>
          <p:spPr>
            <a:xfrm>
              <a:off x="724933" y="3301907"/>
              <a:ext cx="40658" cy="325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3" name="asset_3420_33">
              <a:extLst>
                <a:ext uri="{FF2B5EF4-FFF2-40B4-BE49-F238E27FC236}">
                  <ns2:creationId id="{69069EC4-8F17-4406-9D89-684D38FC5683}"/>
                </a:ext>
              </a:extLst>
            </p:cNvPr>
            <p:cNvSpPr>
              <a:spLocks noGrp="1"/>
            </p:cNvSpPr>
            <p:nvPr/>
          </p:nvSpPr>
          <p:spPr>
            <a:xfrm>
              <a:off x="650852" y="3354191"/>
              <a:ext cx="36781" cy="2944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4" name="asset_3420_34">
              <a:extLst>
                <a:ext uri="{FF2B5EF4-FFF2-40B4-BE49-F238E27FC236}">
                  <ns2:creationId id="{F5D5CB78-1525-4CEB-B504-66828D797D97}"/>
                </a:ext>
              </a:extLst>
            </p:cNvPr>
            <p:cNvSpPr>
              <a:spLocks noGrp="1"/>
            </p:cNvSpPr>
            <p:nvPr/>
          </p:nvSpPr>
          <p:spPr>
            <a:xfrm>
              <a:off x="692643" y="3302842"/>
              <a:ext cx="36191" cy="2897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5" name="asset_3420_35">
              <a:extLst>
                <a:ext uri="{FF2B5EF4-FFF2-40B4-BE49-F238E27FC236}">
                  <ns2:creationId id="{9C90E2D4-8546-4558-879E-0C4386923A0B}"/>
                </a:ext>
              </a:extLst>
            </p:cNvPr>
            <p:cNvSpPr>
              <a:spLocks noGrp="1"/>
            </p:cNvSpPr>
            <p:nvPr/>
          </p:nvSpPr>
          <p:spPr>
            <a:xfrm>
              <a:off x="640852" y="3347251"/>
              <a:ext cx="33861" cy="2710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6" name="asset_3420_36">
              <a:extLst>
                <a:ext uri="{FF2B5EF4-FFF2-40B4-BE49-F238E27FC236}">
                  <ns2:creationId id="{690F6F74-8736-412C-8FDE-A011EB6EE271}"/>
                </a:ext>
              </a:extLst>
            </p:cNvPr>
            <p:cNvSpPr>
              <a:spLocks noGrp="1"/>
            </p:cNvSpPr>
            <p:nvPr/>
          </p:nvSpPr>
          <p:spPr>
            <a:xfrm>
              <a:off x="693936" y="3311614"/>
              <a:ext cx="43306" cy="346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7" name="asset_3420_37">
              <a:extLst>
                <a:ext uri="{FF2B5EF4-FFF2-40B4-BE49-F238E27FC236}">
                  <ns2:creationId id="{7616FEB5-82B9-40B4-883D-BACA837932F5}"/>
                </a:ext>
              </a:extLst>
            </p:cNvPr>
            <p:cNvSpPr>
              <a:spLocks noGrp="1"/>
            </p:cNvSpPr>
            <p:nvPr/>
          </p:nvSpPr>
          <p:spPr>
            <a:xfrm>
              <a:off x="644536" y="3349974"/>
              <a:ext cx="28278" cy="226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8" name="asset_3420_38">
              <a:extLst>
                <a:ext uri="{FF2B5EF4-FFF2-40B4-BE49-F238E27FC236}">
                  <ns2:creationId id="{31083F90-1B11-45E3-B3F2-047BA9864F6C}"/>
                </a:ext>
              </a:extLst>
            </p:cNvPr>
            <p:cNvSpPr>
              <a:spLocks noGrp="1"/>
            </p:cNvSpPr>
            <p:nvPr/>
          </p:nvSpPr>
          <p:spPr>
            <a:xfrm>
              <a:off x="705840" y="3319145"/>
              <a:ext cx="29686" cy="2376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399" name="asset_3420_39">
              <a:extLst>
                <a:ext uri="{FF2B5EF4-FFF2-40B4-BE49-F238E27FC236}">
                  <ns2:creationId id="{E065BC61-296B-45CD-B80F-CEE25FF47D9A}"/>
                </a:ext>
              </a:extLst>
            </p:cNvPr>
            <p:cNvSpPr>
              <a:spLocks noGrp="1"/>
            </p:cNvSpPr>
            <p:nvPr/>
          </p:nvSpPr>
          <p:spPr>
            <a:xfrm>
              <a:off x="645822" y="3341687"/>
              <a:ext cx="47244" cy="3781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0" name="asset_3420_40">
              <a:extLst>
                <a:ext uri="{FF2B5EF4-FFF2-40B4-BE49-F238E27FC236}">
                  <ns2:creationId id="{12E2975B-BAB3-43A6-9EF7-A7626BADD215}"/>
                </a:ext>
              </a:extLst>
            </p:cNvPr>
            <p:cNvSpPr>
              <a:spLocks noGrp="1"/>
            </p:cNvSpPr>
            <p:nvPr/>
          </p:nvSpPr>
          <p:spPr>
            <a:xfrm>
              <a:off x="720381" y="3301274"/>
              <a:ext cx="41422" cy="33157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1" name="asset_3420_41">
              <a:extLst>
                <a:ext uri="{FF2B5EF4-FFF2-40B4-BE49-F238E27FC236}">
                  <ns2:creationId id="{E19CABB6-ED67-472A-91EB-F1ABAD22D19C}"/>
                </a:ext>
              </a:extLst>
            </p:cNvPr>
            <p:cNvSpPr>
              <a:spLocks noGrp="1"/>
            </p:cNvSpPr>
            <p:nvPr/>
          </p:nvSpPr>
          <p:spPr>
            <a:xfrm>
              <a:off x="636944" y="3328503"/>
              <a:ext cx="48996" cy="3922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2" name="asset_3420_42">
              <a:extLst>
                <a:ext uri="{FF2B5EF4-FFF2-40B4-BE49-F238E27FC236}">
                  <ns2:creationId id="{1906A64D-2121-46AC-A25A-38889678E41E}"/>
                </a:ext>
              </a:extLst>
            </p:cNvPr>
            <p:cNvSpPr>
              <a:spLocks noGrp="1"/>
            </p:cNvSpPr>
            <p:nvPr/>
          </p:nvSpPr>
          <p:spPr>
            <a:xfrm>
              <a:off x="692669" y="3297447"/>
              <a:ext cx="40452" cy="3238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3" name="asset_3420_43">
              <a:extLst>
                <a:ext uri="{FF2B5EF4-FFF2-40B4-BE49-F238E27FC236}">
                  <ns2:creationId id="{0FB0525E-786A-45F9-B471-0F54DE92F0FF}"/>
                </a:ext>
              </a:extLst>
            </p:cNvPr>
            <p:cNvSpPr>
              <a:spLocks noGrp="1"/>
            </p:cNvSpPr>
            <p:nvPr/>
          </p:nvSpPr>
          <p:spPr>
            <a:xfrm>
              <a:off x="688808" y="3344319"/>
              <a:ext cx="29315" cy="234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4" name="asset_3420_44">
              <a:extLst>
                <a:ext uri="{FF2B5EF4-FFF2-40B4-BE49-F238E27FC236}">
                  <ns2:creationId id="{5A20BBEF-FC1F-4FAF-AFCE-8C4720AAE698}"/>
                </a:ext>
              </a:extLst>
            </p:cNvPr>
            <p:cNvSpPr>
              <a:spLocks noGrp="1"/>
            </p:cNvSpPr>
            <p:nvPr/>
          </p:nvSpPr>
          <p:spPr>
            <a:xfrm>
              <a:off x="706023" y="3290714"/>
              <a:ext cx="39437" cy="315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5" name="asset_3420_45">
              <a:extLst>
                <a:ext uri="{FF2B5EF4-FFF2-40B4-BE49-F238E27FC236}">
                  <ns2:creationId id="{781A6E54-69BD-40FE-9502-0A30CA2F6117}"/>
                </a:ext>
              </a:extLst>
            </p:cNvPr>
            <p:cNvSpPr>
              <a:spLocks noGrp="1"/>
            </p:cNvSpPr>
            <p:nvPr/>
          </p:nvSpPr>
          <p:spPr>
            <a:xfrm>
              <a:off x="675510" y="3347917"/>
              <a:ext cx="43155" cy="3454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6" name="asset_3420_46">
              <a:extLst>
                <a:ext uri="{FF2B5EF4-FFF2-40B4-BE49-F238E27FC236}">
                  <ns2:creationId id="{E79C1EB1-D632-46A1-8CAD-4515F2C584AF}"/>
                </a:ext>
              </a:extLst>
            </p:cNvPr>
            <p:cNvSpPr>
              <a:spLocks noGrp="1"/>
            </p:cNvSpPr>
            <p:nvPr/>
          </p:nvSpPr>
          <p:spPr>
            <a:xfrm>
              <a:off x="704669" y="3281389"/>
              <a:ext cx="49958" cy="3999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7" name="asset_3420_47">
              <a:extLst>
                <a:ext uri="{FF2B5EF4-FFF2-40B4-BE49-F238E27FC236}">
                  <ns2:creationId id="{46421164-8CA8-4E3E-BE64-257D370CD573}"/>
                </a:ext>
              </a:extLst>
            </p:cNvPr>
            <p:cNvSpPr>
              <a:spLocks noGrp="1"/>
            </p:cNvSpPr>
            <p:nvPr/>
          </p:nvSpPr>
          <p:spPr>
            <a:xfrm>
              <a:off x="624570" y="3333124"/>
              <a:ext cx="46055" cy="3686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8" name="asset_3420_48">
              <a:extLst>
                <a:ext uri="{FF2B5EF4-FFF2-40B4-BE49-F238E27FC236}">
                  <ns2:creationId id="{BC1BB576-D4CA-4CCC-8E60-69AE59B61D64}"/>
                </a:ext>
              </a:extLst>
            </p:cNvPr>
            <p:cNvSpPr>
              <a:spLocks noGrp="1"/>
            </p:cNvSpPr>
            <p:nvPr/>
          </p:nvSpPr>
          <p:spPr>
            <a:xfrm>
              <a:off x="716832" y="3311717"/>
              <a:ext cx="43699" cy="3498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8CB9B0">
                    <a:alpha val="73000"/>
                  </a:srgbClr>
                </a:gs>
                <a:gs pos="100000">
                  <a:srgbClr val="8CB9B0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409" name="asset_3420_49">
              <a:extLst>
                <a:ext uri="{FF2B5EF4-FFF2-40B4-BE49-F238E27FC236}">
                  <ns2:creationId id="{351617DE-CD9B-45AA-BBFB-A6A70ABD89A9}"/>
                </a:ext>
              </a:extLst>
            </p:cNvPr>
            <p:cNvSpPr>
              <a:spLocks noGrp="1"/>
            </p:cNvSpPr>
            <p:nvPr/>
          </p:nvSpPr>
          <p:spPr>
            <a:xfrm>
              <a:off x="584640" y="3275276"/>
              <a:ext cx="202079" cy="163444"/>
            </a:xfrm>
            <a:custGeom>
              <a:pathLst>
                <a:path w="202079" h="163444">
                  <a:moveTo>
                    <a:pt x="0" y="0"/>
                  </a:moveTo>
                  <a:lnTo>
                    <a:pt x="202079" y="0"/>
                  </a:lnTo>
                  <a:lnTo>
                    <a:pt x="202079" y="163444"/>
                  </a:lnTo>
                  <a:lnTo>
                    <a:pt x="0" y="163444"/>
                  </a:lnTo>
                  <a:close/>
                </a:path>
              </a:pathLst>
            </a:custGeom>
            <a:noFill/>
            <a:ln w="3600">
              <a:solidFill>
                <a:srgbClr val="8AB3D9"/>
              </a:solidFill>
            </a:ln>
          </p:spPr>
        </p:sp>
      </p:grpSp>
      <p:grpSp>
        <p:nvGrpSpPr>
          <p:cNvPr id="3421" name="a | 56-channel tensor stack"/>
          <p:cNvGrpSpPr/>
          <p:nvPr/>
        </p:nvGrpSpPr>
        <p:grpSpPr>
          <a:xfrm>
            <a:off x="208800" y="3858120"/>
            <a:ext cx="587160" cy="332280"/>
            <a:chOff x="208800" y="3858120"/>
            <a:chExt cx="587160" cy="332280"/>
          </a:xfrm>
        </p:grpSpPr>
        <p:sp>
          <p:nvSpPr>
            <p:cNvPr id="5568" name="asset_3421_0">
              <a:extLst>
                <a:ext uri="{FF2B5EF4-FFF2-40B4-BE49-F238E27FC236}">
                  <ns2:creationId id="{2B53B8CD-F0DF-4C15-8BE9-594A3E66933A}"/>
                </a:ext>
              </a:extLst>
            </p:cNvPr>
            <p:cNvSpPr>
              <a:spLocks noGrp="1"/>
            </p:cNvSpPr>
            <p:nvPr/>
          </p:nvSpPr>
          <p:spPr>
            <a:xfrm>
              <a:off x="464760" y="385812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69" name="asset_3421_1">
              <a:extLst>
                <a:ext uri="{FF2B5EF4-FFF2-40B4-BE49-F238E27FC236}">
                  <ns2:creationId id="{BE3AD5D7-CE36-4AB2-913A-B4BDE0E1BA3C}"/>
                </a:ext>
              </a:extLst>
            </p:cNvPr>
            <p:cNvSpPr>
              <a:spLocks noGrp="1"/>
            </p:cNvSpPr>
            <p:nvPr/>
          </p:nvSpPr>
          <p:spPr>
            <a:xfrm>
              <a:off x="436320" y="387144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0" name="asset_3421_2">
              <a:extLst>
                <a:ext uri="{FF2B5EF4-FFF2-40B4-BE49-F238E27FC236}">
                  <ns2:creationId id="{D6645EFB-A87E-4F9C-9A45-09A7C9A729E0}"/>
                </a:ext>
              </a:extLst>
            </p:cNvPr>
            <p:cNvSpPr>
              <a:spLocks noGrp="1"/>
            </p:cNvSpPr>
            <p:nvPr/>
          </p:nvSpPr>
          <p:spPr>
            <a:xfrm>
              <a:off x="407880" y="388476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1" name="asset_3421_3">
              <a:extLst>
                <a:ext uri="{FF2B5EF4-FFF2-40B4-BE49-F238E27FC236}">
                  <ns2:creationId id="{0266E407-A443-4FDC-B3A7-00D0047E7242}"/>
                </a:ext>
              </a:extLst>
            </p:cNvPr>
            <p:cNvSpPr>
              <a:spLocks noGrp="1"/>
            </p:cNvSpPr>
            <p:nvPr/>
          </p:nvSpPr>
          <p:spPr>
            <a:xfrm>
              <a:off x="379440" y="389808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2" name="asset_3421_4">
              <a:extLst>
                <a:ext uri="{FF2B5EF4-FFF2-40B4-BE49-F238E27FC236}">
                  <ns2:creationId id="{E6CF6DDF-D292-4855-A594-B37538784F39}"/>
                </a:ext>
              </a:extLst>
            </p:cNvPr>
            <p:cNvSpPr>
              <a:spLocks noGrp="1"/>
            </p:cNvSpPr>
            <p:nvPr/>
          </p:nvSpPr>
          <p:spPr>
            <a:xfrm>
              <a:off x="351000" y="391140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3" name="asset_3421_5">
              <a:extLst>
                <a:ext uri="{FF2B5EF4-FFF2-40B4-BE49-F238E27FC236}">
                  <ns2:creationId id="{C2C79921-4385-464E-A323-CFA7779CC001}"/>
                </a:ext>
              </a:extLst>
            </p:cNvPr>
            <p:cNvSpPr>
              <a:spLocks noGrp="1"/>
            </p:cNvSpPr>
            <p:nvPr/>
          </p:nvSpPr>
          <p:spPr>
            <a:xfrm>
              <a:off x="322560" y="392472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4" name="asset_3421_6">
              <a:extLst>
                <a:ext uri="{FF2B5EF4-FFF2-40B4-BE49-F238E27FC236}">
                  <ns2:creationId id="{2947DA97-D59D-41F9-8334-7857197D89B7}"/>
                </a:ext>
              </a:extLst>
            </p:cNvPr>
            <p:cNvSpPr>
              <a:spLocks noGrp="1"/>
            </p:cNvSpPr>
            <p:nvPr/>
          </p:nvSpPr>
          <p:spPr>
            <a:xfrm>
              <a:off x="294120" y="393804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5" name="asset_3421_7">
              <a:extLst>
                <a:ext uri="{FF2B5EF4-FFF2-40B4-BE49-F238E27FC236}">
                  <ns2:creationId id="{AD4A9579-108D-4239-8002-FB7612F6AE13}"/>
                </a:ext>
              </a:extLst>
            </p:cNvPr>
            <p:cNvSpPr>
              <a:spLocks noGrp="1"/>
            </p:cNvSpPr>
            <p:nvPr/>
          </p:nvSpPr>
          <p:spPr>
            <a:xfrm>
              <a:off x="265680" y="395136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6" name="asset_3421_8">
              <a:extLst>
                <a:ext uri="{FF2B5EF4-FFF2-40B4-BE49-F238E27FC236}">
                  <ns2:creationId id="{65FDAC3C-A2D8-485C-9172-E054607775C5}"/>
                </a:ext>
              </a:extLst>
            </p:cNvPr>
            <p:cNvSpPr>
              <a:spLocks noGrp="1"/>
            </p:cNvSpPr>
            <p:nvPr/>
          </p:nvSpPr>
          <p:spPr>
            <a:xfrm>
              <a:off x="237240" y="396468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7" name="asset_3421_9">
              <a:extLst>
                <a:ext uri="{FF2B5EF4-FFF2-40B4-BE49-F238E27FC236}">
                  <ns2:creationId id="{7EBB1DA4-CDB8-403E-BAEB-9E23E3AE4540}"/>
                </a:ext>
              </a:extLst>
            </p:cNvPr>
            <p:cNvSpPr>
              <a:spLocks noGrp="1"/>
            </p:cNvSpPr>
            <p:nvPr/>
          </p:nvSpPr>
          <p:spPr>
            <a:xfrm>
              <a:off x="208800" y="3978000"/>
              <a:ext cx="331200" cy="212400"/>
            </a:xfrm>
            <a:prstGeom prst="rect">
              <a:avLst/>
            </a:prstGeom>
            <a:gradFill>
              <a:gsLst>
                <a:gs pos="0">
                  <a:srgbClr val="FFFFFF">
                    <a:alpha val="90000"/>
                  </a:srgbClr>
                </a:gs>
                <a:gs pos="100000">
                  <a:srgbClr val="DFEAFF">
                    <a:alpha val="80000"/>
                  </a:srgbClr>
                </a:gs>
              </a:gsLst>
              <a:lin ang="8400000"/>
            </a:gradFill>
            <a:ln w="3420">
              <a:solidFill>
                <a:srgbClr val="86AFE0"/>
              </a:solidFill>
            </a:ln>
          </p:spPr>
        </p:sp>
        <p:sp>
          <p:nvSpPr>
            <p:cNvPr id="5578" name="asset_3421_10">
              <a:extLst>
                <a:ext uri="{FF2B5EF4-FFF2-40B4-BE49-F238E27FC236}">
                  <ns2:creationId id="{5F5B90FF-B5E6-43C4-BC7F-22E3756D4438}"/>
                </a:ext>
              </a:extLst>
            </p:cNvPr>
            <p:cNvSpPr>
              <a:spLocks noGrp="1"/>
            </p:cNvSpPr>
            <p:nvPr/>
          </p:nvSpPr>
          <p:spPr>
            <a:xfrm>
              <a:off x="2640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79" name="asset_3421_11">
              <a:extLst>
                <a:ext uri="{FF2B5EF4-FFF2-40B4-BE49-F238E27FC236}">
                  <ns2:creationId id="{3BEFF17F-3D4E-4643-9877-17F98B7897F1}"/>
                </a:ext>
              </a:extLst>
            </p:cNvPr>
            <p:cNvSpPr>
              <a:spLocks noGrp="1"/>
            </p:cNvSpPr>
            <p:nvPr/>
          </p:nvSpPr>
          <p:spPr>
            <a:xfrm>
              <a:off x="3192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0" name="asset_3421_12">
              <a:extLst>
                <a:ext uri="{FF2B5EF4-FFF2-40B4-BE49-F238E27FC236}">
                  <ns2:creationId id="{1E91CC60-FD77-4CA3-9757-782376CE6527}"/>
                </a:ext>
              </a:extLst>
            </p:cNvPr>
            <p:cNvSpPr>
              <a:spLocks noGrp="1"/>
            </p:cNvSpPr>
            <p:nvPr/>
          </p:nvSpPr>
          <p:spPr>
            <a:xfrm>
              <a:off x="3744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1" name="asset_3421_13">
              <a:extLst>
                <a:ext uri="{FF2B5EF4-FFF2-40B4-BE49-F238E27FC236}">
                  <ns2:creationId id="{AAC234DA-CF2E-4E47-87BF-3745A9D9E19A}"/>
                </a:ext>
              </a:extLst>
            </p:cNvPr>
            <p:cNvSpPr>
              <a:spLocks noGrp="1"/>
            </p:cNvSpPr>
            <p:nvPr/>
          </p:nvSpPr>
          <p:spPr>
            <a:xfrm>
              <a:off x="4296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2" name="asset_3421_14">
              <a:extLst>
                <a:ext uri="{FF2B5EF4-FFF2-40B4-BE49-F238E27FC236}">
                  <ns2:creationId id="{D155B278-041D-42AF-B4BB-EA953B34B417}"/>
                </a:ext>
              </a:extLst>
            </p:cNvPr>
            <p:cNvSpPr>
              <a:spLocks noGrp="1"/>
            </p:cNvSpPr>
            <p:nvPr/>
          </p:nvSpPr>
          <p:spPr>
            <a:xfrm>
              <a:off x="484800" y="3978000"/>
              <a:ext cx="4" cy="212400"/>
            </a:xfrm>
            <a:prstGeom prst="line">
              <a:avLst/>
            </a:prstGeom>
            <a:noFill/>
            <a:ln w="2160">
              <a:solidFill>
                <a:srgbClr val="A4C4E8">
                  <a:alpha val="32000"/>
                </a:srgbClr>
              </a:solidFill>
            </a:ln>
          </p:spPr>
        </p:sp>
        <p:sp>
          <p:nvSpPr>
            <p:cNvPr id="5583" name="asset_3421_15">
              <a:extLst>
                <a:ext uri="{FF2B5EF4-FFF2-40B4-BE49-F238E27FC236}">
                  <ns2:creationId id="{4D13AA28-7685-4A4A-86F0-F9683EAA0522}"/>
                </a:ext>
              </a:extLst>
            </p:cNvPr>
            <p:cNvSpPr>
              <a:spLocks noGrp="1"/>
            </p:cNvSpPr>
            <p:nvPr/>
          </p:nvSpPr>
          <p:spPr>
            <a:xfrm>
              <a:off x="233460" y="4040928"/>
              <a:ext cx="150336" cy="92448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4" name="asset_3421_16">
              <a:extLst>
                <a:ext uri="{FF2B5EF4-FFF2-40B4-BE49-F238E27FC236}">
                  <ns2:creationId id="{2B921492-33F5-4DB5-AB04-C2DF28065E50}"/>
                </a:ext>
              </a:extLst>
            </p:cNvPr>
            <p:cNvSpPr>
              <a:spLocks noGrp="1"/>
            </p:cNvSpPr>
            <p:nvPr/>
          </p:nvSpPr>
          <p:spPr>
            <a:xfrm>
              <a:off x="302364" y="4067892"/>
              <a:ext cx="162864" cy="100152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5" name="asset_3421_17">
              <a:extLst>
                <a:ext uri="{FF2B5EF4-FFF2-40B4-BE49-F238E27FC236}">
                  <ns2:creationId id="{E65EBB05-86E7-452D-9CCB-2909B212A75F}"/>
                </a:ext>
              </a:extLst>
            </p:cNvPr>
            <p:cNvSpPr>
              <a:spLocks noGrp="1"/>
            </p:cNvSpPr>
            <p:nvPr/>
          </p:nvSpPr>
          <p:spPr>
            <a:xfrm>
              <a:off x="361872" y="4017816"/>
              <a:ext cx="144072" cy="88596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6" name="asset_3421_18">
              <a:extLst>
                <a:ext uri="{FF2B5EF4-FFF2-40B4-BE49-F238E27FC236}">
                  <ns2:creationId id="{13731632-D2F7-4BAD-984D-8C8EAAD16B83}"/>
                </a:ext>
              </a:extLst>
            </p:cNvPr>
            <p:cNvSpPr>
              <a:spLocks noGrp="1"/>
            </p:cNvSpPr>
            <p:nvPr/>
          </p:nvSpPr>
          <p:spPr>
            <a:xfrm>
              <a:off x="296100" y="4004334"/>
              <a:ext cx="137808" cy="84744"/>
            </a:xfrm>
            <a:prstGeom prst="ellipse">
              <a:avLst/>
            </a:prstGeom>
            <a:gradFill>
              <a:gsLst>
                <a:gs pos="0">
                  <a:srgbClr val="E5F0FF">
                    <a:alpha val="55000"/>
                  </a:srgbClr>
                </a:gs>
                <a:gs pos="48000">
                  <a:srgbClr val="719DD8">
                    <a:alpha val="60000"/>
                  </a:srgbClr>
                </a:gs>
                <a:gs pos="100000">
                  <a:srgbClr val="719DD8">
                    <a:alpha val="35000"/>
                  </a:srgbClr>
                </a:gs>
              </a:gsLst>
              <a:lin ang="84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7" name="asset_3421_19">
              <a:extLst>
                <a:ext uri="{FF2B5EF4-FFF2-40B4-BE49-F238E27FC236}">
                  <ns2:creationId id="{E76BF299-33DC-4085-9184-0AD24B39E825}"/>
                </a:ext>
              </a:extLst>
            </p:cNvPr>
            <p:cNvSpPr>
              <a:spLocks noGrp="1"/>
            </p:cNvSpPr>
            <p:nvPr/>
          </p:nvSpPr>
          <p:spPr>
            <a:xfrm>
              <a:off x="263050" y="4076830"/>
              <a:ext cx="56898" cy="3498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8" name="asset_3421_20">
              <a:extLst>
                <a:ext uri="{FF2B5EF4-FFF2-40B4-BE49-F238E27FC236}">
                  <ns2:creationId id="{EC0161A7-844F-41D4-B95A-A448A5BF2749}"/>
                </a:ext>
              </a:extLst>
            </p:cNvPr>
            <p:cNvSpPr>
              <a:spLocks noGrp="1"/>
            </p:cNvSpPr>
            <p:nvPr/>
          </p:nvSpPr>
          <p:spPr>
            <a:xfrm>
              <a:off x="389406" y="4092409"/>
              <a:ext cx="73631" cy="452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89" name="asset_3421_21">
              <a:extLst>
                <a:ext uri="{FF2B5EF4-FFF2-40B4-BE49-F238E27FC236}">
                  <ns2:creationId id="{6629C56D-61EC-4ABA-97F7-487C48529355}"/>
                </a:ext>
              </a:extLst>
            </p:cNvPr>
            <p:cNvSpPr>
              <a:spLocks noGrp="1"/>
            </p:cNvSpPr>
            <p:nvPr/>
          </p:nvSpPr>
          <p:spPr>
            <a:xfrm>
              <a:off x="402863" y="4021754"/>
              <a:ext cx="61663" cy="379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0" name="asset_3421_22">
              <a:extLst>
                <a:ext uri="{FF2B5EF4-FFF2-40B4-BE49-F238E27FC236}">
                  <ns2:creationId id="{0F324113-3729-41B2-BE73-F39A17FB1F2A}"/>
                </a:ext>
              </a:extLst>
            </p:cNvPr>
            <p:cNvSpPr>
              <a:spLocks noGrp="1"/>
            </p:cNvSpPr>
            <p:nvPr/>
          </p:nvSpPr>
          <p:spPr>
            <a:xfrm>
              <a:off x="292059" y="4033917"/>
              <a:ext cx="49394" cy="303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1" name="asset_3421_23">
              <a:extLst>
                <a:ext uri="{FF2B5EF4-FFF2-40B4-BE49-F238E27FC236}">
                  <ns2:creationId id="{2C94F13D-A568-45BE-A4B7-5E4C945FB7A8}"/>
                </a:ext>
              </a:extLst>
            </p:cNvPr>
            <p:cNvSpPr>
              <a:spLocks noGrp="1"/>
            </p:cNvSpPr>
            <p:nvPr/>
          </p:nvSpPr>
          <p:spPr>
            <a:xfrm>
              <a:off x="264978" y="4032814"/>
              <a:ext cx="72100" cy="4433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2" name="asset_3421_24">
              <a:extLst>
                <a:ext uri="{FF2B5EF4-FFF2-40B4-BE49-F238E27FC236}">
                  <ns2:creationId id="{3EFFF1B2-1A4B-45CD-8565-60BC76EDC656}"/>
                </a:ext>
              </a:extLst>
            </p:cNvPr>
            <p:cNvSpPr>
              <a:spLocks noGrp="1"/>
            </p:cNvSpPr>
            <p:nvPr/>
          </p:nvSpPr>
          <p:spPr>
            <a:xfrm>
              <a:off x="384011" y="4075600"/>
              <a:ext cx="48571" cy="2986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3" name="asset_3421_25">
              <a:extLst>
                <a:ext uri="{FF2B5EF4-FFF2-40B4-BE49-F238E27FC236}">
                  <ns2:creationId id="{CF7BED6B-B75A-4687-A599-A10ABB21E11E}"/>
                </a:ext>
              </a:extLst>
            </p:cNvPr>
            <p:cNvSpPr>
              <a:spLocks noGrp="1"/>
            </p:cNvSpPr>
            <p:nvPr/>
          </p:nvSpPr>
          <p:spPr>
            <a:xfrm>
              <a:off x="380011" y="4043208"/>
              <a:ext cx="47162" cy="2900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4" name="asset_3421_26">
              <a:extLst>
                <a:ext uri="{FF2B5EF4-FFF2-40B4-BE49-F238E27FC236}">
                  <ns2:creationId id="{086ED493-556E-4627-AE28-6E9DC48186A4}"/>
                </a:ext>
              </a:extLst>
            </p:cNvPr>
            <p:cNvSpPr>
              <a:spLocks noGrp="1"/>
            </p:cNvSpPr>
            <p:nvPr/>
          </p:nvSpPr>
          <p:spPr>
            <a:xfrm>
              <a:off x="353068" y="4020061"/>
              <a:ext cx="44348" cy="2727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5" name="asset_3421_27">
              <a:extLst>
                <a:ext uri="{FF2B5EF4-FFF2-40B4-BE49-F238E27FC236}">
                  <ns2:creationId id="{E26335CE-8728-451C-AE05-3E3226F95C40}"/>
                </a:ext>
              </a:extLst>
            </p:cNvPr>
            <p:cNvSpPr>
              <a:spLocks noGrp="1"/>
            </p:cNvSpPr>
            <p:nvPr/>
          </p:nvSpPr>
          <p:spPr>
            <a:xfrm>
              <a:off x="280738" y="4063734"/>
              <a:ext cx="52978" cy="325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6" name="asset_3421_28">
              <a:extLst>
                <a:ext uri="{FF2B5EF4-FFF2-40B4-BE49-F238E27FC236}">
                  <ns2:creationId id="{48923553-87D3-4CE1-B7FD-5FACF7DEC433}"/>
                </a:ext>
              </a:extLst>
            </p:cNvPr>
            <p:cNvSpPr>
              <a:spLocks noGrp="1"/>
            </p:cNvSpPr>
            <p:nvPr/>
          </p:nvSpPr>
          <p:spPr>
            <a:xfrm>
              <a:off x="396152" y="4098145"/>
              <a:ext cx="45574" cy="2802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7" name="asset_3421_29">
              <a:extLst>
                <a:ext uri="{FF2B5EF4-FFF2-40B4-BE49-F238E27FC236}">
                  <ns2:creationId id="{079AF9EC-C5B7-4A5F-A3CF-8BF89660C42A}"/>
                </a:ext>
              </a:extLst>
            </p:cNvPr>
            <p:cNvSpPr>
              <a:spLocks noGrp="1"/>
            </p:cNvSpPr>
            <p:nvPr/>
          </p:nvSpPr>
          <p:spPr>
            <a:xfrm>
              <a:off x="424612" y="4031420"/>
              <a:ext cx="81065" cy="498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8" name="asset_3421_30">
              <a:extLst>
                <a:ext uri="{FF2B5EF4-FFF2-40B4-BE49-F238E27FC236}">
                  <ns2:creationId id="{4D9DFDBC-E866-46CD-8BE1-4A0DFB7AE537}"/>
                </a:ext>
              </a:extLst>
            </p:cNvPr>
            <p:cNvSpPr>
              <a:spLocks noGrp="1"/>
            </p:cNvSpPr>
            <p:nvPr/>
          </p:nvSpPr>
          <p:spPr>
            <a:xfrm>
              <a:off x="341222" y="4045105"/>
              <a:ext cx="79053" cy="4861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599" name="asset_3421_31">
              <a:extLst>
                <a:ext uri="{FF2B5EF4-FFF2-40B4-BE49-F238E27FC236}">
                  <ns2:creationId id="{F0F48A73-DE42-4275-9088-03E8C37C304A}"/>
                </a:ext>
              </a:extLst>
            </p:cNvPr>
            <p:cNvSpPr>
              <a:spLocks noGrp="1"/>
            </p:cNvSpPr>
            <p:nvPr/>
          </p:nvSpPr>
          <p:spPr>
            <a:xfrm>
              <a:off x="303444" y="4075026"/>
              <a:ext cx="76242" cy="4688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0" name="asset_3421_32">
              <a:extLst>
                <a:ext uri="{FF2B5EF4-FFF2-40B4-BE49-F238E27FC236}">
                  <ns2:creationId id="{07B18FDA-116A-41C0-BC9C-674719EBB05C}"/>
                </a:ext>
              </a:extLst>
            </p:cNvPr>
            <p:cNvSpPr>
              <a:spLocks noGrp="1"/>
            </p:cNvSpPr>
            <p:nvPr/>
          </p:nvSpPr>
          <p:spPr>
            <a:xfrm>
              <a:off x="376373" y="4134773"/>
              <a:ext cx="45499" cy="2797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1" name="asset_3421_33">
              <a:extLst>
                <a:ext uri="{FF2B5EF4-FFF2-40B4-BE49-F238E27FC236}">
                  <ns2:creationId id="{EA4F4D8B-E487-4266-AE01-9BC4DDF0014E}"/>
                </a:ext>
              </a:extLst>
            </p:cNvPr>
            <p:cNvSpPr>
              <a:spLocks noGrp="1"/>
            </p:cNvSpPr>
            <p:nvPr/>
          </p:nvSpPr>
          <p:spPr>
            <a:xfrm>
              <a:off x="367106" y="4048500"/>
              <a:ext cx="47676" cy="2931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2" name="asset_3421_34">
              <a:extLst>
                <a:ext uri="{FF2B5EF4-FFF2-40B4-BE49-F238E27FC236}">
                  <ns2:creationId id="{9BDF2DFF-5853-4201-BB0E-F530FE14A4DD}"/>
                </a:ext>
              </a:extLst>
            </p:cNvPr>
            <p:cNvSpPr>
              <a:spLocks noGrp="1"/>
            </p:cNvSpPr>
            <p:nvPr/>
          </p:nvSpPr>
          <p:spPr>
            <a:xfrm>
              <a:off x="381259" y="4041663"/>
              <a:ext cx="50110" cy="3081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3" name="asset_3421_35">
              <a:extLst>
                <a:ext uri="{FF2B5EF4-FFF2-40B4-BE49-F238E27FC236}">
                  <ns2:creationId id="{7C8082A6-3B06-414B-9559-588D98194609}"/>
                </a:ext>
              </a:extLst>
            </p:cNvPr>
            <p:cNvSpPr>
              <a:spLocks noGrp="1"/>
            </p:cNvSpPr>
            <p:nvPr/>
          </p:nvSpPr>
          <p:spPr>
            <a:xfrm>
              <a:off x="311025" y="4100031"/>
              <a:ext cx="45575" cy="2802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4" name="asset_3421_36">
              <a:extLst>
                <a:ext uri="{FF2B5EF4-FFF2-40B4-BE49-F238E27FC236}">
                  <ns2:creationId id="{C9B18A4F-92B0-45AF-8D38-A2EE0FF74FBD}"/>
                </a:ext>
              </a:extLst>
            </p:cNvPr>
            <p:cNvSpPr>
              <a:spLocks noGrp="1"/>
            </p:cNvSpPr>
            <p:nvPr/>
          </p:nvSpPr>
          <p:spPr>
            <a:xfrm>
              <a:off x="401205" y="4086152"/>
              <a:ext cx="56133" cy="345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5" name="asset_3421_37">
              <a:extLst>
                <a:ext uri="{FF2B5EF4-FFF2-40B4-BE49-F238E27FC236}">
                  <ns2:creationId id="{4F1D13AD-9A95-4069-A1D7-8E2C5288E127}"/>
                </a:ext>
              </a:extLst>
            </p:cNvPr>
            <p:cNvSpPr>
              <a:spLocks noGrp="1"/>
            </p:cNvSpPr>
            <p:nvPr/>
          </p:nvSpPr>
          <p:spPr>
            <a:xfrm>
              <a:off x="365997" y="4035528"/>
              <a:ext cx="62579" cy="3848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6" name="asset_3421_38">
              <a:extLst>
                <a:ext uri="{FF2B5EF4-FFF2-40B4-BE49-F238E27FC236}">
                  <ns2:creationId id="{5FFB4722-3E1F-4550-861E-287466AEE617}"/>
                </a:ext>
              </a:extLst>
            </p:cNvPr>
            <p:cNvSpPr>
              <a:spLocks noGrp="1"/>
            </p:cNvSpPr>
            <p:nvPr/>
          </p:nvSpPr>
          <p:spPr>
            <a:xfrm>
              <a:off x="373239" y="4018169"/>
              <a:ext cx="62930" cy="3869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7" name="asset_3421_39">
              <a:extLst>
                <a:ext uri="{FF2B5EF4-FFF2-40B4-BE49-F238E27FC236}">
                  <ns2:creationId id="{0A1A2F9B-7E6F-4550-BBFE-EB177DDEBE87}"/>
                </a:ext>
              </a:extLst>
            </p:cNvPr>
            <p:cNvSpPr>
              <a:spLocks noGrp="1"/>
            </p:cNvSpPr>
            <p:nvPr/>
          </p:nvSpPr>
          <p:spPr>
            <a:xfrm>
              <a:off x="253762" y="4049581"/>
              <a:ext cx="48255" cy="2967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8" name="asset_3421_40">
              <a:extLst>
                <a:ext uri="{FF2B5EF4-FFF2-40B4-BE49-F238E27FC236}">
                  <ns2:creationId id="{A6568822-115C-4135-959D-8DE6EF6A96C5}"/>
                </a:ext>
              </a:extLst>
            </p:cNvPr>
            <p:cNvSpPr>
              <a:spLocks noGrp="1"/>
            </p:cNvSpPr>
            <p:nvPr/>
          </p:nvSpPr>
          <p:spPr>
            <a:xfrm>
              <a:off x="305618" y="4093611"/>
              <a:ext cx="71275" cy="4383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09" name="asset_3421_41">
              <a:extLst>
                <a:ext uri="{FF2B5EF4-FFF2-40B4-BE49-F238E27FC236}">
                  <ns2:creationId id="{84A789F9-2888-43AC-AA60-F6E016289B26}"/>
                </a:ext>
              </a:extLst>
            </p:cNvPr>
            <p:cNvSpPr>
              <a:spLocks noGrp="1"/>
            </p:cNvSpPr>
            <p:nvPr/>
          </p:nvSpPr>
          <p:spPr>
            <a:xfrm>
              <a:off x="356974" y="4038077"/>
              <a:ext cx="49997" cy="3074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0" name="asset_3421_42">
              <a:extLst>
                <a:ext uri="{FF2B5EF4-FFF2-40B4-BE49-F238E27FC236}">
                  <ns2:creationId id="{A20D8299-7FEC-4E92-BBB1-8D28598C720E}"/>
                </a:ext>
              </a:extLst>
            </p:cNvPr>
            <p:cNvSpPr>
              <a:spLocks noGrp="1"/>
            </p:cNvSpPr>
            <p:nvPr/>
          </p:nvSpPr>
          <p:spPr>
            <a:xfrm>
              <a:off x="386800" y="4041519"/>
              <a:ext cx="48837" cy="3003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1" name="asset_3421_43">
              <a:extLst>
                <a:ext uri="{FF2B5EF4-FFF2-40B4-BE49-F238E27FC236}">
                  <ns2:creationId id="{D8883E34-7E7E-46BB-867F-452FC4B59968}"/>
                </a:ext>
              </a:extLst>
            </p:cNvPr>
            <p:cNvSpPr>
              <a:spLocks noGrp="1"/>
            </p:cNvSpPr>
            <p:nvPr/>
          </p:nvSpPr>
          <p:spPr>
            <a:xfrm>
              <a:off x="328708" y="4068285"/>
              <a:ext cx="63350" cy="3895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2" name="asset_3421_44">
              <a:extLst>
                <a:ext uri="{FF2B5EF4-FFF2-40B4-BE49-F238E27FC236}">
                  <ns2:creationId id="{EC18AF6B-9D1C-4BC3-91FE-29142A6E8A68}"/>
                </a:ext>
              </a:extLst>
            </p:cNvPr>
            <p:cNvSpPr>
              <a:spLocks noGrp="1"/>
            </p:cNvSpPr>
            <p:nvPr/>
          </p:nvSpPr>
          <p:spPr>
            <a:xfrm>
              <a:off x="385584" y="4119203"/>
              <a:ext cx="60388" cy="37135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3" name="asset_3421_45">
              <a:extLst>
                <a:ext uri="{FF2B5EF4-FFF2-40B4-BE49-F238E27FC236}">
                  <ns2:creationId id="{9C20CFE1-7BF0-45C0-95C1-B2713905E46F}"/>
                </a:ext>
              </a:extLst>
            </p:cNvPr>
            <p:cNvSpPr>
              <a:spLocks noGrp="1"/>
            </p:cNvSpPr>
            <p:nvPr/>
          </p:nvSpPr>
          <p:spPr>
            <a:xfrm>
              <a:off x="428902" y="4057866"/>
              <a:ext cx="60862" cy="3742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4" name="asset_3421_46">
              <a:extLst>
                <a:ext uri="{FF2B5EF4-FFF2-40B4-BE49-F238E27FC236}">
                  <ns2:creationId id="{5EEB3A22-B3A4-4133-88CC-EE0F45DBBA5F}"/>
                </a:ext>
              </a:extLst>
            </p:cNvPr>
            <p:cNvSpPr>
              <a:spLocks noGrp="1"/>
            </p:cNvSpPr>
            <p:nvPr/>
          </p:nvSpPr>
          <p:spPr>
            <a:xfrm>
              <a:off x="337875" y="4018558"/>
              <a:ext cx="58417" cy="35923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5" name="asset_3421_47">
              <a:extLst>
                <a:ext uri="{FF2B5EF4-FFF2-40B4-BE49-F238E27FC236}">
                  <ns2:creationId id="{93DE1F77-B162-43FC-AC90-8C13FECA4EA3}"/>
                </a:ext>
              </a:extLst>
            </p:cNvPr>
            <p:cNvSpPr>
              <a:spLocks noGrp="1"/>
            </p:cNvSpPr>
            <p:nvPr/>
          </p:nvSpPr>
          <p:spPr>
            <a:xfrm>
              <a:off x="243197" y="4049603"/>
              <a:ext cx="63833" cy="39254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6" name="asset_3421_48">
              <a:extLst>
                <a:ext uri="{FF2B5EF4-FFF2-40B4-BE49-F238E27FC236}">
                  <ns2:creationId id="{91AEF027-A49F-446D-B910-D055CC51A60F}"/>
                </a:ext>
              </a:extLst>
            </p:cNvPr>
            <p:cNvSpPr>
              <a:spLocks noGrp="1"/>
            </p:cNvSpPr>
            <p:nvPr/>
          </p:nvSpPr>
          <p:spPr>
            <a:xfrm>
              <a:off x="379563" y="4120098"/>
              <a:ext cx="79858" cy="49108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7" name="asset_3421_49">
              <a:extLst>
                <a:ext uri="{FF2B5EF4-FFF2-40B4-BE49-F238E27FC236}">
                  <ns2:creationId id="{9375C1CD-5D74-48FD-964E-4CC15A80BEA7}"/>
                </a:ext>
              </a:extLst>
            </p:cNvPr>
            <p:cNvSpPr>
              <a:spLocks noGrp="1"/>
            </p:cNvSpPr>
            <p:nvPr/>
          </p:nvSpPr>
          <p:spPr>
            <a:xfrm>
              <a:off x="427634" y="4041359"/>
              <a:ext cx="48446" cy="2979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8" name="asset_3421_50">
              <a:extLst>
                <a:ext uri="{FF2B5EF4-FFF2-40B4-BE49-F238E27FC236}">
                  <ns2:creationId id="{BFC07519-DC9A-4C83-9D3B-203A144AC880}"/>
                </a:ext>
              </a:extLst>
            </p:cNvPr>
            <p:cNvSpPr>
              <a:spLocks noGrp="1"/>
            </p:cNvSpPr>
            <p:nvPr/>
          </p:nvSpPr>
          <p:spPr>
            <a:xfrm>
              <a:off x="376936" y="4011086"/>
              <a:ext cx="67797" cy="41692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19" name="asset_3421_51">
              <a:extLst>
                <a:ext uri="{FF2B5EF4-FFF2-40B4-BE49-F238E27FC236}">
                  <ns2:creationId id="{BE6B172D-629E-4D45-9626-5DB5C049908D}"/>
                </a:ext>
              </a:extLst>
            </p:cNvPr>
            <p:cNvSpPr>
              <a:spLocks noGrp="1"/>
            </p:cNvSpPr>
            <p:nvPr/>
          </p:nvSpPr>
          <p:spPr>
            <a:xfrm>
              <a:off x="272537" y="4057023"/>
              <a:ext cx="61056" cy="3754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0" name="asset_3421_52">
              <a:extLst>
                <a:ext uri="{FF2B5EF4-FFF2-40B4-BE49-F238E27FC236}">
                  <ns2:creationId id="{43B53739-C09D-46CF-A09B-D33C94EE30C5}"/>
                </a:ext>
              </a:extLst>
            </p:cNvPr>
            <p:cNvSpPr>
              <a:spLocks noGrp="1"/>
            </p:cNvSpPr>
            <p:nvPr/>
          </p:nvSpPr>
          <p:spPr>
            <a:xfrm>
              <a:off x="355633" y="4126400"/>
              <a:ext cx="80089" cy="4925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1" name="asset_3421_53">
              <a:extLst>
                <a:ext uri="{FF2B5EF4-FFF2-40B4-BE49-F238E27FC236}">
                  <ns2:creationId id="{A671CA39-451F-402E-9A34-C381652F74A5}"/>
                </a:ext>
              </a:extLst>
            </p:cNvPr>
            <p:cNvSpPr>
              <a:spLocks noGrp="1"/>
            </p:cNvSpPr>
            <p:nvPr/>
          </p:nvSpPr>
          <p:spPr>
            <a:xfrm>
              <a:off x="390392" y="4031632"/>
              <a:ext cx="45267" cy="27836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2" name="asset_3421_54">
              <a:extLst>
                <a:ext uri="{FF2B5EF4-FFF2-40B4-BE49-F238E27FC236}">
                  <ns2:creationId id="{C6BE240F-74D6-47FB-ADD2-824CA48D05D5}"/>
                </a:ext>
              </a:extLst>
            </p:cNvPr>
            <p:cNvSpPr>
              <a:spLocks noGrp="1"/>
            </p:cNvSpPr>
            <p:nvPr/>
          </p:nvSpPr>
          <p:spPr>
            <a:xfrm>
              <a:off x="323804" y="4033451"/>
              <a:ext cx="60658" cy="37301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3" name="asset_3421_55">
              <a:extLst>
                <a:ext uri="{FF2B5EF4-FFF2-40B4-BE49-F238E27FC236}">
                  <ns2:creationId id="{CB3F46C7-C052-45B9-A287-BBB86236CEC4}"/>
                </a:ext>
              </a:extLst>
            </p:cNvPr>
            <p:cNvSpPr>
              <a:spLocks noGrp="1"/>
            </p:cNvSpPr>
            <p:nvPr/>
          </p:nvSpPr>
          <p:spPr>
            <a:xfrm>
              <a:off x="269334" y="4094582"/>
              <a:ext cx="62769" cy="38600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  <p:sp>
          <p:nvSpPr>
            <p:cNvPr id="5624" name="asset_3421_56">
              <a:extLst>
                <a:ext uri="{FF2B5EF4-FFF2-40B4-BE49-F238E27FC236}">
                  <ns2:creationId id="{C7DFFCC2-DBFB-4976-B935-3D5E6600A126}"/>
                </a:ext>
              </a:extLst>
            </p:cNvPr>
            <p:cNvSpPr>
              <a:spLocks noGrp="1"/>
            </p:cNvSpPr>
            <p:nvPr/>
          </p:nvSpPr>
          <p:spPr>
            <a:xfrm>
              <a:off x="407080" y="4087963"/>
              <a:ext cx="44426" cy="27319"/>
            </a:xfrm>
            <a:prstGeom prst="ellipse">
              <a:avLst/>
            </a:prstGeom>
            <a:gradFill>
              <a:gsLst>
                <a:gs pos="0">
                  <a:srgbClr val="DCEAFF">
                    <a:alpha val="63000"/>
                  </a:srgbClr>
                </a:gs>
                <a:gs pos="52000">
                  <a:srgbClr val="719DD8">
                    <a:alpha val="73000"/>
                  </a:srgbClr>
                </a:gs>
                <a:gs pos="100000">
                  <a:srgbClr val="719DD8">
                    <a:alpha val="42000"/>
                  </a:srgbClr>
                </a:gs>
              </a:gsLst>
              <a:lin ang="7500000"/>
            </a:gradFill>
            <a:ln w="3600">
              <a:noFill/>
            </a:ln>
            <a:effectLst>
              <a:softEdge rad="4320"/>
            </a:effectLst>
          </p:spPr>
        </p:sp>
      </p:grpSp>
      <p:grpSp>
        <p:nvGrpSpPr>
          <p:cNvPr id="3422" name="a | receptor atom cloud"/>
          <p:cNvGrpSpPr/>
          <p:nvPr/>
        </p:nvGrpSpPr>
        <p:grpSpPr>
          <a:xfrm>
            <a:off x="169875" y="4807960"/>
            <a:ext cx="229109" cy="243694"/>
            <a:chOff x="169875" y="4807960"/>
            <a:chExt cx="229109" cy="243694"/>
          </a:xfrm>
        </p:grpSpPr>
        <p:sp>
          <p:nvSpPr>
            <p:cNvPr id="5650" name="asset_3422_0">
              <a:extLst>
                <a:ext uri="{FF2B5EF4-FFF2-40B4-BE49-F238E27FC236}">
                  <ns2:creationId id="{7CD7B3CF-EBE7-4FA2-A5C8-68E5E508C843}"/>
                </a:ext>
              </a:extLst>
            </p:cNvPr>
            <p:cNvSpPr>
              <a:spLocks noGrp="1"/>
            </p:cNvSpPr>
            <p:nvPr/>
          </p:nvSpPr>
          <p:spPr>
            <a:xfrm>
              <a:off x="231052" y="4952240"/>
              <a:ext cx="50740" cy="5074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1" name="asset_3422_1">
              <a:extLst>
                <a:ext uri="{FF2B5EF4-FFF2-40B4-BE49-F238E27FC236}">
                  <ns2:creationId id="{75B5F1C1-1C1C-49C7-9B50-55E23704AE54}"/>
                </a:ext>
              </a:extLst>
            </p:cNvPr>
            <p:cNvSpPr>
              <a:spLocks noGrp="1"/>
            </p:cNvSpPr>
            <p:nvPr/>
          </p:nvSpPr>
          <p:spPr>
            <a:xfrm>
              <a:off x="241961" y="4961881"/>
              <a:ext cx="16490" cy="96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2" name="asset_3422_2">
              <a:extLst>
                <a:ext uri="{FF2B5EF4-FFF2-40B4-BE49-F238E27FC236}">
                  <ns2:creationId id="{1406DE58-A25C-4CBD-B82B-E915489E17B1}"/>
                </a:ext>
              </a:extLst>
            </p:cNvPr>
            <p:cNvSpPr>
              <a:spLocks noGrp="1"/>
            </p:cNvSpPr>
            <p:nvPr/>
          </p:nvSpPr>
          <p:spPr>
            <a:xfrm>
              <a:off x="257492" y="4890552"/>
              <a:ext cx="45016" cy="4501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3" name="asset_3422_3">
              <a:extLst>
                <a:ext uri="{FF2B5EF4-FFF2-40B4-BE49-F238E27FC236}">
                  <ns2:creationId id="{20E28CD4-2BBF-4AB9-8948-1989D5D1E19C}"/>
                </a:ext>
              </a:extLst>
            </p:cNvPr>
            <p:cNvSpPr>
              <a:spLocks noGrp="1"/>
            </p:cNvSpPr>
            <p:nvPr/>
          </p:nvSpPr>
          <p:spPr>
            <a:xfrm>
              <a:off x="267171" y="4899105"/>
              <a:ext cx="14630" cy="85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4" name="asset_3422_4">
              <a:extLst>
                <a:ext uri="{FF2B5EF4-FFF2-40B4-BE49-F238E27FC236}">
                  <ns2:creationId id="{718A19E5-85C6-4B5B-997F-C71E208323BB}"/>
                </a:ext>
              </a:extLst>
            </p:cNvPr>
            <p:cNvSpPr>
              <a:spLocks noGrp="1"/>
            </p:cNvSpPr>
            <p:nvPr/>
          </p:nvSpPr>
          <p:spPr>
            <a:xfrm>
              <a:off x="341683" y="4917382"/>
              <a:ext cx="49251" cy="4925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5" name="asset_3422_5">
              <a:extLst>
                <a:ext uri="{FF2B5EF4-FFF2-40B4-BE49-F238E27FC236}">
                  <ns2:creationId id="{5D6D7CCF-BE56-4B16-B1DD-AD6D039D6708}"/>
                </a:ext>
              </a:extLst>
            </p:cNvPr>
            <p:cNvSpPr>
              <a:spLocks noGrp="1"/>
            </p:cNvSpPr>
            <p:nvPr/>
          </p:nvSpPr>
          <p:spPr>
            <a:xfrm>
              <a:off x="352272" y="4926740"/>
              <a:ext cx="16007" cy="93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6" name="asset_3422_6">
              <a:extLst>
                <a:ext uri="{FF2B5EF4-FFF2-40B4-BE49-F238E27FC236}">
                  <ns2:creationId id="{EEDC7AC8-1D85-4DF5-A19A-1B83897E425B}"/>
                </a:ext>
              </a:extLst>
            </p:cNvPr>
            <p:cNvSpPr>
              <a:spLocks noGrp="1"/>
            </p:cNvSpPr>
            <p:nvPr/>
          </p:nvSpPr>
          <p:spPr>
            <a:xfrm>
              <a:off x="271855" y="4975772"/>
              <a:ext cx="36195" cy="3619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7" name="asset_3422_7">
              <a:extLst>
                <a:ext uri="{FF2B5EF4-FFF2-40B4-BE49-F238E27FC236}">
                  <ns2:creationId id="{81C70CFB-76EA-4D7E-B29D-20E55655F6B8}"/>
                </a:ext>
              </a:extLst>
            </p:cNvPr>
            <p:cNvSpPr>
              <a:spLocks noGrp="1"/>
            </p:cNvSpPr>
            <p:nvPr/>
          </p:nvSpPr>
          <p:spPr>
            <a:xfrm>
              <a:off x="279637" y="4982649"/>
              <a:ext cx="11764" cy="68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58" name="asset_3422_8">
              <a:extLst>
                <a:ext uri="{FF2B5EF4-FFF2-40B4-BE49-F238E27FC236}">
                  <ns2:creationId id="{766B80D0-D8E7-49EE-804F-F1CC76A0A66B}"/>
                </a:ext>
              </a:extLst>
            </p:cNvPr>
            <p:cNvSpPr>
              <a:spLocks noGrp="1"/>
            </p:cNvSpPr>
            <p:nvPr/>
          </p:nvSpPr>
          <p:spPr>
            <a:xfrm>
              <a:off x="189829" y="4978084"/>
              <a:ext cx="46368" cy="4636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59" name="asset_3422_9">
              <a:extLst>
                <a:ext uri="{FF2B5EF4-FFF2-40B4-BE49-F238E27FC236}">
                  <ns2:creationId id="{9595C7E5-7D71-4212-9551-2E7579EE33F9}"/>
                </a:ext>
              </a:extLst>
            </p:cNvPr>
            <p:cNvSpPr>
              <a:spLocks noGrp="1"/>
            </p:cNvSpPr>
            <p:nvPr/>
          </p:nvSpPr>
          <p:spPr>
            <a:xfrm>
              <a:off x="199798" y="4986894"/>
              <a:ext cx="15070" cy="881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0" name="asset_3422_10">
              <a:extLst>
                <a:ext uri="{FF2B5EF4-FFF2-40B4-BE49-F238E27FC236}">
                  <ns2:creationId id="{41E52241-AAC6-4F3B-AE64-91C3D1BA8C16}"/>
                </a:ext>
              </a:extLst>
            </p:cNvPr>
            <p:cNvSpPr>
              <a:spLocks noGrp="1"/>
            </p:cNvSpPr>
            <p:nvPr/>
          </p:nvSpPr>
          <p:spPr>
            <a:xfrm>
              <a:off x="225545" y="5013901"/>
              <a:ext cx="33003" cy="33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1" name="asset_3422_11">
              <a:extLst>
                <a:ext uri="{FF2B5EF4-FFF2-40B4-BE49-F238E27FC236}">
                  <ns2:creationId id="{CC8ABD07-AFE7-40AC-A72C-D4F73CDD107D}"/>
                </a:ext>
              </a:extLst>
            </p:cNvPr>
            <p:cNvSpPr>
              <a:spLocks noGrp="1"/>
            </p:cNvSpPr>
            <p:nvPr/>
          </p:nvSpPr>
          <p:spPr>
            <a:xfrm>
              <a:off x="232640" y="5020172"/>
              <a:ext cx="10726" cy="627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2" name="asset_3422_12">
              <a:extLst>
                <a:ext uri="{FF2B5EF4-FFF2-40B4-BE49-F238E27FC236}">
                  <ns2:creationId id="{8BF42A6F-0565-4656-B993-13340E83815C}"/>
                </a:ext>
              </a:extLst>
            </p:cNvPr>
            <p:cNvSpPr>
              <a:spLocks noGrp="1"/>
            </p:cNvSpPr>
            <p:nvPr/>
          </p:nvSpPr>
          <p:spPr>
            <a:xfrm>
              <a:off x="202899" y="4919795"/>
              <a:ext cx="44462" cy="444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3" name="asset_3422_13">
              <a:extLst>
                <a:ext uri="{FF2B5EF4-FFF2-40B4-BE49-F238E27FC236}">
                  <ns2:creationId id="{A076190D-ED3C-4F59-81AA-D147EA64373B}"/>
                </a:ext>
              </a:extLst>
            </p:cNvPr>
            <p:cNvSpPr>
              <a:spLocks noGrp="1"/>
            </p:cNvSpPr>
            <p:nvPr/>
          </p:nvSpPr>
          <p:spPr>
            <a:xfrm>
              <a:off x="212458" y="4928243"/>
              <a:ext cx="14450" cy="84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4" name="asset_3422_14">
              <a:extLst>
                <a:ext uri="{FF2B5EF4-FFF2-40B4-BE49-F238E27FC236}">
                  <ns2:creationId id="{682A514B-1778-4332-A610-ADA11F090EA5}"/>
                </a:ext>
              </a:extLst>
            </p:cNvPr>
            <p:cNvSpPr>
              <a:spLocks noGrp="1"/>
            </p:cNvSpPr>
            <p:nvPr/>
          </p:nvSpPr>
          <p:spPr>
            <a:xfrm>
              <a:off x="248117" y="4866798"/>
              <a:ext cx="41123" cy="411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5" name="asset_3422_15">
              <a:extLst>
                <a:ext uri="{FF2B5EF4-FFF2-40B4-BE49-F238E27FC236}">
                  <ns2:creationId id="{828DE8E8-5147-487F-B9EB-18B5345337BA}"/>
                </a:ext>
              </a:extLst>
            </p:cNvPr>
            <p:cNvSpPr>
              <a:spLocks noGrp="1"/>
            </p:cNvSpPr>
            <p:nvPr/>
          </p:nvSpPr>
          <p:spPr>
            <a:xfrm>
              <a:off x="256958" y="4874611"/>
              <a:ext cx="13365" cy="78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6" name="asset_3422_16">
              <a:extLst>
                <a:ext uri="{FF2B5EF4-FFF2-40B4-BE49-F238E27FC236}">
                  <ns2:creationId id="{CA9BA05B-6E59-4110-9841-6BB5D9501C35}"/>
                </a:ext>
              </a:extLst>
            </p:cNvPr>
            <p:cNvSpPr>
              <a:spLocks noGrp="1"/>
            </p:cNvSpPr>
            <p:nvPr/>
          </p:nvSpPr>
          <p:spPr>
            <a:xfrm>
              <a:off x="297907" y="4941502"/>
              <a:ext cx="42220" cy="422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7" name="asset_3422_17">
              <a:extLst>
                <a:ext uri="{FF2B5EF4-FFF2-40B4-BE49-F238E27FC236}">
                  <ns2:creationId id="{251CD247-1511-4ABF-B1D8-FDDC01048C69}"/>
                </a:ext>
              </a:extLst>
            </p:cNvPr>
            <p:cNvSpPr>
              <a:spLocks noGrp="1"/>
            </p:cNvSpPr>
            <p:nvPr/>
          </p:nvSpPr>
          <p:spPr>
            <a:xfrm>
              <a:off x="306984" y="4949524"/>
              <a:ext cx="13721" cy="80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68" name="asset_3422_18">
              <a:extLst>
                <a:ext uri="{FF2B5EF4-FFF2-40B4-BE49-F238E27FC236}">
                  <ns2:creationId id="{B1DC04FE-2B55-4D1C-AC5C-DC311BA132C0}"/>
                </a:ext>
              </a:extLst>
            </p:cNvPr>
            <p:cNvSpPr>
              <a:spLocks noGrp="1"/>
            </p:cNvSpPr>
            <p:nvPr/>
          </p:nvSpPr>
          <p:spPr>
            <a:xfrm>
              <a:off x="197886" y="4901933"/>
              <a:ext cx="33418" cy="334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69" name="asset_3422_19">
              <a:extLst>
                <a:ext uri="{FF2B5EF4-FFF2-40B4-BE49-F238E27FC236}">
                  <ns2:creationId id="{02C0870C-0AF8-4D5E-98EC-98FE1B6C1C66}"/>
                </a:ext>
              </a:extLst>
            </p:cNvPr>
            <p:cNvSpPr>
              <a:spLocks noGrp="1"/>
            </p:cNvSpPr>
            <p:nvPr/>
          </p:nvSpPr>
          <p:spPr>
            <a:xfrm>
              <a:off x="205071" y="4908282"/>
              <a:ext cx="10861" cy="63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0" name="asset_3422_20">
              <a:extLst>
                <a:ext uri="{FF2B5EF4-FFF2-40B4-BE49-F238E27FC236}">
                  <ns2:creationId id="{F84A014E-4472-4005-B580-15D6278D0614}"/>
                </a:ext>
              </a:extLst>
            </p:cNvPr>
            <p:cNvSpPr>
              <a:spLocks noGrp="1"/>
            </p:cNvSpPr>
            <p:nvPr/>
          </p:nvSpPr>
          <p:spPr>
            <a:xfrm>
              <a:off x="245477" y="4933298"/>
              <a:ext cx="48764" cy="487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1" name="asset_3422_21">
              <a:extLst>
                <a:ext uri="{FF2B5EF4-FFF2-40B4-BE49-F238E27FC236}">
                  <ns2:creationId id="{32163822-74AB-45A8-B4D3-7683FD32048F}"/>
                </a:ext>
              </a:extLst>
            </p:cNvPr>
            <p:cNvSpPr>
              <a:spLocks noGrp="1"/>
            </p:cNvSpPr>
            <p:nvPr/>
          </p:nvSpPr>
          <p:spPr>
            <a:xfrm>
              <a:off x="255962" y="4942563"/>
              <a:ext cx="15848" cy="92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2" name="asset_3422_22">
              <a:extLst>
                <a:ext uri="{FF2B5EF4-FFF2-40B4-BE49-F238E27FC236}">
                  <ns2:creationId id="{6E09D3B4-8BC7-4A20-97EA-4ADAE8712AD8}"/>
                </a:ext>
              </a:extLst>
            </p:cNvPr>
            <p:cNvSpPr>
              <a:spLocks noGrp="1"/>
            </p:cNvSpPr>
            <p:nvPr/>
          </p:nvSpPr>
          <p:spPr>
            <a:xfrm>
              <a:off x="264633" y="4948569"/>
              <a:ext cx="40342" cy="4034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3" name="asset_3422_23">
              <a:extLst>
                <a:ext uri="{FF2B5EF4-FFF2-40B4-BE49-F238E27FC236}">
                  <ns2:creationId id="{BAC63CEA-CC3C-47A5-BF40-5212AB2B9859}"/>
                </a:ext>
              </a:extLst>
            </p:cNvPr>
            <p:cNvSpPr>
              <a:spLocks noGrp="1"/>
            </p:cNvSpPr>
            <p:nvPr/>
          </p:nvSpPr>
          <p:spPr>
            <a:xfrm>
              <a:off x="273306" y="4956234"/>
              <a:ext cx="13111" cy="766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4" name="asset_3422_24">
              <a:extLst>
                <a:ext uri="{FF2B5EF4-FFF2-40B4-BE49-F238E27FC236}">
                  <ns2:creationId id="{0EF07495-3179-43F6-9461-A69182AAD4F3}"/>
                </a:ext>
              </a:extLst>
            </p:cNvPr>
            <p:cNvSpPr>
              <a:spLocks noGrp="1"/>
            </p:cNvSpPr>
            <p:nvPr/>
          </p:nvSpPr>
          <p:spPr>
            <a:xfrm>
              <a:off x="230598" y="4889071"/>
              <a:ext cx="32512" cy="3251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5" name="asset_3422_25">
              <a:extLst>
                <a:ext uri="{FF2B5EF4-FFF2-40B4-BE49-F238E27FC236}">
                  <ns2:creationId id="{CCFE2342-FD70-448C-8104-7657FCAEEA11}"/>
                </a:ext>
              </a:extLst>
            </p:cNvPr>
            <p:cNvSpPr>
              <a:spLocks noGrp="1"/>
            </p:cNvSpPr>
            <p:nvPr/>
          </p:nvSpPr>
          <p:spPr>
            <a:xfrm>
              <a:off x="237588" y="4895249"/>
              <a:ext cx="10566" cy="61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6" name="asset_3422_26">
              <a:extLst>
                <a:ext uri="{FF2B5EF4-FFF2-40B4-BE49-F238E27FC236}">
                  <ns2:creationId id="{E7FC5FF9-C186-4B07-BC15-A8F8BE03694E}"/>
                </a:ext>
              </a:extLst>
            </p:cNvPr>
            <p:cNvSpPr>
              <a:spLocks noGrp="1"/>
            </p:cNvSpPr>
            <p:nvPr/>
          </p:nvSpPr>
          <p:spPr>
            <a:xfrm>
              <a:off x="301686" y="4928199"/>
              <a:ext cx="31620" cy="3162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7" name="asset_3422_27">
              <a:extLst>
                <a:ext uri="{FF2B5EF4-FFF2-40B4-BE49-F238E27FC236}">
                  <ns2:creationId id="{2A73BC2B-47FA-4EE0-9254-D78B0ECA431D}"/>
                </a:ext>
              </a:extLst>
            </p:cNvPr>
            <p:cNvSpPr>
              <a:spLocks noGrp="1"/>
            </p:cNvSpPr>
            <p:nvPr/>
          </p:nvSpPr>
          <p:spPr>
            <a:xfrm>
              <a:off x="308484" y="4934207"/>
              <a:ext cx="10277" cy="600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78" name="asset_3422_28">
              <a:extLst>
                <a:ext uri="{FF2B5EF4-FFF2-40B4-BE49-F238E27FC236}">
                  <ns2:creationId id="{BABB876E-F903-4F27-8C46-C5727C0CAF7B}"/>
                </a:ext>
              </a:extLst>
            </p:cNvPr>
            <p:cNvSpPr>
              <a:spLocks noGrp="1"/>
            </p:cNvSpPr>
            <p:nvPr/>
          </p:nvSpPr>
          <p:spPr>
            <a:xfrm>
              <a:off x="188764" y="4922985"/>
              <a:ext cx="37593" cy="375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79" name="asset_3422_29">
              <a:extLst>
                <a:ext uri="{FF2B5EF4-FFF2-40B4-BE49-F238E27FC236}">
                  <ns2:creationId id="{FFAB5239-0F57-4006-BA1B-F1BAE3E5D4CC}"/>
                </a:ext>
              </a:extLst>
            </p:cNvPr>
            <p:cNvSpPr>
              <a:spLocks noGrp="1"/>
            </p:cNvSpPr>
            <p:nvPr/>
          </p:nvSpPr>
          <p:spPr>
            <a:xfrm>
              <a:off x="196847" y="4930127"/>
              <a:ext cx="12218" cy="714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0" name="asset_3422_30">
              <a:extLst>
                <a:ext uri="{FF2B5EF4-FFF2-40B4-BE49-F238E27FC236}">
                  <ns2:creationId id="{BB944D80-AE7A-4E86-BF5D-076263DBDB98}"/>
                </a:ext>
              </a:extLst>
            </p:cNvPr>
            <p:cNvSpPr>
              <a:spLocks noGrp="1"/>
            </p:cNvSpPr>
            <p:nvPr/>
          </p:nvSpPr>
          <p:spPr>
            <a:xfrm>
              <a:off x="218174" y="4997359"/>
              <a:ext cx="31164" cy="3116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1" name="asset_3422_31">
              <a:extLst>
                <a:ext uri="{FF2B5EF4-FFF2-40B4-BE49-F238E27FC236}">
                  <ns2:creationId id="{A46BAD26-760D-40DD-9727-BAC6C1320743}"/>
                </a:ext>
              </a:extLst>
            </p:cNvPr>
            <p:cNvSpPr>
              <a:spLocks noGrp="1"/>
            </p:cNvSpPr>
            <p:nvPr/>
          </p:nvSpPr>
          <p:spPr>
            <a:xfrm>
              <a:off x="224874" y="5003280"/>
              <a:ext cx="10128" cy="59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2" name="asset_3422_32">
              <a:extLst>
                <a:ext uri="{FF2B5EF4-FFF2-40B4-BE49-F238E27FC236}">
                  <ns2:creationId id="{AACFAED0-E569-4C5A-9B65-724EFBAA261F}"/>
                </a:ext>
              </a:extLst>
            </p:cNvPr>
            <p:cNvSpPr>
              <a:spLocks noGrp="1"/>
            </p:cNvSpPr>
            <p:nvPr/>
          </p:nvSpPr>
          <p:spPr>
            <a:xfrm>
              <a:off x="291333" y="4860690"/>
              <a:ext cx="35713" cy="35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3" name="asset_3422_33">
              <a:extLst>
                <a:ext uri="{FF2B5EF4-FFF2-40B4-BE49-F238E27FC236}">
                  <ns2:creationId id="{CED842F7-E7C8-4ABC-BB52-1DBE3C061C2A}"/>
                </a:ext>
              </a:extLst>
            </p:cNvPr>
            <p:cNvSpPr>
              <a:spLocks noGrp="1"/>
            </p:cNvSpPr>
            <p:nvPr/>
          </p:nvSpPr>
          <p:spPr>
            <a:xfrm>
              <a:off x="299012" y="4867475"/>
              <a:ext cx="11607" cy="678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4" name="asset_3422_34">
              <a:extLst>
                <a:ext uri="{FF2B5EF4-FFF2-40B4-BE49-F238E27FC236}">
                  <ns2:creationId id="{AD5B420C-0971-4FE8-8DF8-8AD47487E609}"/>
                </a:ext>
              </a:extLst>
            </p:cNvPr>
            <p:cNvSpPr>
              <a:spLocks noGrp="1"/>
            </p:cNvSpPr>
            <p:nvPr/>
          </p:nvSpPr>
          <p:spPr>
            <a:xfrm>
              <a:off x="190779" y="4973792"/>
              <a:ext cx="35794" cy="3579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5" name="asset_3422_35">
              <a:extLst>
                <a:ext uri="{FF2B5EF4-FFF2-40B4-BE49-F238E27FC236}">
                  <ns2:creationId id="{5EE83361-B159-434C-8637-12D82604E302}"/>
                </a:ext>
              </a:extLst>
            </p:cNvPr>
            <p:cNvSpPr>
              <a:spLocks noGrp="1"/>
            </p:cNvSpPr>
            <p:nvPr/>
          </p:nvSpPr>
          <p:spPr>
            <a:xfrm>
              <a:off x="198475" y="4980593"/>
              <a:ext cx="11633" cy="680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6" name="asset_3422_36">
              <a:extLst>
                <a:ext uri="{FF2B5EF4-FFF2-40B4-BE49-F238E27FC236}">
                  <ns2:creationId id="{43BE8EFE-72EF-4A4D-95CA-B86188EA255E}"/>
                </a:ext>
              </a:extLst>
            </p:cNvPr>
            <p:cNvSpPr>
              <a:spLocks noGrp="1"/>
            </p:cNvSpPr>
            <p:nvPr/>
          </p:nvSpPr>
          <p:spPr>
            <a:xfrm>
              <a:off x="225392" y="4818090"/>
              <a:ext cx="40954" cy="4095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7" name="asset_3422_37">
              <a:extLst>
                <a:ext uri="{FF2B5EF4-FFF2-40B4-BE49-F238E27FC236}">
                  <ns2:creationId id="{DA3DF571-E236-4366-AF8A-9469DECEE62B}"/>
                </a:ext>
              </a:extLst>
            </p:cNvPr>
            <p:cNvSpPr>
              <a:spLocks noGrp="1"/>
            </p:cNvSpPr>
            <p:nvPr/>
          </p:nvSpPr>
          <p:spPr>
            <a:xfrm>
              <a:off x="234197" y="4825872"/>
              <a:ext cx="13310" cy="778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88" name="asset_3422_38">
              <a:extLst>
                <a:ext uri="{FF2B5EF4-FFF2-40B4-BE49-F238E27FC236}">
                  <ns2:creationId id="{A24DDF83-E49C-4901-AC73-C26A20FA474F}"/>
                </a:ext>
              </a:extLst>
            </p:cNvPr>
            <p:cNvSpPr>
              <a:spLocks noGrp="1"/>
            </p:cNvSpPr>
            <p:nvPr/>
          </p:nvSpPr>
          <p:spPr>
            <a:xfrm>
              <a:off x="202785" y="4934968"/>
              <a:ext cx="44618" cy="446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89" name="asset_3422_39">
              <a:extLst>
                <a:ext uri="{FF2B5EF4-FFF2-40B4-BE49-F238E27FC236}">
                  <ns2:creationId id="{5855DFCA-3099-40FF-B9EE-38142ADE3AE5}"/>
                </a:ext>
              </a:extLst>
            </p:cNvPr>
            <p:cNvSpPr>
              <a:spLocks noGrp="1"/>
            </p:cNvSpPr>
            <p:nvPr/>
          </p:nvSpPr>
          <p:spPr>
            <a:xfrm>
              <a:off x="212377" y="4943445"/>
              <a:ext cx="14501" cy="84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0" name="asset_3422_40">
              <a:extLst>
                <a:ext uri="{FF2B5EF4-FFF2-40B4-BE49-F238E27FC236}">
                  <ns2:creationId id="{FEBB2ED5-FFEC-48E9-A8F7-9533C7C15236}"/>
                </a:ext>
              </a:extLst>
            </p:cNvPr>
            <p:cNvSpPr>
              <a:spLocks noGrp="1"/>
            </p:cNvSpPr>
            <p:nvPr/>
          </p:nvSpPr>
          <p:spPr>
            <a:xfrm>
              <a:off x="338599" y="4889037"/>
              <a:ext cx="31138" cy="3113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1" name="asset_3422_41">
              <a:extLst>
                <a:ext uri="{FF2B5EF4-FFF2-40B4-BE49-F238E27FC236}">
                  <ns2:creationId id="{FE010273-4076-4A56-8D61-534330988090}"/>
                </a:ext>
              </a:extLst>
            </p:cNvPr>
            <p:cNvSpPr>
              <a:spLocks noGrp="1"/>
            </p:cNvSpPr>
            <p:nvPr/>
          </p:nvSpPr>
          <p:spPr>
            <a:xfrm>
              <a:off x="345294" y="4894953"/>
              <a:ext cx="10120" cy="591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2" name="asset_3422_42">
              <a:extLst>
                <a:ext uri="{FF2B5EF4-FFF2-40B4-BE49-F238E27FC236}">
                  <ns2:creationId id="{5B05720A-34E2-4D37-BDE7-6636E9CB3BF8}"/>
                </a:ext>
              </a:extLst>
            </p:cNvPr>
            <p:cNvSpPr>
              <a:spLocks noGrp="1"/>
            </p:cNvSpPr>
            <p:nvPr/>
          </p:nvSpPr>
          <p:spPr>
            <a:xfrm>
              <a:off x="320967" y="4999928"/>
              <a:ext cx="43221" cy="4322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3" name="asset_3422_43">
              <a:extLst>
                <a:ext uri="{FF2B5EF4-FFF2-40B4-BE49-F238E27FC236}">
                  <ns2:creationId id="{6886DB43-FF4D-4532-BF3D-1AFAC8805942}"/>
                </a:ext>
              </a:extLst>
            </p:cNvPr>
            <p:cNvSpPr>
              <a:spLocks noGrp="1"/>
            </p:cNvSpPr>
            <p:nvPr/>
          </p:nvSpPr>
          <p:spPr>
            <a:xfrm>
              <a:off x="330259" y="5008140"/>
              <a:ext cx="14047" cy="821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4" name="asset_3422_44">
              <a:extLst>
                <a:ext uri="{FF2B5EF4-FFF2-40B4-BE49-F238E27FC236}">
                  <ns2:creationId id="{76DA8448-F880-4A83-BB62-667799EA5268}"/>
                </a:ext>
              </a:extLst>
            </p:cNvPr>
            <p:cNvSpPr>
              <a:spLocks noGrp="1"/>
            </p:cNvSpPr>
            <p:nvPr/>
          </p:nvSpPr>
          <p:spPr>
            <a:xfrm>
              <a:off x="350970" y="4966161"/>
              <a:ext cx="35562" cy="355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5" name="asset_3422_45">
              <a:extLst>
                <a:ext uri="{FF2B5EF4-FFF2-40B4-BE49-F238E27FC236}">
                  <ns2:creationId id="{4B5981FE-AF96-4743-BD4E-1081E06F9481}"/>
                </a:ext>
              </a:extLst>
            </p:cNvPr>
            <p:cNvSpPr>
              <a:spLocks noGrp="1"/>
            </p:cNvSpPr>
            <p:nvPr/>
          </p:nvSpPr>
          <p:spPr>
            <a:xfrm>
              <a:off x="358616" y="4972917"/>
              <a:ext cx="11558" cy="67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6" name="asset_3422_46">
              <a:extLst>
                <a:ext uri="{FF2B5EF4-FFF2-40B4-BE49-F238E27FC236}">
                  <ns2:creationId id="{748CBAA8-2C08-4BE4-AA1F-8BC2B26289AB}"/>
                </a:ext>
              </a:extLst>
            </p:cNvPr>
            <p:cNvSpPr>
              <a:spLocks noGrp="1"/>
            </p:cNvSpPr>
            <p:nvPr/>
          </p:nvSpPr>
          <p:spPr>
            <a:xfrm>
              <a:off x="218758" y="4839345"/>
              <a:ext cx="38113" cy="381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7" name="asset_3422_47">
              <a:extLst>
                <a:ext uri="{FF2B5EF4-FFF2-40B4-BE49-F238E27FC236}">
                  <ns2:creationId id="{74069FEB-5DA7-47AB-A8FC-B32A4EF8BCF3}"/>
                </a:ext>
              </a:extLst>
            </p:cNvPr>
            <p:cNvSpPr>
              <a:spLocks noGrp="1"/>
            </p:cNvSpPr>
            <p:nvPr/>
          </p:nvSpPr>
          <p:spPr>
            <a:xfrm>
              <a:off x="226952" y="4846587"/>
              <a:ext cx="12387" cy="72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698" name="asset_3422_48">
              <a:extLst>
                <a:ext uri="{FF2B5EF4-FFF2-40B4-BE49-F238E27FC236}">
                  <ns2:creationId id="{A6A50CBB-9A14-4E82-A658-DAD4BBF03B49}"/>
                </a:ext>
              </a:extLst>
            </p:cNvPr>
            <p:cNvSpPr>
              <a:spLocks noGrp="1"/>
            </p:cNvSpPr>
            <p:nvPr/>
          </p:nvSpPr>
          <p:spPr>
            <a:xfrm>
              <a:off x="341389" y="4932820"/>
              <a:ext cx="34691" cy="3469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699" name="asset_3422_49">
              <a:extLst>
                <a:ext uri="{FF2B5EF4-FFF2-40B4-BE49-F238E27FC236}">
                  <ns2:creationId id="{6A1514E4-D205-49A7-88CF-D96ABE73C40E}"/>
                </a:ext>
              </a:extLst>
            </p:cNvPr>
            <p:cNvSpPr>
              <a:spLocks noGrp="1"/>
            </p:cNvSpPr>
            <p:nvPr/>
          </p:nvSpPr>
          <p:spPr>
            <a:xfrm>
              <a:off x="348848" y="4939412"/>
              <a:ext cx="11275" cy="659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0" name="asset_3422_50">
              <a:extLst>
                <a:ext uri="{FF2B5EF4-FFF2-40B4-BE49-F238E27FC236}">
                  <ns2:creationId id="{2A801525-37C3-4507-8E75-FDC0F197A770}"/>
                </a:ext>
              </a:extLst>
            </p:cNvPr>
            <p:cNvSpPr>
              <a:spLocks noGrp="1"/>
            </p:cNvSpPr>
            <p:nvPr/>
          </p:nvSpPr>
          <p:spPr>
            <a:xfrm>
              <a:off x="216428" y="4994121"/>
              <a:ext cx="37106" cy="3710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1" name="asset_3422_51">
              <a:extLst>
                <a:ext uri="{FF2B5EF4-FFF2-40B4-BE49-F238E27FC236}">
                  <ns2:creationId id="{AC850C43-E2DD-4B66-BEC7-82AE91B39D8D}"/>
                </a:ext>
              </a:extLst>
            </p:cNvPr>
            <p:cNvSpPr>
              <a:spLocks noGrp="1"/>
            </p:cNvSpPr>
            <p:nvPr/>
          </p:nvSpPr>
          <p:spPr>
            <a:xfrm>
              <a:off x="224406" y="5001171"/>
              <a:ext cx="12060" cy="705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2" name="asset_3422_52">
              <a:extLst>
                <a:ext uri="{FF2B5EF4-FFF2-40B4-BE49-F238E27FC236}">
                  <ns2:creationId id="{52E40259-ABAD-4E5D-8024-452B2EAA70F4}"/>
                </a:ext>
              </a:extLst>
            </p:cNvPr>
            <p:cNvSpPr>
              <a:spLocks noGrp="1"/>
            </p:cNvSpPr>
            <p:nvPr/>
          </p:nvSpPr>
          <p:spPr>
            <a:xfrm>
              <a:off x="264136" y="4989684"/>
              <a:ext cx="38739" cy="3873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3" name="asset_3422_53">
              <a:extLst>
                <a:ext uri="{FF2B5EF4-FFF2-40B4-BE49-F238E27FC236}">
                  <ns2:creationId id="{9FA80880-D39F-4152-8148-2735148F349B}"/>
                </a:ext>
              </a:extLst>
            </p:cNvPr>
            <p:cNvSpPr>
              <a:spLocks noGrp="1"/>
            </p:cNvSpPr>
            <p:nvPr/>
          </p:nvSpPr>
          <p:spPr>
            <a:xfrm>
              <a:off x="272465" y="4997045"/>
              <a:ext cx="12590" cy="736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4" name="asset_3422_54">
              <a:extLst>
                <a:ext uri="{FF2B5EF4-FFF2-40B4-BE49-F238E27FC236}">
                  <ns2:creationId id="{EB9E1684-F7CC-4CBA-A1C5-561FDC878716}"/>
                </a:ext>
              </a:extLst>
            </p:cNvPr>
            <p:cNvSpPr>
              <a:spLocks noGrp="1"/>
            </p:cNvSpPr>
            <p:nvPr/>
          </p:nvSpPr>
          <p:spPr>
            <a:xfrm>
              <a:off x="259170" y="4848057"/>
              <a:ext cx="31787" cy="3178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5" name="asset_3422_55">
              <a:extLst>
                <a:ext uri="{FF2B5EF4-FFF2-40B4-BE49-F238E27FC236}">
                  <ns2:creationId id="{3B1DC993-5CE0-4E0F-866F-A7896025577F}"/>
                </a:ext>
              </a:extLst>
            </p:cNvPr>
            <p:cNvSpPr>
              <a:spLocks noGrp="1"/>
            </p:cNvSpPr>
            <p:nvPr/>
          </p:nvSpPr>
          <p:spPr>
            <a:xfrm>
              <a:off x="266004" y="4854097"/>
              <a:ext cx="10331" cy="603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6" name="asset_3422_56">
              <a:extLst>
                <a:ext uri="{FF2B5EF4-FFF2-40B4-BE49-F238E27FC236}">
                  <ns2:creationId id="{5040DA87-F568-49ED-AA05-E7A03A54681E}"/>
                </a:ext>
              </a:extLst>
            </p:cNvPr>
            <p:cNvSpPr>
              <a:spLocks noGrp="1"/>
            </p:cNvSpPr>
            <p:nvPr/>
          </p:nvSpPr>
          <p:spPr>
            <a:xfrm>
              <a:off x="339932" y="4846499"/>
              <a:ext cx="35333" cy="353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7" name="asset_3422_57">
              <a:extLst>
                <a:ext uri="{FF2B5EF4-FFF2-40B4-BE49-F238E27FC236}">
                  <ns2:creationId id="{40670EC9-23BE-4A11-A490-746F247ECC6F}"/>
                </a:ext>
              </a:extLst>
            </p:cNvPr>
            <p:cNvSpPr>
              <a:spLocks noGrp="1"/>
            </p:cNvSpPr>
            <p:nvPr/>
          </p:nvSpPr>
          <p:spPr>
            <a:xfrm>
              <a:off x="347528" y="4853212"/>
              <a:ext cx="11483" cy="671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08" name="asset_3422_58">
              <a:extLst>
                <a:ext uri="{FF2B5EF4-FFF2-40B4-BE49-F238E27FC236}">
                  <ns2:creationId id="{209EA37E-DA69-4AC4-9D1A-CBCC17531F37}"/>
                </a:ext>
              </a:extLst>
            </p:cNvPr>
            <p:cNvSpPr>
              <a:spLocks noGrp="1"/>
            </p:cNvSpPr>
            <p:nvPr/>
          </p:nvSpPr>
          <p:spPr>
            <a:xfrm>
              <a:off x="247737" y="4821086"/>
              <a:ext cx="41986" cy="4198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09" name="asset_3422_59">
              <a:extLst>
                <a:ext uri="{FF2B5EF4-FFF2-40B4-BE49-F238E27FC236}">
                  <ns2:creationId id="{2090D247-F09C-427E-B69B-6DAAF5DF6CCF}"/>
                </a:ext>
              </a:extLst>
            </p:cNvPr>
            <p:cNvSpPr>
              <a:spLocks noGrp="1"/>
            </p:cNvSpPr>
            <p:nvPr/>
          </p:nvSpPr>
          <p:spPr>
            <a:xfrm>
              <a:off x="256763" y="4829063"/>
              <a:ext cx="13645" cy="797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0" name="asset_3422_60">
              <a:extLst>
                <a:ext uri="{FF2B5EF4-FFF2-40B4-BE49-F238E27FC236}">
                  <ns2:creationId id="{2BF85604-0626-4329-B79C-EDF82CFEB0DC}"/>
                </a:ext>
              </a:extLst>
            </p:cNvPr>
            <p:cNvSpPr>
              <a:spLocks noGrp="1"/>
            </p:cNvSpPr>
            <p:nvPr/>
          </p:nvSpPr>
          <p:spPr>
            <a:xfrm>
              <a:off x="352013" y="4951727"/>
              <a:ext cx="41933" cy="4193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1" name="asset_3422_61">
              <a:extLst>
                <a:ext uri="{FF2B5EF4-FFF2-40B4-BE49-F238E27FC236}">
                  <ns2:creationId id="{AF969BB1-9196-476B-A37A-F8F70D6EDD13}"/>
                </a:ext>
              </a:extLst>
            </p:cNvPr>
            <p:cNvSpPr>
              <a:spLocks noGrp="1"/>
            </p:cNvSpPr>
            <p:nvPr/>
          </p:nvSpPr>
          <p:spPr>
            <a:xfrm>
              <a:off x="361028" y="4959695"/>
              <a:ext cx="13628" cy="796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2" name="asset_3422_62">
              <a:extLst>
                <a:ext uri="{FF2B5EF4-FFF2-40B4-BE49-F238E27FC236}">
                  <ns2:creationId id="{46ECA087-A579-4CBC-85EE-38755A5B9CA9}"/>
                </a:ext>
              </a:extLst>
            </p:cNvPr>
            <p:cNvSpPr>
              <a:spLocks noGrp="1"/>
            </p:cNvSpPr>
            <p:nvPr/>
          </p:nvSpPr>
          <p:spPr>
            <a:xfrm>
              <a:off x="280588" y="4991959"/>
              <a:ext cx="33271" cy="3327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3" name="asset_3422_63">
              <a:extLst>
                <a:ext uri="{FF2B5EF4-FFF2-40B4-BE49-F238E27FC236}">
                  <ns2:creationId id="{B260533A-BF7B-4F7D-BDC7-44064CF1E838}"/>
                </a:ext>
              </a:extLst>
            </p:cNvPr>
            <p:cNvSpPr>
              <a:spLocks noGrp="1"/>
            </p:cNvSpPr>
            <p:nvPr/>
          </p:nvSpPr>
          <p:spPr>
            <a:xfrm>
              <a:off x="287741" y="4998280"/>
              <a:ext cx="10813" cy="632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4" name="asset_3422_64">
              <a:extLst>
                <a:ext uri="{FF2B5EF4-FFF2-40B4-BE49-F238E27FC236}">
                  <ns2:creationId id="{3CAC0C6D-02F8-4588-BD45-22A16FD30CC6}"/>
                </a:ext>
              </a:extLst>
            </p:cNvPr>
            <p:cNvSpPr>
              <a:spLocks noGrp="1"/>
            </p:cNvSpPr>
            <p:nvPr/>
          </p:nvSpPr>
          <p:spPr>
            <a:xfrm>
              <a:off x="335774" y="4884877"/>
              <a:ext cx="37623" cy="3762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5" name="asset_3422_65">
              <a:extLst>
                <a:ext uri="{FF2B5EF4-FFF2-40B4-BE49-F238E27FC236}">
                  <ns2:creationId id="{5C163C6E-8E51-4AA2-BC23-1A29DDB45BCB}"/>
                </a:ext>
              </a:extLst>
            </p:cNvPr>
            <p:cNvSpPr>
              <a:spLocks noGrp="1"/>
            </p:cNvSpPr>
            <p:nvPr/>
          </p:nvSpPr>
          <p:spPr>
            <a:xfrm>
              <a:off x="343862" y="4892025"/>
              <a:ext cx="12227" cy="714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6" name="asset_3422_66">
              <a:extLst>
                <a:ext uri="{FF2B5EF4-FFF2-40B4-BE49-F238E27FC236}">
                  <ns2:creationId id="{D41FDECB-DD06-43EB-8BEE-72351B9415A4}"/>
                </a:ext>
              </a:extLst>
            </p:cNvPr>
            <p:cNvSpPr>
              <a:spLocks noGrp="1"/>
            </p:cNvSpPr>
            <p:nvPr/>
          </p:nvSpPr>
          <p:spPr>
            <a:xfrm>
              <a:off x="328939" y="4981497"/>
              <a:ext cx="33522" cy="3352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7" name="asset_3422_67">
              <a:extLst>
                <a:ext uri="{FF2B5EF4-FFF2-40B4-BE49-F238E27FC236}">
                  <ns2:creationId id="{3FFB4D7C-2287-426D-999A-56DCCE09E5DB}"/>
                </a:ext>
              </a:extLst>
            </p:cNvPr>
            <p:cNvSpPr>
              <a:spLocks noGrp="1"/>
            </p:cNvSpPr>
            <p:nvPr/>
          </p:nvSpPr>
          <p:spPr>
            <a:xfrm>
              <a:off x="336146" y="4987866"/>
              <a:ext cx="10895" cy="63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18" name="asset_3422_68">
              <a:extLst>
                <a:ext uri="{FF2B5EF4-FFF2-40B4-BE49-F238E27FC236}">
                  <ns2:creationId id="{F754A500-B240-4880-969D-780FC5BCDBF4}"/>
                </a:ext>
              </a:extLst>
            </p:cNvPr>
            <p:cNvSpPr>
              <a:spLocks noGrp="1"/>
            </p:cNvSpPr>
            <p:nvPr/>
          </p:nvSpPr>
          <p:spPr>
            <a:xfrm>
              <a:off x="252204" y="4955574"/>
              <a:ext cx="31928" cy="3192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19" name="asset_3422_69">
              <a:extLst>
                <a:ext uri="{FF2B5EF4-FFF2-40B4-BE49-F238E27FC236}">
                  <ns2:creationId id="{D6FCC8BB-F7CD-4300-8711-BA2B6E2E7DEE}"/>
                </a:ext>
              </a:extLst>
            </p:cNvPr>
            <p:cNvSpPr>
              <a:spLocks noGrp="1"/>
            </p:cNvSpPr>
            <p:nvPr/>
          </p:nvSpPr>
          <p:spPr>
            <a:xfrm>
              <a:off x="259069" y="4961640"/>
              <a:ext cx="10376" cy="606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0" name="asset_3422_70">
              <a:extLst>
                <a:ext uri="{FF2B5EF4-FFF2-40B4-BE49-F238E27FC236}">
                  <ns2:creationId id="{A4D52D69-D09B-4622-8C6F-FE6F802F9396}"/>
                </a:ext>
              </a:extLst>
            </p:cNvPr>
            <p:cNvSpPr>
              <a:spLocks noGrp="1"/>
            </p:cNvSpPr>
            <p:nvPr/>
          </p:nvSpPr>
          <p:spPr>
            <a:xfrm>
              <a:off x="351225" y="4959284"/>
              <a:ext cx="35375" cy="35375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1" name="asset_3422_71">
              <a:extLst>
                <a:ext uri="{FF2B5EF4-FFF2-40B4-BE49-F238E27FC236}">
                  <ns2:creationId id="{20F561E7-035D-475C-BF20-D6CDCB488752}"/>
                </a:ext>
              </a:extLst>
            </p:cNvPr>
            <p:cNvSpPr>
              <a:spLocks noGrp="1"/>
            </p:cNvSpPr>
            <p:nvPr/>
          </p:nvSpPr>
          <p:spPr>
            <a:xfrm>
              <a:off x="358831" y="4966005"/>
              <a:ext cx="11497" cy="672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2" name="asset_3422_72">
              <a:extLst>
                <a:ext uri="{FF2B5EF4-FFF2-40B4-BE49-F238E27FC236}">
                  <ns2:creationId id="{0842A828-5EEB-4B73-AB87-AE1E381C62F2}"/>
                </a:ext>
              </a:extLst>
            </p:cNvPr>
            <p:cNvSpPr>
              <a:spLocks noGrp="1"/>
            </p:cNvSpPr>
            <p:nvPr/>
          </p:nvSpPr>
          <p:spPr>
            <a:xfrm>
              <a:off x="283858" y="4807960"/>
              <a:ext cx="50708" cy="5070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3" name="asset_3422_73">
              <a:extLst>
                <a:ext uri="{FF2B5EF4-FFF2-40B4-BE49-F238E27FC236}">
                  <ns2:creationId id="{A3489609-C18A-4B89-94ED-1A33D37CDDDF}"/>
                </a:ext>
              </a:extLst>
            </p:cNvPr>
            <p:cNvSpPr>
              <a:spLocks noGrp="1"/>
            </p:cNvSpPr>
            <p:nvPr/>
          </p:nvSpPr>
          <p:spPr>
            <a:xfrm>
              <a:off x="294760" y="4817594"/>
              <a:ext cx="16480" cy="96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4" name="asset_3422_74">
              <a:extLst>
                <a:ext uri="{FF2B5EF4-FFF2-40B4-BE49-F238E27FC236}">
                  <ns2:creationId id="{5D1052BF-CEF3-4BC1-960D-EAE2B2D4B637}"/>
                </a:ext>
              </a:extLst>
            </p:cNvPr>
            <p:cNvSpPr>
              <a:spLocks noGrp="1"/>
            </p:cNvSpPr>
            <p:nvPr/>
          </p:nvSpPr>
          <p:spPr>
            <a:xfrm>
              <a:off x="227957" y="4916303"/>
              <a:ext cx="43904" cy="439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5" name="asset_3422_75">
              <a:extLst>
                <a:ext uri="{FF2B5EF4-FFF2-40B4-BE49-F238E27FC236}">
                  <ns2:creationId id="{90022AAB-FF8F-4106-9388-5C94CC256F18}"/>
                </a:ext>
              </a:extLst>
            </p:cNvPr>
            <p:cNvSpPr>
              <a:spLocks noGrp="1"/>
            </p:cNvSpPr>
            <p:nvPr/>
          </p:nvSpPr>
          <p:spPr>
            <a:xfrm>
              <a:off x="237396" y="4924644"/>
              <a:ext cx="14269" cy="834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6" name="asset_3422_76">
              <a:extLst>
                <a:ext uri="{FF2B5EF4-FFF2-40B4-BE49-F238E27FC236}">
                  <ns2:creationId id="{22AF82F4-4F32-44CD-85B8-C8A72B4CA501}"/>
                </a:ext>
              </a:extLst>
            </p:cNvPr>
            <p:cNvSpPr>
              <a:spLocks noGrp="1"/>
            </p:cNvSpPr>
            <p:nvPr/>
          </p:nvSpPr>
          <p:spPr>
            <a:xfrm>
              <a:off x="308000" y="4902881"/>
              <a:ext cx="50802" cy="5080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7" name="asset_3422_77">
              <a:extLst>
                <a:ext uri="{FF2B5EF4-FFF2-40B4-BE49-F238E27FC236}">
                  <ns2:creationId id="{8F6B68DE-B599-4735-B0EC-AB41D0A20EDE}"/>
                </a:ext>
              </a:extLst>
            </p:cNvPr>
            <p:cNvSpPr>
              <a:spLocks noGrp="1"/>
            </p:cNvSpPr>
            <p:nvPr/>
          </p:nvSpPr>
          <p:spPr>
            <a:xfrm>
              <a:off x="318923" y="4912533"/>
              <a:ext cx="16511" cy="965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28" name="asset_3422_78">
              <a:extLst>
                <a:ext uri="{FF2B5EF4-FFF2-40B4-BE49-F238E27FC236}">
                  <ns2:creationId id="{B31790CD-66B6-4102-AC59-B5C7953EC25F}"/>
                </a:ext>
              </a:extLst>
            </p:cNvPr>
            <p:cNvSpPr>
              <a:spLocks noGrp="1"/>
            </p:cNvSpPr>
            <p:nvPr/>
          </p:nvSpPr>
          <p:spPr>
            <a:xfrm>
              <a:off x="221278" y="4892246"/>
              <a:ext cx="31003" cy="3100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29" name="asset_3422_79">
              <a:extLst>
                <a:ext uri="{FF2B5EF4-FFF2-40B4-BE49-F238E27FC236}">
                  <ns2:creationId id="{9F4B37B7-BA9E-40B8-8B7F-E47A4C01A79B}"/>
                </a:ext>
              </a:extLst>
            </p:cNvPr>
            <p:cNvSpPr>
              <a:spLocks noGrp="1"/>
            </p:cNvSpPr>
            <p:nvPr/>
          </p:nvSpPr>
          <p:spPr>
            <a:xfrm>
              <a:off x="227943" y="4898137"/>
              <a:ext cx="10076" cy="5890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0" name="asset_3422_80">
              <a:extLst>
                <a:ext uri="{FF2B5EF4-FFF2-40B4-BE49-F238E27FC236}">
                  <ns2:creationId id="{F4081D7D-BF61-406A-9AD4-50ADB1CED8B3}"/>
                </a:ext>
              </a:extLst>
            </p:cNvPr>
            <p:cNvSpPr>
              <a:spLocks noGrp="1"/>
            </p:cNvSpPr>
            <p:nvPr/>
          </p:nvSpPr>
          <p:spPr>
            <a:xfrm>
              <a:off x="245288" y="4946120"/>
              <a:ext cx="42319" cy="42319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1" name="asset_3422_81">
              <a:extLst>
                <a:ext uri="{FF2B5EF4-FFF2-40B4-BE49-F238E27FC236}">
                  <ns2:creationId id="{660F0098-C3C9-4A31-AFDC-AB3B5A39A906}"/>
                </a:ext>
              </a:extLst>
            </p:cNvPr>
            <p:cNvSpPr>
              <a:spLocks noGrp="1"/>
            </p:cNvSpPr>
            <p:nvPr/>
          </p:nvSpPr>
          <p:spPr>
            <a:xfrm>
              <a:off x="254387" y="4954160"/>
              <a:ext cx="13754" cy="804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2" name="asset_3422_82">
              <a:extLst>
                <a:ext uri="{FF2B5EF4-FFF2-40B4-BE49-F238E27FC236}">
                  <ns2:creationId id="{5EAD2FC1-7505-4F83-A286-3E91FC448E7C}"/>
                </a:ext>
              </a:extLst>
            </p:cNvPr>
            <p:cNvSpPr>
              <a:spLocks noGrp="1"/>
            </p:cNvSpPr>
            <p:nvPr/>
          </p:nvSpPr>
          <p:spPr>
            <a:xfrm>
              <a:off x="295710" y="4881024"/>
              <a:ext cx="31860" cy="3186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3" name="asset_3422_83">
              <a:extLst>
                <a:ext uri="{FF2B5EF4-FFF2-40B4-BE49-F238E27FC236}">
                  <ns2:creationId id="{F12A9BA7-D34E-414D-9A91-D491051E2A25}"/>
                </a:ext>
              </a:extLst>
            </p:cNvPr>
            <p:cNvSpPr>
              <a:spLocks noGrp="1"/>
            </p:cNvSpPr>
            <p:nvPr/>
          </p:nvSpPr>
          <p:spPr>
            <a:xfrm>
              <a:off x="302560" y="4887077"/>
              <a:ext cx="10354" cy="605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4" name="asset_3422_84">
              <a:extLst>
                <a:ext uri="{FF2B5EF4-FFF2-40B4-BE49-F238E27FC236}">
                  <ns2:creationId id="{38BC6368-729F-47F7-AE1F-65767E2E25B5}"/>
                </a:ext>
              </a:extLst>
            </p:cNvPr>
            <p:cNvSpPr>
              <a:spLocks noGrp="1"/>
            </p:cNvSpPr>
            <p:nvPr/>
          </p:nvSpPr>
          <p:spPr>
            <a:xfrm>
              <a:off x="220856" y="4873218"/>
              <a:ext cx="35097" cy="3509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5" name="asset_3422_85">
              <a:extLst>
                <a:ext uri="{FF2B5EF4-FFF2-40B4-BE49-F238E27FC236}">
                  <ns2:creationId id="{FF247E36-BA09-491F-A367-81AC46AF46F0}"/>
                </a:ext>
              </a:extLst>
            </p:cNvPr>
            <p:cNvSpPr>
              <a:spLocks noGrp="1"/>
            </p:cNvSpPr>
            <p:nvPr/>
          </p:nvSpPr>
          <p:spPr>
            <a:xfrm>
              <a:off x="228402" y="4879887"/>
              <a:ext cx="11407" cy="666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6" name="asset_3422_86">
              <a:extLst>
                <a:ext uri="{FF2B5EF4-FFF2-40B4-BE49-F238E27FC236}">
                  <ns2:creationId id="{4B4D93C7-D11D-44D2-B31D-AF7A392B5B51}"/>
                </a:ext>
              </a:extLst>
            </p:cNvPr>
            <p:cNvSpPr>
              <a:spLocks noGrp="1"/>
            </p:cNvSpPr>
            <p:nvPr/>
          </p:nvSpPr>
          <p:spPr>
            <a:xfrm>
              <a:off x="196153" y="4954990"/>
              <a:ext cx="38214" cy="3821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7" name="asset_3422_87">
              <a:extLst>
                <a:ext uri="{FF2B5EF4-FFF2-40B4-BE49-F238E27FC236}">
                  <ns2:creationId id="{CCA1FC3C-FDEC-4706-AD27-4C91FE943B10}"/>
                </a:ext>
              </a:extLst>
            </p:cNvPr>
            <p:cNvSpPr>
              <a:spLocks noGrp="1"/>
            </p:cNvSpPr>
            <p:nvPr/>
          </p:nvSpPr>
          <p:spPr>
            <a:xfrm>
              <a:off x="204369" y="4962251"/>
              <a:ext cx="12420" cy="726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38" name="asset_3422_88">
              <a:extLst>
                <a:ext uri="{FF2B5EF4-FFF2-40B4-BE49-F238E27FC236}">
                  <ns2:creationId id="{8B2DEABE-D846-4A68-B344-84E6285C5E17}"/>
                </a:ext>
              </a:extLst>
            </p:cNvPr>
            <p:cNvSpPr>
              <a:spLocks noGrp="1"/>
            </p:cNvSpPr>
            <p:nvPr/>
          </p:nvSpPr>
          <p:spPr>
            <a:xfrm>
              <a:off x="311634" y="4857039"/>
              <a:ext cx="32924" cy="329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39" name="asset_3422_89">
              <a:extLst>
                <a:ext uri="{FF2B5EF4-FFF2-40B4-BE49-F238E27FC236}">
                  <ns2:creationId id="{0428F975-0943-43E8-A022-99931BBF54AC}"/>
                </a:ext>
              </a:extLst>
            </p:cNvPr>
            <p:cNvSpPr>
              <a:spLocks noGrp="1"/>
            </p:cNvSpPr>
            <p:nvPr/>
          </p:nvSpPr>
          <p:spPr>
            <a:xfrm>
              <a:off x="318713" y="4863294"/>
              <a:ext cx="10700" cy="625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0" name="asset_3422_90">
              <a:extLst>
                <a:ext uri="{FF2B5EF4-FFF2-40B4-BE49-F238E27FC236}">
                  <ns2:creationId id="{6FDCCA8E-1E63-4385-97EC-32BCFFD11ACF}"/>
                </a:ext>
              </a:extLst>
            </p:cNvPr>
            <p:cNvSpPr>
              <a:spLocks noGrp="1"/>
            </p:cNvSpPr>
            <p:nvPr/>
          </p:nvSpPr>
          <p:spPr>
            <a:xfrm>
              <a:off x="222322" y="4929964"/>
              <a:ext cx="42100" cy="4210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1" name="asset_3422_91">
              <a:extLst>
                <a:ext uri="{FF2B5EF4-FFF2-40B4-BE49-F238E27FC236}">
                  <ns2:creationId id="{F56F7CB8-2224-4486-A6B4-54B7B1F4992C}"/>
                </a:ext>
              </a:extLst>
            </p:cNvPr>
            <p:cNvSpPr>
              <a:spLocks noGrp="1"/>
            </p:cNvSpPr>
            <p:nvPr/>
          </p:nvSpPr>
          <p:spPr>
            <a:xfrm>
              <a:off x="231373" y="4937963"/>
              <a:ext cx="13683" cy="7999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2" name="asset_3422_92">
              <a:extLst>
                <a:ext uri="{FF2B5EF4-FFF2-40B4-BE49-F238E27FC236}">
                  <ns2:creationId id="{24DA10A9-A289-49F9-8A6F-35FD643B5C28}"/>
                </a:ext>
              </a:extLst>
            </p:cNvPr>
            <p:cNvSpPr>
              <a:spLocks noGrp="1"/>
            </p:cNvSpPr>
            <p:nvPr/>
          </p:nvSpPr>
          <p:spPr>
            <a:xfrm>
              <a:off x="290257" y="4968623"/>
              <a:ext cx="44062" cy="44062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3" name="asset_3422_93">
              <a:extLst>
                <a:ext uri="{FF2B5EF4-FFF2-40B4-BE49-F238E27FC236}">
                  <ns2:creationId id="{A8415FC4-C0EF-4BF6-AD79-7EA68E773AD6}"/>
                </a:ext>
              </a:extLst>
            </p:cNvPr>
            <p:cNvSpPr>
              <a:spLocks noGrp="1"/>
            </p:cNvSpPr>
            <p:nvPr/>
          </p:nvSpPr>
          <p:spPr>
            <a:xfrm>
              <a:off x="299730" y="4976995"/>
              <a:ext cx="14320" cy="837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4" name="asset_3422_94">
              <a:extLst>
                <a:ext uri="{FF2B5EF4-FFF2-40B4-BE49-F238E27FC236}">
                  <ns2:creationId id="{4E37EDB2-3F64-4AD3-A84B-DA3C0C7FB26C}"/>
                </a:ext>
              </a:extLst>
            </p:cNvPr>
            <p:cNvSpPr>
              <a:spLocks noGrp="1"/>
            </p:cNvSpPr>
            <p:nvPr/>
          </p:nvSpPr>
          <p:spPr>
            <a:xfrm>
              <a:off x="278874" y="4994845"/>
              <a:ext cx="47350" cy="4735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5" name="asset_3422_95">
              <a:extLst>
                <a:ext uri="{FF2B5EF4-FFF2-40B4-BE49-F238E27FC236}">
                  <ns2:creationId id="{13D9D197-61E9-45B8-9322-CE2279969C9D}"/>
                </a:ext>
              </a:extLst>
            </p:cNvPr>
            <p:cNvSpPr>
              <a:spLocks noGrp="1"/>
            </p:cNvSpPr>
            <p:nvPr/>
          </p:nvSpPr>
          <p:spPr>
            <a:xfrm>
              <a:off x="289054" y="5003841"/>
              <a:ext cx="15389" cy="89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6" name="asset_3422_96">
              <a:extLst>
                <a:ext uri="{FF2B5EF4-FFF2-40B4-BE49-F238E27FC236}">
                  <ns2:creationId id="{D4D142A1-4F17-4115-96BE-F75120FA7B34}"/>
                </a:ext>
              </a:extLst>
            </p:cNvPr>
            <p:cNvSpPr>
              <a:spLocks noGrp="1"/>
            </p:cNvSpPr>
            <p:nvPr/>
          </p:nvSpPr>
          <p:spPr>
            <a:xfrm>
              <a:off x="339177" y="4942783"/>
              <a:ext cx="35427" cy="3542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7" name="asset_3422_97">
              <a:extLst>
                <a:ext uri="{FF2B5EF4-FFF2-40B4-BE49-F238E27FC236}">
                  <ns2:creationId id="{E6FE0C03-CB21-483E-8D10-24693583E61E}"/>
                </a:ext>
              </a:extLst>
            </p:cNvPr>
            <p:cNvSpPr>
              <a:spLocks noGrp="1"/>
            </p:cNvSpPr>
            <p:nvPr/>
          </p:nvSpPr>
          <p:spPr>
            <a:xfrm>
              <a:off x="346794" y="4949514"/>
              <a:ext cx="11514" cy="673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48" name="asset_3422_98">
              <a:extLst>
                <a:ext uri="{FF2B5EF4-FFF2-40B4-BE49-F238E27FC236}">
                  <ns2:creationId id="{40999A13-CA15-4AA2-82FA-579B90B0EF6F}"/>
                </a:ext>
              </a:extLst>
            </p:cNvPr>
            <p:cNvSpPr>
              <a:spLocks noGrp="1"/>
            </p:cNvSpPr>
            <p:nvPr/>
          </p:nvSpPr>
          <p:spPr>
            <a:xfrm>
              <a:off x="181300" y="4897328"/>
              <a:ext cx="39596" cy="39596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49" name="asset_3422_99">
              <a:extLst>
                <a:ext uri="{FF2B5EF4-FFF2-40B4-BE49-F238E27FC236}">
                  <ns2:creationId id="{B2CFB0A2-2A0A-48CE-BBC2-C90843B52DFD}"/>
                </a:ext>
              </a:extLst>
            </p:cNvPr>
            <p:cNvSpPr>
              <a:spLocks noGrp="1"/>
            </p:cNvSpPr>
            <p:nvPr/>
          </p:nvSpPr>
          <p:spPr>
            <a:xfrm>
              <a:off x="189813" y="4904851"/>
              <a:ext cx="12869" cy="7523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0" name="asset_3422_100">
              <a:extLst>
                <a:ext uri="{FF2B5EF4-FFF2-40B4-BE49-F238E27FC236}">
                  <ns2:creationId id="{A92E3D45-7461-4A44-8F67-88D0979BCBCD}"/>
                </a:ext>
              </a:extLst>
            </p:cNvPr>
            <p:cNvSpPr>
              <a:spLocks noGrp="1"/>
            </p:cNvSpPr>
            <p:nvPr/>
          </p:nvSpPr>
          <p:spPr>
            <a:xfrm>
              <a:off x="270474" y="4941710"/>
              <a:ext cx="45030" cy="4503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1" name="asset_3422_101">
              <a:extLst>
                <a:ext uri="{FF2B5EF4-FFF2-40B4-BE49-F238E27FC236}">
                  <ns2:creationId id="{3174FC93-67A7-4F86-99A0-4EB7025072C2}"/>
                </a:ext>
              </a:extLst>
            </p:cNvPr>
            <p:cNvSpPr>
              <a:spLocks noGrp="1"/>
            </p:cNvSpPr>
            <p:nvPr/>
          </p:nvSpPr>
          <p:spPr>
            <a:xfrm>
              <a:off x="280155" y="4950266"/>
              <a:ext cx="14635" cy="855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2" name="asset_3422_102">
              <a:extLst>
                <a:ext uri="{FF2B5EF4-FFF2-40B4-BE49-F238E27FC236}">
                  <ns2:creationId id="{0ACF1C1B-1A80-42FC-82D7-BC7B5A4234B9}"/>
                </a:ext>
              </a:extLst>
            </p:cNvPr>
            <p:cNvSpPr>
              <a:spLocks noGrp="1"/>
            </p:cNvSpPr>
            <p:nvPr/>
          </p:nvSpPr>
          <p:spPr>
            <a:xfrm>
              <a:off x="353860" y="4863561"/>
              <a:ext cx="45124" cy="4512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3" name="asset_3422_103">
              <a:extLst>
                <a:ext uri="{FF2B5EF4-FFF2-40B4-BE49-F238E27FC236}">
                  <ns2:creationId id="{85C89A21-7747-4773-90C1-4340A90EDA04}"/>
                </a:ext>
              </a:extLst>
            </p:cNvPr>
            <p:cNvSpPr>
              <a:spLocks noGrp="1"/>
            </p:cNvSpPr>
            <p:nvPr/>
          </p:nvSpPr>
          <p:spPr>
            <a:xfrm>
              <a:off x="363561" y="4872135"/>
              <a:ext cx="14665" cy="8574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4" name="asset_3422_104">
              <a:extLst>
                <a:ext uri="{FF2B5EF4-FFF2-40B4-BE49-F238E27FC236}">
                  <ns2:creationId id="{D26328FA-DAF5-496A-B489-0C0F7341262C}"/>
                </a:ext>
              </a:extLst>
            </p:cNvPr>
            <p:cNvSpPr>
              <a:spLocks noGrp="1"/>
            </p:cNvSpPr>
            <p:nvPr/>
          </p:nvSpPr>
          <p:spPr>
            <a:xfrm>
              <a:off x="292608" y="4856843"/>
              <a:ext cx="47953" cy="4795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AA90CC">
                    <a:alpha val="100000"/>
                  </a:srgbClr>
                </a:gs>
                <a:gs pos="74000">
                  <a:srgbClr val="AA90C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5" name="asset_3422_105">
              <a:extLst>
                <a:ext uri="{FF2B5EF4-FFF2-40B4-BE49-F238E27FC236}">
                  <ns2:creationId id="{314C25A7-1095-42AF-AA4F-1542D67A1171}"/>
                </a:ext>
              </a:extLst>
            </p:cNvPr>
            <p:cNvSpPr>
              <a:spLocks noGrp="1"/>
            </p:cNvSpPr>
            <p:nvPr/>
          </p:nvSpPr>
          <p:spPr>
            <a:xfrm>
              <a:off x="302918" y="4865954"/>
              <a:ext cx="15585" cy="9111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6" name="asset_3422_106">
              <a:extLst>
                <a:ext uri="{FF2B5EF4-FFF2-40B4-BE49-F238E27FC236}">
                  <ns2:creationId id="{1679D408-982D-4F68-9C50-FE16F9400400}"/>
                </a:ext>
              </a:extLst>
            </p:cNvPr>
            <p:cNvSpPr>
              <a:spLocks noGrp="1"/>
            </p:cNvSpPr>
            <p:nvPr/>
          </p:nvSpPr>
          <p:spPr>
            <a:xfrm>
              <a:off x="325107" y="5005898"/>
              <a:ext cx="40713" cy="4071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7" name="asset_3422_107">
              <a:extLst>
                <a:ext uri="{FF2B5EF4-FFF2-40B4-BE49-F238E27FC236}">
                  <ns2:creationId id="{0CA7FB78-2993-4150-B75E-014E28F3EA83}"/>
                </a:ext>
              </a:extLst>
            </p:cNvPr>
            <p:cNvSpPr>
              <a:spLocks noGrp="1"/>
            </p:cNvSpPr>
            <p:nvPr/>
          </p:nvSpPr>
          <p:spPr>
            <a:xfrm>
              <a:off x="333860" y="5013633"/>
              <a:ext cx="13232" cy="7735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58" name="asset_3422_108">
              <a:extLst>
                <a:ext uri="{FF2B5EF4-FFF2-40B4-BE49-F238E27FC236}">
                  <ns2:creationId id="{3F8F70C5-DA91-475D-8984-D05B8BC931A5}"/>
                </a:ext>
              </a:extLst>
            </p:cNvPr>
            <p:cNvSpPr>
              <a:spLocks noGrp="1"/>
            </p:cNvSpPr>
            <p:nvPr/>
          </p:nvSpPr>
          <p:spPr>
            <a:xfrm>
              <a:off x="229166" y="5002250"/>
              <a:ext cx="49404" cy="49404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59" name="asset_3422_109">
              <a:extLst>
                <a:ext uri="{FF2B5EF4-FFF2-40B4-BE49-F238E27FC236}">
                  <ns2:creationId id="{CF9D2BC7-3F43-4093-A273-6720E48507FD}"/>
                </a:ext>
              </a:extLst>
            </p:cNvPr>
            <p:cNvSpPr>
              <a:spLocks noGrp="1"/>
            </p:cNvSpPr>
            <p:nvPr/>
          </p:nvSpPr>
          <p:spPr>
            <a:xfrm>
              <a:off x="239788" y="5011637"/>
              <a:ext cx="16056" cy="938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0" name="asset_3422_110">
              <a:extLst>
                <a:ext uri="{FF2B5EF4-FFF2-40B4-BE49-F238E27FC236}">
                  <ns2:creationId id="{273C8640-7DB6-404E-8C9E-72F4CFFAFA84}"/>
                </a:ext>
              </a:extLst>
            </p:cNvPr>
            <p:cNvSpPr>
              <a:spLocks noGrp="1"/>
            </p:cNvSpPr>
            <p:nvPr/>
          </p:nvSpPr>
          <p:spPr>
            <a:xfrm>
              <a:off x="310153" y="4825306"/>
              <a:ext cx="38398" cy="3839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6EA3D3">
                    <a:alpha val="100000"/>
                  </a:srgbClr>
                </a:gs>
                <a:gs pos="74000">
                  <a:srgbClr val="6EA3D3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1" name="asset_3422_111">
              <a:extLst>
                <a:ext uri="{FF2B5EF4-FFF2-40B4-BE49-F238E27FC236}">
                  <ns2:creationId id="{D4AA65DB-1516-4F14-BC12-2EDBF0DF26DD}"/>
                </a:ext>
              </a:extLst>
            </p:cNvPr>
            <p:cNvSpPr>
              <a:spLocks noGrp="1"/>
            </p:cNvSpPr>
            <p:nvPr/>
          </p:nvSpPr>
          <p:spPr>
            <a:xfrm>
              <a:off x="318409" y="4832601"/>
              <a:ext cx="12479" cy="729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2" name="asset_3422_112">
              <a:extLst>
                <a:ext uri="{FF2B5EF4-FFF2-40B4-BE49-F238E27FC236}">
                  <ns2:creationId id="{6C2CC930-14F8-4AB3-B2B1-2955C73FD246}"/>
                </a:ext>
              </a:extLst>
            </p:cNvPr>
            <p:cNvSpPr>
              <a:spLocks noGrp="1"/>
            </p:cNvSpPr>
            <p:nvPr/>
          </p:nvSpPr>
          <p:spPr>
            <a:xfrm>
              <a:off x="169875" y="4921315"/>
              <a:ext cx="31880" cy="31880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3" name="asset_3422_113">
              <a:extLst>
                <a:ext uri="{FF2B5EF4-FFF2-40B4-BE49-F238E27FC236}">
                  <ns2:creationId id="{E23DFDF8-DB3C-49FC-A72D-5146F6817592}"/>
                </a:ext>
              </a:extLst>
            </p:cNvPr>
            <p:cNvSpPr>
              <a:spLocks noGrp="1"/>
            </p:cNvSpPr>
            <p:nvPr/>
          </p:nvSpPr>
          <p:spPr>
            <a:xfrm>
              <a:off x="176729" y="4927373"/>
              <a:ext cx="10361" cy="6057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4" name="asset_3422_114">
              <a:extLst>
                <a:ext uri="{FF2B5EF4-FFF2-40B4-BE49-F238E27FC236}">
                  <ns2:creationId id="{EE735D33-079D-48FC-961F-011A59E17791}"/>
                </a:ext>
              </a:extLst>
            </p:cNvPr>
            <p:cNvSpPr>
              <a:spLocks noGrp="1"/>
            </p:cNvSpPr>
            <p:nvPr/>
          </p:nvSpPr>
          <p:spPr>
            <a:xfrm>
              <a:off x="337382" y="4943216"/>
              <a:ext cx="45411" cy="45411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5" name="asset_3422_115">
              <a:extLst>
                <a:ext uri="{FF2B5EF4-FFF2-40B4-BE49-F238E27FC236}">
                  <ns2:creationId id="{C950C850-CE24-44B6-9695-B7BBA4199A26}"/>
                </a:ext>
              </a:extLst>
            </p:cNvPr>
            <p:cNvSpPr>
              <a:spLocks noGrp="1"/>
            </p:cNvSpPr>
            <p:nvPr/>
          </p:nvSpPr>
          <p:spPr>
            <a:xfrm>
              <a:off x="347146" y="4951844"/>
              <a:ext cx="14759" cy="862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6" name="asset_3422_116">
              <a:extLst>
                <a:ext uri="{FF2B5EF4-FFF2-40B4-BE49-F238E27FC236}">
                  <ns2:creationId id="{FC8FF2B7-2D49-4949-857E-963A234520E4}"/>
                </a:ext>
              </a:extLst>
            </p:cNvPr>
            <p:cNvSpPr>
              <a:spLocks noGrp="1"/>
            </p:cNvSpPr>
            <p:nvPr/>
          </p:nvSpPr>
          <p:spPr>
            <a:xfrm>
              <a:off x="286766" y="4989439"/>
              <a:ext cx="37293" cy="37293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7" name="asset_3422_117">
              <a:extLst>
                <a:ext uri="{FF2B5EF4-FFF2-40B4-BE49-F238E27FC236}">
                  <ns2:creationId id="{A5034F46-0C7C-43A9-9D27-68169E39CC70}"/>
                </a:ext>
              </a:extLst>
            </p:cNvPr>
            <p:cNvSpPr>
              <a:spLocks noGrp="1"/>
            </p:cNvSpPr>
            <p:nvPr/>
          </p:nvSpPr>
          <p:spPr>
            <a:xfrm>
              <a:off x="294784" y="4996525"/>
              <a:ext cx="12120" cy="7086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68" name="asset_3422_118">
              <a:extLst>
                <a:ext uri="{FF2B5EF4-FFF2-40B4-BE49-F238E27FC236}">
                  <ns2:creationId id="{153F9ACE-BE69-4908-A26F-9909E5205E73}"/>
                </a:ext>
              </a:extLst>
            </p:cNvPr>
            <p:cNvSpPr>
              <a:spLocks noGrp="1"/>
            </p:cNvSpPr>
            <p:nvPr/>
          </p:nvSpPr>
          <p:spPr>
            <a:xfrm>
              <a:off x="348022" y="4844260"/>
              <a:ext cx="48957" cy="4895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69" name="asset_3422_119">
              <a:extLst>
                <a:ext uri="{FF2B5EF4-FFF2-40B4-BE49-F238E27FC236}">
                  <ns2:creationId id="{7B88A253-6E38-443E-8B40-40DC5CF2DA6B}"/>
                </a:ext>
              </a:extLst>
            </p:cNvPr>
            <p:cNvSpPr>
              <a:spLocks noGrp="1"/>
            </p:cNvSpPr>
            <p:nvPr/>
          </p:nvSpPr>
          <p:spPr>
            <a:xfrm>
              <a:off x="358547" y="4853562"/>
              <a:ext cx="15911" cy="930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0" name="asset_3422_120">
              <a:extLst>
                <a:ext uri="{FF2B5EF4-FFF2-40B4-BE49-F238E27FC236}">
                  <ns2:creationId id="{64D36AA8-01DA-4C2A-BA04-9C9BE2BBDAFA}"/>
                </a:ext>
              </a:extLst>
            </p:cNvPr>
            <p:cNvSpPr>
              <a:spLocks noGrp="1"/>
            </p:cNvSpPr>
            <p:nvPr/>
          </p:nvSpPr>
          <p:spPr>
            <a:xfrm>
              <a:off x="214854" y="4846950"/>
              <a:ext cx="50307" cy="50307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1" name="asset_3422_121">
              <a:extLst>
                <a:ext uri="{FF2B5EF4-FFF2-40B4-BE49-F238E27FC236}">
                  <ns2:creationId id="{EBC384F0-C001-4D21-8233-4735F0F73D1E}"/>
                </a:ext>
              </a:extLst>
            </p:cNvPr>
            <p:cNvSpPr>
              <a:spLocks noGrp="1"/>
            </p:cNvSpPr>
            <p:nvPr/>
          </p:nvSpPr>
          <p:spPr>
            <a:xfrm>
              <a:off x="225670" y="4856508"/>
              <a:ext cx="16350" cy="9558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  <p:sp>
          <p:nvSpPr>
            <p:cNvPr id="5772" name="asset_3422_122">
              <a:extLst>
                <a:ext uri="{FF2B5EF4-FFF2-40B4-BE49-F238E27FC236}">
                  <ns2:creationId id="{7DF38B50-314D-44EF-B50D-89F84671F861}"/>
                </a:ext>
              </a:extLst>
            </p:cNvPr>
            <p:cNvSpPr>
              <a:spLocks noGrp="1"/>
            </p:cNvSpPr>
            <p:nvPr/>
          </p:nvSpPr>
          <p:spPr>
            <a:xfrm>
              <a:off x="238599" y="5005575"/>
              <a:ext cx="36118" cy="36118"/>
            </a:xfrm>
            <a:prstGeom prst="ellipse">
              <a:avLst/>
            </a:prstGeom>
            <a:gradFill>
              <a:gsLst>
                <a:gs pos="0">
                  <a:srgbClr val="FFFFFF">
                    <a:alpha val="100000"/>
                  </a:srgbClr>
                </a:gs>
                <a:gs pos="46000">
                  <a:srgbClr val="C8D2DC">
                    <a:alpha val="100000"/>
                  </a:srgbClr>
                </a:gs>
                <a:gs pos="74000">
                  <a:srgbClr val="C8D2DC">
                    <a:alpha val="100000"/>
                  </a:srgbClr>
                </a:gs>
                <a:gs pos="100000">
                  <a:srgbClr val="69829D">
                    <a:alpha val="100000"/>
                  </a:srgbClr>
                </a:gs>
              </a:gsLst>
              <a:lin ang="7800000"/>
            </a:gradFill>
            <a:ln w="3600">
              <a:noFill/>
            </a:ln>
          </p:spPr>
        </p:sp>
        <p:sp>
          <p:nvSpPr>
            <p:cNvPr id="5773" name="asset_3422_123">
              <a:extLst>
                <a:ext uri="{FF2B5EF4-FFF2-40B4-BE49-F238E27FC236}">
                  <ns2:creationId id="{AD369D6A-35F6-40C0-8939-1628DC4A0650}"/>
                </a:ext>
              </a:extLst>
            </p:cNvPr>
            <p:cNvSpPr>
              <a:spLocks noGrp="1"/>
            </p:cNvSpPr>
            <p:nvPr/>
          </p:nvSpPr>
          <p:spPr>
            <a:xfrm>
              <a:off x="246364" y="5012438"/>
              <a:ext cx="11738" cy="6862"/>
            </a:xfrm>
            <a:prstGeom prst="ellipse">
              <a:avLst/>
            </a:prstGeom>
            <a:gradFill>
              <a:gsLst>
                <a:gs pos="0">
                  <a:srgbClr val="FFFFFF">
                    <a:alpha val="65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/>
            </a:gradFill>
            <a:ln w="3600">
              <a:noFill/>
            </a:ln>
          </p:spPr>
        </p:sp>
      </p:grpSp>
      <p:pic>
        <p:nvPicPr>
          <p:cNvPr id="3423" name="a | 50D atom feature bar" descr="bar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4585" y="4891365"/>
            <a:ext cx="285795" cy="75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474</Words>
  <Application>Microsoft Office PowerPoint</Application>
  <PresentationFormat>自定义</PresentationFormat>
  <Paragraphs>136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AdaLigand Methods figure — three composition studies</dc:title>
  <dc:subject>Find and Match mechanism studies with fully editable vector objects</dc:subject>
  <dc:creator>Hongen Peng</dc:creator>
  <cp:keywords/>
  <dc:description>All molecular objects are schematics. No bitmap media are embedded. Documents and annotations provided in the conversation are the scientific and editorial basis.</dc:description>
  <cp:lastModifiedBy>Hongen Peng</cp:lastModifiedBy>
  <cp:revision>3</cp:revision>
  <dcterms:created xsi:type="dcterms:W3CDTF">2013-01-27T09:14:16Z</dcterms:created>
  <dcterms:modified xsi:type="dcterms:W3CDTF">2026-10-01T03:43:52Z</dcterms:modified>
  <cp:category/>
</cp:coreProperties>
</file>